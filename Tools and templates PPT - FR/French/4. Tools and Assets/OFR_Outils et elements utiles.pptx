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92"/>
  </p:notesMasterIdLst>
  <p:sldIdLst>
    <p:sldId id="256" r:id="rId2"/>
    <p:sldId id="257" r:id="rId3"/>
    <p:sldId id="4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457" r:id="rId28"/>
    <p:sldId id="283" r:id="rId29"/>
    <p:sldId id="284" r:id="rId30"/>
    <p:sldId id="285" r:id="rId31"/>
    <p:sldId id="286" r:id="rId32"/>
    <p:sldId id="412" r:id="rId33"/>
    <p:sldId id="452" r:id="rId34"/>
    <p:sldId id="459" r:id="rId35"/>
    <p:sldId id="460" r:id="rId36"/>
    <p:sldId id="461" r:id="rId37"/>
    <p:sldId id="455" r:id="rId38"/>
    <p:sldId id="300" r:id="rId39"/>
    <p:sldId id="301" r:id="rId40"/>
    <p:sldId id="302" r:id="rId41"/>
    <p:sldId id="454" r:id="rId42"/>
    <p:sldId id="416" r:id="rId43"/>
    <p:sldId id="444" r:id="rId44"/>
    <p:sldId id="418" r:id="rId45"/>
    <p:sldId id="420" r:id="rId46"/>
    <p:sldId id="422" r:id="rId47"/>
    <p:sldId id="445" r:id="rId48"/>
    <p:sldId id="446" r:id="rId49"/>
    <p:sldId id="423" r:id="rId50"/>
    <p:sldId id="424" r:id="rId51"/>
    <p:sldId id="425" r:id="rId52"/>
    <p:sldId id="426" r:id="rId53"/>
    <p:sldId id="451" r:id="rId54"/>
    <p:sldId id="427" r:id="rId55"/>
    <p:sldId id="430" r:id="rId56"/>
    <p:sldId id="432" r:id="rId57"/>
    <p:sldId id="433" r:id="rId58"/>
    <p:sldId id="435" r:id="rId59"/>
    <p:sldId id="436" r:id="rId60"/>
    <p:sldId id="437" r:id="rId61"/>
    <p:sldId id="438" r:id="rId62"/>
    <p:sldId id="439" r:id="rId63"/>
    <p:sldId id="440" r:id="rId64"/>
    <p:sldId id="441" r:id="rId65"/>
    <p:sldId id="442" r:id="rId66"/>
    <p:sldId id="434" r:id="rId67"/>
    <p:sldId id="431" r:id="rId68"/>
    <p:sldId id="443" r:id="rId69"/>
    <p:sldId id="429" r:id="rId70"/>
    <p:sldId id="421" r:id="rId71"/>
    <p:sldId id="304" r:id="rId72"/>
    <p:sldId id="413" r:id="rId73"/>
    <p:sldId id="453" r:id="rId74"/>
    <p:sldId id="306" r:id="rId75"/>
    <p:sldId id="360" r:id="rId76"/>
    <p:sldId id="361" r:id="rId77"/>
    <p:sldId id="380" r:id="rId78"/>
    <p:sldId id="449" r:id="rId79"/>
    <p:sldId id="365" r:id="rId80"/>
    <p:sldId id="369" r:id="rId81"/>
    <p:sldId id="362" r:id="rId82"/>
    <p:sldId id="359" r:id="rId83"/>
    <p:sldId id="363" r:id="rId84"/>
    <p:sldId id="366" r:id="rId85"/>
    <p:sldId id="367" r:id="rId86"/>
    <p:sldId id="368" r:id="rId87"/>
    <p:sldId id="370" r:id="rId88"/>
    <p:sldId id="371" r:id="rId89"/>
    <p:sldId id="448" r:id="rId90"/>
    <p:sldId id="358" r:id="rId9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ols and Assets" id="{A3134A67-E28C-444C-B76D-8D440F66C659}">
          <p14:sldIdLst>
            <p14:sldId id="256"/>
            <p14:sldId id="257"/>
          </p14:sldIdLst>
        </p14:section>
        <p14:section name="Données" id="{48510D6D-044E-45F7-9222-113561B9BC70}">
          <p14:sldIdLst>
            <p14:sldId id="4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Tuiles et Aplats" id="{07F9B5E2-069B-41D3-B60F-66DF8BE0121A}">
          <p14:sldIdLst>
            <p14:sldId id="457"/>
            <p14:sldId id="283"/>
            <p14:sldId id="284"/>
            <p14:sldId id="285"/>
            <p14:sldId id="286"/>
            <p14:sldId id="412"/>
            <p14:sldId id="452"/>
            <p14:sldId id="459"/>
            <p14:sldId id="460"/>
            <p14:sldId id="461"/>
          </p14:sldIdLst>
        </p14:section>
        <p14:section name="Icones" id="{24716ED1-85D0-42EC-A905-B9108DC671E3}">
          <p14:sldIdLst>
            <p14:sldId id="455"/>
            <p14:sldId id="300"/>
            <p14:sldId id="301"/>
            <p14:sldId id="302"/>
          </p14:sldIdLst>
        </p14:section>
        <p14:section name="Photos" id="{473F612C-643A-4FD4-A193-539A3A15BC94}">
          <p14:sldIdLst>
            <p14:sldId id="454"/>
            <p14:sldId id="416"/>
            <p14:sldId id="444"/>
            <p14:sldId id="418"/>
            <p14:sldId id="420"/>
            <p14:sldId id="422"/>
            <p14:sldId id="445"/>
            <p14:sldId id="446"/>
            <p14:sldId id="423"/>
            <p14:sldId id="424"/>
            <p14:sldId id="425"/>
            <p14:sldId id="426"/>
            <p14:sldId id="451"/>
            <p14:sldId id="427"/>
            <p14:sldId id="430"/>
            <p14:sldId id="432"/>
            <p14:sldId id="433"/>
            <p14:sldId id="435"/>
            <p14:sldId id="436"/>
            <p14:sldId id="437"/>
            <p14:sldId id="438"/>
            <p14:sldId id="439"/>
            <p14:sldId id="440"/>
            <p14:sldId id="441"/>
            <p14:sldId id="442"/>
            <p14:sldId id="434"/>
            <p14:sldId id="431"/>
            <p14:sldId id="443"/>
            <p14:sldId id="429"/>
            <p14:sldId id="421"/>
            <p14:sldId id="304"/>
            <p14:sldId id="413"/>
          </p14:sldIdLst>
        </p14:section>
        <p14:section name="Illustrations" id="{D96292E8-784D-4250-9507-32D32DADE426}">
          <p14:sldIdLst>
            <p14:sldId id="453"/>
            <p14:sldId id="306"/>
            <p14:sldId id="360"/>
            <p14:sldId id="361"/>
            <p14:sldId id="380"/>
            <p14:sldId id="449"/>
            <p14:sldId id="365"/>
            <p14:sldId id="369"/>
            <p14:sldId id="362"/>
            <p14:sldId id="359"/>
            <p14:sldId id="363"/>
            <p14:sldId id="366"/>
            <p14:sldId id="367"/>
            <p14:sldId id="368"/>
            <p14:sldId id="370"/>
            <p14:sldId id="371"/>
            <p14:sldId id="448"/>
            <p14:sldId id="358"/>
          </p14:sldIdLst>
        </p14:section>
      </p14:sectionLst>
    </p:ext>
    <p:ext uri="{EFAFB233-063F-42B5-8137-9DF3F51BA10A}">
      <p15:sldGuideLst xmlns:p15="http://schemas.microsoft.com/office/powerpoint/2012/main">
        <p15:guide id="9" orient="horz" pos="169">
          <p15:clr>
            <a:srgbClr val="A4A3A4"/>
          </p15:clr>
        </p15:guide>
        <p15:guide id="10" pos="2880">
          <p15:clr>
            <a:srgbClr val="A4A3A4"/>
          </p15:clr>
        </p15:guide>
        <p15:guide id="11" orient="horz" pos="636" userDrawn="1">
          <p15:clr>
            <a:srgbClr val="A4A3A4"/>
          </p15:clr>
        </p15:guide>
        <p15:guide id="12" orient="horz" pos="744" userDrawn="1">
          <p15:clr>
            <a:srgbClr val="A4A3A4"/>
          </p15:clr>
        </p15:guide>
        <p15:guide id="13" orient="horz" pos="1621" userDrawn="1">
          <p15:clr>
            <a:srgbClr val="A4A3A4"/>
          </p15:clr>
        </p15:guide>
        <p15:guide id="14" orient="horz" pos="2867" userDrawn="1">
          <p15:clr>
            <a:srgbClr val="A4A3A4"/>
          </p15:clr>
        </p15:guide>
        <p15:guide id="15" pos="198" userDrawn="1">
          <p15:clr>
            <a:srgbClr val="A4A3A4"/>
          </p15:clr>
        </p15:guide>
        <p15:guide id="16" pos="5562" userDrawn="1">
          <p15:clr>
            <a:srgbClr val="A4A3A4"/>
          </p15:clr>
        </p15:guide>
        <p15:guide id="17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1D1D1B"/>
    <a:srgbClr val="11110D"/>
    <a:srgbClr val="595959"/>
    <a:srgbClr val="D6D6D6"/>
    <a:srgbClr val="B5E8F7"/>
    <a:srgbClr val="0A6E31"/>
    <a:srgbClr val="FFB400"/>
    <a:srgbClr val="714E46"/>
    <a:srgbClr val="482E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07" autoAdjust="0"/>
    <p:restoredTop sz="95118" autoAdjust="0"/>
  </p:normalViewPr>
  <p:slideViewPr>
    <p:cSldViewPr showGuides="1">
      <p:cViewPr varScale="1">
        <p:scale>
          <a:sx n="53" d="100"/>
          <a:sy n="53" d="100"/>
        </p:scale>
        <p:origin x="84" y="600"/>
      </p:cViewPr>
      <p:guideLst>
        <p:guide orient="horz" pos="169"/>
        <p:guide pos="2880"/>
        <p:guide orient="horz" pos="636"/>
        <p:guide orient="horz" pos="744"/>
        <p:guide orient="horz" pos="1621"/>
        <p:guide orient="horz" pos="2867"/>
        <p:guide pos="198"/>
        <p:guide pos="5562"/>
        <p:guide orient="horz" pos="1620"/>
      </p:guideLst>
    </p:cSldViewPr>
  </p:slideViewPr>
  <p:outlineViewPr>
    <p:cViewPr>
      <p:scale>
        <a:sx n="33" d="100"/>
        <a:sy n="33" d="100"/>
      </p:scale>
      <p:origin x="0" y="2105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6071602767654302"/>
          <c:y val="6.2071806836277464E-2"/>
          <c:w val="0.41443954137165501"/>
          <c:h val="0.8889367230801515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1-C136-4B46-B632-93835A4B17F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3-C136-4B46-B632-93835A4B17F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5-C136-4B46-B632-93835A4B17F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7-C136-4B46-B632-93835A4B17F8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</c:spPr>
            <c:extLst>
              <c:ext xmlns:c16="http://schemas.microsoft.com/office/drawing/2014/chart" uri="{C3380CC4-5D6E-409C-BE32-E72D297353CC}">
                <c16:uniqueId val="{00000009-C136-4B46-B632-93835A4B17F8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</c:spPr>
            <c:extLst>
              <c:ext xmlns:c16="http://schemas.microsoft.com/office/drawing/2014/chart" uri="{C3380CC4-5D6E-409C-BE32-E72D297353CC}">
                <c16:uniqueId val="{0000000B-C136-4B46-B632-93835A4B17F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  <c:pt idx="4">
                  <c:v>Catégorie 5</c:v>
                </c:pt>
                <c:pt idx="5">
                  <c:v>Catégorie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45</c:v>
                </c:pt>
                <c:pt idx="2">
                  <c:v>30</c:v>
                </c:pt>
                <c:pt idx="3">
                  <c:v>35</c:v>
                </c:pt>
                <c:pt idx="4">
                  <c:v>60</c:v>
                </c:pt>
                <c:pt idx="5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136-4B46-B632-93835A4B17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l"/>
      <c:layout>
        <c:manualLayout>
          <c:xMode val="edge"/>
          <c:yMode val="edge"/>
          <c:x val="5.4817856521094804E-2"/>
          <c:y val="0.11001015319285512"/>
          <c:w val="0.34036205683503856"/>
          <c:h val="0.77997892209507591"/>
        </c:manualLayout>
      </c:layout>
      <c:overlay val="0"/>
    </c:legend>
    <c:plotVisOnly val="1"/>
    <c:dispBlanksAs val="zero"/>
    <c:showDLblsOverMax val="0"/>
  </c:chart>
  <c:txPr>
    <a:bodyPr/>
    <a:lstStyle/>
    <a:p>
      <a:pPr>
        <a:defRPr sz="800"/>
      </a:pPr>
      <a:endParaRPr lang="fr-F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977362204724416E-2"/>
          <c:y val="5.2273375984251969E-2"/>
          <c:w val="0.86381430446194229"/>
          <c:h val="0.81598179133858273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Lbls>
            <c:dLbl>
              <c:idx val="0"/>
              <c:layout>
                <c:manualLayout>
                  <c:x val="0"/>
                  <c:y val="-0.1861675863175696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12D-4A66-9BA8-90F2A6A18E66}"/>
                </c:ext>
              </c:extLst>
            </c:dLbl>
            <c:dLbl>
              <c:idx val="1"/>
              <c:layout>
                <c:manualLayout>
                  <c:x val="0"/>
                  <c:y val="-0.25475564443456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12D-4A66-9BA8-90F2A6A18E66}"/>
                </c:ext>
              </c:extLst>
            </c:dLbl>
            <c:dLbl>
              <c:idx val="2"/>
              <c:layout>
                <c:manualLayout>
                  <c:x val="-3.5969709188498183E-7"/>
                  <c:y val="-0.2841505264847115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12D-4A66-9BA8-90F2A6A18E66}"/>
                </c:ext>
              </c:extLst>
            </c:dLbl>
            <c:dLbl>
              <c:idx val="3"/>
              <c:layout>
                <c:manualLayout>
                  <c:x val="0"/>
                  <c:y val="-0.2351590564011405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12D-4A66-9BA8-90F2A6A18E66}"/>
                </c:ext>
              </c:extLst>
            </c:dLbl>
            <c:dLbl>
              <c:idx val="4"/>
              <c:layout>
                <c:manualLayout>
                  <c:x val="8.3748505424005406E-17"/>
                  <c:y val="-0.3233437025515683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12D-4A66-9BA8-90F2A6A18E66}"/>
                </c:ext>
              </c:extLst>
            </c:dLbl>
            <c:dLbl>
              <c:idx val="5"/>
              <c:layout>
                <c:manualLayout>
                  <c:x val="0"/>
                  <c:y val="-0.3723351726351393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12D-4A66-9BA8-90F2A6A18E66}"/>
                </c:ext>
              </c:extLst>
            </c:dLbl>
            <c:dLbl>
              <c:idx val="6"/>
              <c:layout>
                <c:manualLayout>
                  <c:x val="0"/>
                  <c:y val="-0.3331419965682824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12D-4A66-9BA8-90F2A6A18E6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</c:v>
                </c:pt>
                <c:pt idx="1">
                  <c:v>35</c:v>
                </c:pt>
                <c:pt idx="2">
                  <c:v>44</c:v>
                </c:pt>
                <c:pt idx="3">
                  <c:v>34</c:v>
                </c:pt>
                <c:pt idx="4">
                  <c:v>52</c:v>
                </c:pt>
                <c:pt idx="5">
                  <c:v>65</c:v>
                </c:pt>
                <c:pt idx="6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12D-4A66-9BA8-90F2A6A18E6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5400">
              <a:noFill/>
            </a:ln>
          </c:spPr>
          <c:dLbls>
            <c:dLbl>
              <c:idx val="0"/>
              <c:layout>
                <c:manualLayout>
                  <c:x val="0"/>
                  <c:y val="-0.1077812341838560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12D-4A66-9BA8-90F2A6A18E66}"/>
                </c:ext>
              </c:extLst>
            </c:dLbl>
            <c:dLbl>
              <c:idx val="1"/>
              <c:layout>
                <c:manualLayout>
                  <c:x val="0"/>
                  <c:y val="-0.1175795282005703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12D-4A66-9BA8-90F2A6A18E66}"/>
                </c:ext>
              </c:extLst>
            </c:dLbl>
            <c:dLbl>
              <c:idx val="2"/>
              <c:layout>
                <c:manualLayout>
                  <c:x val="-3.5969709188498183E-7"/>
                  <c:y val="-0.1077812341838561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12D-4A66-9BA8-90F2A6A18E66}"/>
                </c:ext>
              </c:extLst>
            </c:dLbl>
            <c:dLbl>
              <c:idx val="3"/>
              <c:layout>
                <c:manualLayout>
                  <c:x val="0"/>
                  <c:y val="-0.1665709982841412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12D-4A66-9BA8-90F2A6A18E66}"/>
                </c:ext>
              </c:extLst>
            </c:dLbl>
            <c:dLbl>
              <c:idx val="4"/>
              <c:layout>
                <c:manualLayout>
                  <c:x val="8.3748505424005406E-17"/>
                  <c:y val="-0.1763692923008554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012D-4A66-9BA8-90F2A6A18E66}"/>
                </c:ext>
              </c:extLst>
            </c:dLbl>
            <c:dLbl>
              <c:idx val="5"/>
              <c:layout>
                <c:manualLayout>
                  <c:x val="0"/>
                  <c:y val="-0.2155624683677122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12D-4A66-9BA8-90F2A6A18E66}"/>
                </c:ext>
              </c:extLst>
            </c:dLbl>
            <c:dLbl>
              <c:idx val="6"/>
              <c:layout>
                <c:manualLayout>
                  <c:x val="0"/>
                  <c:y val="-0.2253607623844264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012D-4A66-9BA8-90F2A6A18E6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</c:v>
                </c:pt>
                <c:pt idx="1">
                  <c:v>13</c:v>
                </c:pt>
                <c:pt idx="2">
                  <c:v>15</c:v>
                </c:pt>
                <c:pt idx="3">
                  <c:v>26</c:v>
                </c:pt>
                <c:pt idx="4">
                  <c:v>27</c:v>
                </c:pt>
                <c:pt idx="5">
                  <c:v>38</c:v>
                </c:pt>
                <c:pt idx="6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012D-4A66-9BA8-90F2A6A18E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9604224"/>
        <c:axId val="39605760"/>
      </c:areaChart>
      <c:catAx>
        <c:axId val="39604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39605760"/>
        <c:crosses val="autoZero"/>
        <c:auto val="1"/>
        <c:lblAlgn val="ctr"/>
        <c:lblOffset val="100"/>
        <c:noMultiLvlLbl val="0"/>
      </c:catAx>
      <c:valAx>
        <c:axId val="3960576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39604224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800"/>
      </a:pPr>
      <a:endParaRPr lang="fr-F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977362204724416E-2"/>
          <c:y val="0.1698530410201336"/>
          <c:w val="0.86381430446194229"/>
          <c:h val="0.6592091619449691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marker>
            <c:symbol val="none"/>
          </c:marker>
          <c:dLbls>
            <c:dLbl>
              <c:idx val="2"/>
              <c:layout>
                <c:manualLayout>
                  <c:x val="-5.9157582216863534E-2"/>
                  <c:y val="-0.1000652705254971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3CF-4ADE-B140-078FF17F1C8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fr-F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0.5</c:v>
                </c:pt>
                <c:pt idx="1">
                  <c:v>1</c:v>
                </c:pt>
                <c:pt idx="2">
                  <c:v>1.5</c:v>
                </c:pt>
                <c:pt idx="3">
                  <c:v>2</c:v>
                </c:pt>
                <c:pt idx="4">
                  <c:v>2.5</c:v>
                </c:pt>
                <c:pt idx="5">
                  <c:v>3</c:v>
                </c:pt>
                <c:pt idx="6">
                  <c:v>3.5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58</c:v>
                </c:pt>
                <c:pt idx="1">
                  <c:v>47</c:v>
                </c:pt>
                <c:pt idx="2">
                  <c:v>31</c:v>
                </c:pt>
                <c:pt idx="3">
                  <c:v>36</c:v>
                </c:pt>
                <c:pt idx="4">
                  <c:v>62</c:v>
                </c:pt>
                <c:pt idx="5">
                  <c:v>66</c:v>
                </c:pt>
                <c:pt idx="6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3CF-4ADE-B140-078FF17F1C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marker>
            <c:symbol val="none"/>
          </c:marker>
          <c:dLbls>
            <c:dLbl>
              <c:idx val="1"/>
              <c:layout>
                <c:manualLayout>
                  <c:x val="-5.9157582216863534E-2"/>
                  <c:y val="-8.04686824920688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3CF-4ADE-B140-078FF17F1C81}"/>
                </c:ext>
              </c:extLst>
            </c:dLbl>
            <c:dLbl>
              <c:idx val="2"/>
              <c:layout>
                <c:manualLayout>
                  <c:x val="-5.9157582216863534E-2"/>
                  <c:y val="-0.1392584465923539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3CF-4ADE-B140-078FF17F1C81}"/>
                </c:ext>
              </c:extLst>
            </c:dLbl>
            <c:dLbl>
              <c:idx val="3"/>
              <c:layout>
                <c:manualLayout>
                  <c:x val="-5.9157582216863534E-2"/>
                  <c:y val="-9.026697650878297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3CF-4ADE-B140-078FF17F1C81}"/>
                </c:ext>
              </c:extLst>
            </c:dLbl>
            <c:dLbl>
              <c:idx val="4"/>
              <c:layout>
                <c:manualLayout>
                  <c:x val="-5.9157582216863618E-2"/>
                  <c:y val="-7.067038847535463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3CF-4ADE-B140-078FF17F1C81}"/>
                </c:ext>
              </c:extLst>
            </c:dLbl>
            <c:dLbl>
              <c:idx val="5"/>
              <c:layout>
                <c:manualLayout>
                  <c:x val="-5.9157582216863534E-2"/>
                  <c:y val="-7.06703884753545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3CF-4ADE-B140-078FF17F1C81}"/>
                </c:ext>
              </c:extLst>
            </c:dLbl>
            <c:dLbl>
              <c:idx val="6"/>
              <c:layout>
                <c:manualLayout>
                  <c:x val="-5.9157582216863534E-2"/>
                  <c:y val="-7.06703884753545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3CF-4ADE-B140-078FF17F1C8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fr-F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0.5</c:v>
                </c:pt>
                <c:pt idx="1">
                  <c:v>1</c:v>
                </c:pt>
                <c:pt idx="2">
                  <c:v>1.5</c:v>
                </c:pt>
                <c:pt idx="3">
                  <c:v>2</c:v>
                </c:pt>
                <c:pt idx="4">
                  <c:v>2.5</c:v>
                </c:pt>
                <c:pt idx="5">
                  <c:v>3</c:v>
                </c:pt>
                <c:pt idx="6">
                  <c:v>3.5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46</c:v>
                </c:pt>
                <c:pt idx="1">
                  <c:v>42</c:v>
                </c:pt>
                <c:pt idx="2">
                  <c:v>35</c:v>
                </c:pt>
                <c:pt idx="3">
                  <c:v>30</c:v>
                </c:pt>
                <c:pt idx="4">
                  <c:v>42</c:v>
                </c:pt>
                <c:pt idx="5">
                  <c:v>48</c:v>
                </c:pt>
                <c:pt idx="6">
                  <c:v>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43CF-4ADE-B140-078FF17F1C8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marker>
            <c:symbol val="none"/>
          </c:marker>
          <c:dLbls>
            <c:dLbl>
              <c:idx val="0"/>
              <c:layout>
                <c:manualLayout>
                  <c:x val="-5.9157582216863534E-2"/>
                  <c:y val="-8.046868249206878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3CF-4ADE-B140-078FF17F1C81}"/>
                </c:ext>
              </c:extLst>
            </c:dLbl>
            <c:dLbl>
              <c:idx val="1"/>
              <c:layout>
                <c:manualLayout>
                  <c:x val="-5.9157582216863534E-2"/>
                  <c:y val="-7.06703884753545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3CF-4ADE-B140-078FF17F1C81}"/>
                </c:ext>
              </c:extLst>
            </c:dLbl>
            <c:dLbl>
              <c:idx val="2"/>
              <c:layout>
                <c:manualLayout>
                  <c:x val="-5.9157582216863534E-2"/>
                  <c:y val="-7.06703884753545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3CF-4ADE-B140-078FF17F1C81}"/>
                </c:ext>
              </c:extLst>
            </c:dLbl>
            <c:dLbl>
              <c:idx val="3"/>
              <c:layout>
                <c:manualLayout>
                  <c:x val="-5.9157582216863534E-2"/>
                  <c:y val="-6.087209445864039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43CF-4ADE-B140-078FF17F1C81}"/>
                </c:ext>
              </c:extLst>
            </c:dLbl>
            <c:dLbl>
              <c:idx val="4"/>
              <c:layout>
                <c:manualLayout>
                  <c:x val="-5.9157582216863618E-2"/>
                  <c:y val="-6.087209445864039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3CF-4ADE-B140-078FF17F1C81}"/>
                </c:ext>
              </c:extLst>
            </c:dLbl>
            <c:dLbl>
              <c:idx val="5"/>
              <c:layout>
                <c:manualLayout>
                  <c:x val="-5.9157582216863534E-2"/>
                  <c:y val="-9.026697650878297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3CF-4ADE-B140-078FF17F1C81}"/>
                </c:ext>
              </c:extLst>
            </c:dLbl>
            <c:dLbl>
              <c:idx val="6"/>
              <c:layout>
                <c:manualLayout>
                  <c:x val="-5.9157582216863534E-2"/>
                  <c:y val="-5.107380044192620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3CF-4ADE-B140-078FF17F1C8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fr-F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0.5</c:v>
                </c:pt>
                <c:pt idx="1">
                  <c:v>1</c:v>
                </c:pt>
                <c:pt idx="2">
                  <c:v>1.5</c:v>
                </c:pt>
                <c:pt idx="3">
                  <c:v>2</c:v>
                </c:pt>
                <c:pt idx="4">
                  <c:v>2.5</c:v>
                </c:pt>
                <c:pt idx="5">
                  <c:v>3</c:v>
                </c:pt>
                <c:pt idx="6">
                  <c:v>3.5</c:v>
                </c:pt>
              </c:numCache>
            </c:numRef>
          </c:cat>
          <c:val>
            <c:numRef>
              <c:f>Sheet1!$D$2:$D$8</c:f>
              <c:numCache>
                <c:formatCode>General</c:formatCode>
                <c:ptCount val="7"/>
                <c:pt idx="0">
                  <c:v>20</c:v>
                </c:pt>
                <c:pt idx="1">
                  <c:v>18</c:v>
                </c:pt>
                <c:pt idx="2">
                  <c:v>16</c:v>
                </c:pt>
                <c:pt idx="3">
                  <c:v>12</c:v>
                </c:pt>
                <c:pt idx="4">
                  <c:v>16</c:v>
                </c:pt>
                <c:pt idx="5">
                  <c:v>17</c:v>
                </c:pt>
                <c:pt idx="6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43CF-4ADE-B140-078FF17F1C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4024448"/>
        <c:axId val="34038528"/>
      </c:lineChart>
      <c:catAx>
        <c:axId val="34024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34038528"/>
        <c:crosses val="autoZero"/>
        <c:auto val="1"/>
        <c:lblAlgn val="ctr"/>
        <c:lblOffset val="100"/>
        <c:noMultiLvlLbl val="0"/>
      </c:catAx>
      <c:valAx>
        <c:axId val="3403852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34024448"/>
        <c:crosses val="autoZero"/>
        <c:crossBetween val="between"/>
      </c:valAx>
    </c:plotArea>
    <c:plotVisOnly val="1"/>
    <c:dispBlanksAs val="zero"/>
    <c:showDLblsOverMax val="0"/>
  </c:chart>
  <c:txPr>
    <a:bodyPr/>
    <a:lstStyle/>
    <a:p>
      <a:pPr>
        <a:defRPr sz="800"/>
      </a:pPr>
      <a:endParaRPr lang="fr-F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6071602767654302"/>
          <c:y val="6.2071806836277464E-2"/>
          <c:w val="0.41443954137165501"/>
          <c:h val="0.88893672308015159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F9A6-490E-8BA4-29363DCEF3B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3-F9A6-490E-8BA4-29363DCEF3B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5-F9A6-490E-8BA4-29363DCEF3B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7-F9A6-490E-8BA4-29363DCEF3B8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</c:spPr>
            <c:extLst>
              <c:ext xmlns:c16="http://schemas.microsoft.com/office/drawing/2014/chart" uri="{C3380CC4-5D6E-409C-BE32-E72D297353CC}">
                <c16:uniqueId val="{00000009-F9A6-490E-8BA4-29363DCEF3B8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</c:spPr>
            <c:extLst>
              <c:ext xmlns:c16="http://schemas.microsoft.com/office/drawing/2014/chart" uri="{C3380CC4-5D6E-409C-BE32-E72D297353CC}">
                <c16:uniqueId val="{0000000B-F9A6-490E-8BA4-29363DCEF3B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  <c:pt idx="4">
                  <c:v>Catégorie 5</c:v>
                </c:pt>
                <c:pt idx="5">
                  <c:v>Catégorie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45</c:v>
                </c:pt>
                <c:pt idx="2">
                  <c:v>30</c:v>
                </c:pt>
                <c:pt idx="3">
                  <c:v>35</c:v>
                </c:pt>
                <c:pt idx="4">
                  <c:v>60</c:v>
                </c:pt>
                <c:pt idx="5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9A6-490E-8BA4-29363DCEF3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l"/>
      <c:layout>
        <c:manualLayout>
          <c:xMode val="edge"/>
          <c:yMode val="edge"/>
          <c:x val="5.4817856521094804E-2"/>
          <c:y val="0.11001015319285512"/>
          <c:w val="0.27191059653625965"/>
          <c:h val="0.79933248157612113"/>
        </c:manualLayout>
      </c:layout>
      <c:overlay val="0"/>
    </c:legend>
    <c:plotVisOnly val="1"/>
    <c:dispBlanksAs val="zero"/>
    <c:showDLblsOverMax val="0"/>
  </c:chart>
  <c:txPr>
    <a:bodyPr/>
    <a:lstStyle/>
    <a:p>
      <a:pPr>
        <a:defRPr sz="800"/>
      </a:pPr>
      <a:endParaRPr lang="fr-F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977362204724416E-2"/>
          <c:y val="5.2273375984251969E-2"/>
          <c:w val="0.86381430446194229"/>
          <c:h val="0.81598179133858273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Lbls>
            <c:dLbl>
              <c:idx val="0"/>
              <c:layout>
                <c:manualLayout>
                  <c:x val="0"/>
                  <c:y val="-0.3037471145181400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610-4AC1-85B3-025A9BEF50AA}"/>
                </c:ext>
              </c:extLst>
            </c:dLbl>
            <c:dLbl>
              <c:idx val="1"/>
              <c:layout>
                <c:manualLayout>
                  <c:x val="0"/>
                  <c:y val="-0.2743522324679973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610-4AC1-85B3-025A9BEF50AA}"/>
                </c:ext>
              </c:extLst>
            </c:dLbl>
            <c:dLbl>
              <c:idx val="2"/>
              <c:layout>
                <c:manualLayout>
                  <c:x val="0"/>
                  <c:y val="-0.323343702551568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610-4AC1-85B3-025A9BEF50AA}"/>
                </c:ext>
              </c:extLst>
            </c:dLbl>
            <c:dLbl>
              <c:idx val="3"/>
              <c:layout>
                <c:manualLayout>
                  <c:x val="0"/>
                  <c:y val="-0.362536878618425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610-4AC1-85B3-025A9BEF50AA}"/>
                </c:ext>
              </c:extLst>
            </c:dLbl>
            <c:dLbl>
              <c:idx val="4"/>
              <c:layout>
                <c:manualLayout>
                  <c:x val="0"/>
                  <c:y val="-0.3723351726351393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610-4AC1-85B3-025A9BEF50A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13</c:v>
                </c:pt>
                <c:pt idx="2">
                  <c:v>18</c:v>
                </c:pt>
                <c:pt idx="3">
                  <c:v>20</c:v>
                </c:pt>
                <c:pt idx="4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610-4AC1-85B3-025A9BEF50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9463552"/>
        <c:axId val="39469440"/>
      </c:areaChart>
      <c:catAx>
        <c:axId val="39463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39469440"/>
        <c:crosses val="autoZero"/>
        <c:auto val="1"/>
        <c:lblAlgn val="ctr"/>
        <c:lblOffset val="100"/>
        <c:noMultiLvlLbl val="0"/>
      </c:catAx>
      <c:valAx>
        <c:axId val="39469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39463552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800"/>
      </a:pPr>
      <a:endParaRPr lang="fr-F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977362204724416E-2"/>
          <c:y val="0.1698530410201336"/>
          <c:w val="0.86381430446194229"/>
          <c:h val="0.6592091619449691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fr-F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0.5</c:v>
                </c:pt>
                <c:pt idx="1">
                  <c:v>1</c:v>
                </c:pt>
                <c:pt idx="2">
                  <c:v>1.5</c:v>
                </c:pt>
                <c:pt idx="3">
                  <c:v>2</c:v>
                </c:pt>
                <c:pt idx="4">
                  <c:v>2.5</c:v>
                </c:pt>
                <c:pt idx="5">
                  <c:v>3</c:v>
                </c:pt>
                <c:pt idx="6">
                  <c:v>3.5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55</c:v>
                </c:pt>
                <c:pt idx="1">
                  <c:v>45</c:v>
                </c:pt>
                <c:pt idx="2">
                  <c:v>30</c:v>
                </c:pt>
                <c:pt idx="3">
                  <c:v>35</c:v>
                </c:pt>
                <c:pt idx="4">
                  <c:v>60</c:v>
                </c:pt>
                <c:pt idx="5">
                  <c:v>70</c:v>
                </c:pt>
                <c:pt idx="6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24-4AC5-AED1-43619082D1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9387904"/>
        <c:axId val="39389440"/>
      </c:lineChart>
      <c:catAx>
        <c:axId val="39387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39389440"/>
        <c:crosses val="autoZero"/>
        <c:auto val="1"/>
        <c:lblAlgn val="ctr"/>
        <c:lblOffset val="100"/>
        <c:noMultiLvlLbl val="0"/>
      </c:catAx>
      <c:valAx>
        <c:axId val="39389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39387904"/>
        <c:crosses val="autoZero"/>
        <c:crossBetween val="between"/>
      </c:valAx>
    </c:plotArea>
    <c:plotVisOnly val="1"/>
    <c:dispBlanksAs val="zero"/>
    <c:showDLblsOverMax val="0"/>
  </c:chart>
  <c:txPr>
    <a:bodyPr/>
    <a:lstStyle/>
    <a:p>
      <a:pPr>
        <a:defRPr sz="800"/>
      </a:pPr>
      <a:endParaRPr lang="fr-F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5366223888735566E-2"/>
          <c:y val="0.22295987932479872"/>
          <c:w val="0.96463377611126444"/>
          <c:h val="0.7426653300857882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7</c:v>
                </c:pt>
                <c:pt idx="2">
                  <c:v>7.1</c:v>
                </c:pt>
                <c:pt idx="3">
                  <c:v>6.6</c:v>
                </c:pt>
                <c:pt idx="4">
                  <c:v>6.3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DA-4293-A9F4-902E09D31CA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3.3</c:v>
                </c:pt>
                <c:pt idx="2">
                  <c:v>3.2</c:v>
                </c:pt>
                <c:pt idx="3">
                  <c:v>3</c:v>
                </c:pt>
                <c:pt idx="4">
                  <c:v>3.4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8DA-4293-A9F4-902E09D31CA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8DA-4293-A9F4-902E09D31C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100"/>
        <c:axId val="39530496"/>
        <c:axId val="39532032"/>
      </c:barChart>
      <c:catAx>
        <c:axId val="3953049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crossAx val="39532032"/>
        <c:crosses val="autoZero"/>
        <c:auto val="1"/>
        <c:lblAlgn val="ctr"/>
        <c:lblOffset val="100"/>
        <c:noMultiLvlLbl val="0"/>
      </c:catAx>
      <c:valAx>
        <c:axId val="39532032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9530496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2.4135123074644306E-2"/>
          <c:y val="0.10577474053600905"/>
          <c:w val="0.2115296814103661"/>
          <c:h val="8.0191929133858267E-2"/>
        </c:manualLayout>
      </c:layout>
      <c:overlay val="0"/>
      <c:txPr>
        <a:bodyPr/>
        <a:lstStyle/>
        <a:p>
          <a:pPr>
            <a:defRPr sz="900">
              <a:latin typeface="Helvetica 55 Roman" panose="020B0604020202020204" pitchFamily="34" charset="0"/>
            </a:defRPr>
          </a:pPr>
          <a:endParaRPr lang="fr-FR"/>
        </a:p>
      </c:txPr>
    </c:legend>
    <c:plotVisOnly val="1"/>
    <c:dispBlanksAs val="gap"/>
    <c:showDLblsOverMax val="0"/>
  </c:chart>
  <c:txPr>
    <a:bodyPr/>
    <a:lstStyle/>
    <a:p>
      <a:pPr>
        <a:defRPr sz="1000"/>
      </a:pPr>
      <a:endParaRPr lang="fr-FR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978704120594793E-2"/>
          <c:y val="7.2521803900526496E-2"/>
          <c:w val="0.90702129587940516"/>
          <c:h val="0.793266739300876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A-E560-4E48-A77D-22A3FA2A835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8E58-4383-973C-008D43597D0B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3-8E58-4383-973C-008D43597D0B}"/>
              </c:ext>
            </c:extLst>
          </c:dPt>
          <c:dPt>
            <c:idx val="3"/>
            <c:invertIfNegative val="0"/>
            <c:bubble3D val="0"/>
            <c:spPr>
              <a:solidFill>
                <a:schemeClr val="tx2"/>
              </a:solidFill>
            </c:spPr>
            <c:extLst>
              <c:ext xmlns:c16="http://schemas.microsoft.com/office/drawing/2014/chart" uri="{C3380CC4-5D6E-409C-BE32-E72D297353CC}">
                <c16:uniqueId val="{00000005-8E58-4383-973C-008D43597D0B}"/>
              </c:ext>
            </c:extLst>
          </c:dPt>
          <c:dPt>
            <c:idx val="4"/>
            <c:invertIfNegative val="0"/>
            <c:bubble3D val="0"/>
            <c:spPr>
              <a:solidFill>
                <a:schemeClr val="tx1"/>
              </a:solidFill>
            </c:spPr>
            <c:extLst>
              <c:ext xmlns:c16="http://schemas.microsoft.com/office/drawing/2014/chart" uri="{C3380CC4-5D6E-409C-BE32-E72D297353CC}">
                <c16:uniqueId val="{00000007-8E58-4383-973C-008D43597D0B}"/>
              </c:ext>
            </c:extLst>
          </c:dPt>
          <c:dPt>
            <c:idx val="5"/>
            <c:invertIfNegative val="0"/>
            <c:bubble3D val="0"/>
            <c:spPr>
              <a:solidFill>
                <a:schemeClr val="bg2"/>
              </a:solidFill>
            </c:spPr>
            <c:extLst>
              <c:ext xmlns:c16="http://schemas.microsoft.com/office/drawing/2014/chart" uri="{C3380CC4-5D6E-409C-BE32-E72D297353CC}">
                <c16:uniqueId val="{00000009-8E58-4383-973C-008D43597D0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Janvier</c:v>
                </c:pt>
                <c:pt idx="1">
                  <c:v>Février</c:v>
                </c:pt>
                <c:pt idx="2">
                  <c:v>Mars</c:v>
                </c:pt>
                <c:pt idx="3">
                  <c:v>Avril</c:v>
                </c:pt>
                <c:pt idx="4">
                  <c:v>Mai</c:v>
                </c:pt>
                <c:pt idx="5">
                  <c:v>June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1250</c:v>
                </c:pt>
                <c:pt idx="1">
                  <c:v>1350</c:v>
                </c:pt>
                <c:pt idx="2">
                  <c:v>1950</c:v>
                </c:pt>
                <c:pt idx="3">
                  <c:v>2400</c:v>
                </c:pt>
                <c:pt idx="4">
                  <c:v>3500</c:v>
                </c:pt>
                <c:pt idx="5">
                  <c:v>4700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E58-4383-973C-008D43597D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"/>
        <c:axId val="33440512"/>
        <c:axId val="33442048"/>
      </c:barChart>
      <c:catAx>
        <c:axId val="3344051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33442048"/>
        <c:crosses val="autoZero"/>
        <c:auto val="1"/>
        <c:lblAlgn val="ctr"/>
        <c:lblOffset val="100"/>
        <c:noMultiLvlLbl val="0"/>
      </c:catAx>
      <c:valAx>
        <c:axId val="33442048"/>
        <c:scaling>
          <c:orientation val="minMax"/>
          <c:max val="5000"/>
        </c:scaling>
        <c:delete val="0"/>
        <c:axPos val="l"/>
        <c:numFmt formatCode="General" sourceLinked="1"/>
        <c:majorTickMark val="none"/>
        <c:minorTickMark val="none"/>
        <c:tickLblPos val="nextTo"/>
        <c:crossAx val="33440512"/>
        <c:crosses val="autoZero"/>
        <c:crossBetween val="between"/>
        <c:majorUnit val="1000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fr-FR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978704120594793E-2"/>
          <c:y val="7.6616032654648128E-2"/>
          <c:w val="0.90702129587940516"/>
          <c:h val="0.789172510546755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</c:spPr>
            <c:extLst>
              <c:ext xmlns:c16="http://schemas.microsoft.com/office/drawing/2014/chart" uri="{C3380CC4-5D6E-409C-BE32-E72D297353CC}">
                <c16:uniqueId val="{0000000A-35B4-46F7-B1F1-14CF22C23010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5B87-424D-BF2E-AAB3A60FBC1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3-5B87-424D-BF2E-AAB3A60FBC19}"/>
              </c:ext>
            </c:extLst>
          </c:dPt>
          <c:dPt>
            <c:idx val="3"/>
            <c:invertIfNegative val="0"/>
            <c:bubble3D val="0"/>
            <c:spPr>
              <a:solidFill>
                <a:schemeClr val="tx1"/>
              </a:solidFill>
            </c:spPr>
            <c:extLst>
              <c:ext xmlns:c16="http://schemas.microsoft.com/office/drawing/2014/chart" uri="{C3380CC4-5D6E-409C-BE32-E72D297353CC}">
                <c16:uniqueId val="{00000005-5B87-424D-BF2E-AAB3A60FBC19}"/>
              </c:ext>
            </c:extLst>
          </c:dPt>
          <c:dPt>
            <c:idx val="4"/>
            <c:invertIfNegative val="0"/>
            <c:bubble3D val="0"/>
            <c:spPr>
              <a:solidFill>
                <a:schemeClr val="tx2"/>
              </a:solidFill>
            </c:spPr>
            <c:extLst>
              <c:ext xmlns:c16="http://schemas.microsoft.com/office/drawing/2014/chart" uri="{C3380CC4-5D6E-409C-BE32-E72D297353CC}">
                <c16:uniqueId val="{00000007-5B87-424D-BF2E-AAB3A60FBC19}"/>
              </c:ext>
            </c:extLst>
          </c:dPt>
          <c:dPt>
            <c:idx val="5"/>
            <c:invertIfNegative val="0"/>
            <c:bubble3D val="0"/>
            <c:spPr>
              <a:solidFill>
                <a:schemeClr val="bg2"/>
              </a:solidFill>
            </c:spPr>
            <c:extLst>
              <c:ext xmlns:c16="http://schemas.microsoft.com/office/drawing/2014/chart" uri="{C3380CC4-5D6E-409C-BE32-E72D297353CC}">
                <c16:uniqueId val="{00000009-5B87-424D-BF2E-AAB3A60FBC1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Janvier</c:v>
                </c:pt>
                <c:pt idx="1">
                  <c:v>Février</c:v>
                </c:pt>
                <c:pt idx="2">
                  <c:v>Mars</c:v>
                </c:pt>
                <c:pt idx="3">
                  <c:v>Avril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950</c:v>
                </c:pt>
                <c:pt idx="1">
                  <c:v>1300</c:v>
                </c:pt>
                <c:pt idx="2">
                  <c:v>1800</c:v>
                </c:pt>
                <c:pt idx="3">
                  <c:v>2200</c:v>
                </c:pt>
                <c:pt idx="4">
                  <c:v>3500</c:v>
                </c:pt>
                <c:pt idx="5">
                  <c:v>4500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B87-424D-BF2E-AAB3A60FBC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"/>
        <c:axId val="33545216"/>
        <c:axId val="33555200"/>
      </c:barChart>
      <c:catAx>
        <c:axId val="3354521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33555200"/>
        <c:crosses val="autoZero"/>
        <c:auto val="1"/>
        <c:lblAlgn val="ctr"/>
        <c:lblOffset val="100"/>
        <c:noMultiLvlLbl val="0"/>
      </c:catAx>
      <c:valAx>
        <c:axId val="33555200"/>
        <c:scaling>
          <c:orientation val="minMax"/>
          <c:max val="5000"/>
        </c:scaling>
        <c:delete val="0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100"/>
            </a:pPr>
            <a:endParaRPr lang="fr-FR"/>
          </a:p>
        </c:txPr>
        <c:crossAx val="33545216"/>
        <c:crosses val="autoZero"/>
        <c:crossBetween val="between"/>
        <c:majorUnit val="100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12700">
              <a:solidFill>
                <a:schemeClr val="bg1"/>
              </a:solidFill>
            </a:ln>
          </c:spPr>
          <c:dPt>
            <c:idx val="1"/>
            <c:bubble3D val="0"/>
            <c:spPr>
              <a:solidFill>
                <a:schemeClr val="tx2"/>
              </a:solidFill>
              <a:ln w="12700"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0-6EC6-4039-90AF-04DEB096654A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</c:v>
                </c:pt>
                <c:pt idx="1">
                  <c:v>43</c:v>
                </c:pt>
                <c:pt idx="2">
                  <c:v>16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E5-4B6B-884F-83B2D977B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 w="12700">
              <a:solidFill>
                <a:schemeClr val="bg1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BB4E6"/>
              </a:solidFill>
              <a:ln w="12700"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DCF6-4A5C-B089-98DAF825FE5A}"/>
              </c:ext>
            </c:extLst>
          </c:dPt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A8-4405-A380-7565C81E983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2">
                <a:alpha val="34000"/>
              </a:schemeClr>
            </a:solidFill>
            <a:ln w="12700">
              <a:solidFill>
                <a:schemeClr val="bg1"/>
              </a:solidFill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A8-4405-A380-7565C81E98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109486080"/>
        <c:axId val="109487616"/>
      </c:barChart>
      <c:catAx>
        <c:axId val="109486080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109487616"/>
        <c:crosses val="autoZero"/>
        <c:auto val="1"/>
        <c:lblAlgn val="ctr"/>
        <c:lblOffset val="100"/>
        <c:noMultiLvlLbl val="0"/>
      </c:catAx>
      <c:valAx>
        <c:axId val="109487616"/>
        <c:scaling>
          <c:orientation val="minMax"/>
          <c:max val="100"/>
        </c:scaling>
        <c:delete val="1"/>
        <c:axPos val="b"/>
        <c:numFmt formatCode="General" sourceLinked="1"/>
        <c:majorTickMark val="out"/>
        <c:minorTickMark val="none"/>
        <c:tickLblPos val="nextTo"/>
        <c:crossAx val="10948608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tx1"/>
            </a:solidFill>
            <a:ln w="12700">
              <a:solidFill>
                <a:schemeClr val="bg1"/>
              </a:solidFill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E1-479C-A5C8-5B2E8F1689D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2">
                <a:alpha val="34000"/>
              </a:schemeClr>
            </a:solidFill>
            <a:ln w="12700">
              <a:solidFill>
                <a:schemeClr val="bg1"/>
              </a:solidFill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E1-479C-A5C8-5B2E8F1689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469632"/>
        <c:axId val="42475520"/>
      </c:barChart>
      <c:catAx>
        <c:axId val="4246963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42475520"/>
        <c:crosses val="autoZero"/>
        <c:auto val="1"/>
        <c:lblAlgn val="ctr"/>
        <c:lblOffset val="100"/>
        <c:noMultiLvlLbl val="0"/>
      </c:catAx>
      <c:valAx>
        <c:axId val="42475520"/>
        <c:scaling>
          <c:orientation val="minMax"/>
          <c:max val="100"/>
        </c:scaling>
        <c:delete val="1"/>
        <c:axPos val="b"/>
        <c:numFmt formatCode="General" sourceLinked="1"/>
        <c:majorTickMark val="out"/>
        <c:minorTickMark val="none"/>
        <c:tickLblPos val="nextTo"/>
        <c:crossAx val="4246963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tx2"/>
            </a:solidFill>
            <a:ln w="12700">
              <a:solidFill>
                <a:schemeClr val="bg1"/>
              </a:solidFill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C8-4E2B-8297-F8568C4CD1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2">
                <a:alpha val="34000"/>
              </a:schemeClr>
            </a:solidFill>
            <a:ln w="12700">
              <a:solidFill>
                <a:schemeClr val="bg1"/>
              </a:solidFill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C8-4E2B-8297-F8568C4CD1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265984"/>
        <c:axId val="42271872"/>
      </c:barChart>
      <c:catAx>
        <c:axId val="42265984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42271872"/>
        <c:crosses val="autoZero"/>
        <c:auto val="1"/>
        <c:lblAlgn val="ctr"/>
        <c:lblOffset val="100"/>
        <c:noMultiLvlLbl val="0"/>
      </c:catAx>
      <c:valAx>
        <c:axId val="42271872"/>
        <c:scaling>
          <c:orientation val="minMax"/>
          <c:max val="100"/>
        </c:scaling>
        <c:delete val="1"/>
        <c:axPos val="b"/>
        <c:numFmt formatCode="General" sourceLinked="1"/>
        <c:majorTickMark val="out"/>
        <c:minorTickMark val="none"/>
        <c:tickLblPos val="nextTo"/>
        <c:crossAx val="422659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2700">
              <a:solidFill>
                <a:schemeClr val="bg1"/>
              </a:solidFill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D2-4C26-B38B-DE1022EC9C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2">
                <a:alpha val="34000"/>
              </a:schemeClr>
            </a:solidFill>
            <a:ln w="12700">
              <a:solidFill>
                <a:schemeClr val="bg1"/>
              </a:solidFill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D2-4C26-B38B-DE1022EC9C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401792"/>
        <c:axId val="42403328"/>
      </c:barChart>
      <c:catAx>
        <c:axId val="4240179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42403328"/>
        <c:crosses val="autoZero"/>
        <c:auto val="1"/>
        <c:lblAlgn val="ctr"/>
        <c:lblOffset val="100"/>
        <c:noMultiLvlLbl val="0"/>
      </c:catAx>
      <c:valAx>
        <c:axId val="42403328"/>
        <c:scaling>
          <c:orientation val="minMax"/>
          <c:max val="100"/>
        </c:scaling>
        <c:delete val="1"/>
        <c:axPos val="b"/>
        <c:numFmt formatCode="General" sourceLinked="1"/>
        <c:majorTickMark val="out"/>
        <c:minorTickMark val="none"/>
        <c:tickLblPos val="nextTo"/>
        <c:crossAx val="4240179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358-4360-85B7-DBC0FCDE2B7D}"/>
              </c:ext>
            </c:extLst>
          </c:dPt>
          <c:dPt>
            <c:idx val="1"/>
            <c:invertIfNegative val="0"/>
            <c:bubble3D val="0"/>
            <c:spPr>
              <a:solidFill>
                <a:schemeClr val="bg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5358-4360-85B7-DBC0FCDE2B7D}"/>
              </c:ext>
            </c:extLst>
          </c:dPt>
          <c:dPt>
            <c:idx val="2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5358-4360-85B7-DBC0FCDE2B7D}"/>
              </c:ext>
            </c:extLst>
          </c:dPt>
          <c:dPt>
            <c:idx val="3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5358-4360-85B7-DBC0FCDE2B7D}"/>
              </c:ext>
            </c:extLst>
          </c:dPt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5.8</c:v>
                </c:pt>
                <c:pt idx="3">
                  <c:v>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0.75</c:v>
                </c:pt>
                <c:pt idx="1">
                  <c:v>4.5999999999999996</c:v>
                </c:pt>
                <c:pt idx="2">
                  <c:v>8.8000000000000007</c:v>
                </c:pt>
                <c:pt idx="3">
                  <c:v>0</c:v>
                </c:pt>
              </c:numCache>
            </c:numRef>
          </c:yVal>
          <c:bubbleSize>
            <c:numRef>
              <c:f>Sheet1!$C$2:$C$5</c:f>
              <c:numCache>
                <c:formatCode>0%</c:formatCode>
                <c:ptCount val="4"/>
                <c:pt idx="0">
                  <c:v>0.06</c:v>
                </c:pt>
                <c:pt idx="1">
                  <c:v>0.67</c:v>
                </c:pt>
                <c:pt idx="2">
                  <c:v>0.34</c:v>
                </c:pt>
                <c:pt idx="3">
                  <c:v>0.49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8-5358-4360-85B7-DBC0FCDE2B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300"/>
        <c:showNegBubbles val="0"/>
        <c:axId val="43184896"/>
        <c:axId val="43186432"/>
      </c:bubbleChart>
      <c:valAx>
        <c:axId val="43184896"/>
        <c:scaling>
          <c:orientation val="minMax"/>
          <c:max val="9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43186432"/>
        <c:crosses val="autoZero"/>
        <c:crossBetween val="midCat"/>
      </c:valAx>
      <c:valAx>
        <c:axId val="43186432"/>
        <c:scaling>
          <c:orientation val="minMax"/>
          <c:max val="12"/>
          <c:min val="-4"/>
        </c:scaling>
        <c:delete val="1"/>
        <c:axPos val="l"/>
        <c:numFmt formatCode="General" sourceLinked="1"/>
        <c:majorTickMark val="out"/>
        <c:minorTickMark val="none"/>
        <c:tickLblPos val="nextTo"/>
        <c:crossAx val="43184896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A999B4-80AF-4B68-BFEB-7C4E05BFE95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C3818886-485F-47A9-90A5-25ECEF3FD84D}">
      <dgm:prSet phldrT="[Text]" custT="1"/>
      <dgm:spPr>
        <a:ln>
          <a:noFill/>
        </a:ln>
      </dgm:spPr>
      <dgm:t>
        <a:bodyPr/>
        <a:lstStyle/>
        <a:p>
          <a:r>
            <a:rPr lang="fr-FR" sz="1200" noProof="0" dirty="0">
              <a:solidFill>
                <a:schemeClr val="tx1"/>
              </a:solidFill>
            </a:rPr>
            <a:t>Titre</a:t>
          </a:r>
        </a:p>
      </dgm:t>
    </dgm:pt>
    <dgm:pt modelId="{426BC78E-7302-4A65-99D3-FC3216D402A7}" type="parTrans" cxnId="{F7D1C890-DEEC-403A-B28D-690C761AE742}">
      <dgm:prSet/>
      <dgm:spPr/>
      <dgm:t>
        <a:bodyPr/>
        <a:lstStyle/>
        <a:p>
          <a:endParaRPr lang="fr-FR" sz="1000" noProof="0" dirty="0"/>
        </a:p>
      </dgm:t>
    </dgm:pt>
    <dgm:pt modelId="{1B04E03C-FF8B-4F6B-BABD-8075167AFDCC}" type="sibTrans" cxnId="{F7D1C890-DEEC-403A-B28D-690C761AE742}">
      <dgm:prSet/>
      <dgm:spPr/>
      <dgm:t>
        <a:bodyPr/>
        <a:lstStyle/>
        <a:p>
          <a:endParaRPr lang="fr-FR" sz="1000" noProof="0" dirty="0"/>
        </a:p>
      </dgm:t>
    </dgm:pt>
    <dgm:pt modelId="{84254C5F-BD61-47C5-B622-3CE95978AEDA}">
      <dgm:prSet phldrT="[Text]" custT="1"/>
      <dgm:spPr>
        <a:solidFill>
          <a:schemeClr val="tx1"/>
        </a:solidFill>
        <a:ln>
          <a:noFill/>
        </a:ln>
      </dgm:spPr>
      <dgm:t>
        <a:bodyPr/>
        <a:lstStyle/>
        <a:p>
          <a:r>
            <a:rPr lang="fr-FR" sz="1050" noProof="0" dirty="0">
              <a:solidFill>
                <a:schemeClr val="bg1"/>
              </a:solidFill>
            </a:rPr>
            <a:t>Sous titre</a:t>
          </a:r>
        </a:p>
      </dgm:t>
    </dgm:pt>
    <dgm:pt modelId="{CD533E07-9CF8-49F2-8930-6FA5DCA6C1FD}" type="parTrans" cxnId="{60718546-6DD2-4CC7-86D6-53318E3D0539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C174DFB7-EB2C-4320-9C69-C21A57390D32}" type="sibTrans" cxnId="{60718546-6DD2-4CC7-86D6-53318E3D0539}">
      <dgm:prSet/>
      <dgm:spPr/>
      <dgm:t>
        <a:bodyPr/>
        <a:lstStyle/>
        <a:p>
          <a:endParaRPr lang="fr-FR" sz="1000" noProof="0" dirty="0"/>
        </a:p>
      </dgm:t>
    </dgm:pt>
    <dgm:pt modelId="{28D6F92B-F039-40E2-A48E-F1898B77D9AB}">
      <dgm:prSet phldrT="[Text]" custT="1"/>
      <dgm:spPr>
        <a:solidFill>
          <a:schemeClr val="tx1"/>
        </a:solidFill>
        <a:ln>
          <a:noFill/>
        </a:ln>
      </dgm:spPr>
      <dgm:t>
        <a:bodyPr/>
        <a:lstStyle/>
        <a:p>
          <a:r>
            <a:rPr lang="fr-FR" sz="1050" noProof="0" dirty="0">
              <a:solidFill>
                <a:schemeClr val="bg1"/>
              </a:solidFill>
            </a:rPr>
            <a:t>Sous titre</a:t>
          </a:r>
        </a:p>
      </dgm:t>
    </dgm:pt>
    <dgm:pt modelId="{54F19E6C-C3E8-411E-8648-73799C9390BA}" type="parTrans" cxnId="{57615F07-68D8-4879-AD00-5BE6311F7DA3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BAD62622-7270-4D12-A843-DF4402DDB8FA}" type="sibTrans" cxnId="{57615F07-68D8-4879-AD00-5BE6311F7DA3}">
      <dgm:prSet/>
      <dgm:spPr/>
      <dgm:t>
        <a:bodyPr/>
        <a:lstStyle/>
        <a:p>
          <a:endParaRPr lang="fr-FR" sz="1000" noProof="0" dirty="0"/>
        </a:p>
      </dgm:t>
    </dgm:pt>
    <dgm:pt modelId="{7FAA21C3-3E77-418C-B254-4C18B15F3A70}">
      <dgm:prSet phldrT="[Text]" custT="1"/>
      <dgm:spPr>
        <a:solidFill>
          <a:schemeClr val="accent3"/>
        </a:solidFill>
        <a:ln>
          <a:noFill/>
        </a:ln>
      </dgm:spPr>
      <dgm:t>
        <a:bodyPr/>
        <a:lstStyle/>
        <a:p>
          <a:r>
            <a:rPr lang="fr-FR" sz="1050" noProof="0" dirty="0">
              <a:solidFill>
                <a:schemeClr val="bg1"/>
              </a:solidFill>
            </a:rPr>
            <a:t>Sous titre</a:t>
          </a:r>
          <a:endParaRPr lang="fr-FR" sz="1050" noProof="0" dirty="0">
            <a:solidFill>
              <a:sysClr val="windowText" lastClr="000000"/>
            </a:solidFill>
          </a:endParaRPr>
        </a:p>
      </dgm:t>
    </dgm:pt>
    <dgm:pt modelId="{80CFEC3E-EE68-49C6-A225-D577AF825CA5}" type="parTrans" cxnId="{7BCA846B-422D-44E7-89C8-3D37042EFF89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921B846D-C3B6-42AA-AEE0-59A737627792}" type="sibTrans" cxnId="{7BCA846B-422D-44E7-89C8-3D37042EFF89}">
      <dgm:prSet/>
      <dgm:spPr/>
      <dgm:t>
        <a:bodyPr/>
        <a:lstStyle/>
        <a:p>
          <a:endParaRPr lang="fr-FR" sz="1000" noProof="0" dirty="0"/>
        </a:p>
      </dgm:t>
    </dgm:pt>
    <dgm:pt modelId="{B0E2A047-A41D-460F-9CB7-31FE88707C3E}">
      <dgm:prSet phldrT="[Text]" custT="1"/>
      <dgm:spPr>
        <a:solidFill>
          <a:srgbClr val="D6D6D6"/>
        </a:solidFill>
        <a:ln>
          <a:solidFill>
            <a:srgbClr val="D6D6D6"/>
          </a:solidFill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DEF9F0D0-81E7-4FE6-9B04-C94F514E8528}" type="parTrans" cxnId="{EDC1A8D4-4732-4748-A766-6D7B9A1DE1FE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7E2B6624-5F8D-4455-AD52-544B61334262}" type="sibTrans" cxnId="{EDC1A8D4-4732-4748-A766-6D7B9A1DE1FE}">
      <dgm:prSet/>
      <dgm:spPr/>
      <dgm:t>
        <a:bodyPr/>
        <a:lstStyle/>
        <a:p>
          <a:endParaRPr lang="fr-FR" sz="1000" noProof="0" dirty="0"/>
        </a:p>
      </dgm:t>
    </dgm:pt>
    <dgm:pt modelId="{88458A6D-AD66-4694-88D6-140767472EE8}">
      <dgm:prSet phldrT="[Text]" custT="1"/>
      <dgm:spPr>
        <a:solidFill>
          <a:srgbClr val="D6D6D6"/>
        </a:solidFill>
        <a:ln>
          <a:noFill/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8955FD14-7AE1-4D79-AF82-BD34198C9FC5}" type="parTrans" cxnId="{63202940-29B0-4E09-9FC0-0091754C1EA5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5E6C728C-F847-4E11-95D5-721E8616D981}" type="sibTrans" cxnId="{63202940-29B0-4E09-9FC0-0091754C1EA5}">
      <dgm:prSet/>
      <dgm:spPr/>
      <dgm:t>
        <a:bodyPr/>
        <a:lstStyle/>
        <a:p>
          <a:endParaRPr lang="fr-FR" sz="1000" noProof="0" dirty="0"/>
        </a:p>
      </dgm:t>
    </dgm:pt>
    <dgm:pt modelId="{609F0105-0811-48B6-8EBE-9677D500C3A5}">
      <dgm:prSet phldrT="[Text]" custT="1"/>
      <dgm:spPr>
        <a:solidFill>
          <a:srgbClr val="D6D6D6"/>
        </a:solidFill>
        <a:ln>
          <a:noFill/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077E8A7A-10C0-4B7D-8822-7828908F3E75}" type="parTrans" cxnId="{09F1F7D7-7A29-4107-860F-8F3D2D089413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2F8BD11A-CB8E-4EB5-A3C9-FD6EC6B587C4}" type="sibTrans" cxnId="{09F1F7D7-7A29-4107-860F-8F3D2D089413}">
      <dgm:prSet/>
      <dgm:spPr/>
      <dgm:t>
        <a:bodyPr/>
        <a:lstStyle/>
        <a:p>
          <a:endParaRPr lang="fr-FR" sz="1000" noProof="0" dirty="0"/>
        </a:p>
      </dgm:t>
    </dgm:pt>
    <dgm:pt modelId="{AA5BFCD6-9E77-4F1B-B74F-00FF21B7CE0B}">
      <dgm:prSet phldrT="[Text]" custT="1"/>
      <dgm:spPr>
        <a:solidFill>
          <a:srgbClr val="D6D6D6"/>
        </a:solidFill>
        <a:ln>
          <a:noFill/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76608B76-C2E2-4554-ABC8-A6C07F1CF24A}" type="parTrans" cxnId="{87FBFB32-9EAD-45FB-BC82-CDBF23425A6E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77269630-0566-4701-BDB3-059DA96EF812}" type="sibTrans" cxnId="{87FBFB32-9EAD-45FB-BC82-CDBF23425A6E}">
      <dgm:prSet/>
      <dgm:spPr/>
      <dgm:t>
        <a:bodyPr/>
        <a:lstStyle/>
        <a:p>
          <a:endParaRPr lang="fr-FR" sz="1000" noProof="0" dirty="0"/>
        </a:p>
      </dgm:t>
    </dgm:pt>
    <dgm:pt modelId="{BA1EE483-C720-49D6-A668-9A373C9D90D2}">
      <dgm:prSet phldrT="[Text]" custT="1"/>
      <dgm:spPr>
        <a:solidFill>
          <a:srgbClr val="D6D6D6"/>
        </a:solidFill>
        <a:ln>
          <a:noFill/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237CEE08-6478-45C9-8BDC-40FA9A934FDE}" type="parTrans" cxnId="{99C39B10-EEFD-46E8-8DF2-0D0F8C291FCB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F3104788-F8AA-472C-834F-25B4D1DE56FE}" type="sibTrans" cxnId="{99C39B10-EEFD-46E8-8DF2-0D0F8C291FCB}">
      <dgm:prSet/>
      <dgm:spPr/>
      <dgm:t>
        <a:bodyPr/>
        <a:lstStyle/>
        <a:p>
          <a:endParaRPr lang="fr-FR" sz="1000" noProof="0" dirty="0"/>
        </a:p>
      </dgm:t>
    </dgm:pt>
    <dgm:pt modelId="{9BE7DB0F-89BB-4A2D-AD19-D9669C50F6F5}">
      <dgm:prSet phldrT="[Text]" custT="1"/>
      <dgm:spPr>
        <a:solidFill>
          <a:srgbClr val="D6D6D6"/>
        </a:solidFill>
        <a:ln>
          <a:noFill/>
        </a:ln>
      </dgm:spPr>
      <dgm:t>
        <a:bodyPr lIns="45720"/>
        <a:lstStyle/>
        <a:p>
          <a:pPr algn="l"/>
          <a:r>
            <a:rPr lang="fr-FR" sz="800" noProof="0">
              <a:solidFill>
                <a:schemeClr val="tx1"/>
              </a:solidFill>
              <a:latin typeface="Helvetica 55 Roman" panose="020B0604020202020204" pitchFamily="34" charset="0"/>
            </a:rPr>
            <a:t>Text</a:t>
          </a:r>
          <a:endParaRPr lang="fr-FR" sz="800" noProof="0" dirty="0">
            <a:solidFill>
              <a:schemeClr val="tx1"/>
            </a:solidFill>
            <a:latin typeface="Helvetica 55 Roman" panose="020B0604020202020204" pitchFamily="34" charset="0"/>
          </a:endParaRPr>
        </a:p>
      </dgm:t>
    </dgm:pt>
    <dgm:pt modelId="{A56829F5-9E8B-4E02-9822-4D96D25BE4E3}" type="parTrans" cxnId="{BFBBB871-FB37-4496-B31E-245A5990CBB3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BABD595A-3FBA-408F-9B71-05AA5E0B468F}" type="sibTrans" cxnId="{BFBBB871-FB37-4496-B31E-245A5990CBB3}">
      <dgm:prSet/>
      <dgm:spPr/>
      <dgm:t>
        <a:bodyPr/>
        <a:lstStyle/>
        <a:p>
          <a:endParaRPr lang="fr-FR" sz="1000" noProof="0" dirty="0"/>
        </a:p>
      </dgm:t>
    </dgm:pt>
    <dgm:pt modelId="{EA73E618-4005-4DF5-980D-B75C5B5C7182}">
      <dgm:prSet phldrT="[Text]" custT="1"/>
      <dgm:spPr>
        <a:solidFill>
          <a:srgbClr val="D6D6D6"/>
        </a:solidFill>
        <a:ln>
          <a:noFill/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7CD2EAE5-38FE-4D09-A88F-02A288B88F5C}" type="parTrans" cxnId="{2C24F8F3-DC96-4396-9970-E750AE939CFF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9D77173A-9E9F-4854-9912-CC5852D0C002}" type="sibTrans" cxnId="{2C24F8F3-DC96-4396-9970-E750AE939CFF}">
      <dgm:prSet/>
      <dgm:spPr/>
      <dgm:t>
        <a:bodyPr/>
        <a:lstStyle/>
        <a:p>
          <a:endParaRPr lang="fr-FR" sz="1000" noProof="0" dirty="0"/>
        </a:p>
      </dgm:t>
    </dgm:pt>
    <dgm:pt modelId="{AD70F428-4E42-4608-977B-BCB68918DC20}">
      <dgm:prSet phldrT="[Text]" custT="1"/>
      <dgm:spPr>
        <a:solidFill>
          <a:srgbClr val="D6D6D6"/>
        </a:solidFill>
        <a:ln>
          <a:noFill/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03125C03-9374-4248-97F1-A054CFE56DCA}" type="parTrans" cxnId="{EBDA1809-E1E8-46C4-B0B5-E41625DE98AB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F032F2C2-AC51-441A-A2E2-163A65B895B3}" type="sibTrans" cxnId="{EBDA1809-E1E8-46C4-B0B5-E41625DE98AB}">
      <dgm:prSet/>
      <dgm:spPr/>
      <dgm:t>
        <a:bodyPr/>
        <a:lstStyle/>
        <a:p>
          <a:endParaRPr lang="fr-FR" sz="1000" noProof="0" dirty="0"/>
        </a:p>
      </dgm:t>
    </dgm:pt>
    <dgm:pt modelId="{5FE16AEE-621B-47BA-8205-2AE99840FB3A}">
      <dgm:prSet phldrT="[Text]" custT="1"/>
      <dgm:spPr>
        <a:solidFill>
          <a:srgbClr val="D6D6D6"/>
        </a:solidFill>
        <a:ln>
          <a:noFill/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C30FBF1A-7011-4FD5-B0CB-FE186B53E1D1}" type="parTrans" cxnId="{A9AB99EF-2B50-47BA-ABD3-31224859C5B4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6F377A7E-D9C9-4CD7-A08D-47B0E0E1F8B8}" type="sibTrans" cxnId="{A9AB99EF-2B50-47BA-ABD3-31224859C5B4}">
      <dgm:prSet/>
      <dgm:spPr/>
      <dgm:t>
        <a:bodyPr/>
        <a:lstStyle/>
        <a:p>
          <a:endParaRPr lang="fr-FR" sz="1000" noProof="0" dirty="0"/>
        </a:p>
      </dgm:t>
    </dgm:pt>
    <dgm:pt modelId="{9F767604-D09C-4625-B3BB-AAF121A21EF8}">
      <dgm:prSet phldrT="[Text]" custT="1"/>
      <dgm:spPr>
        <a:solidFill>
          <a:srgbClr val="D6D6D6"/>
        </a:solidFill>
        <a:ln>
          <a:noFill/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5B980860-8A4F-4504-999F-F187E2D732A5}" type="parTrans" cxnId="{A795EE5C-0DDB-48FB-A5CF-6936DA8BDD8B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82815B94-5A9F-46B8-8A4A-111F57986C72}" type="sibTrans" cxnId="{A795EE5C-0DDB-48FB-A5CF-6936DA8BDD8B}">
      <dgm:prSet/>
      <dgm:spPr/>
      <dgm:t>
        <a:bodyPr/>
        <a:lstStyle/>
        <a:p>
          <a:endParaRPr lang="fr-FR" sz="1000" noProof="0" dirty="0"/>
        </a:p>
      </dgm:t>
    </dgm:pt>
    <dgm:pt modelId="{9665C4EF-51A9-488D-AA3A-E644B230A214}">
      <dgm:prSet phldrT="[Text]" custT="1"/>
      <dgm:spPr>
        <a:solidFill>
          <a:srgbClr val="D6D6D6"/>
        </a:solidFill>
        <a:ln>
          <a:noFill/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9C4B4009-1AD2-41F0-8265-607A0451BA79}" type="parTrans" cxnId="{93942D59-1F05-4F23-A8EF-3C0A610D7F8B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E0CB61EE-89E0-4607-A14D-C3A1315E0C14}" type="sibTrans" cxnId="{93942D59-1F05-4F23-A8EF-3C0A610D7F8B}">
      <dgm:prSet/>
      <dgm:spPr/>
      <dgm:t>
        <a:bodyPr/>
        <a:lstStyle/>
        <a:p>
          <a:endParaRPr lang="fr-FR" sz="1000" noProof="0" dirty="0"/>
        </a:p>
      </dgm:t>
    </dgm:pt>
    <dgm:pt modelId="{784BF93F-E29B-43B4-B0D8-A26C9EC3E2CA}">
      <dgm:prSet phldrT="[Text]" custT="1"/>
      <dgm:spPr>
        <a:solidFill>
          <a:srgbClr val="D6D6D6"/>
        </a:solidFill>
        <a:ln>
          <a:noFill/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073E2BF9-9056-4FDD-BA3E-4E763F339170}" type="parTrans" cxnId="{18C684B6-DA64-428B-85D6-5919D167298B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C804F44B-C0C8-42FE-81AE-7B75FEE599A2}" type="sibTrans" cxnId="{18C684B6-DA64-428B-85D6-5919D167298B}">
      <dgm:prSet/>
      <dgm:spPr/>
      <dgm:t>
        <a:bodyPr/>
        <a:lstStyle/>
        <a:p>
          <a:endParaRPr lang="fr-FR" sz="1000" noProof="0" dirty="0"/>
        </a:p>
      </dgm:t>
    </dgm:pt>
    <dgm:pt modelId="{89022E07-907B-4E1D-9DD1-B2EC64594366}">
      <dgm:prSet phldrT="[Text]" custT="1"/>
      <dgm:spPr>
        <a:solidFill>
          <a:srgbClr val="D6D6D6"/>
        </a:solidFill>
        <a:ln>
          <a:noFill/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E2F77C6C-2C27-4929-BD63-5A86DD35251F}" type="parTrans" cxnId="{9BF2FE5C-102D-4D86-881B-11778A7B7F9C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539B6C54-75CD-4926-AAC2-64686A55B121}" type="sibTrans" cxnId="{9BF2FE5C-102D-4D86-881B-11778A7B7F9C}">
      <dgm:prSet/>
      <dgm:spPr/>
      <dgm:t>
        <a:bodyPr/>
        <a:lstStyle/>
        <a:p>
          <a:endParaRPr lang="fr-FR" sz="1000" noProof="0" dirty="0"/>
        </a:p>
      </dgm:t>
    </dgm:pt>
    <dgm:pt modelId="{5217F8F7-ADBE-45DB-9E65-B3EAF651AA71}">
      <dgm:prSet phldrT="[Text]" custT="1"/>
      <dgm:spPr>
        <a:solidFill>
          <a:schemeClr val="accent3"/>
        </a:solidFill>
        <a:ln>
          <a:noFill/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091910B3-5F32-42BA-B5C7-84F8FD84781C}" type="parTrans" cxnId="{48AB30EF-B6FE-4B1A-B363-AD608DD0E5CA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B995F44B-12E6-46C5-A5AC-19D66EC76D76}" type="sibTrans" cxnId="{48AB30EF-B6FE-4B1A-B363-AD608DD0E5CA}">
      <dgm:prSet/>
      <dgm:spPr/>
      <dgm:t>
        <a:bodyPr/>
        <a:lstStyle/>
        <a:p>
          <a:endParaRPr lang="fr-FR" sz="1000" noProof="0" dirty="0"/>
        </a:p>
      </dgm:t>
    </dgm:pt>
    <dgm:pt modelId="{8F6E0F7B-9D21-4E54-8ECF-1DB174AB8346}">
      <dgm:prSet phldrT="[Text]" custT="1"/>
      <dgm:spPr>
        <a:solidFill>
          <a:schemeClr val="accent3"/>
        </a:solidFill>
        <a:ln>
          <a:noFill/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3BB22BFE-4821-4360-ACCA-62A2021C37B5}" type="parTrans" cxnId="{9CB7CC68-D719-4B30-AD8F-F60A54C76511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E85B3968-3AB9-47CA-9381-6C1F9A31DA47}" type="sibTrans" cxnId="{9CB7CC68-D719-4B30-AD8F-F60A54C76511}">
      <dgm:prSet/>
      <dgm:spPr/>
      <dgm:t>
        <a:bodyPr/>
        <a:lstStyle/>
        <a:p>
          <a:endParaRPr lang="fr-FR" sz="1000" noProof="0" dirty="0"/>
        </a:p>
      </dgm:t>
    </dgm:pt>
    <dgm:pt modelId="{C3CC12FF-CF50-4285-AFD8-CC7B23113390}">
      <dgm:prSet phldrT="[Text]" custT="1"/>
      <dgm:spPr>
        <a:solidFill>
          <a:schemeClr val="accent3"/>
        </a:solidFill>
        <a:ln>
          <a:noFill/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69C212A2-D8C4-4066-A318-FBBFBC70539E}" type="parTrans" cxnId="{A18F7BEA-610D-4905-8E8A-CAF44DD49427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7E6BDD3D-AB46-42AF-9EE7-EAFACB7E7EA6}" type="sibTrans" cxnId="{A18F7BEA-610D-4905-8E8A-CAF44DD49427}">
      <dgm:prSet/>
      <dgm:spPr/>
      <dgm:t>
        <a:bodyPr/>
        <a:lstStyle/>
        <a:p>
          <a:endParaRPr lang="fr-FR" sz="1000" noProof="0" dirty="0"/>
        </a:p>
      </dgm:t>
    </dgm:pt>
    <dgm:pt modelId="{7787A92B-5B2D-4032-A083-D304E524B86C}">
      <dgm:prSet phldrT="[Text]" custT="1"/>
      <dgm:spPr>
        <a:solidFill>
          <a:schemeClr val="accent3"/>
        </a:solidFill>
        <a:ln>
          <a:noFill/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A96E6BEB-16E6-4075-B0E5-CB5F60AB3254}" type="parTrans" cxnId="{22871D78-1E2D-4B03-A903-0D4D045E965D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800F7775-8EB6-41C9-ACBA-08D067E4F1F4}" type="sibTrans" cxnId="{22871D78-1E2D-4B03-A903-0D4D045E965D}">
      <dgm:prSet/>
      <dgm:spPr/>
      <dgm:t>
        <a:bodyPr/>
        <a:lstStyle/>
        <a:p>
          <a:endParaRPr lang="fr-FR" sz="1000" noProof="0" dirty="0"/>
        </a:p>
      </dgm:t>
    </dgm:pt>
    <dgm:pt modelId="{032B15A2-8977-44BF-97D1-160665BA7F49}">
      <dgm:prSet phldrT="[Text]" custT="1"/>
      <dgm:spPr>
        <a:solidFill>
          <a:schemeClr val="accent3"/>
        </a:solidFill>
        <a:ln>
          <a:noFill/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DBB08385-8C1F-4E73-95F6-2032F6F855DE}" type="parTrans" cxnId="{8C19C36F-D19C-4F10-86D5-A7DA64959392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A1EEC077-1FEB-420A-AFE0-EFAF5AB6AEC5}" type="sibTrans" cxnId="{8C19C36F-D19C-4F10-86D5-A7DA64959392}">
      <dgm:prSet/>
      <dgm:spPr/>
      <dgm:t>
        <a:bodyPr/>
        <a:lstStyle/>
        <a:p>
          <a:endParaRPr lang="fr-FR" sz="1000" noProof="0" dirty="0"/>
        </a:p>
      </dgm:t>
    </dgm:pt>
    <dgm:pt modelId="{9553117A-1DCE-4BAE-83BA-E9A15FFE3C5E}">
      <dgm:prSet phldrT="[Text]" custT="1"/>
      <dgm:spPr>
        <a:solidFill>
          <a:schemeClr val="accent3"/>
        </a:solidFill>
        <a:ln>
          <a:noFill/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6F3A4974-2E89-4B63-B9E3-00FF98F493AC}" type="parTrans" cxnId="{36376E2E-405E-4D5E-BECE-5B48AF13B9E3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ECE8D4BF-1FF5-4F58-B0C8-CDB7E5C24AD6}" type="sibTrans" cxnId="{36376E2E-405E-4D5E-BECE-5B48AF13B9E3}">
      <dgm:prSet/>
      <dgm:spPr/>
      <dgm:t>
        <a:bodyPr/>
        <a:lstStyle/>
        <a:p>
          <a:endParaRPr lang="fr-FR" sz="1000" noProof="0" dirty="0"/>
        </a:p>
      </dgm:t>
    </dgm:pt>
    <dgm:pt modelId="{6A82463A-A5DF-42A1-BF4D-D88190910C5A}">
      <dgm:prSet phldrT="[Text]" custT="1"/>
      <dgm:spPr>
        <a:solidFill>
          <a:schemeClr val="accent3"/>
        </a:solidFill>
        <a:ln>
          <a:noFill/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0233F5DD-A905-4896-80F0-DECFF3D66AAE}" type="parTrans" cxnId="{C441008D-288F-492A-9E2E-CCAA1AFF8B59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944657C9-0799-4DC9-94EF-0610A63A2198}" type="sibTrans" cxnId="{C441008D-288F-492A-9E2E-CCAA1AFF8B59}">
      <dgm:prSet/>
      <dgm:spPr/>
      <dgm:t>
        <a:bodyPr/>
        <a:lstStyle/>
        <a:p>
          <a:endParaRPr lang="fr-FR" sz="1000" noProof="0" dirty="0"/>
        </a:p>
      </dgm:t>
    </dgm:pt>
    <dgm:pt modelId="{DF6B111F-1ED9-4A4E-BB12-0F316B3559C4}">
      <dgm:prSet phldrT="[Text]" custT="1"/>
      <dgm:spPr>
        <a:solidFill>
          <a:schemeClr val="accent3"/>
        </a:solidFill>
        <a:ln>
          <a:noFill/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D1059B61-C5B0-4D16-AC52-1864D86C76B1}" type="sibTrans" cxnId="{C0D5FAE2-1A03-447A-B756-8DD1B4349AB9}">
      <dgm:prSet/>
      <dgm:spPr/>
      <dgm:t>
        <a:bodyPr/>
        <a:lstStyle/>
        <a:p>
          <a:endParaRPr lang="fr-FR" sz="1000" noProof="0" dirty="0"/>
        </a:p>
      </dgm:t>
    </dgm:pt>
    <dgm:pt modelId="{242396F5-2CA8-400F-8E71-F3EA24039FB0}" type="parTrans" cxnId="{C0D5FAE2-1A03-447A-B756-8DD1B4349AB9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56E4E5BC-00B0-45D9-9704-274EE5111E96}">
      <dgm:prSet phldrT="[Text]" custT="1"/>
      <dgm:spPr>
        <a:solidFill>
          <a:schemeClr val="tx1"/>
        </a:solidFill>
        <a:ln>
          <a:noFill/>
        </a:ln>
      </dgm:spPr>
      <dgm:t>
        <a:bodyPr/>
        <a:lstStyle/>
        <a:p>
          <a:r>
            <a:rPr lang="fr-FR" sz="1050" noProof="0" dirty="0">
              <a:solidFill>
                <a:schemeClr val="bg1"/>
              </a:solidFill>
            </a:rPr>
            <a:t>Sous titre</a:t>
          </a:r>
        </a:p>
      </dgm:t>
    </dgm:pt>
    <dgm:pt modelId="{6BB8CE06-CFFB-46A4-A453-2519F6DF8AC2}" type="parTrans" cxnId="{F12AEC5B-0364-4F20-A643-CD554ED89B8B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D4F9014C-59E2-4727-86DD-7C9B912A79A8}" type="sibTrans" cxnId="{F12AEC5B-0364-4F20-A643-CD554ED89B8B}">
      <dgm:prSet/>
      <dgm:spPr/>
      <dgm:t>
        <a:bodyPr/>
        <a:lstStyle/>
        <a:p>
          <a:endParaRPr lang="fr-FR" sz="1000" noProof="0" dirty="0"/>
        </a:p>
      </dgm:t>
    </dgm:pt>
    <dgm:pt modelId="{978B707D-BB8D-4455-ABEE-BAB7E85F6ED8}">
      <dgm:prSet phldrT="[Text]" custT="1"/>
      <dgm:spPr>
        <a:solidFill>
          <a:schemeClr val="tx1"/>
        </a:solidFill>
        <a:ln>
          <a:noFill/>
        </a:ln>
      </dgm:spPr>
      <dgm:t>
        <a:bodyPr/>
        <a:lstStyle/>
        <a:p>
          <a:r>
            <a:rPr lang="fr-FR" sz="1050" noProof="0" dirty="0">
              <a:solidFill>
                <a:schemeClr val="bg1"/>
              </a:solidFill>
            </a:rPr>
            <a:t>Sous titre</a:t>
          </a:r>
        </a:p>
      </dgm:t>
    </dgm:pt>
    <dgm:pt modelId="{D2B369B8-6B10-480D-8FE3-F0E91C60E7A2}" type="parTrans" cxnId="{55D7C341-1FFE-4A57-8DED-88E9350BDF84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ABA3AB48-AD0E-4CA9-BCDB-2B9D10EF783F}" type="sibTrans" cxnId="{55D7C341-1FFE-4A57-8DED-88E9350BDF84}">
      <dgm:prSet/>
      <dgm:spPr/>
      <dgm:t>
        <a:bodyPr/>
        <a:lstStyle/>
        <a:p>
          <a:endParaRPr lang="fr-FR" sz="1000" noProof="0" dirty="0"/>
        </a:p>
      </dgm:t>
    </dgm:pt>
    <dgm:pt modelId="{654FC110-22F3-43BA-AAF0-0A676897B9E0}">
      <dgm:prSet phldrT="[Text]" custT="1"/>
      <dgm:spPr>
        <a:solidFill>
          <a:srgbClr val="D6D6D6"/>
        </a:solidFill>
        <a:ln>
          <a:solidFill>
            <a:srgbClr val="D6D6D6"/>
          </a:solidFill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475FD3AC-9882-4363-BD5D-6241BC40C295}" type="parTrans" cxnId="{910FD050-8CB0-4689-B564-9A6A3507E8DC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BB9BBA0A-7791-4FF7-8AB9-F2953AA99F06}" type="sibTrans" cxnId="{910FD050-8CB0-4689-B564-9A6A3507E8DC}">
      <dgm:prSet/>
      <dgm:spPr/>
      <dgm:t>
        <a:bodyPr/>
        <a:lstStyle/>
        <a:p>
          <a:endParaRPr lang="fr-FR" sz="1000" noProof="0" dirty="0"/>
        </a:p>
      </dgm:t>
    </dgm:pt>
    <dgm:pt modelId="{74B1674A-C66E-4697-9C98-A0638EA56003}">
      <dgm:prSet phldrT="[Text]" custT="1"/>
      <dgm:spPr>
        <a:solidFill>
          <a:srgbClr val="D6D6D6"/>
        </a:solidFill>
        <a:ln>
          <a:solidFill>
            <a:srgbClr val="D6D6D6"/>
          </a:solidFill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6EC3BCE7-6CE0-4FBC-A358-E9B6BACB978A}" type="parTrans" cxnId="{0001F25E-6396-44CA-82E6-1328B172D8ED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7F8FF7C6-D9E4-40EC-8D91-AA25FFF0FA93}" type="sibTrans" cxnId="{0001F25E-6396-44CA-82E6-1328B172D8ED}">
      <dgm:prSet/>
      <dgm:spPr/>
      <dgm:t>
        <a:bodyPr/>
        <a:lstStyle/>
        <a:p>
          <a:endParaRPr lang="fr-FR" sz="1000" noProof="0" dirty="0"/>
        </a:p>
      </dgm:t>
    </dgm:pt>
    <dgm:pt modelId="{FB14D355-1D4E-4940-B15A-B23BD0EAE1E1}">
      <dgm:prSet phldrT="[Text]" custT="1"/>
      <dgm:spPr>
        <a:solidFill>
          <a:srgbClr val="D6D6D6"/>
        </a:solidFill>
        <a:ln>
          <a:solidFill>
            <a:srgbClr val="D6D6D6"/>
          </a:solidFill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F99851D6-CEB8-4412-BA74-E7E3B7026E50}" type="parTrans" cxnId="{395D6082-3ADE-4B3A-B9C9-31E87A9A7EC8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20F2B5B2-0139-4AAF-A015-DD1C1174CBCE}" type="sibTrans" cxnId="{395D6082-3ADE-4B3A-B9C9-31E87A9A7EC8}">
      <dgm:prSet/>
      <dgm:spPr/>
      <dgm:t>
        <a:bodyPr/>
        <a:lstStyle/>
        <a:p>
          <a:endParaRPr lang="fr-FR" sz="1000" noProof="0" dirty="0"/>
        </a:p>
      </dgm:t>
    </dgm:pt>
    <dgm:pt modelId="{5887BCC7-A035-46B9-BF2D-C22044EA38AD}">
      <dgm:prSet phldrT="[Text]" custT="1"/>
      <dgm:spPr>
        <a:solidFill>
          <a:srgbClr val="D6D6D6"/>
        </a:solidFill>
        <a:ln>
          <a:solidFill>
            <a:srgbClr val="D6D6D6"/>
          </a:solidFill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8AD009B9-4666-40E3-B185-447D52D1A862}" type="parTrans" cxnId="{513ABB75-CE61-48C0-84AA-D14B48878AA6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D7BB010F-04C5-46E2-8773-1CCE9ADA96DA}" type="sibTrans" cxnId="{513ABB75-CE61-48C0-84AA-D14B48878AA6}">
      <dgm:prSet/>
      <dgm:spPr/>
      <dgm:t>
        <a:bodyPr/>
        <a:lstStyle/>
        <a:p>
          <a:endParaRPr lang="fr-FR" sz="1000" noProof="0" dirty="0"/>
        </a:p>
      </dgm:t>
    </dgm:pt>
    <dgm:pt modelId="{9ADB4ABC-FBF6-4B0E-A86E-7D2BDB5E8490}">
      <dgm:prSet phldrT="[Text]" custT="1"/>
      <dgm:spPr>
        <a:solidFill>
          <a:srgbClr val="D6D6D6"/>
        </a:solidFill>
        <a:ln>
          <a:solidFill>
            <a:srgbClr val="D6D6D6"/>
          </a:solidFill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1D6B1742-B3E8-4D0B-B000-BF36D1914375}" type="parTrans" cxnId="{10870B48-F166-4FF9-9DEB-AFF87E9A22C8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FA825C5C-E439-438B-8DBD-1D4BAD62883B}" type="sibTrans" cxnId="{10870B48-F166-4FF9-9DEB-AFF87E9A22C8}">
      <dgm:prSet/>
      <dgm:spPr/>
      <dgm:t>
        <a:bodyPr/>
        <a:lstStyle/>
        <a:p>
          <a:endParaRPr lang="fr-FR" sz="1000" noProof="0" dirty="0"/>
        </a:p>
      </dgm:t>
    </dgm:pt>
    <dgm:pt modelId="{8977FFF4-CF5B-48FB-9117-A24354164E07}">
      <dgm:prSet phldrT="[Text]" custT="1"/>
      <dgm:spPr>
        <a:solidFill>
          <a:srgbClr val="D6D6D6"/>
        </a:solidFill>
        <a:ln>
          <a:noFill/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FEA3ABB0-3146-44E4-B3DD-4B1E0211F570}" type="sibTrans" cxnId="{E11B032E-F34F-4790-8D25-D30281E2ECDD}">
      <dgm:prSet/>
      <dgm:spPr/>
      <dgm:t>
        <a:bodyPr/>
        <a:lstStyle/>
        <a:p>
          <a:endParaRPr lang="fr-FR" sz="1000" noProof="0" dirty="0"/>
        </a:p>
      </dgm:t>
    </dgm:pt>
    <dgm:pt modelId="{164576B5-1D15-4903-B85C-0B95D835F835}" type="parTrans" cxnId="{E11B032E-F34F-4790-8D25-D30281E2ECDD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1D548319-C7FD-42E9-A966-8D5129F399DF}">
      <dgm:prSet phldrT="[Text]" custT="1"/>
      <dgm:spPr>
        <a:solidFill>
          <a:srgbClr val="D6D6D6"/>
        </a:solidFill>
        <a:ln>
          <a:noFill/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8CF70716-F071-41E1-AC66-E854870BA528}" type="parTrans" cxnId="{F1F6979B-ACF7-47CD-9FAB-0FA544E63810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noProof="0" dirty="0"/>
        </a:p>
      </dgm:t>
    </dgm:pt>
    <dgm:pt modelId="{B33048A4-721D-49C6-A662-A58E7CC40333}" type="sibTrans" cxnId="{F1F6979B-ACF7-47CD-9FAB-0FA544E63810}">
      <dgm:prSet/>
      <dgm:spPr/>
      <dgm:t>
        <a:bodyPr/>
        <a:lstStyle/>
        <a:p>
          <a:endParaRPr lang="fr-FR" noProof="0" dirty="0"/>
        </a:p>
      </dgm:t>
    </dgm:pt>
    <dgm:pt modelId="{B7F317B9-B9FE-4BF0-BA41-C6C201D93106}">
      <dgm:prSet phldrT="[Text]" custT="1"/>
      <dgm:spPr>
        <a:solidFill>
          <a:srgbClr val="D6D6D6"/>
        </a:solidFill>
        <a:ln>
          <a:noFill/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7426471C-028B-4030-9B97-9BE015CE65A8}" type="parTrans" cxnId="{0E6D8BCC-1236-4BEB-94D6-D92418381255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noProof="0" dirty="0"/>
        </a:p>
      </dgm:t>
    </dgm:pt>
    <dgm:pt modelId="{51136AE5-E603-4FB7-B51C-9DF1839C78E4}" type="sibTrans" cxnId="{0E6D8BCC-1236-4BEB-94D6-D92418381255}">
      <dgm:prSet/>
      <dgm:spPr/>
      <dgm:t>
        <a:bodyPr/>
        <a:lstStyle/>
        <a:p>
          <a:endParaRPr lang="fr-FR" noProof="0" dirty="0"/>
        </a:p>
      </dgm:t>
    </dgm:pt>
    <dgm:pt modelId="{7198578A-D85E-4171-8C4A-5E7862B1C5E2}">
      <dgm:prSet phldrT="[Text]" custT="1"/>
      <dgm:spPr>
        <a:solidFill>
          <a:srgbClr val="D6D6D6"/>
        </a:solidFill>
        <a:ln>
          <a:noFill/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88431260-D466-46DF-9914-906BE9EFE5F0}" type="parTrans" cxnId="{590C309D-6E4E-4232-A01D-D18710722A7E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noProof="0" dirty="0"/>
        </a:p>
      </dgm:t>
    </dgm:pt>
    <dgm:pt modelId="{A455A01A-85EE-442A-B74A-8861C05E50BC}" type="sibTrans" cxnId="{590C309D-6E4E-4232-A01D-D18710722A7E}">
      <dgm:prSet/>
      <dgm:spPr/>
      <dgm:t>
        <a:bodyPr/>
        <a:lstStyle/>
        <a:p>
          <a:endParaRPr lang="fr-FR" noProof="0" dirty="0"/>
        </a:p>
      </dgm:t>
    </dgm:pt>
    <dgm:pt modelId="{3E6D57DB-8501-4023-BE27-86D28ABD94BC}">
      <dgm:prSet phldrT="[Text]" custT="1"/>
      <dgm:spPr>
        <a:solidFill>
          <a:srgbClr val="D6D6D6"/>
        </a:solidFill>
        <a:ln>
          <a:noFill/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BBE4AE38-4410-40E9-BBD0-147C7279A663}" type="parTrans" cxnId="{C329A493-BF1C-4507-94A9-A17054444654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noProof="0" dirty="0"/>
        </a:p>
      </dgm:t>
    </dgm:pt>
    <dgm:pt modelId="{5179ECD4-6DC1-42AB-A570-704FE2305117}" type="sibTrans" cxnId="{C329A493-BF1C-4507-94A9-A17054444654}">
      <dgm:prSet/>
      <dgm:spPr/>
      <dgm:t>
        <a:bodyPr/>
        <a:lstStyle/>
        <a:p>
          <a:endParaRPr lang="fr-FR" noProof="0" dirty="0"/>
        </a:p>
      </dgm:t>
    </dgm:pt>
    <dgm:pt modelId="{1258AB12-7717-4785-916E-3520F20F5AF1}">
      <dgm:prSet phldrT="[Text]" custT="1"/>
      <dgm:spPr>
        <a:solidFill>
          <a:schemeClr val="accent3"/>
        </a:solidFill>
        <a:ln>
          <a:noFill/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4787464E-989E-4834-A7FE-3C5BD324C27C}" type="parTrans" cxnId="{631BD43F-B69F-4ED1-BAAE-D89D6434347B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noProof="0" dirty="0"/>
        </a:p>
      </dgm:t>
    </dgm:pt>
    <dgm:pt modelId="{6C03B16F-F5BD-4987-8429-484133E322ED}" type="sibTrans" cxnId="{631BD43F-B69F-4ED1-BAAE-D89D6434347B}">
      <dgm:prSet/>
      <dgm:spPr/>
      <dgm:t>
        <a:bodyPr/>
        <a:lstStyle/>
        <a:p>
          <a:endParaRPr lang="fr-FR" noProof="0" dirty="0"/>
        </a:p>
      </dgm:t>
    </dgm:pt>
    <dgm:pt modelId="{54989B64-744D-42FB-A844-E0F98DC71E9F}">
      <dgm:prSet phldrT="[Text]" custT="1"/>
      <dgm:spPr>
        <a:solidFill>
          <a:srgbClr val="D6D6D6"/>
        </a:solidFill>
        <a:ln>
          <a:solidFill>
            <a:srgbClr val="D6D6D6"/>
          </a:solidFill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DAAC7EC5-D33D-4EE8-8F83-943831013939}" type="parTrans" cxnId="{12F9F7FA-37C3-4E72-AB3C-48485ABB6D90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noProof="0" dirty="0"/>
        </a:p>
      </dgm:t>
    </dgm:pt>
    <dgm:pt modelId="{55E4CD9A-442D-4ACD-B297-55EF3B5B9707}" type="sibTrans" cxnId="{12F9F7FA-37C3-4E72-AB3C-48485ABB6D90}">
      <dgm:prSet/>
      <dgm:spPr/>
      <dgm:t>
        <a:bodyPr/>
        <a:lstStyle/>
        <a:p>
          <a:endParaRPr lang="fr-FR" noProof="0" dirty="0"/>
        </a:p>
      </dgm:t>
    </dgm:pt>
    <dgm:pt modelId="{05975D3C-70EE-4F9D-AE23-40F5AB575C0A}">
      <dgm:prSet phldrT="[Text]" custT="1"/>
      <dgm:spPr>
        <a:solidFill>
          <a:srgbClr val="D6D6D6"/>
        </a:solidFill>
        <a:ln>
          <a:solidFill>
            <a:srgbClr val="D6D6D6"/>
          </a:solidFill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EA07AABA-4A94-4AEF-A48F-4C927B90FBF1}" type="parTrans" cxnId="{EE7E17AE-DF60-456D-ADD5-144BA7541F2B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noProof="0" dirty="0"/>
        </a:p>
      </dgm:t>
    </dgm:pt>
    <dgm:pt modelId="{6EB4C0CB-B19F-412C-B279-6528EA503C45}" type="sibTrans" cxnId="{EE7E17AE-DF60-456D-ADD5-144BA7541F2B}">
      <dgm:prSet/>
      <dgm:spPr/>
      <dgm:t>
        <a:bodyPr/>
        <a:lstStyle/>
        <a:p>
          <a:endParaRPr lang="fr-FR" noProof="0" dirty="0"/>
        </a:p>
      </dgm:t>
    </dgm:pt>
    <dgm:pt modelId="{8D735859-E890-4F7D-A5EA-66703241152C}">
      <dgm:prSet phldrT="[Text]" custT="1"/>
      <dgm:spPr>
        <a:solidFill>
          <a:srgbClr val="D6D6D6"/>
        </a:solidFill>
        <a:ln>
          <a:solidFill>
            <a:srgbClr val="D6D6D6"/>
          </a:solidFill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A1C4036F-D024-4521-AA6E-B62768BC7B4D}" type="parTrans" cxnId="{206EB836-5A8E-4A27-9F45-4D6EB8F25660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noProof="0" dirty="0"/>
        </a:p>
      </dgm:t>
    </dgm:pt>
    <dgm:pt modelId="{D74340F3-68FB-4968-ACD5-352D87439022}" type="sibTrans" cxnId="{206EB836-5A8E-4A27-9F45-4D6EB8F25660}">
      <dgm:prSet/>
      <dgm:spPr/>
      <dgm:t>
        <a:bodyPr/>
        <a:lstStyle/>
        <a:p>
          <a:endParaRPr lang="fr-FR" noProof="0" dirty="0"/>
        </a:p>
      </dgm:t>
    </dgm:pt>
    <dgm:pt modelId="{B945AA69-F04C-4A8E-A3B0-591FC28DB78F}">
      <dgm:prSet phldrT="[Text]" custT="1"/>
      <dgm:spPr>
        <a:solidFill>
          <a:srgbClr val="D6D6D6"/>
        </a:solidFill>
        <a:ln>
          <a:noFill/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9A65E444-F1E0-4B66-B5A1-F7217C490B38}" type="sibTrans" cxnId="{2DB933C9-7977-4CD9-809D-39DBC4A81025}">
      <dgm:prSet/>
      <dgm:spPr/>
      <dgm:t>
        <a:bodyPr/>
        <a:lstStyle/>
        <a:p>
          <a:endParaRPr lang="fr-FR" sz="1000" noProof="0" dirty="0"/>
        </a:p>
      </dgm:t>
    </dgm:pt>
    <dgm:pt modelId="{6E6CF990-6C36-4926-B186-3166B29D6040}" type="parTrans" cxnId="{2DB933C9-7977-4CD9-809D-39DBC4A81025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EC1836C8-C728-48FD-B07C-920379124BF0}">
      <dgm:prSet phldrT="[Text]" custT="1"/>
      <dgm:spPr>
        <a:solidFill>
          <a:srgbClr val="D6D6D6"/>
        </a:solidFill>
        <a:ln>
          <a:solidFill>
            <a:srgbClr val="D6D6D6"/>
          </a:solidFill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AF9941CD-CC88-4F99-9BAE-B2B142A4ED65}" type="sibTrans" cxnId="{45BDF16B-549A-4FC5-855B-54A69506CDFE}">
      <dgm:prSet/>
      <dgm:spPr/>
      <dgm:t>
        <a:bodyPr/>
        <a:lstStyle/>
        <a:p>
          <a:endParaRPr lang="fr-FR" sz="1000" noProof="0" dirty="0"/>
        </a:p>
      </dgm:t>
    </dgm:pt>
    <dgm:pt modelId="{40D71EF3-FEB9-4FA2-A3D8-29E9768115E2}" type="parTrans" cxnId="{45BDF16B-549A-4FC5-855B-54A69506CDFE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B97B7505-2A3C-45CB-9066-3281BB7E3C41}">
      <dgm:prSet phldrT="[Text]" custT="1"/>
      <dgm:spPr>
        <a:solidFill>
          <a:srgbClr val="D6D6D6"/>
        </a:solidFill>
        <a:ln>
          <a:solidFill>
            <a:srgbClr val="D6D6D6"/>
          </a:solidFill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35036B75-85D6-4731-A5AE-328D7D29205D}" type="sibTrans" cxnId="{1E378F19-1EDB-479A-9177-5C2CFAE5E36C}">
      <dgm:prSet/>
      <dgm:spPr/>
      <dgm:t>
        <a:bodyPr/>
        <a:lstStyle/>
        <a:p>
          <a:endParaRPr lang="fr-FR" sz="1000" noProof="0" dirty="0"/>
        </a:p>
      </dgm:t>
    </dgm:pt>
    <dgm:pt modelId="{4FF1707B-4AA0-422B-A7DE-55D3F15DE036}" type="parTrans" cxnId="{1E378F19-1EDB-479A-9177-5C2CFAE5E36C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5FEB3474-36AC-400C-867C-8CD8A5ED8840}">
      <dgm:prSet phldrT="[Text]" custT="1"/>
      <dgm:spPr>
        <a:solidFill>
          <a:srgbClr val="D6D6D6"/>
        </a:solidFill>
        <a:ln>
          <a:solidFill>
            <a:srgbClr val="D6D6D6"/>
          </a:solidFill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A28EB53E-F92B-40E6-AFA6-EF2C258CA6A6}" type="sibTrans" cxnId="{0AD27777-17FC-427F-B930-4A69A1A4F8A6}">
      <dgm:prSet/>
      <dgm:spPr/>
      <dgm:t>
        <a:bodyPr/>
        <a:lstStyle/>
        <a:p>
          <a:endParaRPr lang="fr-FR" sz="1000" noProof="0" dirty="0"/>
        </a:p>
      </dgm:t>
    </dgm:pt>
    <dgm:pt modelId="{380E53B0-F013-4A91-896C-1BAC92DB5E4E}" type="parTrans" cxnId="{0AD27777-17FC-427F-B930-4A69A1A4F8A6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58607DBD-AC39-4E85-AAAD-BF7EF07F9555}">
      <dgm:prSet phldrT="[Text]" custT="1"/>
      <dgm:spPr>
        <a:solidFill>
          <a:srgbClr val="D6D6D6"/>
        </a:solidFill>
        <a:ln>
          <a:solidFill>
            <a:srgbClr val="D6D6D6"/>
          </a:solidFill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BAAABEF8-4143-4A4D-874A-53F82A025B31}" type="sibTrans" cxnId="{15880C15-A5EE-4E6C-BB16-5AE0129E94A5}">
      <dgm:prSet/>
      <dgm:spPr/>
      <dgm:t>
        <a:bodyPr/>
        <a:lstStyle/>
        <a:p>
          <a:endParaRPr lang="fr-FR" sz="1000" noProof="0" dirty="0"/>
        </a:p>
      </dgm:t>
    </dgm:pt>
    <dgm:pt modelId="{5CDB50F9-EE51-4542-9C8A-E6CEEF54EDB4}" type="parTrans" cxnId="{15880C15-A5EE-4E6C-BB16-5AE0129E94A5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570D4FA3-D7FE-4B5B-BE31-C33E92505A94}">
      <dgm:prSet phldrT="[Text]" custT="1"/>
      <dgm:spPr>
        <a:solidFill>
          <a:srgbClr val="D6D6D6"/>
        </a:solidFill>
        <a:ln>
          <a:solidFill>
            <a:srgbClr val="D6D6D6"/>
          </a:solidFill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D88CCBFE-BBEC-4F64-AF25-50A45330F439}" type="sibTrans" cxnId="{F35EAF0E-22B7-4523-B6A1-FE8B7960D8F0}">
      <dgm:prSet/>
      <dgm:spPr/>
      <dgm:t>
        <a:bodyPr/>
        <a:lstStyle/>
        <a:p>
          <a:endParaRPr lang="fr-FR" sz="1000" noProof="0" dirty="0"/>
        </a:p>
      </dgm:t>
    </dgm:pt>
    <dgm:pt modelId="{A242FE02-6680-4863-BB11-0AE6B003EDF4}" type="parTrans" cxnId="{F35EAF0E-22B7-4523-B6A1-FE8B7960D8F0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C7F47434-58BD-4236-AB52-0B756A7BE092}">
      <dgm:prSet phldrT="[Text]" custT="1"/>
      <dgm:spPr>
        <a:solidFill>
          <a:srgbClr val="D6D6D6"/>
        </a:solidFill>
        <a:ln>
          <a:solidFill>
            <a:srgbClr val="D6D6D6"/>
          </a:solidFill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6AFE2A70-6940-4FB0-8459-542C74A7AE42}" type="sibTrans" cxnId="{48DD2378-226D-4A60-91E9-39D7DAD5F660}">
      <dgm:prSet/>
      <dgm:spPr/>
      <dgm:t>
        <a:bodyPr/>
        <a:lstStyle/>
        <a:p>
          <a:endParaRPr lang="fr-FR" sz="1000" noProof="0" dirty="0"/>
        </a:p>
      </dgm:t>
    </dgm:pt>
    <dgm:pt modelId="{04DE99A8-7677-4298-95DC-3BE5361A2FCA}" type="parTrans" cxnId="{48DD2378-226D-4A60-91E9-39D7DAD5F660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F578A0B7-45A3-43AB-87E0-E31C5EF43B29}">
      <dgm:prSet phldrT="[Text]" custT="1"/>
      <dgm:spPr>
        <a:solidFill>
          <a:srgbClr val="D6D6D6"/>
        </a:solidFill>
        <a:ln>
          <a:solidFill>
            <a:srgbClr val="D6D6D6"/>
          </a:solidFill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40E6E234-0392-4B11-B4CE-9602A75493C0}" type="sibTrans" cxnId="{0F387E41-4435-484D-945E-E377A447D097}">
      <dgm:prSet/>
      <dgm:spPr/>
      <dgm:t>
        <a:bodyPr/>
        <a:lstStyle/>
        <a:p>
          <a:endParaRPr lang="fr-FR" sz="1000" noProof="0" dirty="0"/>
        </a:p>
      </dgm:t>
    </dgm:pt>
    <dgm:pt modelId="{5D78B019-2431-448B-99AE-EC83C2A4AC14}" type="parTrans" cxnId="{0F387E41-4435-484D-945E-E377A447D097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3AB2B62B-9484-44CC-8C40-4D927DDFD50B}">
      <dgm:prSet phldrT="[Text]" custT="1"/>
      <dgm:spPr>
        <a:solidFill>
          <a:srgbClr val="D6D6D6"/>
        </a:solidFill>
        <a:ln>
          <a:solidFill>
            <a:srgbClr val="D6D6D6"/>
          </a:solidFill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FB8A83F8-0A3F-44E7-B1F8-E2F35D945F2F}" type="sibTrans" cxnId="{1E81E4D5-863C-499B-AFEC-F36BD7C237CD}">
      <dgm:prSet/>
      <dgm:spPr/>
      <dgm:t>
        <a:bodyPr/>
        <a:lstStyle/>
        <a:p>
          <a:endParaRPr lang="fr-FR" sz="1000" noProof="0" dirty="0"/>
        </a:p>
      </dgm:t>
    </dgm:pt>
    <dgm:pt modelId="{E8AAB278-210A-4D86-B902-13D59C308BDC}" type="parTrans" cxnId="{1E81E4D5-863C-499B-AFEC-F36BD7C237CD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4C8C7C2C-EBF2-4C74-A47A-92C912698072}">
      <dgm:prSet phldrT="[Text]" custT="1"/>
      <dgm:spPr>
        <a:solidFill>
          <a:srgbClr val="D6D6D6"/>
        </a:solidFill>
        <a:ln>
          <a:solidFill>
            <a:srgbClr val="D6D6D6"/>
          </a:solidFill>
        </a:ln>
      </dgm:spPr>
      <dgm:t>
        <a:bodyPr lIns="45720"/>
        <a:lstStyle/>
        <a:p>
          <a:pPr algn="l"/>
          <a:r>
            <a:rPr lang="fr-FR" sz="8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gm:t>
    </dgm:pt>
    <dgm:pt modelId="{59D6F9D2-1940-4296-BD9C-A6D637D0115A}" type="sibTrans" cxnId="{0504E6E6-7BEC-4C1C-BCB4-0AF7F78B70A2}">
      <dgm:prSet/>
      <dgm:spPr/>
      <dgm:t>
        <a:bodyPr/>
        <a:lstStyle/>
        <a:p>
          <a:endParaRPr lang="fr-FR" sz="1000" noProof="0" dirty="0"/>
        </a:p>
      </dgm:t>
    </dgm:pt>
    <dgm:pt modelId="{4EE3CDCA-418E-451D-94AB-BAC8F0349F2A}" type="parTrans" cxnId="{0504E6E6-7BEC-4C1C-BCB4-0AF7F78B70A2}">
      <dgm:prSet/>
      <dgm:spPr>
        <a:ln>
          <a:solidFill>
            <a:schemeClr val="tx1"/>
          </a:solidFill>
        </a:ln>
      </dgm:spPr>
      <dgm:t>
        <a:bodyPr/>
        <a:lstStyle/>
        <a:p>
          <a:endParaRPr lang="fr-FR" sz="1000" noProof="0" dirty="0"/>
        </a:p>
      </dgm:t>
    </dgm:pt>
    <dgm:pt modelId="{1EE1E35E-55C2-4206-8A74-B817F6851DF8}" type="pres">
      <dgm:prSet presAssocID="{1DA999B4-80AF-4B68-BFEB-7C4E05BFE95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77345CA-871C-4464-993D-AB89A34D7D03}" type="pres">
      <dgm:prSet presAssocID="{C3818886-485F-47A9-90A5-25ECEF3FD84D}" presName="hierRoot1" presStyleCnt="0">
        <dgm:presLayoutVars>
          <dgm:hierBranch val="init"/>
        </dgm:presLayoutVars>
      </dgm:prSet>
      <dgm:spPr/>
    </dgm:pt>
    <dgm:pt modelId="{8439B210-9D9B-48EF-9834-91568388A710}" type="pres">
      <dgm:prSet presAssocID="{C3818886-485F-47A9-90A5-25ECEF3FD84D}" presName="rootComposite1" presStyleCnt="0"/>
      <dgm:spPr/>
    </dgm:pt>
    <dgm:pt modelId="{96AF4C0C-3A09-4ABA-8ABD-2497F7C4D297}" type="pres">
      <dgm:prSet presAssocID="{C3818886-485F-47A9-90A5-25ECEF3FD84D}" presName="rootText1" presStyleLbl="node0" presStyleIdx="0" presStyleCnt="1" custScaleX="1998414" custScaleY="128444" custLinFactNeighborY="-51762">
        <dgm:presLayoutVars>
          <dgm:chPref val="3"/>
        </dgm:presLayoutVars>
      </dgm:prSet>
      <dgm:spPr/>
    </dgm:pt>
    <dgm:pt modelId="{51E9D27E-12C0-42EA-B444-970C2ECC1CEF}" type="pres">
      <dgm:prSet presAssocID="{C3818886-485F-47A9-90A5-25ECEF3FD84D}" presName="rootConnector1" presStyleLbl="node1" presStyleIdx="0" presStyleCnt="0"/>
      <dgm:spPr/>
    </dgm:pt>
    <dgm:pt modelId="{4AC325A3-5B44-4BE1-9EF6-A5FD96B7ADF4}" type="pres">
      <dgm:prSet presAssocID="{C3818886-485F-47A9-90A5-25ECEF3FD84D}" presName="hierChild2" presStyleCnt="0"/>
      <dgm:spPr/>
    </dgm:pt>
    <dgm:pt modelId="{C5CBE2B6-C9BC-489D-9DBF-1140AE39C42B}" type="pres">
      <dgm:prSet presAssocID="{CD533E07-9CF8-49F2-8930-6FA5DCA6C1FD}" presName="Name37" presStyleLbl="parChTrans1D2" presStyleIdx="0" presStyleCnt="5"/>
      <dgm:spPr/>
    </dgm:pt>
    <dgm:pt modelId="{566447A2-2AB4-47BE-B9C7-197E29BD4467}" type="pres">
      <dgm:prSet presAssocID="{84254C5F-BD61-47C5-B622-3CE95978AEDA}" presName="hierRoot2" presStyleCnt="0">
        <dgm:presLayoutVars>
          <dgm:hierBranch val="init"/>
        </dgm:presLayoutVars>
      </dgm:prSet>
      <dgm:spPr/>
    </dgm:pt>
    <dgm:pt modelId="{E4F664DB-BCA2-49C3-8967-B9063FCD3160}" type="pres">
      <dgm:prSet presAssocID="{84254C5F-BD61-47C5-B622-3CE95978AEDA}" presName="rootComposite" presStyleCnt="0"/>
      <dgm:spPr/>
    </dgm:pt>
    <dgm:pt modelId="{85845C01-9515-4D15-8A6F-D104268B71FF}" type="pres">
      <dgm:prSet presAssocID="{84254C5F-BD61-47C5-B622-3CE95978AEDA}" presName="rootText" presStyleLbl="node2" presStyleIdx="0" presStyleCnt="5" custScaleX="383114" custScaleY="128444" custLinFactNeighborY="10206">
        <dgm:presLayoutVars>
          <dgm:chPref val="3"/>
        </dgm:presLayoutVars>
      </dgm:prSet>
      <dgm:spPr/>
    </dgm:pt>
    <dgm:pt modelId="{B4A5F461-A912-4561-9AD6-35896CB896AD}" type="pres">
      <dgm:prSet presAssocID="{84254C5F-BD61-47C5-B622-3CE95978AEDA}" presName="rootConnector" presStyleLbl="node2" presStyleIdx="0" presStyleCnt="5"/>
      <dgm:spPr/>
    </dgm:pt>
    <dgm:pt modelId="{1DC5D337-CD0E-4422-86A2-C235FC779516}" type="pres">
      <dgm:prSet presAssocID="{84254C5F-BD61-47C5-B622-3CE95978AEDA}" presName="hierChild4" presStyleCnt="0"/>
      <dgm:spPr/>
    </dgm:pt>
    <dgm:pt modelId="{86B19AFB-877A-4B0A-8EB8-C8707ADCFAC4}" type="pres">
      <dgm:prSet presAssocID="{8955FD14-7AE1-4D79-AF82-BD34198C9FC5}" presName="Name37" presStyleLbl="parChTrans1D3" presStyleIdx="0" presStyleCnt="45"/>
      <dgm:spPr/>
    </dgm:pt>
    <dgm:pt modelId="{BF18B0F6-B725-46BA-A630-CF52649C874F}" type="pres">
      <dgm:prSet presAssocID="{88458A6D-AD66-4694-88D6-140767472EE8}" presName="hierRoot2" presStyleCnt="0">
        <dgm:presLayoutVars>
          <dgm:hierBranch val="init"/>
        </dgm:presLayoutVars>
      </dgm:prSet>
      <dgm:spPr/>
    </dgm:pt>
    <dgm:pt modelId="{A45555BE-319E-48C8-A578-9765EBF15CEF}" type="pres">
      <dgm:prSet presAssocID="{88458A6D-AD66-4694-88D6-140767472EE8}" presName="rootComposite" presStyleCnt="0"/>
      <dgm:spPr/>
    </dgm:pt>
    <dgm:pt modelId="{F749E193-F2B2-4C4B-9BE2-4AE834C7E8AF}" type="pres">
      <dgm:prSet presAssocID="{88458A6D-AD66-4694-88D6-140767472EE8}" presName="rootText" presStyleLbl="node3" presStyleIdx="0" presStyleCnt="45" custScaleX="285091">
        <dgm:presLayoutVars>
          <dgm:chPref val="3"/>
        </dgm:presLayoutVars>
      </dgm:prSet>
      <dgm:spPr/>
    </dgm:pt>
    <dgm:pt modelId="{5565EF25-A615-466C-BC43-1BEE6328BEB9}" type="pres">
      <dgm:prSet presAssocID="{88458A6D-AD66-4694-88D6-140767472EE8}" presName="rootConnector" presStyleLbl="node3" presStyleIdx="0" presStyleCnt="45"/>
      <dgm:spPr/>
    </dgm:pt>
    <dgm:pt modelId="{B13FB9D3-6E4F-4BA5-BF90-F40D024A91DF}" type="pres">
      <dgm:prSet presAssocID="{88458A6D-AD66-4694-88D6-140767472EE8}" presName="hierChild4" presStyleCnt="0"/>
      <dgm:spPr/>
    </dgm:pt>
    <dgm:pt modelId="{A1B968E3-AB8E-47E5-B6BB-73F932169171}" type="pres">
      <dgm:prSet presAssocID="{88458A6D-AD66-4694-88D6-140767472EE8}" presName="hierChild5" presStyleCnt="0"/>
      <dgm:spPr/>
    </dgm:pt>
    <dgm:pt modelId="{A719CFA2-CD27-42E5-9959-BD8E1EB9C0AF}" type="pres">
      <dgm:prSet presAssocID="{077E8A7A-10C0-4B7D-8822-7828908F3E75}" presName="Name37" presStyleLbl="parChTrans1D3" presStyleIdx="1" presStyleCnt="45"/>
      <dgm:spPr/>
    </dgm:pt>
    <dgm:pt modelId="{5322C62F-B9B7-4423-A8D7-0F5958F7D5FB}" type="pres">
      <dgm:prSet presAssocID="{609F0105-0811-48B6-8EBE-9677D500C3A5}" presName="hierRoot2" presStyleCnt="0">
        <dgm:presLayoutVars>
          <dgm:hierBranch val="init"/>
        </dgm:presLayoutVars>
      </dgm:prSet>
      <dgm:spPr/>
    </dgm:pt>
    <dgm:pt modelId="{739BAA4D-F80D-4F19-9C44-794055BC608F}" type="pres">
      <dgm:prSet presAssocID="{609F0105-0811-48B6-8EBE-9677D500C3A5}" presName="rootComposite" presStyleCnt="0"/>
      <dgm:spPr/>
    </dgm:pt>
    <dgm:pt modelId="{3D414BC1-6469-471F-9F93-26C8893F80D4}" type="pres">
      <dgm:prSet presAssocID="{609F0105-0811-48B6-8EBE-9677D500C3A5}" presName="rootText" presStyleLbl="node3" presStyleIdx="1" presStyleCnt="45" custScaleX="285091">
        <dgm:presLayoutVars>
          <dgm:chPref val="3"/>
        </dgm:presLayoutVars>
      </dgm:prSet>
      <dgm:spPr/>
    </dgm:pt>
    <dgm:pt modelId="{A627D8D9-42D1-4015-9E99-16965925E5DA}" type="pres">
      <dgm:prSet presAssocID="{609F0105-0811-48B6-8EBE-9677D500C3A5}" presName="rootConnector" presStyleLbl="node3" presStyleIdx="1" presStyleCnt="45"/>
      <dgm:spPr/>
    </dgm:pt>
    <dgm:pt modelId="{9A3E9506-CBF5-4D52-9B03-F1BFE3980C92}" type="pres">
      <dgm:prSet presAssocID="{609F0105-0811-48B6-8EBE-9677D500C3A5}" presName="hierChild4" presStyleCnt="0"/>
      <dgm:spPr/>
    </dgm:pt>
    <dgm:pt modelId="{D9CB605F-B223-4C60-9669-AF596C6D8B51}" type="pres">
      <dgm:prSet presAssocID="{609F0105-0811-48B6-8EBE-9677D500C3A5}" presName="hierChild5" presStyleCnt="0"/>
      <dgm:spPr/>
    </dgm:pt>
    <dgm:pt modelId="{1F31C40C-4F90-4772-82E7-0B8FEDFAECD1}" type="pres">
      <dgm:prSet presAssocID="{76608B76-C2E2-4554-ABC8-A6C07F1CF24A}" presName="Name37" presStyleLbl="parChTrans1D3" presStyleIdx="2" presStyleCnt="45"/>
      <dgm:spPr/>
    </dgm:pt>
    <dgm:pt modelId="{6668ADD1-3AC5-46DE-8B4E-0635CBB1A32E}" type="pres">
      <dgm:prSet presAssocID="{AA5BFCD6-9E77-4F1B-B74F-00FF21B7CE0B}" presName="hierRoot2" presStyleCnt="0">
        <dgm:presLayoutVars>
          <dgm:hierBranch val="init"/>
        </dgm:presLayoutVars>
      </dgm:prSet>
      <dgm:spPr/>
    </dgm:pt>
    <dgm:pt modelId="{C95B61B9-F293-4B66-8F75-EB7A707662A6}" type="pres">
      <dgm:prSet presAssocID="{AA5BFCD6-9E77-4F1B-B74F-00FF21B7CE0B}" presName="rootComposite" presStyleCnt="0"/>
      <dgm:spPr/>
    </dgm:pt>
    <dgm:pt modelId="{2FBAC3D0-2662-44A9-BE59-F3C652A93B5B}" type="pres">
      <dgm:prSet presAssocID="{AA5BFCD6-9E77-4F1B-B74F-00FF21B7CE0B}" presName="rootText" presStyleLbl="node3" presStyleIdx="2" presStyleCnt="45" custScaleX="285091">
        <dgm:presLayoutVars>
          <dgm:chPref val="3"/>
        </dgm:presLayoutVars>
      </dgm:prSet>
      <dgm:spPr/>
    </dgm:pt>
    <dgm:pt modelId="{9C6CF333-F538-4AC3-A2AE-6DD8B5DB8383}" type="pres">
      <dgm:prSet presAssocID="{AA5BFCD6-9E77-4F1B-B74F-00FF21B7CE0B}" presName="rootConnector" presStyleLbl="node3" presStyleIdx="2" presStyleCnt="45"/>
      <dgm:spPr/>
    </dgm:pt>
    <dgm:pt modelId="{35B580AD-AB48-4764-9EC2-F1E852422F20}" type="pres">
      <dgm:prSet presAssocID="{AA5BFCD6-9E77-4F1B-B74F-00FF21B7CE0B}" presName="hierChild4" presStyleCnt="0"/>
      <dgm:spPr/>
    </dgm:pt>
    <dgm:pt modelId="{27881707-DEE5-45A5-A38C-584B5A0DFACD}" type="pres">
      <dgm:prSet presAssocID="{AA5BFCD6-9E77-4F1B-B74F-00FF21B7CE0B}" presName="hierChild5" presStyleCnt="0"/>
      <dgm:spPr/>
    </dgm:pt>
    <dgm:pt modelId="{F01026C9-1F84-4D27-8D75-81956C43E004}" type="pres">
      <dgm:prSet presAssocID="{164576B5-1D15-4903-B85C-0B95D835F835}" presName="Name37" presStyleLbl="parChTrans1D3" presStyleIdx="3" presStyleCnt="45"/>
      <dgm:spPr/>
    </dgm:pt>
    <dgm:pt modelId="{44E4970C-2D51-4CF5-A1DC-27645F6BF75C}" type="pres">
      <dgm:prSet presAssocID="{8977FFF4-CF5B-48FB-9117-A24354164E07}" presName="hierRoot2" presStyleCnt="0">
        <dgm:presLayoutVars>
          <dgm:hierBranch val="init"/>
        </dgm:presLayoutVars>
      </dgm:prSet>
      <dgm:spPr/>
    </dgm:pt>
    <dgm:pt modelId="{EC9D31A5-CBE2-4A29-BCD3-ED503D4034BC}" type="pres">
      <dgm:prSet presAssocID="{8977FFF4-CF5B-48FB-9117-A24354164E07}" presName="rootComposite" presStyleCnt="0"/>
      <dgm:spPr/>
    </dgm:pt>
    <dgm:pt modelId="{42C41D2A-E850-47A0-9A2A-382296B3B007}" type="pres">
      <dgm:prSet presAssocID="{8977FFF4-CF5B-48FB-9117-A24354164E07}" presName="rootText" presStyleLbl="node3" presStyleIdx="3" presStyleCnt="45" custScaleX="285091">
        <dgm:presLayoutVars>
          <dgm:chPref val="3"/>
        </dgm:presLayoutVars>
      </dgm:prSet>
      <dgm:spPr/>
    </dgm:pt>
    <dgm:pt modelId="{6FE23D94-6DDE-4099-A647-4F07BF8C4084}" type="pres">
      <dgm:prSet presAssocID="{8977FFF4-CF5B-48FB-9117-A24354164E07}" presName="rootConnector" presStyleLbl="node3" presStyleIdx="3" presStyleCnt="45"/>
      <dgm:spPr/>
    </dgm:pt>
    <dgm:pt modelId="{042EAFA7-E36A-4554-BDD5-DFEE19609159}" type="pres">
      <dgm:prSet presAssocID="{8977FFF4-CF5B-48FB-9117-A24354164E07}" presName="hierChild4" presStyleCnt="0"/>
      <dgm:spPr/>
    </dgm:pt>
    <dgm:pt modelId="{DC26441B-8D51-40C2-B460-1760A8080E71}" type="pres">
      <dgm:prSet presAssocID="{8977FFF4-CF5B-48FB-9117-A24354164E07}" presName="hierChild5" presStyleCnt="0"/>
      <dgm:spPr/>
    </dgm:pt>
    <dgm:pt modelId="{3DF84655-A033-4089-9F90-58CEECCB015E}" type="pres">
      <dgm:prSet presAssocID="{237CEE08-6478-45C9-8BDC-40FA9A934FDE}" presName="Name37" presStyleLbl="parChTrans1D3" presStyleIdx="4" presStyleCnt="45"/>
      <dgm:spPr/>
    </dgm:pt>
    <dgm:pt modelId="{85D41C27-DC3D-4D95-B191-362D15E180DB}" type="pres">
      <dgm:prSet presAssocID="{BA1EE483-C720-49D6-A668-9A373C9D90D2}" presName="hierRoot2" presStyleCnt="0">
        <dgm:presLayoutVars>
          <dgm:hierBranch val="init"/>
        </dgm:presLayoutVars>
      </dgm:prSet>
      <dgm:spPr/>
    </dgm:pt>
    <dgm:pt modelId="{28ECACBB-4B6C-45AF-8BE9-B1C257413ECD}" type="pres">
      <dgm:prSet presAssocID="{BA1EE483-C720-49D6-A668-9A373C9D90D2}" presName="rootComposite" presStyleCnt="0"/>
      <dgm:spPr/>
    </dgm:pt>
    <dgm:pt modelId="{E663F310-96B2-48DD-B6BE-0801BDD5F00F}" type="pres">
      <dgm:prSet presAssocID="{BA1EE483-C720-49D6-A668-9A373C9D90D2}" presName="rootText" presStyleLbl="node3" presStyleIdx="4" presStyleCnt="45" custScaleX="285091">
        <dgm:presLayoutVars>
          <dgm:chPref val="3"/>
        </dgm:presLayoutVars>
      </dgm:prSet>
      <dgm:spPr/>
    </dgm:pt>
    <dgm:pt modelId="{7ADB168F-12A0-4256-9C6B-A5F7EB4771B3}" type="pres">
      <dgm:prSet presAssocID="{BA1EE483-C720-49D6-A668-9A373C9D90D2}" presName="rootConnector" presStyleLbl="node3" presStyleIdx="4" presStyleCnt="45"/>
      <dgm:spPr/>
    </dgm:pt>
    <dgm:pt modelId="{B97DD2B3-77FE-4EFC-BB5A-A592392AF24D}" type="pres">
      <dgm:prSet presAssocID="{BA1EE483-C720-49D6-A668-9A373C9D90D2}" presName="hierChild4" presStyleCnt="0"/>
      <dgm:spPr/>
    </dgm:pt>
    <dgm:pt modelId="{84DE3F00-2A6E-4A9C-BDDD-5E3E10E9184C}" type="pres">
      <dgm:prSet presAssocID="{BA1EE483-C720-49D6-A668-9A373C9D90D2}" presName="hierChild5" presStyleCnt="0"/>
      <dgm:spPr/>
    </dgm:pt>
    <dgm:pt modelId="{0AF6C7D5-3DD8-4B23-A4C9-B74D03F8BD1F}" type="pres">
      <dgm:prSet presAssocID="{8CF70716-F071-41E1-AC66-E854870BA528}" presName="Name37" presStyleLbl="parChTrans1D3" presStyleIdx="5" presStyleCnt="45"/>
      <dgm:spPr/>
    </dgm:pt>
    <dgm:pt modelId="{F065AADF-2AFE-49FC-A8E7-0CF0072F9804}" type="pres">
      <dgm:prSet presAssocID="{1D548319-C7FD-42E9-A966-8D5129F399DF}" presName="hierRoot2" presStyleCnt="0">
        <dgm:presLayoutVars>
          <dgm:hierBranch val="init"/>
        </dgm:presLayoutVars>
      </dgm:prSet>
      <dgm:spPr/>
    </dgm:pt>
    <dgm:pt modelId="{016C1D24-AD69-4F25-8B7C-F21673E1AAD7}" type="pres">
      <dgm:prSet presAssocID="{1D548319-C7FD-42E9-A966-8D5129F399DF}" presName="rootComposite" presStyleCnt="0"/>
      <dgm:spPr/>
    </dgm:pt>
    <dgm:pt modelId="{ACC1A022-87D6-4E27-8FE9-EC00E9CCABE1}" type="pres">
      <dgm:prSet presAssocID="{1D548319-C7FD-42E9-A966-8D5129F399DF}" presName="rootText" presStyleLbl="node3" presStyleIdx="5" presStyleCnt="45" custScaleX="284595">
        <dgm:presLayoutVars>
          <dgm:chPref val="3"/>
        </dgm:presLayoutVars>
      </dgm:prSet>
      <dgm:spPr/>
    </dgm:pt>
    <dgm:pt modelId="{8162FF62-BB7E-4F59-A339-714CC405170A}" type="pres">
      <dgm:prSet presAssocID="{1D548319-C7FD-42E9-A966-8D5129F399DF}" presName="rootConnector" presStyleLbl="node3" presStyleIdx="5" presStyleCnt="45"/>
      <dgm:spPr/>
    </dgm:pt>
    <dgm:pt modelId="{C8E7A16B-95EF-4949-A3B5-AEA4A2B7216D}" type="pres">
      <dgm:prSet presAssocID="{1D548319-C7FD-42E9-A966-8D5129F399DF}" presName="hierChild4" presStyleCnt="0"/>
      <dgm:spPr/>
    </dgm:pt>
    <dgm:pt modelId="{8FB04EBC-7EC7-4226-809E-022FABEAC52C}" type="pres">
      <dgm:prSet presAssocID="{1D548319-C7FD-42E9-A966-8D5129F399DF}" presName="hierChild5" presStyleCnt="0"/>
      <dgm:spPr/>
    </dgm:pt>
    <dgm:pt modelId="{1DB282C6-226E-4CF0-B7AA-26FB931ED1AE}" type="pres">
      <dgm:prSet presAssocID="{7426471C-028B-4030-9B97-9BE015CE65A8}" presName="Name37" presStyleLbl="parChTrans1D3" presStyleIdx="6" presStyleCnt="45"/>
      <dgm:spPr/>
    </dgm:pt>
    <dgm:pt modelId="{11E1D71B-641E-4900-853B-B813E27075F9}" type="pres">
      <dgm:prSet presAssocID="{B7F317B9-B9FE-4BF0-BA41-C6C201D93106}" presName="hierRoot2" presStyleCnt="0">
        <dgm:presLayoutVars>
          <dgm:hierBranch val="init"/>
        </dgm:presLayoutVars>
      </dgm:prSet>
      <dgm:spPr/>
    </dgm:pt>
    <dgm:pt modelId="{0E908FC6-B3F6-4EDE-BFB8-48D9ADFBB94A}" type="pres">
      <dgm:prSet presAssocID="{B7F317B9-B9FE-4BF0-BA41-C6C201D93106}" presName="rootComposite" presStyleCnt="0"/>
      <dgm:spPr/>
    </dgm:pt>
    <dgm:pt modelId="{D8FB544E-7B69-4051-8715-CBB1BA95E05E}" type="pres">
      <dgm:prSet presAssocID="{B7F317B9-B9FE-4BF0-BA41-C6C201D93106}" presName="rootText" presStyleLbl="node3" presStyleIdx="6" presStyleCnt="45" custScaleX="284595">
        <dgm:presLayoutVars>
          <dgm:chPref val="3"/>
        </dgm:presLayoutVars>
      </dgm:prSet>
      <dgm:spPr/>
    </dgm:pt>
    <dgm:pt modelId="{FBB18CFE-148E-426C-864A-F49FE5DB0E8F}" type="pres">
      <dgm:prSet presAssocID="{B7F317B9-B9FE-4BF0-BA41-C6C201D93106}" presName="rootConnector" presStyleLbl="node3" presStyleIdx="6" presStyleCnt="45"/>
      <dgm:spPr/>
    </dgm:pt>
    <dgm:pt modelId="{B8706526-CD5E-4F42-AE71-3604A3EFBA78}" type="pres">
      <dgm:prSet presAssocID="{B7F317B9-B9FE-4BF0-BA41-C6C201D93106}" presName="hierChild4" presStyleCnt="0"/>
      <dgm:spPr/>
    </dgm:pt>
    <dgm:pt modelId="{99162D9F-561B-4F1B-8A8E-ED762103C9D9}" type="pres">
      <dgm:prSet presAssocID="{B7F317B9-B9FE-4BF0-BA41-C6C201D93106}" presName="hierChild5" presStyleCnt="0"/>
      <dgm:spPr/>
    </dgm:pt>
    <dgm:pt modelId="{966FFDD8-4D15-4292-89C4-4A0EB29DDAFE}" type="pres">
      <dgm:prSet presAssocID="{88431260-D466-46DF-9914-906BE9EFE5F0}" presName="Name37" presStyleLbl="parChTrans1D3" presStyleIdx="7" presStyleCnt="45"/>
      <dgm:spPr/>
    </dgm:pt>
    <dgm:pt modelId="{61E3C026-2155-4C05-880F-859D09929108}" type="pres">
      <dgm:prSet presAssocID="{7198578A-D85E-4171-8C4A-5E7862B1C5E2}" presName="hierRoot2" presStyleCnt="0">
        <dgm:presLayoutVars>
          <dgm:hierBranch val="init"/>
        </dgm:presLayoutVars>
      </dgm:prSet>
      <dgm:spPr/>
    </dgm:pt>
    <dgm:pt modelId="{5D478563-2D42-484A-AF23-E5FB286CBCDA}" type="pres">
      <dgm:prSet presAssocID="{7198578A-D85E-4171-8C4A-5E7862B1C5E2}" presName="rootComposite" presStyleCnt="0"/>
      <dgm:spPr/>
    </dgm:pt>
    <dgm:pt modelId="{C73B093A-F070-4AF5-8B1A-0E78901028BD}" type="pres">
      <dgm:prSet presAssocID="{7198578A-D85E-4171-8C4A-5E7862B1C5E2}" presName="rootText" presStyleLbl="node3" presStyleIdx="7" presStyleCnt="45" custScaleX="284595">
        <dgm:presLayoutVars>
          <dgm:chPref val="3"/>
        </dgm:presLayoutVars>
      </dgm:prSet>
      <dgm:spPr/>
    </dgm:pt>
    <dgm:pt modelId="{711C8527-6EC4-4353-9CB1-4E2D9F98329F}" type="pres">
      <dgm:prSet presAssocID="{7198578A-D85E-4171-8C4A-5E7862B1C5E2}" presName="rootConnector" presStyleLbl="node3" presStyleIdx="7" presStyleCnt="45"/>
      <dgm:spPr/>
    </dgm:pt>
    <dgm:pt modelId="{16CF3A13-0EA5-4386-91F9-A6BC967CE10D}" type="pres">
      <dgm:prSet presAssocID="{7198578A-D85E-4171-8C4A-5E7862B1C5E2}" presName="hierChild4" presStyleCnt="0"/>
      <dgm:spPr/>
    </dgm:pt>
    <dgm:pt modelId="{2D36656D-CB3F-41B3-A720-EE5CDB0A69D6}" type="pres">
      <dgm:prSet presAssocID="{7198578A-D85E-4171-8C4A-5E7862B1C5E2}" presName="hierChild5" presStyleCnt="0"/>
      <dgm:spPr/>
    </dgm:pt>
    <dgm:pt modelId="{10F7A585-5CDB-419B-BDA9-D0D0FB185ACD}" type="pres">
      <dgm:prSet presAssocID="{6E6CF990-6C36-4926-B186-3166B29D6040}" presName="Name37" presStyleLbl="parChTrans1D3" presStyleIdx="8" presStyleCnt="45"/>
      <dgm:spPr/>
    </dgm:pt>
    <dgm:pt modelId="{ACE77219-8155-4700-A93D-8841624B55CF}" type="pres">
      <dgm:prSet presAssocID="{B945AA69-F04C-4A8E-A3B0-591FC28DB78F}" presName="hierRoot2" presStyleCnt="0">
        <dgm:presLayoutVars>
          <dgm:hierBranch val="init"/>
        </dgm:presLayoutVars>
      </dgm:prSet>
      <dgm:spPr/>
    </dgm:pt>
    <dgm:pt modelId="{0E89B3E1-0BAA-4848-B4C8-454D1834B541}" type="pres">
      <dgm:prSet presAssocID="{B945AA69-F04C-4A8E-A3B0-591FC28DB78F}" presName="rootComposite" presStyleCnt="0"/>
      <dgm:spPr/>
    </dgm:pt>
    <dgm:pt modelId="{B41933BA-7365-4DEC-A90E-295D3948DDFA}" type="pres">
      <dgm:prSet presAssocID="{B945AA69-F04C-4A8E-A3B0-591FC28DB78F}" presName="rootText" presStyleLbl="node3" presStyleIdx="8" presStyleCnt="45" custScaleX="285091">
        <dgm:presLayoutVars>
          <dgm:chPref val="3"/>
        </dgm:presLayoutVars>
      </dgm:prSet>
      <dgm:spPr/>
    </dgm:pt>
    <dgm:pt modelId="{171C1E38-A255-4062-8548-1F2AA85028C9}" type="pres">
      <dgm:prSet presAssocID="{B945AA69-F04C-4A8E-A3B0-591FC28DB78F}" presName="rootConnector" presStyleLbl="node3" presStyleIdx="8" presStyleCnt="45"/>
      <dgm:spPr/>
    </dgm:pt>
    <dgm:pt modelId="{94DDAC0D-873E-40A1-A2CC-8ED864ECB56D}" type="pres">
      <dgm:prSet presAssocID="{B945AA69-F04C-4A8E-A3B0-591FC28DB78F}" presName="hierChild4" presStyleCnt="0"/>
      <dgm:spPr/>
    </dgm:pt>
    <dgm:pt modelId="{DF99FEA9-8021-4286-AA9B-A41787D28F8F}" type="pres">
      <dgm:prSet presAssocID="{B945AA69-F04C-4A8E-A3B0-591FC28DB78F}" presName="hierChild5" presStyleCnt="0"/>
      <dgm:spPr/>
    </dgm:pt>
    <dgm:pt modelId="{B1FDA17D-97E7-4AE1-8CED-D38D698C0F06}" type="pres">
      <dgm:prSet presAssocID="{84254C5F-BD61-47C5-B622-3CE95978AEDA}" presName="hierChild5" presStyleCnt="0"/>
      <dgm:spPr/>
    </dgm:pt>
    <dgm:pt modelId="{00DCC907-DE7B-4D81-A2D3-3348F9861A81}" type="pres">
      <dgm:prSet presAssocID="{54F19E6C-C3E8-411E-8648-73799C9390BA}" presName="Name37" presStyleLbl="parChTrans1D2" presStyleIdx="1" presStyleCnt="5"/>
      <dgm:spPr/>
    </dgm:pt>
    <dgm:pt modelId="{0B29A15D-82BD-4DFE-A988-E59D1631B059}" type="pres">
      <dgm:prSet presAssocID="{28D6F92B-F039-40E2-A48E-F1898B77D9AB}" presName="hierRoot2" presStyleCnt="0">
        <dgm:presLayoutVars>
          <dgm:hierBranch val="init"/>
        </dgm:presLayoutVars>
      </dgm:prSet>
      <dgm:spPr/>
    </dgm:pt>
    <dgm:pt modelId="{185B3F3D-C9E3-4742-9BFB-AEEE72CFD0CB}" type="pres">
      <dgm:prSet presAssocID="{28D6F92B-F039-40E2-A48E-F1898B77D9AB}" presName="rootComposite" presStyleCnt="0"/>
      <dgm:spPr/>
    </dgm:pt>
    <dgm:pt modelId="{7C3978B1-AD45-4232-8F47-915026394ECC}" type="pres">
      <dgm:prSet presAssocID="{28D6F92B-F039-40E2-A48E-F1898B77D9AB}" presName="rootText" presStyleLbl="node2" presStyleIdx="1" presStyleCnt="5" custScaleX="383114" custScaleY="128444" custLinFactNeighborY="10206">
        <dgm:presLayoutVars>
          <dgm:chPref val="3"/>
        </dgm:presLayoutVars>
      </dgm:prSet>
      <dgm:spPr/>
    </dgm:pt>
    <dgm:pt modelId="{0EAE0369-EFC6-4472-9D51-E9062150CEC1}" type="pres">
      <dgm:prSet presAssocID="{28D6F92B-F039-40E2-A48E-F1898B77D9AB}" presName="rootConnector" presStyleLbl="node2" presStyleIdx="1" presStyleCnt="5"/>
      <dgm:spPr/>
    </dgm:pt>
    <dgm:pt modelId="{19EABA58-3EE8-49D3-8EBF-E8041DEE57FE}" type="pres">
      <dgm:prSet presAssocID="{28D6F92B-F039-40E2-A48E-F1898B77D9AB}" presName="hierChild4" presStyleCnt="0"/>
      <dgm:spPr/>
    </dgm:pt>
    <dgm:pt modelId="{F8AC81AB-8C7C-4D00-B1B1-2EA512198A10}" type="pres">
      <dgm:prSet presAssocID="{7CD2EAE5-38FE-4D09-A88F-02A288B88F5C}" presName="Name37" presStyleLbl="parChTrans1D3" presStyleIdx="9" presStyleCnt="45"/>
      <dgm:spPr/>
    </dgm:pt>
    <dgm:pt modelId="{7A3E2EB3-9F60-47A7-8FCC-63BB86E88BDF}" type="pres">
      <dgm:prSet presAssocID="{EA73E618-4005-4DF5-980D-B75C5B5C7182}" presName="hierRoot2" presStyleCnt="0">
        <dgm:presLayoutVars>
          <dgm:hierBranch val="init"/>
        </dgm:presLayoutVars>
      </dgm:prSet>
      <dgm:spPr/>
    </dgm:pt>
    <dgm:pt modelId="{C5A90A41-5594-4006-BF8C-B921A2BD7ED6}" type="pres">
      <dgm:prSet presAssocID="{EA73E618-4005-4DF5-980D-B75C5B5C7182}" presName="rootComposite" presStyleCnt="0"/>
      <dgm:spPr/>
    </dgm:pt>
    <dgm:pt modelId="{47EF2610-262C-49F6-A611-26B51093172E}" type="pres">
      <dgm:prSet presAssocID="{EA73E618-4005-4DF5-980D-B75C5B5C7182}" presName="rootText" presStyleLbl="node3" presStyleIdx="9" presStyleCnt="45" custScaleX="285091">
        <dgm:presLayoutVars>
          <dgm:chPref val="3"/>
        </dgm:presLayoutVars>
      </dgm:prSet>
      <dgm:spPr/>
    </dgm:pt>
    <dgm:pt modelId="{DFFEB236-F307-476B-B76E-DB73C371D3D6}" type="pres">
      <dgm:prSet presAssocID="{EA73E618-4005-4DF5-980D-B75C5B5C7182}" presName="rootConnector" presStyleLbl="node3" presStyleIdx="9" presStyleCnt="45"/>
      <dgm:spPr/>
    </dgm:pt>
    <dgm:pt modelId="{2D1CC1AF-CCD7-4EBF-A1AD-4CEB3868FA7F}" type="pres">
      <dgm:prSet presAssocID="{EA73E618-4005-4DF5-980D-B75C5B5C7182}" presName="hierChild4" presStyleCnt="0"/>
      <dgm:spPr/>
    </dgm:pt>
    <dgm:pt modelId="{827F148B-0305-4374-B7DA-CFA54861523C}" type="pres">
      <dgm:prSet presAssocID="{EA73E618-4005-4DF5-980D-B75C5B5C7182}" presName="hierChild5" presStyleCnt="0"/>
      <dgm:spPr/>
    </dgm:pt>
    <dgm:pt modelId="{51C9537D-A96B-4EFB-9DC4-FE08DB107745}" type="pres">
      <dgm:prSet presAssocID="{03125C03-9374-4248-97F1-A054CFE56DCA}" presName="Name37" presStyleLbl="parChTrans1D3" presStyleIdx="10" presStyleCnt="45"/>
      <dgm:spPr/>
    </dgm:pt>
    <dgm:pt modelId="{EE43DA2B-41F7-441E-8798-9662F15E85FB}" type="pres">
      <dgm:prSet presAssocID="{AD70F428-4E42-4608-977B-BCB68918DC20}" presName="hierRoot2" presStyleCnt="0">
        <dgm:presLayoutVars>
          <dgm:hierBranch val="init"/>
        </dgm:presLayoutVars>
      </dgm:prSet>
      <dgm:spPr/>
    </dgm:pt>
    <dgm:pt modelId="{52F21BE2-A64A-4A89-A2B2-3DF5E648F3F7}" type="pres">
      <dgm:prSet presAssocID="{AD70F428-4E42-4608-977B-BCB68918DC20}" presName="rootComposite" presStyleCnt="0"/>
      <dgm:spPr/>
    </dgm:pt>
    <dgm:pt modelId="{15AD67B7-F3A1-41BF-81EF-6665535A83D1}" type="pres">
      <dgm:prSet presAssocID="{AD70F428-4E42-4608-977B-BCB68918DC20}" presName="rootText" presStyleLbl="node3" presStyleIdx="10" presStyleCnt="45" custScaleX="285091">
        <dgm:presLayoutVars>
          <dgm:chPref val="3"/>
        </dgm:presLayoutVars>
      </dgm:prSet>
      <dgm:spPr/>
    </dgm:pt>
    <dgm:pt modelId="{05122CEC-742C-4CAE-9CF3-FD18BB7B92AA}" type="pres">
      <dgm:prSet presAssocID="{AD70F428-4E42-4608-977B-BCB68918DC20}" presName="rootConnector" presStyleLbl="node3" presStyleIdx="10" presStyleCnt="45"/>
      <dgm:spPr/>
    </dgm:pt>
    <dgm:pt modelId="{66609CD2-D9E9-455E-951B-254A6D4880EF}" type="pres">
      <dgm:prSet presAssocID="{AD70F428-4E42-4608-977B-BCB68918DC20}" presName="hierChild4" presStyleCnt="0"/>
      <dgm:spPr/>
    </dgm:pt>
    <dgm:pt modelId="{1BEF2B0E-2C3F-4F69-9E56-CD3F17AB1746}" type="pres">
      <dgm:prSet presAssocID="{AD70F428-4E42-4608-977B-BCB68918DC20}" presName="hierChild5" presStyleCnt="0"/>
      <dgm:spPr/>
    </dgm:pt>
    <dgm:pt modelId="{5475C939-12EF-40DE-9635-B851334C8D7C}" type="pres">
      <dgm:prSet presAssocID="{C30FBF1A-7011-4FD5-B0CB-FE186B53E1D1}" presName="Name37" presStyleLbl="parChTrans1D3" presStyleIdx="11" presStyleCnt="45"/>
      <dgm:spPr/>
    </dgm:pt>
    <dgm:pt modelId="{1832F1BA-3BAC-4A4F-8246-6106043C003F}" type="pres">
      <dgm:prSet presAssocID="{5FE16AEE-621B-47BA-8205-2AE99840FB3A}" presName="hierRoot2" presStyleCnt="0">
        <dgm:presLayoutVars>
          <dgm:hierBranch val="init"/>
        </dgm:presLayoutVars>
      </dgm:prSet>
      <dgm:spPr/>
    </dgm:pt>
    <dgm:pt modelId="{62749A8C-E800-4628-B53E-9CB94CCABAB4}" type="pres">
      <dgm:prSet presAssocID="{5FE16AEE-621B-47BA-8205-2AE99840FB3A}" presName="rootComposite" presStyleCnt="0"/>
      <dgm:spPr/>
    </dgm:pt>
    <dgm:pt modelId="{356351CC-6E38-4D93-961D-36F5F180FFD0}" type="pres">
      <dgm:prSet presAssocID="{5FE16AEE-621B-47BA-8205-2AE99840FB3A}" presName="rootText" presStyleLbl="node3" presStyleIdx="11" presStyleCnt="45" custScaleX="285091">
        <dgm:presLayoutVars>
          <dgm:chPref val="3"/>
        </dgm:presLayoutVars>
      </dgm:prSet>
      <dgm:spPr/>
    </dgm:pt>
    <dgm:pt modelId="{DA74AC37-F492-49E0-A558-C108E27D8A58}" type="pres">
      <dgm:prSet presAssocID="{5FE16AEE-621B-47BA-8205-2AE99840FB3A}" presName="rootConnector" presStyleLbl="node3" presStyleIdx="11" presStyleCnt="45"/>
      <dgm:spPr/>
    </dgm:pt>
    <dgm:pt modelId="{58BD6AF4-F854-4AD9-A877-3A5D7B6E2DEF}" type="pres">
      <dgm:prSet presAssocID="{5FE16AEE-621B-47BA-8205-2AE99840FB3A}" presName="hierChild4" presStyleCnt="0"/>
      <dgm:spPr/>
    </dgm:pt>
    <dgm:pt modelId="{B6FA4CCD-DE72-4F96-9C8D-289933C2AD9C}" type="pres">
      <dgm:prSet presAssocID="{5FE16AEE-621B-47BA-8205-2AE99840FB3A}" presName="hierChild5" presStyleCnt="0"/>
      <dgm:spPr/>
    </dgm:pt>
    <dgm:pt modelId="{101A529F-919B-4413-A677-D90090841E2A}" type="pres">
      <dgm:prSet presAssocID="{5B980860-8A4F-4504-999F-F187E2D732A5}" presName="Name37" presStyleLbl="parChTrans1D3" presStyleIdx="12" presStyleCnt="45"/>
      <dgm:spPr/>
    </dgm:pt>
    <dgm:pt modelId="{DDF0E914-27FB-49E2-9165-8ED5CD380052}" type="pres">
      <dgm:prSet presAssocID="{9F767604-D09C-4625-B3BB-AAF121A21EF8}" presName="hierRoot2" presStyleCnt="0">
        <dgm:presLayoutVars>
          <dgm:hierBranch val="init"/>
        </dgm:presLayoutVars>
      </dgm:prSet>
      <dgm:spPr/>
    </dgm:pt>
    <dgm:pt modelId="{AF68679E-1C44-4136-B636-A45806652D21}" type="pres">
      <dgm:prSet presAssocID="{9F767604-D09C-4625-B3BB-AAF121A21EF8}" presName="rootComposite" presStyleCnt="0"/>
      <dgm:spPr/>
    </dgm:pt>
    <dgm:pt modelId="{E72EA9CC-C92E-48C2-849F-E50317016FEE}" type="pres">
      <dgm:prSet presAssocID="{9F767604-D09C-4625-B3BB-AAF121A21EF8}" presName="rootText" presStyleLbl="node3" presStyleIdx="12" presStyleCnt="45" custScaleX="285091">
        <dgm:presLayoutVars>
          <dgm:chPref val="3"/>
        </dgm:presLayoutVars>
      </dgm:prSet>
      <dgm:spPr/>
    </dgm:pt>
    <dgm:pt modelId="{CD54C4D1-15AA-4A3E-A061-64FAE40AF4E9}" type="pres">
      <dgm:prSet presAssocID="{9F767604-D09C-4625-B3BB-AAF121A21EF8}" presName="rootConnector" presStyleLbl="node3" presStyleIdx="12" presStyleCnt="45"/>
      <dgm:spPr/>
    </dgm:pt>
    <dgm:pt modelId="{336FCF2F-19B7-49C6-BCA1-7AF93E70CB57}" type="pres">
      <dgm:prSet presAssocID="{9F767604-D09C-4625-B3BB-AAF121A21EF8}" presName="hierChild4" presStyleCnt="0"/>
      <dgm:spPr/>
    </dgm:pt>
    <dgm:pt modelId="{5A9C4C91-B01D-4FE4-8C34-92FE3C3224CB}" type="pres">
      <dgm:prSet presAssocID="{9F767604-D09C-4625-B3BB-AAF121A21EF8}" presName="hierChild5" presStyleCnt="0"/>
      <dgm:spPr/>
    </dgm:pt>
    <dgm:pt modelId="{40F6DA8E-9DF5-4A35-9156-B5AFFA6A5435}" type="pres">
      <dgm:prSet presAssocID="{9C4B4009-1AD2-41F0-8265-607A0451BA79}" presName="Name37" presStyleLbl="parChTrans1D3" presStyleIdx="13" presStyleCnt="45"/>
      <dgm:spPr/>
    </dgm:pt>
    <dgm:pt modelId="{778FB53B-B3E8-4F03-A32C-75049562D868}" type="pres">
      <dgm:prSet presAssocID="{9665C4EF-51A9-488D-AA3A-E644B230A214}" presName="hierRoot2" presStyleCnt="0">
        <dgm:presLayoutVars>
          <dgm:hierBranch val="init"/>
        </dgm:presLayoutVars>
      </dgm:prSet>
      <dgm:spPr/>
    </dgm:pt>
    <dgm:pt modelId="{6DFAA270-FFE9-42CA-A6A7-5CB7870C0A39}" type="pres">
      <dgm:prSet presAssocID="{9665C4EF-51A9-488D-AA3A-E644B230A214}" presName="rootComposite" presStyleCnt="0"/>
      <dgm:spPr/>
    </dgm:pt>
    <dgm:pt modelId="{787B74F5-14FE-43E6-BAD3-7B5F031A9E60}" type="pres">
      <dgm:prSet presAssocID="{9665C4EF-51A9-488D-AA3A-E644B230A214}" presName="rootText" presStyleLbl="node3" presStyleIdx="13" presStyleCnt="45" custScaleX="285091">
        <dgm:presLayoutVars>
          <dgm:chPref val="3"/>
        </dgm:presLayoutVars>
      </dgm:prSet>
      <dgm:spPr/>
    </dgm:pt>
    <dgm:pt modelId="{A2DDB89F-186F-4133-A231-38AAF3E8052F}" type="pres">
      <dgm:prSet presAssocID="{9665C4EF-51A9-488D-AA3A-E644B230A214}" presName="rootConnector" presStyleLbl="node3" presStyleIdx="13" presStyleCnt="45"/>
      <dgm:spPr/>
    </dgm:pt>
    <dgm:pt modelId="{5E1615F4-E42E-4492-9D63-C673C658AD6A}" type="pres">
      <dgm:prSet presAssocID="{9665C4EF-51A9-488D-AA3A-E644B230A214}" presName="hierChild4" presStyleCnt="0"/>
      <dgm:spPr/>
    </dgm:pt>
    <dgm:pt modelId="{C0556AAC-BB1E-4EA8-918D-896C9A18E448}" type="pres">
      <dgm:prSet presAssocID="{9665C4EF-51A9-488D-AA3A-E644B230A214}" presName="hierChild5" presStyleCnt="0"/>
      <dgm:spPr/>
    </dgm:pt>
    <dgm:pt modelId="{E2E28B2B-6668-4052-8967-E440B70B24B2}" type="pres">
      <dgm:prSet presAssocID="{073E2BF9-9056-4FDD-BA3E-4E763F339170}" presName="Name37" presStyleLbl="parChTrans1D3" presStyleIdx="14" presStyleCnt="45"/>
      <dgm:spPr/>
    </dgm:pt>
    <dgm:pt modelId="{731078B9-78DB-438D-870B-C44C596EB90C}" type="pres">
      <dgm:prSet presAssocID="{784BF93F-E29B-43B4-B0D8-A26C9EC3E2CA}" presName="hierRoot2" presStyleCnt="0">
        <dgm:presLayoutVars>
          <dgm:hierBranch val="init"/>
        </dgm:presLayoutVars>
      </dgm:prSet>
      <dgm:spPr/>
    </dgm:pt>
    <dgm:pt modelId="{89406516-F728-4087-A1A7-D7B38CD3B5F0}" type="pres">
      <dgm:prSet presAssocID="{784BF93F-E29B-43B4-B0D8-A26C9EC3E2CA}" presName="rootComposite" presStyleCnt="0"/>
      <dgm:spPr/>
    </dgm:pt>
    <dgm:pt modelId="{7EB367D9-B5C6-4075-8114-7A14712B38E9}" type="pres">
      <dgm:prSet presAssocID="{784BF93F-E29B-43B4-B0D8-A26C9EC3E2CA}" presName="rootText" presStyleLbl="node3" presStyleIdx="14" presStyleCnt="45" custScaleX="285091">
        <dgm:presLayoutVars>
          <dgm:chPref val="3"/>
        </dgm:presLayoutVars>
      </dgm:prSet>
      <dgm:spPr/>
    </dgm:pt>
    <dgm:pt modelId="{7BF497F7-C458-432B-8C8E-BA162EED42E7}" type="pres">
      <dgm:prSet presAssocID="{784BF93F-E29B-43B4-B0D8-A26C9EC3E2CA}" presName="rootConnector" presStyleLbl="node3" presStyleIdx="14" presStyleCnt="45"/>
      <dgm:spPr/>
    </dgm:pt>
    <dgm:pt modelId="{A997E57F-BBA9-4C36-83FC-58CC09CBF935}" type="pres">
      <dgm:prSet presAssocID="{784BF93F-E29B-43B4-B0D8-A26C9EC3E2CA}" presName="hierChild4" presStyleCnt="0"/>
      <dgm:spPr/>
    </dgm:pt>
    <dgm:pt modelId="{39D44804-2F72-49F3-8F37-EDAF55FE64E7}" type="pres">
      <dgm:prSet presAssocID="{784BF93F-E29B-43B4-B0D8-A26C9EC3E2CA}" presName="hierChild5" presStyleCnt="0"/>
      <dgm:spPr/>
    </dgm:pt>
    <dgm:pt modelId="{6DF3003B-A276-4133-8785-6656AF26AB75}" type="pres">
      <dgm:prSet presAssocID="{E2F77C6C-2C27-4929-BD63-5A86DD35251F}" presName="Name37" presStyleLbl="parChTrans1D3" presStyleIdx="15" presStyleCnt="45"/>
      <dgm:spPr/>
    </dgm:pt>
    <dgm:pt modelId="{8A484C69-B8D5-4BC2-AD23-E952A972CF4C}" type="pres">
      <dgm:prSet presAssocID="{89022E07-907B-4E1D-9DD1-B2EC64594366}" presName="hierRoot2" presStyleCnt="0">
        <dgm:presLayoutVars>
          <dgm:hierBranch val="init"/>
        </dgm:presLayoutVars>
      </dgm:prSet>
      <dgm:spPr/>
    </dgm:pt>
    <dgm:pt modelId="{27953530-D4CD-4173-8CA0-0F1F87675F24}" type="pres">
      <dgm:prSet presAssocID="{89022E07-907B-4E1D-9DD1-B2EC64594366}" presName="rootComposite" presStyleCnt="0"/>
      <dgm:spPr/>
    </dgm:pt>
    <dgm:pt modelId="{59999E13-C0C6-4CD5-B93E-32D6E34D1CF8}" type="pres">
      <dgm:prSet presAssocID="{89022E07-907B-4E1D-9DD1-B2EC64594366}" presName="rootText" presStyleLbl="node3" presStyleIdx="15" presStyleCnt="45" custScaleX="285091">
        <dgm:presLayoutVars>
          <dgm:chPref val="3"/>
        </dgm:presLayoutVars>
      </dgm:prSet>
      <dgm:spPr/>
    </dgm:pt>
    <dgm:pt modelId="{D60A8266-FB56-490D-A4BE-939BB125A782}" type="pres">
      <dgm:prSet presAssocID="{89022E07-907B-4E1D-9DD1-B2EC64594366}" presName="rootConnector" presStyleLbl="node3" presStyleIdx="15" presStyleCnt="45"/>
      <dgm:spPr/>
    </dgm:pt>
    <dgm:pt modelId="{4B6D1A3B-F6CC-452C-B331-73E47C76DE3A}" type="pres">
      <dgm:prSet presAssocID="{89022E07-907B-4E1D-9DD1-B2EC64594366}" presName="hierChild4" presStyleCnt="0"/>
      <dgm:spPr/>
    </dgm:pt>
    <dgm:pt modelId="{1946F348-3C24-46A9-A9D1-1FF3216F324E}" type="pres">
      <dgm:prSet presAssocID="{89022E07-907B-4E1D-9DD1-B2EC64594366}" presName="hierChild5" presStyleCnt="0"/>
      <dgm:spPr/>
    </dgm:pt>
    <dgm:pt modelId="{077F745B-FC27-4010-A785-C07D9CC000D1}" type="pres">
      <dgm:prSet presAssocID="{BBE4AE38-4410-40E9-BBD0-147C7279A663}" presName="Name37" presStyleLbl="parChTrans1D3" presStyleIdx="16" presStyleCnt="45"/>
      <dgm:spPr/>
    </dgm:pt>
    <dgm:pt modelId="{D82C9235-0B6D-40DD-9CB6-1F4186FF1322}" type="pres">
      <dgm:prSet presAssocID="{3E6D57DB-8501-4023-BE27-86D28ABD94BC}" presName="hierRoot2" presStyleCnt="0">
        <dgm:presLayoutVars>
          <dgm:hierBranch val="init"/>
        </dgm:presLayoutVars>
      </dgm:prSet>
      <dgm:spPr/>
    </dgm:pt>
    <dgm:pt modelId="{89BFD28E-C6CC-4277-8586-0EFC8E22D977}" type="pres">
      <dgm:prSet presAssocID="{3E6D57DB-8501-4023-BE27-86D28ABD94BC}" presName="rootComposite" presStyleCnt="0"/>
      <dgm:spPr/>
    </dgm:pt>
    <dgm:pt modelId="{B0E9722A-E6F6-4A92-8F27-6C6A3B144740}" type="pres">
      <dgm:prSet presAssocID="{3E6D57DB-8501-4023-BE27-86D28ABD94BC}" presName="rootText" presStyleLbl="node3" presStyleIdx="16" presStyleCnt="45" custScaleX="285651">
        <dgm:presLayoutVars>
          <dgm:chPref val="3"/>
        </dgm:presLayoutVars>
      </dgm:prSet>
      <dgm:spPr/>
    </dgm:pt>
    <dgm:pt modelId="{992A6363-985C-46F6-B183-1BC6CC599F13}" type="pres">
      <dgm:prSet presAssocID="{3E6D57DB-8501-4023-BE27-86D28ABD94BC}" presName="rootConnector" presStyleLbl="node3" presStyleIdx="16" presStyleCnt="45"/>
      <dgm:spPr/>
    </dgm:pt>
    <dgm:pt modelId="{974D1501-8E98-44B8-8977-0F57AA146F56}" type="pres">
      <dgm:prSet presAssocID="{3E6D57DB-8501-4023-BE27-86D28ABD94BC}" presName="hierChild4" presStyleCnt="0"/>
      <dgm:spPr/>
    </dgm:pt>
    <dgm:pt modelId="{0CA4E116-E332-4E6F-83F8-98813F8E4421}" type="pres">
      <dgm:prSet presAssocID="{3E6D57DB-8501-4023-BE27-86D28ABD94BC}" presName="hierChild5" presStyleCnt="0"/>
      <dgm:spPr/>
    </dgm:pt>
    <dgm:pt modelId="{BA97DA16-D85D-4059-98BF-180A05082B49}" type="pres">
      <dgm:prSet presAssocID="{A56829F5-9E8B-4E02-9822-4D96D25BE4E3}" presName="Name37" presStyleLbl="parChTrans1D3" presStyleIdx="17" presStyleCnt="45"/>
      <dgm:spPr/>
    </dgm:pt>
    <dgm:pt modelId="{7C9602E8-DFDD-4E60-A80F-37E857D46E73}" type="pres">
      <dgm:prSet presAssocID="{9BE7DB0F-89BB-4A2D-AD19-D9669C50F6F5}" presName="hierRoot2" presStyleCnt="0">
        <dgm:presLayoutVars>
          <dgm:hierBranch val="init"/>
        </dgm:presLayoutVars>
      </dgm:prSet>
      <dgm:spPr/>
    </dgm:pt>
    <dgm:pt modelId="{513E7C28-1E5B-4EB5-8B60-F25201A44A41}" type="pres">
      <dgm:prSet presAssocID="{9BE7DB0F-89BB-4A2D-AD19-D9669C50F6F5}" presName="rootComposite" presStyleCnt="0"/>
      <dgm:spPr/>
    </dgm:pt>
    <dgm:pt modelId="{4F9F0F93-F5E8-48D0-A6ED-3ACD80B9F600}" type="pres">
      <dgm:prSet presAssocID="{9BE7DB0F-89BB-4A2D-AD19-D9669C50F6F5}" presName="rootText" presStyleLbl="node3" presStyleIdx="17" presStyleCnt="45" custScaleX="285091">
        <dgm:presLayoutVars>
          <dgm:chPref val="3"/>
        </dgm:presLayoutVars>
      </dgm:prSet>
      <dgm:spPr/>
    </dgm:pt>
    <dgm:pt modelId="{B3878406-6FD0-43C3-834B-5E7FC3CB17D5}" type="pres">
      <dgm:prSet presAssocID="{9BE7DB0F-89BB-4A2D-AD19-D9669C50F6F5}" presName="rootConnector" presStyleLbl="node3" presStyleIdx="17" presStyleCnt="45"/>
      <dgm:spPr/>
    </dgm:pt>
    <dgm:pt modelId="{A7A1B93C-6524-4712-96AE-CEC4B909D795}" type="pres">
      <dgm:prSet presAssocID="{9BE7DB0F-89BB-4A2D-AD19-D9669C50F6F5}" presName="hierChild4" presStyleCnt="0"/>
      <dgm:spPr/>
    </dgm:pt>
    <dgm:pt modelId="{BC2D9487-8A76-453E-B460-209907C29A3C}" type="pres">
      <dgm:prSet presAssocID="{9BE7DB0F-89BB-4A2D-AD19-D9669C50F6F5}" presName="hierChild5" presStyleCnt="0"/>
      <dgm:spPr/>
    </dgm:pt>
    <dgm:pt modelId="{D9AA2CB4-F626-45CE-AC16-F85BA00B1FB0}" type="pres">
      <dgm:prSet presAssocID="{28D6F92B-F039-40E2-A48E-F1898B77D9AB}" presName="hierChild5" presStyleCnt="0"/>
      <dgm:spPr/>
    </dgm:pt>
    <dgm:pt modelId="{900BAFE4-F476-447C-9760-568102D48C73}" type="pres">
      <dgm:prSet presAssocID="{80CFEC3E-EE68-49C6-A225-D577AF825CA5}" presName="Name37" presStyleLbl="parChTrans1D2" presStyleIdx="2" presStyleCnt="5"/>
      <dgm:spPr/>
    </dgm:pt>
    <dgm:pt modelId="{2DA393E9-E445-4546-9117-152FDF29ECC1}" type="pres">
      <dgm:prSet presAssocID="{7FAA21C3-3E77-418C-B254-4C18B15F3A70}" presName="hierRoot2" presStyleCnt="0">
        <dgm:presLayoutVars>
          <dgm:hierBranch val="init"/>
        </dgm:presLayoutVars>
      </dgm:prSet>
      <dgm:spPr/>
    </dgm:pt>
    <dgm:pt modelId="{5F865E0F-A45E-4274-9A73-F78D761DAE13}" type="pres">
      <dgm:prSet presAssocID="{7FAA21C3-3E77-418C-B254-4C18B15F3A70}" presName="rootComposite" presStyleCnt="0"/>
      <dgm:spPr/>
    </dgm:pt>
    <dgm:pt modelId="{2FAD0B4A-46DD-4E32-8B0C-4AC9A2727487}" type="pres">
      <dgm:prSet presAssocID="{7FAA21C3-3E77-418C-B254-4C18B15F3A70}" presName="rootText" presStyleLbl="node2" presStyleIdx="2" presStyleCnt="5" custScaleX="383114" custScaleY="128444" custLinFactNeighborY="10206">
        <dgm:presLayoutVars>
          <dgm:chPref val="3"/>
        </dgm:presLayoutVars>
      </dgm:prSet>
      <dgm:spPr/>
    </dgm:pt>
    <dgm:pt modelId="{92F03AE3-7E10-4458-A9D2-E6963789A382}" type="pres">
      <dgm:prSet presAssocID="{7FAA21C3-3E77-418C-B254-4C18B15F3A70}" presName="rootConnector" presStyleLbl="node2" presStyleIdx="2" presStyleCnt="5"/>
      <dgm:spPr/>
    </dgm:pt>
    <dgm:pt modelId="{9A7C7173-160A-4428-A0F4-ECB26AFE8E35}" type="pres">
      <dgm:prSet presAssocID="{7FAA21C3-3E77-418C-B254-4C18B15F3A70}" presName="hierChild4" presStyleCnt="0"/>
      <dgm:spPr/>
    </dgm:pt>
    <dgm:pt modelId="{E6B3F519-8B3D-4CE9-9BFF-78CF15FFF2B2}" type="pres">
      <dgm:prSet presAssocID="{091910B3-5F32-42BA-B5C7-84F8FD84781C}" presName="Name37" presStyleLbl="parChTrans1D3" presStyleIdx="18" presStyleCnt="45"/>
      <dgm:spPr/>
    </dgm:pt>
    <dgm:pt modelId="{0BAE219B-0C26-4983-BC8E-38DBCF12FB9B}" type="pres">
      <dgm:prSet presAssocID="{5217F8F7-ADBE-45DB-9E65-B3EAF651AA71}" presName="hierRoot2" presStyleCnt="0">
        <dgm:presLayoutVars>
          <dgm:hierBranch val="init"/>
        </dgm:presLayoutVars>
      </dgm:prSet>
      <dgm:spPr/>
    </dgm:pt>
    <dgm:pt modelId="{D47060CB-3E94-4646-BBA7-435B3894ADF7}" type="pres">
      <dgm:prSet presAssocID="{5217F8F7-ADBE-45DB-9E65-B3EAF651AA71}" presName="rootComposite" presStyleCnt="0"/>
      <dgm:spPr/>
    </dgm:pt>
    <dgm:pt modelId="{AC7935D2-41FD-4F83-B64C-05B6AF5FD429}" type="pres">
      <dgm:prSet presAssocID="{5217F8F7-ADBE-45DB-9E65-B3EAF651AA71}" presName="rootText" presStyleLbl="node3" presStyleIdx="18" presStyleCnt="45" custScaleX="285091">
        <dgm:presLayoutVars>
          <dgm:chPref val="3"/>
        </dgm:presLayoutVars>
      </dgm:prSet>
      <dgm:spPr/>
    </dgm:pt>
    <dgm:pt modelId="{AA4F8721-23E3-4D14-A19D-5816660FC907}" type="pres">
      <dgm:prSet presAssocID="{5217F8F7-ADBE-45DB-9E65-B3EAF651AA71}" presName="rootConnector" presStyleLbl="node3" presStyleIdx="18" presStyleCnt="45"/>
      <dgm:spPr/>
    </dgm:pt>
    <dgm:pt modelId="{B6A882BD-34D6-4509-963B-ADEF9596112B}" type="pres">
      <dgm:prSet presAssocID="{5217F8F7-ADBE-45DB-9E65-B3EAF651AA71}" presName="hierChild4" presStyleCnt="0"/>
      <dgm:spPr/>
    </dgm:pt>
    <dgm:pt modelId="{7BAD21C8-EDDA-4988-8FCE-BDA613E48100}" type="pres">
      <dgm:prSet presAssocID="{5217F8F7-ADBE-45DB-9E65-B3EAF651AA71}" presName="hierChild5" presStyleCnt="0"/>
      <dgm:spPr/>
    </dgm:pt>
    <dgm:pt modelId="{EFB44C33-93A4-4AC7-81D9-B490D56CDED2}" type="pres">
      <dgm:prSet presAssocID="{3BB22BFE-4821-4360-ACCA-62A2021C37B5}" presName="Name37" presStyleLbl="parChTrans1D3" presStyleIdx="19" presStyleCnt="45"/>
      <dgm:spPr/>
    </dgm:pt>
    <dgm:pt modelId="{D018CCE8-DEEB-4D66-8D06-5030DCAC6356}" type="pres">
      <dgm:prSet presAssocID="{8F6E0F7B-9D21-4E54-8ECF-1DB174AB8346}" presName="hierRoot2" presStyleCnt="0">
        <dgm:presLayoutVars>
          <dgm:hierBranch val="init"/>
        </dgm:presLayoutVars>
      </dgm:prSet>
      <dgm:spPr/>
    </dgm:pt>
    <dgm:pt modelId="{76C6E94D-FE50-40AA-AE07-ADB34172AB13}" type="pres">
      <dgm:prSet presAssocID="{8F6E0F7B-9D21-4E54-8ECF-1DB174AB8346}" presName="rootComposite" presStyleCnt="0"/>
      <dgm:spPr/>
    </dgm:pt>
    <dgm:pt modelId="{97014ACD-C82B-4E78-A3D8-6ED944D4BDC9}" type="pres">
      <dgm:prSet presAssocID="{8F6E0F7B-9D21-4E54-8ECF-1DB174AB8346}" presName="rootText" presStyleLbl="node3" presStyleIdx="19" presStyleCnt="45" custScaleX="285091">
        <dgm:presLayoutVars>
          <dgm:chPref val="3"/>
        </dgm:presLayoutVars>
      </dgm:prSet>
      <dgm:spPr/>
    </dgm:pt>
    <dgm:pt modelId="{1DE9F4EA-3B97-4516-8E62-7AAE0D744D98}" type="pres">
      <dgm:prSet presAssocID="{8F6E0F7B-9D21-4E54-8ECF-1DB174AB8346}" presName="rootConnector" presStyleLbl="node3" presStyleIdx="19" presStyleCnt="45"/>
      <dgm:spPr/>
    </dgm:pt>
    <dgm:pt modelId="{9B45AB75-131B-4FAC-9357-6A6BFB25C110}" type="pres">
      <dgm:prSet presAssocID="{8F6E0F7B-9D21-4E54-8ECF-1DB174AB8346}" presName="hierChild4" presStyleCnt="0"/>
      <dgm:spPr/>
    </dgm:pt>
    <dgm:pt modelId="{989C6455-0534-4F07-9D9E-17DE83BD728A}" type="pres">
      <dgm:prSet presAssocID="{8F6E0F7B-9D21-4E54-8ECF-1DB174AB8346}" presName="hierChild5" presStyleCnt="0"/>
      <dgm:spPr/>
    </dgm:pt>
    <dgm:pt modelId="{29F02A17-6F68-494A-8763-83F01E7F6551}" type="pres">
      <dgm:prSet presAssocID="{69C212A2-D8C4-4066-A318-FBBFBC70539E}" presName="Name37" presStyleLbl="parChTrans1D3" presStyleIdx="20" presStyleCnt="45"/>
      <dgm:spPr/>
    </dgm:pt>
    <dgm:pt modelId="{E10D104B-88B4-43CB-937F-00B05EAA44DB}" type="pres">
      <dgm:prSet presAssocID="{C3CC12FF-CF50-4285-AFD8-CC7B23113390}" presName="hierRoot2" presStyleCnt="0">
        <dgm:presLayoutVars>
          <dgm:hierBranch val="init"/>
        </dgm:presLayoutVars>
      </dgm:prSet>
      <dgm:spPr/>
    </dgm:pt>
    <dgm:pt modelId="{C1BBC989-0666-4977-A182-448049AF012C}" type="pres">
      <dgm:prSet presAssocID="{C3CC12FF-CF50-4285-AFD8-CC7B23113390}" presName="rootComposite" presStyleCnt="0"/>
      <dgm:spPr/>
    </dgm:pt>
    <dgm:pt modelId="{6B3BF0D4-C19F-4E4A-B14D-0B8F679E3904}" type="pres">
      <dgm:prSet presAssocID="{C3CC12FF-CF50-4285-AFD8-CC7B23113390}" presName="rootText" presStyleLbl="node3" presStyleIdx="20" presStyleCnt="45" custScaleX="285091">
        <dgm:presLayoutVars>
          <dgm:chPref val="3"/>
        </dgm:presLayoutVars>
      </dgm:prSet>
      <dgm:spPr/>
    </dgm:pt>
    <dgm:pt modelId="{548F4852-919D-4F0E-B26D-F462C2BB9E6C}" type="pres">
      <dgm:prSet presAssocID="{C3CC12FF-CF50-4285-AFD8-CC7B23113390}" presName="rootConnector" presStyleLbl="node3" presStyleIdx="20" presStyleCnt="45"/>
      <dgm:spPr/>
    </dgm:pt>
    <dgm:pt modelId="{A08C42C9-2075-468D-869A-1A55B5EDB79C}" type="pres">
      <dgm:prSet presAssocID="{C3CC12FF-CF50-4285-AFD8-CC7B23113390}" presName="hierChild4" presStyleCnt="0"/>
      <dgm:spPr/>
    </dgm:pt>
    <dgm:pt modelId="{613453BE-2167-48F8-851A-63B9B6109971}" type="pres">
      <dgm:prSet presAssocID="{C3CC12FF-CF50-4285-AFD8-CC7B23113390}" presName="hierChild5" presStyleCnt="0"/>
      <dgm:spPr/>
    </dgm:pt>
    <dgm:pt modelId="{18CBE6C7-721F-4521-A09D-D0B8BA1ED57C}" type="pres">
      <dgm:prSet presAssocID="{A96E6BEB-16E6-4075-B0E5-CB5F60AB3254}" presName="Name37" presStyleLbl="parChTrans1D3" presStyleIdx="21" presStyleCnt="45"/>
      <dgm:spPr/>
    </dgm:pt>
    <dgm:pt modelId="{98CA1494-5584-4153-AC6B-1A4AC03D1779}" type="pres">
      <dgm:prSet presAssocID="{7787A92B-5B2D-4032-A083-D304E524B86C}" presName="hierRoot2" presStyleCnt="0">
        <dgm:presLayoutVars>
          <dgm:hierBranch val="init"/>
        </dgm:presLayoutVars>
      </dgm:prSet>
      <dgm:spPr/>
    </dgm:pt>
    <dgm:pt modelId="{EE4B5EC9-49FD-460A-8D85-FC0D1A443C69}" type="pres">
      <dgm:prSet presAssocID="{7787A92B-5B2D-4032-A083-D304E524B86C}" presName="rootComposite" presStyleCnt="0"/>
      <dgm:spPr/>
    </dgm:pt>
    <dgm:pt modelId="{6380CE1E-B4ED-4D2B-8B5C-774C26F1FB9B}" type="pres">
      <dgm:prSet presAssocID="{7787A92B-5B2D-4032-A083-D304E524B86C}" presName="rootText" presStyleLbl="node3" presStyleIdx="21" presStyleCnt="45" custScaleX="285091">
        <dgm:presLayoutVars>
          <dgm:chPref val="3"/>
        </dgm:presLayoutVars>
      </dgm:prSet>
      <dgm:spPr/>
    </dgm:pt>
    <dgm:pt modelId="{F3C3DBF7-CE60-44BB-9480-9D066B6DD6B1}" type="pres">
      <dgm:prSet presAssocID="{7787A92B-5B2D-4032-A083-D304E524B86C}" presName="rootConnector" presStyleLbl="node3" presStyleIdx="21" presStyleCnt="45"/>
      <dgm:spPr/>
    </dgm:pt>
    <dgm:pt modelId="{A654F962-3602-4279-813A-5B3D9D3F353E}" type="pres">
      <dgm:prSet presAssocID="{7787A92B-5B2D-4032-A083-D304E524B86C}" presName="hierChild4" presStyleCnt="0"/>
      <dgm:spPr/>
    </dgm:pt>
    <dgm:pt modelId="{3A1FEF78-C6F2-4BA2-84E0-6FBD8E47FD68}" type="pres">
      <dgm:prSet presAssocID="{7787A92B-5B2D-4032-A083-D304E524B86C}" presName="hierChild5" presStyleCnt="0"/>
      <dgm:spPr/>
    </dgm:pt>
    <dgm:pt modelId="{2CAEB6D4-6E31-4676-A04A-9F76826694EE}" type="pres">
      <dgm:prSet presAssocID="{DBB08385-8C1F-4E73-95F6-2032F6F855DE}" presName="Name37" presStyleLbl="parChTrans1D3" presStyleIdx="22" presStyleCnt="45"/>
      <dgm:spPr/>
    </dgm:pt>
    <dgm:pt modelId="{D06FF28A-9707-4A3B-A9A5-A630284C3E2F}" type="pres">
      <dgm:prSet presAssocID="{032B15A2-8977-44BF-97D1-160665BA7F49}" presName="hierRoot2" presStyleCnt="0">
        <dgm:presLayoutVars>
          <dgm:hierBranch val="init"/>
        </dgm:presLayoutVars>
      </dgm:prSet>
      <dgm:spPr/>
    </dgm:pt>
    <dgm:pt modelId="{45BE9ED8-2671-4254-A90F-68439B6B66BB}" type="pres">
      <dgm:prSet presAssocID="{032B15A2-8977-44BF-97D1-160665BA7F49}" presName="rootComposite" presStyleCnt="0"/>
      <dgm:spPr/>
    </dgm:pt>
    <dgm:pt modelId="{7632E9E8-DE9A-495C-A2D6-07DE48255A0B}" type="pres">
      <dgm:prSet presAssocID="{032B15A2-8977-44BF-97D1-160665BA7F49}" presName="rootText" presStyleLbl="node3" presStyleIdx="22" presStyleCnt="45" custScaleX="285091">
        <dgm:presLayoutVars>
          <dgm:chPref val="3"/>
        </dgm:presLayoutVars>
      </dgm:prSet>
      <dgm:spPr/>
    </dgm:pt>
    <dgm:pt modelId="{A865DE00-A9D0-47C4-ACEF-87B4D5B99F02}" type="pres">
      <dgm:prSet presAssocID="{032B15A2-8977-44BF-97D1-160665BA7F49}" presName="rootConnector" presStyleLbl="node3" presStyleIdx="22" presStyleCnt="45"/>
      <dgm:spPr/>
    </dgm:pt>
    <dgm:pt modelId="{47FC8A7A-DAE9-4911-800B-0C2423217A32}" type="pres">
      <dgm:prSet presAssocID="{032B15A2-8977-44BF-97D1-160665BA7F49}" presName="hierChild4" presStyleCnt="0"/>
      <dgm:spPr/>
    </dgm:pt>
    <dgm:pt modelId="{49FCB7BA-0248-459C-AD17-57DD58A67283}" type="pres">
      <dgm:prSet presAssocID="{032B15A2-8977-44BF-97D1-160665BA7F49}" presName="hierChild5" presStyleCnt="0"/>
      <dgm:spPr/>
    </dgm:pt>
    <dgm:pt modelId="{5BF1C033-A581-4C96-B406-54180D8F016E}" type="pres">
      <dgm:prSet presAssocID="{6F3A4974-2E89-4B63-B9E3-00FF98F493AC}" presName="Name37" presStyleLbl="parChTrans1D3" presStyleIdx="23" presStyleCnt="45"/>
      <dgm:spPr/>
    </dgm:pt>
    <dgm:pt modelId="{878D7179-A674-42C8-AD00-07CECF549BCB}" type="pres">
      <dgm:prSet presAssocID="{9553117A-1DCE-4BAE-83BA-E9A15FFE3C5E}" presName="hierRoot2" presStyleCnt="0">
        <dgm:presLayoutVars>
          <dgm:hierBranch val="init"/>
        </dgm:presLayoutVars>
      </dgm:prSet>
      <dgm:spPr/>
    </dgm:pt>
    <dgm:pt modelId="{D7CE69BC-1620-493F-A553-3D8C65D14BB6}" type="pres">
      <dgm:prSet presAssocID="{9553117A-1DCE-4BAE-83BA-E9A15FFE3C5E}" presName="rootComposite" presStyleCnt="0"/>
      <dgm:spPr/>
    </dgm:pt>
    <dgm:pt modelId="{1C760733-FBC2-448D-AC66-7F985EC96D8A}" type="pres">
      <dgm:prSet presAssocID="{9553117A-1DCE-4BAE-83BA-E9A15FFE3C5E}" presName="rootText" presStyleLbl="node3" presStyleIdx="23" presStyleCnt="45" custScaleX="285091">
        <dgm:presLayoutVars>
          <dgm:chPref val="3"/>
        </dgm:presLayoutVars>
      </dgm:prSet>
      <dgm:spPr/>
    </dgm:pt>
    <dgm:pt modelId="{A134DC9C-A0E3-4F9D-9D86-46442144C5F7}" type="pres">
      <dgm:prSet presAssocID="{9553117A-1DCE-4BAE-83BA-E9A15FFE3C5E}" presName="rootConnector" presStyleLbl="node3" presStyleIdx="23" presStyleCnt="45"/>
      <dgm:spPr/>
    </dgm:pt>
    <dgm:pt modelId="{55031710-2A16-460F-8F0F-C67FAE74D651}" type="pres">
      <dgm:prSet presAssocID="{9553117A-1DCE-4BAE-83BA-E9A15FFE3C5E}" presName="hierChild4" presStyleCnt="0"/>
      <dgm:spPr/>
    </dgm:pt>
    <dgm:pt modelId="{45E6F0F5-1D75-4581-B44B-C917AE28866F}" type="pres">
      <dgm:prSet presAssocID="{9553117A-1DCE-4BAE-83BA-E9A15FFE3C5E}" presName="hierChild5" presStyleCnt="0"/>
      <dgm:spPr/>
    </dgm:pt>
    <dgm:pt modelId="{A6BD0329-B4C4-4496-9285-D173F3B908FC}" type="pres">
      <dgm:prSet presAssocID="{0233F5DD-A905-4896-80F0-DECFF3D66AAE}" presName="Name37" presStyleLbl="parChTrans1D3" presStyleIdx="24" presStyleCnt="45"/>
      <dgm:spPr/>
    </dgm:pt>
    <dgm:pt modelId="{8EEC3BF8-417F-4D3E-BD93-09D470E627A5}" type="pres">
      <dgm:prSet presAssocID="{6A82463A-A5DF-42A1-BF4D-D88190910C5A}" presName="hierRoot2" presStyleCnt="0">
        <dgm:presLayoutVars>
          <dgm:hierBranch val="init"/>
        </dgm:presLayoutVars>
      </dgm:prSet>
      <dgm:spPr/>
    </dgm:pt>
    <dgm:pt modelId="{C4C349A3-66E5-498A-987E-4489D2853A09}" type="pres">
      <dgm:prSet presAssocID="{6A82463A-A5DF-42A1-BF4D-D88190910C5A}" presName="rootComposite" presStyleCnt="0"/>
      <dgm:spPr/>
    </dgm:pt>
    <dgm:pt modelId="{57372936-FEA5-439C-994E-5D387232F6FB}" type="pres">
      <dgm:prSet presAssocID="{6A82463A-A5DF-42A1-BF4D-D88190910C5A}" presName="rootText" presStyleLbl="node3" presStyleIdx="24" presStyleCnt="45" custScaleX="285091">
        <dgm:presLayoutVars>
          <dgm:chPref val="3"/>
        </dgm:presLayoutVars>
      </dgm:prSet>
      <dgm:spPr/>
    </dgm:pt>
    <dgm:pt modelId="{6BDD7467-D49C-45CA-B7D1-D0B0A29E0E74}" type="pres">
      <dgm:prSet presAssocID="{6A82463A-A5DF-42A1-BF4D-D88190910C5A}" presName="rootConnector" presStyleLbl="node3" presStyleIdx="24" presStyleCnt="45"/>
      <dgm:spPr/>
    </dgm:pt>
    <dgm:pt modelId="{F3EC09D6-0E66-42B6-9CCD-2B0B443E55D9}" type="pres">
      <dgm:prSet presAssocID="{6A82463A-A5DF-42A1-BF4D-D88190910C5A}" presName="hierChild4" presStyleCnt="0"/>
      <dgm:spPr/>
    </dgm:pt>
    <dgm:pt modelId="{15E66121-CC69-4220-B9B1-D61B76582EDA}" type="pres">
      <dgm:prSet presAssocID="{6A82463A-A5DF-42A1-BF4D-D88190910C5A}" presName="hierChild5" presStyleCnt="0"/>
      <dgm:spPr/>
    </dgm:pt>
    <dgm:pt modelId="{D2F73235-D690-455B-AC6C-5687659E8ADF}" type="pres">
      <dgm:prSet presAssocID="{4787464E-989E-4834-A7FE-3C5BD324C27C}" presName="Name37" presStyleLbl="parChTrans1D3" presStyleIdx="25" presStyleCnt="45"/>
      <dgm:spPr/>
    </dgm:pt>
    <dgm:pt modelId="{82028F06-2814-4C58-8424-4CA0F029278C}" type="pres">
      <dgm:prSet presAssocID="{1258AB12-7717-4785-916E-3520F20F5AF1}" presName="hierRoot2" presStyleCnt="0">
        <dgm:presLayoutVars>
          <dgm:hierBranch val="init"/>
        </dgm:presLayoutVars>
      </dgm:prSet>
      <dgm:spPr/>
    </dgm:pt>
    <dgm:pt modelId="{B6265811-9D2C-4D75-9D10-A6B2CF9A2E95}" type="pres">
      <dgm:prSet presAssocID="{1258AB12-7717-4785-916E-3520F20F5AF1}" presName="rootComposite" presStyleCnt="0"/>
      <dgm:spPr/>
    </dgm:pt>
    <dgm:pt modelId="{8D6E1107-A3A5-4133-B1C4-41010911C294}" type="pres">
      <dgm:prSet presAssocID="{1258AB12-7717-4785-916E-3520F20F5AF1}" presName="rootText" presStyleLbl="node3" presStyleIdx="25" presStyleCnt="45" custScaleX="285651">
        <dgm:presLayoutVars>
          <dgm:chPref val="3"/>
        </dgm:presLayoutVars>
      </dgm:prSet>
      <dgm:spPr/>
    </dgm:pt>
    <dgm:pt modelId="{2CF466B4-02B1-430C-8563-13F2C4308E72}" type="pres">
      <dgm:prSet presAssocID="{1258AB12-7717-4785-916E-3520F20F5AF1}" presName="rootConnector" presStyleLbl="node3" presStyleIdx="25" presStyleCnt="45"/>
      <dgm:spPr/>
    </dgm:pt>
    <dgm:pt modelId="{45F5C4FB-9566-46D7-8160-231019E6B861}" type="pres">
      <dgm:prSet presAssocID="{1258AB12-7717-4785-916E-3520F20F5AF1}" presName="hierChild4" presStyleCnt="0"/>
      <dgm:spPr/>
    </dgm:pt>
    <dgm:pt modelId="{9886B3D7-76C5-4F9D-B2F3-060773F4C137}" type="pres">
      <dgm:prSet presAssocID="{1258AB12-7717-4785-916E-3520F20F5AF1}" presName="hierChild5" presStyleCnt="0"/>
      <dgm:spPr/>
    </dgm:pt>
    <dgm:pt modelId="{BD68F530-7CC4-45F8-A742-34FB74D9126D}" type="pres">
      <dgm:prSet presAssocID="{242396F5-2CA8-400F-8E71-F3EA24039FB0}" presName="Name37" presStyleLbl="parChTrans1D3" presStyleIdx="26" presStyleCnt="45"/>
      <dgm:spPr/>
    </dgm:pt>
    <dgm:pt modelId="{A4C50816-F6B5-43EE-9CA2-A3013707AE8B}" type="pres">
      <dgm:prSet presAssocID="{DF6B111F-1ED9-4A4E-BB12-0F316B3559C4}" presName="hierRoot2" presStyleCnt="0">
        <dgm:presLayoutVars>
          <dgm:hierBranch val="init"/>
        </dgm:presLayoutVars>
      </dgm:prSet>
      <dgm:spPr/>
    </dgm:pt>
    <dgm:pt modelId="{05001050-B23B-424B-A2CE-ECFB15256EF0}" type="pres">
      <dgm:prSet presAssocID="{DF6B111F-1ED9-4A4E-BB12-0F316B3559C4}" presName="rootComposite" presStyleCnt="0"/>
      <dgm:spPr/>
    </dgm:pt>
    <dgm:pt modelId="{AD889DAE-3B24-4816-889E-3CFF605A033D}" type="pres">
      <dgm:prSet presAssocID="{DF6B111F-1ED9-4A4E-BB12-0F316B3559C4}" presName="rootText" presStyleLbl="node3" presStyleIdx="26" presStyleCnt="45" custScaleX="285091">
        <dgm:presLayoutVars>
          <dgm:chPref val="3"/>
        </dgm:presLayoutVars>
      </dgm:prSet>
      <dgm:spPr/>
    </dgm:pt>
    <dgm:pt modelId="{C987ACB9-91E8-467E-BEC0-00F20BCD89B9}" type="pres">
      <dgm:prSet presAssocID="{DF6B111F-1ED9-4A4E-BB12-0F316B3559C4}" presName="rootConnector" presStyleLbl="node3" presStyleIdx="26" presStyleCnt="45"/>
      <dgm:spPr/>
    </dgm:pt>
    <dgm:pt modelId="{2F5F0184-142F-49D2-9182-0963FDFF40F2}" type="pres">
      <dgm:prSet presAssocID="{DF6B111F-1ED9-4A4E-BB12-0F316B3559C4}" presName="hierChild4" presStyleCnt="0"/>
      <dgm:spPr/>
    </dgm:pt>
    <dgm:pt modelId="{145737C7-39BE-4F20-8203-4EA67FAFECA1}" type="pres">
      <dgm:prSet presAssocID="{DF6B111F-1ED9-4A4E-BB12-0F316B3559C4}" presName="hierChild5" presStyleCnt="0"/>
      <dgm:spPr/>
    </dgm:pt>
    <dgm:pt modelId="{36C9FF7A-4E22-4AAA-94D9-E8735AD9686A}" type="pres">
      <dgm:prSet presAssocID="{7FAA21C3-3E77-418C-B254-4C18B15F3A70}" presName="hierChild5" presStyleCnt="0"/>
      <dgm:spPr/>
    </dgm:pt>
    <dgm:pt modelId="{B180D211-827B-492F-8C26-80C703D180CD}" type="pres">
      <dgm:prSet presAssocID="{6BB8CE06-CFFB-46A4-A453-2519F6DF8AC2}" presName="Name37" presStyleLbl="parChTrans1D2" presStyleIdx="3" presStyleCnt="5"/>
      <dgm:spPr/>
    </dgm:pt>
    <dgm:pt modelId="{42075733-F9F4-42E0-87E8-1EED8F4C5267}" type="pres">
      <dgm:prSet presAssocID="{56E4E5BC-00B0-45D9-9704-274EE5111E96}" presName="hierRoot2" presStyleCnt="0">
        <dgm:presLayoutVars>
          <dgm:hierBranch val="init"/>
        </dgm:presLayoutVars>
      </dgm:prSet>
      <dgm:spPr/>
    </dgm:pt>
    <dgm:pt modelId="{872B1C92-1BF5-440F-A421-C4B745BC2E61}" type="pres">
      <dgm:prSet presAssocID="{56E4E5BC-00B0-45D9-9704-274EE5111E96}" presName="rootComposite" presStyleCnt="0"/>
      <dgm:spPr/>
    </dgm:pt>
    <dgm:pt modelId="{2222E085-E944-4717-A6B5-9C128BA37D67}" type="pres">
      <dgm:prSet presAssocID="{56E4E5BC-00B0-45D9-9704-274EE5111E96}" presName="rootText" presStyleLbl="node2" presStyleIdx="3" presStyleCnt="5" custScaleX="383114" custScaleY="128444" custLinFactNeighborY="10206">
        <dgm:presLayoutVars>
          <dgm:chPref val="3"/>
        </dgm:presLayoutVars>
      </dgm:prSet>
      <dgm:spPr/>
    </dgm:pt>
    <dgm:pt modelId="{40D0AB64-AE63-432E-B809-8B9CB75EB529}" type="pres">
      <dgm:prSet presAssocID="{56E4E5BC-00B0-45D9-9704-274EE5111E96}" presName="rootConnector" presStyleLbl="node2" presStyleIdx="3" presStyleCnt="5"/>
      <dgm:spPr/>
    </dgm:pt>
    <dgm:pt modelId="{52EF9385-68CD-454B-BE25-F9EBE69A0E32}" type="pres">
      <dgm:prSet presAssocID="{56E4E5BC-00B0-45D9-9704-274EE5111E96}" presName="hierChild4" presStyleCnt="0"/>
      <dgm:spPr/>
    </dgm:pt>
    <dgm:pt modelId="{B9159478-61F3-4FB2-A5BA-28D920D5EBC9}" type="pres">
      <dgm:prSet presAssocID="{4EE3CDCA-418E-451D-94AB-BAC8F0349F2A}" presName="Name37" presStyleLbl="parChTrans1D3" presStyleIdx="27" presStyleCnt="45"/>
      <dgm:spPr/>
    </dgm:pt>
    <dgm:pt modelId="{04A5BDDB-3854-4485-B921-1EC5E2255BB3}" type="pres">
      <dgm:prSet presAssocID="{4C8C7C2C-EBF2-4C74-A47A-92C912698072}" presName="hierRoot2" presStyleCnt="0">
        <dgm:presLayoutVars>
          <dgm:hierBranch val="init"/>
        </dgm:presLayoutVars>
      </dgm:prSet>
      <dgm:spPr/>
    </dgm:pt>
    <dgm:pt modelId="{47CA2F9F-0EA0-4773-8280-265B16837B8A}" type="pres">
      <dgm:prSet presAssocID="{4C8C7C2C-EBF2-4C74-A47A-92C912698072}" presName="rootComposite" presStyleCnt="0"/>
      <dgm:spPr/>
    </dgm:pt>
    <dgm:pt modelId="{5267BDB8-FCBD-490F-872A-C73A4399391C}" type="pres">
      <dgm:prSet presAssocID="{4C8C7C2C-EBF2-4C74-A47A-92C912698072}" presName="rootText" presStyleLbl="node3" presStyleIdx="27" presStyleCnt="45" custScaleX="285091">
        <dgm:presLayoutVars>
          <dgm:chPref val="3"/>
        </dgm:presLayoutVars>
      </dgm:prSet>
      <dgm:spPr/>
    </dgm:pt>
    <dgm:pt modelId="{E0E3D1F2-66E8-465F-A622-066178BC3609}" type="pres">
      <dgm:prSet presAssocID="{4C8C7C2C-EBF2-4C74-A47A-92C912698072}" presName="rootConnector" presStyleLbl="node3" presStyleIdx="27" presStyleCnt="45"/>
      <dgm:spPr/>
    </dgm:pt>
    <dgm:pt modelId="{993B2744-7A1F-4F95-B03E-5FB86B943A99}" type="pres">
      <dgm:prSet presAssocID="{4C8C7C2C-EBF2-4C74-A47A-92C912698072}" presName="hierChild4" presStyleCnt="0"/>
      <dgm:spPr/>
    </dgm:pt>
    <dgm:pt modelId="{DED3D754-8732-4130-B81E-A0C59213A335}" type="pres">
      <dgm:prSet presAssocID="{4C8C7C2C-EBF2-4C74-A47A-92C912698072}" presName="hierChild5" presStyleCnt="0"/>
      <dgm:spPr/>
    </dgm:pt>
    <dgm:pt modelId="{4049945E-F18E-4610-AA3B-5F124B3BDAA7}" type="pres">
      <dgm:prSet presAssocID="{E8AAB278-210A-4D86-B902-13D59C308BDC}" presName="Name37" presStyleLbl="parChTrans1D3" presStyleIdx="28" presStyleCnt="45"/>
      <dgm:spPr/>
    </dgm:pt>
    <dgm:pt modelId="{5F179EC4-AC46-4063-865A-903B8379B20E}" type="pres">
      <dgm:prSet presAssocID="{3AB2B62B-9484-44CC-8C40-4D927DDFD50B}" presName="hierRoot2" presStyleCnt="0">
        <dgm:presLayoutVars>
          <dgm:hierBranch val="init"/>
        </dgm:presLayoutVars>
      </dgm:prSet>
      <dgm:spPr/>
    </dgm:pt>
    <dgm:pt modelId="{26803A51-A334-448F-8C8F-9239D6CECD8D}" type="pres">
      <dgm:prSet presAssocID="{3AB2B62B-9484-44CC-8C40-4D927DDFD50B}" presName="rootComposite" presStyleCnt="0"/>
      <dgm:spPr/>
    </dgm:pt>
    <dgm:pt modelId="{E4ABB2F7-33DA-4223-9163-F99E435E0BB6}" type="pres">
      <dgm:prSet presAssocID="{3AB2B62B-9484-44CC-8C40-4D927DDFD50B}" presName="rootText" presStyleLbl="node3" presStyleIdx="28" presStyleCnt="45" custScaleX="285091">
        <dgm:presLayoutVars>
          <dgm:chPref val="3"/>
        </dgm:presLayoutVars>
      </dgm:prSet>
      <dgm:spPr/>
    </dgm:pt>
    <dgm:pt modelId="{15F27A82-E4AB-4ADD-B3C2-DF6366491979}" type="pres">
      <dgm:prSet presAssocID="{3AB2B62B-9484-44CC-8C40-4D927DDFD50B}" presName="rootConnector" presStyleLbl="node3" presStyleIdx="28" presStyleCnt="45"/>
      <dgm:spPr/>
    </dgm:pt>
    <dgm:pt modelId="{05EF3829-FB0B-43B3-9E56-1E83597CC5E7}" type="pres">
      <dgm:prSet presAssocID="{3AB2B62B-9484-44CC-8C40-4D927DDFD50B}" presName="hierChild4" presStyleCnt="0"/>
      <dgm:spPr/>
    </dgm:pt>
    <dgm:pt modelId="{1FA3170C-7DAC-47CA-AE34-8D3D977A3118}" type="pres">
      <dgm:prSet presAssocID="{3AB2B62B-9484-44CC-8C40-4D927DDFD50B}" presName="hierChild5" presStyleCnt="0"/>
      <dgm:spPr/>
    </dgm:pt>
    <dgm:pt modelId="{FEEC6B8F-3991-4716-B544-1E0F7777315F}" type="pres">
      <dgm:prSet presAssocID="{5D78B019-2431-448B-99AE-EC83C2A4AC14}" presName="Name37" presStyleLbl="parChTrans1D3" presStyleIdx="29" presStyleCnt="45"/>
      <dgm:spPr/>
    </dgm:pt>
    <dgm:pt modelId="{082633D4-175D-45F8-A0A0-7E3D732091DC}" type="pres">
      <dgm:prSet presAssocID="{F578A0B7-45A3-43AB-87E0-E31C5EF43B29}" presName="hierRoot2" presStyleCnt="0">
        <dgm:presLayoutVars>
          <dgm:hierBranch val="init"/>
        </dgm:presLayoutVars>
      </dgm:prSet>
      <dgm:spPr/>
    </dgm:pt>
    <dgm:pt modelId="{FF44D3DF-1612-4566-BF72-527AAD87CA58}" type="pres">
      <dgm:prSet presAssocID="{F578A0B7-45A3-43AB-87E0-E31C5EF43B29}" presName="rootComposite" presStyleCnt="0"/>
      <dgm:spPr/>
    </dgm:pt>
    <dgm:pt modelId="{19162C8A-B348-4B2F-A502-65834C89D143}" type="pres">
      <dgm:prSet presAssocID="{F578A0B7-45A3-43AB-87E0-E31C5EF43B29}" presName="rootText" presStyleLbl="node3" presStyleIdx="29" presStyleCnt="45" custScaleX="285091">
        <dgm:presLayoutVars>
          <dgm:chPref val="3"/>
        </dgm:presLayoutVars>
      </dgm:prSet>
      <dgm:spPr/>
    </dgm:pt>
    <dgm:pt modelId="{0245085F-3075-41BD-9D92-0D5A8F3C6732}" type="pres">
      <dgm:prSet presAssocID="{F578A0B7-45A3-43AB-87E0-E31C5EF43B29}" presName="rootConnector" presStyleLbl="node3" presStyleIdx="29" presStyleCnt="45"/>
      <dgm:spPr/>
    </dgm:pt>
    <dgm:pt modelId="{D55EDCE8-ED02-4452-8DF2-5A6489C1C0CD}" type="pres">
      <dgm:prSet presAssocID="{F578A0B7-45A3-43AB-87E0-E31C5EF43B29}" presName="hierChild4" presStyleCnt="0"/>
      <dgm:spPr/>
    </dgm:pt>
    <dgm:pt modelId="{CEDD5915-538F-4EE6-B62F-0F832EFA6AB4}" type="pres">
      <dgm:prSet presAssocID="{F578A0B7-45A3-43AB-87E0-E31C5EF43B29}" presName="hierChild5" presStyleCnt="0"/>
      <dgm:spPr/>
    </dgm:pt>
    <dgm:pt modelId="{397BE760-512A-4A9E-A04F-22AD00A9B5F3}" type="pres">
      <dgm:prSet presAssocID="{04DE99A8-7677-4298-95DC-3BE5361A2FCA}" presName="Name37" presStyleLbl="parChTrans1D3" presStyleIdx="30" presStyleCnt="45"/>
      <dgm:spPr/>
    </dgm:pt>
    <dgm:pt modelId="{4DF55B91-01F7-4722-A9E2-8FBE267656E4}" type="pres">
      <dgm:prSet presAssocID="{C7F47434-58BD-4236-AB52-0B756A7BE092}" presName="hierRoot2" presStyleCnt="0">
        <dgm:presLayoutVars>
          <dgm:hierBranch val="init"/>
        </dgm:presLayoutVars>
      </dgm:prSet>
      <dgm:spPr/>
    </dgm:pt>
    <dgm:pt modelId="{2886144C-3B17-45F0-9625-3C0F26E7B0B8}" type="pres">
      <dgm:prSet presAssocID="{C7F47434-58BD-4236-AB52-0B756A7BE092}" presName="rootComposite" presStyleCnt="0"/>
      <dgm:spPr/>
    </dgm:pt>
    <dgm:pt modelId="{04866DD8-F631-4980-9B76-848967444B99}" type="pres">
      <dgm:prSet presAssocID="{C7F47434-58BD-4236-AB52-0B756A7BE092}" presName="rootText" presStyleLbl="node3" presStyleIdx="30" presStyleCnt="45" custScaleX="285091">
        <dgm:presLayoutVars>
          <dgm:chPref val="3"/>
        </dgm:presLayoutVars>
      </dgm:prSet>
      <dgm:spPr/>
    </dgm:pt>
    <dgm:pt modelId="{3A35A67B-E261-42DB-9D9D-4CE1DA8086CE}" type="pres">
      <dgm:prSet presAssocID="{C7F47434-58BD-4236-AB52-0B756A7BE092}" presName="rootConnector" presStyleLbl="node3" presStyleIdx="30" presStyleCnt="45"/>
      <dgm:spPr/>
    </dgm:pt>
    <dgm:pt modelId="{CCE1930C-0C11-478C-BE6C-F442FEEE2C8C}" type="pres">
      <dgm:prSet presAssocID="{C7F47434-58BD-4236-AB52-0B756A7BE092}" presName="hierChild4" presStyleCnt="0"/>
      <dgm:spPr/>
    </dgm:pt>
    <dgm:pt modelId="{3230D5FF-E591-464E-9D65-C456F3FE4ECE}" type="pres">
      <dgm:prSet presAssocID="{C7F47434-58BD-4236-AB52-0B756A7BE092}" presName="hierChild5" presStyleCnt="0"/>
      <dgm:spPr/>
    </dgm:pt>
    <dgm:pt modelId="{BB839DB9-DB8F-4939-8335-DA1E088722AD}" type="pres">
      <dgm:prSet presAssocID="{A242FE02-6680-4863-BB11-0AE6B003EDF4}" presName="Name37" presStyleLbl="parChTrans1D3" presStyleIdx="31" presStyleCnt="45"/>
      <dgm:spPr/>
    </dgm:pt>
    <dgm:pt modelId="{07EC4A2D-72D6-48BE-95FE-D388DC0BF6ED}" type="pres">
      <dgm:prSet presAssocID="{570D4FA3-D7FE-4B5B-BE31-C33E92505A94}" presName="hierRoot2" presStyleCnt="0">
        <dgm:presLayoutVars>
          <dgm:hierBranch val="init"/>
        </dgm:presLayoutVars>
      </dgm:prSet>
      <dgm:spPr/>
    </dgm:pt>
    <dgm:pt modelId="{66BCD80C-79F7-4815-95F1-B9CDC7838900}" type="pres">
      <dgm:prSet presAssocID="{570D4FA3-D7FE-4B5B-BE31-C33E92505A94}" presName="rootComposite" presStyleCnt="0"/>
      <dgm:spPr/>
    </dgm:pt>
    <dgm:pt modelId="{FEB736C4-0972-4F34-8297-3B0FA763F06A}" type="pres">
      <dgm:prSet presAssocID="{570D4FA3-D7FE-4B5B-BE31-C33E92505A94}" presName="rootText" presStyleLbl="node3" presStyleIdx="31" presStyleCnt="45" custScaleX="285091">
        <dgm:presLayoutVars>
          <dgm:chPref val="3"/>
        </dgm:presLayoutVars>
      </dgm:prSet>
      <dgm:spPr/>
    </dgm:pt>
    <dgm:pt modelId="{BB6B6969-1877-446D-B1B1-BCE6F2FCB3CB}" type="pres">
      <dgm:prSet presAssocID="{570D4FA3-D7FE-4B5B-BE31-C33E92505A94}" presName="rootConnector" presStyleLbl="node3" presStyleIdx="31" presStyleCnt="45"/>
      <dgm:spPr/>
    </dgm:pt>
    <dgm:pt modelId="{AF17AD06-F57A-4E3D-9EEA-F3DD5B38ABFE}" type="pres">
      <dgm:prSet presAssocID="{570D4FA3-D7FE-4B5B-BE31-C33E92505A94}" presName="hierChild4" presStyleCnt="0"/>
      <dgm:spPr/>
    </dgm:pt>
    <dgm:pt modelId="{DCC91C2B-30B0-4112-B6A3-A6E14A4B117A}" type="pres">
      <dgm:prSet presAssocID="{570D4FA3-D7FE-4B5B-BE31-C33E92505A94}" presName="hierChild5" presStyleCnt="0"/>
      <dgm:spPr/>
    </dgm:pt>
    <dgm:pt modelId="{656240B1-D52C-45DC-BB24-EB7E893BEA7F}" type="pres">
      <dgm:prSet presAssocID="{5CDB50F9-EE51-4542-9C8A-E6CEEF54EDB4}" presName="Name37" presStyleLbl="parChTrans1D3" presStyleIdx="32" presStyleCnt="45"/>
      <dgm:spPr/>
    </dgm:pt>
    <dgm:pt modelId="{5FFB840E-AB39-4561-921D-2E731D0F5811}" type="pres">
      <dgm:prSet presAssocID="{58607DBD-AC39-4E85-AAAD-BF7EF07F9555}" presName="hierRoot2" presStyleCnt="0">
        <dgm:presLayoutVars>
          <dgm:hierBranch val="init"/>
        </dgm:presLayoutVars>
      </dgm:prSet>
      <dgm:spPr/>
    </dgm:pt>
    <dgm:pt modelId="{56A31423-6093-4AEE-9520-E88C133FC8E4}" type="pres">
      <dgm:prSet presAssocID="{58607DBD-AC39-4E85-AAAD-BF7EF07F9555}" presName="rootComposite" presStyleCnt="0"/>
      <dgm:spPr/>
    </dgm:pt>
    <dgm:pt modelId="{C722A682-A98B-49C5-99F3-F17119B88A9C}" type="pres">
      <dgm:prSet presAssocID="{58607DBD-AC39-4E85-AAAD-BF7EF07F9555}" presName="rootText" presStyleLbl="node3" presStyleIdx="32" presStyleCnt="45" custScaleX="285091">
        <dgm:presLayoutVars>
          <dgm:chPref val="3"/>
        </dgm:presLayoutVars>
      </dgm:prSet>
      <dgm:spPr/>
    </dgm:pt>
    <dgm:pt modelId="{87456844-465D-48BC-8A8E-61C842B50F62}" type="pres">
      <dgm:prSet presAssocID="{58607DBD-AC39-4E85-AAAD-BF7EF07F9555}" presName="rootConnector" presStyleLbl="node3" presStyleIdx="32" presStyleCnt="45"/>
      <dgm:spPr/>
    </dgm:pt>
    <dgm:pt modelId="{325C9333-8A8C-4B2D-B5C2-801F1B712BDA}" type="pres">
      <dgm:prSet presAssocID="{58607DBD-AC39-4E85-AAAD-BF7EF07F9555}" presName="hierChild4" presStyleCnt="0"/>
      <dgm:spPr/>
    </dgm:pt>
    <dgm:pt modelId="{82FEEB8D-F5A9-4311-9A76-5FEB4F0F5114}" type="pres">
      <dgm:prSet presAssocID="{58607DBD-AC39-4E85-AAAD-BF7EF07F9555}" presName="hierChild5" presStyleCnt="0"/>
      <dgm:spPr/>
    </dgm:pt>
    <dgm:pt modelId="{7B5E1B05-57D6-4A34-9FA5-0753D6B7918C}" type="pres">
      <dgm:prSet presAssocID="{380E53B0-F013-4A91-896C-1BAC92DB5E4E}" presName="Name37" presStyleLbl="parChTrans1D3" presStyleIdx="33" presStyleCnt="45"/>
      <dgm:spPr/>
    </dgm:pt>
    <dgm:pt modelId="{0318D883-F75A-4F98-9F69-46F0F658F2EF}" type="pres">
      <dgm:prSet presAssocID="{5FEB3474-36AC-400C-867C-8CD8A5ED8840}" presName="hierRoot2" presStyleCnt="0">
        <dgm:presLayoutVars>
          <dgm:hierBranch val="init"/>
        </dgm:presLayoutVars>
      </dgm:prSet>
      <dgm:spPr/>
    </dgm:pt>
    <dgm:pt modelId="{8BC4D788-85BC-44D0-9C7E-A5EAA95DFAC4}" type="pres">
      <dgm:prSet presAssocID="{5FEB3474-36AC-400C-867C-8CD8A5ED8840}" presName="rootComposite" presStyleCnt="0"/>
      <dgm:spPr/>
    </dgm:pt>
    <dgm:pt modelId="{2B95F60C-5189-4D33-A79B-BF6E9EC26DED}" type="pres">
      <dgm:prSet presAssocID="{5FEB3474-36AC-400C-867C-8CD8A5ED8840}" presName="rootText" presStyleLbl="node3" presStyleIdx="33" presStyleCnt="45" custScaleX="285091">
        <dgm:presLayoutVars>
          <dgm:chPref val="3"/>
        </dgm:presLayoutVars>
      </dgm:prSet>
      <dgm:spPr/>
    </dgm:pt>
    <dgm:pt modelId="{0EEA1A84-874E-4B41-B4F0-5DFE11735EB6}" type="pres">
      <dgm:prSet presAssocID="{5FEB3474-36AC-400C-867C-8CD8A5ED8840}" presName="rootConnector" presStyleLbl="node3" presStyleIdx="33" presStyleCnt="45"/>
      <dgm:spPr/>
    </dgm:pt>
    <dgm:pt modelId="{715B4E7B-48FF-450F-949B-DE5B9773860A}" type="pres">
      <dgm:prSet presAssocID="{5FEB3474-36AC-400C-867C-8CD8A5ED8840}" presName="hierChild4" presStyleCnt="0"/>
      <dgm:spPr/>
    </dgm:pt>
    <dgm:pt modelId="{50282B5D-94BE-4754-AF0F-9E5423ECB880}" type="pres">
      <dgm:prSet presAssocID="{5FEB3474-36AC-400C-867C-8CD8A5ED8840}" presName="hierChild5" presStyleCnt="0"/>
      <dgm:spPr/>
    </dgm:pt>
    <dgm:pt modelId="{2258463D-3AE7-48F0-91EC-536B1308570F}" type="pres">
      <dgm:prSet presAssocID="{4FF1707B-4AA0-422B-A7DE-55D3F15DE036}" presName="Name37" presStyleLbl="parChTrans1D3" presStyleIdx="34" presStyleCnt="45"/>
      <dgm:spPr/>
    </dgm:pt>
    <dgm:pt modelId="{6DE1F22D-824F-41CF-91EA-3003D85A25A9}" type="pres">
      <dgm:prSet presAssocID="{B97B7505-2A3C-45CB-9066-3281BB7E3C41}" presName="hierRoot2" presStyleCnt="0">
        <dgm:presLayoutVars>
          <dgm:hierBranch val="init"/>
        </dgm:presLayoutVars>
      </dgm:prSet>
      <dgm:spPr/>
    </dgm:pt>
    <dgm:pt modelId="{22952949-2347-445A-B17C-1DF5B5FFD22E}" type="pres">
      <dgm:prSet presAssocID="{B97B7505-2A3C-45CB-9066-3281BB7E3C41}" presName="rootComposite" presStyleCnt="0"/>
      <dgm:spPr/>
    </dgm:pt>
    <dgm:pt modelId="{0C0F4D50-7C3E-49D7-8D93-601B530BC5A8}" type="pres">
      <dgm:prSet presAssocID="{B97B7505-2A3C-45CB-9066-3281BB7E3C41}" presName="rootText" presStyleLbl="node3" presStyleIdx="34" presStyleCnt="45" custScaleX="285091">
        <dgm:presLayoutVars>
          <dgm:chPref val="3"/>
        </dgm:presLayoutVars>
      </dgm:prSet>
      <dgm:spPr/>
    </dgm:pt>
    <dgm:pt modelId="{6A0D59A9-2DA5-4B4B-ABF0-49E2303D2921}" type="pres">
      <dgm:prSet presAssocID="{B97B7505-2A3C-45CB-9066-3281BB7E3C41}" presName="rootConnector" presStyleLbl="node3" presStyleIdx="34" presStyleCnt="45"/>
      <dgm:spPr/>
    </dgm:pt>
    <dgm:pt modelId="{486C053C-B68A-4743-ACED-F8ADD75DFAF5}" type="pres">
      <dgm:prSet presAssocID="{B97B7505-2A3C-45CB-9066-3281BB7E3C41}" presName="hierChild4" presStyleCnt="0"/>
      <dgm:spPr/>
    </dgm:pt>
    <dgm:pt modelId="{43B1E328-3926-40D3-9A49-C860BEB20E0C}" type="pres">
      <dgm:prSet presAssocID="{B97B7505-2A3C-45CB-9066-3281BB7E3C41}" presName="hierChild5" presStyleCnt="0"/>
      <dgm:spPr/>
    </dgm:pt>
    <dgm:pt modelId="{39CE2F26-E310-4CE0-9F5D-B38F9F5FB472}" type="pres">
      <dgm:prSet presAssocID="{40D71EF3-FEB9-4FA2-A3D8-29E9768115E2}" presName="Name37" presStyleLbl="parChTrans1D3" presStyleIdx="35" presStyleCnt="45"/>
      <dgm:spPr/>
    </dgm:pt>
    <dgm:pt modelId="{331D8327-E25C-4555-B1C1-F42FFB0E993C}" type="pres">
      <dgm:prSet presAssocID="{EC1836C8-C728-48FD-B07C-920379124BF0}" presName="hierRoot2" presStyleCnt="0">
        <dgm:presLayoutVars>
          <dgm:hierBranch val="init"/>
        </dgm:presLayoutVars>
      </dgm:prSet>
      <dgm:spPr/>
    </dgm:pt>
    <dgm:pt modelId="{0393DFB4-FC55-49E8-9743-65E96F1A75BC}" type="pres">
      <dgm:prSet presAssocID="{EC1836C8-C728-48FD-B07C-920379124BF0}" presName="rootComposite" presStyleCnt="0"/>
      <dgm:spPr/>
    </dgm:pt>
    <dgm:pt modelId="{BAA00A28-60F0-465C-BBA4-4F0F3BFC1C29}" type="pres">
      <dgm:prSet presAssocID="{EC1836C8-C728-48FD-B07C-920379124BF0}" presName="rootText" presStyleLbl="node3" presStyleIdx="35" presStyleCnt="45" custScaleX="285091">
        <dgm:presLayoutVars>
          <dgm:chPref val="3"/>
        </dgm:presLayoutVars>
      </dgm:prSet>
      <dgm:spPr/>
    </dgm:pt>
    <dgm:pt modelId="{51A9EBB5-00CA-4903-81FA-EC6EC5C610F7}" type="pres">
      <dgm:prSet presAssocID="{EC1836C8-C728-48FD-B07C-920379124BF0}" presName="rootConnector" presStyleLbl="node3" presStyleIdx="35" presStyleCnt="45"/>
      <dgm:spPr/>
    </dgm:pt>
    <dgm:pt modelId="{D17EA5DD-8E91-4DA4-8689-AE02F944EB23}" type="pres">
      <dgm:prSet presAssocID="{EC1836C8-C728-48FD-B07C-920379124BF0}" presName="hierChild4" presStyleCnt="0"/>
      <dgm:spPr/>
    </dgm:pt>
    <dgm:pt modelId="{290B07EA-9962-47C1-A3D8-27AE00A268D0}" type="pres">
      <dgm:prSet presAssocID="{EC1836C8-C728-48FD-B07C-920379124BF0}" presName="hierChild5" presStyleCnt="0"/>
      <dgm:spPr/>
    </dgm:pt>
    <dgm:pt modelId="{E8401D21-7971-445A-89D2-79EA66116EE4}" type="pres">
      <dgm:prSet presAssocID="{56E4E5BC-00B0-45D9-9704-274EE5111E96}" presName="hierChild5" presStyleCnt="0"/>
      <dgm:spPr/>
    </dgm:pt>
    <dgm:pt modelId="{D4764A80-D362-4F5D-918C-3A717B402347}" type="pres">
      <dgm:prSet presAssocID="{D2B369B8-6B10-480D-8FE3-F0E91C60E7A2}" presName="Name37" presStyleLbl="parChTrans1D2" presStyleIdx="4" presStyleCnt="5"/>
      <dgm:spPr/>
    </dgm:pt>
    <dgm:pt modelId="{D8CE08CE-A79D-4FE6-8246-CA48EDAE7A99}" type="pres">
      <dgm:prSet presAssocID="{978B707D-BB8D-4455-ABEE-BAB7E85F6ED8}" presName="hierRoot2" presStyleCnt="0">
        <dgm:presLayoutVars>
          <dgm:hierBranch val="init"/>
        </dgm:presLayoutVars>
      </dgm:prSet>
      <dgm:spPr/>
    </dgm:pt>
    <dgm:pt modelId="{A0EF8B3C-0D6D-4BB0-B500-A55E3EFFF8EA}" type="pres">
      <dgm:prSet presAssocID="{978B707D-BB8D-4455-ABEE-BAB7E85F6ED8}" presName="rootComposite" presStyleCnt="0"/>
      <dgm:spPr/>
    </dgm:pt>
    <dgm:pt modelId="{5820E9D6-A038-4DC4-AC47-2E48DFCB1BA1}" type="pres">
      <dgm:prSet presAssocID="{978B707D-BB8D-4455-ABEE-BAB7E85F6ED8}" presName="rootText" presStyleLbl="node2" presStyleIdx="4" presStyleCnt="5" custScaleX="383114" custScaleY="128444" custLinFactNeighborY="10206">
        <dgm:presLayoutVars>
          <dgm:chPref val="3"/>
        </dgm:presLayoutVars>
      </dgm:prSet>
      <dgm:spPr/>
    </dgm:pt>
    <dgm:pt modelId="{3E48E7DB-003D-4EBA-B153-4F636689C301}" type="pres">
      <dgm:prSet presAssocID="{978B707D-BB8D-4455-ABEE-BAB7E85F6ED8}" presName="rootConnector" presStyleLbl="node2" presStyleIdx="4" presStyleCnt="5"/>
      <dgm:spPr/>
    </dgm:pt>
    <dgm:pt modelId="{9400A4E9-027F-4237-BCF8-E1BFE7C1A8EE}" type="pres">
      <dgm:prSet presAssocID="{978B707D-BB8D-4455-ABEE-BAB7E85F6ED8}" presName="hierChild4" presStyleCnt="0"/>
      <dgm:spPr/>
    </dgm:pt>
    <dgm:pt modelId="{9E6DDB07-2784-428A-9EAA-6831E4EF0514}" type="pres">
      <dgm:prSet presAssocID="{475FD3AC-9882-4363-BD5D-6241BC40C295}" presName="Name37" presStyleLbl="parChTrans1D3" presStyleIdx="36" presStyleCnt="45"/>
      <dgm:spPr/>
    </dgm:pt>
    <dgm:pt modelId="{A797A75A-14E9-4230-AB57-4F02A306378F}" type="pres">
      <dgm:prSet presAssocID="{654FC110-22F3-43BA-AAF0-0A676897B9E0}" presName="hierRoot2" presStyleCnt="0">
        <dgm:presLayoutVars>
          <dgm:hierBranch val="init"/>
        </dgm:presLayoutVars>
      </dgm:prSet>
      <dgm:spPr/>
    </dgm:pt>
    <dgm:pt modelId="{587F247C-F23F-4AAF-9622-1134501F0C87}" type="pres">
      <dgm:prSet presAssocID="{654FC110-22F3-43BA-AAF0-0A676897B9E0}" presName="rootComposite" presStyleCnt="0"/>
      <dgm:spPr/>
    </dgm:pt>
    <dgm:pt modelId="{35D048B8-C619-4CFB-B2D3-9A4CB777C0FB}" type="pres">
      <dgm:prSet presAssocID="{654FC110-22F3-43BA-AAF0-0A676897B9E0}" presName="rootText" presStyleLbl="node3" presStyleIdx="36" presStyleCnt="45" custScaleX="285091">
        <dgm:presLayoutVars>
          <dgm:chPref val="3"/>
        </dgm:presLayoutVars>
      </dgm:prSet>
      <dgm:spPr/>
    </dgm:pt>
    <dgm:pt modelId="{B8F26C4E-7BFF-483E-8497-0AD3C82B7E5D}" type="pres">
      <dgm:prSet presAssocID="{654FC110-22F3-43BA-AAF0-0A676897B9E0}" presName="rootConnector" presStyleLbl="node3" presStyleIdx="36" presStyleCnt="45"/>
      <dgm:spPr/>
    </dgm:pt>
    <dgm:pt modelId="{CC727A93-EEFC-4BB1-A2DD-6F1D871B411D}" type="pres">
      <dgm:prSet presAssocID="{654FC110-22F3-43BA-AAF0-0A676897B9E0}" presName="hierChild4" presStyleCnt="0"/>
      <dgm:spPr/>
    </dgm:pt>
    <dgm:pt modelId="{EC4E3D22-17F5-4A9D-8138-813E2F36CB89}" type="pres">
      <dgm:prSet presAssocID="{654FC110-22F3-43BA-AAF0-0A676897B9E0}" presName="hierChild5" presStyleCnt="0"/>
      <dgm:spPr/>
    </dgm:pt>
    <dgm:pt modelId="{C14C5B30-CAA4-428C-8A6C-C9362179CCB8}" type="pres">
      <dgm:prSet presAssocID="{6EC3BCE7-6CE0-4FBC-A358-E9B6BACB978A}" presName="Name37" presStyleLbl="parChTrans1D3" presStyleIdx="37" presStyleCnt="45"/>
      <dgm:spPr/>
    </dgm:pt>
    <dgm:pt modelId="{27C4C637-49B0-4205-895F-D07A21C553BE}" type="pres">
      <dgm:prSet presAssocID="{74B1674A-C66E-4697-9C98-A0638EA56003}" presName="hierRoot2" presStyleCnt="0">
        <dgm:presLayoutVars>
          <dgm:hierBranch val="init"/>
        </dgm:presLayoutVars>
      </dgm:prSet>
      <dgm:spPr/>
    </dgm:pt>
    <dgm:pt modelId="{698EF7EA-C8E4-4380-96D3-163A8D7A1A4F}" type="pres">
      <dgm:prSet presAssocID="{74B1674A-C66E-4697-9C98-A0638EA56003}" presName="rootComposite" presStyleCnt="0"/>
      <dgm:spPr/>
    </dgm:pt>
    <dgm:pt modelId="{3723DE6A-A6F5-4153-9F59-121318EDB01C}" type="pres">
      <dgm:prSet presAssocID="{74B1674A-C66E-4697-9C98-A0638EA56003}" presName="rootText" presStyleLbl="node3" presStyleIdx="37" presStyleCnt="45" custScaleX="285091">
        <dgm:presLayoutVars>
          <dgm:chPref val="3"/>
        </dgm:presLayoutVars>
      </dgm:prSet>
      <dgm:spPr/>
    </dgm:pt>
    <dgm:pt modelId="{52BB5EFB-C983-4E1D-A4EB-390B2C9066CA}" type="pres">
      <dgm:prSet presAssocID="{74B1674A-C66E-4697-9C98-A0638EA56003}" presName="rootConnector" presStyleLbl="node3" presStyleIdx="37" presStyleCnt="45"/>
      <dgm:spPr/>
    </dgm:pt>
    <dgm:pt modelId="{F49F7F0E-89DF-49DE-A276-9665CD2348B3}" type="pres">
      <dgm:prSet presAssocID="{74B1674A-C66E-4697-9C98-A0638EA56003}" presName="hierChild4" presStyleCnt="0"/>
      <dgm:spPr/>
    </dgm:pt>
    <dgm:pt modelId="{C7DD8022-10D8-44A5-884B-99BAA26CD61E}" type="pres">
      <dgm:prSet presAssocID="{74B1674A-C66E-4697-9C98-A0638EA56003}" presName="hierChild5" presStyleCnt="0"/>
      <dgm:spPr/>
    </dgm:pt>
    <dgm:pt modelId="{9E97270F-8D4D-4978-B747-295C26514B91}" type="pres">
      <dgm:prSet presAssocID="{F99851D6-CEB8-4412-BA74-E7E3B7026E50}" presName="Name37" presStyleLbl="parChTrans1D3" presStyleIdx="38" presStyleCnt="45"/>
      <dgm:spPr/>
    </dgm:pt>
    <dgm:pt modelId="{53BF443F-A8F1-41ED-83B4-40B70DF93DA6}" type="pres">
      <dgm:prSet presAssocID="{FB14D355-1D4E-4940-B15A-B23BD0EAE1E1}" presName="hierRoot2" presStyleCnt="0">
        <dgm:presLayoutVars>
          <dgm:hierBranch val="init"/>
        </dgm:presLayoutVars>
      </dgm:prSet>
      <dgm:spPr/>
    </dgm:pt>
    <dgm:pt modelId="{9751B475-3E2C-4B6F-BC3F-AA5611A52AAE}" type="pres">
      <dgm:prSet presAssocID="{FB14D355-1D4E-4940-B15A-B23BD0EAE1E1}" presName="rootComposite" presStyleCnt="0"/>
      <dgm:spPr/>
    </dgm:pt>
    <dgm:pt modelId="{D7C88CC0-23AB-43F7-904E-18C7BBD161FC}" type="pres">
      <dgm:prSet presAssocID="{FB14D355-1D4E-4940-B15A-B23BD0EAE1E1}" presName="rootText" presStyleLbl="node3" presStyleIdx="38" presStyleCnt="45" custScaleX="285091">
        <dgm:presLayoutVars>
          <dgm:chPref val="3"/>
        </dgm:presLayoutVars>
      </dgm:prSet>
      <dgm:spPr/>
    </dgm:pt>
    <dgm:pt modelId="{2A04564A-4C77-4AC9-9658-3152134A2E68}" type="pres">
      <dgm:prSet presAssocID="{FB14D355-1D4E-4940-B15A-B23BD0EAE1E1}" presName="rootConnector" presStyleLbl="node3" presStyleIdx="38" presStyleCnt="45"/>
      <dgm:spPr/>
    </dgm:pt>
    <dgm:pt modelId="{D166929A-3ABB-4933-BA09-E6829161C39D}" type="pres">
      <dgm:prSet presAssocID="{FB14D355-1D4E-4940-B15A-B23BD0EAE1E1}" presName="hierChild4" presStyleCnt="0"/>
      <dgm:spPr/>
    </dgm:pt>
    <dgm:pt modelId="{A4875EB1-0141-4C84-B649-604A27D0D466}" type="pres">
      <dgm:prSet presAssocID="{FB14D355-1D4E-4940-B15A-B23BD0EAE1E1}" presName="hierChild5" presStyleCnt="0"/>
      <dgm:spPr/>
    </dgm:pt>
    <dgm:pt modelId="{54A59532-CD6B-497E-B2AB-965BC29D32C2}" type="pres">
      <dgm:prSet presAssocID="{8AD009B9-4666-40E3-B185-447D52D1A862}" presName="Name37" presStyleLbl="parChTrans1D3" presStyleIdx="39" presStyleCnt="45"/>
      <dgm:spPr/>
    </dgm:pt>
    <dgm:pt modelId="{421CDB9D-3244-4677-8DB7-CA996149EC3F}" type="pres">
      <dgm:prSet presAssocID="{5887BCC7-A035-46B9-BF2D-C22044EA38AD}" presName="hierRoot2" presStyleCnt="0">
        <dgm:presLayoutVars>
          <dgm:hierBranch val="init"/>
        </dgm:presLayoutVars>
      </dgm:prSet>
      <dgm:spPr/>
    </dgm:pt>
    <dgm:pt modelId="{F891E345-67C9-46F4-B6C7-934262B8395D}" type="pres">
      <dgm:prSet presAssocID="{5887BCC7-A035-46B9-BF2D-C22044EA38AD}" presName="rootComposite" presStyleCnt="0"/>
      <dgm:spPr/>
    </dgm:pt>
    <dgm:pt modelId="{6EF1BF0A-819D-4AF3-95E6-8A73331F523F}" type="pres">
      <dgm:prSet presAssocID="{5887BCC7-A035-46B9-BF2D-C22044EA38AD}" presName="rootText" presStyleLbl="node3" presStyleIdx="39" presStyleCnt="45" custScaleX="285091">
        <dgm:presLayoutVars>
          <dgm:chPref val="3"/>
        </dgm:presLayoutVars>
      </dgm:prSet>
      <dgm:spPr/>
    </dgm:pt>
    <dgm:pt modelId="{58D42673-5E52-41D6-811B-A9D19E774935}" type="pres">
      <dgm:prSet presAssocID="{5887BCC7-A035-46B9-BF2D-C22044EA38AD}" presName="rootConnector" presStyleLbl="node3" presStyleIdx="39" presStyleCnt="45"/>
      <dgm:spPr/>
    </dgm:pt>
    <dgm:pt modelId="{4290EFF7-1323-4799-9FE0-F79712EC3126}" type="pres">
      <dgm:prSet presAssocID="{5887BCC7-A035-46B9-BF2D-C22044EA38AD}" presName="hierChild4" presStyleCnt="0"/>
      <dgm:spPr/>
    </dgm:pt>
    <dgm:pt modelId="{3B5D548B-F2C9-4F46-926B-7B20044DC8BA}" type="pres">
      <dgm:prSet presAssocID="{5887BCC7-A035-46B9-BF2D-C22044EA38AD}" presName="hierChild5" presStyleCnt="0"/>
      <dgm:spPr/>
    </dgm:pt>
    <dgm:pt modelId="{CBFED8C1-BF32-41A4-A387-540FB19F7CFD}" type="pres">
      <dgm:prSet presAssocID="{1D6B1742-B3E8-4D0B-B000-BF36D1914375}" presName="Name37" presStyleLbl="parChTrans1D3" presStyleIdx="40" presStyleCnt="45"/>
      <dgm:spPr/>
    </dgm:pt>
    <dgm:pt modelId="{F79EC9DA-7D6F-4D20-B9C0-75B78A974AAD}" type="pres">
      <dgm:prSet presAssocID="{9ADB4ABC-FBF6-4B0E-A86E-7D2BDB5E8490}" presName="hierRoot2" presStyleCnt="0">
        <dgm:presLayoutVars>
          <dgm:hierBranch val="init"/>
        </dgm:presLayoutVars>
      </dgm:prSet>
      <dgm:spPr/>
    </dgm:pt>
    <dgm:pt modelId="{640CB321-6754-488B-B176-0977F5487389}" type="pres">
      <dgm:prSet presAssocID="{9ADB4ABC-FBF6-4B0E-A86E-7D2BDB5E8490}" presName="rootComposite" presStyleCnt="0"/>
      <dgm:spPr/>
    </dgm:pt>
    <dgm:pt modelId="{C2E2A094-0B3D-4918-87B7-7767C557D971}" type="pres">
      <dgm:prSet presAssocID="{9ADB4ABC-FBF6-4B0E-A86E-7D2BDB5E8490}" presName="rootText" presStyleLbl="node3" presStyleIdx="40" presStyleCnt="45" custScaleX="285091">
        <dgm:presLayoutVars>
          <dgm:chPref val="3"/>
        </dgm:presLayoutVars>
      </dgm:prSet>
      <dgm:spPr/>
    </dgm:pt>
    <dgm:pt modelId="{E6CF9F7A-2310-4495-B31A-66E4D1E4B1DD}" type="pres">
      <dgm:prSet presAssocID="{9ADB4ABC-FBF6-4B0E-A86E-7D2BDB5E8490}" presName="rootConnector" presStyleLbl="node3" presStyleIdx="40" presStyleCnt="45"/>
      <dgm:spPr/>
    </dgm:pt>
    <dgm:pt modelId="{C0422D37-FCC0-4ECF-9952-8AD8D4372C7F}" type="pres">
      <dgm:prSet presAssocID="{9ADB4ABC-FBF6-4B0E-A86E-7D2BDB5E8490}" presName="hierChild4" presStyleCnt="0"/>
      <dgm:spPr/>
    </dgm:pt>
    <dgm:pt modelId="{D55CCCD5-9219-4473-92E2-CC36EAE10A5F}" type="pres">
      <dgm:prSet presAssocID="{9ADB4ABC-FBF6-4B0E-A86E-7D2BDB5E8490}" presName="hierChild5" presStyleCnt="0"/>
      <dgm:spPr/>
    </dgm:pt>
    <dgm:pt modelId="{29E3A13A-AFFA-4503-A2A9-EE0BC1F03491}" type="pres">
      <dgm:prSet presAssocID="{DAAC7EC5-D33D-4EE8-8F83-943831013939}" presName="Name37" presStyleLbl="parChTrans1D3" presStyleIdx="41" presStyleCnt="45"/>
      <dgm:spPr/>
    </dgm:pt>
    <dgm:pt modelId="{84044AA4-05C2-4A25-B6E3-285D671C1FB0}" type="pres">
      <dgm:prSet presAssocID="{54989B64-744D-42FB-A844-E0F98DC71E9F}" presName="hierRoot2" presStyleCnt="0">
        <dgm:presLayoutVars>
          <dgm:hierBranch val="init"/>
        </dgm:presLayoutVars>
      </dgm:prSet>
      <dgm:spPr/>
    </dgm:pt>
    <dgm:pt modelId="{CF0CB66D-8FEE-46C7-B4BB-54C8AEE1AA3D}" type="pres">
      <dgm:prSet presAssocID="{54989B64-744D-42FB-A844-E0F98DC71E9F}" presName="rootComposite" presStyleCnt="0"/>
      <dgm:spPr/>
    </dgm:pt>
    <dgm:pt modelId="{0DC07D8E-2F84-4076-91BE-8955B4408631}" type="pres">
      <dgm:prSet presAssocID="{54989B64-744D-42FB-A844-E0F98DC71E9F}" presName="rootText" presStyleLbl="node3" presStyleIdx="41" presStyleCnt="45" custScaleX="285651">
        <dgm:presLayoutVars>
          <dgm:chPref val="3"/>
        </dgm:presLayoutVars>
      </dgm:prSet>
      <dgm:spPr/>
    </dgm:pt>
    <dgm:pt modelId="{80741042-9067-49F0-92C0-BA29C4A08E94}" type="pres">
      <dgm:prSet presAssocID="{54989B64-744D-42FB-A844-E0F98DC71E9F}" presName="rootConnector" presStyleLbl="node3" presStyleIdx="41" presStyleCnt="45"/>
      <dgm:spPr/>
    </dgm:pt>
    <dgm:pt modelId="{82245BC3-0201-4CA5-A366-07FB16BBD05C}" type="pres">
      <dgm:prSet presAssocID="{54989B64-744D-42FB-A844-E0F98DC71E9F}" presName="hierChild4" presStyleCnt="0"/>
      <dgm:spPr/>
    </dgm:pt>
    <dgm:pt modelId="{5AC40543-0E42-4682-969B-8BD95276C5F0}" type="pres">
      <dgm:prSet presAssocID="{54989B64-744D-42FB-A844-E0F98DC71E9F}" presName="hierChild5" presStyleCnt="0"/>
      <dgm:spPr/>
    </dgm:pt>
    <dgm:pt modelId="{540E877A-BD21-4B81-AE70-300E2C5712E5}" type="pres">
      <dgm:prSet presAssocID="{EA07AABA-4A94-4AEF-A48F-4C927B90FBF1}" presName="Name37" presStyleLbl="parChTrans1D3" presStyleIdx="42" presStyleCnt="45"/>
      <dgm:spPr/>
    </dgm:pt>
    <dgm:pt modelId="{270D98F3-980E-4645-A78E-DF26712E2B9A}" type="pres">
      <dgm:prSet presAssocID="{05975D3C-70EE-4F9D-AE23-40F5AB575C0A}" presName="hierRoot2" presStyleCnt="0">
        <dgm:presLayoutVars>
          <dgm:hierBranch val="init"/>
        </dgm:presLayoutVars>
      </dgm:prSet>
      <dgm:spPr/>
    </dgm:pt>
    <dgm:pt modelId="{3BFFDBEC-B27A-4A75-8794-ED3B64EFA91B}" type="pres">
      <dgm:prSet presAssocID="{05975D3C-70EE-4F9D-AE23-40F5AB575C0A}" presName="rootComposite" presStyleCnt="0"/>
      <dgm:spPr/>
    </dgm:pt>
    <dgm:pt modelId="{510BF2B3-4713-4029-A474-A2AAF96F9901}" type="pres">
      <dgm:prSet presAssocID="{05975D3C-70EE-4F9D-AE23-40F5AB575C0A}" presName="rootText" presStyleLbl="node3" presStyleIdx="42" presStyleCnt="45" custScaleX="285651">
        <dgm:presLayoutVars>
          <dgm:chPref val="3"/>
        </dgm:presLayoutVars>
      </dgm:prSet>
      <dgm:spPr/>
    </dgm:pt>
    <dgm:pt modelId="{45BD21D1-FF0E-4D2C-8047-16D7B39D0A90}" type="pres">
      <dgm:prSet presAssocID="{05975D3C-70EE-4F9D-AE23-40F5AB575C0A}" presName="rootConnector" presStyleLbl="node3" presStyleIdx="42" presStyleCnt="45"/>
      <dgm:spPr/>
    </dgm:pt>
    <dgm:pt modelId="{2F116EC9-8AA0-414A-AC75-68B650060850}" type="pres">
      <dgm:prSet presAssocID="{05975D3C-70EE-4F9D-AE23-40F5AB575C0A}" presName="hierChild4" presStyleCnt="0"/>
      <dgm:spPr/>
    </dgm:pt>
    <dgm:pt modelId="{123B4C73-464D-4130-B8F2-8562FC39CB0D}" type="pres">
      <dgm:prSet presAssocID="{05975D3C-70EE-4F9D-AE23-40F5AB575C0A}" presName="hierChild5" presStyleCnt="0"/>
      <dgm:spPr/>
    </dgm:pt>
    <dgm:pt modelId="{5C1C6465-43CC-44ED-9FC9-6CE19DC5A1E0}" type="pres">
      <dgm:prSet presAssocID="{A1C4036F-D024-4521-AA6E-B62768BC7B4D}" presName="Name37" presStyleLbl="parChTrans1D3" presStyleIdx="43" presStyleCnt="45"/>
      <dgm:spPr/>
    </dgm:pt>
    <dgm:pt modelId="{BD9FA089-948E-423B-AA7D-7FAA49CC77B9}" type="pres">
      <dgm:prSet presAssocID="{8D735859-E890-4F7D-A5EA-66703241152C}" presName="hierRoot2" presStyleCnt="0">
        <dgm:presLayoutVars>
          <dgm:hierBranch val="init"/>
        </dgm:presLayoutVars>
      </dgm:prSet>
      <dgm:spPr/>
    </dgm:pt>
    <dgm:pt modelId="{122BE920-48B0-4F68-ABF2-4DBF6A0A6C65}" type="pres">
      <dgm:prSet presAssocID="{8D735859-E890-4F7D-A5EA-66703241152C}" presName="rootComposite" presStyleCnt="0"/>
      <dgm:spPr/>
    </dgm:pt>
    <dgm:pt modelId="{CFEA97B2-29FE-48CD-B905-3B469615FE31}" type="pres">
      <dgm:prSet presAssocID="{8D735859-E890-4F7D-A5EA-66703241152C}" presName="rootText" presStyleLbl="node3" presStyleIdx="43" presStyleCnt="45" custScaleX="285651">
        <dgm:presLayoutVars>
          <dgm:chPref val="3"/>
        </dgm:presLayoutVars>
      </dgm:prSet>
      <dgm:spPr/>
    </dgm:pt>
    <dgm:pt modelId="{65A0131D-889F-457C-8C20-C4352F939B7E}" type="pres">
      <dgm:prSet presAssocID="{8D735859-E890-4F7D-A5EA-66703241152C}" presName="rootConnector" presStyleLbl="node3" presStyleIdx="43" presStyleCnt="45"/>
      <dgm:spPr/>
    </dgm:pt>
    <dgm:pt modelId="{631B6635-8D11-419A-A5FC-C9306B07F2E7}" type="pres">
      <dgm:prSet presAssocID="{8D735859-E890-4F7D-A5EA-66703241152C}" presName="hierChild4" presStyleCnt="0"/>
      <dgm:spPr/>
    </dgm:pt>
    <dgm:pt modelId="{8337F17E-19F7-4868-B3D4-DF1EF8FE85C0}" type="pres">
      <dgm:prSet presAssocID="{8D735859-E890-4F7D-A5EA-66703241152C}" presName="hierChild5" presStyleCnt="0"/>
      <dgm:spPr/>
    </dgm:pt>
    <dgm:pt modelId="{E5A92AD1-B716-4B79-8CD5-CAD0411575A8}" type="pres">
      <dgm:prSet presAssocID="{DEF9F0D0-81E7-4FE6-9B04-C94F514E8528}" presName="Name37" presStyleLbl="parChTrans1D3" presStyleIdx="44" presStyleCnt="45"/>
      <dgm:spPr/>
    </dgm:pt>
    <dgm:pt modelId="{E23787D0-F715-45BE-AE00-5EBA60B545AC}" type="pres">
      <dgm:prSet presAssocID="{B0E2A047-A41D-460F-9CB7-31FE88707C3E}" presName="hierRoot2" presStyleCnt="0">
        <dgm:presLayoutVars>
          <dgm:hierBranch val="init"/>
        </dgm:presLayoutVars>
      </dgm:prSet>
      <dgm:spPr/>
    </dgm:pt>
    <dgm:pt modelId="{215DEA28-4442-4B61-9E7C-86FE0E6C75B4}" type="pres">
      <dgm:prSet presAssocID="{B0E2A047-A41D-460F-9CB7-31FE88707C3E}" presName="rootComposite" presStyleCnt="0"/>
      <dgm:spPr/>
    </dgm:pt>
    <dgm:pt modelId="{566E7CF7-4724-4064-B518-81D1D3AC9D39}" type="pres">
      <dgm:prSet presAssocID="{B0E2A047-A41D-460F-9CB7-31FE88707C3E}" presName="rootText" presStyleLbl="node3" presStyleIdx="44" presStyleCnt="45" custScaleX="285091">
        <dgm:presLayoutVars>
          <dgm:chPref val="3"/>
        </dgm:presLayoutVars>
      </dgm:prSet>
      <dgm:spPr/>
    </dgm:pt>
    <dgm:pt modelId="{574E6C3F-BFE7-4CE5-861E-12FA03EB2A02}" type="pres">
      <dgm:prSet presAssocID="{B0E2A047-A41D-460F-9CB7-31FE88707C3E}" presName="rootConnector" presStyleLbl="node3" presStyleIdx="44" presStyleCnt="45"/>
      <dgm:spPr/>
    </dgm:pt>
    <dgm:pt modelId="{66BDEFBC-F20A-4F10-80DC-FD3DBD855FE6}" type="pres">
      <dgm:prSet presAssocID="{B0E2A047-A41D-460F-9CB7-31FE88707C3E}" presName="hierChild4" presStyleCnt="0"/>
      <dgm:spPr/>
    </dgm:pt>
    <dgm:pt modelId="{AB34DDE9-1158-4CE5-B345-4BE7E36AF13A}" type="pres">
      <dgm:prSet presAssocID="{B0E2A047-A41D-460F-9CB7-31FE88707C3E}" presName="hierChild5" presStyleCnt="0"/>
      <dgm:spPr/>
    </dgm:pt>
    <dgm:pt modelId="{8B9C9082-9B2C-4157-A892-D5A0AA278D8D}" type="pres">
      <dgm:prSet presAssocID="{978B707D-BB8D-4455-ABEE-BAB7E85F6ED8}" presName="hierChild5" presStyleCnt="0"/>
      <dgm:spPr/>
    </dgm:pt>
    <dgm:pt modelId="{2526EE3E-9ACA-4453-91BA-70F987B4F2D4}" type="pres">
      <dgm:prSet presAssocID="{C3818886-485F-47A9-90A5-25ECEF3FD84D}" presName="hierChild3" presStyleCnt="0"/>
      <dgm:spPr/>
    </dgm:pt>
  </dgm:ptLst>
  <dgm:cxnLst>
    <dgm:cxn modelId="{D9183302-B8E4-414F-AAB6-789B96B63155}" type="presOf" srcId="{9665C4EF-51A9-488D-AA3A-E644B230A214}" destId="{787B74F5-14FE-43E6-BAD3-7B5F031A9E60}" srcOrd="0" destOrd="0" presId="urn:microsoft.com/office/officeart/2005/8/layout/orgChart1"/>
    <dgm:cxn modelId="{BCC3DC02-F348-425E-AE00-2F64A137BD1E}" type="presOf" srcId="{F578A0B7-45A3-43AB-87E0-E31C5EF43B29}" destId="{0245085F-3075-41BD-9D92-0D5A8F3C6732}" srcOrd="1" destOrd="0" presId="urn:microsoft.com/office/officeart/2005/8/layout/orgChart1"/>
    <dgm:cxn modelId="{4BFFA203-3237-4DF2-A921-83BCD830D805}" type="presOf" srcId="{80CFEC3E-EE68-49C6-A225-D577AF825CA5}" destId="{900BAFE4-F476-447C-9760-568102D48C73}" srcOrd="0" destOrd="0" presId="urn:microsoft.com/office/officeart/2005/8/layout/orgChart1"/>
    <dgm:cxn modelId="{57615F07-68D8-4879-AD00-5BE6311F7DA3}" srcId="{C3818886-485F-47A9-90A5-25ECEF3FD84D}" destId="{28D6F92B-F039-40E2-A48E-F1898B77D9AB}" srcOrd="1" destOrd="0" parTransId="{54F19E6C-C3E8-411E-8648-73799C9390BA}" sibTransId="{BAD62622-7270-4D12-A843-DF4402DDB8FA}"/>
    <dgm:cxn modelId="{5D987F07-2F64-4B5C-B8DD-DE1FC5789AF1}" type="presOf" srcId="{8955FD14-7AE1-4D79-AF82-BD34198C9FC5}" destId="{86B19AFB-877A-4B0A-8EB8-C8707ADCFAC4}" srcOrd="0" destOrd="0" presId="urn:microsoft.com/office/officeart/2005/8/layout/orgChart1"/>
    <dgm:cxn modelId="{3ED44608-3562-4361-BCD2-606695D70AFA}" type="presOf" srcId="{9ADB4ABC-FBF6-4B0E-A86E-7D2BDB5E8490}" destId="{C2E2A094-0B3D-4918-87B7-7767C557D971}" srcOrd="0" destOrd="0" presId="urn:microsoft.com/office/officeart/2005/8/layout/orgChart1"/>
    <dgm:cxn modelId="{4C0CD008-5A2A-49B6-8263-5E309E1F4264}" type="presOf" srcId="{89022E07-907B-4E1D-9DD1-B2EC64594366}" destId="{59999E13-C0C6-4CD5-B93E-32D6E34D1CF8}" srcOrd="0" destOrd="0" presId="urn:microsoft.com/office/officeart/2005/8/layout/orgChart1"/>
    <dgm:cxn modelId="{EBDA1809-E1E8-46C4-B0B5-E41625DE98AB}" srcId="{28D6F92B-F039-40E2-A48E-F1898B77D9AB}" destId="{AD70F428-4E42-4608-977B-BCB68918DC20}" srcOrd="1" destOrd="0" parTransId="{03125C03-9374-4248-97F1-A054CFE56DCA}" sibTransId="{F032F2C2-AC51-441A-A2E2-163A65B895B3}"/>
    <dgm:cxn modelId="{4B849C09-F76C-4D2C-8FE5-D760225FFD8E}" type="presOf" srcId="{AA5BFCD6-9E77-4F1B-B74F-00FF21B7CE0B}" destId="{2FBAC3D0-2662-44A9-BE59-F3C652A93B5B}" srcOrd="0" destOrd="0" presId="urn:microsoft.com/office/officeart/2005/8/layout/orgChart1"/>
    <dgm:cxn modelId="{FBF9B40A-42BE-4222-AC36-5F3FB29AB64B}" type="presOf" srcId="{A96E6BEB-16E6-4075-B0E5-CB5F60AB3254}" destId="{18CBE6C7-721F-4521-A09D-D0B8BA1ED57C}" srcOrd="0" destOrd="0" presId="urn:microsoft.com/office/officeart/2005/8/layout/orgChart1"/>
    <dgm:cxn modelId="{9A53630B-346C-4D1F-A082-CE5D9220DB93}" type="presOf" srcId="{475FD3AC-9882-4363-BD5D-6241BC40C295}" destId="{9E6DDB07-2784-428A-9EAA-6831E4EF0514}" srcOrd="0" destOrd="0" presId="urn:microsoft.com/office/officeart/2005/8/layout/orgChart1"/>
    <dgm:cxn modelId="{06EF880B-AD51-4555-A02E-B22569BAC7A6}" type="presOf" srcId="{7198578A-D85E-4171-8C4A-5E7862B1C5E2}" destId="{C73B093A-F070-4AF5-8B1A-0E78901028BD}" srcOrd="0" destOrd="0" presId="urn:microsoft.com/office/officeart/2005/8/layout/orgChart1"/>
    <dgm:cxn modelId="{1A07E10B-EACC-43DB-AA47-B275BAEE0FD8}" type="presOf" srcId="{F578A0B7-45A3-43AB-87E0-E31C5EF43B29}" destId="{19162C8A-B348-4B2F-A502-65834C89D143}" srcOrd="0" destOrd="0" presId="urn:microsoft.com/office/officeart/2005/8/layout/orgChart1"/>
    <dgm:cxn modelId="{E37DC80C-3649-43B5-A58C-A8F3588568B5}" type="presOf" srcId="{E8AAB278-210A-4D86-B902-13D59C308BDC}" destId="{4049945E-F18E-4610-AA3B-5F124B3BDAA7}" srcOrd="0" destOrd="0" presId="urn:microsoft.com/office/officeart/2005/8/layout/orgChart1"/>
    <dgm:cxn modelId="{6DF6E10C-F100-4023-B653-3BD4015AF0C5}" type="presOf" srcId="{7FAA21C3-3E77-418C-B254-4C18B15F3A70}" destId="{92F03AE3-7E10-4458-A9D2-E6963789A382}" srcOrd="1" destOrd="0" presId="urn:microsoft.com/office/officeart/2005/8/layout/orgChart1"/>
    <dgm:cxn modelId="{2699400D-D80C-4589-B18F-EC1C6BD08745}" type="presOf" srcId="{C3CC12FF-CF50-4285-AFD8-CC7B23113390}" destId="{548F4852-919D-4F0E-B26D-F462C2BB9E6C}" srcOrd="1" destOrd="0" presId="urn:microsoft.com/office/officeart/2005/8/layout/orgChart1"/>
    <dgm:cxn modelId="{619E400D-62BE-450D-9B05-9339D92C5F8E}" type="presOf" srcId="{5FEB3474-36AC-400C-867C-8CD8A5ED8840}" destId="{2B95F60C-5189-4D33-A79B-BF6E9EC26DED}" srcOrd="0" destOrd="0" presId="urn:microsoft.com/office/officeart/2005/8/layout/orgChart1"/>
    <dgm:cxn modelId="{39407B0D-1C35-4881-AAE2-FACB0E1B6D56}" type="presOf" srcId="{9BE7DB0F-89BB-4A2D-AD19-D9669C50F6F5}" destId="{4F9F0F93-F5E8-48D0-A6ED-3ACD80B9F600}" srcOrd="0" destOrd="0" presId="urn:microsoft.com/office/officeart/2005/8/layout/orgChart1"/>
    <dgm:cxn modelId="{51E4070E-36A4-4FBA-B037-9C9A0E10EB96}" type="presOf" srcId="{5FE16AEE-621B-47BA-8205-2AE99840FB3A}" destId="{DA74AC37-F492-49E0-A558-C108E27D8A58}" srcOrd="1" destOrd="0" presId="urn:microsoft.com/office/officeart/2005/8/layout/orgChart1"/>
    <dgm:cxn modelId="{F35EAF0E-22B7-4523-B6A1-FE8B7960D8F0}" srcId="{56E4E5BC-00B0-45D9-9704-274EE5111E96}" destId="{570D4FA3-D7FE-4B5B-BE31-C33E92505A94}" srcOrd="4" destOrd="0" parTransId="{A242FE02-6680-4863-BB11-0AE6B003EDF4}" sibTransId="{D88CCBFE-BBEC-4F64-AF25-50A45330F439}"/>
    <dgm:cxn modelId="{8486470F-46ED-429E-A6A0-F203938996DB}" type="presOf" srcId="{1258AB12-7717-4785-916E-3520F20F5AF1}" destId="{8D6E1107-A3A5-4133-B1C4-41010911C294}" srcOrd="0" destOrd="0" presId="urn:microsoft.com/office/officeart/2005/8/layout/orgChart1"/>
    <dgm:cxn modelId="{99C39B10-EEFD-46E8-8DF2-0D0F8C291FCB}" srcId="{84254C5F-BD61-47C5-B622-3CE95978AEDA}" destId="{BA1EE483-C720-49D6-A668-9A373C9D90D2}" srcOrd="4" destOrd="0" parTransId="{237CEE08-6478-45C9-8BDC-40FA9A934FDE}" sibTransId="{F3104788-F8AA-472C-834F-25B4D1DE56FE}"/>
    <dgm:cxn modelId="{64705D14-6CA2-48C5-92E9-C2C2FB109E93}" type="presOf" srcId="{1258AB12-7717-4785-916E-3520F20F5AF1}" destId="{2CF466B4-02B1-430C-8563-13F2C4308E72}" srcOrd="1" destOrd="0" presId="urn:microsoft.com/office/officeart/2005/8/layout/orgChart1"/>
    <dgm:cxn modelId="{F1EA4714-6A33-4A48-AD71-B2A6F59EB675}" type="presOf" srcId="{C3818886-485F-47A9-90A5-25ECEF3FD84D}" destId="{51E9D27E-12C0-42EA-B444-970C2ECC1CEF}" srcOrd="1" destOrd="0" presId="urn:microsoft.com/office/officeart/2005/8/layout/orgChart1"/>
    <dgm:cxn modelId="{AFF56814-1098-4CD4-9EC3-F92E017CB500}" type="presOf" srcId="{28D6F92B-F039-40E2-A48E-F1898B77D9AB}" destId="{0EAE0369-EFC6-4472-9D51-E9062150CEC1}" srcOrd="1" destOrd="0" presId="urn:microsoft.com/office/officeart/2005/8/layout/orgChart1"/>
    <dgm:cxn modelId="{ED90BF14-1F39-4D63-A54F-9681E9624F4A}" type="presOf" srcId="{5B980860-8A4F-4504-999F-F187E2D732A5}" destId="{101A529F-919B-4413-A677-D90090841E2A}" srcOrd="0" destOrd="0" presId="urn:microsoft.com/office/officeart/2005/8/layout/orgChart1"/>
    <dgm:cxn modelId="{15880C15-A5EE-4E6C-BB16-5AE0129E94A5}" srcId="{56E4E5BC-00B0-45D9-9704-274EE5111E96}" destId="{58607DBD-AC39-4E85-AAAD-BF7EF07F9555}" srcOrd="5" destOrd="0" parTransId="{5CDB50F9-EE51-4542-9C8A-E6CEEF54EDB4}" sibTransId="{BAAABEF8-4143-4A4D-874A-53F82A025B31}"/>
    <dgm:cxn modelId="{3FC00C15-1E5F-4AEB-BC61-B789C5303804}" type="presOf" srcId="{A1C4036F-D024-4521-AA6E-B62768BC7B4D}" destId="{5C1C6465-43CC-44ED-9FC9-6CE19DC5A1E0}" srcOrd="0" destOrd="0" presId="urn:microsoft.com/office/officeart/2005/8/layout/orgChart1"/>
    <dgm:cxn modelId="{25FE8315-C84A-458F-8E41-DFA1F137F5F0}" type="presOf" srcId="{84254C5F-BD61-47C5-B622-3CE95978AEDA}" destId="{85845C01-9515-4D15-8A6F-D104268B71FF}" srcOrd="0" destOrd="0" presId="urn:microsoft.com/office/officeart/2005/8/layout/orgChart1"/>
    <dgm:cxn modelId="{AB57C218-7AD7-4C68-B32D-BB1C3188F23A}" type="presOf" srcId="{5887BCC7-A035-46B9-BF2D-C22044EA38AD}" destId="{6EF1BF0A-819D-4AF3-95E6-8A73331F523F}" srcOrd="0" destOrd="0" presId="urn:microsoft.com/office/officeart/2005/8/layout/orgChart1"/>
    <dgm:cxn modelId="{1E378F19-1EDB-479A-9177-5C2CFAE5E36C}" srcId="{56E4E5BC-00B0-45D9-9704-274EE5111E96}" destId="{B97B7505-2A3C-45CB-9066-3281BB7E3C41}" srcOrd="7" destOrd="0" parTransId="{4FF1707B-4AA0-422B-A7DE-55D3F15DE036}" sibTransId="{35036B75-85D6-4731-A5AE-328D7D29205D}"/>
    <dgm:cxn modelId="{7724B91B-ED43-44E1-BF26-B47D3A6F6BB2}" type="presOf" srcId="{609F0105-0811-48B6-8EBE-9677D500C3A5}" destId="{3D414BC1-6469-471F-9F93-26C8893F80D4}" srcOrd="0" destOrd="0" presId="urn:microsoft.com/office/officeart/2005/8/layout/orgChart1"/>
    <dgm:cxn modelId="{061FCE1B-010D-42DC-89D1-474A9037FD70}" type="presOf" srcId="{4C8C7C2C-EBF2-4C74-A47A-92C912698072}" destId="{E0E3D1F2-66E8-465F-A622-066178BC3609}" srcOrd="1" destOrd="0" presId="urn:microsoft.com/office/officeart/2005/8/layout/orgChart1"/>
    <dgm:cxn modelId="{3000241E-3D38-43BD-B971-05A243BD9BAA}" type="presOf" srcId="{6EC3BCE7-6CE0-4FBC-A358-E9B6BACB978A}" destId="{C14C5B30-CAA4-428C-8A6C-C9362179CCB8}" srcOrd="0" destOrd="0" presId="urn:microsoft.com/office/officeart/2005/8/layout/orgChart1"/>
    <dgm:cxn modelId="{4A5D3F20-D569-45D9-9643-5E05281DECF1}" type="presOf" srcId="{1D548319-C7FD-42E9-A966-8D5129F399DF}" destId="{8162FF62-BB7E-4F59-A339-714CC405170A}" srcOrd="1" destOrd="0" presId="urn:microsoft.com/office/officeart/2005/8/layout/orgChart1"/>
    <dgm:cxn modelId="{8C77CD22-7246-4FD1-856C-5250CD0E8322}" type="presOf" srcId="{6A82463A-A5DF-42A1-BF4D-D88190910C5A}" destId="{6BDD7467-D49C-45CA-B7D1-D0B0A29E0E74}" srcOrd="1" destOrd="0" presId="urn:microsoft.com/office/officeart/2005/8/layout/orgChart1"/>
    <dgm:cxn modelId="{24400423-BEC5-4D95-85B6-6633F384FF53}" type="presOf" srcId="{6A82463A-A5DF-42A1-BF4D-D88190910C5A}" destId="{57372936-FEA5-439C-994E-5D387232F6FB}" srcOrd="0" destOrd="0" presId="urn:microsoft.com/office/officeart/2005/8/layout/orgChart1"/>
    <dgm:cxn modelId="{0C663C23-5A39-4AA2-8F1A-F86301C03FD1}" type="presOf" srcId="{8CF70716-F071-41E1-AC66-E854870BA528}" destId="{0AF6C7D5-3DD8-4B23-A4C9-B74D03F8BD1F}" srcOrd="0" destOrd="0" presId="urn:microsoft.com/office/officeart/2005/8/layout/orgChart1"/>
    <dgm:cxn modelId="{CBC75224-67FC-4855-8E5B-8D8C48F99ED8}" type="presOf" srcId="{BA1EE483-C720-49D6-A668-9A373C9D90D2}" destId="{7ADB168F-12A0-4256-9C6B-A5F7EB4771B3}" srcOrd="1" destOrd="0" presId="urn:microsoft.com/office/officeart/2005/8/layout/orgChart1"/>
    <dgm:cxn modelId="{8D15F324-9C13-4F0F-8E7C-FE1C4CD031F2}" type="presOf" srcId="{242396F5-2CA8-400F-8E71-F3EA24039FB0}" destId="{BD68F530-7CC4-45F8-A742-34FB74D9126D}" srcOrd="0" destOrd="0" presId="urn:microsoft.com/office/officeart/2005/8/layout/orgChart1"/>
    <dgm:cxn modelId="{E3DB0327-9745-41CC-AC56-EEFAFF8B7918}" type="presOf" srcId="{05975D3C-70EE-4F9D-AE23-40F5AB575C0A}" destId="{45BD21D1-FF0E-4D2C-8047-16D7B39D0A90}" srcOrd="1" destOrd="0" presId="urn:microsoft.com/office/officeart/2005/8/layout/orgChart1"/>
    <dgm:cxn modelId="{8DAB4327-D101-4B32-862D-71A5B341FBC6}" type="presOf" srcId="{8F6E0F7B-9D21-4E54-8ECF-1DB174AB8346}" destId="{1DE9F4EA-3B97-4516-8E62-7AAE0D744D98}" srcOrd="1" destOrd="0" presId="urn:microsoft.com/office/officeart/2005/8/layout/orgChart1"/>
    <dgm:cxn modelId="{3B21252A-F6F5-46DC-806B-6394A21191C2}" type="presOf" srcId="{05975D3C-70EE-4F9D-AE23-40F5AB575C0A}" destId="{510BF2B3-4713-4029-A474-A2AAF96F9901}" srcOrd="0" destOrd="0" presId="urn:microsoft.com/office/officeart/2005/8/layout/orgChart1"/>
    <dgm:cxn modelId="{E8F8DF2D-31EB-413B-8EF5-4E086D9190D5}" type="presOf" srcId="{28D6F92B-F039-40E2-A48E-F1898B77D9AB}" destId="{7C3978B1-AD45-4232-8F47-915026394ECC}" srcOrd="0" destOrd="0" presId="urn:microsoft.com/office/officeart/2005/8/layout/orgChart1"/>
    <dgm:cxn modelId="{E11B032E-F34F-4790-8D25-D30281E2ECDD}" srcId="{84254C5F-BD61-47C5-B622-3CE95978AEDA}" destId="{8977FFF4-CF5B-48FB-9117-A24354164E07}" srcOrd="3" destOrd="0" parTransId="{164576B5-1D15-4903-B85C-0B95D835F835}" sibTransId="{FEA3ABB0-3146-44E4-B3DD-4B1E0211F570}"/>
    <dgm:cxn modelId="{36376E2E-405E-4D5E-BECE-5B48AF13B9E3}" srcId="{7FAA21C3-3E77-418C-B254-4C18B15F3A70}" destId="{9553117A-1DCE-4BAE-83BA-E9A15FFE3C5E}" srcOrd="5" destOrd="0" parTransId="{6F3A4974-2E89-4B63-B9E3-00FF98F493AC}" sibTransId="{ECE8D4BF-1FF5-4F58-B0C8-CDB7E5C24AD6}"/>
    <dgm:cxn modelId="{0C32C82E-A7ED-438B-9687-3A64777FEFA5}" type="presOf" srcId="{B0E2A047-A41D-460F-9CB7-31FE88707C3E}" destId="{566E7CF7-4724-4064-B518-81D1D3AC9D39}" srcOrd="0" destOrd="0" presId="urn:microsoft.com/office/officeart/2005/8/layout/orgChart1"/>
    <dgm:cxn modelId="{3086C231-5298-48B7-AEDD-D4E7B70FBFEC}" type="presOf" srcId="{F99851D6-CEB8-4412-BA74-E7E3B7026E50}" destId="{9E97270F-8D4D-4978-B747-295C26514B91}" srcOrd="0" destOrd="0" presId="urn:microsoft.com/office/officeart/2005/8/layout/orgChart1"/>
    <dgm:cxn modelId="{A961DA31-8628-4D45-97D6-C486DA65C8AF}" type="presOf" srcId="{9553117A-1DCE-4BAE-83BA-E9A15FFE3C5E}" destId="{A134DC9C-A0E3-4F9D-9D86-46442144C5F7}" srcOrd="1" destOrd="0" presId="urn:microsoft.com/office/officeart/2005/8/layout/orgChart1"/>
    <dgm:cxn modelId="{5E54DE32-590B-4636-AB72-935C104B6233}" type="presOf" srcId="{76608B76-C2E2-4554-ABC8-A6C07F1CF24A}" destId="{1F31C40C-4F90-4772-82E7-0B8FEDFAECD1}" srcOrd="0" destOrd="0" presId="urn:microsoft.com/office/officeart/2005/8/layout/orgChart1"/>
    <dgm:cxn modelId="{87FBFB32-9EAD-45FB-BC82-CDBF23425A6E}" srcId="{84254C5F-BD61-47C5-B622-3CE95978AEDA}" destId="{AA5BFCD6-9E77-4F1B-B74F-00FF21B7CE0B}" srcOrd="2" destOrd="0" parTransId="{76608B76-C2E2-4554-ABC8-A6C07F1CF24A}" sibTransId="{77269630-0566-4701-BDB3-059DA96EF812}"/>
    <dgm:cxn modelId="{9B13D933-BE47-4AFE-8285-DDFC900351D5}" type="presOf" srcId="{073E2BF9-9056-4FDD-BA3E-4E763F339170}" destId="{E2E28B2B-6668-4052-8967-E440B70B24B2}" srcOrd="0" destOrd="0" presId="urn:microsoft.com/office/officeart/2005/8/layout/orgChart1"/>
    <dgm:cxn modelId="{63DF8834-A685-4045-B5B4-7379F2EB4639}" type="presOf" srcId="{89022E07-907B-4E1D-9DD1-B2EC64594366}" destId="{D60A8266-FB56-490D-A4BE-939BB125A782}" srcOrd="1" destOrd="0" presId="urn:microsoft.com/office/officeart/2005/8/layout/orgChart1"/>
    <dgm:cxn modelId="{75FBFD35-FFC3-4887-A1BF-B111DDB4B42F}" type="presOf" srcId="{077E8A7A-10C0-4B7D-8822-7828908F3E75}" destId="{A719CFA2-CD27-42E5-9959-BD8E1EB9C0AF}" srcOrd="0" destOrd="0" presId="urn:microsoft.com/office/officeart/2005/8/layout/orgChart1"/>
    <dgm:cxn modelId="{206EB836-5A8E-4A27-9F45-4D6EB8F25660}" srcId="{978B707D-BB8D-4455-ABEE-BAB7E85F6ED8}" destId="{8D735859-E890-4F7D-A5EA-66703241152C}" srcOrd="7" destOrd="0" parTransId="{A1C4036F-D024-4521-AA6E-B62768BC7B4D}" sibTransId="{D74340F3-68FB-4968-ACD5-352D87439022}"/>
    <dgm:cxn modelId="{6789E238-98C0-41E2-9AB6-4891D355CAA5}" type="presOf" srcId="{091910B3-5F32-42BA-B5C7-84F8FD84781C}" destId="{E6B3F519-8B3D-4CE9-9BFF-78CF15FFF2B2}" srcOrd="0" destOrd="0" presId="urn:microsoft.com/office/officeart/2005/8/layout/orgChart1"/>
    <dgm:cxn modelId="{76660339-67FC-417A-8D54-7856117CAD8E}" type="presOf" srcId="{8AD009B9-4666-40E3-B185-447D52D1A862}" destId="{54A59532-CD6B-497E-B2AB-965BC29D32C2}" srcOrd="0" destOrd="0" presId="urn:microsoft.com/office/officeart/2005/8/layout/orgChart1"/>
    <dgm:cxn modelId="{E060A63B-61B1-4C21-AD70-DBC5A88377D9}" type="presOf" srcId="{DAAC7EC5-D33D-4EE8-8F83-943831013939}" destId="{29E3A13A-AFFA-4503-A2A9-EE0BC1F03491}" srcOrd="0" destOrd="0" presId="urn:microsoft.com/office/officeart/2005/8/layout/orgChart1"/>
    <dgm:cxn modelId="{910FE03B-BCA6-4808-BACE-3AAE859A8424}" type="presOf" srcId="{9ADB4ABC-FBF6-4B0E-A86E-7D2BDB5E8490}" destId="{E6CF9F7A-2310-4495-B31A-66E4D1E4B1DD}" srcOrd="1" destOrd="0" presId="urn:microsoft.com/office/officeart/2005/8/layout/orgChart1"/>
    <dgm:cxn modelId="{5554AC3C-0776-40EE-85BD-41D60AF71701}" type="presOf" srcId="{BA1EE483-C720-49D6-A668-9A373C9D90D2}" destId="{E663F310-96B2-48DD-B6BE-0801BDD5F00F}" srcOrd="0" destOrd="0" presId="urn:microsoft.com/office/officeart/2005/8/layout/orgChart1"/>
    <dgm:cxn modelId="{5B4CAB3D-7ABB-4F49-B6EC-F7258DCE68B2}" type="presOf" srcId="{1D548319-C7FD-42E9-A966-8D5129F399DF}" destId="{ACC1A022-87D6-4E27-8FE9-EC00E9CCABE1}" srcOrd="0" destOrd="0" presId="urn:microsoft.com/office/officeart/2005/8/layout/orgChart1"/>
    <dgm:cxn modelId="{33186A3E-F70C-4FD2-B54C-8FE5A0BE4B55}" type="presOf" srcId="{5D78B019-2431-448B-99AE-EC83C2A4AC14}" destId="{FEEC6B8F-3991-4716-B544-1E0F7777315F}" srcOrd="0" destOrd="0" presId="urn:microsoft.com/office/officeart/2005/8/layout/orgChart1"/>
    <dgm:cxn modelId="{DF7ABF3E-50D7-4FE7-AFA1-5EDD1CFFEAB0}" type="presOf" srcId="{DF6B111F-1ED9-4A4E-BB12-0F316B3559C4}" destId="{AD889DAE-3B24-4816-889E-3CFF605A033D}" srcOrd="0" destOrd="0" presId="urn:microsoft.com/office/officeart/2005/8/layout/orgChart1"/>
    <dgm:cxn modelId="{631BD43F-B69F-4ED1-BAAE-D89D6434347B}" srcId="{7FAA21C3-3E77-418C-B254-4C18B15F3A70}" destId="{1258AB12-7717-4785-916E-3520F20F5AF1}" srcOrd="7" destOrd="0" parTransId="{4787464E-989E-4834-A7FE-3C5BD324C27C}" sibTransId="{6C03B16F-F5BD-4987-8429-484133E322ED}"/>
    <dgm:cxn modelId="{63202940-29B0-4E09-9FC0-0091754C1EA5}" srcId="{84254C5F-BD61-47C5-B622-3CE95978AEDA}" destId="{88458A6D-AD66-4694-88D6-140767472EE8}" srcOrd="0" destOrd="0" parTransId="{8955FD14-7AE1-4D79-AF82-BD34198C9FC5}" sibTransId="{5E6C728C-F847-4E11-95D5-721E8616D981}"/>
    <dgm:cxn modelId="{F12AEC5B-0364-4F20-A643-CD554ED89B8B}" srcId="{C3818886-485F-47A9-90A5-25ECEF3FD84D}" destId="{56E4E5BC-00B0-45D9-9704-274EE5111E96}" srcOrd="3" destOrd="0" parTransId="{6BB8CE06-CFFB-46A4-A453-2519F6DF8AC2}" sibTransId="{D4F9014C-59E2-4727-86DD-7C9B912A79A8}"/>
    <dgm:cxn modelId="{A795EE5C-0DDB-48FB-A5CF-6936DA8BDD8B}" srcId="{28D6F92B-F039-40E2-A48E-F1898B77D9AB}" destId="{9F767604-D09C-4625-B3BB-AAF121A21EF8}" srcOrd="3" destOrd="0" parTransId="{5B980860-8A4F-4504-999F-F187E2D732A5}" sibTransId="{82815B94-5A9F-46B8-8A4A-111F57986C72}"/>
    <dgm:cxn modelId="{9BF2FE5C-102D-4D86-881B-11778A7B7F9C}" srcId="{28D6F92B-F039-40E2-A48E-F1898B77D9AB}" destId="{89022E07-907B-4E1D-9DD1-B2EC64594366}" srcOrd="6" destOrd="0" parTransId="{E2F77C6C-2C27-4929-BD63-5A86DD35251F}" sibTransId="{539B6C54-75CD-4926-AAC2-64686A55B121}"/>
    <dgm:cxn modelId="{0001F25E-6396-44CA-82E6-1328B172D8ED}" srcId="{978B707D-BB8D-4455-ABEE-BAB7E85F6ED8}" destId="{74B1674A-C66E-4697-9C98-A0638EA56003}" srcOrd="1" destOrd="0" parTransId="{6EC3BCE7-6CE0-4FBC-A358-E9B6BACB978A}" sibTransId="{7F8FF7C6-D9E4-40EC-8D91-AA25FFF0FA93}"/>
    <dgm:cxn modelId="{F57A795F-4975-4791-9008-302065751146}" type="presOf" srcId="{03125C03-9374-4248-97F1-A054CFE56DCA}" destId="{51C9537D-A96B-4EFB-9DC4-FE08DB107745}" srcOrd="0" destOrd="0" presId="urn:microsoft.com/office/officeart/2005/8/layout/orgChart1"/>
    <dgm:cxn modelId="{6C173C61-9A88-4471-85F7-0552D9A4932D}" type="presOf" srcId="{AD70F428-4E42-4608-977B-BCB68918DC20}" destId="{15AD67B7-F3A1-41BF-81EF-6665535A83D1}" srcOrd="0" destOrd="0" presId="urn:microsoft.com/office/officeart/2005/8/layout/orgChart1"/>
    <dgm:cxn modelId="{77D96561-EC8A-4151-B656-94F68911D12B}" type="presOf" srcId="{032B15A2-8977-44BF-97D1-160665BA7F49}" destId="{A865DE00-A9D0-47C4-ACEF-87B4D5B99F02}" srcOrd="1" destOrd="0" presId="urn:microsoft.com/office/officeart/2005/8/layout/orgChart1"/>
    <dgm:cxn modelId="{0F387E41-4435-484D-945E-E377A447D097}" srcId="{56E4E5BC-00B0-45D9-9704-274EE5111E96}" destId="{F578A0B7-45A3-43AB-87E0-E31C5EF43B29}" srcOrd="2" destOrd="0" parTransId="{5D78B019-2431-448B-99AE-EC83C2A4AC14}" sibTransId="{40E6E234-0392-4B11-B4CE-9602A75493C0}"/>
    <dgm:cxn modelId="{55D7C341-1FFE-4A57-8DED-88E9350BDF84}" srcId="{C3818886-485F-47A9-90A5-25ECEF3FD84D}" destId="{978B707D-BB8D-4455-ABEE-BAB7E85F6ED8}" srcOrd="4" destOrd="0" parTransId="{D2B369B8-6B10-480D-8FE3-F0E91C60E7A2}" sibTransId="{ABA3AB48-AD0E-4CA9-BCDB-2B9D10EF783F}"/>
    <dgm:cxn modelId="{F5E6E541-F74B-48D8-8D19-40F07AA69E85}" type="presOf" srcId="{B7F317B9-B9FE-4BF0-BA41-C6C201D93106}" destId="{FBB18CFE-148E-426C-864A-F49FE5DB0E8F}" srcOrd="1" destOrd="0" presId="urn:microsoft.com/office/officeart/2005/8/layout/orgChart1"/>
    <dgm:cxn modelId="{31332962-B363-4EB6-824D-A6699332FF7C}" type="presOf" srcId="{B945AA69-F04C-4A8E-A3B0-591FC28DB78F}" destId="{171C1E38-A255-4062-8548-1F2AA85028C9}" srcOrd="1" destOrd="0" presId="urn:microsoft.com/office/officeart/2005/8/layout/orgChart1"/>
    <dgm:cxn modelId="{E5613862-3F7A-415F-82B2-F25399833B51}" type="presOf" srcId="{0233F5DD-A905-4896-80F0-DECFF3D66AAE}" destId="{A6BD0329-B4C4-4496-9285-D173F3B908FC}" srcOrd="0" destOrd="0" presId="urn:microsoft.com/office/officeart/2005/8/layout/orgChart1"/>
    <dgm:cxn modelId="{414B7142-4A60-4C9A-B8D1-866EBC4EBA91}" type="presOf" srcId="{654FC110-22F3-43BA-AAF0-0A676897B9E0}" destId="{B8F26C4E-7BFF-483E-8497-0AD3C82B7E5D}" srcOrd="1" destOrd="0" presId="urn:microsoft.com/office/officeart/2005/8/layout/orgChart1"/>
    <dgm:cxn modelId="{25351043-112A-4091-9BD9-73C8D7C43A9A}" type="presOf" srcId="{9553117A-1DCE-4BAE-83BA-E9A15FFE3C5E}" destId="{1C760733-FBC2-448D-AC66-7F985EC96D8A}" srcOrd="0" destOrd="0" presId="urn:microsoft.com/office/officeart/2005/8/layout/orgChart1"/>
    <dgm:cxn modelId="{24A13B43-DC2D-49BC-A3A2-B5796D65CBCE}" type="presOf" srcId="{FB14D355-1D4E-4940-B15A-B23BD0EAE1E1}" destId="{2A04564A-4C77-4AC9-9658-3152134A2E68}" srcOrd="1" destOrd="0" presId="urn:microsoft.com/office/officeart/2005/8/layout/orgChart1"/>
    <dgm:cxn modelId="{432B1A44-1800-43AA-8533-3345CEA38BE4}" type="presOf" srcId="{58607DBD-AC39-4E85-AAAD-BF7EF07F9555}" destId="{C722A682-A98B-49C5-99F3-F17119B88A9C}" srcOrd="0" destOrd="0" presId="urn:microsoft.com/office/officeart/2005/8/layout/orgChart1"/>
    <dgm:cxn modelId="{27A6DD65-2C17-4A04-B506-526839613DC8}" type="presOf" srcId="{5CDB50F9-EE51-4542-9C8A-E6CEEF54EDB4}" destId="{656240B1-D52C-45DC-BB24-EB7E893BEA7F}" srcOrd="0" destOrd="0" presId="urn:microsoft.com/office/officeart/2005/8/layout/orgChart1"/>
    <dgm:cxn modelId="{CC02E765-A6F7-4D75-A7EC-9985458B910D}" type="presOf" srcId="{69C212A2-D8C4-4066-A318-FBBFBC70539E}" destId="{29F02A17-6F68-494A-8763-83F01E7F6551}" srcOrd="0" destOrd="0" presId="urn:microsoft.com/office/officeart/2005/8/layout/orgChart1"/>
    <dgm:cxn modelId="{79BF3866-70F7-4B86-ACC8-189A0BFE1DF8}" type="presOf" srcId="{88431260-D466-46DF-9914-906BE9EFE5F0}" destId="{966FFDD8-4D15-4292-89C4-4A0EB29DDAFE}" srcOrd="0" destOrd="0" presId="urn:microsoft.com/office/officeart/2005/8/layout/orgChart1"/>
    <dgm:cxn modelId="{60718546-6DD2-4CC7-86D6-53318E3D0539}" srcId="{C3818886-485F-47A9-90A5-25ECEF3FD84D}" destId="{84254C5F-BD61-47C5-B622-3CE95978AEDA}" srcOrd="0" destOrd="0" parTransId="{CD533E07-9CF8-49F2-8930-6FA5DCA6C1FD}" sibTransId="{C174DFB7-EB2C-4320-9C69-C21A57390D32}"/>
    <dgm:cxn modelId="{10870B48-F166-4FF9-9DEB-AFF87E9A22C8}" srcId="{978B707D-BB8D-4455-ABEE-BAB7E85F6ED8}" destId="{9ADB4ABC-FBF6-4B0E-A86E-7D2BDB5E8490}" srcOrd="4" destOrd="0" parTransId="{1D6B1742-B3E8-4D0B-B000-BF36D1914375}" sibTransId="{FA825C5C-E439-438B-8DBD-1D4BAD62883B}"/>
    <dgm:cxn modelId="{B21B9D48-A182-407C-9307-7D0CDC809DCC}" type="presOf" srcId="{380E53B0-F013-4A91-896C-1BAC92DB5E4E}" destId="{7B5E1B05-57D6-4A34-9FA5-0753D6B7918C}" srcOrd="0" destOrd="0" presId="urn:microsoft.com/office/officeart/2005/8/layout/orgChart1"/>
    <dgm:cxn modelId="{9CB7CC68-D719-4B30-AD8F-F60A54C76511}" srcId="{7FAA21C3-3E77-418C-B254-4C18B15F3A70}" destId="{8F6E0F7B-9D21-4E54-8ECF-1DB174AB8346}" srcOrd="1" destOrd="0" parTransId="{3BB22BFE-4821-4360-ACCA-62A2021C37B5}" sibTransId="{E85B3968-3AB9-47CA-9381-6C1F9A31DA47}"/>
    <dgm:cxn modelId="{D208714B-7B8E-4602-8CCC-C6C481CB8710}" type="presOf" srcId="{B97B7505-2A3C-45CB-9066-3281BB7E3C41}" destId="{6A0D59A9-2DA5-4B4B-ABF0-49E2303D2921}" srcOrd="1" destOrd="0" presId="urn:microsoft.com/office/officeart/2005/8/layout/orgChart1"/>
    <dgm:cxn modelId="{7BCA846B-422D-44E7-89C8-3D37042EFF89}" srcId="{C3818886-485F-47A9-90A5-25ECEF3FD84D}" destId="{7FAA21C3-3E77-418C-B254-4C18B15F3A70}" srcOrd="2" destOrd="0" parTransId="{80CFEC3E-EE68-49C6-A225-D577AF825CA5}" sibTransId="{921B846D-C3B6-42AA-AEE0-59A737627792}"/>
    <dgm:cxn modelId="{A83AD14B-9DFF-4E79-8D15-F6ACC97A0287}" type="presOf" srcId="{8F6E0F7B-9D21-4E54-8ECF-1DB174AB8346}" destId="{97014ACD-C82B-4E78-A3D8-6ED944D4BDC9}" srcOrd="0" destOrd="0" presId="urn:microsoft.com/office/officeart/2005/8/layout/orgChart1"/>
    <dgm:cxn modelId="{45BDF16B-549A-4FC5-855B-54A69506CDFE}" srcId="{56E4E5BC-00B0-45D9-9704-274EE5111E96}" destId="{EC1836C8-C728-48FD-B07C-920379124BF0}" srcOrd="8" destOrd="0" parTransId="{40D71EF3-FEB9-4FA2-A3D8-29E9768115E2}" sibTransId="{AF9941CD-CC88-4F99-9BAE-B2B142A4ED65}"/>
    <dgm:cxn modelId="{D027986D-AB92-4C97-9ED2-BBA889251F59}" type="presOf" srcId="{DEF9F0D0-81E7-4FE6-9B04-C94F514E8528}" destId="{E5A92AD1-B716-4B79-8CD5-CAD0411575A8}" srcOrd="0" destOrd="0" presId="urn:microsoft.com/office/officeart/2005/8/layout/orgChart1"/>
    <dgm:cxn modelId="{0793E64D-B8B5-4B80-AA18-BFD646784652}" type="presOf" srcId="{B0E2A047-A41D-460F-9CB7-31FE88707C3E}" destId="{574E6C3F-BFE7-4CE5-861E-12FA03EB2A02}" srcOrd="1" destOrd="0" presId="urn:microsoft.com/office/officeart/2005/8/layout/orgChart1"/>
    <dgm:cxn modelId="{4F44FB6E-FBC9-4099-8054-6D92A5D38B96}" type="presOf" srcId="{56E4E5BC-00B0-45D9-9704-274EE5111E96}" destId="{2222E085-E944-4717-A6B5-9C128BA37D67}" srcOrd="0" destOrd="0" presId="urn:microsoft.com/office/officeart/2005/8/layout/orgChart1"/>
    <dgm:cxn modelId="{8C19C36F-D19C-4F10-86D5-A7DA64959392}" srcId="{7FAA21C3-3E77-418C-B254-4C18B15F3A70}" destId="{032B15A2-8977-44BF-97D1-160665BA7F49}" srcOrd="4" destOrd="0" parTransId="{DBB08385-8C1F-4E73-95F6-2032F6F855DE}" sibTransId="{A1EEC077-1FEB-420A-AFE0-EFAF5AB6AEC5}"/>
    <dgm:cxn modelId="{6B2EC86F-1FD3-425B-B84F-F6E897F0491F}" type="presOf" srcId="{8D735859-E890-4F7D-A5EA-66703241152C}" destId="{CFEA97B2-29FE-48CD-B905-3B469615FE31}" srcOrd="0" destOrd="0" presId="urn:microsoft.com/office/officeart/2005/8/layout/orgChart1"/>
    <dgm:cxn modelId="{9ADE5C50-55D2-40A8-B9B7-51E160F900DC}" type="presOf" srcId="{40D71EF3-FEB9-4FA2-A3D8-29E9768115E2}" destId="{39CE2F26-E310-4CE0-9F5D-B38F9F5FB472}" srcOrd="0" destOrd="0" presId="urn:microsoft.com/office/officeart/2005/8/layout/orgChart1"/>
    <dgm:cxn modelId="{910FD050-8CB0-4689-B564-9A6A3507E8DC}" srcId="{978B707D-BB8D-4455-ABEE-BAB7E85F6ED8}" destId="{654FC110-22F3-43BA-AAF0-0A676897B9E0}" srcOrd="0" destOrd="0" parTransId="{475FD3AC-9882-4363-BD5D-6241BC40C295}" sibTransId="{BB9BBA0A-7791-4FF7-8AB9-F2953AA99F06}"/>
    <dgm:cxn modelId="{B923E470-BC53-4E8F-80EF-FECDCA354822}" type="presOf" srcId="{EC1836C8-C728-48FD-B07C-920379124BF0}" destId="{BAA00A28-60F0-465C-BBA4-4F0F3BFC1C29}" srcOrd="0" destOrd="0" presId="urn:microsoft.com/office/officeart/2005/8/layout/orgChart1"/>
    <dgm:cxn modelId="{F5352251-DE97-4D8F-9320-A6991B46C533}" type="presOf" srcId="{784BF93F-E29B-43B4-B0D8-A26C9EC3E2CA}" destId="{7EB367D9-B5C6-4075-8114-7A14712B38E9}" srcOrd="0" destOrd="0" presId="urn:microsoft.com/office/officeart/2005/8/layout/orgChart1"/>
    <dgm:cxn modelId="{BFBBB871-FB37-4496-B31E-245A5990CBB3}" srcId="{28D6F92B-F039-40E2-A48E-F1898B77D9AB}" destId="{9BE7DB0F-89BB-4A2D-AD19-D9669C50F6F5}" srcOrd="8" destOrd="0" parTransId="{A56829F5-9E8B-4E02-9822-4D96D25BE4E3}" sibTransId="{BABD595A-3FBA-408F-9B71-05AA5E0B468F}"/>
    <dgm:cxn modelId="{547B5555-B0BA-4FE2-882B-F0BFB88905C5}" type="presOf" srcId="{237CEE08-6478-45C9-8BDC-40FA9A934FDE}" destId="{3DF84655-A033-4089-9F90-58CEECCB015E}" srcOrd="0" destOrd="0" presId="urn:microsoft.com/office/officeart/2005/8/layout/orgChart1"/>
    <dgm:cxn modelId="{513ABB75-CE61-48C0-84AA-D14B48878AA6}" srcId="{978B707D-BB8D-4455-ABEE-BAB7E85F6ED8}" destId="{5887BCC7-A035-46B9-BF2D-C22044EA38AD}" srcOrd="3" destOrd="0" parTransId="{8AD009B9-4666-40E3-B185-447D52D1A862}" sibTransId="{D7BB010F-04C5-46E2-8773-1CCE9ADA96DA}"/>
    <dgm:cxn modelId="{DD036B57-B7D2-4C25-9632-219580DE4265}" type="presOf" srcId="{5217F8F7-ADBE-45DB-9E65-B3EAF651AA71}" destId="{AA4F8721-23E3-4D14-A19D-5816660FC907}" srcOrd="1" destOrd="0" presId="urn:microsoft.com/office/officeart/2005/8/layout/orgChart1"/>
    <dgm:cxn modelId="{0AD27777-17FC-427F-B930-4A69A1A4F8A6}" srcId="{56E4E5BC-00B0-45D9-9704-274EE5111E96}" destId="{5FEB3474-36AC-400C-867C-8CD8A5ED8840}" srcOrd="6" destOrd="0" parTransId="{380E53B0-F013-4A91-896C-1BAC92DB5E4E}" sibTransId="{A28EB53E-F92B-40E6-AFA6-EF2C258CA6A6}"/>
    <dgm:cxn modelId="{22871D78-1E2D-4B03-A903-0D4D045E965D}" srcId="{7FAA21C3-3E77-418C-B254-4C18B15F3A70}" destId="{7787A92B-5B2D-4032-A083-D304E524B86C}" srcOrd="3" destOrd="0" parTransId="{A96E6BEB-16E6-4075-B0E5-CB5F60AB3254}" sibTransId="{800F7775-8EB6-41C9-ACBA-08D067E4F1F4}"/>
    <dgm:cxn modelId="{48DD2378-226D-4A60-91E9-39D7DAD5F660}" srcId="{56E4E5BC-00B0-45D9-9704-274EE5111E96}" destId="{C7F47434-58BD-4236-AB52-0B756A7BE092}" srcOrd="3" destOrd="0" parTransId="{04DE99A8-7677-4298-95DC-3BE5361A2FCA}" sibTransId="{6AFE2A70-6940-4FB0-8459-542C74A7AE42}"/>
    <dgm:cxn modelId="{67AEE678-726F-4533-A906-9ECF710D4E07}" type="presOf" srcId="{5FEB3474-36AC-400C-867C-8CD8A5ED8840}" destId="{0EEA1A84-874E-4B41-B4F0-5DFE11735EB6}" srcOrd="1" destOrd="0" presId="urn:microsoft.com/office/officeart/2005/8/layout/orgChart1"/>
    <dgm:cxn modelId="{93942D59-1F05-4F23-A8EF-3C0A610D7F8B}" srcId="{28D6F92B-F039-40E2-A48E-F1898B77D9AB}" destId="{9665C4EF-51A9-488D-AA3A-E644B230A214}" srcOrd="4" destOrd="0" parTransId="{9C4B4009-1AD2-41F0-8265-607A0451BA79}" sibTransId="{E0CB61EE-89E0-4607-A14D-C3A1315E0C14}"/>
    <dgm:cxn modelId="{893FD259-B176-4BB0-AF70-D9CF642DAA83}" type="presOf" srcId="{3E6D57DB-8501-4023-BE27-86D28ABD94BC}" destId="{992A6363-985C-46F6-B183-1BC6CC599F13}" srcOrd="1" destOrd="0" presId="urn:microsoft.com/office/officeart/2005/8/layout/orgChart1"/>
    <dgm:cxn modelId="{EE06CE7B-CC19-4C79-B0DE-9DB35821DFF9}" type="presOf" srcId="{DF6B111F-1ED9-4A4E-BB12-0F316B3559C4}" destId="{C987ACB9-91E8-467E-BEC0-00F20BCD89B9}" srcOrd="1" destOrd="0" presId="urn:microsoft.com/office/officeart/2005/8/layout/orgChart1"/>
    <dgm:cxn modelId="{E111B87D-EFD6-4A0B-A702-3A0C861DD470}" type="presOf" srcId="{7CD2EAE5-38FE-4D09-A88F-02A288B88F5C}" destId="{F8AC81AB-8C7C-4D00-B1B1-2EA512198A10}" srcOrd="0" destOrd="0" presId="urn:microsoft.com/office/officeart/2005/8/layout/orgChart1"/>
    <dgm:cxn modelId="{F976BB7D-5CEA-42BC-85C1-DC17DC44BA7A}" type="presOf" srcId="{5FE16AEE-621B-47BA-8205-2AE99840FB3A}" destId="{356351CC-6E38-4D93-961D-36F5F180FFD0}" srcOrd="0" destOrd="0" presId="urn:microsoft.com/office/officeart/2005/8/layout/orgChart1"/>
    <dgm:cxn modelId="{BC5B8D7E-6131-44E0-B1DD-6E6EA76BD130}" type="presOf" srcId="{978B707D-BB8D-4455-ABEE-BAB7E85F6ED8}" destId="{5820E9D6-A038-4DC4-AC47-2E48DFCB1BA1}" srcOrd="0" destOrd="0" presId="urn:microsoft.com/office/officeart/2005/8/layout/orgChart1"/>
    <dgm:cxn modelId="{ADA0907E-6142-4321-B51D-7223F35E4FE2}" type="presOf" srcId="{74B1674A-C66E-4697-9C98-A0638EA56003}" destId="{3723DE6A-A6F5-4153-9F59-121318EDB01C}" srcOrd="0" destOrd="0" presId="urn:microsoft.com/office/officeart/2005/8/layout/orgChart1"/>
    <dgm:cxn modelId="{AAEF6D7F-9BD5-4CF3-896F-CFD3553D37C2}" type="presOf" srcId="{978B707D-BB8D-4455-ABEE-BAB7E85F6ED8}" destId="{3E48E7DB-003D-4EBA-B153-4F636689C301}" srcOrd="1" destOrd="0" presId="urn:microsoft.com/office/officeart/2005/8/layout/orgChart1"/>
    <dgm:cxn modelId="{58E7C881-0A5A-4010-B1B2-5BAB855B4D93}" type="presOf" srcId="{88458A6D-AD66-4694-88D6-140767472EE8}" destId="{5565EF25-A615-466C-BC43-1BEE6328BEB9}" srcOrd="1" destOrd="0" presId="urn:microsoft.com/office/officeart/2005/8/layout/orgChart1"/>
    <dgm:cxn modelId="{395D6082-3ADE-4B3A-B9C9-31E87A9A7EC8}" srcId="{978B707D-BB8D-4455-ABEE-BAB7E85F6ED8}" destId="{FB14D355-1D4E-4940-B15A-B23BD0EAE1E1}" srcOrd="2" destOrd="0" parTransId="{F99851D6-CEB8-4412-BA74-E7E3B7026E50}" sibTransId="{20F2B5B2-0139-4AAF-A015-DD1C1174CBCE}"/>
    <dgm:cxn modelId="{9D12AC82-5BE0-4C27-B630-51F4EDDFD09E}" type="presOf" srcId="{7FAA21C3-3E77-418C-B254-4C18B15F3A70}" destId="{2FAD0B4A-46DD-4E32-8B0C-4AC9A2727487}" srcOrd="0" destOrd="0" presId="urn:microsoft.com/office/officeart/2005/8/layout/orgChart1"/>
    <dgm:cxn modelId="{9C6B6C87-874E-4E82-BACC-E25C9CCB9F8A}" type="presOf" srcId="{1DA999B4-80AF-4B68-BFEB-7C4E05BFE95D}" destId="{1EE1E35E-55C2-4206-8A74-B817F6851DF8}" srcOrd="0" destOrd="0" presId="urn:microsoft.com/office/officeart/2005/8/layout/orgChart1"/>
    <dgm:cxn modelId="{CE96BC8C-DDBD-4DB6-9CB7-302E06E8B18D}" type="presOf" srcId="{9BE7DB0F-89BB-4A2D-AD19-D9669C50F6F5}" destId="{B3878406-6FD0-43C3-834B-5E7FC3CB17D5}" srcOrd="1" destOrd="0" presId="urn:microsoft.com/office/officeart/2005/8/layout/orgChart1"/>
    <dgm:cxn modelId="{C441008D-288F-492A-9E2E-CCAA1AFF8B59}" srcId="{7FAA21C3-3E77-418C-B254-4C18B15F3A70}" destId="{6A82463A-A5DF-42A1-BF4D-D88190910C5A}" srcOrd="6" destOrd="0" parTransId="{0233F5DD-A905-4896-80F0-DECFF3D66AAE}" sibTransId="{944657C9-0799-4DC9-94EF-0610A63A2198}"/>
    <dgm:cxn modelId="{4590E38D-C163-40BA-B677-1D11B7362482}" type="presOf" srcId="{C3CC12FF-CF50-4285-AFD8-CC7B23113390}" destId="{6B3BF0D4-C19F-4E4A-B14D-0B8F679E3904}" srcOrd="0" destOrd="0" presId="urn:microsoft.com/office/officeart/2005/8/layout/orgChart1"/>
    <dgm:cxn modelId="{25713A8F-DA97-43E4-B313-91CCEF692A2F}" type="presOf" srcId="{EA73E618-4005-4DF5-980D-B75C5B5C7182}" destId="{47EF2610-262C-49F6-A611-26B51093172E}" srcOrd="0" destOrd="0" presId="urn:microsoft.com/office/officeart/2005/8/layout/orgChart1"/>
    <dgm:cxn modelId="{F7D1C890-DEEC-403A-B28D-690C761AE742}" srcId="{1DA999B4-80AF-4B68-BFEB-7C4E05BFE95D}" destId="{C3818886-485F-47A9-90A5-25ECEF3FD84D}" srcOrd="0" destOrd="0" parTransId="{426BC78E-7302-4A65-99D3-FC3216D402A7}" sibTransId="{1B04E03C-FF8B-4F6B-BABD-8075167AFDCC}"/>
    <dgm:cxn modelId="{51AD7091-2B87-4808-9DE7-B38D925F4D72}" type="presOf" srcId="{9F767604-D09C-4625-B3BB-AAF121A21EF8}" destId="{CD54C4D1-15AA-4A3E-A061-64FAE40AF4E9}" srcOrd="1" destOrd="0" presId="urn:microsoft.com/office/officeart/2005/8/layout/orgChart1"/>
    <dgm:cxn modelId="{2534EC91-735A-43BD-B07B-7090DA24D93E}" type="presOf" srcId="{784BF93F-E29B-43B4-B0D8-A26C9EC3E2CA}" destId="{7BF497F7-C458-432B-8C8E-BA162EED42E7}" srcOrd="1" destOrd="0" presId="urn:microsoft.com/office/officeart/2005/8/layout/orgChart1"/>
    <dgm:cxn modelId="{5BCD2892-05EF-471F-824F-5AF275BEB261}" type="presOf" srcId="{5217F8F7-ADBE-45DB-9E65-B3EAF651AA71}" destId="{AC7935D2-41FD-4F83-B64C-05B6AF5FD429}" srcOrd="0" destOrd="0" presId="urn:microsoft.com/office/officeart/2005/8/layout/orgChart1"/>
    <dgm:cxn modelId="{CAA1A492-EC25-4D07-86FE-1FEC35A7AD7F}" type="presOf" srcId="{570D4FA3-D7FE-4B5B-BE31-C33E92505A94}" destId="{FEB736C4-0972-4F34-8297-3B0FA763F06A}" srcOrd="0" destOrd="0" presId="urn:microsoft.com/office/officeart/2005/8/layout/orgChart1"/>
    <dgm:cxn modelId="{F51B4793-C3D7-4221-9BE4-26B79ABEFB19}" type="presOf" srcId="{A56829F5-9E8B-4E02-9822-4D96D25BE4E3}" destId="{BA97DA16-D85D-4059-98BF-180A05082B49}" srcOrd="0" destOrd="0" presId="urn:microsoft.com/office/officeart/2005/8/layout/orgChart1"/>
    <dgm:cxn modelId="{F25B9593-8C97-43FC-88D5-2134377DA4EB}" type="presOf" srcId="{04DE99A8-7677-4298-95DC-3BE5361A2FCA}" destId="{397BE760-512A-4A9E-A04F-22AD00A9B5F3}" srcOrd="0" destOrd="0" presId="urn:microsoft.com/office/officeart/2005/8/layout/orgChart1"/>
    <dgm:cxn modelId="{C329A493-BF1C-4507-94A9-A17054444654}" srcId="{28D6F92B-F039-40E2-A48E-F1898B77D9AB}" destId="{3E6D57DB-8501-4023-BE27-86D28ABD94BC}" srcOrd="7" destOrd="0" parTransId="{BBE4AE38-4410-40E9-BBD0-147C7279A663}" sibTransId="{5179ECD4-6DC1-42AB-A570-704FE2305117}"/>
    <dgm:cxn modelId="{4D59D094-FFFB-4F28-A40C-17E3FD663680}" type="presOf" srcId="{AA5BFCD6-9E77-4F1B-B74F-00FF21B7CE0B}" destId="{9C6CF333-F538-4AC3-A2AE-6DD8B5DB8383}" srcOrd="1" destOrd="0" presId="urn:microsoft.com/office/officeart/2005/8/layout/orgChart1"/>
    <dgm:cxn modelId="{79A80896-7853-4885-93F0-A0F37053CB64}" type="presOf" srcId="{74B1674A-C66E-4697-9C98-A0638EA56003}" destId="{52BB5EFB-C983-4E1D-A4EB-390B2C9066CA}" srcOrd="1" destOrd="0" presId="urn:microsoft.com/office/officeart/2005/8/layout/orgChart1"/>
    <dgm:cxn modelId="{5BEDE098-18E0-4DC6-B0BC-BA68AB497CB5}" type="presOf" srcId="{7787A92B-5B2D-4032-A083-D304E524B86C}" destId="{F3C3DBF7-CE60-44BB-9480-9D066B6DD6B1}" srcOrd="1" destOrd="0" presId="urn:microsoft.com/office/officeart/2005/8/layout/orgChart1"/>
    <dgm:cxn modelId="{83A7299B-80CC-4BE3-90BF-C5AAA0EF2951}" type="presOf" srcId="{BBE4AE38-4410-40E9-BBD0-147C7279A663}" destId="{077F745B-FC27-4010-A785-C07D9CC000D1}" srcOrd="0" destOrd="0" presId="urn:microsoft.com/office/officeart/2005/8/layout/orgChart1"/>
    <dgm:cxn modelId="{27392A9B-7964-4D52-8029-F767CEE76A1C}" type="presOf" srcId="{B7F317B9-B9FE-4BF0-BA41-C6C201D93106}" destId="{D8FB544E-7B69-4051-8715-CBB1BA95E05E}" srcOrd="0" destOrd="0" presId="urn:microsoft.com/office/officeart/2005/8/layout/orgChart1"/>
    <dgm:cxn modelId="{F1F6979B-ACF7-47CD-9FAB-0FA544E63810}" srcId="{84254C5F-BD61-47C5-B622-3CE95978AEDA}" destId="{1D548319-C7FD-42E9-A966-8D5129F399DF}" srcOrd="5" destOrd="0" parTransId="{8CF70716-F071-41E1-AC66-E854870BA528}" sibTransId="{B33048A4-721D-49C6-A662-A58E7CC40333}"/>
    <dgm:cxn modelId="{7FEED19B-4822-4905-97D1-0836E0D1C456}" type="presOf" srcId="{4787464E-989E-4834-A7FE-3C5BD324C27C}" destId="{D2F73235-D690-455B-AC6C-5687659E8ADF}" srcOrd="0" destOrd="0" presId="urn:microsoft.com/office/officeart/2005/8/layout/orgChart1"/>
    <dgm:cxn modelId="{A811089C-9FAB-43BA-894B-00379E1EE571}" type="presOf" srcId="{58607DBD-AC39-4E85-AAAD-BF7EF07F9555}" destId="{87456844-465D-48BC-8A8E-61C842B50F62}" srcOrd="1" destOrd="0" presId="urn:microsoft.com/office/officeart/2005/8/layout/orgChart1"/>
    <dgm:cxn modelId="{590C309D-6E4E-4232-A01D-D18710722A7E}" srcId="{84254C5F-BD61-47C5-B622-3CE95978AEDA}" destId="{7198578A-D85E-4171-8C4A-5E7862B1C5E2}" srcOrd="7" destOrd="0" parTransId="{88431260-D466-46DF-9914-906BE9EFE5F0}" sibTransId="{A455A01A-85EE-442A-B74A-8861C05E50BC}"/>
    <dgm:cxn modelId="{41B6DD9F-6ECB-4FF9-BD6F-34A295C56105}" type="presOf" srcId="{EA07AABA-4A94-4AEF-A48F-4C927B90FBF1}" destId="{540E877A-BD21-4B81-AE70-300E2C5712E5}" srcOrd="0" destOrd="0" presId="urn:microsoft.com/office/officeart/2005/8/layout/orgChart1"/>
    <dgm:cxn modelId="{B6783FA0-A1C4-4708-846C-7E6440FDA106}" type="presOf" srcId="{54989B64-744D-42FB-A844-E0F98DC71E9F}" destId="{0DC07D8E-2F84-4076-91BE-8955B4408631}" srcOrd="0" destOrd="0" presId="urn:microsoft.com/office/officeart/2005/8/layout/orgChart1"/>
    <dgm:cxn modelId="{748345A1-955E-4C83-AEEF-2A39247B521F}" type="presOf" srcId="{84254C5F-BD61-47C5-B622-3CE95978AEDA}" destId="{B4A5F461-A912-4561-9AD6-35896CB896AD}" srcOrd="1" destOrd="0" presId="urn:microsoft.com/office/officeart/2005/8/layout/orgChart1"/>
    <dgm:cxn modelId="{76E686A2-FA03-4E13-BF6F-2C7924A2DA2D}" type="presOf" srcId="{3BB22BFE-4821-4360-ACCA-62A2021C37B5}" destId="{EFB44C33-93A4-4AC7-81D9-B490D56CDED2}" srcOrd="0" destOrd="0" presId="urn:microsoft.com/office/officeart/2005/8/layout/orgChart1"/>
    <dgm:cxn modelId="{0DE398A3-4DFF-4EE5-B340-EA4EFDBB0696}" type="presOf" srcId="{609F0105-0811-48B6-8EBE-9677D500C3A5}" destId="{A627D8D9-42D1-4015-9E99-16965925E5DA}" srcOrd="1" destOrd="0" presId="urn:microsoft.com/office/officeart/2005/8/layout/orgChart1"/>
    <dgm:cxn modelId="{EC94DCA3-C890-4E08-B7B0-B8842A346872}" type="presOf" srcId="{6F3A4974-2E89-4B63-B9E3-00FF98F493AC}" destId="{5BF1C033-A581-4C96-B406-54180D8F016E}" srcOrd="0" destOrd="0" presId="urn:microsoft.com/office/officeart/2005/8/layout/orgChart1"/>
    <dgm:cxn modelId="{AC92A1A4-72AD-4F45-B1C7-17C4CCD2E901}" type="presOf" srcId="{CD533E07-9CF8-49F2-8930-6FA5DCA6C1FD}" destId="{C5CBE2B6-C9BC-489D-9DBF-1140AE39C42B}" srcOrd="0" destOrd="0" presId="urn:microsoft.com/office/officeart/2005/8/layout/orgChart1"/>
    <dgm:cxn modelId="{F149F3A6-D2BE-4F35-83DA-E17D21245E38}" type="presOf" srcId="{8977FFF4-CF5B-48FB-9117-A24354164E07}" destId="{42C41D2A-E850-47A0-9A2A-382296B3B007}" srcOrd="0" destOrd="0" presId="urn:microsoft.com/office/officeart/2005/8/layout/orgChart1"/>
    <dgm:cxn modelId="{18AA18A7-796C-4A2D-A33E-0CCC1B1DF652}" type="presOf" srcId="{9C4B4009-1AD2-41F0-8265-607A0451BA79}" destId="{40F6DA8E-9DF5-4A35-9156-B5AFFA6A5435}" srcOrd="0" destOrd="0" presId="urn:microsoft.com/office/officeart/2005/8/layout/orgChart1"/>
    <dgm:cxn modelId="{0C5B6DA7-2A54-4551-AD85-43AA19F2F87C}" type="presOf" srcId="{DBB08385-8C1F-4E73-95F6-2032F6F855DE}" destId="{2CAEB6D4-6E31-4676-A04A-9F76826694EE}" srcOrd="0" destOrd="0" presId="urn:microsoft.com/office/officeart/2005/8/layout/orgChart1"/>
    <dgm:cxn modelId="{F010D5A7-1FF8-4EB6-A8A7-08BB2AFB2AC1}" type="presOf" srcId="{54989B64-744D-42FB-A844-E0F98DC71E9F}" destId="{80741042-9067-49F0-92C0-BA29C4A08E94}" srcOrd="1" destOrd="0" presId="urn:microsoft.com/office/officeart/2005/8/layout/orgChart1"/>
    <dgm:cxn modelId="{D58A23AA-7F21-4299-9870-5AA9E1C13687}" type="presOf" srcId="{EC1836C8-C728-48FD-B07C-920379124BF0}" destId="{51A9EBB5-00CA-4903-81FA-EC6EC5C610F7}" srcOrd="1" destOrd="0" presId="urn:microsoft.com/office/officeart/2005/8/layout/orgChart1"/>
    <dgm:cxn modelId="{04A1A1AB-9AD5-4E1C-A156-470C01483DBC}" type="presOf" srcId="{4C8C7C2C-EBF2-4C74-A47A-92C912698072}" destId="{5267BDB8-FCBD-490F-872A-C73A4399391C}" srcOrd="0" destOrd="0" presId="urn:microsoft.com/office/officeart/2005/8/layout/orgChart1"/>
    <dgm:cxn modelId="{AC3895AC-DF43-40E9-A7DA-23F309BC2A4E}" type="presOf" srcId="{C3818886-485F-47A9-90A5-25ECEF3FD84D}" destId="{96AF4C0C-3A09-4ABA-8ABD-2497F7C4D297}" srcOrd="0" destOrd="0" presId="urn:microsoft.com/office/officeart/2005/8/layout/orgChart1"/>
    <dgm:cxn modelId="{EE7E17AE-DF60-456D-ADD5-144BA7541F2B}" srcId="{978B707D-BB8D-4455-ABEE-BAB7E85F6ED8}" destId="{05975D3C-70EE-4F9D-AE23-40F5AB575C0A}" srcOrd="6" destOrd="0" parTransId="{EA07AABA-4A94-4AEF-A48F-4C927B90FBF1}" sibTransId="{6EB4C0CB-B19F-412C-B279-6528EA503C45}"/>
    <dgm:cxn modelId="{D1D8DFAF-9F9F-4336-A994-D8D050BA56F9}" type="presOf" srcId="{032B15A2-8977-44BF-97D1-160665BA7F49}" destId="{7632E9E8-DE9A-495C-A2D6-07DE48255A0B}" srcOrd="0" destOrd="0" presId="urn:microsoft.com/office/officeart/2005/8/layout/orgChart1"/>
    <dgm:cxn modelId="{80CAC1B2-9DFF-4C8F-9B94-AE255F9C9130}" type="presOf" srcId="{AD70F428-4E42-4608-977B-BCB68918DC20}" destId="{05122CEC-742C-4CAE-9CF3-FD18BB7B92AA}" srcOrd="1" destOrd="0" presId="urn:microsoft.com/office/officeart/2005/8/layout/orgChart1"/>
    <dgm:cxn modelId="{22DEE9B2-6796-4EC9-A9F9-CD919D87EFED}" type="presOf" srcId="{7426471C-028B-4030-9B97-9BE015CE65A8}" destId="{1DB282C6-226E-4CF0-B7AA-26FB931ED1AE}" srcOrd="0" destOrd="0" presId="urn:microsoft.com/office/officeart/2005/8/layout/orgChart1"/>
    <dgm:cxn modelId="{B135B1B4-DE35-4CF9-BA72-27E224090369}" type="presOf" srcId="{C30FBF1A-7011-4FD5-B0CB-FE186B53E1D1}" destId="{5475C939-12EF-40DE-9635-B851334C8D7C}" srcOrd="0" destOrd="0" presId="urn:microsoft.com/office/officeart/2005/8/layout/orgChart1"/>
    <dgm:cxn modelId="{98CFF9B4-B83E-4DCB-812F-B4658F60CCA5}" type="presOf" srcId="{9F767604-D09C-4625-B3BB-AAF121A21EF8}" destId="{E72EA9CC-C92E-48C2-849F-E50317016FEE}" srcOrd="0" destOrd="0" presId="urn:microsoft.com/office/officeart/2005/8/layout/orgChart1"/>
    <dgm:cxn modelId="{4C613BB6-DD31-444D-8E89-22873EC3DD69}" type="presOf" srcId="{1D6B1742-B3E8-4D0B-B000-BF36D1914375}" destId="{CBFED8C1-BF32-41A4-A387-540FB19F7CFD}" srcOrd="0" destOrd="0" presId="urn:microsoft.com/office/officeart/2005/8/layout/orgChart1"/>
    <dgm:cxn modelId="{18C684B6-DA64-428B-85D6-5919D167298B}" srcId="{28D6F92B-F039-40E2-A48E-F1898B77D9AB}" destId="{784BF93F-E29B-43B4-B0D8-A26C9EC3E2CA}" srcOrd="5" destOrd="0" parTransId="{073E2BF9-9056-4FDD-BA3E-4E763F339170}" sibTransId="{C804F44B-C0C8-42FE-81AE-7B75FEE599A2}"/>
    <dgm:cxn modelId="{7AA67FB8-2306-45CA-B038-9B37C9F6D383}" type="presOf" srcId="{654FC110-22F3-43BA-AAF0-0A676897B9E0}" destId="{35D048B8-C619-4CFB-B2D3-9A4CB777C0FB}" srcOrd="0" destOrd="0" presId="urn:microsoft.com/office/officeart/2005/8/layout/orgChart1"/>
    <dgm:cxn modelId="{8AE1DCBB-244F-4780-9B3C-08ED6CAAC674}" type="presOf" srcId="{7787A92B-5B2D-4032-A083-D304E524B86C}" destId="{6380CE1E-B4ED-4D2B-8B5C-774C26F1FB9B}" srcOrd="0" destOrd="0" presId="urn:microsoft.com/office/officeart/2005/8/layout/orgChart1"/>
    <dgm:cxn modelId="{82A2C4BD-E8F5-4EE8-A85B-02881C9B6A13}" type="presOf" srcId="{EA73E618-4005-4DF5-980D-B75C5B5C7182}" destId="{DFFEB236-F307-476B-B76E-DB73C371D3D6}" srcOrd="1" destOrd="0" presId="urn:microsoft.com/office/officeart/2005/8/layout/orgChart1"/>
    <dgm:cxn modelId="{D5AB32BF-53A6-4B42-AE8B-A2F659E41D4A}" type="presOf" srcId="{3E6D57DB-8501-4023-BE27-86D28ABD94BC}" destId="{B0E9722A-E6F6-4A92-8F27-6C6A3B144740}" srcOrd="0" destOrd="0" presId="urn:microsoft.com/office/officeart/2005/8/layout/orgChart1"/>
    <dgm:cxn modelId="{DF82B8C6-4EC2-4285-93E1-77EB4AE24859}" type="presOf" srcId="{88458A6D-AD66-4694-88D6-140767472EE8}" destId="{F749E193-F2B2-4C4B-9BE2-4AE834C7E8AF}" srcOrd="0" destOrd="0" presId="urn:microsoft.com/office/officeart/2005/8/layout/orgChart1"/>
    <dgm:cxn modelId="{2DB933C9-7977-4CD9-809D-39DBC4A81025}" srcId="{84254C5F-BD61-47C5-B622-3CE95978AEDA}" destId="{B945AA69-F04C-4A8E-A3B0-591FC28DB78F}" srcOrd="8" destOrd="0" parTransId="{6E6CF990-6C36-4926-B186-3166B29D6040}" sibTransId="{9A65E444-F1E0-4B66-B5A1-F7217C490B38}"/>
    <dgm:cxn modelId="{0E6D8BCC-1236-4BEB-94D6-D92418381255}" srcId="{84254C5F-BD61-47C5-B622-3CE95978AEDA}" destId="{B7F317B9-B9FE-4BF0-BA41-C6C201D93106}" srcOrd="6" destOrd="0" parTransId="{7426471C-028B-4030-9B97-9BE015CE65A8}" sibTransId="{51136AE5-E603-4FB7-B51C-9DF1839C78E4}"/>
    <dgm:cxn modelId="{27FBD8CD-1747-460C-A5BB-DD9D921D0101}" type="presOf" srcId="{B945AA69-F04C-4A8E-A3B0-591FC28DB78F}" destId="{B41933BA-7365-4DEC-A90E-295D3948DDFA}" srcOrd="0" destOrd="0" presId="urn:microsoft.com/office/officeart/2005/8/layout/orgChart1"/>
    <dgm:cxn modelId="{ED3627CE-0FC7-43D1-A74D-6F697D404793}" type="presOf" srcId="{4EE3CDCA-418E-451D-94AB-BAC8F0349F2A}" destId="{B9159478-61F3-4FB2-A5BA-28D920D5EBC9}" srcOrd="0" destOrd="0" presId="urn:microsoft.com/office/officeart/2005/8/layout/orgChart1"/>
    <dgm:cxn modelId="{EDC1A8D4-4732-4748-A766-6D7B9A1DE1FE}" srcId="{978B707D-BB8D-4455-ABEE-BAB7E85F6ED8}" destId="{B0E2A047-A41D-460F-9CB7-31FE88707C3E}" srcOrd="8" destOrd="0" parTransId="{DEF9F0D0-81E7-4FE6-9B04-C94F514E8528}" sibTransId="{7E2B6624-5F8D-4455-AD52-544B61334262}"/>
    <dgm:cxn modelId="{1E81E4D5-863C-499B-AFEC-F36BD7C237CD}" srcId="{56E4E5BC-00B0-45D9-9704-274EE5111E96}" destId="{3AB2B62B-9484-44CC-8C40-4D927DDFD50B}" srcOrd="1" destOrd="0" parTransId="{E8AAB278-210A-4D86-B902-13D59C308BDC}" sibTransId="{FB8A83F8-0A3F-44E7-B1F8-E2F35D945F2F}"/>
    <dgm:cxn modelId="{831575D6-C979-41A1-BCAF-47093E0112EC}" type="presOf" srcId="{C7F47434-58BD-4236-AB52-0B756A7BE092}" destId="{04866DD8-F631-4980-9B76-848967444B99}" srcOrd="0" destOrd="0" presId="urn:microsoft.com/office/officeart/2005/8/layout/orgChart1"/>
    <dgm:cxn modelId="{F914DED6-4E6D-4F17-817C-8C12FC5FD993}" type="presOf" srcId="{5887BCC7-A035-46B9-BF2D-C22044EA38AD}" destId="{58D42673-5E52-41D6-811B-A9D19E774935}" srcOrd="1" destOrd="0" presId="urn:microsoft.com/office/officeart/2005/8/layout/orgChart1"/>
    <dgm:cxn modelId="{56BE29D7-E780-47F7-8DD3-783271697C93}" type="presOf" srcId="{C7F47434-58BD-4236-AB52-0B756A7BE092}" destId="{3A35A67B-E261-42DB-9D9D-4CE1DA8086CE}" srcOrd="1" destOrd="0" presId="urn:microsoft.com/office/officeart/2005/8/layout/orgChart1"/>
    <dgm:cxn modelId="{09F1F7D7-7A29-4107-860F-8F3D2D089413}" srcId="{84254C5F-BD61-47C5-B622-3CE95978AEDA}" destId="{609F0105-0811-48B6-8EBE-9677D500C3A5}" srcOrd="1" destOrd="0" parTransId="{077E8A7A-10C0-4B7D-8822-7828908F3E75}" sibTransId="{2F8BD11A-CB8E-4EB5-A3C9-FD6EC6B587C4}"/>
    <dgm:cxn modelId="{E8A294DB-BDEE-437B-819B-724FE2B8E04E}" type="presOf" srcId="{8D735859-E890-4F7D-A5EA-66703241152C}" destId="{65A0131D-889F-457C-8C20-C4352F939B7E}" srcOrd="1" destOrd="0" presId="urn:microsoft.com/office/officeart/2005/8/layout/orgChart1"/>
    <dgm:cxn modelId="{4B2E5ADF-3D7D-49AD-B7BB-929B969FD4E5}" type="presOf" srcId="{6BB8CE06-CFFB-46A4-A453-2519F6DF8AC2}" destId="{B180D211-827B-492F-8C26-80C703D180CD}" srcOrd="0" destOrd="0" presId="urn:microsoft.com/office/officeart/2005/8/layout/orgChart1"/>
    <dgm:cxn modelId="{1293AEDF-C86A-449A-9973-C37D5B4164EA}" type="presOf" srcId="{9665C4EF-51A9-488D-AA3A-E644B230A214}" destId="{A2DDB89F-186F-4133-A231-38AAF3E8052F}" srcOrd="1" destOrd="0" presId="urn:microsoft.com/office/officeart/2005/8/layout/orgChart1"/>
    <dgm:cxn modelId="{A83DDAE0-38CB-4374-AA29-1806803B5520}" type="presOf" srcId="{3AB2B62B-9484-44CC-8C40-4D927DDFD50B}" destId="{E4ABB2F7-33DA-4223-9163-F99E435E0BB6}" srcOrd="0" destOrd="0" presId="urn:microsoft.com/office/officeart/2005/8/layout/orgChart1"/>
    <dgm:cxn modelId="{C0D5FAE2-1A03-447A-B756-8DD1B4349AB9}" srcId="{7FAA21C3-3E77-418C-B254-4C18B15F3A70}" destId="{DF6B111F-1ED9-4A4E-BB12-0F316B3559C4}" srcOrd="8" destOrd="0" parTransId="{242396F5-2CA8-400F-8E71-F3EA24039FB0}" sibTransId="{D1059B61-C5B0-4D16-AC52-1864D86C76B1}"/>
    <dgm:cxn modelId="{8F645BE4-2265-4DDB-AD0B-74B450E2E53E}" type="presOf" srcId="{7198578A-D85E-4171-8C4A-5E7862B1C5E2}" destId="{711C8527-6EC4-4353-9CB1-4E2D9F98329F}" srcOrd="1" destOrd="0" presId="urn:microsoft.com/office/officeart/2005/8/layout/orgChart1"/>
    <dgm:cxn modelId="{170E17E6-ED3B-473C-A15E-512090AD1BD9}" type="presOf" srcId="{3AB2B62B-9484-44CC-8C40-4D927DDFD50B}" destId="{15F27A82-E4AB-4ADD-B3C2-DF6366491979}" srcOrd="1" destOrd="0" presId="urn:microsoft.com/office/officeart/2005/8/layout/orgChart1"/>
    <dgm:cxn modelId="{7ED397E6-8653-4DB4-9A16-1A3F4954BAF8}" type="presOf" srcId="{8977FFF4-CF5B-48FB-9117-A24354164E07}" destId="{6FE23D94-6DDE-4099-A647-4F07BF8C4084}" srcOrd="1" destOrd="0" presId="urn:microsoft.com/office/officeart/2005/8/layout/orgChart1"/>
    <dgm:cxn modelId="{EEA1BCE6-1C64-43A1-B464-1A20BA6C2890}" type="presOf" srcId="{56E4E5BC-00B0-45D9-9704-274EE5111E96}" destId="{40D0AB64-AE63-432E-B809-8B9CB75EB529}" srcOrd="1" destOrd="0" presId="urn:microsoft.com/office/officeart/2005/8/layout/orgChart1"/>
    <dgm:cxn modelId="{0504E6E6-7BEC-4C1C-BCB4-0AF7F78B70A2}" srcId="{56E4E5BC-00B0-45D9-9704-274EE5111E96}" destId="{4C8C7C2C-EBF2-4C74-A47A-92C912698072}" srcOrd="0" destOrd="0" parTransId="{4EE3CDCA-418E-451D-94AB-BAC8F0349F2A}" sibTransId="{59D6F9D2-1940-4296-BD9C-A6D637D0115A}"/>
    <dgm:cxn modelId="{A9121AE9-B4A0-4411-A373-8FCBDE69A742}" type="presOf" srcId="{FB14D355-1D4E-4940-B15A-B23BD0EAE1E1}" destId="{D7C88CC0-23AB-43F7-904E-18C7BBD161FC}" srcOrd="0" destOrd="0" presId="urn:microsoft.com/office/officeart/2005/8/layout/orgChart1"/>
    <dgm:cxn modelId="{6246BDE9-6B4D-43CD-B2AC-1DEFA3720281}" type="presOf" srcId="{4FF1707B-4AA0-422B-A7DE-55D3F15DE036}" destId="{2258463D-3AE7-48F0-91EC-536B1308570F}" srcOrd="0" destOrd="0" presId="urn:microsoft.com/office/officeart/2005/8/layout/orgChart1"/>
    <dgm:cxn modelId="{A18F7BEA-610D-4905-8E8A-CAF44DD49427}" srcId="{7FAA21C3-3E77-418C-B254-4C18B15F3A70}" destId="{C3CC12FF-CF50-4285-AFD8-CC7B23113390}" srcOrd="2" destOrd="0" parTransId="{69C212A2-D8C4-4066-A318-FBBFBC70539E}" sibTransId="{7E6BDD3D-AB46-42AF-9EE7-EAFACB7E7EA6}"/>
    <dgm:cxn modelId="{4F85DEEA-E8BF-4C48-9AD5-7E73A01D68A2}" type="presOf" srcId="{B97B7505-2A3C-45CB-9066-3281BB7E3C41}" destId="{0C0F4D50-7C3E-49D7-8D93-601B530BC5A8}" srcOrd="0" destOrd="0" presId="urn:microsoft.com/office/officeart/2005/8/layout/orgChart1"/>
    <dgm:cxn modelId="{3F0742EE-CCF8-459B-A920-DC05E4B7A17D}" type="presOf" srcId="{A242FE02-6680-4863-BB11-0AE6B003EDF4}" destId="{BB839DB9-DB8F-4939-8335-DA1E088722AD}" srcOrd="0" destOrd="0" presId="urn:microsoft.com/office/officeart/2005/8/layout/orgChart1"/>
    <dgm:cxn modelId="{48AB30EF-B6FE-4B1A-B363-AD608DD0E5CA}" srcId="{7FAA21C3-3E77-418C-B254-4C18B15F3A70}" destId="{5217F8F7-ADBE-45DB-9E65-B3EAF651AA71}" srcOrd="0" destOrd="0" parTransId="{091910B3-5F32-42BA-B5C7-84F8FD84781C}" sibTransId="{B995F44B-12E6-46C5-A5AC-19D66EC76D76}"/>
    <dgm:cxn modelId="{A9AB99EF-2B50-47BA-ABD3-31224859C5B4}" srcId="{28D6F92B-F039-40E2-A48E-F1898B77D9AB}" destId="{5FE16AEE-621B-47BA-8205-2AE99840FB3A}" srcOrd="2" destOrd="0" parTransId="{C30FBF1A-7011-4FD5-B0CB-FE186B53E1D1}" sibTransId="{6F377A7E-D9C9-4CD7-A08D-47B0E0E1F8B8}"/>
    <dgm:cxn modelId="{DCDBDFF1-E81D-422E-9995-3558F34E4CF1}" type="presOf" srcId="{D2B369B8-6B10-480D-8FE3-F0E91C60E7A2}" destId="{D4764A80-D362-4F5D-918C-3A717B402347}" srcOrd="0" destOrd="0" presId="urn:microsoft.com/office/officeart/2005/8/layout/orgChart1"/>
    <dgm:cxn modelId="{3F487CF2-374F-4B0A-BC80-6C79AA555346}" type="presOf" srcId="{54F19E6C-C3E8-411E-8648-73799C9390BA}" destId="{00DCC907-DE7B-4D81-A2D3-3348F9861A81}" srcOrd="0" destOrd="0" presId="urn:microsoft.com/office/officeart/2005/8/layout/orgChart1"/>
    <dgm:cxn modelId="{D29FD4F2-22F1-4B46-AE1E-AA6147E70E39}" type="presOf" srcId="{570D4FA3-D7FE-4B5B-BE31-C33E92505A94}" destId="{BB6B6969-1877-446D-B1B1-BCE6F2FCB3CB}" srcOrd="1" destOrd="0" presId="urn:microsoft.com/office/officeart/2005/8/layout/orgChart1"/>
    <dgm:cxn modelId="{2C24F8F3-DC96-4396-9970-E750AE939CFF}" srcId="{28D6F92B-F039-40E2-A48E-F1898B77D9AB}" destId="{EA73E618-4005-4DF5-980D-B75C5B5C7182}" srcOrd="0" destOrd="0" parTransId="{7CD2EAE5-38FE-4D09-A88F-02A288B88F5C}" sibTransId="{9D77173A-9E9F-4854-9912-CC5852D0C002}"/>
    <dgm:cxn modelId="{E7DD43F4-D215-4F46-9BEC-2FB248BA49A6}" type="presOf" srcId="{E2F77C6C-2C27-4929-BD63-5A86DD35251F}" destId="{6DF3003B-A276-4133-8785-6656AF26AB75}" srcOrd="0" destOrd="0" presId="urn:microsoft.com/office/officeart/2005/8/layout/orgChart1"/>
    <dgm:cxn modelId="{276957F7-80DA-4148-9CE0-1CE9C3381864}" type="presOf" srcId="{6E6CF990-6C36-4926-B186-3166B29D6040}" destId="{10F7A585-5CDB-419B-BDA9-D0D0FB185ACD}" srcOrd="0" destOrd="0" presId="urn:microsoft.com/office/officeart/2005/8/layout/orgChart1"/>
    <dgm:cxn modelId="{D0DBBFF9-5C1B-4E84-8284-DE9053BCA6AA}" type="presOf" srcId="{164576B5-1D15-4903-B85C-0B95D835F835}" destId="{F01026C9-1F84-4D27-8D75-81956C43E004}" srcOrd="0" destOrd="0" presId="urn:microsoft.com/office/officeart/2005/8/layout/orgChart1"/>
    <dgm:cxn modelId="{12F9F7FA-37C3-4E72-AB3C-48485ABB6D90}" srcId="{978B707D-BB8D-4455-ABEE-BAB7E85F6ED8}" destId="{54989B64-744D-42FB-A844-E0F98DC71E9F}" srcOrd="5" destOrd="0" parTransId="{DAAC7EC5-D33D-4EE8-8F83-943831013939}" sibTransId="{55E4CD9A-442D-4ACD-B297-55EF3B5B9707}"/>
    <dgm:cxn modelId="{94BD3DA6-1D45-4A24-8DF3-D317CFAB1C5D}" type="presParOf" srcId="{1EE1E35E-55C2-4206-8A74-B817F6851DF8}" destId="{977345CA-871C-4464-993D-AB89A34D7D03}" srcOrd="0" destOrd="0" presId="urn:microsoft.com/office/officeart/2005/8/layout/orgChart1"/>
    <dgm:cxn modelId="{F0F4D148-0BDC-43AC-9612-A01897CF8F90}" type="presParOf" srcId="{977345CA-871C-4464-993D-AB89A34D7D03}" destId="{8439B210-9D9B-48EF-9834-91568388A710}" srcOrd="0" destOrd="0" presId="urn:microsoft.com/office/officeart/2005/8/layout/orgChart1"/>
    <dgm:cxn modelId="{B0A7838B-27B6-44A3-81D5-262EFB268171}" type="presParOf" srcId="{8439B210-9D9B-48EF-9834-91568388A710}" destId="{96AF4C0C-3A09-4ABA-8ABD-2497F7C4D297}" srcOrd="0" destOrd="0" presId="urn:microsoft.com/office/officeart/2005/8/layout/orgChart1"/>
    <dgm:cxn modelId="{15BE95ED-1D88-41B2-8687-9103DEE1B7F6}" type="presParOf" srcId="{8439B210-9D9B-48EF-9834-91568388A710}" destId="{51E9D27E-12C0-42EA-B444-970C2ECC1CEF}" srcOrd="1" destOrd="0" presId="urn:microsoft.com/office/officeart/2005/8/layout/orgChart1"/>
    <dgm:cxn modelId="{6CF4CB51-3EDD-439C-AC56-34281EB30220}" type="presParOf" srcId="{977345CA-871C-4464-993D-AB89A34D7D03}" destId="{4AC325A3-5B44-4BE1-9EF6-A5FD96B7ADF4}" srcOrd="1" destOrd="0" presId="urn:microsoft.com/office/officeart/2005/8/layout/orgChart1"/>
    <dgm:cxn modelId="{7CB9E272-B8B4-4705-8B07-A99566196D0E}" type="presParOf" srcId="{4AC325A3-5B44-4BE1-9EF6-A5FD96B7ADF4}" destId="{C5CBE2B6-C9BC-489D-9DBF-1140AE39C42B}" srcOrd="0" destOrd="0" presId="urn:microsoft.com/office/officeart/2005/8/layout/orgChart1"/>
    <dgm:cxn modelId="{F82069C5-6144-4F80-9647-5883CBFFE80C}" type="presParOf" srcId="{4AC325A3-5B44-4BE1-9EF6-A5FD96B7ADF4}" destId="{566447A2-2AB4-47BE-B9C7-197E29BD4467}" srcOrd="1" destOrd="0" presId="urn:microsoft.com/office/officeart/2005/8/layout/orgChart1"/>
    <dgm:cxn modelId="{71EFDBFD-71BF-4C6C-A41B-7D0D17536872}" type="presParOf" srcId="{566447A2-2AB4-47BE-B9C7-197E29BD4467}" destId="{E4F664DB-BCA2-49C3-8967-B9063FCD3160}" srcOrd="0" destOrd="0" presId="urn:microsoft.com/office/officeart/2005/8/layout/orgChart1"/>
    <dgm:cxn modelId="{EDD62DA3-E0D6-4934-9F70-F89F57C641C0}" type="presParOf" srcId="{E4F664DB-BCA2-49C3-8967-B9063FCD3160}" destId="{85845C01-9515-4D15-8A6F-D104268B71FF}" srcOrd="0" destOrd="0" presId="urn:microsoft.com/office/officeart/2005/8/layout/orgChart1"/>
    <dgm:cxn modelId="{338427D5-8C1B-4115-AD61-EE009D3A172E}" type="presParOf" srcId="{E4F664DB-BCA2-49C3-8967-B9063FCD3160}" destId="{B4A5F461-A912-4561-9AD6-35896CB896AD}" srcOrd="1" destOrd="0" presId="urn:microsoft.com/office/officeart/2005/8/layout/orgChart1"/>
    <dgm:cxn modelId="{3567CF6C-562D-4F52-A483-6F76A31E82FF}" type="presParOf" srcId="{566447A2-2AB4-47BE-B9C7-197E29BD4467}" destId="{1DC5D337-CD0E-4422-86A2-C235FC779516}" srcOrd="1" destOrd="0" presId="urn:microsoft.com/office/officeart/2005/8/layout/orgChart1"/>
    <dgm:cxn modelId="{E5591ED4-7713-4CD4-90A2-CCF86E856011}" type="presParOf" srcId="{1DC5D337-CD0E-4422-86A2-C235FC779516}" destId="{86B19AFB-877A-4B0A-8EB8-C8707ADCFAC4}" srcOrd="0" destOrd="0" presId="urn:microsoft.com/office/officeart/2005/8/layout/orgChart1"/>
    <dgm:cxn modelId="{EDF6C35D-C2C7-4D5A-BCB4-453C8AD95F00}" type="presParOf" srcId="{1DC5D337-CD0E-4422-86A2-C235FC779516}" destId="{BF18B0F6-B725-46BA-A630-CF52649C874F}" srcOrd="1" destOrd="0" presId="urn:microsoft.com/office/officeart/2005/8/layout/orgChart1"/>
    <dgm:cxn modelId="{AC0F19B0-3D6B-4752-A202-A84C6C0C0CF0}" type="presParOf" srcId="{BF18B0F6-B725-46BA-A630-CF52649C874F}" destId="{A45555BE-319E-48C8-A578-9765EBF15CEF}" srcOrd="0" destOrd="0" presId="urn:microsoft.com/office/officeart/2005/8/layout/orgChart1"/>
    <dgm:cxn modelId="{01C10BB5-CF40-40C7-9025-D95FB2941FBF}" type="presParOf" srcId="{A45555BE-319E-48C8-A578-9765EBF15CEF}" destId="{F749E193-F2B2-4C4B-9BE2-4AE834C7E8AF}" srcOrd="0" destOrd="0" presId="urn:microsoft.com/office/officeart/2005/8/layout/orgChart1"/>
    <dgm:cxn modelId="{E530CEEA-4560-463A-90DC-58F95B02F5DA}" type="presParOf" srcId="{A45555BE-319E-48C8-A578-9765EBF15CEF}" destId="{5565EF25-A615-466C-BC43-1BEE6328BEB9}" srcOrd="1" destOrd="0" presId="urn:microsoft.com/office/officeart/2005/8/layout/orgChart1"/>
    <dgm:cxn modelId="{AF88756B-6B8E-4CBC-989E-9CEF931738A2}" type="presParOf" srcId="{BF18B0F6-B725-46BA-A630-CF52649C874F}" destId="{B13FB9D3-6E4F-4BA5-BF90-F40D024A91DF}" srcOrd="1" destOrd="0" presId="urn:microsoft.com/office/officeart/2005/8/layout/orgChart1"/>
    <dgm:cxn modelId="{BC1B5F5D-464C-4DEC-AF49-98744F6AA340}" type="presParOf" srcId="{BF18B0F6-B725-46BA-A630-CF52649C874F}" destId="{A1B968E3-AB8E-47E5-B6BB-73F932169171}" srcOrd="2" destOrd="0" presId="urn:microsoft.com/office/officeart/2005/8/layout/orgChart1"/>
    <dgm:cxn modelId="{41623A38-DD0D-4934-A960-FC38613A6920}" type="presParOf" srcId="{1DC5D337-CD0E-4422-86A2-C235FC779516}" destId="{A719CFA2-CD27-42E5-9959-BD8E1EB9C0AF}" srcOrd="2" destOrd="0" presId="urn:microsoft.com/office/officeart/2005/8/layout/orgChart1"/>
    <dgm:cxn modelId="{60D772E1-03EC-44B5-9E3F-FCEE080D7730}" type="presParOf" srcId="{1DC5D337-CD0E-4422-86A2-C235FC779516}" destId="{5322C62F-B9B7-4423-A8D7-0F5958F7D5FB}" srcOrd="3" destOrd="0" presId="urn:microsoft.com/office/officeart/2005/8/layout/orgChart1"/>
    <dgm:cxn modelId="{461847FC-7BA6-4D5F-9C3B-08845E3FF2D8}" type="presParOf" srcId="{5322C62F-B9B7-4423-A8D7-0F5958F7D5FB}" destId="{739BAA4D-F80D-4F19-9C44-794055BC608F}" srcOrd="0" destOrd="0" presId="urn:microsoft.com/office/officeart/2005/8/layout/orgChart1"/>
    <dgm:cxn modelId="{950604DC-B28D-4F35-99D7-F45A9DFD4D4B}" type="presParOf" srcId="{739BAA4D-F80D-4F19-9C44-794055BC608F}" destId="{3D414BC1-6469-471F-9F93-26C8893F80D4}" srcOrd="0" destOrd="0" presId="urn:microsoft.com/office/officeart/2005/8/layout/orgChart1"/>
    <dgm:cxn modelId="{0D544958-08B8-47E4-9925-CC59DC1C0F00}" type="presParOf" srcId="{739BAA4D-F80D-4F19-9C44-794055BC608F}" destId="{A627D8D9-42D1-4015-9E99-16965925E5DA}" srcOrd="1" destOrd="0" presId="urn:microsoft.com/office/officeart/2005/8/layout/orgChart1"/>
    <dgm:cxn modelId="{FA39FA09-F57E-4D6E-94B3-0F10D5CFF7C8}" type="presParOf" srcId="{5322C62F-B9B7-4423-A8D7-0F5958F7D5FB}" destId="{9A3E9506-CBF5-4D52-9B03-F1BFE3980C92}" srcOrd="1" destOrd="0" presId="urn:microsoft.com/office/officeart/2005/8/layout/orgChart1"/>
    <dgm:cxn modelId="{E3E14623-D65C-4F0F-81DD-FF191720E5B4}" type="presParOf" srcId="{5322C62F-B9B7-4423-A8D7-0F5958F7D5FB}" destId="{D9CB605F-B223-4C60-9669-AF596C6D8B51}" srcOrd="2" destOrd="0" presId="urn:microsoft.com/office/officeart/2005/8/layout/orgChart1"/>
    <dgm:cxn modelId="{14A210B4-CA20-4A84-BF45-2957DA079A66}" type="presParOf" srcId="{1DC5D337-CD0E-4422-86A2-C235FC779516}" destId="{1F31C40C-4F90-4772-82E7-0B8FEDFAECD1}" srcOrd="4" destOrd="0" presId="urn:microsoft.com/office/officeart/2005/8/layout/orgChart1"/>
    <dgm:cxn modelId="{AB7E36D8-1303-4723-89F7-72C46A1D4808}" type="presParOf" srcId="{1DC5D337-CD0E-4422-86A2-C235FC779516}" destId="{6668ADD1-3AC5-46DE-8B4E-0635CBB1A32E}" srcOrd="5" destOrd="0" presId="urn:microsoft.com/office/officeart/2005/8/layout/orgChart1"/>
    <dgm:cxn modelId="{3C44739E-44B6-4A81-B227-F48C0DC51C9F}" type="presParOf" srcId="{6668ADD1-3AC5-46DE-8B4E-0635CBB1A32E}" destId="{C95B61B9-F293-4B66-8F75-EB7A707662A6}" srcOrd="0" destOrd="0" presId="urn:microsoft.com/office/officeart/2005/8/layout/orgChart1"/>
    <dgm:cxn modelId="{9AEFBE6D-ADA7-4C97-8A6F-D4BDA27B1348}" type="presParOf" srcId="{C95B61B9-F293-4B66-8F75-EB7A707662A6}" destId="{2FBAC3D0-2662-44A9-BE59-F3C652A93B5B}" srcOrd="0" destOrd="0" presId="urn:microsoft.com/office/officeart/2005/8/layout/orgChart1"/>
    <dgm:cxn modelId="{2BB3F507-227F-4457-9403-8DEEA06CAA5B}" type="presParOf" srcId="{C95B61B9-F293-4B66-8F75-EB7A707662A6}" destId="{9C6CF333-F538-4AC3-A2AE-6DD8B5DB8383}" srcOrd="1" destOrd="0" presId="urn:microsoft.com/office/officeart/2005/8/layout/orgChart1"/>
    <dgm:cxn modelId="{25226984-D284-4ADD-836D-5D426D003E0A}" type="presParOf" srcId="{6668ADD1-3AC5-46DE-8B4E-0635CBB1A32E}" destId="{35B580AD-AB48-4764-9EC2-F1E852422F20}" srcOrd="1" destOrd="0" presId="urn:microsoft.com/office/officeart/2005/8/layout/orgChart1"/>
    <dgm:cxn modelId="{946B654D-DC53-42AB-9786-CAB5EC7E2420}" type="presParOf" srcId="{6668ADD1-3AC5-46DE-8B4E-0635CBB1A32E}" destId="{27881707-DEE5-45A5-A38C-584B5A0DFACD}" srcOrd="2" destOrd="0" presId="urn:microsoft.com/office/officeart/2005/8/layout/orgChart1"/>
    <dgm:cxn modelId="{42E7D219-319D-40D8-8D04-1A1CA4754A87}" type="presParOf" srcId="{1DC5D337-CD0E-4422-86A2-C235FC779516}" destId="{F01026C9-1F84-4D27-8D75-81956C43E004}" srcOrd="6" destOrd="0" presId="urn:microsoft.com/office/officeart/2005/8/layout/orgChart1"/>
    <dgm:cxn modelId="{498D8500-61EA-42A8-93BA-F5D97BE8647A}" type="presParOf" srcId="{1DC5D337-CD0E-4422-86A2-C235FC779516}" destId="{44E4970C-2D51-4CF5-A1DC-27645F6BF75C}" srcOrd="7" destOrd="0" presId="urn:microsoft.com/office/officeart/2005/8/layout/orgChart1"/>
    <dgm:cxn modelId="{FFAADD55-58E7-48FF-920C-32DAC1ED5439}" type="presParOf" srcId="{44E4970C-2D51-4CF5-A1DC-27645F6BF75C}" destId="{EC9D31A5-CBE2-4A29-BCD3-ED503D4034BC}" srcOrd="0" destOrd="0" presId="urn:microsoft.com/office/officeart/2005/8/layout/orgChart1"/>
    <dgm:cxn modelId="{FF4F06AD-E7D0-46E1-972E-CD1E53D24D15}" type="presParOf" srcId="{EC9D31A5-CBE2-4A29-BCD3-ED503D4034BC}" destId="{42C41D2A-E850-47A0-9A2A-382296B3B007}" srcOrd="0" destOrd="0" presId="urn:microsoft.com/office/officeart/2005/8/layout/orgChart1"/>
    <dgm:cxn modelId="{A6D6E7FF-5AD4-452E-8016-3C9BF9BDFEDA}" type="presParOf" srcId="{EC9D31A5-CBE2-4A29-BCD3-ED503D4034BC}" destId="{6FE23D94-6DDE-4099-A647-4F07BF8C4084}" srcOrd="1" destOrd="0" presId="urn:microsoft.com/office/officeart/2005/8/layout/orgChart1"/>
    <dgm:cxn modelId="{4A79D56A-512D-4128-9133-E49A94B5AD85}" type="presParOf" srcId="{44E4970C-2D51-4CF5-A1DC-27645F6BF75C}" destId="{042EAFA7-E36A-4554-BDD5-DFEE19609159}" srcOrd="1" destOrd="0" presId="urn:microsoft.com/office/officeart/2005/8/layout/orgChart1"/>
    <dgm:cxn modelId="{F1EB3FEE-2021-4313-8CB3-6975DF2F2206}" type="presParOf" srcId="{44E4970C-2D51-4CF5-A1DC-27645F6BF75C}" destId="{DC26441B-8D51-40C2-B460-1760A8080E71}" srcOrd="2" destOrd="0" presId="urn:microsoft.com/office/officeart/2005/8/layout/orgChart1"/>
    <dgm:cxn modelId="{80E66297-4C8B-47DC-8D63-E38887006ACE}" type="presParOf" srcId="{1DC5D337-CD0E-4422-86A2-C235FC779516}" destId="{3DF84655-A033-4089-9F90-58CEECCB015E}" srcOrd="8" destOrd="0" presId="urn:microsoft.com/office/officeart/2005/8/layout/orgChart1"/>
    <dgm:cxn modelId="{3E0960C7-F630-46AF-9832-30C07DCDD9F5}" type="presParOf" srcId="{1DC5D337-CD0E-4422-86A2-C235FC779516}" destId="{85D41C27-DC3D-4D95-B191-362D15E180DB}" srcOrd="9" destOrd="0" presId="urn:microsoft.com/office/officeart/2005/8/layout/orgChart1"/>
    <dgm:cxn modelId="{358B3ECA-246A-4C8B-BBC0-638CB9364AD1}" type="presParOf" srcId="{85D41C27-DC3D-4D95-B191-362D15E180DB}" destId="{28ECACBB-4B6C-45AF-8BE9-B1C257413ECD}" srcOrd="0" destOrd="0" presId="urn:microsoft.com/office/officeart/2005/8/layout/orgChart1"/>
    <dgm:cxn modelId="{5357B473-580C-4720-BD9E-93C0932E4B3B}" type="presParOf" srcId="{28ECACBB-4B6C-45AF-8BE9-B1C257413ECD}" destId="{E663F310-96B2-48DD-B6BE-0801BDD5F00F}" srcOrd="0" destOrd="0" presId="urn:microsoft.com/office/officeart/2005/8/layout/orgChart1"/>
    <dgm:cxn modelId="{BDF34B6F-5A3E-42E3-A8C5-8583BA9BCC2B}" type="presParOf" srcId="{28ECACBB-4B6C-45AF-8BE9-B1C257413ECD}" destId="{7ADB168F-12A0-4256-9C6B-A5F7EB4771B3}" srcOrd="1" destOrd="0" presId="urn:microsoft.com/office/officeart/2005/8/layout/orgChart1"/>
    <dgm:cxn modelId="{FF976C81-C1FD-42BB-B67E-673341A30693}" type="presParOf" srcId="{85D41C27-DC3D-4D95-B191-362D15E180DB}" destId="{B97DD2B3-77FE-4EFC-BB5A-A592392AF24D}" srcOrd="1" destOrd="0" presId="urn:microsoft.com/office/officeart/2005/8/layout/orgChart1"/>
    <dgm:cxn modelId="{17614D1C-2AC2-49E6-A8DD-59F6D880A224}" type="presParOf" srcId="{85D41C27-DC3D-4D95-B191-362D15E180DB}" destId="{84DE3F00-2A6E-4A9C-BDDD-5E3E10E9184C}" srcOrd="2" destOrd="0" presId="urn:microsoft.com/office/officeart/2005/8/layout/orgChart1"/>
    <dgm:cxn modelId="{5530CABD-1A14-4CFB-BD99-1029C04D062A}" type="presParOf" srcId="{1DC5D337-CD0E-4422-86A2-C235FC779516}" destId="{0AF6C7D5-3DD8-4B23-A4C9-B74D03F8BD1F}" srcOrd="10" destOrd="0" presId="urn:microsoft.com/office/officeart/2005/8/layout/orgChart1"/>
    <dgm:cxn modelId="{2B9063DA-CD35-42C9-A445-CDB49DA6BF33}" type="presParOf" srcId="{1DC5D337-CD0E-4422-86A2-C235FC779516}" destId="{F065AADF-2AFE-49FC-A8E7-0CF0072F9804}" srcOrd="11" destOrd="0" presId="urn:microsoft.com/office/officeart/2005/8/layout/orgChart1"/>
    <dgm:cxn modelId="{2E4BB7F5-4FB2-427E-B382-1C7D02BBC703}" type="presParOf" srcId="{F065AADF-2AFE-49FC-A8E7-0CF0072F9804}" destId="{016C1D24-AD69-4F25-8B7C-F21673E1AAD7}" srcOrd="0" destOrd="0" presId="urn:microsoft.com/office/officeart/2005/8/layout/orgChart1"/>
    <dgm:cxn modelId="{E1A50CFA-0453-4804-8A82-E799793E7859}" type="presParOf" srcId="{016C1D24-AD69-4F25-8B7C-F21673E1AAD7}" destId="{ACC1A022-87D6-4E27-8FE9-EC00E9CCABE1}" srcOrd="0" destOrd="0" presId="urn:microsoft.com/office/officeart/2005/8/layout/orgChart1"/>
    <dgm:cxn modelId="{73E5948E-8A3A-450B-8EDF-F4E5B68E4945}" type="presParOf" srcId="{016C1D24-AD69-4F25-8B7C-F21673E1AAD7}" destId="{8162FF62-BB7E-4F59-A339-714CC405170A}" srcOrd="1" destOrd="0" presId="urn:microsoft.com/office/officeart/2005/8/layout/orgChart1"/>
    <dgm:cxn modelId="{BF99CDC1-AF24-496D-828B-68AD91CA0D4A}" type="presParOf" srcId="{F065AADF-2AFE-49FC-A8E7-0CF0072F9804}" destId="{C8E7A16B-95EF-4949-A3B5-AEA4A2B7216D}" srcOrd="1" destOrd="0" presId="urn:microsoft.com/office/officeart/2005/8/layout/orgChart1"/>
    <dgm:cxn modelId="{EAF734E9-B2D2-4105-BE67-4130B4778A53}" type="presParOf" srcId="{F065AADF-2AFE-49FC-A8E7-0CF0072F9804}" destId="{8FB04EBC-7EC7-4226-809E-022FABEAC52C}" srcOrd="2" destOrd="0" presId="urn:microsoft.com/office/officeart/2005/8/layout/orgChart1"/>
    <dgm:cxn modelId="{5C8791A4-385F-4400-9076-E5ED54A632BC}" type="presParOf" srcId="{1DC5D337-CD0E-4422-86A2-C235FC779516}" destId="{1DB282C6-226E-4CF0-B7AA-26FB931ED1AE}" srcOrd="12" destOrd="0" presId="urn:microsoft.com/office/officeart/2005/8/layout/orgChart1"/>
    <dgm:cxn modelId="{FBCC9079-7E84-4D0C-AFD6-63CD26CF329F}" type="presParOf" srcId="{1DC5D337-CD0E-4422-86A2-C235FC779516}" destId="{11E1D71B-641E-4900-853B-B813E27075F9}" srcOrd="13" destOrd="0" presId="urn:microsoft.com/office/officeart/2005/8/layout/orgChart1"/>
    <dgm:cxn modelId="{AACF6319-9E96-433B-8294-6D75C8ECBFC9}" type="presParOf" srcId="{11E1D71B-641E-4900-853B-B813E27075F9}" destId="{0E908FC6-B3F6-4EDE-BFB8-48D9ADFBB94A}" srcOrd="0" destOrd="0" presId="urn:microsoft.com/office/officeart/2005/8/layout/orgChart1"/>
    <dgm:cxn modelId="{AFA2D864-F25F-484C-87FB-602B1728B3E1}" type="presParOf" srcId="{0E908FC6-B3F6-4EDE-BFB8-48D9ADFBB94A}" destId="{D8FB544E-7B69-4051-8715-CBB1BA95E05E}" srcOrd="0" destOrd="0" presId="urn:microsoft.com/office/officeart/2005/8/layout/orgChart1"/>
    <dgm:cxn modelId="{25850B55-ECE8-4DBF-AA28-382DF0179BBF}" type="presParOf" srcId="{0E908FC6-B3F6-4EDE-BFB8-48D9ADFBB94A}" destId="{FBB18CFE-148E-426C-864A-F49FE5DB0E8F}" srcOrd="1" destOrd="0" presId="urn:microsoft.com/office/officeart/2005/8/layout/orgChart1"/>
    <dgm:cxn modelId="{2CB7F80F-248A-41FF-85D8-6883B7C1F5C5}" type="presParOf" srcId="{11E1D71B-641E-4900-853B-B813E27075F9}" destId="{B8706526-CD5E-4F42-AE71-3604A3EFBA78}" srcOrd="1" destOrd="0" presId="urn:microsoft.com/office/officeart/2005/8/layout/orgChart1"/>
    <dgm:cxn modelId="{C890F42A-DF98-4D96-AF95-8FBCFC032FC2}" type="presParOf" srcId="{11E1D71B-641E-4900-853B-B813E27075F9}" destId="{99162D9F-561B-4F1B-8A8E-ED762103C9D9}" srcOrd="2" destOrd="0" presId="urn:microsoft.com/office/officeart/2005/8/layout/orgChart1"/>
    <dgm:cxn modelId="{CAB69FDB-F5C9-4A04-8DB5-C590178034AB}" type="presParOf" srcId="{1DC5D337-CD0E-4422-86A2-C235FC779516}" destId="{966FFDD8-4D15-4292-89C4-4A0EB29DDAFE}" srcOrd="14" destOrd="0" presId="urn:microsoft.com/office/officeart/2005/8/layout/orgChart1"/>
    <dgm:cxn modelId="{FBA05732-05D0-497C-934B-8F3F059A3424}" type="presParOf" srcId="{1DC5D337-CD0E-4422-86A2-C235FC779516}" destId="{61E3C026-2155-4C05-880F-859D09929108}" srcOrd="15" destOrd="0" presId="urn:microsoft.com/office/officeart/2005/8/layout/orgChart1"/>
    <dgm:cxn modelId="{EC533759-07AA-4372-8FB2-F85738538BE0}" type="presParOf" srcId="{61E3C026-2155-4C05-880F-859D09929108}" destId="{5D478563-2D42-484A-AF23-E5FB286CBCDA}" srcOrd="0" destOrd="0" presId="urn:microsoft.com/office/officeart/2005/8/layout/orgChart1"/>
    <dgm:cxn modelId="{A8814DF6-2B0F-4343-A37A-BE6646007171}" type="presParOf" srcId="{5D478563-2D42-484A-AF23-E5FB286CBCDA}" destId="{C73B093A-F070-4AF5-8B1A-0E78901028BD}" srcOrd="0" destOrd="0" presId="urn:microsoft.com/office/officeart/2005/8/layout/orgChart1"/>
    <dgm:cxn modelId="{F4ACBD5C-8E00-4D6F-8D4B-F854B5D83040}" type="presParOf" srcId="{5D478563-2D42-484A-AF23-E5FB286CBCDA}" destId="{711C8527-6EC4-4353-9CB1-4E2D9F98329F}" srcOrd="1" destOrd="0" presId="urn:microsoft.com/office/officeart/2005/8/layout/orgChart1"/>
    <dgm:cxn modelId="{D362960B-D2B6-469A-8685-1731E2C68BDA}" type="presParOf" srcId="{61E3C026-2155-4C05-880F-859D09929108}" destId="{16CF3A13-0EA5-4386-91F9-A6BC967CE10D}" srcOrd="1" destOrd="0" presId="urn:microsoft.com/office/officeart/2005/8/layout/orgChart1"/>
    <dgm:cxn modelId="{8E927314-2BCB-4CBD-897E-B9A9167B048A}" type="presParOf" srcId="{61E3C026-2155-4C05-880F-859D09929108}" destId="{2D36656D-CB3F-41B3-A720-EE5CDB0A69D6}" srcOrd="2" destOrd="0" presId="urn:microsoft.com/office/officeart/2005/8/layout/orgChart1"/>
    <dgm:cxn modelId="{230DF559-ABBF-4E18-A3AB-78E92958C9E7}" type="presParOf" srcId="{1DC5D337-CD0E-4422-86A2-C235FC779516}" destId="{10F7A585-5CDB-419B-BDA9-D0D0FB185ACD}" srcOrd="16" destOrd="0" presId="urn:microsoft.com/office/officeart/2005/8/layout/orgChart1"/>
    <dgm:cxn modelId="{FA5C0818-A6E8-4BED-BF76-63122706B1AA}" type="presParOf" srcId="{1DC5D337-CD0E-4422-86A2-C235FC779516}" destId="{ACE77219-8155-4700-A93D-8841624B55CF}" srcOrd="17" destOrd="0" presId="urn:microsoft.com/office/officeart/2005/8/layout/orgChart1"/>
    <dgm:cxn modelId="{F727FA41-F9A5-4E9A-9E87-D8D0A07421C5}" type="presParOf" srcId="{ACE77219-8155-4700-A93D-8841624B55CF}" destId="{0E89B3E1-0BAA-4848-B4C8-454D1834B541}" srcOrd="0" destOrd="0" presId="urn:microsoft.com/office/officeart/2005/8/layout/orgChart1"/>
    <dgm:cxn modelId="{45A7C8A4-FF7C-4A8D-AC2C-7847D92EFF4B}" type="presParOf" srcId="{0E89B3E1-0BAA-4848-B4C8-454D1834B541}" destId="{B41933BA-7365-4DEC-A90E-295D3948DDFA}" srcOrd="0" destOrd="0" presId="urn:microsoft.com/office/officeart/2005/8/layout/orgChart1"/>
    <dgm:cxn modelId="{263D21D1-EA5B-4AFF-8D88-7FE016910934}" type="presParOf" srcId="{0E89B3E1-0BAA-4848-B4C8-454D1834B541}" destId="{171C1E38-A255-4062-8548-1F2AA85028C9}" srcOrd="1" destOrd="0" presId="urn:microsoft.com/office/officeart/2005/8/layout/orgChart1"/>
    <dgm:cxn modelId="{5921E4CD-2115-40B9-BF3D-F4A19BA7359C}" type="presParOf" srcId="{ACE77219-8155-4700-A93D-8841624B55CF}" destId="{94DDAC0D-873E-40A1-A2CC-8ED864ECB56D}" srcOrd="1" destOrd="0" presId="urn:microsoft.com/office/officeart/2005/8/layout/orgChart1"/>
    <dgm:cxn modelId="{7E156693-7B35-4506-9D54-09D5928F0DA6}" type="presParOf" srcId="{ACE77219-8155-4700-A93D-8841624B55CF}" destId="{DF99FEA9-8021-4286-AA9B-A41787D28F8F}" srcOrd="2" destOrd="0" presId="urn:microsoft.com/office/officeart/2005/8/layout/orgChart1"/>
    <dgm:cxn modelId="{C16653DF-8536-4644-81C9-63869994994C}" type="presParOf" srcId="{566447A2-2AB4-47BE-B9C7-197E29BD4467}" destId="{B1FDA17D-97E7-4AE1-8CED-D38D698C0F06}" srcOrd="2" destOrd="0" presId="urn:microsoft.com/office/officeart/2005/8/layout/orgChart1"/>
    <dgm:cxn modelId="{309CAB73-E5BB-4465-BE8F-AE8BDB6334D6}" type="presParOf" srcId="{4AC325A3-5B44-4BE1-9EF6-A5FD96B7ADF4}" destId="{00DCC907-DE7B-4D81-A2D3-3348F9861A81}" srcOrd="2" destOrd="0" presId="urn:microsoft.com/office/officeart/2005/8/layout/orgChart1"/>
    <dgm:cxn modelId="{409533B1-4305-4435-9FB9-75CC09E24A4A}" type="presParOf" srcId="{4AC325A3-5B44-4BE1-9EF6-A5FD96B7ADF4}" destId="{0B29A15D-82BD-4DFE-A988-E59D1631B059}" srcOrd="3" destOrd="0" presId="urn:microsoft.com/office/officeart/2005/8/layout/orgChart1"/>
    <dgm:cxn modelId="{5955724D-52FE-4019-92A0-99FE5C54619D}" type="presParOf" srcId="{0B29A15D-82BD-4DFE-A988-E59D1631B059}" destId="{185B3F3D-C9E3-4742-9BFB-AEEE72CFD0CB}" srcOrd="0" destOrd="0" presId="urn:microsoft.com/office/officeart/2005/8/layout/orgChart1"/>
    <dgm:cxn modelId="{6725722B-60EA-4306-9C5D-F517E4A25B0E}" type="presParOf" srcId="{185B3F3D-C9E3-4742-9BFB-AEEE72CFD0CB}" destId="{7C3978B1-AD45-4232-8F47-915026394ECC}" srcOrd="0" destOrd="0" presId="urn:microsoft.com/office/officeart/2005/8/layout/orgChart1"/>
    <dgm:cxn modelId="{F3FA98C6-5561-45A4-A623-A713BD13C5C9}" type="presParOf" srcId="{185B3F3D-C9E3-4742-9BFB-AEEE72CFD0CB}" destId="{0EAE0369-EFC6-4472-9D51-E9062150CEC1}" srcOrd="1" destOrd="0" presId="urn:microsoft.com/office/officeart/2005/8/layout/orgChart1"/>
    <dgm:cxn modelId="{1390E16F-85B0-40C4-B024-69CADA10E9AC}" type="presParOf" srcId="{0B29A15D-82BD-4DFE-A988-E59D1631B059}" destId="{19EABA58-3EE8-49D3-8EBF-E8041DEE57FE}" srcOrd="1" destOrd="0" presId="urn:microsoft.com/office/officeart/2005/8/layout/orgChart1"/>
    <dgm:cxn modelId="{6CECFA52-579F-4B57-B613-28305CAFB964}" type="presParOf" srcId="{19EABA58-3EE8-49D3-8EBF-E8041DEE57FE}" destId="{F8AC81AB-8C7C-4D00-B1B1-2EA512198A10}" srcOrd="0" destOrd="0" presId="urn:microsoft.com/office/officeart/2005/8/layout/orgChart1"/>
    <dgm:cxn modelId="{3FBBCB14-EF65-44C0-8A93-23FAE712873A}" type="presParOf" srcId="{19EABA58-3EE8-49D3-8EBF-E8041DEE57FE}" destId="{7A3E2EB3-9F60-47A7-8FCC-63BB86E88BDF}" srcOrd="1" destOrd="0" presId="urn:microsoft.com/office/officeart/2005/8/layout/orgChart1"/>
    <dgm:cxn modelId="{6F5A2361-F9BE-4870-8411-E523F3AA6287}" type="presParOf" srcId="{7A3E2EB3-9F60-47A7-8FCC-63BB86E88BDF}" destId="{C5A90A41-5594-4006-BF8C-B921A2BD7ED6}" srcOrd="0" destOrd="0" presId="urn:microsoft.com/office/officeart/2005/8/layout/orgChart1"/>
    <dgm:cxn modelId="{7A183422-3921-4882-8967-E9CDEECB3FAD}" type="presParOf" srcId="{C5A90A41-5594-4006-BF8C-B921A2BD7ED6}" destId="{47EF2610-262C-49F6-A611-26B51093172E}" srcOrd="0" destOrd="0" presId="urn:microsoft.com/office/officeart/2005/8/layout/orgChart1"/>
    <dgm:cxn modelId="{4197EAD7-9825-44EB-B215-4227F3FF584C}" type="presParOf" srcId="{C5A90A41-5594-4006-BF8C-B921A2BD7ED6}" destId="{DFFEB236-F307-476B-B76E-DB73C371D3D6}" srcOrd="1" destOrd="0" presId="urn:microsoft.com/office/officeart/2005/8/layout/orgChart1"/>
    <dgm:cxn modelId="{4512CAF9-3278-4871-B2C0-EDE6CF77A8E2}" type="presParOf" srcId="{7A3E2EB3-9F60-47A7-8FCC-63BB86E88BDF}" destId="{2D1CC1AF-CCD7-4EBF-A1AD-4CEB3868FA7F}" srcOrd="1" destOrd="0" presId="urn:microsoft.com/office/officeart/2005/8/layout/orgChart1"/>
    <dgm:cxn modelId="{9AFCB42C-9BF4-4CF1-9BAE-9E2E23A1DE94}" type="presParOf" srcId="{7A3E2EB3-9F60-47A7-8FCC-63BB86E88BDF}" destId="{827F148B-0305-4374-B7DA-CFA54861523C}" srcOrd="2" destOrd="0" presId="urn:microsoft.com/office/officeart/2005/8/layout/orgChart1"/>
    <dgm:cxn modelId="{551D03EB-BAA9-4D27-A160-550CAED1F600}" type="presParOf" srcId="{19EABA58-3EE8-49D3-8EBF-E8041DEE57FE}" destId="{51C9537D-A96B-4EFB-9DC4-FE08DB107745}" srcOrd="2" destOrd="0" presId="urn:microsoft.com/office/officeart/2005/8/layout/orgChart1"/>
    <dgm:cxn modelId="{BFA90455-F762-44CC-B4C4-E289D5B5041F}" type="presParOf" srcId="{19EABA58-3EE8-49D3-8EBF-E8041DEE57FE}" destId="{EE43DA2B-41F7-441E-8798-9662F15E85FB}" srcOrd="3" destOrd="0" presId="urn:microsoft.com/office/officeart/2005/8/layout/orgChart1"/>
    <dgm:cxn modelId="{310E4D8C-0545-4C1A-A8D6-984583A3E819}" type="presParOf" srcId="{EE43DA2B-41F7-441E-8798-9662F15E85FB}" destId="{52F21BE2-A64A-4A89-A2B2-3DF5E648F3F7}" srcOrd="0" destOrd="0" presId="urn:microsoft.com/office/officeart/2005/8/layout/orgChart1"/>
    <dgm:cxn modelId="{94DA3D01-894F-411E-8368-DF5629C20C35}" type="presParOf" srcId="{52F21BE2-A64A-4A89-A2B2-3DF5E648F3F7}" destId="{15AD67B7-F3A1-41BF-81EF-6665535A83D1}" srcOrd="0" destOrd="0" presId="urn:microsoft.com/office/officeart/2005/8/layout/orgChart1"/>
    <dgm:cxn modelId="{95BDF6B6-94DE-4443-8456-D2D17A82CB75}" type="presParOf" srcId="{52F21BE2-A64A-4A89-A2B2-3DF5E648F3F7}" destId="{05122CEC-742C-4CAE-9CF3-FD18BB7B92AA}" srcOrd="1" destOrd="0" presId="urn:microsoft.com/office/officeart/2005/8/layout/orgChart1"/>
    <dgm:cxn modelId="{F572A0A6-0412-476A-BB16-ECA1076CB45F}" type="presParOf" srcId="{EE43DA2B-41F7-441E-8798-9662F15E85FB}" destId="{66609CD2-D9E9-455E-951B-254A6D4880EF}" srcOrd="1" destOrd="0" presId="urn:microsoft.com/office/officeart/2005/8/layout/orgChart1"/>
    <dgm:cxn modelId="{184B1B6D-71E4-4638-BB77-6747A99ACD1B}" type="presParOf" srcId="{EE43DA2B-41F7-441E-8798-9662F15E85FB}" destId="{1BEF2B0E-2C3F-4F69-9E56-CD3F17AB1746}" srcOrd="2" destOrd="0" presId="urn:microsoft.com/office/officeart/2005/8/layout/orgChart1"/>
    <dgm:cxn modelId="{6D87B9C2-4A0E-4DDD-BFFE-2A150164E2FC}" type="presParOf" srcId="{19EABA58-3EE8-49D3-8EBF-E8041DEE57FE}" destId="{5475C939-12EF-40DE-9635-B851334C8D7C}" srcOrd="4" destOrd="0" presId="urn:microsoft.com/office/officeart/2005/8/layout/orgChart1"/>
    <dgm:cxn modelId="{5BA67F71-A04D-44BB-9BB4-0571844E307D}" type="presParOf" srcId="{19EABA58-3EE8-49D3-8EBF-E8041DEE57FE}" destId="{1832F1BA-3BAC-4A4F-8246-6106043C003F}" srcOrd="5" destOrd="0" presId="urn:microsoft.com/office/officeart/2005/8/layout/orgChart1"/>
    <dgm:cxn modelId="{9515E67D-1A94-4999-9CC5-B093DF22C817}" type="presParOf" srcId="{1832F1BA-3BAC-4A4F-8246-6106043C003F}" destId="{62749A8C-E800-4628-B53E-9CB94CCABAB4}" srcOrd="0" destOrd="0" presId="urn:microsoft.com/office/officeart/2005/8/layout/orgChart1"/>
    <dgm:cxn modelId="{24EFE16F-7D97-4AA0-9B86-8A5F7E2F757D}" type="presParOf" srcId="{62749A8C-E800-4628-B53E-9CB94CCABAB4}" destId="{356351CC-6E38-4D93-961D-36F5F180FFD0}" srcOrd="0" destOrd="0" presId="urn:microsoft.com/office/officeart/2005/8/layout/orgChart1"/>
    <dgm:cxn modelId="{DB2574A6-DC0E-407C-B787-086C6894BA9B}" type="presParOf" srcId="{62749A8C-E800-4628-B53E-9CB94CCABAB4}" destId="{DA74AC37-F492-49E0-A558-C108E27D8A58}" srcOrd="1" destOrd="0" presId="urn:microsoft.com/office/officeart/2005/8/layout/orgChart1"/>
    <dgm:cxn modelId="{CAF84EC5-6871-45FB-B8CA-FFA12402834A}" type="presParOf" srcId="{1832F1BA-3BAC-4A4F-8246-6106043C003F}" destId="{58BD6AF4-F854-4AD9-A877-3A5D7B6E2DEF}" srcOrd="1" destOrd="0" presId="urn:microsoft.com/office/officeart/2005/8/layout/orgChart1"/>
    <dgm:cxn modelId="{6B17359D-9B6B-44A3-A3F3-E9F61F2E0E7E}" type="presParOf" srcId="{1832F1BA-3BAC-4A4F-8246-6106043C003F}" destId="{B6FA4CCD-DE72-4F96-9C8D-289933C2AD9C}" srcOrd="2" destOrd="0" presId="urn:microsoft.com/office/officeart/2005/8/layout/orgChart1"/>
    <dgm:cxn modelId="{C08A680F-C63A-4A21-AEF9-80176F6293BF}" type="presParOf" srcId="{19EABA58-3EE8-49D3-8EBF-E8041DEE57FE}" destId="{101A529F-919B-4413-A677-D90090841E2A}" srcOrd="6" destOrd="0" presId="urn:microsoft.com/office/officeart/2005/8/layout/orgChart1"/>
    <dgm:cxn modelId="{E4568A5F-B775-48EC-9A13-F83F1C9E0C93}" type="presParOf" srcId="{19EABA58-3EE8-49D3-8EBF-E8041DEE57FE}" destId="{DDF0E914-27FB-49E2-9165-8ED5CD380052}" srcOrd="7" destOrd="0" presId="urn:microsoft.com/office/officeart/2005/8/layout/orgChart1"/>
    <dgm:cxn modelId="{0DB92A6F-235B-4799-BD20-0B67D11BE4EE}" type="presParOf" srcId="{DDF0E914-27FB-49E2-9165-8ED5CD380052}" destId="{AF68679E-1C44-4136-B636-A45806652D21}" srcOrd="0" destOrd="0" presId="urn:microsoft.com/office/officeart/2005/8/layout/orgChart1"/>
    <dgm:cxn modelId="{6A3C270E-D7ED-4289-83A5-E9C12F18C0A3}" type="presParOf" srcId="{AF68679E-1C44-4136-B636-A45806652D21}" destId="{E72EA9CC-C92E-48C2-849F-E50317016FEE}" srcOrd="0" destOrd="0" presId="urn:microsoft.com/office/officeart/2005/8/layout/orgChart1"/>
    <dgm:cxn modelId="{9CDD0181-9246-421E-BE9A-402F5ACB658E}" type="presParOf" srcId="{AF68679E-1C44-4136-B636-A45806652D21}" destId="{CD54C4D1-15AA-4A3E-A061-64FAE40AF4E9}" srcOrd="1" destOrd="0" presId="urn:microsoft.com/office/officeart/2005/8/layout/orgChart1"/>
    <dgm:cxn modelId="{B5B967F8-A7E0-45E1-89AE-02B5C40DCE19}" type="presParOf" srcId="{DDF0E914-27FB-49E2-9165-8ED5CD380052}" destId="{336FCF2F-19B7-49C6-BCA1-7AF93E70CB57}" srcOrd="1" destOrd="0" presId="urn:microsoft.com/office/officeart/2005/8/layout/orgChart1"/>
    <dgm:cxn modelId="{49ED5EB0-D6A8-4897-B6F4-D7C11642CC5E}" type="presParOf" srcId="{DDF0E914-27FB-49E2-9165-8ED5CD380052}" destId="{5A9C4C91-B01D-4FE4-8C34-92FE3C3224CB}" srcOrd="2" destOrd="0" presId="urn:microsoft.com/office/officeart/2005/8/layout/orgChart1"/>
    <dgm:cxn modelId="{3BAA0A77-736F-466B-A457-A3EB02ED9B49}" type="presParOf" srcId="{19EABA58-3EE8-49D3-8EBF-E8041DEE57FE}" destId="{40F6DA8E-9DF5-4A35-9156-B5AFFA6A5435}" srcOrd="8" destOrd="0" presId="urn:microsoft.com/office/officeart/2005/8/layout/orgChart1"/>
    <dgm:cxn modelId="{A7871DB8-FFD8-44EB-BDA8-A6E4AD068752}" type="presParOf" srcId="{19EABA58-3EE8-49D3-8EBF-E8041DEE57FE}" destId="{778FB53B-B3E8-4F03-A32C-75049562D868}" srcOrd="9" destOrd="0" presId="urn:microsoft.com/office/officeart/2005/8/layout/orgChart1"/>
    <dgm:cxn modelId="{276DA98F-CC9D-4DCC-8A24-69B3D0896E88}" type="presParOf" srcId="{778FB53B-B3E8-4F03-A32C-75049562D868}" destId="{6DFAA270-FFE9-42CA-A6A7-5CB7870C0A39}" srcOrd="0" destOrd="0" presId="urn:microsoft.com/office/officeart/2005/8/layout/orgChart1"/>
    <dgm:cxn modelId="{AE934DE0-AFEF-47C5-87F7-0B0C246EC5FD}" type="presParOf" srcId="{6DFAA270-FFE9-42CA-A6A7-5CB7870C0A39}" destId="{787B74F5-14FE-43E6-BAD3-7B5F031A9E60}" srcOrd="0" destOrd="0" presId="urn:microsoft.com/office/officeart/2005/8/layout/orgChart1"/>
    <dgm:cxn modelId="{2D41B092-9DA3-4A9F-BF85-027E61194617}" type="presParOf" srcId="{6DFAA270-FFE9-42CA-A6A7-5CB7870C0A39}" destId="{A2DDB89F-186F-4133-A231-38AAF3E8052F}" srcOrd="1" destOrd="0" presId="urn:microsoft.com/office/officeart/2005/8/layout/orgChart1"/>
    <dgm:cxn modelId="{6A40EC19-F2F6-40AC-9466-C8568831B522}" type="presParOf" srcId="{778FB53B-B3E8-4F03-A32C-75049562D868}" destId="{5E1615F4-E42E-4492-9D63-C673C658AD6A}" srcOrd="1" destOrd="0" presId="urn:microsoft.com/office/officeart/2005/8/layout/orgChart1"/>
    <dgm:cxn modelId="{83C80506-C118-46B1-876A-F9A0457B0104}" type="presParOf" srcId="{778FB53B-B3E8-4F03-A32C-75049562D868}" destId="{C0556AAC-BB1E-4EA8-918D-896C9A18E448}" srcOrd="2" destOrd="0" presId="urn:microsoft.com/office/officeart/2005/8/layout/orgChart1"/>
    <dgm:cxn modelId="{20BC19A7-2534-4639-AF7A-3C82D37ED171}" type="presParOf" srcId="{19EABA58-3EE8-49D3-8EBF-E8041DEE57FE}" destId="{E2E28B2B-6668-4052-8967-E440B70B24B2}" srcOrd="10" destOrd="0" presId="urn:microsoft.com/office/officeart/2005/8/layout/orgChart1"/>
    <dgm:cxn modelId="{59104A6E-1D1F-4EAA-B47E-6E6C5EFB4592}" type="presParOf" srcId="{19EABA58-3EE8-49D3-8EBF-E8041DEE57FE}" destId="{731078B9-78DB-438D-870B-C44C596EB90C}" srcOrd="11" destOrd="0" presId="urn:microsoft.com/office/officeart/2005/8/layout/orgChart1"/>
    <dgm:cxn modelId="{21922E0E-9053-4C48-BFA2-DED6EA492193}" type="presParOf" srcId="{731078B9-78DB-438D-870B-C44C596EB90C}" destId="{89406516-F728-4087-A1A7-D7B38CD3B5F0}" srcOrd="0" destOrd="0" presId="urn:microsoft.com/office/officeart/2005/8/layout/orgChart1"/>
    <dgm:cxn modelId="{91B612F6-58A6-4EB7-820B-6FEC8797FE48}" type="presParOf" srcId="{89406516-F728-4087-A1A7-D7B38CD3B5F0}" destId="{7EB367D9-B5C6-4075-8114-7A14712B38E9}" srcOrd="0" destOrd="0" presId="urn:microsoft.com/office/officeart/2005/8/layout/orgChart1"/>
    <dgm:cxn modelId="{145793E9-BD08-4DDF-B0BE-0BD8DF400858}" type="presParOf" srcId="{89406516-F728-4087-A1A7-D7B38CD3B5F0}" destId="{7BF497F7-C458-432B-8C8E-BA162EED42E7}" srcOrd="1" destOrd="0" presId="urn:microsoft.com/office/officeart/2005/8/layout/orgChart1"/>
    <dgm:cxn modelId="{14A4C421-F27D-4B28-85DA-B4C3BC9E789E}" type="presParOf" srcId="{731078B9-78DB-438D-870B-C44C596EB90C}" destId="{A997E57F-BBA9-4C36-83FC-58CC09CBF935}" srcOrd="1" destOrd="0" presId="urn:microsoft.com/office/officeart/2005/8/layout/orgChart1"/>
    <dgm:cxn modelId="{901E5E1A-853C-4BC8-9937-D28DC7038914}" type="presParOf" srcId="{731078B9-78DB-438D-870B-C44C596EB90C}" destId="{39D44804-2F72-49F3-8F37-EDAF55FE64E7}" srcOrd="2" destOrd="0" presId="urn:microsoft.com/office/officeart/2005/8/layout/orgChart1"/>
    <dgm:cxn modelId="{23C2A1F0-C748-4676-99D0-41133F5080BE}" type="presParOf" srcId="{19EABA58-3EE8-49D3-8EBF-E8041DEE57FE}" destId="{6DF3003B-A276-4133-8785-6656AF26AB75}" srcOrd="12" destOrd="0" presId="urn:microsoft.com/office/officeart/2005/8/layout/orgChart1"/>
    <dgm:cxn modelId="{8D30968B-5A8C-4753-B27A-6FB6B10C327D}" type="presParOf" srcId="{19EABA58-3EE8-49D3-8EBF-E8041DEE57FE}" destId="{8A484C69-B8D5-4BC2-AD23-E952A972CF4C}" srcOrd="13" destOrd="0" presId="urn:microsoft.com/office/officeart/2005/8/layout/orgChart1"/>
    <dgm:cxn modelId="{A619FCE2-E325-4BF1-8485-165CC6A61347}" type="presParOf" srcId="{8A484C69-B8D5-4BC2-AD23-E952A972CF4C}" destId="{27953530-D4CD-4173-8CA0-0F1F87675F24}" srcOrd="0" destOrd="0" presId="urn:microsoft.com/office/officeart/2005/8/layout/orgChart1"/>
    <dgm:cxn modelId="{ECDF7120-2DF4-4950-BF9E-B87143FEDCAD}" type="presParOf" srcId="{27953530-D4CD-4173-8CA0-0F1F87675F24}" destId="{59999E13-C0C6-4CD5-B93E-32D6E34D1CF8}" srcOrd="0" destOrd="0" presId="urn:microsoft.com/office/officeart/2005/8/layout/orgChart1"/>
    <dgm:cxn modelId="{C1B0BB1C-106B-4877-A4F7-7F8C724088B4}" type="presParOf" srcId="{27953530-D4CD-4173-8CA0-0F1F87675F24}" destId="{D60A8266-FB56-490D-A4BE-939BB125A782}" srcOrd="1" destOrd="0" presId="urn:microsoft.com/office/officeart/2005/8/layout/orgChart1"/>
    <dgm:cxn modelId="{29D39880-0B6C-4CD4-B175-9E5A6D32BA8F}" type="presParOf" srcId="{8A484C69-B8D5-4BC2-AD23-E952A972CF4C}" destId="{4B6D1A3B-F6CC-452C-B331-73E47C76DE3A}" srcOrd="1" destOrd="0" presId="urn:microsoft.com/office/officeart/2005/8/layout/orgChart1"/>
    <dgm:cxn modelId="{6FD4E627-8115-4529-AC18-09898645CD9B}" type="presParOf" srcId="{8A484C69-B8D5-4BC2-AD23-E952A972CF4C}" destId="{1946F348-3C24-46A9-A9D1-1FF3216F324E}" srcOrd="2" destOrd="0" presId="urn:microsoft.com/office/officeart/2005/8/layout/orgChart1"/>
    <dgm:cxn modelId="{63AD00D2-6142-4B85-9E5E-88071AE258BC}" type="presParOf" srcId="{19EABA58-3EE8-49D3-8EBF-E8041DEE57FE}" destId="{077F745B-FC27-4010-A785-C07D9CC000D1}" srcOrd="14" destOrd="0" presId="urn:microsoft.com/office/officeart/2005/8/layout/orgChart1"/>
    <dgm:cxn modelId="{0874C08A-9561-44C1-9ABB-6BE897BA8B6E}" type="presParOf" srcId="{19EABA58-3EE8-49D3-8EBF-E8041DEE57FE}" destId="{D82C9235-0B6D-40DD-9CB6-1F4186FF1322}" srcOrd="15" destOrd="0" presId="urn:microsoft.com/office/officeart/2005/8/layout/orgChart1"/>
    <dgm:cxn modelId="{4BE1B3B6-8853-4141-8936-A097AF9D1F17}" type="presParOf" srcId="{D82C9235-0B6D-40DD-9CB6-1F4186FF1322}" destId="{89BFD28E-C6CC-4277-8586-0EFC8E22D977}" srcOrd="0" destOrd="0" presId="urn:microsoft.com/office/officeart/2005/8/layout/orgChart1"/>
    <dgm:cxn modelId="{31C4AE4D-B611-45AD-AA58-A42E0C82CDF9}" type="presParOf" srcId="{89BFD28E-C6CC-4277-8586-0EFC8E22D977}" destId="{B0E9722A-E6F6-4A92-8F27-6C6A3B144740}" srcOrd="0" destOrd="0" presId="urn:microsoft.com/office/officeart/2005/8/layout/orgChart1"/>
    <dgm:cxn modelId="{F8465C56-16C4-4DCD-A0F5-78026D9FFD3A}" type="presParOf" srcId="{89BFD28E-C6CC-4277-8586-0EFC8E22D977}" destId="{992A6363-985C-46F6-B183-1BC6CC599F13}" srcOrd="1" destOrd="0" presId="urn:microsoft.com/office/officeart/2005/8/layout/orgChart1"/>
    <dgm:cxn modelId="{83FC12C3-89DC-436C-90E7-D16341CD09F7}" type="presParOf" srcId="{D82C9235-0B6D-40DD-9CB6-1F4186FF1322}" destId="{974D1501-8E98-44B8-8977-0F57AA146F56}" srcOrd="1" destOrd="0" presId="urn:microsoft.com/office/officeart/2005/8/layout/orgChart1"/>
    <dgm:cxn modelId="{FF300904-B3F3-446B-9C49-6B50ED245C22}" type="presParOf" srcId="{D82C9235-0B6D-40DD-9CB6-1F4186FF1322}" destId="{0CA4E116-E332-4E6F-83F8-98813F8E4421}" srcOrd="2" destOrd="0" presId="urn:microsoft.com/office/officeart/2005/8/layout/orgChart1"/>
    <dgm:cxn modelId="{36005516-4B92-42F2-AB6F-693147BB186E}" type="presParOf" srcId="{19EABA58-3EE8-49D3-8EBF-E8041DEE57FE}" destId="{BA97DA16-D85D-4059-98BF-180A05082B49}" srcOrd="16" destOrd="0" presId="urn:microsoft.com/office/officeart/2005/8/layout/orgChart1"/>
    <dgm:cxn modelId="{6BC6AD7C-9CBE-4E31-B7A2-1E1DE1264F20}" type="presParOf" srcId="{19EABA58-3EE8-49D3-8EBF-E8041DEE57FE}" destId="{7C9602E8-DFDD-4E60-A80F-37E857D46E73}" srcOrd="17" destOrd="0" presId="urn:microsoft.com/office/officeart/2005/8/layout/orgChart1"/>
    <dgm:cxn modelId="{6723CBD7-84C3-4AEE-8E4B-7281205C2E08}" type="presParOf" srcId="{7C9602E8-DFDD-4E60-A80F-37E857D46E73}" destId="{513E7C28-1E5B-4EB5-8B60-F25201A44A41}" srcOrd="0" destOrd="0" presId="urn:microsoft.com/office/officeart/2005/8/layout/orgChart1"/>
    <dgm:cxn modelId="{7E278ED8-F002-49E0-86D0-6267B1FC2100}" type="presParOf" srcId="{513E7C28-1E5B-4EB5-8B60-F25201A44A41}" destId="{4F9F0F93-F5E8-48D0-A6ED-3ACD80B9F600}" srcOrd="0" destOrd="0" presId="urn:microsoft.com/office/officeart/2005/8/layout/orgChart1"/>
    <dgm:cxn modelId="{EF93B91B-514B-41C8-A767-202E898CCE49}" type="presParOf" srcId="{513E7C28-1E5B-4EB5-8B60-F25201A44A41}" destId="{B3878406-6FD0-43C3-834B-5E7FC3CB17D5}" srcOrd="1" destOrd="0" presId="urn:microsoft.com/office/officeart/2005/8/layout/orgChart1"/>
    <dgm:cxn modelId="{FE24DD7C-B615-4FF0-A9B5-04F2EC9A2B35}" type="presParOf" srcId="{7C9602E8-DFDD-4E60-A80F-37E857D46E73}" destId="{A7A1B93C-6524-4712-96AE-CEC4B909D795}" srcOrd="1" destOrd="0" presId="urn:microsoft.com/office/officeart/2005/8/layout/orgChart1"/>
    <dgm:cxn modelId="{FA56B0CB-BC05-4E4D-8053-51E7A514455C}" type="presParOf" srcId="{7C9602E8-DFDD-4E60-A80F-37E857D46E73}" destId="{BC2D9487-8A76-453E-B460-209907C29A3C}" srcOrd="2" destOrd="0" presId="urn:microsoft.com/office/officeart/2005/8/layout/orgChart1"/>
    <dgm:cxn modelId="{AA1EDBCC-C80D-4893-94DB-F77A7F87809B}" type="presParOf" srcId="{0B29A15D-82BD-4DFE-A988-E59D1631B059}" destId="{D9AA2CB4-F626-45CE-AC16-F85BA00B1FB0}" srcOrd="2" destOrd="0" presId="urn:microsoft.com/office/officeart/2005/8/layout/orgChart1"/>
    <dgm:cxn modelId="{52BEABD6-1620-4EC0-BC3F-9D8D86443F8C}" type="presParOf" srcId="{4AC325A3-5B44-4BE1-9EF6-A5FD96B7ADF4}" destId="{900BAFE4-F476-447C-9760-568102D48C73}" srcOrd="4" destOrd="0" presId="urn:microsoft.com/office/officeart/2005/8/layout/orgChart1"/>
    <dgm:cxn modelId="{96ACF04A-7418-4325-8FB8-BC5536EC90D0}" type="presParOf" srcId="{4AC325A3-5B44-4BE1-9EF6-A5FD96B7ADF4}" destId="{2DA393E9-E445-4546-9117-152FDF29ECC1}" srcOrd="5" destOrd="0" presId="urn:microsoft.com/office/officeart/2005/8/layout/orgChart1"/>
    <dgm:cxn modelId="{2FC590BD-E78D-4B16-B3DF-6ED4E941B3C9}" type="presParOf" srcId="{2DA393E9-E445-4546-9117-152FDF29ECC1}" destId="{5F865E0F-A45E-4274-9A73-F78D761DAE13}" srcOrd="0" destOrd="0" presId="urn:microsoft.com/office/officeart/2005/8/layout/orgChart1"/>
    <dgm:cxn modelId="{7DB78777-9143-4565-BAEE-0849736E9977}" type="presParOf" srcId="{5F865E0F-A45E-4274-9A73-F78D761DAE13}" destId="{2FAD0B4A-46DD-4E32-8B0C-4AC9A2727487}" srcOrd="0" destOrd="0" presId="urn:microsoft.com/office/officeart/2005/8/layout/orgChart1"/>
    <dgm:cxn modelId="{CF5D41DB-6D09-429E-90AE-FC57F452AE97}" type="presParOf" srcId="{5F865E0F-A45E-4274-9A73-F78D761DAE13}" destId="{92F03AE3-7E10-4458-A9D2-E6963789A382}" srcOrd="1" destOrd="0" presId="urn:microsoft.com/office/officeart/2005/8/layout/orgChart1"/>
    <dgm:cxn modelId="{53BE2296-BB08-4740-9F38-559737716C6B}" type="presParOf" srcId="{2DA393E9-E445-4546-9117-152FDF29ECC1}" destId="{9A7C7173-160A-4428-A0F4-ECB26AFE8E35}" srcOrd="1" destOrd="0" presId="urn:microsoft.com/office/officeart/2005/8/layout/orgChart1"/>
    <dgm:cxn modelId="{949608A7-9B19-40E2-8EEF-6BF32686709D}" type="presParOf" srcId="{9A7C7173-160A-4428-A0F4-ECB26AFE8E35}" destId="{E6B3F519-8B3D-4CE9-9BFF-78CF15FFF2B2}" srcOrd="0" destOrd="0" presId="urn:microsoft.com/office/officeart/2005/8/layout/orgChart1"/>
    <dgm:cxn modelId="{60E24F1F-2036-433B-B91C-4B4F33452794}" type="presParOf" srcId="{9A7C7173-160A-4428-A0F4-ECB26AFE8E35}" destId="{0BAE219B-0C26-4983-BC8E-38DBCF12FB9B}" srcOrd="1" destOrd="0" presId="urn:microsoft.com/office/officeart/2005/8/layout/orgChart1"/>
    <dgm:cxn modelId="{001E7CC2-0376-416E-BF50-AA41D64DD2B8}" type="presParOf" srcId="{0BAE219B-0C26-4983-BC8E-38DBCF12FB9B}" destId="{D47060CB-3E94-4646-BBA7-435B3894ADF7}" srcOrd="0" destOrd="0" presId="urn:microsoft.com/office/officeart/2005/8/layout/orgChart1"/>
    <dgm:cxn modelId="{E290B85E-9519-4E27-A742-F72192D5AA7E}" type="presParOf" srcId="{D47060CB-3E94-4646-BBA7-435B3894ADF7}" destId="{AC7935D2-41FD-4F83-B64C-05B6AF5FD429}" srcOrd="0" destOrd="0" presId="urn:microsoft.com/office/officeart/2005/8/layout/orgChart1"/>
    <dgm:cxn modelId="{31409FF5-1AE0-4A9B-A143-DEDEDBBA4A62}" type="presParOf" srcId="{D47060CB-3E94-4646-BBA7-435B3894ADF7}" destId="{AA4F8721-23E3-4D14-A19D-5816660FC907}" srcOrd="1" destOrd="0" presId="urn:microsoft.com/office/officeart/2005/8/layout/orgChart1"/>
    <dgm:cxn modelId="{561D81D3-4C88-43E1-9D9B-60C33EDA8F8B}" type="presParOf" srcId="{0BAE219B-0C26-4983-BC8E-38DBCF12FB9B}" destId="{B6A882BD-34D6-4509-963B-ADEF9596112B}" srcOrd="1" destOrd="0" presId="urn:microsoft.com/office/officeart/2005/8/layout/orgChart1"/>
    <dgm:cxn modelId="{C66ED50E-43D9-4AC8-91BD-CCA3D8203751}" type="presParOf" srcId="{0BAE219B-0C26-4983-BC8E-38DBCF12FB9B}" destId="{7BAD21C8-EDDA-4988-8FCE-BDA613E48100}" srcOrd="2" destOrd="0" presId="urn:microsoft.com/office/officeart/2005/8/layout/orgChart1"/>
    <dgm:cxn modelId="{67DEF3E3-417E-4235-83A7-9446C20C31D5}" type="presParOf" srcId="{9A7C7173-160A-4428-A0F4-ECB26AFE8E35}" destId="{EFB44C33-93A4-4AC7-81D9-B490D56CDED2}" srcOrd="2" destOrd="0" presId="urn:microsoft.com/office/officeart/2005/8/layout/orgChart1"/>
    <dgm:cxn modelId="{5207599F-6401-45D3-89D6-B4A9EA614709}" type="presParOf" srcId="{9A7C7173-160A-4428-A0F4-ECB26AFE8E35}" destId="{D018CCE8-DEEB-4D66-8D06-5030DCAC6356}" srcOrd="3" destOrd="0" presId="urn:microsoft.com/office/officeart/2005/8/layout/orgChart1"/>
    <dgm:cxn modelId="{1AE07DE9-4F05-4E1C-B2EE-7B3074B010A8}" type="presParOf" srcId="{D018CCE8-DEEB-4D66-8D06-5030DCAC6356}" destId="{76C6E94D-FE50-40AA-AE07-ADB34172AB13}" srcOrd="0" destOrd="0" presId="urn:microsoft.com/office/officeart/2005/8/layout/orgChart1"/>
    <dgm:cxn modelId="{031C9DD0-F576-4DF9-93E4-78089DED8BD2}" type="presParOf" srcId="{76C6E94D-FE50-40AA-AE07-ADB34172AB13}" destId="{97014ACD-C82B-4E78-A3D8-6ED944D4BDC9}" srcOrd="0" destOrd="0" presId="urn:microsoft.com/office/officeart/2005/8/layout/orgChart1"/>
    <dgm:cxn modelId="{DA1CB99E-B6AC-40B0-904C-1522C409B08B}" type="presParOf" srcId="{76C6E94D-FE50-40AA-AE07-ADB34172AB13}" destId="{1DE9F4EA-3B97-4516-8E62-7AAE0D744D98}" srcOrd="1" destOrd="0" presId="urn:microsoft.com/office/officeart/2005/8/layout/orgChart1"/>
    <dgm:cxn modelId="{5D84A51C-8472-428A-BBDD-F1B2D72014E7}" type="presParOf" srcId="{D018CCE8-DEEB-4D66-8D06-5030DCAC6356}" destId="{9B45AB75-131B-4FAC-9357-6A6BFB25C110}" srcOrd="1" destOrd="0" presId="urn:microsoft.com/office/officeart/2005/8/layout/orgChart1"/>
    <dgm:cxn modelId="{6EF332D2-471A-4451-B7E4-9C6DD75A06CD}" type="presParOf" srcId="{D018CCE8-DEEB-4D66-8D06-5030DCAC6356}" destId="{989C6455-0534-4F07-9D9E-17DE83BD728A}" srcOrd="2" destOrd="0" presId="urn:microsoft.com/office/officeart/2005/8/layout/orgChart1"/>
    <dgm:cxn modelId="{DA9B9C38-75DA-4682-920B-6A159C2D81D0}" type="presParOf" srcId="{9A7C7173-160A-4428-A0F4-ECB26AFE8E35}" destId="{29F02A17-6F68-494A-8763-83F01E7F6551}" srcOrd="4" destOrd="0" presId="urn:microsoft.com/office/officeart/2005/8/layout/orgChart1"/>
    <dgm:cxn modelId="{8A247838-F4D3-4C53-A9F8-7BEA0DC29847}" type="presParOf" srcId="{9A7C7173-160A-4428-A0F4-ECB26AFE8E35}" destId="{E10D104B-88B4-43CB-937F-00B05EAA44DB}" srcOrd="5" destOrd="0" presId="urn:microsoft.com/office/officeart/2005/8/layout/orgChart1"/>
    <dgm:cxn modelId="{C00691D1-B62A-452E-878E-3EEEB6B9BC92}" type="presParOf" srcId="{E10D104B-88B4-43CB-937F-00B05EAA44DB}" destId="{C1BBC989-0666-4977-A182-448049AF012C}" srcOrd="0" destOrd="0" presId="urn:microsoft.com/office/officeart/2005/8/layout/orgChart1"/>
    <dgm:cxn modelId="{5009360D-98CB-4AD2-9ACA-F7B27354F1AB}" type="presParOf" srcId="{C1BBC989-0666-4977-A182-448049AF012C}" destId="{6B3BF0D4-C19F-4E4A-B14D-0B8F679E3904}" srcOrd="0" destOrd="0" presId="urn:microsoft.com/office/officeart/2005/8/layout/orgChart1"/>
    <dgm:cxn modelId="{FFCDAFDE-FCA4-4943-A163-F1F1FB29A830}" type="presParOf" srcId="{C1BBC989-0666-4977-A182-448049AF012C}" destId="{548F4852-919D-4F0E-B26D-F462C2BB9E6C}" srcOrd="1" destOrd="0" presId="urn:microsoft.com/office/officeart/2005/8/layout/orgChart1"/>
    <dgm:cxn modelId="{8CFDC9E1-747F-415B-AA08-4031E6F64E37}" type="presParOf" srcId="{E10D104B-88B4-43CB-937F-00B05EAA44DB}" destId="{A08C42C9-2075-468D-869A-1A55B5EDB79C}" srcOrd="1" destOrd="0" presId="urn:microsoft.com/office/officeart/2005/8/layout/orgChart1"/>
    <dgm:cxn modelId="{4224B7A3-E908-433F-BAB5-07FADDCE7403}" type="presParOf" srcId="{E10D104B-88B4-43CB-937F-00B05EAA44DB}" destId="{613453BE-2167-48F8-851A-63B9B6109971}" srcOrd="2" destOrd="0" presId="urn:microsoft.com/office/officeart/2005/8/layout/orgChart1"/>
    <dgm:cxn modelId="{7C0CA565-BADA-457B-8DDB-CE2F26F50252}" type="presParOf" srcId="{9A7C7173-160A-4428-A0F4-ECB26AFE8E35}" destId="{18CBE6C7-721F-4521-A09D-D0B8BA1ED57C}" srcOrd="6" destOrd="0" presId="urn:microsoft.com/office/officeart/2005/8/layout/orgChart1"/>
    <dgm:cxn modelId="{00C39BB5-699B-4F6F-9813-549FC77A361C}" type="presParOf" srcId="{9A7C7173-160A-4428-A0F4-ECB26AFE8E35}" destId="{98CA1494-5584-4153-AC6B-1A4AC03D1779}" srcOrd="7" destOrd="0" presId="urn:microsoft.com/office/officeart/2005/8/layout/orgChart1"/>
    <dgm:cxn modelId="{E5646781-ADDD-414F-9AFA-1B6DF69AF9D1}" type="presParOf" srcId="{98CA1494-5584-4153-AC6B-1A4AC03D1779}" destId="{EE4B5EC9-49FD-460A-8D85-FC0D1A443C69}" srcOrd="0" destOrd="0" presId="urn:microsoft.com/office/officeart/2005/8/layout/orgChart1"/>
    <dgm:cxn modelId="{ABCBA55C-4C62-40E0-A1A6-67F127BA0B70}" type="presParOf" srcId="{EE4B5EC9-49FD-460A-8D85-FC0D1A443C69}" destId="{6380CE1E-B4ED-4D2B-8B5C-774C26F1FB9B}" srcOrd="0" destOrd="0" presId="urn:microsoft.com/office/officeart/2005/8/layout/orgChart1"/>
    <dgm:cxn modelId="{C2397ED3-9EDA-480C-96EB-1E2D5FFD2ACF}" type="presParOf" srcId="{EE4B5EC9-49FD-460A-8D85-FC0D1A443C69}" destId="{F3C3DBF7-CE60-44BB-9480-9D066B6DD6B1}" srcOrd="1" destOrd="0" presId="urn:microsoft.com/office/officeart/2005/8/layout/orgChart1"/>
    <dgm:cxn modelId="{F697517D-50BD-4065-8B36-9FAD8E6F4F09}" type="presParOf" srcId="{98CA1494-5584-4153-AC6B-1A4AC03D1779}" destId="{A654F962-3602-4279-813A-5B3D9D3F353E}" srcOrd="1" destOrd="0" presId="urn:microsoft.com/office/officeart/2005/8/layout/orgChart1"/>
    <dgm:cxn modelId="{0FBFDF26-9F32-4F5A-835F-CCD0514CE9E1}" type="presParOf" srcId="{98CA1494-5584-4153-AC6B-1A4AC03D1779}" destId="{3A1FEF78-C6F2-4BA2-84E0-6FBD8E47FD68}" srcOrd="2" destOrd="0" presId="urn:microsoft.com/office/officeart/2005/8/layout/orgChart1"/>
    <dgm:cxn modelId="{90944997-C0DD-4A0D-AFC5-C6ECE28BA220}" type="presParOf" srcId="{9A7C7173-160A-4428-A0F4-ECB26AFE8E35}" destId="{2CAEB6D4-6E31-4676-A04A-9F76826694EE}" srcOrd="8" destOrd="0" presId="urn:microsoft.com/office/officeart/2005/8/layout/orgChart1"/>
    <dgm:cxn modelId="{48440945-2BD4-4A12-ABC7-71D5F94A4D34}" type="presParOf" srcId="{9A7C7173-160A-4428-A0F4-ECB26AFE8E35}" destId="{D06FF28A-9707-4A3B-A9A5-A630284C3E2F}" srcOrd="9" destOrd="0" presId="urn:microsoft.com/office/officeart/2005/8/layout/orgChart1"/>
    <dgm:cxn modelId="{A22FEF1B-0144-4405-94BA-B1DF684AF9B1}" type="presParOf" srcId="{D06FF28A-9707-4A3B-A9A5-A630284C3E2F}" destId="{45BE9ED8-2671-4254-A90F-68439B6B66BB}" srcOrd="0" destOrd="0" presId="urn:microsoft.com/office/officeart/2005/8/layout/orgChart1"/>
    <dgm:cxn modelId="{6DC38542-BE30-416A-81B6-1AC6CBC89C07}" type="presParOf" srcId="{45BE9ED8-2671-4254-A90F-68439B6B66BB}" destId="{7632E9E8-DE9A-495C-A2D6-07DE48255A0B}" srcOrd="0" destOrd="0" presId="urn:microsoft.com/office/officeart/2005/8/layout/orgChart1"/>
    <dgm:cxn modelId="{D167B74B-F3CD-466F-A4AE-6A731F82F23F}" type="presParOf" srcId="{45BE9ED8-2671-4254-A90F-68439B6B66BB}" destId="{A865DE00-A9D0-47C4-ACEF-87B4D5B99F02}" srcOrd="1" destOrd="0" presId="urn:microsoft.com/office/officeart/2005/8/layout/orgChart1"/>
    <dgm:cxn modelId="{9BF79675-839C-4BDB-879D-BD884129D827}" type="presParOf" srcId="{D06FF28A-9707-4A3B-A9A5-A630284C3E2F}" destId="{47FC8A7A-DAE9-4911-800B-0C2423217A32}" srcOrd="1" destOrd="0" presId="urn:microsoft.com/office/officeart/2005/8/layout/orgChart1"/>
    <dgm:cxn modelId="{8D2E15F1-537F-4EB4-96C3-425ADDC97FBE}" type="presParOf" srcId="{D06FF28A-9707-4A3B-A9A5-A630284C3E2F}" destId="{49FCB7BA-0248-459C-AD17-57DD58A67283}" srcOrd="2" destOrd="0" presId="urn:microsoft.com/office/officeart/2005/8/layout/orgChart1"/>
    <dgm:cxn modelId="{4ECDC54D-20C1-420A-B144-8056BB4E5159}" type="presParOf" srcId="{9A7C7173-160A-4428-A0F4-ECB26AFE8E35}" destId="{5BF1C033-A581-4C96-B406-54180D8F016E}" srcOrd="10" destOrd="0" presId="urn:microsoft.com/office/officeart/2005/8/layout/orgChart1"/>
    <dgm:cxn modelId="{4E498DA7-AE46-437E-8BB9-4F9B209ABFEE}" type="presParOf" srcId="{9A7C7173-160A-4428-A0F4-ECB26AFE8E35}" destId="{878D7179-A674-42C8-AD00-07CECF549BCB}" srcOrd="11" destOrd="0" presId="urn:microsoft.com/office/officeart/2005/8/layout/orgChart1"/>
    <dgm:cxn modelId="{BF694653-339F-4B87-9517-733B77F82EE5}" type="presParOf" srcId="{878D7179-A674-42C8-AD00-07CECF549BCB}" destId="{D7CE69BC-1620-493F-A553-3D8C65D14BB6}" srcOrd="0" destOrd="0" presId="urn:microsoft.com/office/officeart/2005/8/layout/orgChart1"/>
    <dgm:cxn modelId="{35D2FF81-9468-4F5C-95B5-92D7B45D754D}" type="presParOf" srcId="{D7CE69BC-1620-493F-A553-3D8C65D14BB6}" destId="{1C760733-FBC2-448D-AC66-7F985EC96D8A}" srcOrd="0" destOrd="0" presId="urn:microsoft.com/office/officeart/2005/8/layout/orgChart1"/>
    <dgm:cxn modelId="{0ADA581A-6CAC-46BD-AA2F-2E218DB9B3AC}" type="presParOf" srcId="{D7CE69BC-1620-493F-A553-3D8C65D14BB6}" destId="{A134DC9C-A0E3-4F9D-9D86-46442144C5F7}" srcOrd="1" destOrd="0" presId="urn:microsoft.com/office/officeart/2005/8/layout/orgChart1"/>
    <dgm:cxn modelId="{0C7EDFDA-188E-4E08-A925-508D425B1F09}" type="presParOf" srcId="{878D7179-A674-42C8-AD00-07CECF549BCB}" destId="{55031710-2A16-460F-8F0F-C67FAE74D651}" srcOrd="1" destOrd="0" presId="urn:microsoft.com/office/officeart/2005/8/layout/orgChart1"/>
    <dgm:cxn modelId="{EB7A2F29-4D86-4E9E-AD95-D62EBF833658}" type="presParOf" srcId="{878D7179-A674-42C8-AD00-07CECF549BCB}" destId="{45E6F0F5-1D75-4581-B44B-C917AE28866F}" srcOrd="2" destOrd="0" presId="urn:microsoft.com/office/officeart/2005/8/layout/orgChart1"/>
    <dgm:cxn modelId="{EB17AE6C-6701-465D-9C58-F6D3236B8786}" type="presParOf" srcId="{9A7C7173-160A-4428-A0F4-ECB26AFE8E35}" destId="{A6BD0329-B4C4-4496-9285-D173F3B908FC}" srcOrd="12" destOrd="0" presId="urn:microsoft.com/office/officeart/2005/8/layout/orgChart1"/>
    <dgm:cxn modelId="{54E4BF55-D7DD-4725-87DD-724D57938EA4}" type="presParOf" srcId="{9A7C7173-160A-4428-A0F4-ECB26AFE8E35}" destId="{8EEC3BF8-417F-4D3E-BD93-09D470E627A5}" srcOrd="13" destOrd="0" presId="urn:microsoft.com/office/officeart/2005/8/layout/orgChart1"/>
    <dgm:cxn modelId="{6C32ED4E-4BD1-4E70-AC34-9C7502C57BF7}" type="presParOf" srcId="{8EEC3BF8-417F-4D3E-BD93-09D470E627A5}" destId="{C4C349A3-66E5-498A-987E-4489D2853A09}" srcOrd="0" destOrd="0" presId="urn:microsoft.com/office/officeart/2005/8/layout/orgChart1"/>
    <dgm:cxn modelId="{90272DF5-B251-4989-B7C5-3CF88F571D41}" type="presParOf" srcId="{C4C349A3-66E5-498A-987E-4489D2853A09}" destId="{57372936-FEA5-439C-994E-5D387232F6FB}" srcOrd="0" destOrd="0" presId="urn:microsoft.com/office/officeart/2005/8/layout/orgChart1"/>
    <dgm:cxn modelId="{CAA8AA15-E8CB-4272-8019-D756DDAF8BB8}" type="presParOf" srcId="{C4C349A3-66E5-498A-987E-4489D2853A09}" destId="{6BDD7467-D49C-45CA-B7D1-D0B0A29E0E74}" srcOrd="1" destOrd="0" presId="urn:microsoft.com/office/officeart/2005/8/layout/orgChart1"/>
    <dgm:cxn modelId="{C8166891-E52E-477D-AA36-1112CB7AE019}" type="presParOf" srcId="{8EEC3BF8-417F-4D3E-BD93-09D470E627A5}" destId="{F3EC09D6-0E66-42B6-9CCD-2B0B443E55D9}" srcOrd="1" destOrd="0" presId="urn:microsoft.com/office/officeart/2005/8/layout/orgChart1"/>
    <dgm:cxn modelId="{6255DE87-2040-41E7-BCE6-FA700D19B82F}" type="presParOf" srcId="{8EEC3BF8-417F-4D3E-BD93-09D470E627A5}" destId="{15E66121-CC69-4220-B9B1-D61B76582EDA}" srcOrd="2" destOrd="0" presId="urn:microsoft.com/office/officeart/2005/8/layout/orgChart1"/>
    <dgm:cxn modelId="{F0B47A61-E848-4E08-B73A-066AF5A3D30A}" type="presParOf" srcId="{9A7C7173-160A-4428-A0F4-ECB26AFE8E35}" destId="{D2F73235-D690-455B-AC6C-5687659E8ADF}" srcOrd="14" destOrd="0" presId="urn:microsoft.com/office/officeart/2005/8/layout/orgChart1"/>
    <dgm:cxn modelId="{2F42D496-1341-42E0-9DA3-30291F8C0206}" type="presParOf" srcId="{9A7C7173-160A-4428-A0F4-ECB26AFE8E35}" destId="{82028F06-2814-4C58-8424-4CA0F029278C}" srcOrd="15" destOrd="0" presId="urn:microsoft.com/office/officeart/2005/8/layout/orgChart1"/>
    <dgm:cxn modelId="{ADF2C208-4650-4EE9-A054-9F62CD75EB86}" type="presParOf" srcId="{82028F06-2814-4C58-8424-4CA0F029278C}" destId="{B6265811-9D2C-4D75-9D10-A6B2CF9A2E95}" srcOrd="0" destOrd="0" presId="urn:microsoft.com/office/officeart/2005/8/layout/orgChart1"/>
    <dgm:cxn modelId="{AD07AF68-AF39-4B10-B694-70196CCE9D85}" type="presParOf" srcId="{B6265811-9D2C-4D75-9D10-A6B2CF9A2E95}" destId="{8D6E1107-A3A5-4133-B1C4-41010911C294}" srcOrd="0" destOrd="0" presId="urn:microsoft.com/office/officeart/2005/8/layout/orgChart1"/>
    <dgm:cxn modelId="{698B6F2C-4C03-4DCF-AD18-1D4861480AC9}" type="presParOf" srcId="{B6265811-9D2C-4D75-9D10-A6B2CF9A2E95}" destId="{2CF466B4-02B1-430C-8563-13F2C4308E72}" srcOrd="1" destOrd="0" presId="urn:microsoft.com/office/officeart/2005/8/layout/orgChart1"/>
    <dgm:cxn modelId="{7CF5C73F-DE41-454B-AEEA-5A37C143A69F}" type="presParOf" srcId="{82028F06-2814-4C58-8424-4CA0F029278C}" destId="{45F5C4FB-9566-46D7-8160-231019E6B861}" srcOrd="1" destOrd="0" presId="urn:microsoft.com/office/officeart/2005/8/layout/orgChart1"/>
    <dgm:cxn modelId="{AA2D895B-23BE-4BD3-BDBA-923D13DAF289}" type="presParOf" srcId="{82028F06-2814-4C58-8424-4CA0F029278C}" destId="{9886B3D7-76C5-4F9D-B2F3-060773F4C137}" srcOrd="2" destOrd="0" presId="urn:microsoft.com/office/officeart/2005/8/layout/orgChart1"/>
    <dgm:cxn modelId="{4D9BCB1C-0B3B-4F2F-8C4A-C6AFF333091F}" type="presParOf" srcId="{9A7C7173-160A-4428-A0F4-ECB26AFE8E35}" destId="{BD68F530-7CC4-45F8-A742-34FB74D9126D}" srcOrd="16" destOrd="0" presId="urn:microsoft.com/office/officeart/2005/8/layout/orgChart1"/>
    <dgm:cxn modelId="{16E08A51-83D3-4F4D-B569-CB04368ED965}" type="presParOf" srcId="{9A7C7173-160A-4428-A0F4-ECB26AFE8E35}" destId="{A4C50816-F6B5-43EE-9CA2-A3013707AE8B}" srcOrd="17" destOrd="0" presId="urn:microsoft.com/office/officeart/2005/8/layout/orgChart1"/>
    <dgm:cxn modelId="{82276FC3-7204-494F-B368-451D894D20E6}" type="presParOf" srcId="{A4C50816-F6B5-43EE-9CA2-A3013707AE8B}" destId="{05001050-B23B-424B-A2CE-ECFB15256EF0}" srcOrd="0" destOrd="0" presId="urn:microsoft.com/office/officeart/2005/8/layout/orgChart1"/>
    <dgm:cxn modelId="{496D2999-DF31-4280-9AF6-6AA4647D8843}" type="presParOf" srcId="{05001050-B23B-424B-A2CE-ECFB15256EF0}" destId="{AD889DAE-3B24-4816-889E-3CFF605A033D}" srcOrd="0" destOrd="0" presId="urn:microsoft.com/office/officeart/2005/8/layout/orgChart1"/>
    <dgm:cxn modelId="{86DFA282-F816-4137-A295-6E55B6F4349A}" type="presParOf" srcId="{05001050-B23B-424B-A2CE-ECFB15256EF0}" destId="{C987ACB9-91E8-467E-BEC0-00F20BCD89B9}" srcOrd="1" destOrd="0" presId="urn:microsoft.com/office/officeart/2005/8/layout/orgChart1"/>
    <dgm:cxn modelId="{403E5F06-1E00-4522-8F2C-930DB9EC3DE1}" type="presParOf" srcId="{A4C50816-F6B5-43EE-9CA2-A3013707AE8B}" destId="{2F5F0184-142F-49D2-9182-0963FDFF40F2}" srcOrd="1" destOrd="0" presId="urn:microsoft.com/office/officeart/2005/8/layout/orgChart1"/>
    <dgm:cxn modelId="{BFFF2638-C69E-4017-A60F-3A51040F4A0E}" type="presParOf" srcId="{A4C50816-F6B5-43EE-9CA2-A3013707AE8B}" destId="{145737C7-39BE-4F20-8203-4EA67FAFECA1}" srcOrd="2" destOrd="0" presId="urn:microsoft.com/office/officeart/2005/8/layout/orgChart1"/>
    <dgm:cxn modelId="{F0B1A60B-F9B1-461E-8474-4C58DED73AB0}" type="presParOf" srcId="{2DA393E9-E445-4546-9117-152FDF29ECC1}" destId="{36C9FF7A-4E22-4AAA-94D9-E8735AD9686A}" srcOrd="2" destOrd="0" presId="urn:microsoft.com/office/officeart/2005/8/layout/orgChart1"/>
    <dgm:cxn modelId="{A641144A-8A27-400E-9F5E-01C014D9B9C9}" type="presParOf" srcId="{4AC325A3-5B44-4BE1-9EF6-A5FD96B7ADF4}" destId="{B180D211-827B-492F-8C26-80C703D180CD}" srcOrd="6" destOrd="0" presId="urn:microsoft.com/office/officeart/2005/8/layout/orgChart1"/>
    <dgm:cxn modelId="{6B43F107-97F8-4A61-A698-5D4C9EEEDCCA}" type="presParOf" srcId="{4AC325A3-5B44-4BE1-9EF6-A5FD96B7ADF4}" destId="{42075733-F9F4-42E0-87E8-1EED8F4C5267}" srcOrd="7" destOrd="0" presId="urn:microsoft.com/office/officeart/2005/8/layout/orgChart1"/>
    <dgm:cxn modelId="{4CB667CA-B573-470B-8047-F584550CD622}" type="presParOf" srcId="{42075733-F9F4-42E0-87E8-1EED8F4C5267}" destId="{872B1C92-1BF5-440F-A421-C4B745BC2E61}" srcOrd="0" destOrd="0" presId="urn:microsoft.com/office/officeart/2005/8/layout/orgChart1"/>
    <dgm:cxn modelId="{E9F6A617-B972-4049-8152-9F02B7096092}" type="presParOf" srcId="{872B1C92-1BF5-440F-A421-C4B745BC2E61}" destId="{2222E085-E944-4717-A6B5-9C128BA37D67}" srcOrd="0" destOrd="0" presId="urn:microsoft.com/office/officeart/2005/8/layout/orgChart1"/>
    <dgm:cxn modelId="{5DAE0E3D-8CBA-49B2-9681-DD7391A0EEB2}" type="presParOf" srcId="{872B1C92-1BF5-440F-A421-C4B745BC2E61}" destId="{40D0AB64-AE63-432E-B809-8B9CB75EB529}" srcOrd="1" destOrd="0" presId="urn:microsoft.com/office/officeart/2005/8/layout/orgChart1"/>
    <dgm:cxn modelId="{7A8116C7-A5E9-4D73-BD0D-A605EDB9A5B4}" type="presParOf" srcId="{42075733-F9F4-42E0-87E8-1EED8F4C5267}" destId="{52EF9385-68CD-454B-BE25-F9EBE69A0E32}" srcOrd="1" destOrd="0" presId="urn:microsoft.com/office/officeart/2005/8/layout/orgChart1"/>
    <dgm:cxn modelId="{7BF99711-F889-41BC-A5C0-D3CC1FFCEBAA}" type="presParOf" srcId="{52EF9385-68CD-454B-BE25-F9EBE69A0E32}" destId="{B9159478-61F3-4FB2-A5BA-28D920D5EBC9}" srcOrd="0" destOrd="0" presId="urn:microsoft.com/office/officeart/2005/8/layout/orgChart1"/>
    <dgm:cxn modelId="{6D1C4B22-096F-465E-B3FE-C79C60E05EEE}" type="presParOf" srcId="{52EF9385-68CD-454B-BE25-F9EBE69A0E32}" destId="{04A5BDDB-3854-4485-B921-1EC5E2255BB3}" srcOrd="1" destOrd="0" presId="urn:microsoft.com/office/officeart/2005/8/layout/orgChart1"/>
    <dgm:cxn modelId="{A71B9FE0-FBCC-4250-9B25-2EEACEEB7500}" type="presParOf" srcId="{04A5BDDB-3854-4485-B921-1EC5E2255BB3}" destId="{47CA2F9F-0EA0-4773-8280-265B16837B8A}" srcOrd="0" destOrd="0" presId="urn:microsoft.com/office/officeart/2005/8/layout/orgChart1"/>
    <dgm:cxn modelId="{70D5BE21-5A01-4175-B481-1E5FCE120B14}" type="presParOf" srcId="{47CA2F9F-0EA0-4773-8280-265B16837B8A}" destId="{5267BDB8-FCBD-490F-872A-C73A4399391C}" srcOrd="0" destOrd="0" presId="urn:microsoft.com/office/officeart/2005/8/layout/orgChart1"/>
    <dgm:cxn modelId="{839075F1-F650-4EBB-87CE-0E3F544B4BC9}" type="presParOf" srcId="{47CA2F9F-0EA0-4773-8280-265B16837B8A}" destId="{E0E3D1F2-66E8-465F-A622-066178BC3609}" srcOrd="1" destOrd="0" presId="urn:microsoft.com/office/officeart/2005/8/layout/orgChart1"/>
    <dgm:cxn modelId="{104171D1-D087-4E77-AFC4-8CE9143E33A6}" type="presParOf" srcId="{04A5BDDB-3854-4485-B921-1EC5E2255BB3}" destId="{993B2744-7A1F-4F95-B03E-5FB86B943A99}" srcOrd="1" destOrd="0" presId="urn:microsoft.com/office/officeart/2005/8/layout/orgChart1"/>
    <dgm:cxn modelId="{1E16EF7A-C1E3-4DA5-BD42-29A7E4F3A306}" type="presParOf" srcId="{04A5BDDB-3854-4485-B921-1EC5E2255BB3}" destId="{DED3D754-8732-4130-B81E-A0C59213A335}" srcOrd="2" destOrd="0" presId="urn:microsoft.com/office/officeart/2005/8/layout/orgChart1"/>
    <dgm:cxn modelId="{4E6F4D56-2EB6-4E0E-866C-DBC3115C7BCA}" type="presParOf" srcId="{52EF9385-68CD-454B-BE25-F9EBE69A0E32}" destId="{4049945E-F18E-4610-AA3B-5F124B3BDAA7}" srcOrd="2" destOrd="0" presId="urn:microsoft.com/office/officeart/2005/8/layout/orgChart1"/>
    <dgm:cxn modelId="{57F9F02E-2F12-46B8-8AE6-39F18D262B2F}" type="presParOf" srcId="{52EF9385-68CD-454B-BE25-F9EBE69A0E32}" destId="{5F179EC4-AC46-4063-865A-903B8379B20E}" srcOrd="3" destOrd="0" presId="urn:microsoft.com/office/officeart/2005/8/layout/orgChart1"/>
    <dgm:cxn modelId="{060273C2-7D79-4B72-B26D-A9605A1EC4FA}" type="presParOf" srcId="{5F179EC4-AC46-4063-865A-903B8379B20E}" destId="{26803A51-A334-448F-8C8F-9239D6CECD8D}" srcOrd="0" destOrd="0" presId="urn:microsoft.com/office/officeart/2005/8/layout/orgChart1"/>
    <dgm:cxn modelId="{C0E042CF-C75F-434A-8BF0-BCA38A375793}" type="presParOf" srcId="{26803A51-A334-448F-8C8F-9239D6CECD8D}" destId="{E4ABB2F7-33DA-4223-9163-F99E435E0BB6}" srcOrd="0" destOrd="0" presId="urn:microsoft.com/office/officeart/2005/8/layout/orgChart1"/>
    <dgm:cxn modelId="{214C978B-1B63-468B-963D-522B50B5D99A}" type="presParOf" srcId="{26803A51-A334-448F-8C8F-9239D6CECD8D}" destId="{15F27A82-E4AB-4ADD-B3C2-DF6366491979}" srcOrd="1" destOrd="0" presId="urn:microsoft.com/office/officeart/2005/8/layout/orgChart1"/>
    <dgm:cxn modelId="{D0957F88-7812-4BCD-8231-75D18D733C34}" type="presParOf" srcId="{5F179EC4-AC46-4063-865A-903B8379B20E}" destId="{05EF3829-FB0B-43B3-9E56-1E83597CC5E7}" srcOrd="1" destOrd="0" presId="urn:microsoft.com/office/officeart/2005/8/layout/orgChart1"/>
    <dgm:cxn modelId="{088885F7-5779-49EE-BF2E-46A4B99909DE}" type="presParOf" srcId="{5F179EC4-AC46-4063-865A-903B8379B20E}" destId="{1FA3170C-7DAC-47CA-AE34-8D3D977A3118}" srcOrd="2" destOrd="0" presId="urn:microsoft.com/office/officeart/2005/8/layout/orgChart1"/>
    <dgm:cxn modelId="{8C31BCDB-27EB-45BC-AC30-F63507746FF4}" type="presParOf" srcId="{52EF9385-68CD-454B-BE25-F9EBE69A0E32}" destId="{FEEC6B8F-3991-4716-B544-1E0F7777315F}" srcOrd="4" destOrd="0" presId="urn:microsoft.com/office/officeart/2005/8/layout/orgChart1"/>
    <dgm:cxn modelId="{9C57B4C3-D435-4D21-A73B-412E3F5C4936}" type="presParOf" srcId="{52EF9385-68CD-454B-BE25-F9EBE69A0E32}" destId="{082633D4-175D-45F8-A0A0-7E3D732091DC}" srcOrd="5" destOrd="0" presId="urn:microsoft.com/office/officeart/2005/8/layout/orgChart1"/>
    <dgm:cxn modelId="{D781AD8F-F8DD-46B7-940E-2C5C9A13CCDB}" type="presParOf" srcId="{082633D4-175D-45F8-A0A0-7E3D732091DC}" destId="{FF44D3DF-1612-4566-BF72-527AAD87CA58}" srcOrd="0" destOrd="0" presId="urn:microsoft.com/office/officeart/2005/8/layout/orgChart1"/>
    <dgm:cxn modelId="{53EB0796-2660-4910-AB38-E58AEDB544CF}" type="presParOf" srcId="{FF44D3DF-1612-4566-BF72-527AAD87CA58}" destId="{19162C8A-B348-4B2F-A502-65834C89D143}" srcOrd="0" destOrd="0" presId="urn:microsoft.com/office/officeart/2005/8/layout/orgChart1"/>
    <dgm:cxn modelId="{C5E4B38D-BDB1-4CBF-8192-B429664C2669}" type="presParOf" srcId="{FF44D3DF-1612-4566-BF72-527AAD87CA58}" destId="{0245085F-3075-41BD-9D92-0D5A8F3C6732}" srcOrd="1" destOrd="0" presId="urn:microsoft.com/office/officeart/2005/8/layout/orgChart1"/>
    <dgm:cxn modelId="{27922B3D-E54E-4E0D-9ACE-778E034A0F09}" type="presParOf" srcId="{082633D4-175D-45F8-A0A0-7E3D732091DC}" destId="{D55EDCE8-ED02-4452-8DF2-5A6489C1C0CD}" srcOrd="1" destOrd="0" presId="urn:microsoft.com/office/officeart/2005/8/layout/orgChart1"/>
    <dgm:cxn modelId="{F09BEE07-0AAA-44F9-BB86-C38A12F37D6F}" type="presParOf" srcId="{082633D4-175D-45F8-A0A0-7E3D732091DC}" destId="{CEDD5915-538F-4EE6-B62F-0F832EFA6AB4}" srcOrd="2" destOrd="0" presId="urn:microsoft.com/office/officeart/2005/8/layout/orgChart1"/>
    <dgm:cxn modelId="{54BEC069-4239-4EED-8974-DF8AAD1B170F}" type="presParOf" srcId="{52EF9385-68CD-454B-BE25-F9EBE69A0E32}" destId="{397BE760-512A-4A9E-A04F-22AD00A9B5F3}" srcOrd="6" destOrd="0" presId="urn:microsoft.com/office/officeart/2005/8/layout/orgChart1"/>
    <dgm:cxn modelId="{BE221074-3942-47C1-9ADD-97A3D6CD168B}" type="presParOf" srcId="{52EF9385-68CD-454B-BE25-F9EBE69A0E32}" destId="{4DF55B91-01F7-4722-A9E2-8FBE267656E4}" srcOrd="7" destOrd="0" presId="urn:microsoft.com/office/officeart/2005/8/layout/orgChart1"/>
    <dgm:cxn modelId="{ED6D476C-30A3-4963-BFE5-745C2F0EC73D}" type="presParOf" srcId="{4DF55B91-01F7-4722-A9E2-8FBE267656E4}" destId="{2886144C-3B17-45F0-9625-3C0F26E7B0B8}" srcOrd="0" destOrd="0" presId="urn:microsoft.com/office/officeart/2005/8/layout/orgChart1"/>
    <dgm:cxn modelId="{3472E597-60E0-408A-A548-B57D37E2A69F}" type="presParOf" srcId="{2886144C-3B17-45F0-9625-3C0F26E7B0B8}" destId="{04866DD8-F631-4980-9B76-848967444B99}" srcOrd="0" destOrd="0" presId="urn:microsoft.com/office/officeart/2005/8/layout/orgChart1"/>
    <dgm:cxn modelId="{02920A19-E974-4FD0-B49D-97356446D549}" type="presParOf" srcId="{2886144C-3B17-45F0-9625-3C0F26E7B0B8}" destId="{3A35A67B-E261-42DB-9D9D-4CE1DA8086CE}" srcOrd="1" destOrd="0" presId="urn:microsoft.com/office/officeart/2005/8/layout/orgChart1"/>
    <dgm:cxn modelId="{6E03A565-0818-4C2D-880A-DC494E46FA17}" type="presParOf" srcId="{4DF55B91-01F7-4722-A9E2-8FBE267656E4}" destId="{CCE1930C-0C11-478C-BE6C-F442FEEE2C8C}" srcOrd="1" destOrd="0" presId="urn:microsoft.com/office/officeart/2005/8/layout/orgChart1"/>
    <dgm:cxn modelId="{40D28EF8-464A-4BDA-83FC-B2DF80700A9F}" type="presParOf" srcId="{4DF55B91-01F7-4722-A9E2-8FBE267656E4}" destId="{3230D5FF-E591-464E-9D65-C456F3FE4ECE}" srcOrd="2" destOrd="0" presId="urn:microsoft.com/office/officeart/2005/8/layout/orgChart1"/>
    <dgm:cxn modelId="{235D723C-D704-4F61-8CBC-199489FD6646}" type="presParOf" srcId="{52EF9385-68CD-454B-BE25-F9EBE69A0E32}" destId="{BB839DB9-DB8F-4939-8335-DA1E088722AD}" srcOrd="8" destOrd="0" presId="urn:microsoft.com/office/officeart/2005/8/layout/orgChart1"/>
    <dgm:cxn modelId="{4CFCDAD8-CD78-437F-B495-9F18167A8285}" type="presParOf" srcId="{52EF9385-68CD-454B-BE25-F9EBE69A0E32}" destId="{07EC4A2D-72D6-48BE-95FE-D388DC0BF6ED}" srcOrd="9" destOrd="0" presId="urn:microsoft.com/office/officeart/2005/8/layout/orgChart1"/>
    <dgm:cxn modelId="{707E097B-26AE-4E24-BC37-5263BFB529DA}" type="presParOf" srcId="{07EC4A2D-72D6-48BE-95FE-D388DC0BF6ED}" destId="{66BCD80C-79F7-4815-95F1-B9CDC7838900}" srcOrd="0" destOrd="0" presId="urn:microsoft.com/office/officeart/2005/8/layout/orgChart1"/>
    <dgm:cxn modelId="{4DD9F3AB-02CD-41B2-949A-09967CC32A24}" type="presParOf" srcId="{66BCD80C-79F7-4815-95F1-B9CDC7838900}" destId="{FEB736C4-0972-4F34-8297-3B0FA763F06A}" srcOrd="0" destOrd="0" presId="urn:microsoft.com/office/officeart/2005/8/layout/orgChart1"/>
    <dgm:cxn modelId="{3E1876DF-CEEA-4EF6-A018-F004B121C97F}" type="presParOf" srcId="{66BCD80C-79F7-4815-95F1-B9CDC7838900}" destId="{BB6B6969-1877-446D-B1B1-BCE6F2FCB3CB}" srcOrd="1" destOrd="0" presId="urn:microsoft.com/office/officeart/2005/8/layout/orgChart1"/>
    <dgm:cxn modelId="{810F239E-9189-4220-B871-2BCC7A06A90B}" type="presParOf" srcId="{07EC4A2D-72D6-48BE-95FE-D388DC0BF6ED}" destId="{AF17AD06-F57A-4E3D-9EEA-F3DD5B38ABFE}" srcOrd="1" destOrd="0" presId="urn:microsoft.com/office/officeart/2005/8/layout/orgChart1"/>
    <dgm:cxn modelId="{A7E83907-C0CE-4904-AFB4-79387039EECC}" type="presParOf" srcId="{07EC4A2D-72D6-48BE-95FE-D388DC0BF6ED}" destId="{DCC91C2B-30B0-4112-B6A3-A6E14A4B117A}" srcOrd="2" destOrd="0" presId="urn:microsoft.com/office/officeart/2005/8/layout/orgChart1"/>
    <dgm:cxn modelId="{D8A3690F-225D-4986-804F-8B7C852B85B6}" type="presParOf" srcId="{52EF9385-68CD-454B-BE25-F9EBE69A0E32}" destId="{656240B1-D52C-45DC-BB24-EB7E893BEA7F}" srcOrd="10" destOrd="0" presId="urn:microsoft.com/office/officeart/2005/8/layout/orgChart1"/>
    <dgm:cxn modelId="{627D3413-8065-4CB9-AEE4-1624F0D4F99F}" type="presParOf" srcId="{52EF9385-68CD-454B-BE25-F9EBE69A0E32}" destId="{5FFB840E-AB39-4561-921D-2E731D0F5811}" srcOrd="11" destOrd="0" presId="urn:microsoft.com/office/officeart/2005/8/layout/orgChart1"/>
    <dgm:cxn modelId="{C1769397-46EE-4A89-BEE8-E023DAFD0833}" type="presParOf" srcId="{5FFB840E-AB39-4561-921D-2E731D0F5811}" destId="{56A31423-6093-4AEE-9520-E88C133FC8E4}" srcOrd="0" destOrd="0" presId="urn:microsoft.com/office/officeart/2005/8/layout/orgChart1"/>
    <dgm:cxn modelId="{370EA619-3CB6-4216-BCFE-B3E9E3AB3273}" type="presParOf" srcId="{56A31423-6093-4AEE-9520-E88C133FC8E4}" destId="{C722A682-A98B-49C5-99F3-F17119B88A9C}" srcOrd="0" destOrd="0" presId="urn:microsoft.com/office/officeart/2005/8/layout/orgChart1"/>
    <dgm:cxn modelId="{A74B18F8-CCFD-4DA4-A34C-35FB74A8BAD7}" type="presParOf" srcId="{56A31423-6093-4AEE-9520-E88C133FC8E4}" destId="{87456844-465D-48BC-8A8E-61C842B50F62}" srcOrd="1" destOrd="0" presId="urn:microsoft.com/office/officeart/2005/8/layout/orgChart1"/>
    <dgm:cxn modelId="{12639B09-D8E7-40F1-8C8A-EA571881AF03}" type="presParOf" srcId="{5FFB840E-AB39-4561-921D-2E731D0F5811}" destId="{325C9333-8A8C-4B2D-B5C2-801F1B712BDA}" srcOrd="1" destOrd="0" presId="urn:microsoft.com/office/officeart/2005/8/layout/orgChart1"/>
    <dgm:cxn modelId="{699BB04C-E481-4832-9777-A17C1B1B8963}" type="presParOf" srcId="{5FFB840E-AB39-4561-921D-2E731D0F5811}" destId="{82FEEB8D-F5A9-4311-9A76-5FEB4F0F5114}" srcOrd="2" destOrd="0" presId="urn:microsoft.com/office/officeart/2005/8/layout/orgChart1"/>
    <dgm:cxn modelId="{9B2BFB76-35FB-47C3-A0A3-E2CD55355282}" type="presParOf" srcId="{52EF9385-68CD-454B-BE25-F9EBE69A0E32}" destId="{7B5E1B05-57D6-4A34-9FA5-0753D6B7918C}" srcOrd="12" destOrd="0" presId="urn:microsoft.com/office/officeart/2005/8/layout/orgChart1"/>
    <dgm:cxn modelId="{AC1F0E9C-30B1-4189-B9B1-0F19A2279721}" type="presParOf" srcId="{52EF9385-68CD-454B-BE25-F9EBE69A0E32}" destId="{0318D883-F75A-4F98-9F69-46F0F658F2EF}" srcOrd="13" destOrd="0" presId="urn:microsoft.com/office/officeart/2005/8/layout/orgChart1"/>
    <dgm:cxn modelId="{D573EFDC-9BD2-436B-9066-01EFE1DC8C9E}" type="presParOf" srcId="{0318D883-F75A-4F98-9F69-46F0F658F2EF}" destId="{8BC4D788-85BC-44D0-9C7E-A5EAA95DFAC4}" srcOrd="0" destOrd="0" presId="urn:microsoft.com/office/officeart/2005/8/layout/orgChart1"/>
    <dgm:cxn modelId="{08105F50-3EDB-4419-90B1-86EC97637C2E}" type="presParOf" srcId="{8BC4D788-85BC-44D0-9C7E-A5EAA95DFAC4}" destId="{2B95F60C-5189-4D33-A79B-BF6E9EC26DED}" srcOrd="0" destOrd="0" presId="urn:microsoft.com/office/officeart/2005/8/layout/orgChart1"/>
    <dgm:cxn modelId="{3088BFBB-1CA7-4DC9-AA29-8DE2D128D196}" type="presParOf" srcId="{8BC4D788-85BC-44D0-9C7E-A5EAA95DFAC4}" destId="{0EEA1A84-874E-4B41-B4F0-5DFE11735EB6}" srcOrd="1" destOrd="0" presId="urn:microsoft.com/office/officeart/2005/8/layout/orgChart1"/>
    <dgm:cxn modelId="{80D7DD87-C4F6-4C46-BBC9-DAFB45BEAD83}" type="presParOf" srcId="{0318D883-F75A-4F98-9F69-46F0F658F2EF}" destId="{715B4E7B-48FF-450F-949B-DE5B9773860A}" srcOrd="1" destOrd="0" presId="urn:microsoft.com/office/officeart/2005/8/layout/orgChart1"/>
    <dgm:cxn modelId="{0210AD0B-FA24-45C0-A631-E6F5283C82AA}" type="presParOf" srcId="{0318D883-F75A-4F98-9F69-46F0F658F2EF}" destId="{50282B5D-94BE-4754-AF0F-9E5423ECB880}" srcOrd="2" destOrd="0" presId="urn:microsoft.com/office/officeart/2005/8/layout/orgChart1"/>
    <dgm:cxn modelId="{BEE4E44A-2BA7-4162-AF0D-F473C3602ACB}" type="presParOf" srcId="{52EF9385-68CD-454B-BE25-F9EBE69A0E32}" destId="{2258463D-3AE7-48F0-91EC-536B1308570F}" srcOrd="14" destOrd="0" presId="urn:microsoft.com/office/officeart/2005/8/layout/orgChart1"/>
    <dgm:cxn modelId="{CE57B8C5-D275-42AE-8CC2-C01D0707E307}" type="presParOf" srcId="{52EF9385-68CD-454B-BE25-F9EBE69A0E32}" destId="{6DE1F22D-824F-41CF-91EA-3003D85A25A9}" srcOrd="15" destOrd="0" presId="urn:microsoft.com/office/officeart/2005/8/layout/orgChart1"/>
    <dgm:cxn modelId="{E4B2C955-8A0E-48E9-B4CF-BC7BD29C610A}" type="presParOf" srcId="{6DE1F22D-824F-41CF-91EA-3003D85A25A9}" destId="{22952949-2347-445A-B17C-1DF5B5FFD22E}" srcOrd="0" destOrd="0" presId="urn:microsoft.com/office/officeart/2005/8/layout/orgChart1"/>
    <dgm:cxn modelId="{26560421-922B-487E-BDA0-24FB99198894}" type="presParOf" srcId="{22952949-2347-445A-B17C-1DF5B5FFD22E}" destId="{0C0F4D50-7C3E-49D7-8D93-601B530BC5A8}" srcOrd="0" destOrd="0" presId="urn:microsoft.com/office/officeart/2005/8/layout/orgChart1"/>
    <dgm:cxn modelId="{36BD4737-67E4-4529-A05B-C7F7A6AC061E}" type="presParOf" srcId="{22952949-2347-445A-B17C-1DF5B5FFD22E}" destId="{6A0D59A9-2DA5-4B4B-ABF0-49E2303D2921}" srcOrd="1" destOrd="0" presId="urn:microsoft.com/office/officeart/2005/8/layout/orgChart1"/>
    <dgm:cxn modelId="{61F4AE45-8A84-44E7-96FA-1453C7B97EC3}" type="presParOf" srcId="{6DE1F22D-824F-41CF-91EA-3003D85A25A9}" destId="{486C053C-B68A-4743-ACED-F8ADD75DFAF5}" srcOrd="1" destOrd="0" presId="urn:microsoft.com/office/officeart/2005/8/layout/orgChart1"/>
    <dgm:cxn modelId="{499859C9-EB12-4747-9850-E4B6D7C65A3C}" type="presParOf" srcId="{6DE1F22D-824F-41CF-91EA-3003D85A25A9}" destId="{43B1E328-3926-40D3-9A49-C860BEB20E0C}" srcOrd="2" destOrd="0" presId="urn:microsoft.com/office/officeart/2005/8/layout/orgChart1"/>
    <dgm:cxn modelId="{FE3FD975-C108-489D-839E-76F8CD43DABE}" type="presParOf" srcId="{52EF9385-68CD-454B-BE25-F9EBE69A0E32}" destId="{39CE2F26-E310-4CE0-9F5D-B38F9F5FB472}" srcOrd="16" destOrd="0" presId="urn:microsoft.com/office/officeart/2005/8/layout/orgChart1"/>
    <dgm:cxn modelId="{9D5C23FA-BF62-4B56-A5CB-46082637D157}" type="presParOf" srcId="{52EF9385-68CD-454B-BE25-F9EBE69A0E32}" destId="{331D8327-E25C-4555-B1C1-F42FFB0E993C}" srcOrd="17" destOrd="0" presId="urn:microsoft.com/office/officeart/2005/8/layout/orgChart1"/>
    <dgm:cxn modelId="{340AB471-87C7-4E48-953C-8B92D2B64DD6}" type="presParOf" srcId="{331D8327-E25C-4555-B1C1-F42FFB0E993C}" destId="{0393DFB4-FC55-49E8-9743-65E96F1A75BC}" srcOrd="0" destOrd="0" presId="urn:microsoft.com/office/officeart/2005/8/layout/orgChart1"/>
    <dgm:cxn modelId="{AE9E667A-22F6-45BF-8E32-C10214AB63D5}" type="presParOf" srcId="{0393DFB4-FC55-49E8-9743-65E96F1A75BC}" destId="{BAA00A28-60F0-465C-BBA4-4F0F3BFC1C29}" srcOrd="0" destOrd="0" presId="urn:microsoft.com/office/officeart/2005/8/layout/orgChart1"/>
    <dgm:cxn modelId="{176C4505-1B41-4D94-B270-0D2D50FF361A}" type="presParOf" srcId="{0393DFB4-FC55-49E8-9743-65E96F1A75BC}" destId="{51A9EBB5-00CA-4903-81FA-EC6EC5C610F7}" srcOrd="1" destOrd="0" presId="urn:microsoft.com/office/officeart/2005/8/layout/orgChart1"/>
    <dgm:cxn modelId="{DCCBF4BF-BFA8-4F20-8B15-011650AB206D}" type="presParOf" srcId="{331D8327-E25C-4555-B1C1-F42FFB0E993C}" destId="{D17EA5DD-8E91-4DA4-8689-AE02F944EB23}" srcOrd="1" destOrd="0" presId="urn:microsoft.com/office/officeart/2005/8/layout/orgChart1"/>
    <dgm:cxn modelId="{C609346C-F116-45FD-B7CA-CF02BA20FAE6}" type="presParOf" srcId="{331D8327-E25C-4555-B1C1-F42FFB0E993C}" destId="{290B07EA-9962-47C1-A3D8-27AE00A268D0}" srcOrd="2" destOrd="0" presId="urn:microsoft.com/office/officeart/2005/8/layout/orgChart1"/>
    <dgm:cxn modelId="{3936BEB7-C367-47D4-BEC2-600FB2A5DDAB}" type="presParOf" srcId="{42075733-F9F4-42E0-87E8-1EED8F4C5267}" destId="{E8401D21-7971-445A-89D2-79EA66116EE4}" srcOrd="2" destOrd="0" presId="urn:microsoft.com/office/officeart/2005/8/layout/orgChart1"/>
    <dgm:cxn modelId="{FC289EC1-1397-4CBF-990E-141E46084A30}" type="presParOf" srcId="{4AC325A3-5B44-4BE1-9EF6-A5FD96B7ADF4}" destId="{D4764A80-D362-4F5D-918C-3A717B402347}" srcOrd="8" destOrd="0" presId="urn:microsoft.com/office/officeart/2005/8/layout/orgChart1"/>
    <dgm:cxn modelId="{1342E781-7F71-4007-9396-3D99D7FB9070}" type="presParOf" srcId="{4AC325A3-5B44-4BE1-9EF6-A5FD96B7ADF4}" destId="{D8CE08CE-A79D-4FE6-8246-CA48EDAE7A99}" srcOrd="9" destOrd="0" presId="urn:microsoft.com/office/officeart/2005/8/layout/orgChart1"/>
    <dgm:cxn modelId="{18DF075F-AAE5-4A44-B497-43CD2600528B}" type="presParOf" srcId="{D8CE08CE-A79D-4FE6-8246-CA48EDAE7A99}" destId="{A0EF8B3C-0D6D-4BB0-B500-A55E3EFFF8EA}" srcOrd="0" destOrd="0" presId="urn:microsoft.com/office/officeart/2005/8/layout/orgChart1"/>
    <dgm:cxn modelId="{F5A719EC-8973-4BAA-AB9A-2458312F7B31}" type="presParOf" srcId="{A0EF8B3C-0D6D-4BB0-B500-A55E3EFFF8EA}" destId="{5820E9D6-A038-4DC4-AC47-2E48DFCB1BA1}" srcOrd="0" destOrd="0" presId="urn:microsoft.com/office/officeart/2005/8/layout/orgChart1"/>
    <dgm:cxn modelId="{29187402-0FC5-4405-9CE8-B0555B90C9DE}" type="presParOf" srcId="{A0EF8B3C-0D6D-4BB0-B500-A55E3EFFF8EA}" destId="{3E48E7DB-003D-4EBA-B153-4F636689C301}" srcOrd="1" destOrd="0" presId="urn:microsoft.com/office/officeart/2005/8/layout/orgChart1"/>
    <dgm:cxn modelId="{D798A4A2-7EFD-44EA-81AA-173030982602}" type="presParOf" srcId="{D8CE08CE-A79D-4FE6-8246-CA48EDAE7A99}" destId="{9400A4E9-027F-4237-BCF8-E1BFE7C1A8EE}" srcOrd="1" destOrd="0" presId="urn:microsoft.com/office/officeart/2005/8/layout/orgChart1"/>
    <dgm:cxn modelId="{065448C5-F5EB-4C85-83D8-4FF96B576D1B}" type="presParOf" srcId="{9400A4E9-027F-4237-BCF8-E1BFE7C1A8EE}" destId="{9E6DDB07-2784-428A-9EAA-6831E4EF0514}" srcOrd="0" destOrd="0" presId="urn:microsoft.com/office/officeart/2005/8/layout/orgChart1"/>
    <dgm:cxn modelId="{A1B1999E-1AAF-4DC8-977A-A8817DA00D59}" type="presParOf" srcId="{9400A4E9-027F-4237-BCF8-E1BFE7C1A8EE}" destId="{A797A75A-14E9-4230-AB57-4F02A306378F}" srcOrd="1" destOrd="0" presId="urn:microsoft.com/office/officeart/2005/8/layout/orgChart1"/>
    <dgm:cxn modelId="{3F4C609C-E117-46BB-9C08-770A84A6BC86}" type="presParOf" srcId="{A797A75A-14E9-4230-AB57-4F02A306378F}" destId="{587F247C-F23F-4AAF-9622-1134501F0C87}" srcOrd="0" destOrd="0" presId="urn:microsoft.com/office/officeart/2005/8/layout/orgChart1"/>
    <dgm:cxn modelId="{C0BAA016-83A2-42A2-A2F5-65A6C4242095}" type="presParOf" srcId="{587F247C-F23F-4AAF-9622-1134501F0C87}" destId="{35D048B8-C619-4CFB-B2D3-9A4CB777C0FB}" srcOrd="0" destOrd="0" presId="urn:microsoft.com/office/officeart/2005/8/layout/orgChart1"/>
    <dgm:cxn modelId="{2A77879D-0A9B-4EB1-AE71-CD9D46A2C38F}" type="presParOf" srcId="{587F247C-F23F-4AAF-9622-1134501F0C87}" destId="{B8F26C4E-7BFF-483E-8497-0AD3C82B7E5D}" srcOrd="1" destOrd="0" presId="urn:microsoft.com/office/officeart/2005/8/layout/orgChart1"/>
    <dgm:cxn modelId="{E8EF39E6-AA47-4ECB-AB5C-CC90C96DD189}" type="presParOf" srcId="{A797A75A-14E9-4230-AB57-4F02A306378F}" destId="{CC727A93-EEFC-4BB1-A2DD-6F1D871B411D}" srcOrd="1" destOrd="0" presId="urn:microsoft.com/office/officeart/2005/8/layout/orgChart1"/>
    <dgm:cxn modelId="{1915DFE5-9BE5-4571-B76E-701080B094C1}" type="presParOf" srcId="{A797A75A-14E9-4230-AB57-4F02A306378F}" destId="{EC4E3D22-17F5-4A9D-8138-813E2F36CB89}" srcOrd="2" destOrd="0" presId="urn:microsoft.com/office/officeart/2005/8/layout/orgChart1"/>
    <dgm:cxn modelId="{B7D2E238-35F6-42C6-A6AA-BA2083D7BF0E}" type="presParOf" srcId="{9400A4E9-027F-4237-BCF8-E1BFE7C1A8EE}" destId="{C14C5B30-CAA4-428C-8A6C-C9362179CCB8}" srcOrd="2" destOrd="0" presId="urn:microsoft.com/office/officeart/2005/8/layout/orgChart1"/>
    <dgm:cxn modelId="{B8BFD5B0-722C-4D75-BA1A-424ECFFF08F0}" type="presParOf" srcId="{9400A4E9-027F-4237-BCF8-E1BFE7C1A8EE}" destId="{27C4C637-49B0-4205-895F-D07A21C553BE}" srcOrd="3" destOrd="0" presId="urn:microsoft.com/office/officeart/2005/8/layout/orgChart1"/>
    <dgm:cxn modelId="{21EDA2A3-38A9-4169-9266-A018D6CDEA13}" type="presParOf" srcId="{27C4C637-49B0-4205-895F-D07A21C553BE}" destId="{698EF7EA-C8E4-4380-96D3-163A8D7A1A4F}" srcOrd="0" destOrd="0" presId="urn:microsoft.com/office/officeart/2005/8/layout/orgChart1"/>
    <dgm:cxn modelId="{AB3D06CB-B307-4C23-A31E-F6F56DEDB856}" type="presParOf" srcId="{698EF7EA-C8E4-4380-96D3-163A8D7A1A4F}" destId="{3723DE6A-A6F5-4153-9F59-121318EDB01C}" srcOrd="0" destOrd="0" presId="urn:microsoft.com/office/officeart/2005/8/layout/orgChart1"/>
    <dgm:cxn modelId="{ECE922F9-38DE-4105-B7C2-80CE1454A302}" type="presParOf" srcId="{698EF7EA-C8E4-4380-96D3-163A8D7A1A4F}" destId="{52BB5EFB-C983-4E1D-A4EB-390B2C9066CA}" srcOrd="1" destOrd="0" presId="urn:microsoft.com/office/officeart/2005/8/layout/orgChart1"/>
    <dgm:cxn modelId="{A0996A06-1380-4DE5-A946-51127575B66A}" type="presParOf" srcId="{27C4C637-49B0-4205-895F-D07A21C553BE}" destId="{F49F7F0E-89DF-49DE-A276-9665CD2348B3}" srcOrd="1" destOrd="0" presId="urn:microsoft.com/office/officeart/2005/8/layout/orgChart1"/>
    <dgm:cxn modelId="{2B572F20-11A6-4396-8FFB-497D361BD653}" type="presParOf" srcId="{27C4C637-49B0-4205-895F-D07A21C553BE}" destId="{C7DD8022-10D8-44A5-884B-99BAA26CD61E}" srcOrd="2" destOrd="0" presId="urn:microsoft.com/office/officeart/2005/8/layout/orgChart1"/>
    <dgm:cxn modelId="{944BFDC6-4CEA-4CDD-B058-44D464DB71D9}" type="presParOf" srcId="{9400A4E9-027F-4237-BCF8-E1BFE7C1A8EE}" destId="{9E97270F-8D4D-4978-B747-295C26514B91}" srcOrd="4" destOrd="0" presId="urn:microsoft.com/office/officeart/2005/8/layout/orgChart1"/>
    <dgm:cxn modelId="{A426EEA4-6F55-45BA-BD23-68F8798CF3C0}" type="presParOf" srcId="{9400A4E9-027F-4237-BCF8-E1BFE7C1A8EE}" destId="{53BF443F-A8F1-41ED-83B4-40B70DF93DA6}" srcOrd="5" destOrd="0" presId="urn:microsoft.com/office/officeart/2005/8/layout/orgChart1"/>
    <dgm:cxn modelId="{DA1B3D6A-46F7-4D1B-A587-9F75137FBFA6}" type="presParOf" srcId="{53BF443F-A8F1-41ED-83B4-40B70DF93DA6}" destId="{9751B475-3E2C-4B6F-BC3F-AA5611A52AAE}" srcOrd="0" destOrd="0" presId="urn:microsoft.com/office/officeart/2005/8/layout/orgChart1"/>
    <dgm:cxn modelId="{0136AC34-4699-4A02-89F0-A4EBB3C38CB9}" type="presParOf" srcId="{9751B475-3E2C-4B6F-BC3F-AA5611A52AAE}" destId="{D7C88CC0-23AB-43F7-904E-18C7BBD161FC}" srcOrd="0" destOrd="0" presId="urn:microsoft.com/office/officeart/2005/8/layout/orgChart1"/>
    <dgm:cxn modelId="{BB4BB207-6D4A-426F-8C60-3FC8D30D2AA0}" type="presParOf" srcId="{9751B475-3E2C-4B6F-BC3F-AA5611A52AAE}" destId="{2A04564A-4C77-4AC9-9658-3152134A2E68}" srcOrd="1" destOrd="0" presId="urn:microsoft.com/office/officeart/2005/8/layout/orgChart1"/>
    <dgm:cxn modelId="{BD7147A4-6778-4AE0-B6F6-9B8A0E05DEB7}" type="presParOf" srcId="{53BF443F-A8F1-41ED-83B4-40B70DF93DA6}" destId="{D166929A-3ABB-4933-BA09-E6829161C39D}" srcOrd="1" destOrd="0" presId="urn:microsoft.com/office/officeart/2005/8/layout/orgChart1"/>
    <dgm:cxn modelId="{CF0A7E2D-F10C-4D1A-AC49-4873FC545C28}" type="presParOf" srcId="{53BF443F-A8F1-41ED-83B4-40B70DF93DA6}" destId="{A4875EB1-0141-4C84-B649-604A27D0D466}" srcOrd="2" destOrd="0" presId="urn:microsoft.com/office/officeart/2005/8/layout/orgChart1"/>
    <dgm:cxn modelId="{55AF360D-B66A-4126-939E-BF54E4BA14A5}" type="presParOf" srcId="{9400A4E9-027F-4237-BCF8-E1BFE7C1A8EE}" destId="{54A59532-CD6B-497E-B2AB-965BC29D32C2}" srcOrd="6" destOrd="0" presId="urn:microsoft.com/office/officeart/2005/8/layout/orgChart1"/>
    <dgm:cxn modelId="{9B341ED9-0D25-46A0-BA06-3E25878E1BA1}" type="presParOf" srcId="{9400A4E9-027F-4237-BCF8-E1BFE7C1A8EE}" destId="{421CDB9D-3244-4677-8DB7-CA996149EC3F}" srcOrd="7" destOrd="0" presId="urn:microsoft.com/office/officeart/2005/8/layout/orgChart1"/>
    <dgm:cxn modelId="{368E0A3C-0ED4-48E5-863A-7BF36AB3BC4F}" type="presParOf" srcId="{421CDB9D-3244-4677-8DB7-CA996149EC3F}" destId="{F891E345-67C9-46F4-B6C7-934262B8395D}" srcOrd="0" destOrd="0" presId="urn:microsoft.com/office/officeart/2005/8/layout/orgChart1"/>
    <dgm:cxn modelId="{26E2E786-B4AF-4F76-88ED-C36FA11A1035}" type="presParOf" srcId="{F891E345-67C9-46F4-B6C7-934262B8395D}" destId="{6EF1BF0A-819D-4AF3-95E6-8A73331F523F}" srcOrd="0" destOrd="0" presId="urn:microsoft.com/office/officeart/2005/8/layout/orgChart1"/>
    <dgm:cxn modelId="{9F371B5E-940B-474A-9444-F6BCA9D3D071}" type="presParOf" srcId="{F891E345-67C9-46F4-B6C7-934262B8395D}" destId="{58D42673-5E52-41D6-811B-A9D19E774935}" srcOrd="1" destOrd="0" presId="urn:microsoft.com/office/officeart/2005/8/layout/orgChart1"/>
    <dgm:cxn modelId="{336B9D2C-7435-43D2-8343-0AF7C8113839}" type="presParOf" srcId="{421CDB9D-3244-4677-8DB7-CA996149EC3F}" destId="{4290EFF7-1323-4799-9FE0-F79712EC3126}" srcOrd="1" destOrd="0" presId="urn:microsoft.com/office/officeart/2005/8/layout/orgChart1"/>
    <dgm:cxn modelId="{2D1FEE8C-88AD-49B2-90FE-81E88DA0E507}" type="presParOf" srcId="{421CDB9D-3244-4677-8DB7-CA996149EC3F}" destId="{3B5D548B-F2C9-4F46-926B-7B20044DC8BA}" srcOrd="2" destOrd="0" presId="urn:microsoft.com/office/officeart/2005/8/layout/orgChart1"/>
    <dgm:cxn modelId="{6AAB1971-B040-42C4-865B-105E2B26B93D}" type="presParOf" srcId="{9400A4E9-027F-4237-BCF8-E1BFE7C1A8EE}" destId="{CBFED8C1-BF32-41A4-A387-540FB19F7CFD}" srcOrd="8" destOrd="0" presId="urn:microsoft.com/office/officeart/2005/8/layout/orgChart1"/>
    <dgm:cxn modelId="{EC8F0435-0484-4FD4-AFB0-3C57DD16F5AC}" type="presParOf" srcId="{9400A4E9-027F-4237-BCF8-E1BFE7C1A8EE}" destId="{F79EC9DA-7D6F-4D20-B9C0-75B78A974AAD}" srcOrd="9" destOrd="0" presId="urn:microsoft.com/office/officeart/2005/8/layout/orgChart1"/>
    <dgm:cxn modelId="{C3D6B819-B3F5-47E5-B90D-F52259C6909F}" type="presParOf" srcId="{F79EC9DA-7D6F-4D20-B9C0-75B78A974AAD}" destId="{640CB321-6754-488B-B176-0977F5487389}" srcOrd="0" destOrd="0" presId="urn:microsoft.com/office/officeart/2005/8/layout/orgChart1"/>
    <dgm:cxn modelId="{8C61F5C2-751E-4AAB-9E21-217C3C0FFC45}" type="presParOf" srcId="{640CB321-6754-488B-B176-0977F5487389}" destId="{C2E2A094-0B3D-4918-87B7-7767C557D971}" srcOrd="0" destOrd="0" presId="urn:microsoft.com/office/officeart/2005/8/layout/orgChart1"/>
    <dgm:cxn modelId="{4381C56C-3142-42B7-AE85-DB4DBB2D890B}" type="presParOf" srcId="{640CB321-6754-488B-B176-0977F5487389}" destId="{E6CF9F7A-2310-4495-B31A-66E4D1E4B1DD}" srcOrd="1" destOrd="0" presId="urn:microsoft.com/office/officeart/2005/8/layout/orgChart1"/>
    <dgm:cxn modelId="{65ED7029-E24C-4FCF-B517-A4CF3AD3AE14}" type="presParOf" srcId="{F79EC9DA-7D6F-4D20-B9C0-75B78A974AAD}" destId="{C0422D37-FCC0-4ECF-9952-8AD8D4372C7F}" srcOrd="1" destOrd="0" presId="urn:microsoft.com/office/officeart/2005/8/layout/orgChart1"/>
    <dgm:cxn modelId="{A03CA853-CFA8-4B84-8623-510736EBBD58}" type="presParOf" srcId="{F79EC9DA-7D6F-4D20-B9C0-75B78A974AAD}" destId="{D55CCCD5-9219-4473-92E2-CC36EAE10A5F}" srcOrd="2" destOrd="0" presId="urn:microsoft.com/office/officeart/2005/8/layout/orgChart1"/>
    <dgm:cxn modelId="{62D218E1-7539-4B17-97E5-6B610A21B970}" type="presParOf" srcId="{9400A4E9-027F-4237-BCF8-E1BFE7C1A8EE}" destId="{29E3A13A-AFFA-4503-A2A9-EE0BC1F03491}" srcOrd="10" destOrd="0" presId="urn:microsoft.com/office/officeart/2005/8/layout/orgChart1"/>
    <dgm:cxn modelId="{0C04BF51-C7F5-408C-94F0-6F77F8F598E0}" type="presParOf" srcId="{9400A4E9-027F-4237-BCF8-E1BFE7C1A8EE}" destId="{84044AA4-05C2-4A25-B6E3-285D671C1FB0}" srcOrd="11" destOrd="0" presId="urn:microsoft.com/office/officeart/2005/8/layout/orgChart1"/>
    <dgm:cxn modelId="{ACBB87AD-3A5C-437D-BE8A-63322DA53135}" type="presParOf" srcId="{84044AA4-05C2-4A25-B6E3-285D671C1FB0}" destId="{CF0CB66D-8FEE-46C7-B4BB-54C8AEE1AA3D}" srcOrd="0" destOrd="0" presId="urn:microsoft.com/office/officeart/2005/8/layout/orgChart1"/>
    <dgm:cxn modelId="{DC896865-D01E-4507-8F63-009D3263DC7A}" type="presParOf" srcId="{CF0CB66D-8FEE-46C7-B4BB-54C8AEE1AA3D}" destId="{0DC07D8E-2F84-4076-91BE-8955B4408631}" srcOrd="0" destOrd="0" presId="urn:microsoft.com/office/officeart/2005/8/layout/orgChart1"/>
    <dgm:cxn modelId="{D54D8A1F-12B0-420B-9917-7B413518F9CA}" type="presParOf" srcId="{CF0CB66D-8FEE-46C7-B4BB-54C8AEE1AA3D}" destId="{80741042-9067-49F0-92C0-BA29C4A08E94}" srcOrd="1" destOrd="0" presId="urn:microsoft.com/office/officeart/2005/8/layout/orgChart1"/>
    <dgm:cxn modelId="{4D4CBEEB-4231-416B-9DCD-EF392714FEF6}" type="presParOf" srcId="{84044AA4-05C2-4A25-B6E3-285D671C1FB0}" destId="{82245BC3-0201-4CA5-A366-07FB16BBD05C}" srcOrd="1" destOrd="0" presId="urn:microsoft.com/office/officeart/2005/8/layout/orgChart1"/>
    <dgm:cxn modelId="{4BC79714-EE3F-4936-BCC9-BCF600793D88}" type="presParOf" srcId="{84044AA4-05C2-4A25-B6E3-285D671C1FB0}" destId="{5AC40543-0E42-4682-969B-8BD95276C5F0}" srcOrd="2" destOrd="0" presId="urn:microsoft.com/office/officeart/2005/8/layout/orgChart1"/>
    <dgm:cxn modelId="{9A711241-5627-47C1-AD54-01B97B9C53D0}" type="presParOf" srcId="{9400A4E9-027F-4237-BCF8-E1BFE7C1A8EE}" destId="{540E877A-BD21-4B81-AE70-300E2C5712E5}" srcOrd="12" destOrd="0" presId="urn:microsoft.com/office/officeart/2005/8/layout/orgChart1"/>
    <dgm:cxn modelId="{8EBC15EA-C517-4B05-9AA2-F0E6DCAA0B3E}" type="presParOf" srcId="{9400A4E9-027F-4237-BCF8-E1BFE7C1A8EE}" destId="{270D98F3-980E-4645-A78E-DF26712E2B9A}" srcOrd="13" destOrd="0" presId="urn:microsoft.com/office/officeart/2005/8/layout/orgChart1"/>
    <dgm:cxn modelId="{09DBC367-9522-4823-8B42-3BC7FE01BCDE}" type="presParOf" srcId="{270D98F3-980E-4645-A78E-DF26712E2B9A}" destId="{3BFFDBEC-B27A-4A75-8794-ED3B64EFA91B}" srcOrd="0" destOrd="0" presId="urn:microsoft.com/office/officeart/2005/8/layout/orgChart1"/>
    <dgm:cxn modelId="{91D5486A-1815-42E7-83DB-9232B0FB103D}" type="presParOf" srcId="{3BFFDBEC-B27A-4A75-8794-ED3B64EFA91B}" destId="{510BF2B3-4713-4029-A474-A2AAF96F9901}" srcOrd="0" destOrd="0" presId="urn:microsoft.com/office/officeart/2005/8/layout/orgChart1"/>
    <dgm:cxn modelId="{352F2EF1-BA2A-4100-BC8C-27EE52BEBB06}" type="presParOf" srcId="{3BFFDBEC-B27A-4A75-8794-ED3B64EFA91B}" destId="{45BD21D1-FF0E-4D2C-8047-16D7B39D0A90}" srcOrd="1" destOrd="0" presId="urn:microsoft.com/office/officeart/2005/8/layout/orgChart1"/>
    <dgm:cxn modelId="{2C77886C-0F97-4EE2-9605-8655ECE14A0E}" type="presParOf" srcId="{270D98F3-980E-4645-A78E-DF26712E2B9A}" destId="{2F116EC9-8AA0-414A-AC75-68B650060850}" srcOrd="1" destOrd="0" presId="urn:microsoft.com/office/officeart/2005/8/layout/orgChart1"/>
    <dgm:cxn modelId="{B9D8F249-7914-4AE9-BC4D-5C8EAF49E1CA}" type="presParOf" srcId="{270D98F3-980E-4645-A78E-DF26712E2B9A}" destId="{123B4C73-464D-4130-B8F2-8562FC39CB0D}" srcOrd="2" destOrd="0" presId="urn:microsoft.com/office/officeart/2005/8/layout/orgChart1"/>
    <dgm:cxn modelId="{F8C1842A-C528-4B7E-A8A7-A8117BB59EBB}" type="presParOf" srcId="{9400A4E9-027F-4237-BCF8-E1BFE7C1A8EE}" destId="{5C1C6465-43CC-44ED-9FC9-6CE19DC5A1E0}" srcOrd="14" destOrd="0" presId="urn:microsoft.com/office/officeart/2005/8/layout/orgChart1"/>
    <dgm:cxn modelId="{66EFD297-4619-4385-BF2A-03DD6B861C7A}" type="presParOf" srcId="{9400A4E9-027F-4237-BCF8-E1BFE7C1A8EE}" destId="{BD9FA089-948E-423B-AA7D-7FAA49CC77B9}" srcOrd="15" destOrd="0" presId="urn:microsoft.com/office/officeart/2005/8/layout/orgChart1"/>
    <dgm:cxn modelId="{78D6372E-C53E-4DA1-8FEC-A3CBC3B1F1C2}" type="presParOf" srcId="{BD9FA089-948E-423B-AA7D-7FAA49CC77B9}" destId="{122BE920-48B0-4F68-ABF2-4DBF6A0A6C65}" srcOrd="0" destOrd="0" presId="urn:microsoft.com/office/officeart/2005/8/layout/orgChart1"/>
    <dgm:cxn modelId="{53C46CA8-40BA-4853-B58E-236A8057148B}" type="presParOf" srcId="{122BE920-48B0-4F68-ABF2-4DBF6A0A6C65}" destId="{CFEA97B2-29FE-48CD-B905-3B469615FE31}" srcOrd="0" destOrd="0" presId="urn:microsoft.com/office/officeart/2005/8/layout/orgChart1"/>
    <dgm:cxn modelId="{909B6F87-206D-470C-9061-2D39064048FC}" type="presParOf" srcId="{122BE920-48B0-4F68-ABF2-4DBF6A0A6C65}" destId="{65A0131D-889F-457C-8C20-C4352F939B7E}" srcOrd="1" destOrd="0" presId="urn:microsoft.com/office/officeart/2005/8/layout/orgChart1"/>
    <dgm:cxn modelId="{B3F4E816-D73E-4CDA-9F32-1710200A3E26}" type="presParOf" srcId="{BD9FA089-948E-423B-AA7D-7FAA49CC77B9}" destId="{631B6635-8D11-419A-A5FC-C9306B07F2E7}" srcOrd="1" destOrd="0" presId="urn:microsoft.com/office/officeart/2005/8/layout/orgChart1"/>
    <dgm:cxn modelId="{53A81593-314D-4E59-8A5B-AF98C600A8EE}" type="presParOf" srcId="{BD9FA089-948E-423B-AA7D-7FAA49CC77B9}" destId="{8337F17E-19F7-4868-B3D4-DF1EF8FE85C0}" srcOrd="2" destOrd="0" presId="urn:microsoft.com/office/officeart/2005/8/layout/orgChart1"/>
    <dgm:cxn modelId="{FFCC8127-2C58-498F-A600-79FE45F21815}" type="presParOf" srcId="{9400A4E9-027F-4237-BCF8-E1BFE7C1A8EE}" destId="{E5A92AD1-B716-4B79-8CD5-CAD0411575A8}" srcOrd="16" destOrd="0" presId="urn:microsoft.com/office/officeart/2005/8/layout/orgChart1"/>
    <dgm:cxn modelId="{C3E5BCC6-1DD4-4256-9520-231993CEDFAA}" type="presParOf" srcId="{9400A4E9-027F-4237-BCF8-E1BFE7C1A8EE}" destId="{E23787D0-F715-45BE-AE00-5EBA60B545AC}" srcOrd="17" destOrd="0" presId="urn:microsoft.com/office/officeart/2005/8/layout/orgChart1"/>
    <dgm:cxn modelId="{38B9BF0D-68E4-4E21-ACE3-A34391A39F0C}" type="presParOf" srcId="{E23787D0-F715-45BE-AE00-5EBA60B545AC}" destId="{215DEA28-4442-4B61-9E7C-86FE0E6C75B4}" srcOrd="0" destOrd="0" presId="urn:microsoft.com/office/officeart/2005/8/layout/orgChart1"/>
    <dgm:cxn modelId="{3D9982CB-FB04-44A5-9487-8493358FB21B}" type="presParOf" srcId="{215DEA28-4442-4B61-9E7C-86FE0E6C75B4}" destId="{566E7CF7-4724-4064-B518-81D1D3AC9D39}" srcOrd="0" destOrd="0" presId="urn:microsoft.com/office/officeart/2005/8/layout/orgChart1"/>
    <dgm:cxn modelId="{8D866545-C0A4-47BC-A6E4-3758A5D98619}" type="presParOf" srcId="{215DEA28-4442-4B61-9E7C-86FE0E6C75B4}" destId="{574E6C3F-BFE7-4CE5-861E-12FA03EB2A02}" srcOrd="1" destOrd="0" presId="urn:microsoft.com/office/officeart/2005/8/layout/orgChart1"/>
    <dgm:cxn modelId="{9B4FF71A-0B9D-4159-BB5D-E7F7B6F91498}" type="presParOf" srcId="{E23787D0-F715-45BE-AE00-5EBA60B545AC}" destId="{66BDEFBC-F20A-4F10-80DC-FD3DBD855FE6}" srcOrd="1" destOrd="0" presId="urn:microsoft.com/office/officeart/2005/8/layout/orgChart1"/>
    <dgm:cxn modelId="{D9B9F694-7F00-4CCE-B02A-A754BB87E842}" type="presParOf" srcId="{E23787D0-F715-45BE-AE00-5EBA60B545AC}" destId="{AB34DDE9-1158-4CE5-B345-4BE7E36AF13A}" srcOrd="2" destOrd="0" presId="urn:microsoft.com/office/officeart/2005/8/layout/orgChart1"/>
    <dgm:cxn modelId="{28ACDF02-B16F-4875-8A56-9708D0B5F0A9}" type="presParOf" srcId="{D8CE08CE-A79D-4FE6-8246-CA48EDAE7A99}" destId="{8B9C9082-9B2C-4157-A892-D5A0AA278D8D}" srcOrd="2" destOrd="0" presId="urn:microsoft.com/office/officeart/2005/8/layout/orgChart1"/>
    <dgm:cxn modelId="{11AB00EC-A4FB-4FCA-90D1-B5050C5E2774}" type="presParOf" srcId="{977345CA-871C-4464-993D-AB89A34D7D03}" destId="{2526EE3E-9ACA-4453-91BA-70F987B4F2D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A92AD1-B716-4B79-8CD5-CAD0411575A8}">
      <dsp:nvSpPr>
        <dsp:cNvPr id="0" name=""/>
        <dsp:cNvSpPr/>
      </dsp:nvSpPr>
      <dsp:spPr>
        <a:xfrm>
          <a:off x="7030444" y="656003"/>
          <a:ext cx="243139" cy="25761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76198"/>
              </a:lnTo>
              <a:lnTo>
                <a:pt x="243139" y="2576198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1C6465-43CC-44ED-9FC9-6CE19DC5A1E0}">
      <dsp:nvSpPr>
        <dsp:cNvPr id="0" name=""/>
        <dsp:cNvSpPr/>
      </dsp:nvSpPr>
      <dsp:spPr>
        <a:xfrm>
          <a:off x="7030444" y="656003"/>
          <a:ext cx="243139" cy="22758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75802"/>
              </a:lnTo>
              <a:lnTo>
                <a:pt x="243139" y="2275802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0E877A-BD21-4B81-AE70-300E2C5712E5}">
      <dsp:nvSpPr>
        <dsp:cNvPr id="0" name=""/>
        <dsp:cNvSpPr/>
      </dsp:nvSpPr>
      <dsp:spPr>
        <a:xfrm>
          <a:off x="7030444" y="656003"/>
          <a:ext cx="243139" cy="19754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75406"/>
              </a:lnTo>
              <a:lnTo>
                <a:pt x="243139" y="1975406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E3A13A-AFFA-4503-A2A9-EE0BC1F03491}">
      <dsp:nvSpPr>
        <dsp:cNvPr id="0" name=""/>
        <dsp:cNvSpPr/>
      </dsp:nvSpPr>
      <dsp:spPr>
        <a:xfrm>
          <a:off x="7030444" y="656003"/>
          <a:ext cx="243139" cy="16750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75011"/>
              </a:lnTo>
              <a:lnTo>
                <a:pt x="243139" y="1675011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FED8C1-BF32-41A4-A387-540FB19F7CFD}">
      <dsp:nvSpPr>
        <dsp:cNvPr id="0" name=""/>
        <dsp:cNvSpPr/>
      </dsp:nvSpPr>
      <dsp:spPr>
        <a:xfrm>
          <a:off x="7030444" y="656003"/>
          <a:ext cx="243139" cy="13746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4615"/>
              </a:lnTo>
              <a:lnTo>
                <a:pt x="243139" y="1374615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A59532-CD6B-497E-B2AB-965BC29D32C2}">
      <dsp:nvSpPr>
        <dsp:cNvPr id="0" name=""/>
        <dsp:cNvSpPr/>
      </dsp:nvSpPr>
      <dsp:spPr>
        <a:xfrm>
          <a:off x="7030444" y="656003"/>
          <a:ext cx="243139" cy="10742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4219"/>
              </a:lnTo>
              <a:lnTo>
                <a:pt x="243139" y="1074219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97270F-8D4D-4978-B747-295C26514B91}">
      <dsp:nvSpPr>
        <dsp:cNvPr id="0" name=""/>
        <dsp:cNvSpPr/>
      </dsp:nvSpPr>
      <dsp:spPr>
        <a:xfrm>
          <a:off x="7030444" y="656003"/>
          <a:ext cx="243139" cy="7738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3823"/>
              </a:lnTo>
              <a:lnTo>
                <a:pt x="243139" y="773823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4C5B30-CAA4-428C-8A6C-C9362179CCB8}">
      <dsp:nvSpPr>
        <dsp:cNvPr id="0" name=""/>
        <dsp:cNvSpPr/>
      </dsp:nvSpPr>
      <dsp:spPr>
        <a:xfrm>
          <a:off x="7030444" y="656003"/>
          <a:ext cx="243139" cy="4734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3427"/>
              </a:lnTo>
              <a:lnTo>
                <a:pt x="243139" y="473427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6DDB07-2784-428A-9EAA-6831E4EF0514}">
      <dsp:nvSpPr>
        <dsp:cNvPr id="0" name=""/>
        <dsp:cNvSpPr/>
      </dsp:nvSpPr>
      <dsp:spPr>
        <a:xfrm>
          <a:off x="7030444" y="656003"/>
          <a:ext cx="243139" cy="1730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032"/>
              </a:lnTo>
              <a:lnTo>
                <a:pt x="243139" y="173032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764A80-D362-4F5D-918C-3A717B402347}">
      <dsp:nvSpPr>
        <dsp:cNvPr id="0" name=""/>
        <dsp:cNvSpPr/>
      </dsp:nvSpPr>
      <dsp:spPr>
        <a:xfrm>
          <a:off x="4259262" y="271718"/>
          <a:ext cx="3419553" cy="1125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141"/>
              </a:lnTo>
              <a:lnTo>
                <a:pt x="3419553" y="68141"/>
              </a:lnTo>
              <a:lnTo>
                <a:pt x="3419553" y="112566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CE2F26-E310-4CE0-9F5D-B38F9F5FB472}">
      <dsp:nvSpPr>
        <dsp:cNvPr id="0" name=""/>
        <dsp:cNvSpPr/>
      </dsp:nvSpPr>
      <dsp:spPr>
        <a:xfrm>
          <a:off x="5320668" y="656003"/>
          <a:ext cx="243139" cy="25761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76198"/>
              </a:lnTo>
              <a:lnTo>
                <a:pt x="243139" y="2576198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58463D-3AE7-48F0-91EC-536B1308570F}">
      <dsp:nvSpPr>
        <dsp:cNvPr id="0" name=""/>
        <dsp:cNvSpPr/>
      </dsp:nvSpPr>
      <dsp:spPr>
        <a:xfrm>
          <a:off x="5320668" y="656003"/>
          <a:ext cx="243139" cy="22758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75802"/>
              </a:lnTo>
              <a:lnTo>
                <a:pt x="243139" y="2275802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5E1B05-57D6-4A34-9FA5-0753D6B7918C}">
      <dsp:nvSpPr>
        <dsp:cNvPr id="0" name=""/>
        <dsp:cNvSpPr/>
      </dsp:nvSpPr>
      <dsp:spPr>
        <a:xfrm>
          <a:off x="5320668" y="656003"/>
          <a:ext cx="243139" cy="19754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75406"/>
              </a:lnTo>
              <a:lnTo>
                <a:pt x="243139" y="1975406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6240B1-D52C-45DC-BB24-EB7E893BEA7F}">
      <dsp:nvSpPr>
        <dsp:cNvPr id="0" name=""/>
        <dsp:cNvSpPr/>
      </dsp:nvSpPr>
      <dsp:spPr>
        <a:xfrm>
          <a:off x="5320668" y="656003"/>
          <a:ext cx="243139" cy="16750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75011"/>
              </a:lnTo>
              <a:lnTo>
                <a:pt x="243139" y="1675011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839DB9-DB8F-4939-8335-DA1E088722AD}">
      <dsp:nvSpPr>
        <dsp:cNvPr id="0" name=""/>
        <dsp:cNvSpPr/>
      </dsp:nvSpPr>
      <dsp:spPr>
        <a:xfrm>
          <a:off x="5320668" y="656003"/>
          <a:ext cx="243139" cy="13746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4615"/>
              </a:lnTo>
              <a:lnTo>
                <a:pt x="243139" y="1374615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7BE760-512A-4A9E-A04F-22AD00A9B5F3}">
      <dsp:nvSpPr>
        <dsp:cNvPr id="0" name=""/>
        <dsp:cNvSpPr/>
      </dsp:nvSpPr>
      <dsp:spPr>
        <a:xfrm>
          <a:off x="5320668" y="656003"/>
          <a:ext cx="243139" cy="10742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4219"/>
              </a:lnTo>
              <a:lnTo>
                <a:pt x="243139" y="1074219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EC6B8F-3991-4716-B544-1E0F7777315F}">
      <dsp:nvSpPr>
        <dsp:cNvPr id="0" name=""/>
        <dsp:cNvSpPr/>
      </dsp:nvSpPr>
      <dsp:spPr>
        <a:xfrm>
          <a:off x="5320668" y="656003"/>
          <a:ext cx="243139" cy="7738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3823"/>
              </a:lnTo>
              <a:lnTo>
                <a:pt x="243139" y="773823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49945E-F18E-4610-AA3B-5F124B3BDAA7}">
      <dsp:nvSpPr>
        <dsp:cNvPr id="0" name=""/>
        <dsp:cNvSpPr/>
      </dsp:nvSpPr>
      <dsp:spPr>
        <a:xfrm>
          <a:off x="5320668" y="656003"/>
          <a:ext cx="243139" cy="4734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3427"/>
              </a:lnTo>
              <a:lnTo>
                <a:pt x="243139" y="473427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159478-61F3-4FB2-A5BA-28D920D5EBC9}">
      <dsp:nvSpPr>
        <dsp:cNvPr id="0" name=""/>
        <dsp:cNvSpPr/>
      </dsp:nvSpPr>
      <dsp:spPr>
        <a:xfrm>
          <a:off x="5320668" y="656003"/>
          <a:ext cx="243139" cy="1730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032"/>
              </a:lnTo>
              <a:lnTo>
                <a:pt x="243139" y="173032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80D211-827B-492F-8C26-80C703D180CD}">
      <dsp:nvSpPr>
        <dsp:cNvPr id="0" name=""/>
        <dsp:cNvSpPr/>
      </dsp:nvSpPr>
      <dsp:spPr>
        <a:xfrm>
          <a:off x="4259262" y="271718"/>
          <a:ext cx="1709776" cy="1125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141"/>
              </a:lnTo>
              <a:lnTo>
                <a:pt x="1709776" y="68141"/>
              </a:lnTo>
              <a:lnTo>
                <a:pt x="1709776" y="112566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68F530-7CC4-45F8-A742-34FB74D9126D}">
      <dsp:nvSpPr>
        <dsp:cNvPr id="0" name=""/>
        <dsp:cNvSpPr/>
      </dsp:nvSpPr>
      <dsp:spPr>
        <a:xfrm>
          <a:off x="3610891" y="656003"/>
          <a:ext cx="243139" cy="25761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76198"/>
              </a:lnTo>
              <a:lnTo>
                <a:pt x="243139" y="2576198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F73235-D690-455B-AC6C-5687659E8ADF}">
      <dsp:nvSpPr>
        <dsp:cNvPr id="0" name=""/>
        <dsp:cNvSpPr/>
      </dsp:nvSpPr>
      <dsp:spPr>
        <a:xfrm>
          <a:off x="3610891" y="656003"/>
          <a:ext cx="243139" cy="22758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75802"/>
              </a:lnTo>
              <a:lnTo>
                <a:pt x="243139" y="2275802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BD0329-B4C4-4496-9285-D173F3B908FC}">
      <dsp:nvSpPr>
        <dsp:cNvPr id="0" name=""/>
        <dsp:cNvSpPr/>
      </dsp:nvSpPr>
      <dsp:spPr>
        <a:xfrm>
          <a:off x="3610891" y="656003"/>
          <a:ext cx="243139" cy="19754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75406"/>
              </a:lnTo>
              <a:lnTo>
                <a:pt x="243139" y="1975406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F1C033-A581-4C96-B406-54180D8F016E}">
      <dsp:nvSpPr>
        <dsp:cNvPr id="0" name=""/>
        <dsp:cNvSpPr/>
      </dsp:nvSpPr>
      <dsp:spPr>
        <a:xfrm>
          <a:off x="3610891" y="656003"/>
          <a:ext cx="243139" cy="16750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75011"/>
              </a:lnTo>
              <a:lnTo>
                <a:pt x="243139" y="1675011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AEB6D4-6E31-4676-A04A-9F76826694EE}">
      <dsp:nvSpPr>
        <dsp:cNvPr id="0" name=""/>
        <dsp:cNvSpPr/>
      </dsp:nvSpPr>
      <dsp:spPr>
        <a:xfrm>
          <a:off x="3610891" y="656003"/>
          <a:ext cx="243139" cy="13746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4615"/>
              </a:lnTo>
              <a:lnTo>
                <a:pt x="243139" y="1374615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CBE6C7-721F-4521-A09D-D0B8BA1ED57C}">
      <dsp:nvSpPr>
        <dsp:cNvPr id="0" name=""/>
        <dsp:cNvSpPr/>
      </dsp:nvSpPr>
      <dsp:spPr>
        <a:xfrm>
          <a:off x="3610891" y="656003"/>
          <a:ext cx="243139" cy="10742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4219"/>
              </a:lnTo>
              <a:lnTo>
                <a:pt x="243139" y="1074219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F02A17-6F68-494A-8763-83F01E7F6551}">
      <dsp:nvSpPr>
        <dsp:cNvPr id="0" name=""/>
        <dsp:cNvSpPr/>
      </dsp:nvSpPr>
      <dsp:spPr>
        <a:xfrm>
          <a:off x="3610891" y="656003"/>
          <a:ext cx="243139" cy="7738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3823"/>
              </a:lnTo>
              <a:lnTo>
                <a:pt x="243139" y="773823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B44C33-93A4-4AC7-81D9-B490D56CDED2}">
      <dsp:nvSpPr>
        <dsp:cNvPr id="0" name=""/>
        <dsp:cNvSpPr/>
      </dsp:nvSpPr>
      <dsp:spPr>
        <a:xfrm>
          <a:off x="3610891" y="656003"/>
          <a:ext cx="243139" cy="4734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3427"/>
              </a:lnTo>
              <a:lnTo>
                <a:pt x="243139" y="473427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B3F519-8B3D-4CE9-9BFF-78CF15FFF2B2}">
      <dsp:nvSpPr>
        <dsp:cNvPr id="0" name=""/>
        <dsp:cNvSpPr/>
      </dsp:nvSpPr>
      <dsp:spPr>
        <a:xfrm>
          <a:off x="3610891" y="656003"/>
          <a:ext cx="243139" cy="1730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032"/>
              </a:lnTo>
              <a:lnTo>
                <a:pt x="243139" y="173032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0BAFE4-F476-447C-9760-568102D48C73}">
      <dsp:nvSpPr>
        <dsp:cNvPr id="0" name=""/>
        <dsp:cNvSpPr/>
      </dsp:nvSpPr>
      <dsp:spPr>
        <a:xfrm>
          <a:off x="4213542" y="271718"/>
          <a:ext cx="91440" cy="11256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2566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97DA16-D85D-4059-98BF-180A05082B49}">
      <dsp:nvSpPr>
        <dsp:cNvPr id="0" name=""/>
        <dsp:cNvSpPr/>
      </dsp:nvSpPr>
      <dsp:spPr>
        <a:xfrm>
          <a:off x="1901115" y="656003"/>
          <a:ext cx="243139" cy="25761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76198"/>
              </a:lnTo>
              <a:lnTo>
                <a:pt x="243139" y="2576198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7F745B-FC27-4010-A785-C07D9CC000D1}">
      <dsp:nvSpPr>
        <dsp:cNvPr id="0" name=""/>
        <dsp:cNvSpPr/>
      </dsp:nvSpPr>
      <dsp:spPr>
        <a:xfrm>
          <a:off x="1901115" y="656003"/>
          <a:ext cx="243139" cy="22758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75802"/>
              </a:lnTo>
              <a:lnTo>
                <a:pt x="243139" y="2275802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F3003B-A276-4133-8785-6656AF26AB75}">
      <dsp:nvSpPr>
        <dsp:cNvPr id="0" name=""/>
        <dsp:cNvSpPr/>
      </dsp:nvSpPr>
      <dsp:spPr>
        <a:xfrm>
          <a:off x="1901115" y="656003"/>
          <a:ext cx="243139" cy="19754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75406"/>
              </a:lnTo>
              <a:lnTo>
                <a:pt x="243139" y="1975406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E28B2B-6668-4052-8967-E440B70B24B2}">
      <dsp:nvSpPr>
        <dsp:cNvPr id="0" name=""/>
        <dsp:cNvSpPr/>
      </dsp:nvSpPr>
      <dsp:spPr>
        <a:xfrm>
          <a:off x="1901115" y="656003"/>
          <a:ext cx="243139" cy="16750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75011"/>
              </a:lnTo>
              <a:lnTo>
                <a:pt x="243139" y="1675011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F6DA8E-9DF5-4A35-9156-B5AFFA6A5435}">
      <dsp:nvSpPr>
        <dsp:cNvPr id="0" name=""/>
        <dsp:cNvSpPr/>
      </dsp:nvSpPr>
      <dsp:spPr>
        <a:xfrm>
          <a:off x="1901115" y="656003"/>
          <a:ext cx="243139" cy="13746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4615"/>
              </a:lnTo>
              <a:lnTo>
                <a:pt x="243139" y="1374615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1A529F-919B-4413-A677-D90090841E2A}">
      <dsp:nvSpPr>
        <dsp:cNvPr id="0" name=""/>
        <dsp:cNvSpPr/>
      </dsp:nvSpPr>
      <dsp:spPr>
        <a:xfrm>
          <a:off x="1901115" y="656003"/>
          <a:ext cx="243139" cy="10742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4219"/>
              </a:lnTo>
              <a:lnTo>
                <a:pt x="243139" y="1074219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75C939-12EF-40DE-9635-B851334C8D7C}">
      <dsp:nvSpPr>
        <dsp:cNvPr id="0" name=""/>
        <dsp:cNvSpPr/>
      </dsp:nvSpPr>
      <dsp:spPr>
        <a:xfrm>
          <a:off x="1901115" y="656003"/>
          <a:ext cx="243139" cy="7738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3823"/>
              </a:lnTo>
              <a:lnTo>
                <a:pt x="243139" y="773823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C9537D-A96B-4EFB-9DC4-FE08DB107745}">
      <dsp:nvSpPr>
        <dsp:cNvPr id="0" name=""/>
        <dsp:cNvSpPr/>
      </dsp:nvSpPr>
      <dsp:spPr>
        <a:xfrm>
          <a:off x="1901115" y="656003"/>
          <a:ext cx="243139" cy="4734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3427"/>
              </a:lnTo>
              <a:lnTo>
                <a:pt x="243139" y="473427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AC81AB-8C7C-4D00-B1B1-2EA512198A10}">
      <dsp:nvSpPr>
        <dsp:cNvPr id="0" name=""/>
        <dsp:cNvSpPr/>
      </dsp:nvSpPr>
      <dsp:spPr>
        <a:xfrm>
          <a:off x="1901115" y="656003"/>
          <a:ext cx="243139" cy="1730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032"/>
              </a:lnTo>
              <a:lnTo>
                <a:pt x="243139" y="173032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DCC907-DE7B-4D81-A2D3-3348F9861A81}">
      <dsp:nvSpPr>
        <dsp:cNvPr id="0" name=""/>
        <dsp:cNvSpPr/>
      </dsp:nvSpPr>
      <dsp:spPr>
        <a:xfrm>
          <a:off x="2549485" y="271718"/>
          <a:ext cx="1709776" cy="112566"/>
        </a:xfrm>
        <a:custGeom>
          <a:avLst/>
          <a:gdLst/>
          <a:ahLst/>
          <a:cxnLst/>
          <a:rect l="0" t="0" r="0" b="0"/>
          <a:pathLst>
            <a:path>
              <a:moveTo>
                <a:pt x="1709776" y="0"/>
              </a:moveTo>
              <a:lnTo>
                <a:pt x="1709776" y="68141"/>
              </a:lnTo>
              <a:lnTo>
                <a:pt x="0" y="68141"/>
              </a:lnTo>
              <a:lnTo>
                <a:pt x="0" y="112566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F7A585-5CDB-419B-BDA9-D0D0FB185ACD}">
      <dsp:nvSpPr>
        <dsp:cNvPr id="0" name=""/>
        <dsp:cNvSpPr/>
      </dsp:nvSpPr>
      <dsp:spPr>
        <a:xfrm>
          <a:off x="191338" y="656003"/>
          <a:ext cx="243139" cy="25761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76198"/>
              </a:lnTo>
              <a:lnTo>
                <a:pt x="243139" y="2576198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6FFDD8-4D15-4292-89C4-4A0EB29DDAFE}">
      <dsp:nvSpPr>
        <dsp:cNvPr id="0" name=""/>
        <dsp:cNvSpPr/>
      </dsp:nvSpPr>
      <dsp:spPr>
        <a:xfrm>
          <a:off x="191338" y="656003"/>
          <a:ext cx="243139" cy="22758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75802"/>
              </a:lnTo>
              <a:lnTo>
                <a:pt x="243139" y="2275802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B282C6-226E-4CF0-B7AA-26FB931ED1AE}">
      <dsp:nvSpPr>
        <dsp:cNvPr id="0" name=""/>
        <dsp:cNvSpPr/>
      </dsp:nvSpPr>
      <dsp:spPr>
        <a:xfrm>
          <a:off x="191338" y="656003"/>
          <a:ext cx="243139" cy="19754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75406"/>
              </a:lnTo>
              <a:lnTo>
                <a:pt x="243139" y="1975406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F6C7D5-3DD8-4B23-A4C9-B74D03F8BD1F}">
      <dsp:nvSpPr>
        <dsp:cNvPr id="0" name=""/>
        <dsp:cNvSpPr/>
      </dsp:nvSpPr>
      <dsp:spPr>
        <a:xfrm>
          <a:off x="191338" y="656003"/>
          <a:ext cx="243139" cy="16750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75011"/>
              </a:lnTo>
              <a:lnTo>
                <a:pt x="243139" y="1675011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F84655-A033-4089-9F90-58CEECCB015E}">
      <dsp:nvSpPr>
        <dsp:cNvPr id="0" name=""/>
        <dsp:cNvSpPr/>
      </dsp:nvSpPr>
      <dsp:spPr>
        <a:xfrm>
          <a:off x="191338" y="656003"/>
          <a:ext cx="243139" cy="13746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4615"/>
              </a:lnTo>
              <a:lnTo>
                <a:pt x="243139" y="1374615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1026C9-1F84-4D27-8D75-81956C43E004}">
      <dsp:nvSpPr>
        <dsp:cNvPr id="0" name=""/>
        <dsp:cNvSpPr/>
      </dsp:nvSpPr>
      <dsp:spPr>
        <a:xfrm>
          <a:off x="191338" y="656003"/>
          <a:ext cx="243139" cy="10742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4219"/>
              </a:lnTo>
              <a:lnTo>
                <a:pt x="243139" y="1074219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31C40C-4F90-4772-82E7-0B8FEDFAECD1}">
      <dsp:nvSpPr>
        <dsp:cNvPr id="0" name=""/>
        <dsp:cNvSpPr/>
      </dsp:nvSpPr>
      <dsp:spPr>
        <a:xfrm>
          <a:off x="191338" y="656003"/>
          <a:ext cx="243139" cy="7738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3823"/>
              </a:lnTo>
              <a:lnTo>
                <a:pt x="243139" y="773823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19CFA2-CD27-42E5-9959-BD8E1EB9C0AF}">
      <dsp:nvSpPr>
        <dsp:cNvPr id="0" name=""/>
        <dsp:cNvSpPr/>
      </dsp:nvSpPr>
      <dsp:spPr>
        <a:xfrm>
          <a:off x="191338" y="656003"/>
          <a:ext cx="243139" cy="4734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3427"/>
              </a:lnTo>
              <a:lnTo>
                <a:pt x="243139" y="473427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B19AFB-877A-4B0A-8EB8-C8707ADCFAC4}">
      <dsp:nvSpPr>
        <dsp:cNvPr id="0" name=""/>
        <dsp:cNvSpPr/>
      </dsp:nvSpPr>
      <dsp:spPr>
        <a:xfrm>
          <a:off x="191338" y="656003"/>
          <a:ext cx="243139" cy="1730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032"/>
              </a:lnTo>
              <a:lnTo>
                <a:pt x="243139" y="173032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CBE2B6-C9BC-489D-9DBF-1140AE39C42B}">
      <dsp:nvSpPr>
        <dsp:cNvPr id="0" name=""/>
        <dsp:cNvSpPr/>
      </dsp:nvSpPr>
      <dsp:spPr>
        <a:xfrm>
          <a:off x="839709" y="271718"/>
          <a:ext cx="3419553" cy="112566"/>
        </a:xfrm>
        <a:custGeom>
          <a:avLst/>
          <a:gdLst/>
          <a:ahLst/>
          <a:cxnLst/>
          <a:rect l="0" t="0" r="0" b="0"/>
          <a:pathLst>
            <a:path>
              <a:moveTo>
                <a:pt x="3419553" y="0"/>
              </a:moveTo>
              <a:lnTo>
                <a:pt x="3419553" y="68141"/>
              </a:lnTo>
              <a:lnTo>
                <a:pt x="0" y="68141"/>
              </a:lnTo>
              <a:lnTo>
                <a:pt x="0" y="112566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AF4C0C-3A09-4ABA-8ABD-2497F7C4D297}">
      <dsp:nvSpPr>
        <dsp:cNvPr id="0" name=""/>
        <dsp:cNvSpPr/>
      </dsp:nvSpPr>
      <dsp:spPr>
        <a:xfrm>
          <a:off x="31691" y="0"/>
          <a:ext cx="8455142" cy="271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noProof="0" dirty="0">
              <a:solidFill>
                <a:schemeClr val="tx1"/>
              </a:solidFill>
            </a:rPr>
            <a:t>Titre</a:t>
          </a:r>
        </a:p>
      </dsp:txBody>
      <dsp:txXfrm>
        <a:off x="31691" y="0"/>
        <a:ext cx="8455142" cy="271718"/>
      </dsp:txXfrm>
    </dsp:sp>
    <dsp:sp modelId="{85845C01-9515-4D15-8A6F-D104268B71FF}">
      <dsp:nvSpPr>
        <dsp:cNvPr id="0" name=""/>
        <dsp:cNvSpPr/>
      </dsp:nvSpPr>
      <dsp:spPr>
        <a:xfrm>
          <a:off x="29245" y="384284"/>
          <a:ext cx="1620927" cy="271718"/>
        </a:xfrm>
        <a:prstGeom prst="rect">
          <a:avLst/>
        </a:prstGeom>
        <a:solidFill>
          <a:schemeClr val="tx1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50" kern="1200" noProof="0" dirty="0">
              <a:solidFill>
                <a:schemeClr val="bg1"/>
              </a:solidFill>
            </a:rPr>
            <a:t>Sous titre</a:t>
          </a:r>
        </a:p>
      </dsp:txBody>
      <dsp:txXfrm>
        <a:off x="29245" y="384284"/>
        <a:ext cx="1620927" cy="271718"/>
      </dsp:txXfrm>
    </dsp:sp>
    <dsp:sp modelId="{F749E193-F2B2-4C4B-9BE2-4AE834C7E8AF}">
      <dsp:nvSpPr>
        <dsp:cNvPr id="0" name=""/>
        <dsp:cNvSpPr/>
      </dsp:nvSpPr>
      <dsp:spPr>
        <a:xfrm>
          <a:off x="434477" y="723262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434477" y="723262"/>
        <a:ext cx="1206199" cy="211546"/>
      </dsp:txXfrm>
    </dsp:sp>
    <dsp:sp modelId="{3D414BC1-6469-471F-9F93-26C8893F80D4}">
      <dsp:nvSpPr>
        <dsp:cNvPr id="0" name=""/>
        <dsp:cNvSpPr/>
      </dsp:nvSpPr>
      <dsp:spPr>
        <a:xfrm>
          <a:off x="434477" y="1023658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434477" y="1023658"/>
        <a:ext cx="1206199" cy="211546"/>
      </dsp:txXfrm>
    </dsp:sp>
    <dsp:sp modelId="{2FBAC3D0-2662-44A9-BE59-F3C652A93B5B}">
      <dsp:nvSpPr>
        <dsp:cNvPr id="0" name=""/>
        <dsp:cNvSpPr/>
      </dsp:nvSpPr>
      <dsp:spPr>
        <a:xfrm>
          <a:off x="434477" y="1324053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434477" y="1324053"/>
        <a:ext cx="1206199" cy="211546"/>
      </dsp:txXfrm>
    </dsp:sp>
    <dsp:sp modelId="{42C41D2A-E850-47A0-9A2A-382296B3B007}">
      <dsp:nvSpPr>
        <dsp:cNvPr id="0" name=""/>
        <dsp:cNvSpPr/>
      </dsp:nvSpPr>
      <dsp:spPr>
        <a:xfrm>
          <a:off x="434477" y="1624449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434477" y="1624449"/>
        <a:ext cx="1206199" cy="211546"/>
      </dsp:txXfrm>
    </dsp:sp>
    <dsp:sp modelId="{E663F310-96B2-48DD-B6BE-0801BDD5F00F}">
      <dsp:nvSpPr>
        <dsp:cNvPr id="0" name=""/>
        <dsp:cNvSpPr/>
      </dsp:nvSpPr>
      <dsp:spPr>
        <a:xfrm>
          <a:off x="434477" y="1924845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434477" y="1924845"/>
        <a:ext cx="1206199" cy="211546"/>
      </dsp:txXfrm>
    </dsp:sp>
    <dsp:sp modelId="{ACC1A022-87D6-4E27-8FE9-EC00E9CCABE1}">
      <dsp:nvSpPr>
        <dsp:cNvPr id="0" name=""/>
        <dsp:cNvSpPr/>
      </dsp:nvSpPr>
      <dsp:spPr>
        <a:xfrm>
          <a:off x="434477" y="2225241"/>
          <a:ext cx="1204100" cy="211546"/>
        </a:xfrm>
        <a:prstGeom prst="rect">
          <a:avLst/>
        </a:prstGeom>
        <a:solidFill>
          <a:srgbClr val="D6D6D6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434477" y="2225241"/>
        <a:ext cx="1204100" cy="211546"/>
      </dsp:txXfrm>
    </dsp:sp>
    <dsp:sp modelId="{D8FB544E-7B69-4051-8715-CBB1BA95E05E}">
      <dsp:nvSpPr>
        <dsp:cNvPr id="0" name=""/>
        <dsp:cNvSpPr/>
      </dsp:nvSpPr>
      <dsp:spPr>
        <a:xfrm>
          <a:off x="434477" y="2525636"/>
          <a:ext cx="1204100" cy="211546"/>
        </a:xfrm>
        <a:prstGeom prst="rect">
          <a:avLst/>
        </a:prstGeom>
        <a:solidFill>
          <a:srgbClr val="D6D6D6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434477" y="2525636"/>
        <a:ext cx="1204100" cy="211546"/>
      </dsp:txXfrm>
    </dsp:sp>
    <dsp:sp modelId="{C73B093A-F070-4AF5-8B1A-0E78901028BD}">
      <dsp:nvSpPr>
        <dsp:cNvPr id="0" name=""/>
        <dsp:cNvSpPr/>
      </dsp:nvSpPr>
      <dsp:spPr>
        <a:xfrm>
          <a:off x="434477" y="2826032"/>
          <a:ext cx="1204100" cy="211546"/>
        </a:xfrm>
        <a:prstGeom prst="rect">
          <a:avLst/>
        </a:prstGeom>
        <a:solidFill>
          <a:srgbClr val="D6D6D6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434477" y="2826032"/>
        <a:ext cx="1204100" cy="211546"/>
      </dsp:txXfrm>
    </dsp:sp>
    <dsp:sp modelId="{B41933BA-7365-4DEC-A90E-295D3948DDFA}">
      <dsp:nvSpPr>
        <dsp:cNvPr id="0" name=""/>
        <dsp:cNvSpPr/>
      </dsp:nvSpPr>
      <dsp:spPr>
        <a:xfrm>
          <a:off x="434477" y="3126428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434477" y="3126428"/>
        <a:ext cx="1206199" cy="211546"/>
      </dsp:txXfrm>
    </dsp:sp>
    <dsp:sp modelId="{7C3978B1-AD45-4232-8F47-915026394ECC}">
      <dsp:nvSpPr>
        <dsp:cNvPr id="0" name=""/>
        <dsp:cNvSpPr/>
      </dsp:nvSpPr>
      <dsp:spPr>
        <a:xfrm>
          <a:off x="1739022" y="384284"/>
          <a:ext cx="1620927" cy="271718"/>
        </a:xfrm>
        <a:prstGeom prst="rect">
          <a:avLst/>
        </a:prstGeom>
        <a:solidFill>
          <a:schemeClr val="tx1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50" kern="1200" noProof="0" dirty="0">
              <a:solidFill>
                <a:schemeClr val="bg1"/>
              </a:solidFill>
            </a:rPr>
            <a:t>Sous titre</a:t>
          </a:r>
        </a:p>
      </dsp:txBody>
      <dsp:txXfrm>
        <a:off x="1739022" y="384284"/>
        <a:ext cx="1620927" cy="271718"/>
      </dsp:txXfrm>
    </dsp:sp>
    <dsp:sp modelId="{47EF2610-262C-49F6-A611-26B51093172E}">
      <dsp:nvSpPr>
        <dsp:cNvPr id="0" name=""/>
        <dsp:cNvSpPr/>
      </dsp:nvSpPr>
      <dsp:spPr>
        <a:xfrm>
          <a:off x="2144254" y="723262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2144254" y="723262"/>
        <a:ext cx="1206199" cy="211546"/>
      </dsp:txXfrm>
    </dsp:sp>
    <dsp:sp modelId="{15AD67B7-F3A1-41BF-81EF-6665535A83D1}">
      <dsp:nvSpPr>
        <dsp:cNvPr id="0" name=""/>
        <dsp:cNvSpPr/>
      </dsp:nvSpPr>
      <dsp:spPr>
        <a:xfrm>
          <a:off x="2144254" y="1023658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2144254" y="1023658"/>
        <a:ext cx="1206199" cy="211546"/>
      </dsp:txXfrm>
    </dsp:sp>
    <dsp:sp modelId="{356351CC-6E38-4D93-961D-36F5F180FFD0}">
      <dsp:nvSpPr>
        <dsp:cNvPr id="0" name=""/>
        <dsp:cNvSpPr/>
      </dsp:nvSpPr>
      <dsp:spPr>
        <a:xfrm>
          <a:off x="2144254" y="1324053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2144254" y="1324053"/>
        <a:ext cx="1206199" cy="211546"/>
      </dsp:txXfrm>
    </dsp:sp>
    <dsp:sp modelId="{E72EA9CC-C92E-48C2-849F-E50317016FEE}">
      <dsp:nvSpPr>
        <dsp:cNvPr id="0" name=""/>
        <dsp:cNvSpPr/>
      </dsp:nvSpPr>
      <dsp:spPr>
        <a:xfrm>
          <a:off x="2144254" y="1624449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2144254" y="1624449"/>
        <a:ext cx="1206199" cy="211546"/>
      </dsp:txXfrm>
    </dsp:sp>
    <dsp:sp modelId="{787B74F5-14FE-43E6-BAD3-7B5F031A9E60}">
      <dsp:nvSpPr>
        <dsp:cNvPr id="0" name=""/>
        <dsp:cNvSpPr/>
      </dsp:nvSpPr>
      <dsp:spPr>
        <a:xfrm>
          <a:off x="2144254" y="1924845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2144254" y="1924845"/>
        <a:ext cx="1206199" cy="211546"/>
      </dsp:txXfrm>
    </dsp:sp>
    <dsp:sp modelId="{7EB367D9-B5C6-4075-8114-7A14712B38E9}">
      <dsp:nvSpPr>
        <dsp:cNvPr id="0" name=""/>
        <dsp:cNvSpPr/>
      </dsp:nvSpPr>
      <dsp:spPr>
        <a:xfrm>
          <a:off x="2144254" y="2225241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2144254" y="2225241"/>
        <a:ext cx="1206199" cy="211546"/>
      </dsp:txXfrm>
    </dsp:sp>
    <dsp:sp modelId="{59999E13-C0C6-4CD5-B93E-32D6E34D1CF8}">
      <dsp:nvSpPr>
        <dsp:cNvPr id="0" name=""/>
        <dsp:cNvSpPr/>
      </dsp:nvSpPr>
      <dsp:spPr>
        <a:xfrm>
          <a:off x="2144254" y="2525636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2144254" y="2525636"/>
        <a:ext cx="1206199" cy="211546"/>
      </dsp:txXfrm>
    </dsp:sp>
    <dsp:sp modelId="{B0E9722A-E6F6-4A92-8F27-6C6A3B144740}">
      <dsp:nvSpPr>
        <dsp:cNvPr id="0" name=""/>
        <dsp:cNvSpPr/>
      </dsp:nvSpPr>
      <dsp:spPr>
        <a:xfrm>
          <a:off x="2144254" y="2826032"/>
          <a:ext cx="1208568" cy="211546"/>
        </a:xfrm>
        <a:prstGeom prst="rect">
          <a:avLst/>
        </a:prstGeom>
        <a:solidFill>
          <a:srgbClr val="D6D6D6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2144254" y="2826032"/>
        <a:ext cx="1208568" cy="211546"/>
      </dsp:txXfrm>
    </dsp:sp>
    <dsp:sp modelId="{4F9F0F93-F5E8-48D0-A6ED-3ACD80B9F600}">
      <dsp:nvSpPr>
        <dsp:cNvPr id="0" name=""/>
        <dsp:cNvSpPr/>
      </dsp:nvSpPr>
      <dsp:spPr>
        <a:xfrm>
          <a:off x="2144254" y="3126428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>
              <a:solidFill>
                <a:schemeClr val="tx1"/>
              </a:solidFill>
              <a:latin typeface="Helvetica 55 Roman" panose="020B0604020202020204" pitchFamily="34" charset="0"/>
            </a:rPr>
            <a:t>Text</a:t>
          </a:r>
          <a:endParaRPr lang="fr-FR" sz="800" kern="1200" noProof="0" dirty="0">
            <a:solidFill>
              <a:schemeClr val="tx1"/>
            </a:solidFill>
            <a:latin typeface="Helvetica 55 Roman" panose="020B0604020202020204" pitchFamily="34" charset="0"/>
          </a:endParaRPr>
        </a:p>
      </dsp:txBody>
      <dsp:txXfrm>
        <a:off x="2144254" y="3126428"/>
        <a:ext cx="1206199" cy="211546"/>
      </dsp:txXfrm>
    </dsp:sp>
    <dsp:sp modelId="{2FAD0B4A-46DD-4E32-8B0C-4AC9A2727487}">
      <dsp:nvSpPr>
        <dsp:cNvPr id="0" name=""/>
        <dsp:cNvSpPr/>
      </dsp:nvSpPr>
      <dsp:spPr>
        <a:xfrm>
          <a:off x="3448798" y="384284"/>
          <a:ext cx="1620927" cy="271718"/>
        </a:xfrm>
        <a:prstGeom prst="rect">
          <a:avLst/>
        </a:prstGeom>
        <a:solidFill>
          <a:schemeClr val="accent3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50" kern="1200" noProof="0" dirty="0">
              <a:solidFill>
                <a:schemeClr val="bg1"/>
              </a:solidFill>
            </a:rPr>
            <a:t>Sous titre</a:t>
          </a:r>
          <a:endParaRPr lang="fr-FR" sz="1050" kern="1200" noProof="0" dirty="0">
            <a:solidFill>
              <a:sysClr val="windowText" lastClr="000000"/>
            </a:solidFill>
          </a:endParaRPr>
        </a:p>
      </dsp:txBody>
      <dsp:txXfrm>
        <a:off x="3448798" y="384284"/>
        <a:ext cx="1620927" cy="271718"/>
      </dsp:txXfrm>
    </dsp:sp>
    <dsp:sp modelId="{AC7935D2-41FD-4F83-B64C-05B6AF5FD429}">
      <dsp:nvSpPr>
        <dsp:cNvPr id="0" name=""/>
        <dsp:cNvSpPr/>
      </dsp:nvSpPr>
      <dsp:spPr>
        <a:xfrm>
          <a:off x="3854030" y="723262"/>
          <a:ext cx="1206199" cy="211546"/>
        </a:xfrm>
        <a:prstGeom prst="rect">
          <a:avLst/>
        </a:prstGeom>
        <a:solidFill>
          <a:schemeClr val="accent3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3854030" y="723262"/>
        <a:ext cx="1206199" cy="211546"/>
      </dsp:txXfrm>
    </dsp:sp>
    <dsp:sp modelId="{97014ACD-C82B-4E78-A3D8-6ED944D4BDC9}">
      <dsp:nvSpPr>
        <dsp:cNvPr id="0" name=""/>
        <dsp:cNvSpPr/>
      </dsp:nvSpPr>
      <dsp:spPr>
        <a:xfrm>
          <a:off x="3854030" y="1023658"/>
          <a:ext cx="1206199" cy="211546"/>
        </a:xfrm>
        <a:prstGeom prst="rect">
          <a:avLst/>
        </a:prstGeom>
        <a:solidFill>
          <a:schemeClr val="accent3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3854030" y="1023658"/>
        <a:ext cx="1206199" cy="211546"/>
      </dsp:txXfrm>
    </dsp:sp>
    <dsp:sp modelId="{6B3BF0D4-C19F-4E4A-B14D-0B8F679E3904}">
      <dsp:nvSpPr>
        <dsp:cNvPr id="0" name=""/>
        <dsp:cNvSpPr/>
      </dsp:nvSpPr>
      <dsp:spPr>
        <a:xfrm>
          <a:off x="3854030" y="1324053"/>
          <a:ext cx="1206199" cy="211546"/>
        </a:xfrm>
        <a:prstGeom prst="rect">
          <a:avLst/>
        </a:prstGeom>
        <a:solidFill>
          <a:schemeClr val="accent3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3854030" y="1324053"/>
        <a:ext cx="1206199" cy="211546"/>
      </dsp:txXfrm>
    </dsp:sp>
    <dsp:sp modelId="{6380CE1E-B4ED-4D2B-8B5C-774C26F1FB9B}">
      <dsp:nvSpPr>
        <dsp:cNvPr id="0" name=""/>
        <dsp:cNvSpPr/>
      </dsp:nvSpPr>
      <dsp:spPr>
        <a:xfrm>
          <a:off x="3854030" y="1624449"/>
          <a:ext cx="1206199" cy="211546"/>
        </a:xfrm>
        <a:prstGeom prst="rect">
          <a:avLst/>
        </a:prstGeom>
        <a:solidFill>
          <a:schemeClr val="accent3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3854030" y="1624449"/>
        <a:ext cx="1206199" cy="211546"/>
      </dsp:txXfrm>
    </dsp:sp>
    <dsp:sp modelId="{7632E9E8-DE9A-495C-A2D6-07DE48255A0B}">
      <dsp:nvSpPr>
        <dsp:cNvPr id="0" name=""/>
        <dsp:cNvSpPr/>
      </dsp:nvSpPr>
      <dsp:spPr>
        <a:xfrm>
          <a:off x="3854030" y="1924845"/>
          <a:ext cx="1206199" cy="211546"/>
        </a:xfrm>
        <a:prstGeom prst="rect">
          <a:avLst/>
        </a:prstGeom>
        <a:solidFill>
          <a:schemeClr val="accent3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3854030" y="1924845"/>
        <a:ext cx="1206199" cy="211546"/>
      </dsp:txXfrm>
    </dsp:sp>
    <dsp:sp modelId="{1C760733-FBC2-448D-AC66-7F985EC96D8A}">
      <dsp:nvSpPr>
        <dsp:cNvPr id="0" name=""/>
        <dsp:cNvSpPr/>
      </dsp:nvSpPr>
      <dsp:spPr>
        <a:xfrm>
          <a:off x="3854030" y="2225241"/>
          <a:ext cx="1206199" cy="211546"/>
        </a:xfrm>
        <a:prstGeom prst="rect">
          <a:avLst/>
        </a:prstGeom>
        <a:solidFill>
          <a:schemeClr val="accent3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3854030" y="2225241"/>
        <a:ext cx="1206199" cy="211546"/>
      </dsp:txXfrm>
    </dsp:sp>
    <dsp:sp modelId="{57372936-FEA5-439C-994E-5D387232F6FB}">
      <dsp:nvSpPr>
        <dsp:cNvPr id="0" name=""/>
        <dsp:cNvSpPr/>
      </dsp:nvSpPr>
      <dsp:spPr>
        <a:xfrm>
          <a:off x="3854030" y="2525636"/>
          <a:ext cx="1206199" cy="211546"/>
        </a:xfrm>
        <a:prstGeom prst="rect">
          <a:avLst/>
        </a:prstGeom>
        <a:solidFill>
          <a:schemeClr val="accent3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3854030" y="2525636"/>
        <a:ext cx="1206199" cy="211546"/>
      </dsp:txXfrm>
    </dsp:sp>
    <dsp:sp modelId="{8D6E1107-A3A5-4133-B1C4-41010911C294}">
      <dsp:nvSpPr>
        <dsp:cNvPr id="0" name=""/>
        <dsp:cNvSpPr/>
      </dsp:nvSpPr>
      <dsp:spPr>
        <a:xfrm>
          <a:off x="3854030" y="2826032"/>
          <a:ext cx="1208568" cy="211546"/>
        </a:xfrm>
        <a:prstGeom prst="rect">
          <a:avLst/>
        </a:prstGeom>
        <a:solidFill>
          <a:schemeClr val="accent3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3854030" y="2826032"/>
        <a:ext cx="1208568" cy="211546"/>
      </dsp:txXfrm>
    </dsp:sp>
    <dsp:sp modelId="{AD889DAE-3B24-4816-889E-3CFF605A033D}">
      <dsp:nvSpPr>
        <dsp:cNvPr id="0" name=""/>
        <dsp:cNvSpPr/>
      </dsp:nvSpPr>
      <dsp:spPr>
        <a:xfrm>
          <a:off x="3854030" y="3126428"/>
          <a:ext cx="1206199" cy="211546"/>
        </a:xfrm>
        <a:prstGeom prst="rect">
          <a:avLst/>
        </a:prstGeom>
        <a:solidFill>
          <a:schemeClr val="accent3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3854030" y="3126428"/>
        <a:ext cx="1206199" cy="211546"/>
      </dsp:txXfrm>
    </dsp:sp>
    <dsp:sp modelId="{2222E085-E944-4717-A6B5-9C128BA37D67}">
      <dsp:nvSpPr>
        <dsp:cNvPr id="0" name=""/>
        <dsp:cNvSpPr/>
      </dsp:nvSpPr>
      <dsp:spPr>
        <a:xfrm>
          <a:off x="5158575" y="384284"/>
          <a:ext cx="1620927" cy="271718"/>
        </a:xfrm>
        <a:prstGeom prst="rect">
          <a:avLst/>
        </a:prstGeom>
        <a:solidFill>
          <a:schemeClr val="tx1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50" kern="1200" noProof="0" dirty="0">
              <a:solidFill>
                <a:schemeClr val="bg1"/>
              </a:solidFill>
            </a:rPr>
            <a:t>Sous titre</a:t>
          </a:r>
        </a:p>
      </dsp:txBody>
      <dsp:txXfrm>
        <a:off x="5158575" y="384284"/>
        <a:ext cx="1620927" cy="271718"/>
      </dsp:txXfrm>
    </dsp:sp>
    <dsp:sp modelId="{5267BDB8-FCBD-490F-872A-C73A4399391C}">
      <dsp:nvSpPr>
        <dsp:cNvPr id="0" name=""/>
        <dsp:cNvSpPr/>
      </dsp:nvSpPr>
      <dsp:spPr>
        <a:xfrm>
          <a:off x="5563807" y="723262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solidFill>
            <a:srgbClr val="D6D6D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5563807" y="723262"/>
        <a:ext cx="1206199" cy="211546"/>
      </dsp:txXfrm>
    </dsp:sp>
    <dsp:sp modelId="{E4ABB2F7-33DA-4223-9163-F99E435E0BB6}">
      <dsp:nvSpPr>
        <dsp:cNvPr id="0" name=""/>
        <dsp:cNvSpPr/>
      </dsp:nvSpPr>
      <dsp:spPr>
        <a:xfrm>
          <a:off x="5563807" y="1023658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solidFill>
            <a:srgbClr val="D6D6D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5563807" y="1023658"/>
        <a:ext cx="1206199" cy="211546"/>
      </dsp:txXfrm>
    </dsp:sp>
    <dsp:sp modelId="{19162C8A-B348-4B2F-A502-65834C89D143}">
      <dsp:nvSpPr>
        <dsp:cNvPr id="0" name=""/>
        <dsp:cNvSpPr/>
      </dsp:nvSpPr>
      <dsp:spPr>
        <a:xfrm>
          <a:off x="5563807" y="1324053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solidFill>
            <a:srgbClr val="D6D6D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5563807" y="1324053"/>
        <a:ext cx="1206199" cy="211546"/>
      </dsp:txXfrm>
    </dsp:sp>
    <dsp:sp modelId="{04866DD8-F631-4980-9B76-848967444B99}">
      <dsp:nvSpPr>
        <dsp:cNvPr id="0" name=""/>
        <dsp:cNvSpPr/>
      </dsp:nvSpPr>
      <dsp:spPr>
        <a:xfrm>
          <a:off x="5563807" y="1624449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solidFill>
            <a:srgbClr val="D6D6D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5563807" y="1624449"/>
        <a:ext cx="1206199" cy="211546"/>
      </dsp:txXfrm>
    </dsp:sp>
    <dsp:sp modelId="{FEB736C4-0972-4F34-8297-3B0FA763F06A}">
      <dsp:nvSpPr>
        <dsp:cNvPr id="0" name=""/>
        <dsp:cNvSpPr/>
      </dsp:nvSpPr>
      <dsp:spPr>
        <a:xfrm>
          <a:off x="5563807" y="1924845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solidFill>
            <a:srgbClr val="D6D6D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5563807" y="1924845"/>
        <a:ext cx="1206199" cy="211546"/>
      </dsp:txXfrm>
    </dsp:sp>
    <dsp:sp modelId="{C722A682-A98B-49C5-99F3-F17119B88A9C}">
      <dsp:nvSpPr>
        <dsp:cNvPr id="0" name=""/>
        <dsp:cNvSpPr/>
      </dsp:nvSpPr>
      <dsp:spPr>
        <a:xfrm>
          <a:off x="5563807" y="2225241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solidFill>
            <a:srgbClr val="D6D6D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5563807" y="2225241"/>
        <a:ext cx="1206199" cy="211546"/>
      </dsp:txXfrm>
    </dsp:sp>
    <dsp:sp modelId="{2B95F60C-5189-4D33-A79B-BF6E9EC26DED}">
      <dsp:nvSpPr>
        <dsp:cNvPr id="0" name=""/>
        <dsp:cNvSpPr/>
      </dsp:nvSpPr>
      <dsp:spPr>
        <a:xfrm>
          <a:off x="5563807" y="2525636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solidFill>
            <a:srgbClr val="D6D6D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5563807" y="2525636"/>
        <a:ext cx="1206199" cy="211546"/>
      </dsp:txXfrm>
    </dsp:sp>
    <dsp:sp modelId="{0C0F4D50-7C3E-49D7-8D93-601B530BC5A8}">
      <dsp:nvSpPr>
        <dsp:cNvPr id="0" name=""/>
        <dsp:cNvSpPr/>
      </dsp:nvSpPr>
      <dsp:spPr>
        <a:xfrm>
          <a:off x="5563807" y="2826032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solidFill>
            <a:srgbClr val="D6D6D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5563807" y="2826032"/>
        <a:ext cx="1206199" cy="211546"/>
      </dsp:txXfrm>
    </dsp:sp>
    <dsp:sp modelId="{BAA00A28-60F0-465C-BBA4-4F0F3BFC1C29}">
      <dsp:nvSpPr>
        <dsp:cNvPr id="0" name=""/>
        <dsp:cNvSpPr/>
      </dsp:nvSpPr>
      <dsp:spPr>
        <a:xfrm>
          <a:off x="5563807" y="3126428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solidFill>
            <a:srgbClr val="D6D6D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5563807" y="3126428"/>
        <a:ext cx="1206199" cy="211546"/>
      </dsp:txXfrm>
    </dsp:sp>
    <dsp:sp modelId="{5820E9D6-A038-4DC4-AC47-2E48DFCB1BA1}">
      <dsp:nvSpPr>
        <dsp:cNvPr id="0" name=""/>
        <dsp:cNvSpPr/>
      </dsp:nvSpPr>
      <dsp:spPr>
        <a:xfrm>
          <a:off x="6868352" y="384284"/>
          <a:ext cx="1620927" cy="271718"/>
        </a:xfrm>
        <a:prstGeom prst="rect">
          <a:avLst/>
        </a:prstGeom>
        <a:solidFill>
          <a:schemeClr val="tx1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50" kern="1200" noProof="0" dirty="0">
              <a:solidFill>
                <a:schemeClr val="bg1"/>
              </a:solidFill>
            </a:rPr>
            <a:t>Sous titre</a:t>
          </a:r>
        </a:p>
      </dsp:txBody>
      <dsp:txXfrm>
        <a:off x="6868352" y="384284"/>
        <a:ext cx="1620927" cy="271718"/>
      </dsp:txXfrm>
    </dsp:sp>
    <dsp:sp modelId="{35D048B8-C619-4CFB-B2D3-9A4CB777C0FB}">
      <dsp:nvSpPr>
        <dsp:cNvPr id="0" name=""/>
        <dsp:cNvSpPr/>
      </dsp:nvSpPr>
      <dsp:spPr>
        <a:xfrm>
          <a:off x="7273583" y="723262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solidFill>
            <a:srgbClr val="D6D6D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7273583" y="723262"/>
        <a:ext cx="1206199" cy="211546"/>
      </dsp:txXfrm>
    </dsp:sp>
    <dsp:sp modelId="{3723DE6A-A6F5-4153-9F59-121318EDB01C}">
      <dsp:nvSpPr>
        <dsp:cNvPr id="0" name=""/>
        <dsp:cNvSpPr/>
      </dsp:nvSpPr>
      <dsp:spPr>
        <a:xfrm>
          <a:off x="7273583" y="1023658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solidFill>
            <a:srgbClr val="D6D6D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7273583" y="1023658"/>
        <a:ext cx="1206199" cy="211546"/>
      </dsp:txXfrm>
    </dsp:sp>
    <dsp:sp modelId="{D7C88CC0-23AB-43F7-904E-18C7BBD161FC}">
      <dsp:nvSpPr>
        <dsp:cNvPr id="0" name=""/>
        <dsp:cNvSpPr/>
      </dsp:nvSpPr>
      <dsp:spPr>
        <a:xfrm>
          <a:off x="7273583" y="1324053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solidFill>
            <a:srgbClr val="D6D6D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7273583" y="1324053"/>
        <a:ext cx="1206199" cy="211546"/>
      </dsp:txXfrm>
    </dsp:sp>
    <dsp:sp modelId="{6EF1BF0A-819D-4AF3-95E6-8A73331F523F}">
      <dsp:nvSpPr>
        <dsp:cNvPr id="0" name=""/>
        <dsp:cNvSpPr/>
      </dsp:nvSpPr>
      <dsp:spPr>
        <a:xfrm>
          <a:off x="7273583" y="1624449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solidFill>
            <a:srgbClr val="D6D6D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7273583" y="1624449"/>
        <a:ext cx="1206199" cy="211546"/>
      </dsp:txXfrm>
    </dsp:sp>
    <dsp:sp modelId="{C2E2A094-0B3D-4918-87B7-7767C557D971}">
      <dsp:nvSpPr>
        <dsp:cNvPr id="0" name=""/>
        <dsp:cNvSpPr/>
      </dsp:nvSpPr>
      <dsp:spPr>
        <a:xfrm>
          <a:off x="7273583" y="1924845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solidFill>
            <a:srgbClr val="D6D6D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7273583" y="1924845"/>
        <a:ext cx="1206199" cy="211546"/>
      </dsp:txXfrm>
    </dsp:sp>
    <dsp:sp modelId="{0DC07D8E-2F84-4076-91BE-8955B4408631}">
      <dsp:nvSpPr>
        <dsp:cNvPr id="0" name=""/>
        <dsp:cNvSpPr/>
      </dsp:nvSpPr>
      <dsp:spPr>
        <a:xfrm>
          <a:off x="7273583" y="2225241"/>
          <a:ext cx="1208568" cy="211546"/>
        </a:xfrm>
        <a:prstGeom prst="rect">
          <a:avLst/>
        </a:prstGeom>
        <a:solidFill>
          <a:srgbClr val="D6D6D6"/>
        </a:solidFill>
        <a:ln w="25400" cap="flat" cmpd="sng" algn="ctr">
          <a:solidFill>
            <a:srgbClr val="D6D6D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7273583" y="2225241"/>
        <a:ext cx="1208568" cy="211546"/>
      </dsp:txXfrm>
    </dsp:sp>
    <dsp:sp modelId="{510BF2B3-4713-4029-A474-A2AAF96F9901}">
      <dsp:nvSpPr>
        <dsp:cNvPr id="0" name=""/>
        <dsp:cNvSpPr/>
      </dsp:nvSpPr>
      <dsp:spPr>
        <a:xfrm>
          <a:off x="7273583" y="2525636"/>
          <a:ext cx="1208568" cy="211546"/>
        </a:xfrm>
        <a:prstGeom prst="rect">
          <a:avLst/>
        </a:prstGeom>
        <a:solidFill>
          <a:srgbClr val="D6D6D6"/>
        </a:solidFill>
        <a:ln w="25400" cap="flat" cmpd="sng" algn="ctr">
          <a:solidFill>
            <a:srgbClr val="D6D6D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7273583" y="2525636"/>
        <a:ext cx="1208568" cy="211546"/>
      </dsp:txXfrm>
    </dsp:sp>
    <dsp:sp modelId="{CFEA97B2-29FE-48CD-B905-3B469615FE31}">
      <dsp:nvSpPr>
        <dsp:cNvPr id="0" name=""/>
        <dsp:cNvSpPr/>
      </dsp:nvSpPr>
      <dsp:spPr>
        <a:xfrm>
          <a:off x="7273583" y="2826032"/>
          <a:ext cx="1208568" cy="211546"/>
        </a:xfrm>
        <a:prstGeom prst="rect">
          <a:avLst/>
        </a:prstGeom>
        <a:solidFill>
          <a:srgbClr val="D6D6D6"/>
        </a:solidFill>
        <a:ln w="25400" cap="flat" cmpd="sng" algn="ctr">
          <a:solidFill>
            <a:srgbClr val="D6D6D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7273583" y="2826032"/>
        <a:ext cx="1208568" cy="211546"/>
      </dsp:txXfrm>
    </dsp:sp>
    <dsp:sp modelId="{566E7CF7-4724-4064-B518-81D1D3AC9D39}">
      <dsp:nvSpPr>
        <dsp:cNvPr id="0" name=""/>
        <dsp:cNvSpPr/>
      </dsp:nvSpPr>
      <dsp:spPr>
        <a:xfrm>
          <a:off x="7273583" y="3126428"/>
          <a:ext cx="1206199" cy="211546"/>
        </a:xfrm>
        <a:prstGeom prst="rect">
          <a:avLst/>
        </a:prstGeom>
        <a:solidFill>
          <a:srgbClr val="D6D6D6"/>
        </a:solidFill>
        <a:ln w="25400" cap="flat" cmpd="sng" algn="ctr">
          <a:solidFill>
            <a:srgbClr val="D6D6D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kern="1200" noProof="0" dirty="0">
              <a:solidFill>
                <a:schemeClr val="tx1"/>
              </a:solidFill>
              <a:latin typeface="Helvetica 55 Roman" panose="020B0604020202020204" pitchFamily="34" charset="0"/>
            </a:rPr>
            <a:t>Texte</a:t>
          </a:r>
        </a:p>
      </dsp:txBody>
      <dsp:txXfrm>
        <a:off x="7273583" y="3126428"/>
        <a:ext cx="1206199" cy="2115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14F63557-65CD-470F-8999-4C3C411BE899}" type="datetimeFigureOut">
              <a:rPr lang="en-GB" smtClean="0"/>
              <a:pPr/>
              <a:t>03/11/2021</a:t>
            </a:fld>
            <a:endParaRPr lang="en-GB"/>
          </a:p>
        </p:txBody>
      </p:sp>
      <p:sp>
        <p:nvSpPr>
          <p:cNvPr id="1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180000" bIns="45720" rtlCol="0"/>
          <a:lstStyle/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230188" marR="0" lvl="1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Second level</a:t>
            </a:r>
          </a:p>
          <a:p>
            <a:pPr marL="360363" marR="0" lvl="2" indent="-1476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522288" marR="0" lvl="3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668338" marR="0" lvl="4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Fifth level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55 Roman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885932DF-9606-4758-A2B5-AF1153FB1A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228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92075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1pPr>
    <a:lvl2pPr marL="2301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Wingdings" panose="05000000000000000000" pitchFamily="2" charset="2"/>
      <a:buChar char="§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2pPr>
    <a:lvl3pPr marL="360363" marR="0" indent="-147638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3pPr>
    <a:lvl4pPr marL="5222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4pPr>
    <a:lvl5pPr marL="668338" marR="0" indent="-14605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932DF-9606-4758-A2B5-AF1153FB1ABB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862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932DF-9606-4758-A2B5-AF1153FB1ABB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149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932DF-9606-4758-A2B5-AF1153FB1ABB}" type="slidenum">
              <a:rPr lang="en-GB" smtClean="0"/>
              <a:pPr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078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932DF-9606-4758-A2B5-AF1153FB1ABB}" type="slidenum">
              <a:rPr lang="en-GB" smtClean="0"/>
              <a:pPr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2220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932DF-9606-4758-A2B5-AF1153FB1ABB}" type="slidenum">
              <a:rPr lang="en-GB" smtClean="0"/>
              <a:pPr/>
              <a:t>83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598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4326" y="1181101"/>
            <a:ext cx="8515350" cy="3370262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fr-FR" noProof="0" dirty="0"/>
              <a:t>Cliquez pour modifier le texte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  <a:p>
            <a:pPr lvl="5"/>
            <a:r>
              <a:rPr lang="fr-FR" noProof="0" dirty="0"/>
              <a:t>Sixième niveau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noProof="0" dirty="0"/>
              <a:t>Cliquez pour modifier le titre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7389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</a:p>
        </p:txBody>
      </p:sp>
    </p:spTree>
    <p:extLst>
      <p:ext uri="{BB962C8B-B14F-4D97-AF65-F5344CB8AC3E}">
        <p14:creationId xmlns:p14="http://schemas.microsoft.com/office/powerpoint/2010/main" val="20353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3535" y="267618"/>
            <a:ext cx="4829289" cy="2304131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5500" baseline="0">
                <a:solidFill>
                  <a:schemeClr val="tx1"/>
                </a:solidFill>
              </a:defRPr>
            </a:lvl1pPr>
          </a:lstStyle>
          <a:p>
            <a:r>
              <a:rPr lang="fr-FR" noProof="0" dirty="0"/>
              <a:t>Cliquez pour modifier le titre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800726" y="266701"/>
            <a:ext cx="3028950" cy="340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 noProof="0" dirty="0"/>
              <a:t>Cliquez pour modifier le texte</a:t>
            </a:r>
          </a:p>
          <a:p>
            <a:pPr lvl="1"/>
            <a:r>
              <a:rPr lang="fr-FR" noProof="0" dirty="0"/>
              <a:t>Deuxième niveau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4325" y="2704144"/>
            <a:ext cx="4827547" cy="966156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180975" indent="-180975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406800" indent="-190800" algn="l">
              <a:spcBef>
                <a:spcPts val="336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594000" indent="-172800" algn="l">
              <a:spcBef>
                <a:spcPts val="24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799200" indent="-190800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noProof="0" dirty="0"/>
              <a:t>Cliquez pour modifier le nom du présentateur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313535" y="4233863"/>
            <a:ext cx="612775" cy="612775"/>
            <a:chOff x="313535" y="4233863"/>
            <a:chExt cx="612775" cy="612775"/>
          </a:xfrm>
        </p:grpSpPr>
        <p:sp>
          <p:nvSpPr>
            <p:cNvPr id="50" name="Rectangle 5"/>
            <p:cNvSpPr>
              <a:spLocks noChangeArrowheads="1"/>
            </p:cNvSpPr>
            <p:nvPr userDrawn="1"/>
          </p:nvSpPr>
          <p:spPr bwMode="auto">
            <a:xfrm>
              <a:off x="313535" y="4233863"/>
              <a:ext cx="612775" cy="612775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 dirty="0"/>
            </a:p>
          </p:txBody>
        </p:sp>
        <p:sp>
          <p:nvSpPr>
            <p:cNvPr id="51" name="Freeform 6"/>
            <p:cNvSpPr>
              <a:spLocks noEditPoints="1"/>
            </p:cNvSpPr>
            <p:nvPr userDrawn="1"/>
          </p:nvSpPr>
          <p:spPr bwMode="auto">
            <a:xfrm>
              <a:off x="500860" y="4708526"/>
              <a:ext cx="74613" cy="87313"/>
            </a:xfrm>
            <a:custGeom>
              <a:avLst/>
              <a:gdLst>
                <a:gd name="T0" fmla="*/ 66 w 93"/>
                <a:gd name="T1" fmla="*/ 99 h 109"/>
                <a:gd name="T2" fmla="*/ 31 w 93"/>
                <a:gd name="T3" fmla="*/ 109 h 109"/>
                <a:gd name="T4" fmla="*/ 0 w 93"/>
                <a:gd name="T5" fmla="*/ 79 h 109"/>
                <a:gd name="T6" fmla="*/ 66 w 93"/>
                <a:gd name="T7" fmla="*/ 37 h 109"/>
                <a:gd name="T8" fmla="*/ 66 w 93"/>
                <a:gd name="T9" fmla="*/ 32 h 109"/>
                <a:gd name="T10" fmla="*/ 49 w 93"/>
                <a:gd name="T11" fmla="*/ 19 h 109"/>
                <a:gd name="T12" fmla="*/ 24 w 93"/>
                <a:gd name="T13" fmla="*/ 32 h 109"/>
                <a:gd name="T14" fmla="*/ 5 w 93"/>
                <a:gd name="T15" fmla="*/ 21 h 109"/>
                <a:gd name="T16" fmla="*/ 50 w 93"/>
                <a:gd name="T17" fmla="*/ 0 h 109"/>
                <a:gd name="T18" fmla="*/ 93 w 93"/>
                <a:gd name="T19" fmla="*/ 32 h 109"/>
                <a:gd name="T20" fmla="*/ 93 w 93"/>
                <a:gd name="T21" fmla="*/ 108 h 109"/>
                <a:gd name="T22" fmla="*/ 68 w 93"/>
                <a:gd name="T23" fmla="*/ 108 h 109"/>
                <a:gd name="T24" fmla="*/ 66 w 93"/>
                <a:gd name="T25" fmla="*/ 99 h 109"/>
                <a:gd name="T26" fmla="*/ 27 w 93"/>
                <a:gd name="T27" fmla="*/ 77 h 109"/>
                <a:gd name="T28" fmla="*/ 39 w 93"/>
                <a:gd name="T29" fmla="*/ 90 h 109"/>
                <a:gd name="T30" fmla="*/ 65 w 93"/>
                <a:gd name="T31" fmla="*/ 79 h 109"/>
                <a:gd name="T32" fmla="*/ 65 w 93"/>
                <a:gd name="T33" fmla="*/ 54 h 109"/>
                <a:gd name="T34" fmla="*/ 27 w 93"/>
                <a:gd name="T35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 dirty="0"/>
            </a:p>
          </p:txBody>
        </p:sp>
        <p:sp>
          <p:nvSpPr>
            <p:cNvPr id="52" name="Freeform 7"/>
            <p:cNvSpPr>
              <a:spLocks/>
            </p:cNvSpPr>
            <p:nvPr userDrawn="1"/>
          </p:nvSpPr>
          <p:spPr bwMode="auto">
            <a:xfrm>
              <a:off x="592935" y="4708526"/>
              <a:ext cx="76200" cy="87313"/>
            </a:xfrm>
            <a:custGeom>
              <a:avLst/>
              <a:gdLst>
                <a:gd name="T0" fmla="*/ 0 w 94"/>
                <a:gd name="T1" fmla="*/ 5 h 108"/>
                <a:gd name="T2" fmla="*/ 23 w 94"/>
                <a:gd name="T3" fmla="*/ 2 h 108"/>
                <a:gd name="T4" fmla="*/ 25 w 94"/>
                <a:gd name="T5" fmla="*/ 15 h 108"/>
                <a:gd name="T6" fmla="*/ 61 w 94"/>
                <a:gd name="T7" fmla="*/ 0 h 108"/>
                <a:gd name="T8" fmla="*/ 94 w 94"/>
                <a:gd name="T9" fmla="*/ 34 h 108"/>
                <a:gd name="T10" fmla="*/ 94 w 94"/>
                <a:gd name="T11" fmla="*/ 108 h 108"/>
                <a:gd name="T12" fmla="*/ 66 w 94"/>
                <a:gd name="T13" fmla="*/ 108 h 108"/>
                <a:gd name="T14" fmla="*/ 66 w 94"/>
                <a:gd name="T15" fmla="*/ 39 h 108"/>
                <a:gd name="T16" fmla="*/ 53 w 94"/>
                <a:gd name="T17" fmla="*/ 21 h 108"/>
                <a:gd name="T18" fmla="*/ 27 w 94"/>
                <a:gd name="T19" fmla="*/ 32 h 108"/>
                <a:gd name="T20" fmla="*/ 27 w 94"/>
                <a:gd name="T21" fmla="*/ 108 h 108"/>
                <a:gd name="T22" fmla="*/ 0 w 94"/>
                <a:gd name="T23" fmla="*/ 108 h 108"/>
                <a:gd name="T24" fmla="*/ 0 w 94"/>
                <a:gd name="T25" fmla="*/ 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 dirty="0"/>
            </a:p>
          </p:txBody>
        </p:sp>
        <p:sp>
          <p:nvSpPr>
            <p:cNvPr id="53" name="Freeform 8"/>
            <p:cNvSpPr>
              <a:spLocks noEditPoints="1"/>
            </p:cNvSpPr>
            <p:nvPr userDrawn="1"/>
          </p:nvSpPr>
          <p:spPr bwMode="auto">
            <a:xfrm>
              <a:off x="778673" y="4708526"/>
              <a:ext cx="79375" cy="88900"/>
            </a:xfrm>
            <a:custGeom>
              <a:avLst/>
              <a:gdLst>
                <a:gd name="T0" fmla="*/ 50 w 98"/>
                <a:gd name="T1" fmla="*/ 110 h 110"/>
                <a:gd name="T2" fmla="*/ 0 w 98"/>
                <a:gd name="T3" fmla="*/ 55 h 110"/>
                <a:gd name="T4" fmla="*/ 49 w 98"/>
                <a:gd name="T5" fmla="*/ 0 h 110"/>
                <a:gd name="T6" fmla="*/ 98 w 98"/>
                <a:gd name="T7" fmla="*/ 54 h 110"/>
                <a:gd name="T8" fmla="*/ 97 w 98"/>
                <a:gd name="T9" fmla="*/ 59 h 110"/>
                <a:gd name="T10" fmla="*/ 27 w 98"/>
                <a:gd name="T11" fmla="*/ 59 h 110"/>
                <a:gd name="T12" fmla="*/ 52 w 98"/>
                <a:gd name="T13" fmla="*/ 89 h 110"/>
                <a:gd name="T14" fmla="*/ 76 w 98"/>
                <a:gd name="T15" fmla="*/ 76 h 110"/>
                <a:gd name="T16" fmla="*/ 96 w 98"/>
                <a:gd name="T17" fmla="*/ 87 h 110"/>
                <a:gd name="T18" fmla="*/ 50 w 98"/>
                <a:gd name="T19" fmla="*/ 110 h 110"/>
                <a:gd name="T20" fmla="*/ 70 w 98"/>
                <a:gd name="T21" fmla="*/ 41 h 110"/>
                <a:gd name="T22" fmla="*/ 49 w 98"/>
                <a:gd name="T23" fmla="*/ 19 h 110"/>
                <a:gd name="T24" fmla="*/ 28 w 98"/>
                <a:gd name="T25" fmla="*/ 41 h 110"/>
                <a:gd name="T26" fmla="*/ 70 w 98"/>
                <a:gd name="T27" fmla="*/ 4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 dirty="0"/>
            </a:p>
          </p:txBody>
        </p:sp>
        <p:sp>
          <p:nvSpPr>
            <p:cNvPr id="54" name="Freeform 9"/>
            <p:cNvSpPr>
              <a:spLocks noEditPoints="1"/>
            </p:cNvSpPr>
            <p:nvPr userDrawn="1"/>
          </p:nvSpPr>
          <p:spPr bwMode="auto">
            <a:xfrm>
              <a:off x="346873" y="4708526"/>
              <a:ext cx="84138" cy="88900"/>
            </a:xfrm>
            <a:custGeom>
              <a:avLst/>
              <a:gdLst>
                <a:gd name="T0" fmla="*/ 52 w 104"/>
                <a:gd name="T1" fmla="*/ 111 h 111"/>
                <a:gd name="T2" fmla="*/ 0 w 104"/>
                <a:gd name="T3" fmla="*/ 55 h 111"/>
                <a:gd name="T4" fmla="*/ 52 w 104"/>
                <a:gd name="T5" fmla="*/ 0 h 111"/>
                <a:gd name="T6" fmla="*/ 104 w 104"/>
                <a:gd name="T7" fmla="*/ 55 h 111"/>
                <a:gd name="T8" fmla="*/ 52 w 104"/>
                <a:gd name="T9" fmla="*/ 111 h 111"/>
                <a:gd name="T10" fmla="*/ 52 w 104"/>
                <a:gd name="T11" fmla="*/ 23 h 111"/>
                <a:gd name="T12" fmla="*/ 28 w 104"/>
                <a:gd name="T13" fmla="*/ 55 h 111"/>
                <a:gd name="T14" fmla="*/ 52 w 104"/>
                <a:gd name="T15" fmla="*/ 87 h 111"/>
                <a:gd name="T16" fmla="*/ 77 w 104"/>
                <a:gd name="T17" fmla="*/ 55 h 111"/>
                <a:gd name="T18" fmla="*/ 52 w 104"/>
                <a:gd name="T19" fmla="*/ 2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 dirty="0"/>
            </a:p>
          </p:txBody>
        </p:sp>
        <p:sp>
          <p:nvSpPr>
            <p:cNvPr id="55" name="Freeform 10"/>
            <p:cNvSpPr>
              <a:spLocks/>
            </p:cNvSpPr>
            <p:nvPr userDrawn="1"/>
          </p:nvSpPr>
          <p:spPr bwMode="auto">
            <a:xfrm>
              <a:off x="446885" y="4708526"/>
              <a:ext cx="47625" cy="87313"/>
            </a:xfrm>
            <a:custGeom>
              <a:avLst/>
              <a:gdLst>
                <a:gd name="T0" fmla="*/ 0 w 59"/>
                <a:gd name="T1" fmla="*/ 3 h 108"/>
                <a:gd name="T2" fmla="*/ 26 w 59"/>
                <a:gd name="T3" fmla="*/ 3 h 108"/>
                <a:gd name="T4" fmla="*/ 26 w 59"/>
                <a:gd name="T5" fmla="*/ 15 h 108"/>
                <a:gd name="T6" fmla="*/ 55 w 59"/>
                <a:gd name="T7" fmla="*/ 0 h 108"/>
                <a:gd name="T8" fmla="*/ 59 w 59"/>
                <a:gd name="T9" fmla="*/ 1 h 108"/>
                <a:gd name="T10" fmla="*/ 59 w 59"/>
                <a:gd name="T11" fmla="*/ 27 h 108"/>
                <a:gd name="T12" fmla="*/ 58 w 59"/>
                <a:gd name="T13" fmla="*/ 27 h 108"/>
                <a:gd name="T14" fmla="*/ 28 w 59"/>
                <a:gd name="T15" fmla="*/ 38 h 108"/>
                <a:gd name="T16" fmla="*/ 28 w 59"/>
                <a:gd name="T17" fmla="*/ 108 h 108"/>
                <a:gd name="T18" fmla="*/ 0 w 59"/>
                <a:gd name="T19" fmla="*/ 108 h 108"/>
                <a:gd name="T20" fmla="*/ 0 w 59"/>
                <a:gd name="T21" fmla="*/ 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 dirty="0"/>
            </a:p>
          </p:txBody>
        </p:sp>
        <p:sp>
          <p:nvSpPr>
            <p:cNvPr id="56" name="Freeform 11"/>
            <p:cNvSpPr>
              <a:spLocks noEditPoints="1"/>
            </p:cNvSpPr>
            <p:nvPr userDrawn="1"/>
          </p:nvSpPr>
          <p:spPr bwMode="auto">
            <a:xfrm>
              <a:off x="685010" y="4708526"/>
              <a:ext cx="79375" cy="120650"/>
            </a:xfrm>
            <a:custGeom>
              <a:avLst/>
              <a:gdLst>
                <a:gd name="T0" fmla="*/ 49 w 98"/>
                <a:gd name="T1" fmla="*/ 85 h 149"/>
                <a:gd name="T2" fmla="*/ 72 w 98"/>
                <a:gd name="T3" fmla="*/ 50 h 149"/>
                <a:gd name="T4" fmla="*/ 49 w 98"/>
                <a:gd name="T5" fmla="*/ 20 h 149"/>
                <a:gd name="T6" fmla="*/ 28 w 98"/>
                <a:gd name="T7" fmla="*/ 51 h 149"/>
                <a:gd name="T8" fmla="*/ 49 w 98"/>
                <a:gd name="T9" fmla="*/ 85 h 149"/>
                <a:gd name="T10" fmla="*/ 98 w 98"/>
                <a:gd name="T11" fmla="*/ 2 h 149"/>
                <a:gd name="T12" fmla="*/ 98 w 98"/>
                <a:gd name="T13" fmla="*/ 102 h 149"/>
                <a:gd name="T14" fmla="*/ 47 w 98"/>
                <a:gd name="T15" fmla="*/ 149 h 149"/>
                <a:gd name="T16" fmla="*/ 3 w 98"/>
                <a:gd name="T17" fmla="*/ 123 h 149"/>
                <a:gd name="T18" fmla="*/ 30 w 98"/>
                <a:gd name="T19" fmla="*/ 118 h 149"/>
                <a:gd name="T20" fmla="*/ 50 w 98"/>
                <a:gd name="T21" fmla="*/ 128 h 149"/>
                <a:gd name="T22" fmla="*/ 72 w 98"/>
                <a:gd name="T23" fmla="*/ 105 h 149"/>
                <a:gd name="T24" fmla="*/ 72 w 98"/>
                <a:gd name="T25" fmla="*/ 93 h 149"/>
                <a:gd name="T26" fmla="*/ 71 w 98"/>
                <a:gd name="T27" fmla="*/ 92 h 149"/>
                <a:gd name="T28" fmla="*/ 44 w 98"/>
                <a:gd name="T29" fmla="*/ 108 h 149"/>
                <a:gd name="T30" fmla="*/ 0 w 98"/>
                <a:gd name="T31" fmla="*/ 55 h 149"/>
                <a:gd name="T32" fmla="*/ 42 w 98"/>
                <a:gd name="T33" fmla="*/ 0 h 149"/>
                <a:gd name="T34" fmla="*/ 73 w 98"/>
                <a:gd name="T35" fmla="*/ 15 h 149"/>
                <a:gd name="T36" fmla="*/ 73 w 98"/>
                <a:gd name="T37" fmla="*/ 15 h 149"/>
                <a:gd name="T38" fmla="*/ 75 w 98"/>
                <a:gd name="T39" fmla="*/ 2 h 149"/>
                <a:gd name="T40" fmla="*/ 98 w 98"/>
                <a:gd name="T41" fmla="*/ 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 dirty="0"/>
            </a:p>
          </p:txBody>
        </p:sp>
        <p:sp>
          <p:nvSpPr>
            <p:cNvPr id="57" name="Freeform 12"/>
            <p:cNvSpPr>
              <a:spLocks noEditPoints="1"/>
            </p:cNvSpPr>
            <p:nvPr userDrawn="1"/>
          </p:nvSpPr>
          <p:spPr bwMode="auto">
            <a:xfrm>
              <a:off x="843760" y="4678363"/>
              <a:ext cx="58738" cy="26988"/>
            </a:xfrm>
            <a:custGeom>
              <a:avLst/>
              <a:gdLst>
                <a:gd name="T0" fmla="*/ 14 w 37"/>
                <a:gd name="T1" fmla="*/ 2 h 17"/>
                <a:gd name="T2" fmla="*/ 9 w 37"/>
                <a:gd name="T3" fmla="*/ 2 h 17"/>
                <a:gd name="T4" fmla="*/ 9 w 37"/>
                <a:gd name="T5" fmla="*/ 17 h 17"/>
                <a:gd name="T6" fmla="*/ 6 w 37"/>
                <a:gd name="T7" fmla="*/ 17 h 17"/>
                <a:gd name="T8" fmla="*/ 6 w 37"/>
                <a:gd name="T9" fmla="*/ 2 h 17"/>
                <a:gd name="T10" fmla="*/ 0 w 37"/>
                <a:gd name="T11" fmla="*/ 2 h 17"/>
                <a:gd name="T12" fmla="*/ 0 w 37"/>
                <a:gd name="T13" fmla="*/ 0 h 17"/>
                <a:gd name="T14" fmla="*/ 14 w 37"/>
                <a:gd name="T15" fmla="*/ 0 h 17"/>
                <a:gd name="T16" fmla="*/ 14 w 37"/>
                <a:gd name="T17" fmla="*/ 2 h 17"/>
                <a:gd name="T18" fmla="*/ 37 w 37"/>
                <a:gd name="T19" fmla="*/ 17 h 17"/>
                <a:gd name="T20" fmla="*/ 34 w 37"/>
                <a:gd name="T21" fmla="*/ 17 h 17"/>
                <a:gd name="T22" fmla="*/ 34 w 37"/>
                <a:gd name="T23" fmla="*/ 2 h 17"/>
                <a:gd name="T24" fmla="*/ 34 w 37"/>
                <a:gd name="T25" fmla="*/ 2 h 17"/>
                <a:gd name="T26" fmla="*/ 29 w 37"/>
                <a:gd name="T27" fmla="*/ 17 h 17"/>
                <a:gd name="T28" fmla="*/ 27 w 37"/>
                <a:gd name="T29" fmla="*/ 17 h 17"/>
                <a:gd name="T30" fmla="*/ 21 w 37"/>
                <a:gd name="T31" fmla="*/ 2 h 17"/>
                <a:gd name="T32" fmla="*/ 20 w 37"/>
                <a:gd name="T33" fmla="*/ 2 h 17"/>
                <a:gd name="T34" fmla="*/ 20 w 37"/>
                <a:gd name="T35" fmla="*/ 17 h 17"/>
                <a:gd name="T36" fmla="*/ 18 w 37"/>
                <a:gd name="T37" fmla="*/ 17 h 17"/>
                <a:gd name="T38" fmla="*/ 18 w 37"/>
                <a:gd name="T39" fmla="*/ 0 h 17"/>
                <a:gd name="T40" fmla="*/ 22 w 37"/>
                <a:gd name="T41" fmla="*/ 0 h 17"/>
                <a:gd name="T42" fmla="*/ 28 w 37"/>
                <a:gd name="T43" fmla="*/ 13 h 17"/>
                <a:gd name="T44" fmla="*/ 33 w 37"/>
                <a:gd name="T45" fmla="*/ 0 h 17"/>
                <a:gd name="T46" fmla="*/ 37 w 37"/>
                <a:gd name="T47" fmla="*/ 0 h 17"/>
                <a:gd name="T48" fmla="*/ 37 w 37"/>
                <a:gd name="T4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74709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4325" y="267494"/>
            <a:ext cx="8515349" cy="4283869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 marL="361950" indent="-361950">
              <a:spcBef>
                <a:spcPts val="0"/>
              </a:spcBef>
              <a:buClrTx/>
              <a:buSzPct val="100000"/>
              <a:buFont typeface="+mj-lt"/>
              <a:buAutoNum type="arabicPeriod"/>
              <a:defRPr sz="3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noProof="0" dirty="0"/>
              <a:t>Cliquez pour modifier le contenu</a:t>
            </a:r>
          </a:p>
          <a:p>
            <a:pPr lvl="1"/>
            <a:r>
              <a:rPr lang="fr-FR" noProof="0" dirty="0"/>
              <a:t>Deuxième niveau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7389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</a:p>
        </p:txBody>
      </p:sp>
    </p:spTree>
    <p:extLst>
      <p:ext uri="{BB962C8B-B14F-4D97-AF65-F5344CB8AC3E}">
        <p14:creationId xmlns:p14="http://schemas.microsoft.com/office/powerpoint/2010/main" val="212774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13769" y="268288"/>
            <a:ext cx="6096839" cy="4283075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5500" baseline="0"/>
            </a:lvl1pPr>
            <a:lvl2pPr>
              <a:lnSpc>
                <a:spcPct val="85000"/>
              </a:lnSpc>
              <a:spcBef>
                <a:spcPts val="0"/>
              </a:spcBef>
              <a:defRPr sz="5500"/>
            </a:lvl2pPr>
            <a:lvl3pPr>
              <a:defRPr sz="5500"/>
            </a:lvl3pPr>
            <a:lvl4pPr>
              <a:defRPr sz="5500"/>
            </a:lvl4pPr>
            <a:lvl5pPr>
              <a:defRPr sz="5500"/>
            </a:lvl5pPr>
          </a:lstStyle>
          <a:p>
            <a:pPr lvl="0"/>
            <a:r>
              <a:rPr lang="fr-FR" noProof="0" dirty="0"/>
              <a:t>Cliquez pour modifier le nom de la section </a:t>
            </a:r>
          </a:p>
          <a:p>
            <a:pPr lvl="1"/>
            <a:r>
              <a:rPr lang="fr-FR" noProof="0" dirty="0"/>
              <a:t>Deuxième niveau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7389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</a:p>
        </p:txBody>
      </p:sp>
    </p:spTree>
    <p:extLst>
      <p:ext uri="{BB962C8B-B14F-4D97-AF65-F5344CB8AC3E}">
        <p14:creationId xmlns:p14="http://schemas.microsoft.com/office/powerpoint/2010/main" val="62480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13200" y="1181100"/>
            <a:ext cx="3968055" cy="3370262"/>
          </a:xfrm>
        </p:spPr>
        <p:txBody>
          <a:bodyPr>
            <a:normAutofit/>
          </a:bodyPr>
          <a:lstStyle>
            <a:lvl1pPr>
              <a:defRPr sz="1400" baseline="0"/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400" baseline="0">
                <a:solidFill>
                  <a:schemeClr val="tx1"/>
                </a:solidFill>
              </a:defRPr>
            </a:lvl4pPr>
            <a:lvl5pPr>
              <a:defRPr sz="1400" baseline="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 dirty="0"/>
              <a:t>Cliquez pour modifier le texte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  <a:p>
            <a:pPr lvl="5"/>
            <a:r>
              <a:rPr lang="fr-FR" noProof="0" dirty="0"/>
              <a:t>Sixième niveau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64795" y="1181100"/>
            <a:ext cx="3964880" cy="33702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 dirty="0"/>
              <a:t>Cliquez pour modifier le texte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  <a:p>
            <a:pPr lvl="5"/>
            <a:r>
              <a:rPr lang="fr-FR" noProof="0" dirty="0"/>
              <a:t>Sixième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13199" y="268288"/>
            <a:ext cx="8516475" cy="74136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 dirty="0"/>
              <a:t>Cliquez pour modifier le titre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619545" y="4749146"/>
            <a:ext cx="7389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</a:p>
        </p:txBody>
      </p:sp>
    </p:spTree>
    <p:extLst>
      <p:ext uri="{BB962C8B-B14F-4D97-AF65-F5344CB8AC3E}">
        <p14:creationId xmlns:p14="http://schemas.microsoft.com/office/powerpoint/2010/main" val="366865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noProof="0" dirty="0"/>
              <a:t>Cliquez pour modifier le titre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619545" y="4749146"/>
            <a:ext cx="7389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</a:p>
        </p:txBody>
      </p:sp>
    </p:spTree>
    <p:extLst>
      <p:ext uri="{BB962C8B-B14F-4D97-AF65-F5344CB8AC3E}">
        <p14:creationId xmlns:p14="http://schemas.microsoft.com/office/powerpoint/2010/main" val="419928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pleine p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fr-FR" noProof="0" dirty="0"/>
              <a:t>Cliquez sur l'icône pour ajouter une photo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fr-FR" dirty="0"/>
              <a:t>Cliquez pour modifier le titre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81881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19545" y="4749146"/>
            <a:ext cx="7389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</a:p>
        </p:txBody>
      </p:sp>
    </p:spTree>
    <p:extLst>
      <p:ext uri="{BB962C8B-B14F-4D97-AF65-F5344CB8AC3E}">
        <p14:creationId xmlns:p14="http://schemas.microsoft.com/office/powerpoint/2010/main" val="36300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7413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Cliquez pour modifier le titre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200" y="1181100"/>
            <a:ext cx="8516475" cy="33702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noProof="0" dirty="0"/>
              <a:t>Cliquez pour modifier le texte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  <a:p>
            <a:pPr lvl="5"/>
            <a:r>
              <a:rPr lang="fr-FR" noProof="0" dirty="0"/>
              <a:t>Sixième niveau</a:t>
            </a:r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314325" y="4535485"/>
            <a:ext cx="275010" cy="334961"/>
          </a:xfrm>
          <a:prstGeom prst="rect">
            <a:avLst/>
          </a:prstGeom>
        </p:spPr>
        <p:txBody>
          <a:bodyPr wrap="square" lIns="72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fr-FR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2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‹#›</a:t>
            </a:fld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7071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65" r:id="rId3"/>
    <p:sldLayoutId id="2147483664" r:id="rId4"/>
    <p:sldLayoutId id="2147483661" r:id="rId5"/>
    <p:sldLayoutId id="2147483662" r:id="rId6"/>
    <p:sldLayoutId id="2147483663" r:id="rId7"/>
    <p:sldLayoutId id="2147483666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 spc="-20" baseline="0">
          <a:solidFill>
            <a:schemeClr val="bg2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400" kern="1200" spc="-20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Font typeface="Wingdings" panose="05000000000000000000" pitchFamily="2" charset="2"/>
        <a:buChar char="§"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407988" indent="-190500" algn="l" defTabSz="91440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595313" indent="-173038" algn="l" defTabSz="91440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800100" indent="-1905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image" Target="../media/image43.emf"/><Relationship Id="rId7" Type="http://schemas.openxmlformats.org/officeDocument/2006/relationships/image" Target="../media/image47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emf"/><Relationship Id="rId5" Type="http://schemas.openxmlformats.org/officeDocument/2006/relationships/image" Target="../media/image45.emf"/><Relationship Id="rId10" Type="http://schemas.openxmlformats.org/officeDocument/2006/relationships/image" Target="../media/image50.emf"/><Relationship Id="rId4" Type="http://schemas.openxmlformats.org/officeDocument/2006/relationships/image" Target="../media/image44.emf"/><Relationship Id="rId9" Type="http://schemas.openxmlformats.org/officeDocument/2006/relationships/image" Target="../media/image49.emf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13535" y="267618"/>
            <a:ext cx="5266577" cy="2304131"/>
          </a:xfrm>
        </p:spPr>
        <p:txBody>
          <a:bodyPr/>
          <a:lstStyle/>
          <a:p>
            <a:r>
              <a:rPr lang="fr-FR" noProof="0" dirty="0">
                <a:solidFill>
                  <a:schemeClr val="bg2"/>
                </a:solidFill>
              </a:rPr>
              <a:t>Orange</a:t>
            </a:r>
            <a:br>
              <a:rPr lang="fr-FR" noProof="0" dirty="0"/>
            </a:br>
            <a:r>
              <a:rPr lang="fr-FR" noProof="0" dirty="0"/>
              <a:t>Outils et </a:t>
            </a:r>
            <a:br>
              <a:rPr lang="fr-FR" noProof="0" dirty="0"/>
            </a:br>
            <a:r>
              <a:rPr lang="fr-FR" dirty="0"/>
              <a:t>éléments utiles</a:t>
            </a:r>
            <a:endParaRPr lang="fr-FR" noProof="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10688" y="2704144"/>
            <a:ext cx="4458740" cy="966156"/>
          </a:xfrm>
        </p:spPr>
        <p:txBody>
          <a:bodyPr/>
          <a:lstStyle/>
          <a:p>
            <a:r>
              <a:rPr lang="fr-FR" noProof="0" dirty="0"/>
              <a:t>Ce document contient des outils et des éléments </a:t>
            </a:r>
            <a:r>
              <a:rPr lang="fr-FR" dirty="0"/>
              <a:t>qui vous seront utiles pour dynamiser vos présentations.</a:t>
            </a:r>
            <a:r>
              <a:rPr lang="fr-FR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29443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Sommaire</a:t>
            </a:r>
          </a:p>
          <a:p>
            <a:pPr lvl="1"/>
            <a:r>
              <a:rPr lang="fr-FR" noProof="0" dirty="0"/>
              <a:t>Données</a:t>
            </a:r>
          </a:p>
          <a:p>
            <a:pPr lvl="1"/>
            <a:r>
              <a:rPr lang="fr-FR" noProof="0" dirty="0"/>
              <a:t>Tuiles et aplats</a:t>
            </a:r>
          </a:p>
          <a:p>
            <a:pPr lvl="1"/>
            <a:r>
              <a:rPr lang="fr-FR" noProof="0" dirty="0"/>
              <a:t>Icones</a:t>
            </a:r>
          </a:p>
          <a:p>
            <a:pPr lvl="1"/>
            <a:r>
              <a:rPr lang="fr-FR" noProof="0" dirty="0"/>
              <a:t>Photographies</a:t>
            </a:r>
          </a:p>
          <a:p>
            <a:pPr lvl="1"/>
            <a:r>
              <a:rPr lang="fr-FR" noProof="0" dirty="0"/>
              <a:t>Illustrations</a:t>
            </a:r>
          </a:p>
        </p:txBody>
      </p:sp>
    </p:spTree>
    <p:extLst>
      <p:ext uri="{BB962C8B-B14F-4D97-AF65-F5344CB8AC3E}">
        <p14:creationId xmlns:p14="http://schemas.microsoft.com/office/powerpoint/2010/main" val="516892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dirty="0"/>
              <a:t>Orange</a:t>
            </a:r>
          </a:p>
          <a:p>
            <a:pPr lvl="1"/>
            <a:r>
              <a:rPr lang="fr-FR" dirty="0"/>
              <a:t>Données</a:t>
            </a:r>
          </a:p>
        </p:txBody>
      </p:sp>
    </p:spTree>
    <p:extLst>
      <p:ext uri="{BB962C8B-B14F-4D97-AF65-F5344CB8AC3E}">
        <p14:creationId xmlns:p14="http://schemas.microsoft.com/office/powerpoint/2010/main" val="2214116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Diagrammes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57495" y="1203325"/>
            <a:ext cx="2780118" cy="2883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dirty="0">
                <a:solidFill>
                  <a:srgbClr val="000000"/>
                </a:solidFill>
              </a:rPr>
              <a:t>Titre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17501" y="1203325"/>
            <a:ext cx="2780118" cy="2883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dirty="0">
                <a:solidFill>
                  <a:srgbClr val="000000"/>
                </a:solidFill>
              </a:rPr>
              <a:t>Titre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87497" y="1203325"/>
            <a:ext cx="2780118" cy="2883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dirty="0">
                <a:solidFill>
                  <a:srgbClr val="000000"/>
                </a:solidFill>
              </a:rPr>
              <a:t>Titre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57495" y="2895602"/>
            <a:ext cx="2780118" cy="2883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dirty="0">
                <a:solidFill>
                  <a:srgbClr val="000000"/>
                </a:solidFill>
              </a:rPr>
              <a:t>Titre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501" y="2895602"/>
            <a:ext cx="2780118" cy="2883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dirty="0">
                <a:solidFill>
                  <a:srgbClr val="000000"/>
                </a:solidFill>
              </a:rPr>
              <a:t>Titre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7497" y="2895602"/>
            <a:ext cx="2780118" cy="2883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dirty="0">
                <a:solidFill>
                  <a:srgbClr val="000000"/>
                </a:solidFill>
              </a:rPr>
              <a:t>Titre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57495" y="3183907"/>
            <a:ext cx="2780117" cy="1359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17500" y="3183907"/>
            <a:ext cx="2780120" cy="1359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187497" y="3183907"/>
            <a:ext cx="2780118" cy="1359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057495" y="1491630"/>
            <a:ext cx="2780117" cy="1331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17500" y="1491630"/>
            <a:ext cx="2780120" cy="1331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187497" y="1491630"/>
            <a:ext cx="2780118" cy="1331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2435481356"/>
              </p:ext>
            </p:extLst>
          </p:nvPr>
        </p:nvGraphicFramePr>
        <p:xfrm>
          <a:off x="6057496" y="3183907"/>
          <a:ext cx="2780116" cy="1296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3695716934"/>
              </p:ext>
            </p:extLst>
          </p:nvPr>
        </p:nvGraphicFramePr>
        <p:xfrm>
          <a:off x="317503" y="3183907"/>
          <a:ext cx="2780117" cy="1296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9"/>
          <p:cNvGraphicFramePr/>
          <p:nvPr>
            <p:extLst>
              <p:ext uri="{D42A27DB-BD31-4B8C-83A1-F6EECF244321}">
                <p14:modId xmlns:p14="http://schemas.microsoft.com/office/powerpoint/2010/main" val="429179809"/>
              </p:ext>
            </p:extLst>
          </p:nvPr>
        </p:nvGraphicFramePr>
        <p:xfrm>
          <a:off x="3187498" y="3183907"/>
          <a:ext cx="2780117" cy="1296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Chart 20"/>
          <p:cNvGraphicFramePr/>
          <p:nvPr>
            <p:extLst>
              <p:ext uri="{D42A27DB-BD31-4B8C-83A1-F6EECF244321}">
                <p14:modId xmlns:p14="http://schemas.microsoft.com/office/powerpoint/2010/main" val="265881115"/>
              </p:ext>
            </p:extLst>
          </p:nvPr>
        </p:nvGraphicFramePr>
        <p:xfrm>
          <a:off x="6057496" y="1491630"/>
          <a:ext cx="2780116" cy="1296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2" name="Chart 21"/>
          <p:cNvGraphicFramePr/>
          <p:nvPr>
            <p:extLst>
              <p:ext uri="{D42A27DB-BD31-4B8C-83A1-F6EECF244321}">
                <p14:modId xmlns:p14="http://schemas.microsoft.com/office/powerpoint/2010/main" val="3892520568"/>
              </p:ext>
            </p:extLst>
          </p:nvPr>
        </p:nvGraphicFramePr>
        <p:xfrm>
          <a:off x="317503" y="1491630"/>
          <a:ext cx="2780117" cy="1296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3" name="Chart 22"/>
          <p:cNvGraphicFramePr/>
          <p:nvPr>
            <p:extLst>
              <p:ext uri="{D42A27DB-BD31-4B8C-83A1-F6EECF244321}">
                <p14:modId xmlns:p14="http://schemas.microsoft.com/office/powerpoint/2010/main" val="442279413"/>
              </p:ext>
            </p:extLst>
          </p:nvPr>
        </p:nvGraphicFramePr>
        <p:xfrm>
          <a:off x="3187498" y="1491630"/>
          <a:ext cx="2780117" cy="1296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" name="Rectangle 2"/>
          <p:cNvSpPr/>
          <p:nvPr/>
        </p:nvSpPr>
        <p:spPr>
          <a:xfrm>
            <a:off x="3187496" y="3156184"/>
            <a:ext cx="2780119" cy="3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057493" y="3156184"/>
            <a:ext cx="2780119" cy="3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17500" y="3156184"/>
            <a:ext cx="2780119" cy="3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187496" y="1469489"/>
            <a:ext cx="2780119" cy="3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057493" y="1469489"/>
            <a:ext cx="2780119" cy="3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17500" y="1469489"/>
            <a:ext cx="2780119" cy="3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318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Diagrammes et tableaux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7499" y="1462758"/>
            <a:ext cx="8520113" cy="1331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graphicFrame>
        <p:nvGraphicFramePr>
          <p:cNvPr id="20" name="Chart 19"/>
          <p:cNvGraphicFramePr/>
          <p:nvPr>
            <p:extLst>
              <p:ext uri="{D42A27DB-BD31-4B8C-83A1-F6EECF244321}">
                <p14:modId xmlns:p14="http://schemas.microsoft.com/office/powerpoint/2010/main" val="3087916433"/>
              </p:ext>
            </p:extLst>
          </p:nvPr>
        </p:nvGraphicFramePr>
        <p:xfrm>
          <a:off x="317499" y="1357242"/>
          <a:ext cx="8520114" cy="1401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317500" y="1174453"/>
            <a:ext cx="8520113" cy="2883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>
                <a:solidFill>
                  <a:srgbClr val="000000"/>
                </a:solidFill>
              </a:rPr>
              <a:t>Titre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500" y="1435337"/>
            <a:ext cx="8520112" cy="3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938022"/>
              </p:ext>
            </p:extLst>
          </p:nvPr>
        </p:nvGraphicFramePr>
        <p:xfrm>
          <a:off x="6057349" y="2895602"/>
          <a:ext cx="2786966" cy="16478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637">
                <a:tc>
                  <a:txBody>
                    <a:bodyPr/>
                    <a:lstStyle/>
                    <a:p>
                      <a:pPr algn="l"/>
                      <a:endParaRPr lang="en-GB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 err="1">
                          <a:solidFill>
                            <a:schemeClr val="tx1"/>
                          </a:solidFill>
                        </a:rPr>
                        <a:t>Texte</a:t>
                      </a:r>
                      <a:endParaRPr lang="en-GB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 err="1">
                          <a:solidFill>
                            <a:schemeClr val="tx1"/>
                          </a:solidFill>
                        </a:rPr>
                        <a:t>Texte</a:t>
                      </a:r>
                      <a:endParaRPr lang="en-GB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 err="1">
                          <a:solidFill>
                            <a:schemeClr val="tx1"/>
                          </a:solidFill>
                        </a:rPr>
                        <a:t>Texte</a:t>
                      </a:r>
                      <a:endParaRPr lang="en-GB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7"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  <a:endParaRPr lang="fr-FR" sz="800" noProof="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6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7"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  <a:endParaRPr lang="fr-FR" sz="800" noProof="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6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7"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  <a:endParaRPr lang="fr-FR" sz="800" noProof="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6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7"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  <a:endParaRPr lang="fr-FR" sz="800" noProof="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6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7"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  <a:endParaRPr lang="fr-FR" sz="800" noProof="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6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3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247991"/>
              </p:ext>
            </p:extLst>
          </p:nvPr>
        </p:nvGraphicFramePr>
        <p:xfrm>
          <a:off x="3187425" y="2895602"/>
          <a:ext cx="2786966" cy="16478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637">
                <a:tc>
                  <a:txBody>
                    <a:bodyPr/>
                    <a:lstStyle/>
                    <a:p>
                      <a:pPr algn="l"/>
                      <a:endParaRPr lang="fr-FR" sz="8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  <a:endParaRPr lang="fr-FR" sz="8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  <a:endParaRPr lang="fr-FR" sz="8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  <a:endParaRPr lang="fr-FR" sz="8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7"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6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7"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6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7"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6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7"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6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7"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6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3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975521"/>
              </p:ext>
            </p:extLst>
          </p:nvPr>
        </p:nvGraphicFramePr>
        <p:xfrm>
          <a:off x="317500" y="2895602"/>
          <a:ext cx="2786966" cy="16478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637">
                <a:tc>
                  <a:txBody>
                    <a:bodyPr/>
                    <a:lstStyle/>
                    <a:p>
                      <a:pPr algn="l"/>
                      <a:endParaRPr lang="fr-FR" sz="8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  <a:endParaRPr lang="fr-FR" sz="8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  <a:endParaRPr lang="fr-FR" sz="8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  <a:endParaRPr lang="fr-FR" sz="8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7"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6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7"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6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7"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6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7"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6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3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7"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6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3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noProof="0" dirty="0">
                          <a:solidFill>
                            <a:schemeClr val="tx1"/>
                          </a:solidFill>
                        </a:rPr>
                        <a:t>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3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2971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Comparaison</a:t>
            </a:r>
          </a:p>
        </p:txBody>
      </p:sp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447228555"/>
              </p:ext>
            </p:extLst>
          </p:nvPr>
        </p:nvGraphicFramePr>
        <p:xfrm>
          <a:off x="5094415" y="1203325"/>
          <a:ext cx="3722590" cy="20164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Chart 16"/>
          <p:cNvGraphicFramePr/>
          <p:nvPr>
            <p:extLst>
              <p:ext uri="{D42A27DB-BD31-4B8C-83A1-F6EECF244321}">
                <p14:modId xmlns:p14="http://schemas.microsoft.com/office/powerpoint/2010/main" val="1652046929"/>
              </p:ext>
            </p:extLst>
          </p:nvPr>
        </p:nvGraphicFramePr>
        <p:xfrm>
          <a:off x="317500" y="1197602"/>
          <a:ext cx="3722590" cy="20164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88735" y="3474364"/>
            <a:ext cx="3207201" cy="74635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sz="1200" dirty="0"/>
              <a:t>Titre</a:t>
            </a:r>
          </a:p>
          <a:p>
            <a:pPr>
              <a:spcBef>
                <a:spcPts val="600"/>
              </a:spcBef>
            </a:pPr>
            <a:r>
              <a:rPr lang="fr-FR" sz="1050" dirty="0" err="1"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latin typeface="Helvetica 55 Roman" panose="020B0604020202020204" pitchFamily="34" charset="0"/>
              </a:rPr>
              <a:t>. Sed </a:t>
            </a:r>
            <a:r>
              <a:rPr lang="fr-FR" sz="1050" dirty="0" err="1"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latin typeface="Helvetica 55 Roman" panose="020B0604020202020204" pitchFamily="34" charset="0"/>
              </a:rPr>
              <a:t>.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4296229" y="1290484"/>
            <a:ext cx="551542" cy="1666568"/>
            <a:chOff x="4296229" y="1290484"/>
            <a:chExt cx="551542" cy="1666568"/>
          </a:xfrm>
        </p:grpSpPr>
        <p:cxnSp>
          <p:nvCxnSpPr>
            <p:cNvPr id="20" name="Straight Connector 19"/>
            <p:cNvCxnSpPr/>
            <p:nvPr/>
          </p:nvCxnSpPr>
          <p:spPr>
            <a:xfrm flipV="1">
              <a:off x="4572000" y="1290484"/>
              <a:ext cx="0" cy="16665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/>
            <p:cNvSpPr/>
            <p:nvPr/>
          </p:nvSpPr>
          <p:spPr>
            <a:xfrm>
              <a:off x="4296229" y="1847997"/>
              <a:ext cx="551542" cy="55154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fr-FR" sz="1600" dirty="0">
                  <a:solidFill>
                    <a:srgbClr val="000000"/>
                  </a:solidFill>
                </a:rPr>
                <a:t>VS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5508104" y="3474364"/>
            <a:ext cx="3207201" cy="74635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sz="1200" dirty="0"/>
              <a:t>Titre</a:t>
            </a:r>
          </a:p>
          <a:p>
            <a:pPr>
              <a:spcBef>
                <a:spcPts val="600"/>
              </a:spcBef>
            </a:pPr>
            <a:r>
              <a:rPr lang="fr-FR" sz="1050" dirty="0" err="1"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latin typeface="Helvetica 55 Roman" panose="020B0604020202020204" pitchFamily="34" charset="0"/>
              </a:rPr>
              <a:t>. Sed </a:t>
            </a:r>
            <a:r>
              <a:rPr lang="fr-FR" sz="1050" dirty="0" err="1"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latin typeface="Helvetica 55 Roman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2355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Diagramme circulaire</a:t>
            </a:r>
          </a:p>
        </p:txBody>
      </p:sp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323117404"/>
              </p:ext>
            </p:extLst>
          </p:nvPr>
        </p:nvGraphicFramePr>
        <p:xfrm>
          <a:off x="2615428" y="1123123"/>
          <a:ext cx="3625112" cy="34646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4" name="Chart 53"/>
          <p:cNvGraphicFramePr/>
          <p:nvPr>
            <p:extLst>
              <p:ext uri="{D42A27DB-BD31-4B8C-83A1-F6EECF244321}">
                <p14:modId xmlns:p14="http://schemas.microsoft.com/office/powerpoint/2010/main" val="2999941533"/>
              </p:ext>
            </p:extLst>
          </p:nvPr>
        </p:nvGraphicFramePr>
        <p:xfrm>
          <a:off x="2339752" y="1123123"/>
          <a:ext cx="3625112" cy="34646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281046" y="1348329"/>
            <a:ext cx="759823" cy="430887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r>
              <a:rPr lang="fr-FR" sz="2800" dirty="0"/>
              <a:t>15%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76944" y="1275606"/>
            <a:ext cx="3147183" cy="3161312"/>
          </a:xfrm>
          <a:prstGeom prst="rect">
            <a:avLst/>
          </a:prstGeom>
        </p:spPr>
        <p:txBody>
          <a:bodyPr wrap="square" lIns="731520" tIns="0" rIns="731520" bIns="27432" rtlCol="0" anchor="ctr">
            <a:normAutofit/>
          </a:bodyPr>
          <a:lstStyle/>
          <a:p>
            <a:pPr lvl="0" algn="ctr"/>
            <a:r>
              <a:rPr lang="fr-FR" sz="1200" dirty="0">
                <a:solidFill>
                  <a:srgbClr val="000000"/>
                </a:solidFill>
              </a:rPr>
              <a:t>Titre</a:t>
            </a:r>
          </a:p>
          <a:p>
            <a:pPr algn="ctr"/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augueu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7500" y="1779662"/>
            <a:ext cx="2058255" cy="50783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sz="1200" dirty="0"/>
              <a:t>Catégorie une</a:t>
            </a:r>
          </a:p>
          <a:p>
            <a:r>
              <a:rPr lang="fr-FR" sz="1050" dirty="0" err="1"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latin typeface="Helvetica 55 Roman" panose="020B0604020202020204" pitchFamily="34" charset="0"/>
              </a:rPr>
              <a:t>.</a:t>
            </a:r>
          </a:p>
        </p:txBody>
      </p:sp>
      <p:cxnSp>
        <p:nvCxnSpPr>
          <p:cNvPr id="66" name="Straight Connector 65"/>
          <p:cNvCxnSpPr/>
          <p:nvPr/>
        </p:nvCxnSpPr>
        <p:spPr>
          <a:xfrm flipH="1">
            <a:off x="1115616" y="1572461"/>
            <a:ext cx="230425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H="1">
            <a:off x="1115616" y="3121041"/>
            <a:ext cx="172819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H="1">
            <a:off x="4860032" y="1563772"/>
            <a:ext cx="151216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281046" y="2872752"/>
            <a:ext cx="759823" cy="430887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r>
              <a:rPr lang="fr-FR" sz="2800" dirty="0"/>
              <a:t>16%</a:t>
            </a:r>
          </a:p>
        </p:txBody>
      </p:sp>
      <p:cxnSp>
        <p:nvCxnSpPr>
          <p:cNvPr id="74" name="Straight Connector 73"/>
          <p:cNvCxnSpPr/>
          <p:nvPr/>
        </p:nvCxnSpPr>
        <p:spPr>
          <a:xfrm flipH="1">
            <a:off x="5345004" y="3497748"/>
            <a:ext cx="10271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17500" y="3313896"/>
            <a:ext cx="2058255" cy="50783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sz="1200" dirty="0"/>
              <a:t>Catégorie deux</a:t>
            </a:r>
          </a:p>
          <a:p>
            <a:pPr lvl="0"/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9762" y="1348329"/>
            <a:ext cx="759823" cy="430887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r>
              <a:rPr lang="fr-FR" sz="2800" dirty="0"/>
              <a:t>26%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6216" y="1779662"/>
            <a:ext cx="2058255" cy="50783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sz="1200" dirty="0"/>
              <a:t>Catégorie trois</a:t>
            </a:r>
          </a:p>
          <a:p>
            <a:pPr lvl="0"/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9762" y="3268017"/>
            <a:ext cx="759823" cy="430887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r>
              <a:rPr lang="fr-FR" sz="2800" dirty="0"/>
              <a:t>43%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6216" y="3709161"/>
            <a:ext cx="2058255" cy="50783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sz="1200" dirty="0"/>
              <a:t>Catégorie quatre</a:t>
            </a:r>
          </a:p>
          <a:p>
            <a:pPr lvl="0"/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708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Chiffres clés</a:t>
            </a:r>
          </a:p>
        </p:txBody>
      </p:sp>
      <p:graphicFrame>
        <p:nvGraphicFramePr>
          <p:cNvPr id="27" name="Chart 26"/>
          <p:cNvGraphicFramePr/>
          <p:nvPr>
            <p:extLst>
              <p:ext uri="{D42A27DB-BD31-4B8C-83A1-F6EECF244321}">
                <p14:modId xmlns:p14="http://schemas.microsoft.com/office/powerpoint/2010/main" val="490238474"/>
              </p:ext>
            </p:extLst>
          </p:nvPr>
        </p:nvGraphicFramePr>
        <p:xfrm>
          <a:off x="2381549" y="1995686"/>
          <a:ext cx="1994260" cy="554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Chart 27"/>
          <p:cNvGraphicFramePr/>
          <p:nvPr>
            <p:extLst>
              <p:ext uri="{D42A27DB-BD31-4B8C-83A1-F6EECF244321}">
                <p14:modId xmlns:p14="http://schemas.microsoft.com/office/powerpoint/2010/main" val="3923237505"/>
              </p:ext>
            </p:extLst>
          </p:nvPr>
        </p:nvGraphicFramePr>
        <p:xfrm>
          <a:off x="4511578" y="1995686"/>
          <a:ext cx="1994260" cy="554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" name="Chart 29"/>
          <p:cNvGraphicFramePr/>
          <p:nvPr>
            <p:extLst>
              <p:ext uri="{D42A27DB-BD31-4B8C-83A1-F6EECF244321}">
                <p14:modId xmlns:p14="http://schemas.microsoft.com/office/powerpoint/2010/main" val="2534193043"/>
              </p:ext>
            </p:extLst>
          </p:nvPr>
        </p:nvGraphicFramePr>
        <p:xfrm>
          <a:off x="6641607" y="1995686"/>
          <a:ext cx="1994260" cy="554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3" name="Chart 32"/>
          <p:cNvGraphicFramePr/>
          <p:nvPr>
            <p:extLst>
              <p:ext uri="{D42A27DB-BD31-4B8C-83A1-F6EECF244321}">
                <p14:modId xmlns:p14="http://schemas.microsoft.com/office/powerpoint/2010/main" val="1521684255"/>
              </p:ext>
            </p:extLst>
          </p:nvPr>
        </p:nvGraphicFramePr>
        <p:xfrm>
          <a:off x="251520" y="1995686"/>
          <a:ext cx="1994260" cy="554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366770" y="2647240"/>
            <a:ext cx="1695101" cy="130805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</a:t>
            </a:r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75369" y="1185014"/>
            <a:ext cx="1263166" cy="738664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fr-FR" sz="4800" spc="-100" dirty="0"/>
              <a:t>85%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4649" y="1185014"/>
            <a:ext cx="1263166" cy="738664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fr-FR" sz="4800" spc="-100" dirty="0"/>
              <a:t>18%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26897" y="1185014"/>
            <a:ext cx="1263166" cy="738664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fr-FR" sz="4800" spc="-100" dirty="0"/>
              <a:t>45%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21703" y="1185014"/>
            <a:ext cx="1511533" cy="73866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sz="4800" spc="-100" dirty="0"/>
              <a:t>75%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2313664" y="1232470"/>
            <a:ext cx="0" cy="27540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4438135" y="1232470"/>
            <a:ext cx="0" cy="27540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6573722" y="1232470"/>
            <a:ext cx="0" cy="27540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526897" y="2647240"/>
            <a:ext cx="1695101" cy="130805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</a:t>
            </a:r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8216" y="2647240"/>
            <a:ext cx="1695101" cy="130805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</a:t>
            </a:r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8343" y="2647240"/>
            <a:ext cx="1695101" cy="130805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</a:t>
            </a:r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869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3"/>
          <p:cNvSpPr>
            <a:spLocks noGrp="1"/>
          </p:cNvSpPr>
          <p:nvPr>
            <p:ph idx="1"/>
          </p:nvPr>
        </p:nvSpPr>
        <p:spPr>
          <a:xfrm>
            <a:off x="313200" y="1183484"/>
            <a:ext cx="2890648" cy="3360737"/>
          </a:xfrm>
        </p:spPr>
        <p:txBody>
          <a:bodyPr/>
          <a:lstStyle/>
          <a:p>
            <a:pPr lvl="0">
              <a:buClr>
                <a:srgbClr val="FFFFFF"/>
              </a:buClr>
            </a:pPr>
            <a:r>
              <a:rPr lang="fr-FR" dirty="0" err="1">
                <a:solidFill>
                  <a:srgbClr val="FF7900"/>
                </a:solidFill>
              </a:rPr>
              <a:t>Lorem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ipsum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dolor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sit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amet</a:t>
            </a:r>
            <a:r>
              <a:rPr lang="fr-FR" dirty="0">
                <a:solidFill>
                  <a:srgbClr val="FF7900"/>
                </a:solidFill>
              </a:rPr>
              <a:t>, </a:t>
            </a:r>
            <a:r>
              <a:rPr lang="fr-FR" dirty="0" err="1">
                <a:solidFill>
                  <a:srgbClr val="FF7900"/>
                </a:solidFill>
              </a:rPr>
              <a:t>consectetur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adipiscing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elit</a:t>
            </a:r>
            <a:r>
              <a:rPr lang="fr-FR" dirty="0">
                <a:solidFill>
                  <a:srgbClr val="FF7900"/>
                </a:solidFill>
              </a:rPr>
              <a:t>. </a:t>
            </a:r>
            <a:br>
              <a:rPr lang="fr-FR" dirty="0">
                <a:solidFill>
                  <a:srgbClr val="FF7900"/>
                </a:solidFill>
              </a:rPr>
            </a:br>
            <a:r>
              <a:rPr lang="fr-FR" dirty="0">
                <a:solidFill>
                  <a:srgbClr val="FF7900"/>
                </a:solidFill>
              </a:rPr>
              <a:t>Sed </a:t>
            </a:r>
            <a:r>
              <a:rPr lang="fr-FR" dirty="0" err="1">
                <a:solidFill>
                  <a:srgbClr val="FF7900"/>
                </a:solidFill>
              </a:rPr>
              <a:t>rhoncus</a:t>
            </a:r>
            <a:r>
              <a:rPr lang="fr-FR" dirty="0">
                <a:solidFill>
                  <a:srgbClr val="FF7900"/>
                </a:solidFill>
              </a:rPr>
              <a:t>, </a:t>
            </a:r>
            <a:r>
              <a:rPr lang="fr-FR" dirty="0" err="1">
                <a:solidFill>
                  <a:srgbClr val="FF7900"/>
                </a:solidFill>
              </a:rPr>
              <a:t>nisi</a:t>
            </a:r>
            <a:r>
              <a:rPr lang="fr-FR" dirty="0">
                <a:solidFill>
                  <a:srgbClr val="FF7900"/>
                </a:solidFill>
              </a:rPr>
              <a:t> eu </a:t>
            </a:r>
            <a:r>
              <a:rPr lang="fr-FR" dirty="0" err="1">
                <a:solidFill>
                  <a:srgbClr val="FF7900"/>
                </a:solidFill>
              </a:rPr>
              <a:t>facilisis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condimentum</a:t>
            </a:r>
            <a:r>
              <a:rPr lang="fr-FR" dirty="0">
                <a:solidFill>
                  <a:srgbClr val="FF7900"/>
                </a:solidFill>
              </a:rPr>
              <a:t>, </a:t>
            </a:r>
            <a:r>
              <a:rPr lang="fr-FR" dirty="0" err="1">
                <a:solidFill>
                  <a:srgbClr val="FF7900"/>
                </a:solidFill>
              </a:rPr>
              <a:t>ligula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augue</a:t>
            </a:r>
            <a:r>
              <a:rPr lang="fr-FR" dirty="0">
                <a:solidFill>
                  <a:srgbClr val="FF7900"/>
                </a:solidFill>
              </a:rPr>
              <a:t> </a:t>
            </a:r>
            <a:br>
              <a:rPr lang="fr-FR" dirty="0">
                <a:solidFill>
                  <a:srgbClr val="FF7900"/>
                </a:solidFill>
              </a:rPr>
            </a:br>
            <a:r>
              <a:rPr lang="fr-FR" dirty="0" err="1">
                <a:solidFill>
                  <a:srgbClr val="FF7900"/>
                </a:solidFill>
              </a:rPr>
              <a:t>porttitor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lacus</a:t>
            </a:r>
            <a:r>
              <a:rPr lang="fr-FR" dirty="0">
                <a:solidFill>
                  <a:srgbClr val="FF7900"/>
                </a:solidFill>
              </a:rPr>
              <a:t>.</a:t>
            </a:r>
          </a:p>
          <a:p>
            <a:pPr lvl="0">
              <a:spcBef>
                <a:spcPts val="1200"/>
              </a:spcBef>
              <a:buClr>
                <a:srgbClr val="FFFFFF"/>
              </a:buClr>
            </a:pPr>
            <a:r>
              <a:rPr lang="fr-FR" dirty="0" err="1">
                <a:solidFill>
                  <a:srgbClr val="000000"/>
                </a:solidFill>
              </a:rPr>
              <a:t>Nulla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sit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amet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quam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justo</a:t>
            </a:r>
            <a:r>
              <a:rPr lang="fr-FR" dirty="0">
                <a:solidFill>
                  <a:srgbClr val="000000"/>
                </a:solidFill>
              </a:rPr>
              <a:t>:</a:t>
            </a:r>
          </a:p>
          <a:p>
            <a:pPr lvl="2">
              <a:buClr>
                <a:srgbClr val="FF7900"/>
              </a:buClr>
            </a:pPr>
            <a:r>
              <a:rPr lang="fr-FR" dirty="0" err="1">
                <a:solidFill>
                  <a:srgbClr val="000000"/>
                </a:solidFill>
              </a:rPr>
              <a:t>Lorem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ipsum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dolor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sit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amet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dirty="0" err="1">
                <a:solidFill>
                  <a:srgbClr val="000000"/>
                </a:solidFill>
              </a:rPr>
              <a:t>consectetur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adipiscing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elit</a:t>
            </a:r>
            <a:r>
              <a:rPr lang="fr-FR" dirty="0">
                <a:solidFill>
                  <a:srgbClr val="000000"/>
                </a:solidFill>
              </a:rPr>
              <a:t>. </a:t>
            </a:r>
            <a:br>
              <a:rPr lang="fr-FR" dirty="0">
                <a:solidFill>
                  <a:srgbClr val="000000"/>
                </a:solidFill>
              </a:rPr>
            </a:br>
            <a:r>
              <a:rPr lang="fr-FR" dirty="0">
                <a:solidFill>
                  <a:srgbClr val="000000"/>
                </a:solidFill>
              </a:rPr>
              <a:t>Sed </a:t>
            </a:r>
            <a:r>
              <a:rPr lang="fr-FR" dirty="0" err="1">
                <a:solidFill>
                  <a:srgbClr val="000000"/>
                </a:solidFill>
              </a:rPr>
              <a:t>rhoncus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dirty="0" err="1">
                <a:solidFill>
                  <a:srgbClr val="000000"/>
                </a:solidFill>
              </a:rPr>
              <a:t>nisi</a:t>
            </a:r>
            <a:r>
              <a:rPr lang="fr-FR" dirty="0">
                <a:solidFill>
                  <a:srgbClr val="000000"/>
                </a:solidFill>
              </a:rPr>
              <a:t> eu </a:t>
            </a:r>
            <a:r>
              <a:rPr lang="fr-FR" dirty="0" err="1">
                <a:solidFill>
                  <a:srgbClr val="000000"/>
                </a:solidFill>
              </a:rPr>
              <a:t>facilisis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condimentum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dirty="0" err="1">
                <a:solidFill>
                  <a:srgbClr val="000000"/>
                </a:solidFill>
              </a:rPr>
              <a:t>ligula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augue</a:t>
            </a:r>
            <a:r>
              <a:rPr lang="fr-FR" dirty="0">
                <a:solidFill>
                  <a:srgbClr val="000000"/>
                </a:solidFill>
              </a:rPr>
              <a:t> </a:t>
            </a:r>
            <a:br>
              <a:rPr lang="fr-FR" dirty="0">
                <a:solidFill>
                  <a:srgbClr val="000000"/>
                </a:solidFill>
              </a:rPr>
            </a:br>
            <a:r>
              <a:rPr lang="fr-FR" dirty="0" err="1">
                <a:solidFill>
                  <a:srgbClr val="000000"/>
                </a:solidFill>
              </a:rPr>
              <a:t>porttitor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lacus</a:t>
            </a:r>
            <a:r>
              <a:rPr lang="fr-FR" dirty="0">
                <a:solidFill>
                  <a:srgbClr val="000000"/>
                </a:solidFill>
              </a:rPr>
              <a:t>.</a:t>
            </a:r>
          </a:p>
          <a:p>
            <a:pPr lvl="2">
              <a:buClr>
                <a:srgbClr val="FF7900"/>
              </a:buClr>
            </a:pPr>
            <a:r>
              <a:rPr lang="fr-FR" dirty="0" err="1">
                <a:solidFill>
                  <a:srgbClr val="000000"/>
                </a:solidFill>
              </a:rPr>
              <a:t>Nulla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sit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amet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quam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justo</a:t>
            </a:r>
            <a:r>
              <a:rPr lang="fr-FR" dirty="0">
                <a:solidFill>
                  <a:srgbClr val="000000"/>
                </a:solidFill>
              </a:rPr>
              <a:t> eu </a:t>
            </a:r>
            <a:br>
              <a:rPr lang="fr-FR" dirty="0">
                <a:solidFill>
                  <a:srgbClr val="000000"/>
                </a:solidFill>
              </a:rPr>
            </a:br>
            <a:r>
              <a:rPr lang="fr-FR" dirty="0" err="1">
                <a:solidFill>
                  <a:srgbClr val="000000"/>
                </a:solidFill>
              </a:rPr>
              <a:t>iaculis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tortor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nisi</a:t>
            </a:r>
            <a:r>
              <a:rPr lang="fr-FR" dirty="0">
                <a:solidFill>
                  <a:srgbClr val="000000"/>
                </a:solidFill>
              </a:rPr>
              <a:t> a </a:t>
            </a:r>
            <a:r>
              <a:rPr lang="fr-FR" dirty="0" err="1">
                <a:solidFill>
                  <a:srgbClr val="000000"/>
                </a:solidFill>
              </a:rPr>
              <a:t>augue</a:t>
            </a:r>
            <a:r>
              <a:rPr lang="fr-FR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Chiffres clés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362947" y="627534"/>
            <a:ext cx="4979493" cy="4064000"/>
            <a:chOff x="4067944" y="627534"/>
            <a:chExt cx="4608512" cy="4064000"/>
          </a:xfrm>
        </p:grpSpPr>
        <p:graphicFrame>
          <p:nvGraphicFramePr>
            <p:cNvPr id="2" name="Chart 1"/>
            <p:cNvGraphicFramePr/>
            <p:nvPr>
              <p:extLst>
                <p:ext uri="{D42A27DB-BD31-4B8C-83A1-F6EECF244321}">
                  <p14:modId xmlns:p14="http://schemas.microsoft.com/office/powerpoint/2010/main" val="3017711432"/>
                </p:ext>
              </p:extLst>
            </p:nvPr>
          </p:nvGraphicFramePr>
          <p:xfrm>
            <a:off x="4067944" y="627534"/>
            <a:ext cx="4608512" cy="4064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4" name="TextBox 3"/>
            <p:cNvSpPr txBox="1"/>
            <p:nvPr/>
          </p:nvSpPr>
          <p:spPr>
            <a:xfrm>
              <a:off x="5234737" y="2163067"/>
              <a:ext cx="1731285" cy="677108"/>
            </a:xfrm>
            <a:prstGeom prst="rect">
              <a:avLst/>
            </a:prstGeom>
          </p:spPr>
          <p:txBody>
            <a:bodyPr wrap="square" lIns="91440" tIns="0" rIns="0" bIns="0" rtlCol="0">
              <a:spAutoFit/>
            </a:bodyPr>
            <a:lstStyle/>
            <a:p>
              <a:pPr algn="ctr"/>
              <a:r>
                <a:rPr lang="fr-FR" sz="4400" spc="-100" dirty="0">
                  <a:solidFill>
                    <a:schemeClr val="bg1"/>
                  </a:solidFill>
                </a:rPr>
                <a:t>67%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453144" y="1223279"/>
              <a:ext cx="1199829" cy="430887"/>
            </a:xfrm>
            <a:prstGeom prst="rect">
              <a:avLst/>
            </a:prstGeom>
          </p:spPr>
          <p:txBody>
            <a:bodyPr wrap="square" lIns="91440" tIns="0" rIns="0" bIns="0" rtlCol="0">
              <a:spAutoFit/>
            </a:bodyPr>
            <a:lstStyle/>
            <a:p>
              <a:pPr algn="ctr"/>
              <a:r>
                <a:rPr lang="fr-FR" sz="2800" dirty="0">
                  <a:solidFill>
                    <a:schemeClr val="bg1"/>
                  </a:solidFill>
                </a:rPr>
                <a:t>34%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907678" y="3425907"/>
              <a:ext cx="1462248" cy="492443"/>
            </a:xfrm>
            <a:prstGeom prst="rect">
              <a:avLst/>
            </a:prstGeom>
          </p:spPr>
          <p:txBody>
            <a:bodyPr wrap="square" lIns="91440" tIns="0" rIns="0" bIns="0" rtlCol="0">
              <a:spAutoFit/>
            </a:bodyPr>
            <a:lstStyle/>
            <a:p>
              <a:pPr algn="ctr"/>
              <a:r>
                <a:rPr lang="fr-FR" sz="3200" dirty="0">
                  <a:solidFill>
                    <a:schemeClr val="bg1"/>
                  </a:solidFill>
                </a:rPr>
                <a:t>49%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320559" y="3353606"/>
              <a:ext cx="533146" cy="276999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bg1"/>
                  </a:solidFill>
                </a:rPr>
                <a:t>6%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7596336" y="1346389"/>
            <a:ext cx="333874" cy="184666"/>
          </a:xfrm>
          <a:prstGeom prst="rect">
            <a:avLst/>
          </a:prstGeom>
        </p:spPr>
        <p:txBody>
          <a:bodyPr wrap="none" lIns="0" tIns="0" rIns="0" bIns="0" rtlCol="0" anchor="ctr">
            <a:spAutoFit/>
          </a:bodyPr>
          <a:lstStyle/>
          <a:p>
            <a:r>
              <a:rPr lang="fr-FR" sz="1200" dirty="0"/>
              <a:t>Titre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0081" y="2378116"/>
            <a:ext cx="333874" cy="184666"/>
          </a:xfrm>
          <a:prstGeom prst="rect">
            <a:avLst/>
          </a:prstGeom>
        </p:spPr>
        <p:txBody>
          <a:bodyPr wrap="none" lIns="0" tIns="0" rIns="0" bIns="0" rtlCol="0" anchor="ctr">
            <a:spAutoFit/>
          </a:bodyPr>
          <a:lstStyle/>
          <a:p>
            <a:r>
              <a:rPr lang="fr-FR" sz="1200" dirty="0"/>
              <a:t>Titre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85569" y="4005119"/>
            <a:ext cx="333874" cy="184666"/>
          </a:xfrm>
          <a:prstGeom prst="rect">
            <a:avLst/>
          </a:prstGeom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fr-FR" sz="1200" dirty="0"/>
              <a:t>Titre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9122" y="2499742"/>
            <a:ext cx="333874" cy="184666"/>
          </a:xfrm>
          <a:prstGeom prst="rect">
            <a:avLst/>
          </a:prstGeom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fr-FR" sz="1200" dirty="0"/>
              <a:t>Titre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3914990" y="2733348"/>
            <a:ext cx="0" cy="3890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4730874" y="4109358"/>
            <a:ext cx="61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6563032" y="2470449"/>
            <a:ext cx="77941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>
            <a:off x="7271933" y="1438722"/>
            <a:ext cx="2661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7377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Infographie circulaire avec icones</a:t>
            </a:r>
          </a:p>
        </p:txBody>
      </p:sp>
      <p:sp>
        <p:nvSpPr>
          <p:cNvPr id="18" name="Oval 17"/>
          <p:cNvSpPr/>
          <p:nvPr/>
        </p:nvSpPr>
        <p:spPr>
          <a:xfrm>
            <a:off x="3113348" y="1363138"/>
            <a:ext cx="2734067" cy="2734067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5352411" y="2220039"/>
            <a:ext cx="1019789" cy="1020266"/>
          </a:xfrm>
          <a:custGeom>
            <a:avLst/>
            <a:gdLst>
              <a:gd name="connsiteX0" fmla="*/ 0 w 1093886"/>
              <a:gd name="connsiteY0" fmla="*/ 547199 h 1094397"/>
              <a:gd name="connsiteX1" fmla="*/ 546943 w 1093886"/>
              <a:gd name="connsiteY1" fmla="*/ 0 h 1094397"/>
              <a:gd name="connsiteX2" fmla="*/ 1093886 w 1093886"/>
              <a:gd name="connsiteY2" fmla="*/ 547199 h 1094397"/>
              <a:gd name="connsiteX3" fmla="*/ 546943 w 1093886"/>
              <a:gd name="connsiteY3" fmla="*/ 1094398 h 1094397"/>
              <a:gd name="connsiteX4" fmla="*/ 0 w 1093886"/>
              <a:gd name="connsiteY4" fmla="*/ 547199 h 109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3886" h="1094397">
                <a:moveTo>
                  <a:pt x="0" y="547199"/>
                </a:moveTo>
                <a:cubicBezTo>
                  <a:pt x="0" y="244989"/>
                  <a:pt x="244875" y="0"/>
                  <a:pt x="546943" y="0"/>
                </a:cubicBezTo>
                <a:cubicBezTo>
                  <a:pt x="849011" y="0"/>
                  <a:pt x="1093886" y="244989"/>
                  <a:pt x="1093886" y="547199"/>
                </a:cubicBezTo>
                <a:cubicBezTo>
                  <a:pt x="1093886" y="849409"/>
                  <a:pt x="849011" y="1094398"/>
                  <a:pt x="546943" y="1094398"/>
                </a:cubicBezTo>
                <a:cubicBezTo>
                  <a:pt x="244875" y="1094398"/>
                  <a:pt x="0" y="849409"/>
                  <a:pt x="0" y="547199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776" tIns="228851" rIns="228776" bIns="228851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r-FR" sz="1800" kern="1200" dirty="0"/>
          </a:p>
        </p:txBody>
      </p:sp>
      <p:sp>
        <p:nvSpPr>
          <p:cNvPr id="8" name="Freeform 7"/>
          <p:cNvSpPr/>
          <p:nvPr/>
        </p:nvSpPr>
        <p:spPr>
          <a:xfrm>
            <a:off x="4661450" y="3416821"/>
            <a:ext cx="1019789" cy="1020266"/>
          </a:xfrm>
          <a:custGeom>
            <a:avLst/>
            <a:gdLst>
              <a:gd name="connsiteX0" fmla="*/ 0 w 1093886"/>
              <a:gd name="connsiteY0" fmla="*/ 547199 h 1094397"/>
              <a:gd name="connsiteX1" fmla="*/ 546943 w 1093886"/>
              <a:gd name="connsiteY1" fmla="*/ 0 h 1094397"/>
              <a:gd name="connsiteX2" fmla="*/ 1093886 w 1093886"/>
              <a:gd name="connsiteY2" fmla="*/ 547199 h 1094397"/>
              <a:gd name="connsiteX3" fmla="*/ 546943 w 1093886"/>
              <a:gd name="connsiteY3" fmla="*/ 1094398 h 1094397"/>
              <a:gd name="connsiteX4" fmla="*/ 0 w 1093886"/>
              <a:gd name="connsiteY4" fmla="*/ 547199 h 109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3886" h="1094397">
                <a:moveTo>
                  <a:pt x="0" y="547199"/>
                </a:moveTo>
                <a:cubicBezTo>
                  <a:pt x="0" y="244989"/>
                  <a:pt x="244875" y="0"/>
                  <a:pt x="546943" y="0"/>
                </a:cubicBezTo>
                <a:cubicBezTo>
                  <a:pt x="849011" y="0"/>
                  <a:pt x="1093886" y="244989"/>
                  <a:pt x="1093886" y="547199"/>
                </a:cubicBezTo>
                <a:cubicBezTo>
                  <a:pt x="1093886" y="849409"/>
                  <a:pt x="849011" y="1094398"/>
                  <a:pt x="546943" y="1094398"/>
                </a:cubicBezTo>
                <a:cubicBezTo>
                  <a:pt x="244875" y="1094398"/>
                  <a:pt x="0" y="849409"/>
                  <a:pt x="0" y="547199"/>
                </a:cubicBezTo>
                <a:close/>
              </a:path>
            </a:pathLst>
          </a:custGeom>
          <a:solidFill>
            <a:srgbClr val="FF79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776" tIns="228851" rIns="228776" bIns="228851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r-FR" sz="1800" kern="1200" dirty="0"/>
          </a:p>
        </p:txBody>
      </p:sp>
      <p:sp>
        <p:nvSpPr>
          <p:cNvPr id="10" name="Freeform 9"/>
          <p:cNvSpPr/>
          <p:nvPr/>
        </p:nvSpPr>
        <p:spPr>
          <a:xfrm>
            <a:off x="3279525" y="3416821"/>
            <a:ext cx="1019789" cy="1020266"/>
          </a:xfrm>
          <a:custGeom>
            <a:avLst/>
            <a:gdLst>
              <a:gd name="connsiteX0" fmla="*/ 0 w 1093886"/>
              <a:gd name="connsiteY0" fmla="*/ 547199 h 1094397"/>
              <a:gd name="connsiteX1" fmla="*/ 546943 w 1093886"/>
              <a:gd name="connsiteY1" fmla="*/ 0 h 1094397"/>
              <a:gd name="connsiteX2" fmla="*/ 1093886 w 1093886"/>
              <a:gd name="connsiteY2" fmla="*/ 547199 h 1094397"/>
              <a:gd name="connsiteX3" fmla="*/ 546943 w 1093886"/>
              <a:gd name="connsiteY3" fmla="*/ 1094398 h 1094397"/>
              <a:gd name="connsiteX4" fmla="*/ 0 w 1093886"/>
              <a:gd name="connsiteY4" fmla="*/ 547199 h 109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3886" h="1094397">
                <a:moveTo>
                  <a:pt x="0" y="547199"/>
                </a:moveTo>
                <a:cubicBezTo>
                  <a:pt x="0" y="244989"/>
                  <a:pt x="244875" y="0"/>
                  <a:pt x="546943" y="0"/>
                </a:cubicBezTo>
                <a:cubicBezTo>
                  <a:pt x="849011" y="0"/>
                  <a:pt x="1093886" y="244989"/>
                  <a:pt x="1093886" y="547199"/>
                </a:cubicBezTo>
                <a:cubicBezTo>
                  <a:pt x="1093886" y="849409"/>
                  <a:pt x="849011" y="1094398"/>
                  <a:pt x="546943" y="1094398"/>
                </a:cubicBezTo>
                <a:cubicBezTo>
                  <a:pt x="244875" y="1094398"/>
                  <a:pt x="0" y="849409"/>
                  <a:pt x="0" y="547199"/>
                </a:cubicBezTo>
                <a:close/>
              </a:path>
            </a:pathLst>
          </a:custGeom>
          <a:solidFill>
            <a:srgbClr val="FF79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776" tIns="228851" rIns="228776" bIns="228851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r-FR" sz="1800" kern="1200" dirty="0"/>
          </a:p>
        </p:txBody>
      </p:sp>
      <p:sp>
        <p:nvSpPr>
          <p:cNvPr id="12" name="Freeform 11"/>
          <p:cNvSpPr/>
          <p:nvPr/>
        </p:nvSpPr>
        <p:spPr>
          <a:xfrm>
            <a:off x="2588562" y="2220039"/>
            <a:ext cx="1019789" cy="1020266"/>
          </a:xfrm>
          <a:custGeom>
            <a:avLst/>
            <a:gdLst>
              <a:gd name="connsiteX0" fmla="*/ 0 w 1093886"/>
              <a:gd name="connsiteY0" fmla="*/ 547199 h 1094397"/>
              <a:gd name="connsiteX1" fmla="*/ 546943 w 1093886"/>
              <a:gd name="connsiteY1" fmla="*/ 0 h 1094397"/>
              <a:gd name="connsiteX2" fmla="*/ 1093886 w 1093886"/>
              <a:gd name="connsiteY2" fmla="*/ 547199 h 1094397"/>
              <a:gd name="connsiteX3" fmla="*/ 546943 w 1093886"/>
              <a:gd name="connsiteY3" fmla="*/ 1094398 h 1094397"/>
              <a:gd name="connsiteX4" fmla="*/ 0 w 1093886"/>
              <a:gd name="connsiteY4" fmla="*/ 547199 h 109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3886" h="1094397">
                <a:moveTo>
                  <a:pt x="0" y="547199"/>
                </a:moveTo>
                <a:cubicBezTo>
                  <a:pt x="0" y="244989"/>
                  <a:pt x="244875" y="0"/>
                  <a:pt x="546943" y="0"/>
                </a:cubicBezTo>
                <a:cubicBezTo>
                  <a:pt x="849011" y="0"/>
                  <a:pt x="1093886" y="244989"/>
                  <a:pt x="1093886" y="547199"/>
                </a:cubicBezTo>
                <a:cubicBezTo>
                  <a:pt x="1093886" y="849409"/>
                  <a:pt x="849011" y="1094398"/>
                  <a:pt x="546943" y="1094398"/>
                </a:cubicBezTo>
                <a:cubicBezTo>
                  <a:pt x="244875" y="1094398"/>
                  <a:pt x="0" y="849409"/>
                  <a:pt x="0" y="547199"/>
                </a:cubicBezTo>
                <a:close/>
              </a:path>
            </a:pathLst>
          </a:custGeom>
          <a:solidFill>
            <a:srgbClr val="FF79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776" tIns="228851" rIns="228776" bIns="228851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r-FR" sz="1800" kern="1200" dirty="0"/>
          </a:p>
        </p:txBody>
      </p:sp>
      <p:sp>
        <p:nvSpPr>
          <p:cNvPr id="14" name="Freeform 13"/>
          <p:cNvSpPr/>
          <p:nvPr/>
        </p:nvSpPr>
        <p:spPr>
          <a:xfrm>
            <a:off x="3279525" y="1023257"/>
            <a:ext cx="1019789" cy="1020266"/>
          </a:xfrm>
          <a:custGeom>
            <a:avLst/>
            <a:gdLst>
              <a:gd name="connsiteX0" fmla="*/ 0 w 1093886"/>
              <a:gd name="connsiteY0" fmla="*/ 547199 h 1094397"/>
              <a:gd name="connsiteX1" fmla="*/ 546943 w 1093886"/>
              <a:gd name="connsiteY1" fmla="*/ 0 h 1094397"/>
              <a:gd name="connsiteX2" fmla="*/ 1093886 w 1093886"/>
              <a:gd name="connsiteY2" fmla="*/ 547199 h 1094397"/>
              <a:gd name="connsiteX3" fmla="*/ 546943 w 1093886"/>
              <a:gd name="connsiteY3" fmla="*/ 1094398 h 1094397"/>
              <a:gd name="connsiteX4" fmla="*/ 0 w 1093886"/>
              <a:gd name="connsiteY4" fmla="*/ 547199 h 109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3886" h="1094397">
                <a:moveTo>
                  <a:pt x="0" y="547199"/>
                </a:moveTo>
                <a:cubicBezTo>
                  <a:pt x="0" y="244989"/>
                  <a:pt x="244875" y="0"/>
                  <a:pt x="546943" y="0"/>
                </a:cubicBezTo>
                <a:cubicBezTo>
                  <a:pt x="849011" y="0"/>
                  <a:pt x="1093886" y="244989"/>
                  <a:pt x="1093886" y="547199"/>
                </a:cubicBezTo>
                <a:cubicBezTo>
                  <a:pt x="1093886" y="849409"/>
                  <a:pt x="849011" y="1094398"/>
                  <a:pt x="546943" y="1094398"/>
                </a:cubicBezTo>
                <a:cubicBezTo>
                  <a:pt x="244875" y="1094398"/>
                  <a:pt x="0" y="849409"/>
                  <a:pt x="0" y="547199"/>
                </a:cubicBezTo>
                <a:close/>
              </a:path>
            </a:pathLst>
          </a:custGeom>
          <a:solidFill>
            <a:srgbClr val="FF79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776" tIns="228851" rIns="228776" bIns="228851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r-FR" sz="1800" kern="1200" dirty="0"/>
          </a:p>
        </p:txBody>
      </p:sp>
      <p:sp>
        <p:nvSpPr>
          <p:cNvPr id="16" name="Freeform 15"/>
          <p:cNvSpPr/>
          <p:nvPr/>
        </p:nvSpPr>
        <p:spPr>
          <a:xfrm>
            <a:off x="4661450" y="1023257"/>
            <a:ext cx="1019789" cy="1020266"/>
          </a:xfrm>
          <a:custGeom>
            <a:avLst/>
            <a:gdLst>
              <a:gd name="connsiteX0" fmla="*/ 0 w 1093886"/>
              <a:gd name="connsiteY0" fmla="*/ 547199 h 1094397"/>
              <a:gd name="connsiteX1" fmla="*/ 546943 w 1093886"/>
              <a:gd name="connsiteY1" fmla="*/ 0 h 1094397"/>
              <a:gd name="connsiteX2" fmla="*/ 1093886 w 1093886"/>
              <a:gd name="connsiteY2" fmla="*/ 547199 h 1094397"/>
              <a:gd name="connsiteX3" fmla="*/ 546943 w 1093886"/>
              <a:gd name="connsiteY3" fmla="*/ 1094398 h 1094397"/>
              <a:gd name="connsiteX4" fmla="*/ 0 w 1093886"/>
              <a:gd name="connsiteY4" fmla="*/ 547199 h 109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3886" h="1094397">
                <a:moveTo>
                  <a:pt x="0" y="547199"/>
                </a:moveTo>
                <a:cubicBezTo>
                  <a:pt x="0" y="244989"/>
                  <a:pt x="244875" y="0"/>
                  <a:pt x="546943" y="0"/>
                </a:cubicBezTo>
                <a:cubicBezTo>
                  <a:pt x="849011" y="0"/>
                  <a:pt x="1093886" y="244989"/>
                  <a:pt x="1093886" y="547199"/>
                </a:cubicBezTo>
                <a:cubicBezTo>
                  <a:pt x="1093886" y="849409"/>
                  <a:pt x="849011" y="1094398"/>
                  <a:pt x="546943" y="1094398"/>
                </a:cubicBezTo>
                <a:cubicBezTo>
                  <a:pt x="244875" y="1094398"/>
                  <a:pt x="0" y="849409"/>
                  <a:pt x="0" y="547199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9736" tIns="289811" rIns="289736" bIns="289811" numCol="1" spcCol="1270" anchor="ctr" anchorCtr="0">
            <a:noAutofit/>
          </a:bodyPr>
          <a:lstStyle/>
          <a:p>
            <a:pPr lvl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r-FR" sz="3400" kern="1200" dirty="0"/>
          </a:p>
        </p:txBody>
      </p:sp>
      <p:sp>
        <p:nvSpPr>
          <p:cNvPr id="28" name="Freeform 21"/>
          <p:cNvSpPr>
            <a:spLocks noEditPoints="1"/>
          </p:cNvSpPr>
          <p:nvPr/>
        </p:nvSpPr>
        <p:spPr bwMode="auto">
          <a:xfrm>
            <a:off x="4976638" y="1240958"/>
            <a:ext cx="404301" cy="528950"/>
          </a:xfrm>
          <a:custGeom>
            <a:avLst/>
            <a:gdLst>
              <a:gd name="T0" fmla="*/ 566 w 866"/>
              <a:gd name="T1" fmla="*/ 417 h 1133"/>
              <a:gd name="T2" fmla="*/ 566 w 866"/>
              <a:gd name="T3" fmla="*/ 433 h 1133"/>
              <a:gd name="T4" fmla="*/ 766 w 866"/>
              <a:gd name="T5" fmla="*/ 217 h 1133"/>
              <a:gd name="T6" fmla="*/ 550 w 866"/>
              <a:gd name="T7" fmla="*/ 0 h 1133"/>
              <a:gd name="T8" fmla="*/ 339 w 866"/>
              <a:gd name="T9" fmla="*/ 168 h 1133"/>
              <a:gd name="T10" fmla="*/ 566 w 866"/>
              <a:gd name="T11" fmla="*/ 417 h 1133"/>
              <a:gd name="T12" fmla="*/ 698 w 866"/>
              <a:gd name="T13" fmla="*/ 442 h 1133"/>
              <a:gd name="T14" fmla="*/ 556 w 866"/>
              <a:gd name="T15" fmla="*/ 487 h 1133"/>
              <a:gd name="T16" fmla="*/ 474 w 866"/>
              <a:gd name="T17" fmla="*/ 611 h 1133"/>
              <a:gd name="T18" fmla="*/ 666 w 866"/>
              <a:gd name="T19" fmla="*/ 867 h 1133"/>
              <a:gd name="T20" fmla="*/ 666 w 866"/>
              <a:gd name="T21" fmla="*/ 898 h 1133"/>
              <a:gd name="T22" fmla="*/ 666 w 866"/>
              <a:gd name="T23" fmla="*/ 933 h 1133"/>
              <a:gd name="T24" fmla="*/ 866 w 866"/>
              <a:gd name="T25" fmla="*/ 933 h 1133"/>
              <a:gd name="T26" fmla="*/ 866 w 866"/>
              <a:gd name="T27" fmla="*/ 667 h 1133"/>
              <a:gd name="T28" fmla="*/ 698 w 866"/>
              <a:gd name="T29" fmla="*/ 442 h 1133"/>
              <a:gd name="T30" fmla="*/ 464 w 866"/>
              <a:gd name="T31" fmla="*/ 642 h 1133"/>
              <a:gd name="T32" fmla="*/ 316 w 866"/>
              <a:gd name="T33" fmla="*/ 687 h 1133"/>
              <a:gd name="T34" fmla="*/ 168 w 866"/>
              <a:gd name="T35" fmla="*/ 642 h 1133"/>
              <a:gd name="T36" fmla="*/ 0 w 866"/>
              <a:gd name="T37" fmla="*/ 867 h 1133"/>
              <a:gd name="T38" fmla="*/ 0 w 866"/>
              <a:gd name="T39" fmla="*/ 1067 h 1133"/>
              <a:gd name="T40" fmla="*/ 66 w 866"/>
              <a:gd name="T41" fmla="*/ 1133 h 1133"/>
              <a:gd name="T42" fmla="*/ 633 w 866"/>
              <a:gd name="T43" fmla="*/ 1133 h 1133"/>
              <a:gd name="T44" fmla="*/ 633 w 866"/>
              <a:gd name="T45" fmla="*/ 867 h 1133"/>
              <a:gd name="T46" fmla="*/ 464 w 866"/>
              <a:gd name="T47" fmla="*/ 642 h 1133"/>
              <a:gd name="T48" fmla="*/ 316 w 866"/>
              <a:gd name="T49" fmla="*/ 633 h 1133"/>
              <a:gd name="T50" fmla="*/ 533 w 866"/>
              <a:gd name="T51" fmla="*/ 417 h 1133"/>
              <a:gd name="T52" fmla="*/ 316 w 866"/>
              <a:gd name="T53" fmla="*/ 200 h 1133"/>
              <a:gd name="T54" fmla="*/ 100 w 866"/>
              <a:gd name="T55" fmla="*/ 417 h 1133"/>
              <a:gd name="T56" fmla="*/ 316 w 866"/>
              <a:gd name="T57" fmla="*/ 633 h 1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866" h="1133">
                <a:moveTo>
                  <a:pt x="566" y="417"/>
                </a:moveTo>
                <a:cubicBezTo>
                  <a:pt x="566" y="422"/>
                  <a:pt x="566" y="427"/>
                  <a:pt x="566" y="433"/>
                </a:cubicBezTo>
                <a:cubicBezTo>
                  <a:pt x="678" y="424"/>
                  <a:pt x="766" y="331"/>
                  <a:pt x="766" y="217"/>
                </a:cubicBezTo>
                <a:cubicBezTo>
                  <a:pt x="766" y="97"/>
                  <a:pt x="669" y="0"/>
                  <a:pt x="550" y="0"/>
                </a:cubicBezTo>
                <a:cubicBezTo>
                  <a:pt x="447" y="0"/>
                  <a:pt x="361" y="72"/>
                  <a:pt x="339" y="168"/>
                </a:cubicBezTo>
                <a:cubicBezTo>
                  <a:pt x="466" y="179"/>
                  <a:pt x="566" y="286"/>
                  <a:pt x="566" y="417"/>
                </a:cubicBezTo>
                <a:close/>
                <a:moveTo>
                  <a:pt x="698" y="442"/>
                </a:moveTo>
                <a:cubicBezTo>
                  <a:pt x="657" y="469"/>
                  <a:pt x="609" y="485"/>
                  <a:pt x="556" y="487"/>
                </a:cubicBezTo>
                <a:cubicBezTo>
                  <a:pt x="542" y="536"/>
                  <a:pt x="513" y="579"/>
                  <a:pt x="474" y="611"/>
                </a:cubicBezTo>
                <a:cubicBezTo>
                  <a:pt x="585" y="643"/>
                  <a:pt x="666" y="745"/>
                  <a:pt x="666" y="867"/>
                </a:cubicBezTo>
                <a:cubicBezTo>
                  <a:pt x="666" y="898"/>
                  <a:pt x="666" y="898"/>
                  <a:pt x="666" y="898"/>
                </a:cubicBezTo>
                <a:cubicBezTo>
                  <a:pt x="666" y="933"/>
                  <a:pt x="666" y="933"/>
                  <a:pt x="666" y="933"/>
                </a:cubicBezTo>
                <a:cubicBezTo>
                  <a:pt x="866" y="933"/>
                  <a:pt x="866" y="933"/>
                  <a:pt x="866" y="933"/>
                </a:cubicBezTo>
                <a:cubicBezTo>
                  <a:pt x="866" y="667"/>
                  <a:pt x="866" y="667"/>
                  <a:pt x="866" y="667"/>
                </a:cubicBezTo>
                <a:cubicBezTo>
                  <a:pt x="866" y="560"/>
                  <a:pt x="795" y="471"/>
                  <a:pt x="698" y="442"/>
                </a:cubicBezTo>
                <a:close/>
                <a:moveTo>
                  <a:pt x="464" y="642"/>
                </a:moveTo>
                <a:cubicBezTo>
                  <a:pt x="422" y="670"/>
                  <a:pt x="371" y="687"/>
                  <a:pt x="316" y="687"/>
                </a:cubicBezTo>
                <a:cubicBezTo>
                  <a:pt x="262" y="687"/>
                  <a:pt x="211" y="670"/>
                  <a:pt x="168" y="642"/>
                </a:cubicBezTo>
                <a:cubicBezTo>
                  <a:pt x="71" y="671"/>
                  <a:pt x="0" y="760"/>
                  <a:pt x="0" y="867"/>
                </a:cubicBezTo>
                <a:cubicBezTo>
                  <a:pt x="0" y="1067"/>
                  <a:pt x="0" y="1067"/>
                  <a:pt x="0" y="1067"/>
                </a:cubicBezTo>
                <a:cubicBezTo>
                  <a:pt x="0" y="1103"/>
                  <a:pt x="30" y="1133"/>
                  <a:pt x="66" y="1133"/>
                </a:cubicBezTo>
                <a:cubicBezTo>
                  <a:pt x="633" y="1133"/>
                  <a:pt x="633" y="1133"/>
                  <a:pt x="633" y="1133"/>
                </a:cubicBezTo>
                <a:cubicBezTo>
                  <a:pt x="633" y="867"/>
                  <a:pt x="633" y="867"/>
                  <a:pt x="633" y="867"/>
                </a:cubicBezTo>
                <a:cubicBezTo>
                  <a:pt x="633" y="760"/>
                  <a:pt x="562" y="671"/>
                  <a:pt x="464" y="642"/>
                </a:cubicBezTo>
                <a:close/>
                <a:moveTo>
                  <a:pt x="316" y="633"/>
                </a:moveTo>
                <a:cubicBezTo>
                  <a:pt x="436" y="633"/>
                  <a:pt x="533" y="536"/>
                  <a:pt x="533" y="417"/>
                </a:cubicBezTo>
                <a:cubicBezTo>
                  <a:pt x="533" y="297"/>
                  <a:pt x="436" y="200"/>
                  <a:pt x="316" y="200"/>
                </a:cubicBezTo>
                <a:cubicBezTo>
                  <a:pt x="197" y="200"/>
                  <a:pt x="100" y="297"/>
                  <a:pt x="100" y="417"/>
                </a:cubicBezTo>
                <a:cubicBezTo>
                  <a:pt x="100" y="536"/>
                  <a:pt x="197" y="633"/>
                  <a:pt x="316" y="63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29" name="Freeform 26"/>
          <p:cNvSpPr>
            <a:spLocks noEditPoints="1"/>
          </p:cNvSpPr>
          <p:nvPr/>
        </p:nvSpPr>
        <p:spPr bwMode="auto">
          <a:xfrm>
            <a:off x="4884657" y="3641026"/>
            <a:ext cx="573374" cy="571856"/>
          </a:xfrm>
          <a:custGeom>
            <a:avLst/>
            <a:gdLst>
              <a:gd name="T0" fmla="*/ 0 w 1134"/>
              <a:gd name="T1" fmla="*/ 567 h 1133"/>
              <a:gd name="T2" fmla="*/ 1134 w 1134"/>
              <a:gd name="T3" fmla="*/ 567 h 1133"/>
              <a:gd name="T4" fmla="*/ 213 w 1134"/>
              <a:gd name="T5" fmla="*/ 213 h 1133"/>
              <a:gd name="T6" fmla="*/ 401 w 1134"/>
              <a:gd name="T7" fmla="*/ 95 h 1133"/>
              <a:gd name="T8" fmla="*/ 167 w 1134"/>
              <a:gd name="T9" fmla="*/ 267 h 1133"/>
              <a:gd name="T10" fmla="*/ 106 w 1134"/>
              <a:gd name="T11" fmla="*/ 372 h 1133"/>
              <a:gd name="T12" fmla="*/ 294 w 1134"/>
              <a:gd name="T13" fmla="*/ 333 h 1133"/>
              <a:gd name="T14" fmla="*/ 68 w 1134"/>
              <a:gd name="T15" fmla="*/ 533 h 1133"/>
              <a:gd name="T16" fmla="*/ 125 w 1134"/>
              <a:gd name="T17" fmla="*/ 800 h 1133"/>
              <a:gd name="T18" fmla="*/ 68 w 1134"/>
              <a:gd name="T19" fmla="*/ 600 h 1133"/>
              <a:gd name="T20" fmla="*/ 294 w 1134"/>
              <a:gd name="T21" fmla="*/ 800 h 1133"/>
              <a:gd name="T22" fmla="*/ 372 w 1134"/>
              <a:gd name="T23" fmla="*/ 1027 h 1133"/>
              <a:gd name="T24" fmla="*/ 167 w 1134"/>
              <a:gd name="T25" fmla="*/ 867 h 1133"/>
              <a:gd name="T26" fmla="*/ 401 w 1134"/>
              <a:gd name="T27" fmla="*/ 1038 h 1133"/>
              <a:gd name="T28" fmla="*/ 534 w 1134"/>
              <a:gd name="T29" fmla="*/ 1061 h 1133"/>
              <a:gd name="T30" fmla="*/ 414 w 1134"/>
              <a:gd name="T31" fmla="*/ 936 h 1133"/>
              <a:gd name="T32" fmla="*/ 534 w 1134"/>
              <a:gd name="T33" fmla="*/ 867 h 1133"/>
              <a:gd name="T34" fmla="*/ 534 w 1134"/>
              <a:gd name="T35" fmla="*/ 800 h 1133"/>
              <a:gd name="T36" fmla="*/ 356 w 1134"/>
              <a:gd name="T37" fmla="*/ 773 h 1133"/>
              <a:gd name="T38" fmla="*/ 534 w 1134"/>
              <a:gd name="T39" fmla="*/ 600 h 1133"/>
              <a:gd name="T40" fmla="*/ 534 w 1134"/>
              <a:gd name="T41" fmla="*/ 533 h 1133"/>
              <a:gd name="T42" fmla="*/ 356 w 1134"/>
              <a:gd name="T43" fmla="*/ 361 h 1133"/>
              <a:gd name="T44" fmla="*/ 534 w 1134"/>
              <a:gd name="T45" fmla="*/ 333 h 1133"/>
              <a:gd name="T46" fmla="*/ 534 w 1134"/>
              <a:gd name="T47" fmla="*/ 267 h 1133"/>
              <a:gd name="T48" fmla="*/ 414 w 1134"/>
              <a:gd name="T49" fmla="*/ 197 h 1133"/>
              <a:gd name="T50" fmla="*/ 534 w 1134"/>
              <a:gd name="T51" fmla="*/ 73 h 1133"/>
              <a:gd name="T52" fmla="*/ 1009 w 1134"/>
              <a:gd name="T53" fmla="*/ 333 h 1133"/>
              <a:gd name="T54" fmla="*/ 1066 w 1134"/>
              <a:gd name="T55" fmla="*/ 533 h 1133"/>
              <a:gd name="T56" fmla="*/ 840 w 1134"/>
              <a:gd name="T57" fmla="*/ 333 h 1133"/>
              <a:gd name="T58" fmla="*/ 762 w 1134"/>
              <a:gd name="T59" fmla="*/ 106 h 1133"/>
              <a:gd name="T60" fmla="*/ 967 w 1134"/>
              <a:gd name="T61" fmla="*/ 267 h 1133"/>
              <a:gd name="T62" fmla="*/ 733 w 1134"/>
              <a:gd name="T63" fmla="*/ 95 h 1133"/>
              <a:gd name="T64" fmla="*/ 600 w 1134"/>
              <a:gd name="T65" fmla="*/ 73 h 1133"/>
              <a:gd name="T66" fmla="*/ 720 w 1134"/>
              <a:gd name="T67" fmla="*/ 197 h 1133"/>
              <a:gd name="T68" fmla="*/ 600 w 1134"/>
              <a:gd name="T69" fmla="*/ 267 h 1133"/>
              <a:gd name="T70" fmla="*/ 600 w 1134"/>
              <a:gd name="T71" fmla="*/ 333 h 1133"/>
              <a:gd name="T72" fmla="*/ 778 w 1134"/>
              <a:gd name="T73" fmla="*/ 361 h 1133"/>
              <a:gd name="T74" fmla="*/ 600 w 1134"/>
              <a:gd name="T75" fmla="*/ 533 h 1133"/>
              <a:gd name="T76" fmla="*/ 600 w 1134"/>
              <a:gd name="T77" fmla="*/ 600 h 1133"/>
              <a:gd name="T78" fmla="*/ 778 w 1134"/>
              <a:gd name="T79" fmla="*/ 773 h 1133"/>
              <a:gd name="T80" fmla="*/ 600 w 1134"/>
              <a:gd name="T81" fmla="*/ 800 h 1133"/>
              <a:gd name="T82" fmla="*/ 642 w 1134"/>
              <a:gd name="T83" fmla="*/ 1037 h 1133"/>
              <a:gd name="T84" fmla="*/ 600 w 1134"/>
              <a:gd name="T85" fmla="*/ 867 h 1133"/>
              <a:gd name="T86" fmla="*/ 720 w 1134"/>
              <a:gd name="T87" fmla="*/ 936 h 1133"/>
              <a:gd name="T88" fmla="*/ 921 w 1134"/>
              <a:gd name="T89" fmla="*/ 920 h 1133"/>
              <a:gd name="T90" fmla="*/ 733 w 1134"/>
              <a:gd name="T91" fmla="*/ 1038 h 1133"/>
              <a:gd name="T92" fmla="*/ 967 w 1134"/>
              <a:gd name="T93" fmla="*/ 867 h 1133"/>
              <a:gd name="T94" fmla="*/ 1028 w 1134"/>
              <a:gd name="T95" fmla="*/ 761 h 1133"/>
              <a:gd name="T96" fmla="*/ 840 w 1134"/>
              <a:gd name="T97" fmla="*/ 800 h 1133"/>
              <a:gd name="T98" fmla="*/ 1066 w 1134"/>
              <a:gd name="T99" fmla="*/ 600 h 1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134" h="1133">
                <a:moveTo>
                  <a:pt x="567" y="0"/>
                </a:moveTo>
                <a:cubicBezTo>
                  <a:pt x="254" y="0"/>
                  <a:pt x="0" y="254"/>
                  <a:pt x="0" y="567"/>
                </a:cubicBezTo>
                <a:cubicBezTo>
                  <a:pt x="0" y="880"/>
                  <a:pt x="254" y="1133"/>
                  <a:pt x="567" y="1133"/>
                </a:cubicBezTo>
                <a:cubicBezTo>
                  <a:pt x="880" y="1133"/>
                  <a:pt x="1134" y="880"/>
                  <a:pt x="1134" y="567"/>
                </a:cubicBezTo>
                <a:cubicBezTo>
                  <a:pt x="1134" y="254"/>
                  <a:pt x="880" y="0"/>
                  <a:pt x="567" y="0"/>
                </a:cubicBezTo>
                <a:close/>
                <a:moveTo>
                  <a:pt x="213" y="213"/>
                </a:moveTo>
                <a:cubicBezTo>
                  <a:pt x="259" y="167"/>
                  <a:pt x="313" y="131"/>
                  <a:pt x="372" y="106"/>
                </a:cubicBezTo>
                <a:cubicBezTo>
                  <a:pt x="382" y="102"/>
                  <a:pt x="391" y="98"/>
                  <a:pt x="401" y="95"/>
                </a:cubicBezTo>
                <a:cubicBezTo>
                  <a:pt x="365" y="140"/>
                  <a:pt x="335" y="198"/>
                  <a:pt x="312" y="267"/>
                </a:cubicBezTo>
                <a:cubicBezTo>
                  <a:pt x="167" y="267"/>
                  <a:pt x="167" y="267"/>
                  <a:pt x="167" y="267"/>
                </a:cubicBezTo>
                <a:cubicBezTo>
                  <a:pt x="181" y="248"/>
                  <a:pt x="197" y="230"/>
                  <a:pt x="213" y="213"/>
                </a:cubicBezTo>
                <a:close/>
                <a:moveTo>
                  <a:pt x="106" y="372"/>
                </a:moveTo>
                <a:cubicBezTo>
                  <a:pt x="112" y="359"/>
                  <a:pt x="118" y="346"/>
                  <a:pt x="125" y="333"/>
                </a:cubicBezTo>
                <a:cubicBezTo>
                  <a:pt x="294" y="333"/>
                  <a:pt x="294" y="333"/>
                  <a:pt x="294" y="333"/>
                </a:cubicBezTo>
                <a:cubicBezTo>
                  <a:pt x="279" y="395"/>
                  <a:pt x="270" y="462"/>
                  <a:pt x="268" y="533"/>
                </a:cubicBezTo>
                <a:cubicBezTo>
                  <a:pt x="68" y="533"/>
                  <a:pt x="68" y="533"/>
                  <a:pt x="68" y="533"/>
                </a:cubicBezTo>
                <a:cubicBezTo>
                  <a:pt x="72" y="478"/>
                  <a:pt x="85" y="423"/>
                  <a:pt x="106" y="372"/>
                </a:cubicBezTo>
                <a:close/>
                <a:moveTo>
                  <a:pt x="125" y="800"/>
                </a:moveTo>
                <a:cubicBezTo>
                  <a:pt x="118" y="787"/>
                  <a:pt x="112" y="774"/>
                  <a:pt x="106" y="761"/>
                </a:cubicBezTo>
                <a:cubicBezTo>
                  <a:pt x="85" y="710"/>
                  <a:pt x="72" y="656"/>
                  <a:pt x="68" y="600"/>
                </a:cubicBezTo>
                <a:cubicBezTo>
                  <a:pt x="268" y="600"/>
                  <a:pt x="268" y="600"/>
                  <a:pt x="268" y="600"/>
                </a:cubicBezTo>
                <a:cubicBezTo>
                  <a:pt x="270" y="671"/>
                  <a:pt x="279" y="738"/>
                  <a:pt x="294" y="800"/>
                </a:cubicBezTo>
                <a:lnTo>
                  <a:pt x="125" y="800"/>
                </a:lnTo>
                <a:close/>
                <a:moveTo>
                  <a:pt x="372" y="1027"/>
                </a:moveTo>
                <a:cubicBezTo>
                  <a:pt x="313" y="1002"/>
                  <a:pt x="259" y="966"/>
                  <a:pt x="213" y="920"/>
                </a:cubicBezTo>
                <a:cubicBezTo>
                  <a:pt x="197" y="903"/>
                  <a:pt x="181" y="885"/>
                  <a:pt x="167" y="867"/>
                </a:cubicBezTo>
                <a:cubicBezTo>
                  <a:pt x="312" y="867"/>
                  <a:pt x="312" y="867"/>
                  <a:pt x="312" y="867"/>
                </a:cubicBezTo>
                <a:cubicBezTo>
                  <a:pt x="335" y="935"/>
                  <a:pt x="365" y="994"/>
                  <a:pt x="401" y="1038"/>
                </a:cubicBezTo>
                <a:cubicBezTo>
                  <a:pt x="391" y="1035"/>
                  <a:pt x="382" y="1031"/>
                  <a:pt x="372" y="1027"/>
                </a:cubicBezTo>
                <a:close/>
                <a:moveTo>
                  <a:pt x="534" y="1061"/>
                </a:moveTo>
                <a:cubicBezTo>
                  <a:pt x="520" y="1056"/>
                  <a:pt x="506" y="1048"/>
                  <a:pt x="492" y="1037"/>
                </a:cubicBezTo>
                <a:cubicBezTo>
                  <a:pt x="464" y="1014"/>
                  <a:pt x="437" y="979"/>
                  <a:pt x="414" y="936"/>
                </a:cubicBezTo>
                <a:cubicBezTo>
                  <a:pt x="402" y="915"/>
                  <a:pt x="392" y="891"/>
                  <a:pt x="383" y="867"/>
                </a:cubicBezTo>
                <a:cubicBezTo>
                  <a:pt x="534" y="867"/>
                  <a:pt x="534" y="867"/>
                  <a:pt x="534" y="867"/>
                </a:cubicBezTo>
                <a:lnTo>
                  <a:pt x="534" y="1061"/>
                </a:lnTo>
                <a:close/>
                <a:moveTo>
                  <a:pt x="534" y="800"/>
                </a:moveTo>
                <a:cubicBezTo>
                  <a:pt x="362" y="800"/>
                  <a:pt x="362" y="800"/>
                  <a:pt x="362" y="800"/>
                </a:cubicBezTo>
                <a:cubicBezTo>
                  <a:pt x="360" y="791"/>
                  <a:pt x="358" y="782"/>
                  <a:pt x="356" y="773"/>
                </a:cubicBezTo>
                <a:cubicBezTo>
                  <a:pt x="343" y="718"/>
                  <a:pt x="336" y="660"/>
                  <a:pt x="334" y="600"/>
                </a:cubicBezTo>
                <a:cubicBezTo>
                  <a:pt x="534" y="600"/>
                  <a:pt x="534" y="600"/>
                  <a:pt x="534" y="600"/>
                </a:cubicBezTo>
                <a:lnTo>
                  <a:pt x="534" y="800"/>
                </a:lnTo>
                <a:close/>
                <a:moveTo>
                  <a:pt x="534" y="533"/>
                </a:moveTo>
                <a:cubicBezTo>
                  <a:pt x="334" y="533"/>
                  <a:pt x="334" y="533"/>
                  <a:pt x="334" y="533"/>
                </a:cubicBezTo>
                <a:cubicBezTo>
                  <a:pt x="336" y="474"/>
                  <a:pt x="343" y="416"/>
                  <a:pt x="356" y="361"/>
                </a:cubicBezTo>
                <a:cubicBezTo>
                  <a:pt x="358" y="351"/>
                  <a:pt x="360" y="342"/>
                  <a:pt x="362" y="333"/>
                </a:cubicBezTo>
                <a:cubicBezTo>
                  <a:pt x="534" y="333"/>
                  <a:pt x="534" y="333"/>
                  <a:pt x="534" y="333"/>
                </a:cubicBezTo>
                <a:lnTo>
                  <a:pt x="534" y="533"/>
                </a:lnTo>
                <a:close/>
                <a:moveTo>
                  <a:pt x="534" y="267"/>
                </a:moveTo>
                <a:cubicBezTo>
                  <a:pt x="383" y="267"/>
                  <a:pt x="383" y="267"/>
                  <a:pt x="383" y="267"/>
                </a:cubicBezTo>
                <a:cubicBezTo>
                  <a:pt x="392" y="242"/>
                  <a:pt x="402" y="219"/>
                  <a:pt x="414" y="197"/>
                </a:cubicBezTo>
                <a:cubicBezTo>
                  <a:pt x="437" y="154"/>
                  <a:pt x="464" y="119"/>
                  <a:pt x="492" y="97"/>
                </a:cubicBezTo>
                <a:cubicBezTo>
                  <a:pt x="506" y="86"/>
                  <a:pt x="520" y="78"/>
                  <a:pt x="534" y="73"/>
                </a:cubicBezTo>
                <a:lnTo>
                  <a:pt x="534" y="267"/>
                </a:lnTo>
                <a:close/>
                <a:moveTo>
                  <a:pt x="1009" y="333"/>
                </a:moveTo>
                <a:cubicBezTo>
                  <a:pt x="1016" y="346"/>
                  <a:pt x="1022" y="359"/>
                  <a:pt x="1028" y="372"/>
                </a:cubicBezTo>
                <a:cubicBezTo>
                  <a:pt x="1049" y="423"/>
                  <a:pt x="1062" y="478"/>
                  <a:pt x="1066" y="533"/>
                </a:cubicBezTo>
                <a:cubicBezTo>
                  <a:pt x="866" y="533"/>
                  <a:pt x="866" y="533"/>
                  <a:pt x="866" y="533"/>
                </a:cubicBezTo>
                <a:cubicBezTo>
                  <a:pt x="864" y="462"/>
                  <a:pt x="855" y="395"/>
                  <a:pt x="840" y="333"/>
                </a:cubicBezTo>
                <a:lnTo>
                  <a:pt x="1009" y="333"/>
                </a:lnTo>
                <a:close/>
                <a:moveTo>
                  <a:pt x="762" y="106"/>
                </a:moveTo>
                <a:cubicBezTo>
                  <a:pt x="821" y="131"/>
                  <a:pt x="875" y="167"/>
                  <a:pt x="921" y="213"/>
                </a:cubicBezTo>
                <a:cubicBezTo>
                  <a:pt x="937" y="230"/>
                  <a:pt x="953" y="248"/>
                  <a:pt x="967" y="267"/>
                </a:cubicBezTo>
                <a:cubicBezTo>
                  <a:pt x="822" y="267"/>
                  <a:pt x="822" y="267"/>
                  <a:pt x="822" y="267"/>
                </a:cubicBezTo>
                <a:cubicBezTo>
                  <a:pt x="799" y="198"/>
                  <a:pt x="769" y="140"/>
                  <a:pt x="733" y="95"/>
                </a:cubicBezTo>
                <a:cubicBezTo>
                  <a:pt x="743" y="98"/>
                  <a:pt x="752" y="102"/>
                  <a:pt x="762" y="106"/>
                </a:cubicBezTo>
                <a:close/>
                <a:moveTo>
                  <a:pt x="600" y="73"/>
                </a:moveTo>
                <a:cubicBezTo>
                  <a:pt x="614" y="78"/>
                  <a:pt x="628" y="86"/>
                  <a:pt x="642" y="97"/>
                </a:cubicBezTo>
                <a:cubicBezTo>
                  <a:pt x="670" y="119"/>
                  <a:pt x="697" y="154"/>
                  <a:pt x="720" y="197"/>
                </a:cubicBezTo>
                <a:cubicBezTo>
                  <a:pt x="732" y="219"/>
                  <a:pt x="742" y="242"/>
                  <a:pt x="751" y="267"/>
                </a:cubicBezTo>
                <a:cubicBezTo>
                  <a:pt x="600" y="267"/>
                  <a:pt x="600" y="267"/>
                  <a:pt x="600" y="267"/>
                </a:cubicBezTo>
                <a:lnTo>
                  <a:pt x="600" y="73"/>
                </a:lnTo>
                <a:close/>
                <a:moveTo>
                  <a:pt x="600" y="333"/>
                </a:moveTo>
                <a:cubicBezTo>
                  <a:pt x="772" y="333"/>
                  <a:pt x="772" y="333"/>
                  <a:pt x="772" y="333"/>
                </a:cubicBezTo>
                <a:cubicBezTo>
                  <a:pt x="774" y="342"/>
                  <a:pt x="776" y="351"/>
                  <a:pt x="778" y="361"/>
                </a:cubicBezTo>
                <a:cubicBezTo>
                  <a:pt x="791" y="416"/>
                  <a:pt x="798" y="474"/>
                  <a:pt x="800" y="533"/>
                </a:cubicBezTo>
                <a:cubicBezTo>
                  <a:pt x="600" y="533"/>
                  <a:pt x="600" y="533"/>
                  <a:pt x="600" y="533"/>
                </a:cubicBezTo>
                <a:lnTo>
                  <a:pt x="600" y="333"/>
                </a:lnTo>
                <a:close/>
                <a:moveTo>
                  <a:pt x="600" y="600"/>
                </a:moveTo>
                <a:cubicBezTo>
                  <a:pt x="800" y="600"/>
                  <a:pt x="800" y="600"/>
                  <a:pt x="800" y="600"/>
                </a:cubicBezTo>
                <a:cubicBezTo>
                  <a:pt x="798" y="660"/>
                  <a:pt x="791" y="718"/>
                  <a:pt x="778" y="773"/>
                </a:cubicBezTo>
                <a:cubicBezTo>
                  <a:pt x="776" y="782"/>
                  <a:pt x="774" y="791"/>
                  <a:pt x="772" y="800"/>
                </a:cubicBezTo>
                <a:cubicBezTo>
                  <a:pt x="600" y="800"/>
                  <a:pt x="600" y="800"/>
                  <a:pt x="600" y="800"/>
                </a:cubicBezTo>
                <a:lnTo>
                  <a:pt x="600" y="600"/>
                </a:lnTo>
                <a:close/>
                <a:moveTo>
                  <a:pt x="642" y="1037"/>
                </a:moveTo>
                <a:cubicBezTo>
                  <a:pt x="628" y="1048"/>
                  <a:pt x="614" y="1056"/>
                  <a:pt x="600" y="1061"/>
                </a:cubicBezTo>
                <a:cubicBezTo>
                  <a:pt x="600" y="867"/>
                  <a:pt x="600" y="867"/>
                  <a:pt x="600" y="867"/>
                </a:cubicBezTo>
                <a:cubicBezTo>
                  <a:pt x="751" y="867"/>
                  <a:pt x="751" y="867"/>
                  <a:pt x="751" y="867"/>
                </a:cubicBezTo>
                <a:cubicBezTo>
                  <a:pt x="742" y="891"/>
                  <a:pt x="732" y="915"/>
                  <a:pt x="720" y="936"/>
                </a:cubicBezTo>
                <a:cubicBezTo>
                  <a:pt x="697" y="979"/>
                  <a:pt x="670" y="1014"/>
                  <a:pt x="642" y="1037"/>
                </a:cubicBezTo>
                <a:close/>
                <a:moveTo>
                  <a:pt x="921" y="920"/>
                </a:moveTo>
                <a:cubicBezTo>
                  <a:pt x="875" y="966"/>
                  <a:pt x="821" y="1002"/>
                  <a:pt x="762" y="1027"/>
                </a:cubicBezTo>
                <a:cubicBezTo>
                  <a:pt x="752" y="1031"/>
                  <a:pt x="743" y="1035"/>
                  <a:pt x="733" y="1038"/>
                </a:cubicBezTo>
                <a:cubicBezTo>
                  <a:pt x="769" y="994"/>
                  <a:pt x="799" y="935"/>
                  <a:pt x="822" y="867"/>
                </a:cubicBezTo>
                <a:cubicBezTo>
                  <a:pt x="967" y="867"/>
                  <a:pt x="967" y="867"/>
                  <a:pt x="967" y="867"/>
                </a:cubicBezTo>
                <a:cubicBezTo>
                  <a:pt x="953" y="885"/>
                  <a:pt x="937" y="903"/>
                  <a:pt x="921" y="920"/>
                </a:cubicBezTo>
                <a:close/>
                <a:moveTo>
                  <a:pt x="1028" y="761"/>
                </a:moveTo>
                <a:cubicBezTo>
                  <a:pt x="1022" y="774"/>
                  <a:pt x="1016" y="787"/>
                  <a:pt x="1009" y="800"/>
                </a:cubicBezTo>
                <a:cubicBezTo>
                  <a:pt x="840" y="800"/>
                  <a:pt x="840" y="800"/>
                  <a:pt x="840" y="800"/>
                </a:cubicBezTo>
                <a:cubicBezTo>
                  <a:pt x="855" y="738"/>
                  <a:pt x="864" y="671"/>
                  <a:pt x="866" y="600"/>
                </a:cubicBezTo>
                <a:cubicBezTo>
                  <a:pt x="1066" y="600"/>
                  <a:pt x="1066" y="600"/>
                  <a:pt x="1066" y="600"/>
                </a:cubicBezTo>
                <a:cubicBezTo>
                  <a:pt x="1062" y="656"/>
                  <a:pt x="1049" y="710"/>
                  <a:pt x="1028" y="76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30" name="Freeform 29"/>
          <p:cNvSpPr>
            <a:spLocks noEditPoints="1"/>
          </p:cNvSpPr>
          <p:nvPr/>
        </p:nvSpPr>
        <p:spPr bwMode="auto">
          <a:xfrm>
            <a:off x="5584113" y="2500749"/>
            <a:ext cx="536864" cy="410681"/>
          </a:xfrm>
          <a:custGeom>
            <a:avLst/>
            <a:gdLst>
              <a:gd name="T0" fmla="*/ 1100 w 1134"/>
              <a:gd name="T1" fmla="*/ 0 h 867"/>
              <a:gd name="T2" fmla="*/ 934 w 1134"/>
              <a:gd name="T3" fmla="*/ 0 h 867"/>
              <a:gd name="T4" fmla="*/ 900 w 1134"/>
              <a:gd name="T5" fmla="*/ 34 h 867"/>
              <a:gd name="T6" fmla="*/ 900 w 1134"/>
              <a:gd name="T7" fmla="*/ 834 h 867"/>
              <a:gd name="T8" fmla="*/ 934 w 1134"/>
              <a:gd name="T9" fmla="*/ 867 h 867"/>
              <a:gd name="T10" fmla="*/ 1100 w 1134"/>
              <a:gd name="T11" fmla="*/ 867 h 867"/>
              <a:gd name="T12" fmla="*/ 1134 w 1134"/>
              <a:gd name="T13" fmla="*/ 834 h 867"/>
              <a:gd name="T14" fmla="*/ 1134 w 1134"/>
              <a:gd name="T15" fmla="*/ 34 h 867"/>
              <a:gd name="T16" fmla="*/ 1100 w 1134"/>
              <a:gd name="T17" fmla="*/ 0 h 867"/>
              <a:gd name="T18" fmla="*/ 800 w 1134"/>
              <a:gd name="T19" fmla="*/ 200 h 867"/>
              <a:gd name="T20" fmla="*/ 634 w 1134"/>
              <a:gd name="T21" fmla="*/ 200 h 867"/>
              <a:gd name="T22" fmla="*/ 600 w 1134"/>
              <a:gd name="T23" fmla="*/ 234 h 867"/>
              <a:gd name="T24" fmla="*/ 600 w 1134"/>
              <a:gd name="T25" fmla="*/ 834 h 867"/>
              <a:gd name="T26" fmla="*/ 634 w 1134"/>
              <a:gd name="T27" fmla="*/ 867 h 867"/>
              <a:gd name="T28" fmla="*/ 800 w 1134"/>
              <a:gd name="T29" fmla="*/ 867 h 867"/>
              <a:gd name="T30" fmla="*/ 834 w 1134"/>
              <a:gd name="T31" fmla="*/ 834 h 867"/>
              <a:gd name="T32" fmla="*/ 834 w 1134"/>
              <a:gd name="T33" fmla="*/ 234 h 867"/>
              <a:gd name="T34" fmla="*/ 800 w 1134"/>
              <a:gd name="T35" fmla="*/ 200 h 867"/>
              <a:gd name="T36" fmla="*/ 500 w 1134"/>
              <a:gd name="T37" fmla="*/ 400 h 867"/>
              <a:gd name="T38" fmla="*/ 334 w 1134"/>
              <a:gd name="T39" fmla="*/ 400 h 867"/>
              <a:gd name="T40" fmla="*/ 300 w 1134"/>
              <a:gd name="T41" fmla="*/ 434 h 867"/>
              <a:gd name="T42" fmla="*/ 300 w 1134"/>
              <a:gd name="T43" fmla="*/ 834 h 867"/>
              <a:gd name="T44" fmla="*/ 334 w 1134"/>
              <a:gd name="T45" fmla="*/ 867 h 867"/>
              <a:gd name="T46" fmla="*/ 500 w 1134"/>
              <a:gd name="T47" fmla="*/ 867 h 867"/>
              <a:gd name="T48" fmla="*/ 534 w 1134"/>
              <a:gd name="T49" fmla="*/ 834 h 867"/>
              <a:gd name="T50" fmla="*/ 534 w 1134"/>
              <a:gd name="T51" fmla="*/ 434 h 867"/>
              <a:gd name="T52" fmla="*/ 500 w 1134"/>
              <a:gd name="T53" fmla="*/ 400 h 867"/>
              <a:gd name="T54" fmla="*/ 200 w 1134"/>
              <a:gd name="T55" fmla="*/ 600 h 867"/>
              <a:gd name="T56" fmla="*/ 34 w 1134"/>
              <a:gd name="T57" fmla="*/ 600 h 867"/>
              <a:gd name="T58" fmla="*/ 0 w 1134"/>
              <a:gd name="T59" fmla="*/ 634 h 867"/>
              <a:gd name="T60" fmla="*/ 0 w 1134"/>
              <a:gd name="T61" fmla="*/ 834 h 867"/>
              <a:gd name="T62" fmla="*/ 34 w 1134"/>
              <a:gd name="T63" fmla="*/ 867 h 867"/>
              <a:gd name="T64" fmla="*/ 200 w 1134"/>
              <a:gd name="T65" fmla="*/ 867 h 867"/>
              <a:gd name="T66" fmla="*/ 234 w 1134"/>
              <a:gd name="T67" fmla="*/ 834 h 867"/>
              <a:gd name="T68" fmla="*/ 234 w 1134"/>
              <a:gd name="T69" fmla="*/ 634 h 867"/>
              <a:gd name="T70" fmla="*/ 200 w 1134"/>
              <a:gd name="T71" fmla="*/ 600 h 8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134" h="867">
                <a:moveTo>
                  <a:pt x="1100" y="0"/>
                </a:moveTo>
                <a:cubicBezTo>
                  <a:pt x="934" y="0"/>
                  <a:pt x="934" y="0"/>
                  <a:pt x="934" y="0"/>
                </a:cubicBezTo>
                <a:cubicBezTo>
                  <a:pt x="915" y="0"/>
                  <a:pt x="900" y="15"/>
                  <a:pt x="900" y="34"/>
                </a:cubicBezTo>
                <a:cubicBezTo>
                  <a:pt x="900" y="834"/>
                  <a:pt x="900" y="834"/>
                  <a:pt x="900" y="834"/>
                </a:cubicBezTo>
                <a:cubicBezTo>
                  <a:pt x="900" y="852"/>
                  <a:pt x="915" y="867"/>
                  <a:pt x="934" y="867"/>
                </a:cubicBezTo>
                <a:cubicBezTo>
                  <a:pt x="1100" y="867"/>
                  <a:pt x="1100" y="867"/>
                  <a:pt x="1100" y="867"/>
                </a:cubicBezTo>
                <a:cubicBezTo>
                  <a:pt x="1119" y="867"/>
                  <a:pt x="1134" y="852"/>
                  <a:pt x="1134" y="834"/>
                </a:cubicBezTo>
                <a:cubicBezTo>
                  <a:pt x="1134" y="34"/>
                  <a:pt x="1134" y="34"/>
                  <a:pt x="1134" y="34"/>
                </a:cubicBezTo>
                <a:cubicBezTo>
                  <a:pt x="1134" y="15"/>
                  <a:pt x="1119" y="0"/>
                  <a:pt x="1100" y="0"/>
                </a:cubicBezTo>
                <a:close/>
                <a:moveTo>
                  <a:pt x="800" y="200"/>
                </a:moveTo>
                <a:cubicBezTo>
                  <a:pt x="634" y="200"/>
                  <a:pt x="634" y="200"/>
                  <a:pt x="634" y="200"/>
                </a:cubicBezTo>
                <a:cubicBezTo>
                  <a:pt x="615" y="200"/>
                  <a:pt x="600" y="215"/>
                  <a:pt x="600" y="234"/>
                </a:cubicBezTo>
                <a:cubicBezTo>
                  <a:pt x="600" y="834"/>
                  <a:pt x="600" y="834"/>
                  <a:pt x="600" y="834"/>
                </a:cubicBezTo>
                <a:cubicBezTo>
                  <a:pt x="600" y="852"/>
                  <a:pt x="615" y="867"/>
                  <a:pt x="634" y="867"/>
                </a:cubicBezTo>
                <a:cubicBezTo>
                  <a:pt x="800" y="867"/>
                  <a:pt x="800" y="867"/>
                  <a:pt x="800" y="867"/>
                </a:cubicBezTo>
                <a:cubicBezTo>
                  <a:pt x="819" y="867"/>
                  <a:pt x="834" y="852"/>
                  <a:pt x="834" y="834"/>
                </a:cubicBezTo>
                <a:cubicBezTo>
                  <a:pt x="834" y="234"/>
                  <a:pt x="834" y="234"/>
                  <a:pt x="834" y="234"/>
                </a:cubicBezTo>
                <a:cubicBezTo>
                  <a:pt x="834" y="215"/>
                  <a:pt x="819" y="200"/>
                  <a:pt x="800" y="200"/>
                </a:cubicBezTo>
                <a:close/>
                <a:moveTo>
                  <a:pt x="500" y="400"/>
                </a:moveTo>
                <a:cubicBezTo>
                  <a:pt x="334" y="400"/>
                  <a:pt x="334" y="400"/>
                  <a:pt x="334" y="400"/>
                </a:cubicBezTo>
                <a:cubicBezTo>
                  <a:pt x="315" y="400"/>
                  <a:pt x="300" y="415"/>
                  <a:pt x="300" y="434"/>
                </a:cubicBezTo>
                <a:cubicBezTo>
                  <a:pt x="300" y="834"/>
                  <a:pt x="300" y="834"/>
                  <a:pt x="300" y="834"/>
                </a:cubicBezTo>
                <a:cubicBezTo>
                  <a:pt x="300" y="852"/>
                  <a:pt x="315" y="867"/>
                  <a:pt x="334" y="867"/>
                </a:cubicBezTo>
                <a:cubicBezTo>
                  <a:pt x="500" y="867"/>
                  <a:pt x="500" y="867"/>
                  <a:pt x="500" y="867"/>
                </a:cubicBezTo>
                <a:cubicBezTo>
                  <a:pt x="519" y="867"/>
                  <a:pt x="534" y="852"/>
                  <a:pt x="534" y="834"/>
                </a:cubicBezTo>
                <a:cubicBezTo>
                  <a:pt x="534" y="434"/>
                  <a:pt x="534" y="434"/>
                  <a:pt x="534" y="434"/>
                </a:cubicBezTo>
                <a:cubicBezTo>
                  <a:pt x="534" y="415"/>
                  <a:pt x="519" y="400"/>
                  <a:pt x="500" y="400"/>
                </a:cubicBezTo>
                <a:close/>
                <a:moveTo>
                  <a:pt x="200" y="600"/>
                </a:moveTo>
                <a:cubicBezTo>
                  <a:pt x="34" y="600"/>
                  <a:pt x="34" y="600"/>
                  <a:pt x="34" y="600"/>
                </a:cubicBezTo>
                <a:cubicBezTo>
                  <a:pt x="15" y="600"/>
                  <a:pt x="0" y="615"/>
                  <a:pt x="0" y="634"/>
                </a:cubicBezTo>
                <a:cubicBezTo>
                  <a:pt x="0" y="834"/>
                  <a:pt x="0" y="834"/>
                  <a:pt x="0" y="834"/>
                </a:cubicBezTo>
                <a:cubicBezTo>
                  <a:pt x="0" y="852"/>
                  <a:pt x="15" y="867"/>
                  <a:pt x="34" y="867"/>
                </a:cubicBezTo>
                <a:cubicBezTo>
                  <a:pt x="200" y="867"/>
                  <a:pt x="200" y="867"/>
                  <a:pt x="200" y="867"/>
                </a:cubicBezTo>
                <a:cubicBezTo>
                  <a:pt x="219" y="867"/>
                  <a:pt x="234" y="852"/>
                  <a:pt x="234" y="834"/>
                </a:cubicBezTo>
                <a:cubicBezTo>
                  <a:pt x="234" y="634"/>
                  <a:pt x="234" y="634"/>
                  <a:pt x="234" y="634"/>
                </a:cubicBezTo>
                <a:cubicBezTo>
                  <a:pt x="234" y="615"/>
                  <a:pt x="219" y="600"/>
                  <a:pt x="200" y="60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31" name="Freeform 117"/>
          <p:cNvSpPr>
            <a:spLocks noEditPoints="1"/>
          </p:cNvSpPr>
          <p:nvPr/>
        </p:nvSpPr>
        <p:spPr bwMode="auto">
          <a:xfrm>
            <a:off x="3627792" y="3667306"/>
            <a:ext cx="337330" cy="545213"/>
          </a:xfrm>
          <a:custGeom>
            <a:avLst/>
            <a:gdLst>
              <a:gd name="T0" fmla="*/ 467 w 700"/>
              <a:gd name="T1" fmla="*/ 0 h 1133"/>
              <a:gd name="T2" fmla="*/ 467 w 700"/>
              <a:gd name="T3" fmla="*/ 0 h 1133"/>
              <a:gd name="T4" fmla="*/ 67 w 700"/>
              <a:gd name="T5" fmla="*/ 0 h 1133"/>
              <a:gd name="T6" fmla="*/ 0 w 700"/>
              <a:gd name="T7" fmla="*/ 67 h 1133"/>
              <a:gd name="T8" fmla="*/ 0 w 700"/>
              <a:gd name="T9" fmla="*/ 1067 h 1133"/>
              <a:gd name="T10" fmla="*/ 67 w 700"/>
              <a:gd name="T11" fmla="*/ 1133 h 1133"/>
              <a:gd name="T12" fmla="*/ 633 w 700"/>
              <a:gd name="T13" fmla="*/ 1133 h 1133"/>
              <a:gd name="T14" fmla="*/ 700 w 700"/>
              <a:gd name="T15" fmla="*/ 1067 h 1133"/>
              <a:gd name="T16" fmla="*/ 700 w 700"/>
              <a:gd name="T17" fmla="*/ 233 h 1133"/>
              <a:gd name="T18" fmla="*/ 700 w 700"/>
              <a:gd name="T19" fmla="*/ 233 h 1133"/>
              <a:gd name="T20" fmla="*/ 467 w 700"/>
              <a:gd name="T21" fmla="*/ 0 h 1133"/>
              <a:gd name="T22" fmla="*/ 67 w 700"/>
              <a:gd name="T23" fmla="*/ 533 h 1133"/>
              <a:gd name="T24" fmla="*/ 100 w 700"/>
              <a:gd name="T25" fmla="*/ 500 h 1133"/>
              <a:gd name="T26" fmla="*/ 233 w 700"/>
              <a:gd name="T27" fmla="*/ 500 h 1133"/>
              <a:gd name="T28" fmla="*/ 233 w 700"/>
              <a:gd name="T29" fmla="*/ 667 h 1133"/>
              <a:gd name="T30" fmla="*/ 67 w 700"/>
              <a:gd name="T31" fmla="*/ 667 h 1133"/>
              <a:gd name="T32" fmla="*/ 67 w 700"/>
              <a:gd name="T33" fmla="*/ 533 h 1133"/>
              <a:gd name="T34" fmla="*/ 67 w 700"/>
              <a:gd name="T35" fmla="*/ 700 h 1133"/>
              <a:gd name="T36" fmla="*/ 267 w 700"/>
              <a:gd name="T37" fmla="*/ 700 h 1133"/>
              <a:gd name="T38" fmla="*/ 267 w 700"/>
              <a:gd name="T39" fmla="*/ 679 h 1133"/>
              <a:gd name="T40" fmla="*/ 267 w 700"/>
              <a:gd name="T41" fmla="*/ 667 h 1133"/>
              <a:gd name="T42" fmla="*/ 267 w 700"/>
              <a:gd name="T43" fmla="*/ 500 h 1133"/>
              <a:gd name="T44" fmla="*/ 433 w 700"/>
              <a:gd name="T45" fmla="*/ 500 h 1133"/>
              <a:gd name="T46" fmla="*/ 433 w 700"/>
              <a:gd name="T47" fmla="*/ 867 h 1133"/>
              <a:gd name="T48" fmla="*/ 67 w 700"/>
              <a:gd name="T49" fmla="*/ 867 h 1133"/>
              <a:gd name="T50" fmla="*/ 67 w 700"/>
              <a:gd name="T51" fmla="*/ 700 h 1133"/>
              <a:gd name="T52" fmla="*/ 633 w 700"/>
              <a:gd name="T53" fmla="*/ 1033 h 1133"/>
              <a:gd name="T54" fmla="*/ 600 w 700"/>
              <a:gd name="T55" fmla="*/ 1067 h 1133"/>
              <a:gd name="T56" fmla="*/ 100 w 700"/>
              <a:gd name="T57" fmla="*/ 1067 h 1133"/>
              <a:gd name="T58" fmla="*/ 67 w 700"/>
              <a:gd name="T59" fmla="*/ 1033 h 1133"/>
              <a:gd name="T60" fmla="*/ 67 w 700"/>
              <a:gd name="T61" fmla="*/ 900 h 1133"/>
              <a:gd name="T62" fmla="*/ 233 w 700"/>
              <a:gd name="T63" fmla="*/ 900 h 1133"/>
              <a:gd name="T64" fmla="*/ 233 w 700"/>
              <a:gd name="T65" fmla="*/ 1067 h 1133"/>
              <a:gd name="T66" fmla="*/ 267 w 700"/>
              <a:gd name="T67" fmla="*/ 1067 h 1133"/>
              <a:gd name="T68" fmla="*/ 267 w 700"/>
              <a:gd name="T69" fmla="*/ 900 h 1133"/>
              <a:gd name="T70" fmla="*/ 433 w 700"/>
              <a:gd name="T71" fmla="*/ 900 h 1133"/>
              <a:gd name="T72" fmla="*/ 433 w 700"/>
              <a:gd name="T73" fmla="*/ 1067 h 1133"/>
              <a:gd name="T74" fmla="*/ 467 w 700"/>
              <a:gd name="T75" fmla="*/ 1067 h 1133"/>
              <a:gd name="T76" fmla="*/ 467 w 700"/>
              <a:gd name="T77" fmla="*/ 900 h 1133"/>
              <a:gd name="T78" fmla="*/ 633 w 700"/>
              <a:gd name="T79" fmla="*/ 900 h 1133"/>
              <a:gd name="T80" fmla="*/ 633 w 700"/>
              <a:gd name="T81" fmla="*/ 1033 h 1133"/>
              <a:gd name="T82" fmla="*/ 633 w 700"/>
              <a:gd name="T83" fmla="*/ 867 h 1133"/>
              <a:gd name="T84" fmla="*/ 467 w 700"/>
              <a:gd name="T85" fmla="*/ 867 h 1133"/>
              <a:gd name="T86" fmla="*/ 467 w 700"/>
              <a:gd name="T87" fmla="*/ 700 h 1133"/>
              <a:gd name="T88" fmla="*/ 633 w 700"/>
              <a:gd name="T89" fmla="*/ 700 h 1133"/>
              <a:gd name="T90" fmla="*/ 633 w 700"/>
              <a:gd name="T91" fmla="*/ 867 h 1133"/>
              <a:gd name="T92" fmla="*/ 633 w 700"/>
              <a:gd name="T93" fmla="*/ 667 h 1133"/>
              <a:gd name="T94" fmla="*/ 467 w 700"/>
              <a:gd name="T95" fmla="*/ 667 h 1133"/>
              <a:gd name="T96" fmla="*/ 467 w 700"/>
              <a:gd name="T97" fmla="*/ 500 h 1133"/>
              <a:gd name="T98" fmla="*/ 600 w 700"/>
              <a:gd name="T99" fmla="*/ 500 h 1133"/>
              <a:gd name="T100" fmla="*/ 633 w 700"/>
              <a:gd name="T101" fmla="*/ 533 h 1133"/>
              <a:gd name="T102" fmla="*/ 633 w 700"/>
              <a:gd name="T103" fmla="*/ 667 h 1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700" h="1133">
                <a:moveTo>
                  <a:pt x="467" y="0"/>
                </a:moveTo>
                <a:cubicBezTo>
                  <a:pt x="467" y="0"/>
                  <a:pt x="467" y="0"/>
                  <a:pt x="467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30" y="0"/>
                  <a:pt x="0" y="30"/>
                  <a:pt x="0" y="67"/>
                </a:cubicBezTo>
                <a:cubicBezTo>
                  <a:pt x="0" y="1067"/>
                  <a:pt x="0" y="1067"/>
                  <a:pt x="0" y="1067"/>
                </a:cubicBezTo>
                <a:cubicBezTo>
                  <a:pt x="0" y="1103"/>
                  <a:pt x="30" y="1133"/>
                  <a:pt x="67" y="1133"/>
                </a:cubicBezTo>
                <a:cubicBezTo>
                  <a:pt x="633" y="1133"/>
                  <a:pt x="633" y="1133"/>
                  <a:pt x="633" y="1133"/>
                </a:cubicBezTo>
                <a:cubicBezTo>
                  <a:pt x="670" y="1133"/>
                  <a:pt x="700" y="1103"/>
                  <a:pt x="700" y="1067"/>
                </a:cubicBezTo>
                <a:cubicBezTo>
                  <a:pt x="700" y="233"/>
                  <a:pt x="700" y="233"/>
                  <a:pt x="700" y="233"/>
                </a:cubicBezTo>
                <a:cubicBezTo>
                  <a:pt x="700" y="233"/>
                  <a:pt x="700" y="233"/>
                  <a:pt x="700" y="233"/>
                </a:cubicBezTo>
                <a:lnTo>
                  <a:pt x="467" y="0"/>
                </a:lnTo>
                <a:close/>
                <a:moveTo>
                  <a:pt x="67" y="533"/>
                </a:moveTo>
                <a:cubicBezTo>
                  <a:pt x="67" y="515"/>
                  <a:pt x="82" y="500"/>
                  <a:pt x="100" y="500"/>
                </a:cubicBezTo>
                <a:cubicBezTo>
                  <a:pt x="233" y="500"/>
                  <a:pt x="233" y="500"/>
                  <a:pt x="233" y="500"/>
                </a:cubicBezTo>
                <a:cubicBezTo>
                  <a:pt x="233" y="667"/>
                  <a:pt x="233" y="667"/>
                  <a:pt x="233" y="667"/>
                </a:cubicBezTo>
                <a:cubicBezTo>
                  <a:pt x="67" y="667"/>
                  <a:pt x="67" y="667"/>
                  <a:pt x="67" y="667"/>
                </a:cubicBezTo>
                <a:lnTo>
                  <a:pt x="67" y="533"/>
                </a:lnTo>
                <a:close/>
                <a:moveTo>
                  <a:pt x="67" y="700"/>
                </a:moveTo>
                <a:cubicBezTo>
                  <a:pt x="267" y="700"/>
                  <a:pt x="267" y="700"/>
                  <a:pt x="267" y="700"/>
                </a:cubicBezTo>
                <a:cubicBezTo>
                  <a:pt x="267" y="679"/>
                  <a:pt x="267" y="679"/>
                  <a:pt x="267" y="679"/>
                </a:cubicBezTo>
                <a:cubicBezTo>
                  <a:pt x="267" y="667"/>
                  <a:pt x="267" y="667"/>
                  <a:pt x="267" y="667"/>
                </a:cubicBezTo>
                <a:cubicBezTo>
                  <a:pt x="267" y="500"/>
                  <a:pt x="267" y="500"/>
                  <a:pt x="267" y="500"/>
                </a:cubicBezTo>
                <a:cubicBezTo>
                  <a:pt x="433" y="500"/>
                  <a:pt x="433" y="500"/>
                  <a:pt x="433" y="500"/>
                </a:cubicBezTo>
                <a:cubicBezTo>
                  <a:pt x="433" y="867"/>
                  <a:pt x="433" y="867"/>
                  <a:pt x="433" y="867"/>
                </a:cubicBezTo>
                <a:cubicBezTo>
                  <a:pt x="67" y="867"/>
                  <a:pt x="67" y="867"/>
                  <a:pt x="67" y="867"/>
                </a:cubicBezTo>
                <a:lnTo>
                  <a:pt x="67" y="700"/>
                </a:lnTo>
                <a:close/>
                <a:moveTo>
                  <a:pt x="633" y="1033"/>
                </a:moveTo>
                <a:cubicBezTo>
                  <a:pt x="633" y="1052"/>
                  <a:pt x="618" y="1067"/>
                  <a:pt x="600" y="1067"/>
                </a:cubicBezTo>
                <a:cubicBezTo>
                  <a:pt x="100" y="1067"/>
                  <a:pt x="100" y="1067"/>
                  <a:pt x="100" y="1067"/>
                </a:cubicBezTo>
                <a:cubicBezTo>
                  <a:pt x="82" y="1067"/>
                  <a:pt x="67" y="1052"/>
                  <a:pt x="67" y="1033"/>
                </a:cubicBezTo>
                <a:cubicBezTo>
                  <a:pt x="67" y="900"/>
                  <a:pt x="67" y="900"/>
                  <a:pt x="67" y="900"/>
                </a:cubicBezTo>
                <a:cubicBezTo>
                  <a:pt x="233" y="900"/>
                  <a:pt x="233" y="900"/>
                  <a:pt x="233" y="900"/>
                </a:cubicBezTo>
                <a:cubicBezTo>
                  <a:pt x="233" y="1067"/>
                  <a:pt x="233" y="1067"/>
                  <a:pt x="233" y="1067"/>
                </a:cubicBezTo>
                <a:cubicBezTo>
                  <a:pt x="267" y="1067"/>
                  <a:pt x="267" y="1067"/>
                  <a:pt x="267" y="1067"/>
                </a:cubicBezTo>
                <a:cubicBezTo>
                  <a:pt x="267" y="900"/>
                  <a:pt x="267" y="900"/>
                  <a:pt x="267" y="900"/>
                </a:cubicBezTo>
                <a:cubicBezTo>
                  <a:pt x="433" y="900"/>
                  <a:pt x="433" y="900"/>
                  <a:pt x="433" y="900"/>
                </a:cubicBezTo>
                <a:cubicBezTo>
                  <a:pt x="433" y="1067"/>
                  <a:pt x="433" y="1067"/>
                  <a:pt x="433" y="1067"/>
                </a:cubicBezTo>
                <a:cubicBezTo>
                  <a:pt x="467" y="1067"/>
                  <a:pt x="467" y="1067"/>
                  <a:pt x="467" y="1067"/>
                </a:cubicBezTo>
                <a:cubicBezTo>
                  <a:pt x="467" y="900"/>
                  <a:pt x="467" y="900"/>
                  <a:pt x="467" y="900"/>
                </a:cubicBezTo>
                <a:cubicBezTo>
                  <a:pt x="633" y="900"/>
                  <a:pt x="633" y="900"/>
                  <a:pt x="633" y="900"/>
                </a:cubicBezTo>
                <a:lnTo>
                  <a:pt x="633" y="1033"/>
                </a:lnTo>
                <a:close/>
                <a:moveTo>
                  <a:pt x="633" y="867"/>
                </a:moveTo>
                <a:cubicBezTo>
                  <a:pt x="467" y="867"/>
                  <a:pt x="467" y="867"/>
                  <a:pt x="467" y="867"/>
                </a:cubicBezTo>
                <a:cubicBezTo>
                  <a:pt x="467" y="700"/>
                  <a:pt x="467" y="700"/>
                  <a:pt x="467" y="700"/>
                </a:cubicBezTo>
                <a:cubicBezTo>
                  <a:pt x="633" y="700"/>
                  <a:pt x="633" y="700"/>
                  <a:pt x="633" y="700"/>
                </a:cubicBezTo>
                <a:lnTo>
                  <a:pt x="633" y="867"/>
                </a:lnTo>
                <a:close/>
                <a:moveTo>
                  <a:pt x="633" y="667"/>
                </a:moveTo>
                <a:cubicBezTo>
                  <a:pt x="467" y="667"/>
                  <a:pt x="467" y="667"/>
                  <a:pt x="467" y="667"/>
                </a:cubicBezTo>
                <a:cubicBezTo>
                  <a:pt x="467" y="500"/>
                  <a:pt x="467" y="500"/>
                  <a:pt x="467" y="500"/>
                </a:cubicBezTo>
                <a:cubicBezTo>
                  <a:pt x="600" y="500"/>
                  <a:pt x="600" y="500"/>
                  <a:pt x="600" y="500"/>
                </a:cubicBezTo>
                <a:cubicBezTo>
                  <a:pt x="618" y="500"/>
                  <a:pt x="633" y="515"/>
                  <a:pt x="633" y="533"/>
                </a:cubicBezTo>
                <a:lnTo>
                  <a:pt x="633" y="66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32" name="Freeform 75"/>
          <p:cNvSpPr>
            <a:spLocks noEditPoints="1"/>
          </p:cNvSpPr>
          <p:nvPr/>
        </p:nvSpPr>
        <p:spPr bwMode="auto">
          <a:xfrm>
            <a:off x="2789288" y="2483426"/>
            <a:ext cx="605378" cy="463092"/>
          </a:xfrm>
          <a:custGeom>
            <a:avLst/>
            <a:gdLst>
              <a:gd name="T0" fmla="*/ 667 w 1134"/>
              <a:gd name="T1" fmla="*/ 801 h 868"/>
              <a:gd name="T2" fmla="*/ 534 w 1134"/>
              <a:gd name="T3" fmla="*/ 801 h 868"/>
              <a:gd name="T4" fmla="*/ 534 w 1134"/>
              <a:gd name="T5" fmla="*/ 734 h 868"/>
              <a:gd name="T6" fmla="*/ 334 w 1134"/>
              <a:gd name="T7" fmla="*/ 734 h 868"/>
              <a:gd name="T8" fmla="*/ 334 w 1134"/>
              <a:gd name="T9" fmla="*/ 801 h 868"/>
              <a:gd name="T10" fmla="*/ 200 w 1134"/>
              <a:gd name="T11" fmla="*/ 801 h 868"/>
              <a:gd name="T12" fmla="*/ 167 w 1134"/>
              <a:gd name="T13" fmla="*/ 834 h 868"/>
              <a:gd name="T14" fmla="*/ 167 w 1134"/>
              <a:gd name="T15" fmla="*/ 868 h 868"/>
              <a:gd name="T16" fmla="*/ 200 w 1134"/>
              <a:gd name="T17" fmla="*/ 868 h 868"/>
              <a:gd name="T18" fmla="*/ 334 w 1134"/>
              <a:gd name="T19" fmla="*/ 868 h 868"/>
              <a:gd name="T20" fmla="*/ 534 w 1134"/>
              <a:gd name="T21" fmla="*/ 868 h 868"/>
              <a:gd name="T22" fmla="*/ 667 w 1134"/>
              <a:gd name="T23" fmla="*/ 868 h 868"/>
              <a:gd name="T24" fmla="*/ 700 w 1134"/>
              <a:gd name="T25" fmla="*/ 868 h 868"/>
              <a:gd name="T26" fmla="*/ 700 w 1134"/>
              <a:gd name="T27" fmla="*/ 834 h 868"/>
              <a:gd name="T28" fmla="*/ 667 w 1134"/>
              <a:gd name="T29" fmla="*/ 801 h 868"/>
              <a:gd name="T30" fmla="*/ 1067 w 1134"/>
              <a:gd name="T31" fmla="*/ 68 h 868"/>
              <a:gd name="T32" fmla="*/ 900 w 1134"/>
              <a:gd name="T33" fmla="*/ 68 h 868"/>
              <a:gd name="T34" fmla="*/ 900 w 1134"/>
              <a:gd name="T35" fmla="*/ 201 h 868"/>
              <a:gd name="T36" fmla="*/ 1067 w 1134"/>
              <a:gd name="T37" fmla="*/ 201 h 868"/>
              <a:gd name="T38" fmla="*/ 1067 w 1134"/>
              <a:gd name="T39" fmla="*/ 234 h 868"/>
              <a:gd name="T40" fmla="*/ 900 w 1134"/>
              <a:gd name="T41" fmla="*/ 234 h 868"/>
              <a:gd name="T42" fmla="*/ 900 w 1134"/>
              <a:gd name="T43" fmla="*/ 268 h 868"/>
              <a:gd name="T44" fmla="*/ 1067 w 1134"/>
              <a:gd name="T45" fmla="*/ 268 h 868"/>
              <a:gd name="T46" fmla="*/ 1067 w 1134"/>
              <a:gd name="T47" fmla="*/ 301 h 868"/>
              <a:gd name="T48" fmla="*/ 900 w 1134"/>
              <a:gd name="T49" fmla="*/ 301 h 868"/>
              <a:gd name="T50" fmla="*/ 900 w 1134"/>
              <a:gd name="T51" fmla="*/ 634 h 868"/>
              <a:gd name="T52" fmla="*/ 800 w 1134"/>
              <a:gd name="T53" fmla="*/ 734 h 868"/>
              <a:gd name="T54" fmla="*/ 767 w 1134"/>
              <a:gd name="T55" fmla="*/ 734 h 868"/>
              <a:gd name="T56" fmla="*/ 767 w 1134"/>
              <a:gd name="T57" fmla="*/ 801 h 868"/>
              <a:gd name="T58" fmla="*/ 834 w 1134"/>
              <a:gd name="T59" fmla="*/ 868 h 868"/>
              <a:gd name="T60" fmla="*/ 1067 w 1134"/>
              <a:gd name="T61" fmla="*/ 868 h 868"/>
              <a:gd name="T62" fmla="*/ 1134 w 1134"/>
              <a:gd name="T63" fmla="*/ 801 h 868"/>
              <a:gd name="T64" fmla="*/ 1134 w 1134"/>
              <a:gd name="T65" fmla="*/ 134 h 868"/>
              <a:gd name="T66" fmla="*/ 1067 w 1134"/>
              <a:gd name="T67" fmla="*/ 68 h 868"/>
              <a:gd name="T68" fmla="*/ 1033 w 1134"/>
              <a:gd name="T69" fmla="*/ 801 h 868"/>
              <a:gd name="T70" fmla="*/ 1000 w 1134"/>
              <a:gd name="T71" fmla="*/ 768 h 868"/>
              <a:gd name="T72" fmla="*/ 1033 w 1134"/>
              <a:gd name="T73" fmla="*/ 734 h 868"/>
              <a:gd name="T74" fmla="*/ 1067 w 1134"/>
              <a:gd name="T75" fmla="*/ 768 h 868"/>
              <a:gd name="T76" fmla="*/ 1033 w 1134"/>
              <a:gd name="T77" fmla="*/ 801 h 868"/>
              <a:gd name="T78" fmla="*/ 866 w 1134"/>
              <a:gd name="T79" fmla="*/ 633 h 868"/>
              <a:gd name="T80" fmla="*/ 866 w 1134"/>
              <a:gd name="T81" fmla="*/ 66 h 868"/>
              <a:gd name="T82" fmla="*/ 799 w 1134"/>
              <a:gd name="T83" fmla="*/ 0 h 868"/>
              <a:gd name="T84" fmla="*/ 67 w 1134"/>
              <a:gd name="T85" fmla="*/ 0 h 868"/>
              <a:gd name="T86" fmla="*/ 0 w 1134"/>
              <a:gd name="T87" fmla="*/ 66 h 868"/>
              <a:gd name="T88" fmla="*/ 0 w 1134"/>
              <a:gd name="T89" fmla="*/ 633 h 868"/>
              <a:gd name="T90" fmla="*/ 67 w 1134"/>
              <a:gd name="T91" fmla="*/ 700 h 868"/>
              <a:gd name="T92" fmla="*/ 799 w 1134"/>
              <a:gd name="T93" fmla="*/ 700 h 868"/>
              <a:gd name="T94" fmla="*/ 866 w 1134"/>
              <a:gd name="T95" fmla="*/ 633 h 868"/>
              <a:gd name="T96" fmla="*/ 67 w 1134"/>
              <a:gd name="T97" fmla="*/ 68 h 868"/>
              <a:gd name="T98" fmla="*/ 800 w 1134"/>
              <a:gd name="T99" fmla="*/ 68 h 868"/>
              <a:gd name="T100" fmla="*/ 800 w 1134"/>
              <a:gd name="T101" fmla="*/ 568 h 868"/>
              <a:gd name="T102" fmla="*/ 67 w 1134"/>
              <a:gd name="T103" fmla="*/ 568 h 868"/>
              <a:gd name="T104" fmla="*/ 67 w 1134"/>
              <a:gd name="T105" fmla="*/ 68 h 868"/>
              <a:gd name="T106" fmla="*/ 432 w 1134"/>
              <a:gd name="T107" fmla="*/ 666 h 868"/>
              <a:gd name="T108" fmla="*/ 399 w 1134"/>
              <a:gd name="T109" fmla="*/ 633 h 868"/>
              <a:gd name="T110" fmla="*/ 432 w 1134"/>
              <a:gd name="T111" fmla="*/ 600 h 868"/>
              <a:gd name="T112" fmla="*/ 466 w 1134"/>
              <a:gd name="T113" fmla="*/ 633 h 868"/>
              <a:gd name="T114" fmla="*/ 432 w 1134"/>
              <a:gd name="T115" fmla="*/ 666 h 8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134" h="868">
                <a:moveTo>
                  <a:pt x="667" y="801"/>
                </a:moveTo>
                <a:cubicBezTo>
                  <a:pt x="534" y="801"/>
                  <a:pt x="534" y="801"/>
                  <a:pt x="534" y="801"/>
                </a:cubicBezTo>
                <a:cubicBezTo>
                  <a:pt x="534" y="734"/>
                  <a:pt x="534" y="734"/>
                  <a:pt x="534" y="734"/>
                </a:cubicBezTo>
                <a:cubicBezTo>
                  <a:pt x="334" y="734"/>
                  <a:pt x="334" y="734"/>
                  <a:pt x="334" y="734"/>
                </a:cubicBezTo>
                <a:cubicBezTo>
                  <a:pt x="334" y="801"/>
                  <a:pt x="334" y="801"/>
                  <a:pt x="334" y="801"/>
                </a:cubicBezTo>
                <a:cubicBezTo>
                  <a:pt x="200" y="801"/>
                  <a:pt x="200" y="801"/>
                  <a:pt x="200" y="801"/>
                </a:cubicBezTo>
                <a:cubicBezTo>
                  <a:pt x="182" y="801"/>
                  <a:pt x="167" y="816"/>
                  <a:pt x="167" y="834"/>
                </a:cubicBezTo>
                <a:cubicBezTo>
                  <a:pt x="167" y="868"/>
                  <a:pt x="167" y="868"/>
                  <a:pt x="167" y="868"/>
                </a:cubicBezTo>
                <a:cubicBezTo>
                  <a:pt x="200" y="868"/>
                  <a:pt x="200" y="868"/>
                  <a:pt x="200" y="868"/>
                </a:cubicBezTo>
                <a:cubicBezTo>
                  <a:pt x="334" y="868"/>
                  <a:pt x="334" y="868"/>
                  <a:pt x="334" y="868"/>
                </a:cubicBezTo>
                <a:cubicBezTo>
                  <a:pt x="534" y="868"/>
                  <a:pt x="534" y="868"/>
                  <a:pt x="534" y="868"/>
                </a:cubicBezTo>
                <a:cubicBezTo>
                  <a:pt x="667" y="868"/>
                  <a:pt x="667" y="868"/>
                  <a:pt x="667" y="868"/>
                </a:cubicBezTo>
                <a:cubicBezTo>
                  <a:pt x="700" y="868"/>
                  <a:pt x="700" y="868"/>
                  <a:pt x="700" y="868"/>
                </a:cubicBezTo>
                <a:cubicBezTo>
                  <a:pt x="700" y="834"/>
                  <a:pt x="700" y="834"/>
                  <a:pt x="700" y="834"/>
                </a:cubicBezTo>
                <a:cubicBezTo>
                  <a:pt x="700" y="816"/>
                  <a:pt x="685" y="801"/>
                  <a:pt x="667" y="801"/>
                </a:cubicBezTo>
                <a:close/>
                <a:moveTo>
                  <a:pt x="1067" y="68"/>
                </a:moveTo>
                <a:cubicBezTo>
                  <a:pt x="900" y="68"/>
                  <a:pt x="900" y="68"/>
                  <a:pt x="900" y="68"/>
                </a:cubicBezTo>
                <a:cubicBezTo>
                  <a:pt x="900" y="201"/>
                  <a:pt x="900" y="201"/>
                  <a:pt x="900" y="201"/>
                </a:cubicBezTo>
                <a:cubicBezTo>
                  <a:pt x="1067" y="201"/>
                  <a:pt x="1067" y="201"/>
                  <a:pt x="1067" y="201"/>
                </a:cubicBezTo>
                <a:cubicBezTo>
                  <a:pt x="1067" y="234"/>
                  <a:pt x="1067" y="234"/>
                  <a:pt x="1067" y="234"/>
                </a:cubicBezTo>
                <a:cubicBezTo>
                  <a:pt x="900" y="234"/>
                  <a:pt x="900" y="234"/>
                  <a:pt x="900" y="234"/>
                </a:cubicBezTo>
                <a:cubicBezTo>
                  <a:pt x="900" y="268"/>
                  <a:pt x="900" y="268"/>
                  <a:pt x="900" y="268"/>
                </a:cubicBezTo>
                <a:cubicBezTo>
                  <a:pt x="1067" y="268"/>
                  <a:pt x="1067" y="268"/>
                  <a:pt x="1067" y="268"/>
                </a:cubicBezTo>
                <a:cubicBezTo>
                  <a:pt x="1067" y="301"/>
                  <a:pt x="1067" y="301"/>
                  <a:pt x="1067" y="301"/>
                </a:cubicBezTo>
                <a:cubicBezTo>
                  <a:pt x="900" y="301"/>
                  <a:pt x="900" y="301"/>
                  <a:pt x="900" y="301"/>
                </a:cubicBezTo>
                <a:cubicBezTo>
                  <a:pt x="900" y="634"/>
                  <a:pt x="900" y="634"/>
                  <a:pt x="900" y="634"/>
                </a:cubicBezTo>
                <a:cubicBezTo>
                  <a:pt x="900" y="690"/>
                  <a:pt x="855" y="734"/>
                  <a:pt x="800" y="734"/>
                </a:cubicBezTo>
                <a:cubicBezTo>
                  <a:pt x="767" y="734"/>
                  <a:pt x="767" y="734"/>
                  <a:pt x="767" y="734"/>
                </a:cubicBezTo>
                <a:cubicBezTo>
                  <a:pt x="767" y="801"/>
                  <a:pt x="767" y="801"/>
                  <a:pt x="767" y="801"/>
                </a:cubicBezTo>
                <a:cubicBezTo>
                  <a:pt x="767" y="838"/>
                  <a:pt x="797" y="868"/>
                  <a:pt x="834" y="868"/>
                </a:cubicBezTo>
                <a:cubicBezTo>
                  <a:pt x="1067" y="868"/>
                  <a:pt x="1067" y="868"/>
                  <a:pt x="1067" y="868"/>
                </a:cubicBezTo>
                <a:cubicBezTo>
                  <a:pt x="1104" y="868"/>
                  <a:pt x="1134" y="838"/>
                  <a:pt x="1134" y="801"/>
                </a:cubicBezTo>
                <a:cubicBezTo>
                  <a:pt x="1134" y="134"/>
                  <a:pt x="1134" y="134"/>
                  <a:pt x="1134" y="134"/>
                </a:cubicBezTo>
                <a:cubicBezTo>
                  <a:pt x="1134" y="98"/>
                  <a:pt x="1104" y="68"/>
                  <a:pt x="1067" y="68"/>
                </a:cubicBezTo>
                <a:close/>
                <a:moveTo>
                  <a:pt x="1033" y="801"/>
                </a:moveTo>
                <a:cubicBezTo>
                  <a:pt x="1015" y="801"/>
                  <a:pt x="1000" y="786"/>
                  <a:pt x="1000" y="768"/>
                </a:cubicBezTo>
                <a:cubicBezTo>
                  <a:pt x="1000" y="749"/>
                  <a:pt x="1015" y="734"/>
                  <a:pt x="1033" y="734"/>
                </a:cubicBezTo>
                <a:cubicBezTo>
                  <a:pt x="1052" y="734"/>
                  <a:pt x="1067" y="749"/>
                  <a:pt x="1067" y="768"/>
                </a:cubicBezTo>
                <a:cubicBezTo>
                  <a:pt x="1067" y="786"/>
                  <a:pt x="1052" y="801"/>
                  <a:pt x="1033" y="801"/>
                </a:cubicBezTo>
                <a:close/>
                <a:moveTo>
                  <a:pt x="866" y="633"/>
                </a:moveTo>
                <a:cubicBezTo>
                  <a:pt x="866" y="66"/>
                  <a:pt x="866" y="66"/>
                  <a:pt x="866" y="66"/>
                </a:cubicBezTo>
                <a:cubicBezTo>
                  <a:pt x="866" y="30"/>
                  <a:pt x="836" y="0"/>
                  <a:pt x="799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30" y="0"/>
                  <a:pt x="0" y="30"/>
                  <a:pt x="0" y="66"/>
                </a:cubicBezTo>
                <a:cubicBezTo>
                  <a:pt x="0" y="633"/>
                  <a:pt x="0" y="633"/>
                  <a:pt x="0" y="633"/>
                </a:cubicBezTo>
                <a:cubicBezTo>
                  <a:pt x="0" y="670"/>
                  <a:pt x="30" y="700"/>
                  <a:pt x="67" y="700"/>
                </a:cubicBezTo>
                <a:cubicBezTo>
                  <a:pt x="799" y="700"/>
                  <a:pt x="799" y="700"/>
                  <a:pt x="799" y="700"/>
                </a:cubicBezTo>
                <a:cubicBezTo>
                  <a:pt x="836" y="700"/>
                  <a:pt x="866" y="670"/>
                  <a:pt x="866" y="633"/>
                </a:cubicBezTo>
                <a:close/>
                <a:moveTo>
                  <a:pt x="67" y="68"/>
                </a:moveTo>
                <a:cubicBezTo>
                  <a:pt x="800" y="68"/>
                  <a:pt x="800" y="68"/>
                  <a:pt x="800" y="68"/>
                </a:cubicBezTo>
                <a:cubicBezTo>
                  <a:pt x="800" y="568"/>
                  <a:pt x="800" y="568"/>
                  <a:pt x="800" y="568"/>
                </a:cubicBezTo>
                <a:cubicBezTo>
                  <a:pt x="67" y="568"/>
                  <a:pt x="67" y="568"/>
                  <a:pt x="67" y="568"/>
                </a:cubicBezTo>
                <a:lnTo>
                  <a:pt x="67" y="68"/>
                </a:lnTo>
                <a:close/>
                <a:moveTo>
                  <a:pt x="432" y="666"/>
                </a:moveTo>
                <a:cubicBezTo>
                  <a:pt x="414" y="666"/>
                  <a:pt x="399" y="651"/>
                  <a:pt x="399" y="633"/>
                </a:cubicBezTo>
                <a:cubicBezTo>
                  <a:pt x="399" y="615"/>
                  <a:pt x="414" y="600"/>
                  <a:pt x="432" y="600"/>
                </a:cubicBezTo>
                <a:cubicBezTo>
                  <a:pt x="451" y="600"/>
                  <a:pt x="466" y="615"/>
                  <a:pt x="466" y="633"/>
                </a:cubicBezTo>
                <a:cubicBezTo>
                  <a:pt x="466" y="651"/>
                  <a:pt x="451" y="666"/>
                  <a:pt x="432" y="666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33" name="Freeform 65"/>
          <p:cNvSpPr>
            <a:spLocks noEditPoints="1"/>
          </p:cNvSpPr>
          <p:nvPr/>
        </p:nvSpPr>
        <p:spPr bwMode="auto">
          <a:xfrm>
            <a:off x="3512615" y="1242618"/>
            <a:ext cx="553608" cy="552145"/>
          </a:xfrm>
          <a:custGeom>
            <a:avLst/>
            <a:gdLst>
              <a:gd name="T0" fmla="*/ 1000 w 1134"/>
              <a:gd name="T1" fmla="*/ 367 h 1133"/>
              <a:gd name="T2" fmla="*/ 973 w 1134"/>
              <a:gd name="T3" fmla="*/ 367 h 1133"/>
              <a:gd name="T4" fmla="*/ 567 w 1134"/>
              <a:gd name="T5" fmla="*/ 0 h 1133"/>
              <a:gd name="T6" fmla="*/ 161 w 1134"/>
              <a:gd name="T7" fmla="*/ 367 h 1133"/>
              <a:gd name="T8" fmla="*/ 134 w 1134"/>
              <a:gd name="T9" fmla="*/ 367 h 1133"/>
              <a:gd name="T10" fmla="*/ 0 w 1134"/>
              <a:gd name="T11" fmla="*/ 500 h 1133"/>
              <a:gd name="T12" fmla="*/ 0 w 1134"/>
              <a:gd name="T13" fmla="*/ 633 h 1133"/>
              <a:gd name="T14" fmla="*/ 134 w 1134"/>
              <a:gd name="T15" fmla="*/ 767 h 1133"/>
              <a:gd name="T16" fmla="*/ 161 w 1134"/>
              <a:gd name="T17" fmla="*/ 767 h 1133"/>
              <a:gd name="T18" fmla="*/ 567 w 1134"/>
              <a:gd name="T19" fmla="*/ 1133 h 1133"/>
              <a:gd name="T20" fmla="*/ 973 w 1134"/>
              <a:gd name="T21" fmla="*/ 767 h 1133"/>
              <a:gd name="T22" fmla="*/ 1000 w 1134"/>
              <a:gd name="T23" fmla="*/ 767 h 1133"/>
              <a:gd name="T24" fmla="*/ 1134 w 1134"/>
              <a:gd name="T25" fmla="*/ 633 h 1133"/>
              <a:gd name="T26" fmla="*/ 1134 w 1134"/>
              <a:gd name="T27" fmla="*/ 500 h 1133"/>
              <a:gd name="T28" fmla="*/ 1000 w 1134"/>
              <a:gd name="T29" fmla="*/ 367 h 1133"/>
              <a:gd name="T30" fmla="*/ 903 w 1134"/>
              <a:gd name="T31" fmla="*/ 767 h 1133"/>
              <a:gd name="T32" fmla="*/ 877 w 1134"/>
              <a:gd name="T33" fmla="*/ 833 h 1133"/>
              <a:gd name="T34" fmla="*/ 661 w 1134"/>
              <a:gd name="T35" fmla="*/ 833 h 1133"/>
              <a:gd name="T36" fmla="*/ 564 w 1134"/>
              <a:gd name="T37" fmla="*/ 767 h 1133"/>
              <a:gd name="T38" fmla="*/ 467 w 1134"/>
              <a:gd name="T39" fmla="*/ 861 h 1133"/>
              <a:gd name="T40" fmla="*/ 567 w 1134"/>
              <a:gd name="T41" fmla="*/ 967 h 1133"/>
              <a:gd name="T42" fmla="*/ 661 w 1134"/>
              <a:gd name="T43" fmla="*/ 900 h 1133"/>
              <a:gd name="T44" fmla="*/ 840 w 1134"/>
              <a:gd name="T45" fmla="*/ 900 h 1133"/>
              <a:gd name="T46" fmla="*/ 820 w 1134"/>
              <a:gd name="T47" fmla="*/ 927 h 1133"/>
              <a:gd name="T48" fmla="*/ 703 w 1134"/>
              <a:gd name="T49" fmla="*/ 1030 h 1133"/>
              <a:gd name="T50" fmla="*/ 567 w 1134"/>
              <a:gd name="T51" fmla="*/ 1067 h 1133"/>
              <a:gd name="T52" fmla="*/ 431 w 1134"/>
              <a:gd name="T53" fmla="*/ 1030 h 1133"/>
              <a:gd name="T54" fmla="*/ 314 w 1134"/>
              <a:gd name="T55" fmla="*/ 927 h 1133"/>
              <a:gd name="T56" fmla="*/ 231 w 1134"/>
              <a:gd name="T57" fmla="*/ 767 h 1133"/>
              <a:gd name="T58" fmla="*/ 200 w 1134"/>
              <a:gd name="T59" fmla="*/ 567 h 1133"/>
              <a:gd name="T60" fmla="*/ 231 w 1134"/>
              <a:gd name="T61" fmla="*/ 367 h 1133"/>
              <a:gd name="T62" fmla="*/ 249 w 1134"/>
              <a:gd name="T63" fmla="*/ 318 h 1133"/>
              <a:gd name="T64" fmla="*/ 298 w 1134"/>
              <a:gd name="T65" fmla="*/ 291 h 1133"/>
              <a:gd name="T66" fmla="*/ 567 w 1134"/>
              <a:gd name="T67" fmla="*/ 425 h 1133"/>
              <a:gd name="T68" fmla="*/ 929 w 1134"/>
              <a:gd name="T69" fmla="*/ 484 h 1133"/>
              <a:gd name="T70" fmla="*/ 934 w 1134"/>
              <a:gd name="T71" fmla="*/ 567 h 1133"/>
              <a:gd name="T72" fmla="*/ 903 w 1134"/>
              <a:gd name="T73" fmla="*/ 767 h 1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34" h="1133">
                <a:moveTo>
                  <a:pt x="1000" y="367"/>
                </a:moveTo>
                <a:cubicBezTo>
                  <a:pt x="973" y="367"/>
                  <a:pt x="973" y="367"/>
                  <a:pt x="973" y="367"/>
                </a:cubicBezTo>
                <a:cubicBezTo>
                  <a:pt x="911" y="152"/>
                  <a:pt x="752" y="0"/>
                  <a:pt x="567" y="0"/>
                </a:cubicBezTo>
                <a:cubicBezTo>
                  <a:pt x="382" y="0"/>
                  <a:pt x="223" y="152"/>
                  <a:pt x="161" y="367"/>
                </a:cubicBezTo>
                <a:cubicBezTo>
                  <a:pt x="134" y="367"/>
                  <a:pt x="134" y="367"/>
                  <a:pt x="134" y="367"/>
                </a:cubicBezTo>
                <a:cubicBezTo>
                  <a:pt x="60" y="367"/>
                  <a:pt x="0" y="426"/>
                  <a:pt x="0" y="500"/>
                </a:cubicBezTo>
                <a:cubicBezTo>
                  <a:pt x="0" y="633"/>
                  <a:pt x="0" y="633"/>
                  <a:pt x="0" y="633"/>
                </a:cubicBezTo>
                <a:cubicBezTo>
                  <a:pt x="0" y="707"/>
                  <a:pt x="60" y="767"/>
                  <a:pt x="134" y="767"/>
                </a:cubicBezTo>
                <a:cubicBezTo>
                  <a:pt x="161" y="767"/>
                  <a:pt x="161" y="767"/>
                  <a:pt x="161" y="767"/>
                </a:cubicBezTo>
                <a:cubicBezTo>
                  <a:pt x="223" y="981"/>
                  <a:pt x="382" y="1133"/>
                  <a:pt x="567" y="1133"/>
                </a:cubicBezTo>
                <a:cubicBezTo>
                  <a:pt x="752" y="1133"/>
                  <a:pt x="911" y="981"/>
                  <a:pt x="973" y="767"/>
                </a:cubicBezTo>
                <a:cubicBezTo>
                  <a:pt x="1000" y="767"/>
                  <a:pt x="1000" y="767"/>
                  <a:pt x="1000" y="767"/>
                </a:cubicBezTo>
                <a:cubicBezTo>
                  <a:pt x="1074" y="767"/>
                  <a:pt x="1134" y="707"/>
                  <a:pt x="1134" y="633"/>
                </a:cubicBezTo>
                <a:cubicBezTo>
                  <a:pt x="1134" y="500"/>
                  <a:pt x="1134" y="500"/>
                  <a:pt x="1134" y="500"/>
                </a:cubicBezTo>
                <a:cubicBezTo>
                  <a:pt x="1134" y="426"/>
                  <a:pt x="1074" y="367"/>
                  <a:pt x="1000" y="367"/>
                </a:cubicBezTo>
                <a:close/>
                <a:moveTo>
                  <a:pt x="903" y="767"/>
                </a:moveTo>
                <a:cubicBezTo>
                  <a:pt x="895" y="790"/>
                  <a:pt x="887" y="812"/>
                  <a:pt x="877" y="833"/>
                </a:cubicBezTo>
                <a:cubicBezTo>
                  <a:pt x="661" y="833"/>
                  <a:pt x="661" y="833"/>
                  <a:pt x="661" y="833"/>
                </a:cubicBezTo>
                <a:cubicBezTo>
                  <a:pt x="647" y="794"/>
                  <a:pt x="609" y="765"/>
                  <a:pt x="564" y="767"/>
                </a:cubicBezTo>
                <a:cubicBezTo>
                  <a:pt x="512" y="768"/>
                  <a:pt x="470" y="810"/>
                  <a:pt x="467" y="861"/>
                </a:cubicBezTo>
                <a:cubicBezTo>
                  <a:pt x="464" y="919"/>
                  <a:pt x="510" y="967"/>
                  <a:pt x="567" y="967"/>
                </a:cubicBezTo>
                <a:cubicBezTo>
                  <a:pt x="611" y="967"/>
                  <a:pt x="648" y="939"/>
                  <a:pt x="661" y="900"/>
                </a:cubicBezTo>
                <a:cubicBezTo>
                  <a:pt x="840" y="900"/>
                  <a:pt x="840" y="900"/>
                  <a:pt x="840" y="900"/>
                </a:cubicBezTo>
                <a:cubicBezTo>
                  <a:pt x="833" y="909"/>
                  <a:pt x="827" y="918"/>
                  <a:pt x="820" y="927"/>
                </a:cubicBezTo>
                <a:cubicBezTo>
                  <a:pt x="786" y="972"/>
                  <a:pt x="747" y="1006"/>
                  <a:pt x="703" y="1030"/>
                </a:cubicBezTo>
                <a:cubicBezTo>
                  <a:pt x="660" y="1054"/>
                  <a:pt x="614" y="1067"/>
                  <a:pt x="567" y="1067"/>
                </a:cubicBezTo>
                <a:cubicBezTo>
                  <a:pt x="520" y="1067"/>
                  <a:pt x="474" y="1054"/>
                  <a:pt x="431" y="1030"/>
                </a:cubicBezTo>
                <a:cubicBezTo>
                  <a:pt x="387" y="1006"/>
                  <a:pt x="348" y="972"/>
                  <a:pt x="314" y="927"/>
                </a:cubicBezTo>
                <a:cubicBezTo>
                  <a:pt x="278" y="881"/>
                  <a:pt x="251" y="827"/>
                  <a:pt x="231" y="767"/>
                </a:cubicBezTo>
                <a:cubicBezTo>
                  <a:pt x="211" y="703"/>
                  <a:pt x="200" y="636"/>
                  <a:pt x="200" y="567"/>
                </a:cubicBezTo>
                <a:cubicBezTo>
                  <a:pt x="200" y="497"/>
                  <a:pt x="211" y="430"/>
                  <a:pt x="231" y="367"/>
                </a:cubicBezTo>
                <a:cubicBezTo>
                  <a:pt x="237" y="350"/>
                  <a:pt x="243" y="334"/>
                  <a:pt x="249" y="318"/>
                </a:cubicBezTo>
                <a:cubicBezTo>
                  <a:pt x="257" y="299"/>
                  <a:pt x="277" y="288"/>
                  <a:pt x="298" y="291"/>
                </a:cubicBezTo>
                <a:cubicBezTo>
                  <a:pt x="349" y="298"/>
                  <a:pt x="442" y="326"/>
                  <a:pt x="567" y="425"/>
                </a:cubicBezTo>
                <a:cubicBezTo>
                  <a:pt x="718" y="545"/>
                  <a:pt x="879" y="512"/>
                  <a:pt x="929" y="484"/>
                </a:cubicBezTo>
                <a:cubicBezTo>
                  <a:pt x="932" y="511"/>
                  <a:pt x="934" y="539"/>
                  <a:pt x="934" y="567"/>
                </a:cubicBezTo>
                <a:cubicBezTo>
                  <a:pt x="934" y="636"/>
                  <a:pt x="923" y="703"/>
                  <a:pt x="903" y="76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67" name="TextBox 66"/>
          <p:cNvSpPr txBox="1"/>
          <p:nvPr/>
        </p:nvSpPr>
        <p:spPr>
          <a:xfrm>
            <a:off x="323529" y="1131590"/>
            <a:ext cx="1950244" cy="66941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sz="1200" dirty="0"/>
              <a:t>Titre</a:t>
            </a:r>
          </a:p>
          <a:p>
            <a:r>
              <a:rPr lang="fr-FR" sz="1050" dirty="0" err="1"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latin typeface="Helvetica 55 Roman" panose="020B0604020202020204" pitchFamily="34" charset="0"/>
              </a:rPr>
              <a:t>. Sed </a:t>
            </a:r>
            <a:r>
              <a:rPr lang="fr-FR" sz="1050" dirty="0" err="1"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latin typeface="Helvetica 55 Roman" panose="020B0604020202020204" pitchFamily="34" charset="0"/>
              </a:rPr>
              <a:t>.</a:t>
            </a:r>
          </a:p>
        </p:txBody>
      </p:sp>
      <p:cxnSp>
        <p:nvCxnSpPr>
          <p:cNvPr id="68" name="Straight Connector 67"/>
          <p:cNvCxnSpPr/>
          <p:nvPr/>
        </p:nvCxnSpPr>
        <p:spPr>
          <a:xfrm>
            <a:off x="323528" y="1918469"/>
            <a:ext cx="20008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23529" y="2349377"/>
            <a:ext cx="1950244" cy="66941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sz="1200" dirty="0"/>
              <a:t>Titre </a:t>
            </a:r>
          </a:p>
          <a:p>
            <a:r>
              <a:rPr lang="fr-FR" sz="1050" dirty="0" err="1"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latin typeface="Helvetica 55 Roman" panose="020B0604020202020204" pitchFamily="34" charset="0"/>
              </a:rPr>
              <a:t>. Sed </a:t>
            </a:r>
            <a:r>
              <a:rPr lang="fr-FR" sz="1050" dirty="0" err="1"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latin typeface="Helvetica 55 Roman" panose="020B0604020202020204" pitchFamily="34" charset="0"/>
              </a:rPr>
              <a:t>.</a:t>
            </a:r>
          </a:p>
        </p:txBody>
      </p:sp>
      <p:cxnSp>
        <p:nvCxnSpPr>
          <p:cNvPr id="35" name="Straight Connector 34"/>
          <p:cNvCxnSpPr/>
          <p:nvPr/>
        </p:nvCxnSpPr>
        <p:spPr>
          <a:xfrm>
            <a:off x="323528" y="3136256"/>
            <a:ext cx="20008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23529" y="3544332"/>
            <a:ext cx="1950244" cy="66941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sz="1200" dirty="0"/>
              <a:t>Titre </a:t>
            </a:r>
          </a:p>
          <a:p>
            <a:r>
              <a:rPr lang="fr-FR" sz="1050" dirty="0" err="1"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latin typeface="Helvetica 55 Roman" panose="020B0604020202020204" pitchFamily="34" charset="0"/>
              </a:rPr>
              <a:t>. Sed </a:t>
            </a:r>
            <a:r>
              <a:rPr lang="fr-FR" sz="1050" dirty="0" err="1"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latin typeface="Helvetica 55 Roman" panose="020B0604020202020204" pitchFamily="34" charset="0"/>
              </a:rPr>
              <a:t>.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323528" y="4331211"/>
            <a:ext cx="20008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651592" y="1131590"/>
            <a:ext cx="1950244" cy="66941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sz="1200" dirty="0"/>
              <a:t>Titre </a:t>
            </a:r>
          </a:p>
          <a:p>
            <a:r>
              <a:rPr lang="fr-FR" sz="1050" dirty="0" err="1"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latin typeface="Helvetica 55 Roman" panose="020B0604020202020204" pitchFamily="34" charset="0"/>
              </a:rPr>
              <a:t>. Sed </a:t>
            </a:r>
            <a:r>
              <a:rPr lang="fr-FR" sz="1050" dirty="0" err="1"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latin typeface="Helvetica 55 Roman" panose="020B0604020202020204" pitchFamily="34" charset="0"/>
              </a:rPr>
              <a:t>.</a:t>
            </a:r>
          </a:p>
        </p:txBody>
      </p:sp>
      <p:cxnSp>
        <p:nvCxnSpPr>
          <p:cNvPr id="39" name="Straight Connector 38"/>
          <p:cNvCxnSpPr/>
          <p:nvPr/>
        </p:nvCxnSpPr>
        <p:spPr>
          <a:xfrm>
            <a:off x="6651591" y="1918469"/>
            <a:ext cx="20008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651592" y="2349377"/>
            <a:ext cx="1950244" cy="66941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sz="1200" dirty="0"/>
              <a:t>Titre</a:t>
            </a:r>
          </a:p>
          <a:p>
            <a:r>
              <a:rPr lang="fr-FR" sz="1050" dirty="0" err="1"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latin typeface="Helvetica 55 Roman" panose="020B0604020202020204" pitchFamily="34" charset="0"/>
              </a:rPr>
              <a:t>. Sed </a:t>
            </a:r>
            <a:r>
              <a:rPr lang="fr-FR" sz="1050" dirty="0" err="1"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latin typeface="Helvetica 55 Roman" panose="020B0604020202020204" pitchFamily="34" charset="0"/>
              </a:rPr>
              <a:t>.</a:t>
            </a:r>
          </a:p>
        </p:txBody>
      </p:sp>
      <p:cxnSp>
        <p:nvCxnSpPr>
          <p:cNvPr id="41" name="Straight Connector 40"/>
          <p:cNvCxnSpPr/>
          <p:nvPr/>
        </p:nvCxnSpPr>
        <p:spPr>
          <a:xfrm>
            <a:off x="6651591" y="3136256"/>
            <a:ext cx="20008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651592" y="3544332"/>
            <a:ext cx="1950244" cy="66941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fr-FR" sz="1200" dirty="0"/>
              <a:t>Titre </a:t>
            </a:r>
          </a:p>
          <a:p>
            <a:r>
              <a:rPr lang="fr-FR" sz="1050" dirty="0" err="1"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latin typeface="Helvetica 55 Roman" panose="020B0604020202020204" pitchFamily="34" charset="0"/>
              </a:rPr>
              <a:t>. Sed </a:t>
            </a:r>
            <a:r>
              <a:rPr lang="fr-FR" sz="1050" dirty="0" err="1"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latin typeface="Helvetica 55 Roman" panose="020B0604020202020204" pitchFamily="34" charset="0"/>
              </a:rPr>
              <a:t>.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6651591" y="4331211"/>
            <a:ext cx="20008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183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Formes simples</a:t>
            </a:r>
          </a:p>
        </p:txBody>
      </p:sp>
      <p:sp>
        <p:nvSpPr>
          <p:cNvPr id="21" name="Oval 20"/>
          <p:cNvSpPr/>
          <p:nvPr/>
        </p:nvSpPr>
        <p:spPr>
          <a:xfrm>
            <a:off x="314377" y="1182746"/>
            <a:ext cx="1503301" cy="1503303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fr-FR" sz="1200" dirty="0" err="1">
                <a:solidFill>
                  <a:schemeClr val="tx1"/>
                </a:solidFill>
              </a:rPr>
              <a:t>Lorem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br>
              <a:rPr lang="fr-FR" sz="1200" dirty="0">
                <a:solidFill>
                  <a:schemeClr val="tx1"/>
                </a:solidFill>
              </a:rPr>
            </a:br>
            <a:r>
              <a:rPr lang="fr-FR" sz="1200" dirty="0" err="1">
                <a:solidFill>
                  <a:schemeClr val="tx1"/>
                </a:solidFill>
              </a:rPr>
              <a:t>ipsum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dolor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br>
              <a:rPr lang="fr-FR" sz="1200" dirty="0">
                <a:solidFill>
                  <a:schemeClr val="tx1"/>
                </a:solidFill>
              </a:rPr>
            </a:br>
            <a:r>
              <a:rPr lang="fr-FR" sz="1200" dirty="0" err="1">
                <a:solidFill>
                  <a:schemeClr val="tx1"/>
                </a:solidFill>
              </a:rPr>
              <a:t>sit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amet</a:t>
            </a:r>
            <a:r>
              <a:rPr lang="fr-FR" sz="1200" dirty="0">
                <a:solidFill>
                  <a:schemeClr val="tx1"/>
                </a:solidFill>
              </a:rPr>
              <a:t> con</a:t>
            </a:r>
            <a:br>
              <a:rPr lang="fr-FR" sz="1200" dirty="0">
                <a:solidFill>
                  <a:schemeClr val="tx1"/>
                </a:solidFill>
              </a:rPr>
            </a:br>
            <a:r>
              <a:rPr lang="fr-FR" sz="1200" dirty="0" err="1">
                <a:solidFill>
                  <a:schemeClr val="tx1"/>
                </a:solidFill>
              </a:rPr>
              <a:t>sectetur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2" name="Oval 21"/>
          <p:cNvSpPr/>
          <p:nvPr/>
        </p:nvSpPr>
        <p:spPr>
          <a:xfrm>
            <a:off x="2060233" y="1182746"/>
            <a:ext cx="1503301" cy="1503303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fr-FR" sz="1200" dirty="0" err="1">
                <a:solidFill>
                  <a:schemeClr val="tx1"/>
                </a:solidFill>
              </a:rPr>
              <a:t>Lorem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br>
              <a:rPr lang="fr-FR" sz="1200" dirty="0">
                <a:solidFill>
                  <a:schemeClr val="tx1"/>
                </a:solidFill>
              </a:rPr>
            </a:br>
            <a:r>
              <a:rPr lang="fr-FR" sz="1200" dirty="0" err="1">
                <a:solidFill>
                  <a:schemeClr val="tx1"/>
                </a:solidFill>
              </a:rPr>
              <a:t>ipsum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dolor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br>
              <a:rPr lang="fr-FR" sz="1200" dirty="0">
                <a:solidFill>
                  <a:schemeClr val="tx1"/>
                </a:solidFill>
              </a:rPr>
            </a:br>
            <a:r>
              <a:rPr lang="fr-FR" sz="1200" dirty="0" err="1">
                <a:solidFill>
                  <a:schemeClr val="tx1"/>
                </a:solidFill>
              </a:rPr>
              <a:t>sit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amet</a:t>
            </a:r>
            <a:r>
              <a:rPr lang="fr-FR" sz="1200" dirty="0">
                <a:solidFill>
                  <a:schemeClr val="tx1"/>
                </a:solidFill>
              </a:rPr>
              <a:t> con</a:t>
            </a:r>
            <a:br>
              <a:rPr lang="fr-FR" sz="1200" dirty="0">
                <a:solidFill>
                  <a:schemeClr val="tx1"/>
                </a:solidFill>
              </a:rPr>
            </a:br>
            <a:r>
              <a:rPr lang="fr-FR" sz="1200" dirty="0" err="1">
                <a:solidFill>
                  <a:schemeClr val="tx1"/>
                </a:solidFill>
              </a:rPr>
              <a:t>sectetur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1" name="Oval 30"/>
          <p:cNvSpPr/>
          <p:nvPr/>
        </p:nvSpPr>
        <p:spPr>
          <a:xfrm>
            <a:off x="3815613" y="1182746"/>
            <a:ext cx="1503301" cy="150330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fr-FR" sz="1200" dirty="0" err="1">
                <a:solidFill>
                  <a:schemeClr val="tx1"/>
                </a:solidFill>
              </a:rPr>
              <a:t>Lorem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br>
              <a:rPr lang="fr-FR" sz="1200" dirty="0">
                <a:solidFill>
                  <a:schemeClr val="tx1"/>
                </a:solidFill>
              </a:rPr>
            </a:br>
            <a:r>
              <a:rPr lang="fr-FR" sz="1200" dirty="0" err="1">
                <a:solidFill>
                  <a:schemeClr val="tx1"/>
                </a:solidFill>
              </a:rPr>
              <a:t>ipsum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dolor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br>
              <a:rPr lang="fr-FR" sz="1200" dirty="0">
                <a:solidFill>
                  <a:schemeClr val="tx1"/>
                </a:solidFill>
              </a:rPr>
            </a:br>
            <a:r>
              <a:rPr lang="fr-FR" sz="1200" dirty="0" err="1">
                <a:solidFill>
                  <a:schemeClr val="tx1"/>
                </a:solidFill>
              </a:rPr>
              <a:t>sit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amet</a:t>
            </a:r>
            <a:r>
              <a:rPr lang="fr-FR" sz="1200" dirty="0">
                <a:solidFill>
                  <a:schemeClr val="tx1"/>
                </a:solidFill>
              </a:rPr>
              <a:t> con</a:t>
            </a:r>
            <a:br>
              <a:rPr lang="fr-FR" sz="1200" dirty="0">
                <a:solidFill>
                  <a:schemeClr val="tx1"/>
                </a:solidFill>
              </a:rPr>
            </a:br>
            <a:r>
              <a:rPr lang="fr-FR" sz="1200" dirty="0" err="1">
                <a:solidFill>
                  <a:schemeClr val="tx1"/>
                </a:solidFill>
              </a:rPr>
              <a:t>sectetur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3" name="Oval 32"/>
          <p:cNvSpPr/>
          <p:nvPr/>
        </p:nvSpPr>
        <p:spPr>
          <a:xfrm>
            <a:off x="5570993" y="1182746"/>
            <a:ext cx="1503301" cy="1503303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fr-FR" sz="1200" dirty="0" err="1">
                <a:solidFill>
                  <a:schemeClr val="tx1"/>
                </a:solidFill>
              </a:rPr>
              <a:t>Lorem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br>
              <a:rPr lang="fr-FR" sz="1200" dirty="0">
                <a:solidFill>
                  <a:schemeClr val="tx1"/>
                </a:solidFill>
              </a:rPr>
            </a:br>
            <a:r>
              <a:rPr lang="fr-FR" sz="1200" dirty="0" err="1">
                <a:solidFill>
                  <a:schemeClr val="tx1"/>
                </a:solidFill>
              </a:rPr>
              <a:t>ipsum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dolor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br>
              <a:rPr lang="fr-FR" sz="1200" dirty="0">
                <a:solidFill>
                  <a:schemeClr val="tx1"/>
                </a:solidFill>
              </a:rPr>
            </a:br>
            <a:r>
              <a:rPr lang="fr-FR" sz="1200" dirty="0" err="1">
                <a:solidFill>
                  <a:schemeClr val="tx1"/>
                </a:solidFill>
              </a:rPr>
              <a:t>sit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amet</a:t>
            </a:r>
            <a:r>
              <a:rPr lang="fr-FR" sz="1200" dirty="0">
                <a:solidFill>
                  <a:schemeClr val="tx1"/>
                </a:solidFill>
              </a:rPr>
              <a:t> con</a:t>
            </a:r>
            <a:br>
              <a:rPr lang="fr-FR" sz="1200" dirty="0">
                <a:solidFill>
                  <a:schemeClr val="tx1"/>
                </a:solidFill>
              </a:rPr>
            </a:br>
            <a:r>
              <a:rPr lang="fr-FR" sz="1200" dirty="0" err="1">
                <a:solidFill>
                  <a:schemeClr val="tx1"/>
                </a:solidFill>
              </a:rPr>
              <a:t>sectetur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5" name="Oval 34"/>
          <p:cNvSpPr/>
          <p:nvPr/>
        </p:nvSpPr>
        <p:spPr>
          <a:xfrm>
            <a:off x="7326374" y="1182746"/>
            <a:ext cx="1503301" cy="1503303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fr-FR" sz="1400" dirty="0" err="1">
                <a:solidFill>
                  <a:schemeClr val="tx1"/>
                </a:solidFill>
              </a:rPr>
              <a:t>Lorem</a:t>
            </a:r>
            <a:r>
              <a:rPr lang="fr-FR" sz="1400" dirty="0">
                <a:solidFill>
                  <a:schemeClr val="tx1"/>
                </a:solidFill>
              </a:rPr>
              <a:t> </a:t>
            </a:r>
            <a:br>
              <a:rPr lang="fr-FR" sz="1400" dirty="0">
                <a:solidFill>
                  <a:schemeClr val="tx1"/>
                </a:solidFill>
              </a:rPr>
            </a:br>
            <a:r>
              <a:rPr lang="fr-FR" sz="1400" dirty="0" err="1">
                <a:solidFill>
                  <a:schemeClr val="tx1"/>
                </a:solidFill>
              </a:rPr>
              <a:t>ipsum</a:t>
            </a:r>
            <a:r>
              <a:rPr lang="fr-FR" sz="1400" dirty="0">
                <a:solidFill>
                  <a:schemeClr val="tx1"/>
                </a:solidFill>
              </a:rPr>
              <a:t> </a:t>
            </a:r>
            <a:r>
              <a:rPr lang="fr-FR" sz="1400" dirty="0" err="1">
                <a:solidFill>
                  <a:schemeClr val="tx1"/>
                </a:solidFill>
              </a:rPr>
              <a:t>dolor</a:t>
            </a:r>
            <a:r>
              <a:rPr lang="fr-FR" sz="1400" dirty="0">
                <a:solidFill>
                  <a:schemeClr val="tx1"/>
                </a:solidFill>
              </a:rPr>
              <a:t> </a:t>
            </a:r>
            <a:br>
              <a:rPr lang="fr-FR" sz="1400" dirty="0">
                <a:solidFill>
                  <a:schemeClr val="tx1"/>
                </a:solidFill>
              </a:rPr>
            </a:br>
            <a:r>
              <a:rPr lang="fr-FR" sz="1400" dirty="0" err="1">
                <a:solidFill>
                  <a:schemeClr val="tx1"/>
                </a:solidFill>
              </a:rPr>
              <a:t>sit</a:t>
            </a:r>
            <a:r>
              <a:rPr lang="fr-FR" sz="1400" dirty="0">
                <a:solidFill>
                  <a:schemeClr val="tx1"/>
                </a:solidFill>
              </a:rPr>
              <a:t> </a:t>
            </a:r>
            <a:r>
              <a:rPr lang="fr-FR" sz="1400" dirty="0" err="1">
                <a:solidFill>
                  <a:schemeClr val="tx1"/>
                </a:solidFill>
              </a:rPr>
              <a:t>amet</a:t>
            </a:r>
            <a:r>
              <a:rPr lang="fr-FR" sz="1400" dirty="0">
                <a:solidFill>
                  <a:schemeClr val="tx1"/>
                </a:solidFill>
              </a:rPr>
              <a:t> con</a:t>
            </a:r>
            <a:br>
              <a:rPr lang="fr-FR" sz="1400" dirty="0">
                <a:solidFill>
                  <a:schemeClr val="tx1"/>
                </a:solidFill>
              </a:rPr>
            </a:br>
            <a:r>
              <a:rPr lang="fr-FR" sz="1400" dirty="0" err="1">
                <a:solidFill>
                  <a:schemeClr val="tx1"/>
                </a:solidFill>
              </a:rPr>
              <a:t>sectetur</a:t>
            </a:r>
            <a:r>
              <a:rPr lang="fr-FR" sz="1400" dirty="0">
                <a:solidFill>
                  <a:schemeClr val="tx1"/>
                </a:solidFill>
              </a:rPr>
              <a:t> 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311150" y="2866358"/>
            <a:ext cx="149780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2066742" y="2866358"/>
            <a:ext cx="149780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3822334" y="2866358"/>
            <a:ext cx="149780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5577926" y="2866358"/>
            <a:ext cx="149780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7333518" y="2866358"/>
            <a:ext cx="149780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14376" y="3003798"/>
            <a:ext cx="1494579" cy="130805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200" dirty="0"/>
              <a:t>Titre</a:t>
            </a:r>
            <a:endParaRPr lang="fr-FR" sz="1050" dirty="0"/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Sedus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60233" y="3003798"/>
            <a:ext cx="1494579" cy="130805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200" dirty="0"/>
              <a:t>Titre </a:t>
            </a:r>
            <a:endParaRPr lang="fr-FR" sz="1050" dirty="0"/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Sedus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25561" y="3003798"/>
            <a:ext cx="1494579" cy="130805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200" dirty="0"/>
              <a:t>Titre </a:t>
            </a:r>
            <a:endParaRPr lang="fr-FR" sz="1050" dirty="0"/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Sedus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0993" y="3003798"/>
            <a:ext cx="1494579" cy="130805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200" dirty="0"/>
              <a:t>Titre </a:t>
            </a:r>
            <a:endParaRPr lang="fr-FR" sz="1050" dirty="0"/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Sedus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36745" y="3003798"/>
            <a:ext cx="1494579" cy="130805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200" dirty="0"/>
              <a:t>Titre </a:t>
            </a:r>
          </a:p>
          <a:p>
            <a:pPr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Sedus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9082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Diagramme avec deux recoupements</a:t>
            </a:r>
          </a:p>
        </p:txBody>
      </p:sp>
      <p:grpSp>
        <p:nvGrpSpPr>
          <p:cNvPr id="74" name="Group 73"/>
          <p:cNvGrpSpPr/>
          <p:nvPr/>
        </p:nvGrpSpPr>
        <p:grpSpPr>
          <a:xfrm>
            <a:off x="4166936" y="1239314"/>
            <a:ext cx="4158895" cy="2772596"/>
            <a:chOff x="2519772" y="1131590"/>
            <a:chExt cx="4104456" cy="2736304"/>
          </a:xfrm>
        </p:grpSpPr>
        <p:grpSp>
          <p:nvGrpSpPr>
            <p:cNvPr id="67" name="Group 66"/>
            <p:cNvGrpSpPr/>
            <p:nvPr/>
          </p:nvGrpSpPr>
          <p:grpSpPr>
            <a:xfrm>
              <a:off x="2519772" y="1131590"/>
              <a:ext cx="4104456" cy="2736304"/>
              <a:chOff x="2555776" y="1131590"/>
              <a:chExt cx="4104456" cy="2736304"/>
            </a:xfrm>
          </p:grpSpPr>
          <p:sp>
            <p:nvSpPr>
              <p:cNvPr id="44" name="Oval 43"/>
              <p:cNvSpPr/>
              <p:nvPr/>
            </p:nvSpPr>
            <p:spPr>
              <a:xfrm>
                <a:off x="3923928" y="1316119"/>
                <a:ext cx="1368152" cy="2367246"/>
              </a:xfrm>
              <a:custGeom>
                <a:avLst/>
                <a:gdLst/>
                <a:ahLst/>
                <a:cxnLst/>
                <a:rect l="l" t="t" r="r" b="b"/>
                <a:pathLst>
                  <a:path w="1368152" h="2367246">
                    <a:moveTo>
                      <a:pt x="684076" y="0"/>
                    </a:moveTo>
                    <a:cubicBezTo>
                      <a:pt x="1093308" y="235533"/>
                      <a:pt x="1368152" y="677482"/>
                      <a:pt x="1368152" y="1183623"/>
                    </a:cubicBezTo>
                    <a:cubicBezTo>
                      <a:pt x="1368152" y="1689765"/>
                      <a:pt x="1093308" y="2131713"/>
                      <a:pt x="684076" y="2367246"/>
                    </a:cubicBezTo>
                    <a:cubicBezTo>
                      <a:pt x="274844" y="2131713"/>
                      <a:pt x="0" y="1689765"/>
                      <a:pt x="0" y="1183623"/>
                    </a:cubicBezTo>
                    <a:cubicBezTo>
                      <a:pt x="0" y="677482"/>
                      <a:pt x="274844" y="235533"/>
                      <a:pt x="684076" y="0"/>
                    </a:cubicBezTo>
                    <a:close/>
                  </a:path>
                </a:pathLst>
              </a:custGeom>
              <a:solidFill>
                <a:srgbClr val="8F8F8F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2555776" y="1131590"/>
                <a:ext cx="2052228" cy="2736304"/>
              </a:xfrm>
              <a:custGeom>
                <a:avLst/>
                <a:gdLst/>
                <a:ahLst/>
                <a:cxnLst/>
                <a:rect l="l" t="t" r="r" b="b"/>
                <a:pathLst>
                  <a:path w="2052228" h="2736304">
                    <a:moveTo>
                      <a:pt x="1368152" y="0"/>
                    </a:moveTo>
                    <a:cubicBezTo>
                      <a:pt x="1617620" y="0"/>
                      <a:pt x="1851493" y="66768"/>
                      <a:pt x="2052228" y="184529"/>
                    </a:cubicBezTo>
                    <a:cubicBezTo>
                      <a:pt x="1642996" y="420062"/>
                      <a:pt x="1368152" y="862011"/>
                      <a:pt x="1368152" y="1368152"/>
                    </a:cubicBezTo>
                    <a:cubicBezTo>
                      <a:pt x="1368152" y="1874294"/>
                      <a:pt x="1642996" y="2316242"/>
                      <a:pt x="2052228" y="2551775"/>
                    </a:cubicBezTo>
                    <a:cubicBezTo>
                      <a:pt x="1851493" y="2669536"/>
                      <a:pt x="1617620" y="2736304"/>
                      <a:pt x="1368152" y="2736304"/>
                    </a:cubicBezTo>
                    <a:cubicBezTo>
                      <a:pt x="612543" y="2736304"/>
                      <a:pt x="0" y="2123761"/>
                      <a:pt x="0" y="1368152"/>
                    </a:cubicBezTo>
                    <a:cubicBezTo>
                      <a:pt x="0" y="612543"/>
                      <a:pt x="612543" y="0"/>
                      <a:pt x="1368152" y="0"/>
                    </a:cubicBezTo>
                    <a:close/>
                  </a:path>
                </a:pathLst>
              </a:custGeom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4608004" y="1131590"/>
                <a:ext cx="2052228" cy="2736304"/>
              </a:xfrm>
              <a:custGeom>
                <a:avLst/>
                <a:gdLst/>
                <a:ahLst/>
                <a:cxnLst/>
                <a:rect l="l" t="t" r="r" b="b"/>
                <a:pathLst>
                  <a:path w="2052228" h="2736304">
                    <a:moveTo>
                      <a:pt x="684076" y="0"/>
                    </a:moveTo>
                    <a:cubicBezTo>
                      <a:pt x="1439685" y="0"/>
                      <a:pt x="2052228" y="612543"/>
                      <a:pt x="2052228" y="1368152"/>
                    </a:cubicBezTo>
                    <a:cubicBezTo>
                      <a:pt x="2052228" y="2123761"/>
                      <a:pt x="1439685" y="2736304"/>
                      <a:pt x="684076" y="2736304"/>
                    </a:cubicBezTo>
                    <a:cubicBezTo>
                      <a:pt x="434609" y="2736304"/>
                      <a:pt x="200735" y="2669536"/>
                      <a:pt x="0" y="2551775"/>
                    </a:cubicBezTo>
                    <a:cubicBezTo>
                      <a:pt x="409232" y="2316242"/>
                      <a:pt x="684076" y="1874294"/>
                      <a:pt x="684076" y="1368152"/>
                    </a:cubicBezTo>
                    <a:cubicBezTo>
                      <a:pt x="684076" y="862011"/>
                      <a:pt x="409232" y="420062"/>
                      <a:pt x="0" y="184529"/>
                    </a:cubicBezTo>
                    <a:cubicBezTo>
                      <a:pt x="200735" y="66768"/>
                      <a:pt x="434609" y="0"/>
                      <a:pt x="684076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66" name="TextBox 65"/>
            <p:cNvSpPr txBox="1"/>
            <p:nvPr/>
          </p:nvSpPr>
          <p:spPr>
            <a:xfrm>
              <a:off x="3931275" y="2404061"/>
              <a:ext cx="1281450" cy="191361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fr-FR" sz="1400" dirty="0"/>
                <a:t>Titre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197376" y="2404061"/>
              <a:ext cx="1368151" cy="191361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fr-FR" sz="1400" dirty="0">
                  <a:solidFill>
                    <a:schemeClr val="bg1"/>
                  </a:solidFill>
                </a:rPr>
                <a:t>Titre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578473" y="2404061"/>
              <a:ext cx="1368152" cy="191361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fr-FR" sz="1400" dirty="0"/>
                <a:t>Titre</a:t>
              </a:r>
            </a:p>
          </p:txBody>
        </p:sp>
      </p:grpSp>
      <p:sp>
        <p:nvSpPr>
          <p:cNvPr id="13" name="Content Placeholder 23"/>
          <p:cNvSpPr txBox="1">
            <a:spLocks/>
          </p:cNvSpPr>
          <p:nvPr/>
        </p:nvSpPr>
        <p:spPr>
          <a:xfrm>
            <a:off x="313200" y="1183484"/>
            <a:ext cx="2890648" cy="3360737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tabLst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407988" indent="-1905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95313" indent="-173038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800100" indent="-1905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Helvetica 55 Roman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FFFF"/>
              </a:buClr>
            </a:pPr>
            <a:r>
              <a:rPr lang="fr-FR" dirty="0" err="1">
                <a:solidFill>
                  <a:srgbClr val="FF7900"/>
                </a:solidFill>
              </a:rPr>
              <a:t>Lorem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ipsum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dolor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sit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amet</a:t>
            </a:r>
            <a:r>
              <a:rPr lang="fr-FR" dirty="0">
                <a:solidFill>
                  <a:srgbClr val="FF7900"/>
                </a:solidFill>
              </a:rPr>
              <a:t>, </a:t>
            </a:r>
            <a:r>
              <a:rPr lang="fr-FR" dirty="0" err="1">
                <a:solidFill>
                  <a:srgbClr val="FF7900"/>
                </a:solidFill>
              </a:rPr>
              <a:t>consectetur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adipiscing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elit</a:t>
            </a:r>
            <a:r>
              <a:rPr lang="fr-FR" dirty="0">
                <a:solidFill>
                  <a:srgbClr val="FF7900"/>
                </a:solidFill>
              </a:rPr>
              <a:t>. </a:t>
            </a:r>
            <a:br>
              <a:rPr lang="fr-FR" dirty="0">
                <a:solidFill>
                  <a:srgbClr val="FF7900"/>
                </a:solidFill>
              </a:rPr>
            </a:br>
            <a:r>
              <a:rPr lang="fr-FR" dirty="0">
                <a:solidFill>
                  <a:srgbClr val="FF7900"/>
                </a:solidFill>
              </a:rPr>
              <a:t>Sed </a:t>
            </a:r>
            <a:r>
              <a:rPr lang="fr-FR" dirty="0" err="1">
                <a:solidFill>
                  <a:srgbClr val="FF7900"/>
                </a:solidFill>
              </a:rPr>
              <a:t>rhoncus</a:t>
            </a:r>
            <a:r>
              <a:rPr lang="fr-FR" dirty="0">
                <a:solidFill>
                  <a:srgbClr val="FF7900"/>
                </a:solidFill>
              </a:rPr>
              <a:t>, </a:t>
            </a:r>
            <a:r>
              <a:rPr lang="fr-FR" dirty="0" err="1">
                <a:solidFill>
                  <a:srgbClr val="FF7900"/>
                </a:solidFill>
              </a:rPr>
              <a:t>nisi</a:t>
            </a:r>
            <a:r>
              <a:rPr lang="fr-FR" dirty="0">
                <a:solidFill>
                  <a:srgbClr val="FF7900"/>
                </a:solidFill>
              </a:rPr>
              <a:t> eu </a:t>
            </a:r>
            <a:r>
              <a:rPr lang="fr-FR" dirty="0" err="1">
                <a:solidFill>
                  <a:srgbClr val="FF7900"/>
                </a:solidFill>
              </a:rPr>
              <a:t>facilisis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condimentum</a:t>
            </a:r>
            <a:r>
              <a:rPr lang="fr-FR" dirty="0">
                <a:solidFill>
                  <a:srgbClr val="FF7900"/>
                </a:solidFill>
              </a:rPr>
              <a:t>, </a:t>
            </a:r>
            <a:r>
              <a:rPr lang="fr-FR" dirty="0" err="1">
                <a:solidFill>
                  <a:srgbClr val="FF7900"/>
                </a:solidFill>
              </a:rPr>
              <a:t>ligula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augue</a:t>
            </a:r>
            <a:r>
              <a:rPr lang="fr-FR" dirty="0">
                <a:solidFill>
                  <a:srgbClr val="FF7900"/>
                </a:solidFill>
              </a:rPr>
              <a:t> </a:t>
            </a:r>
            <a:br>
              <a:rPr lang="fr-FR" dirty="0">
                <a:solidFill>
                  <a:srgbClr val="FF7900"/>
                </a:solidFill>
              </a:rPr>
            </a:br>
            <a:r>
              <a:rPr lang="fr-FR" dirty="0" err="1">
                <a:solidFill>
                  <a:srgbClr val="FF7900"/>
                </a:solidFill>
              </a:rPr>
              <a:t>porttitor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lacus</a:t>
            </a:r>
            <a:r>
              <a:rPr lang="fr-FR" dirty="0">
                <a:solidFill>
                  <a:srgbClr val="FF7900"/>
                </a:solidFill>
              </a:rPr>
              <a:t>.</a:t>
            </a:r>
          </a:p>
          <a:p>
            <a:pPr>
              <a:spcBef>
                <a:spcPts val="1200"/>
              </a:spcBef>
              <a:buClr>
                <a:srgbClr val="FFFFFF"/>
              </a:buClr>
            </a:pPr>
            <a:r>
              <a:rPr lang="fr-FR" dirty="0" err="1">
                <a:solidFill>
                  <a:srgbClr val="000000"/>
                </a:solidFill>
              </a:rPr>
              <a:t>Nulla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sit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amet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quam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justo</a:t>
            </a:r>
            <a:r>
              <a:rPr lang="fr-FR" dirty="0">
                <a:solidFill>
                  <a:srgbClr val="000000"/>
                </a:solidFill>
              </a:rPr>
              <a:t>:</a:t>
            </a:r>
          </a:p>
          <a:p>
            <a:pPr lvl="2">
              <a:buClr>
                <a:srgbClr val="FF7900"/>
              </a:buClr>
            </a:pPr>
            <a:r>
              <a:rPr lang="fr-FR" dirty="0" err="1">
                <a:solidFill>
                  <a:srgbClr val="000000"/>
                </a:solidFill>
              </a:rPr>
              <a:t>Lorem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ipsum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dolor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sit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amet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dirty="0" err="1">
                <a:solidFill>
                  <a:srgbClr val="000000"/>
                </a:solidFill>
              </a:rPr>
              <a:t>consectetur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adipiscing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elit</a:t>
            </a:r>
            <a:r>
              <a:rPr lang="fr-FR" dirty="0">
                <a:solidFill>
                  <a:srgbClr val="000000"/>
                </a:solidFill>
              </a:rPr>
              <a:t>. </a:t>
            </a:r>
            <a:br>
              <a:rPr lang="fr-FR" dirty="0">
                <a:solidFill>
                  <a:srgbClr val="000000"/>
                </a:solidFill>
              </a:rPr>
            </a:br>
            <a:r>
              <a:rPr lang="fr-FR" dirty="0">
                <a:solidFill>
                  <a:srgbClr val="000000"/>
                </a:solidFill>
              </a:rPr>
              <a:t>Sed </a:t>
            </a:r>
            <a:r>
              <a:rPr lang="fr-FR" dirty="0" err="1">
                <a:solidFill>
                  <a:srgbClr val="000000"/>
                </a:solidFill>
              </a:rPr>
              <a:t>rhoncus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dirty="0" err="1">
                <a:solidFill>
                  <a:srgbClr val="000000"/>
                </a:solidFill>
              </a:rPr>
              <a:t>nisi</a:t>
            </a:r>
            <a:r>
              <a:rPr lang="fr-FR" dirty="0">
                <a:solidFill>
                  <a:srgbClr val="000000"/>
                </a:solidFill>
              </a:rPr>
              <a:t> eu </a:t>
            </a:r>
            <a:r>
              <a:rPr lang="fr-FR" dirty="0" err="1">
                <a:solidFill>
                  <a:srgbClr val="000000"/>
                </a:solidFill>
              </a:rPr>
              <a:t>facilisis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condimentum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dirty="0" err="1">
                <a:solidFill>
                  <a:srgbClr val="000000"/>
                </a:solidFill>
              </a:rPr>
              <a:t>ligula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augue</a:t>
            </a:r>
            <a:r>
              <a:rPr lang="fr-FR" dirty="0">
                <a:solidFill>
                  <a:srgbClr val="000000"/>
                </a:solidFill>
              </a:rPr>
              <a:t> </a:t>
            </a:r>
            <a:br>
              <a:rPr lang="fr-FR" dirty="0">
                <a:solidFill>
                  <a:srgbClr val="000000"/>
                </a:solidFill>
              </a:rPr>
            </a:br>
            <a:r>
              <a:rPr lang="fr-FR" dirty="0" err="1">
                <a:solidFill>
                  <a:srgbClr val="000000"/>
                </a:solidFill>
              </a:rPr>
              <a:t>porttitor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lacus</a:t>
            </a:r>
            <a:r>
              <a:rPr lang="fr-FR" dirty="0">
                <a:solidFill>
                  <a:srgbClr val="000000"/>
                </a:solidFill>
              </a:rPr>
              <a:t>.</a:t>
            </a:r>
          </a:p>
          <a:p>
            <a:pPr lvl="2">
              <a:buClr>
                <a:srgbClr val="FF7900"/>
              </a:buClr>
            </a:pPr>
            <a:r>
              <a:rPr lang="fr-FR" dirty="0" err="1">
                <a:solidFill>
                  <a:srgbClr val="000000"/>
                </a:solidFill>
              </a:rPr>
              <a:t>Nulla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sit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amet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quam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justo</a:t>
            </a:r>
            <a:r>
              <a:rPr lang="fr-FR" dirty="0">
                <a:solidFill>
                  <a:srgbClr val="000000"/>
                </a:solidFill>
              </a:rPr>
              <a:t> eu </a:t>
            </a:r>
            <a:br>
              <a:rPr lang="fr-FR" dirty="0">
                <a:solidFill>
                  <a:srgbClr val="000000"/>
                </a:solidFill>
              </a:rPr>
            </a:br>
            <a:r>
              <a:rPr lang="fr-FR" dirty="0" err="1">
                <a:solidFill>
                  <a:srgbClr val="000000"/>
                </a:solidFill>
              </a:rPr>
              <a:t>iaculis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tortor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nisi</a:t>
            </a:r>
            <a:r>
              <a:rPr lang="fr-FR" dirty="0">
                <a:solidFill>
                  <a:srgbClr val="000000"/>
                </a:solidFill>
              </a:rPr>
              <a:t> a </a:t>
            </a:r>
            <a:r>
              <a:rPr lang="fr-FR" dirty="0" err="1">
                <a:solidFill>
                  <a:srgbClr val="000000"/>
                </a:solidFill>
              </a:rPr>
              <a:t>augue</a:t>
            </a:r>
            <a:r>
              <a:rPr lang="fr-FR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1464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Diagramme avec trois recoupements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204618" y="812374"/>
            <a:ext cx="3751757" cy="3631584"/>
            <a:chOff x="2865753" y="1066898"/>
            <a:chExt cx="3410688" cy="3301440"/>
          </a:xfrm>
        </p:grpSpPr>
        <p:sp>
          <p:nvSpPr>
            <p:cNvPr id="8" name="Oval 8"/>
            <p:cNvSpPr/>
            <p:nvPr/>
          </p:nvSpPr>
          <p:spPr>
            <a:xfrm>
              <a:off x="4571097" y="2338456"/>
              <a:ext cx="1705344" cy="2029882"/>
            </a:xfrm>
            <a:custGeom>
              <a:avLst/>
              <a:gdLst/>
              <a:ahLst/>
              <a:cxnLst/>
              <a:rect l="l" t="t" r="r" b="b"/>
              <a:pathLst>
                <a:path w="1705344" h="2029882">
                  <a:moveTo>
                    <a:pt x="1025794" y="0"/>
                  </a:moveTo>
                  <a:cubicBezTo>
                    <a:pt x="1423062" y="148434"/>
                    <a:pt x="1705344" y="531666"/>
                    <a:pt x="1705344" y="980828"/>
                  </a:cubicBezTo>
                  <a:cubicBezTo>
                    <a:pt x="1705344" y="1560205"/>
                    <a:pt x="1235667" y="2029882"/>
                    <a:pt x="656290" y="2029882"/>
                  </a:cubicBezTo>
                  <a:cubicBezTo>
                    <a:pt x="407748" y="2029882"/>
                    <a:pt x="179393" y="1943450"/>
                    <a:pt x="0" y="1798559"/>
                  </a:cubicBezTo>
                  <a:cubicBezTo>
                    <a:pt x="239621" y="1606729"/>
                    <a:pt x="392764" y="1311663"/>
                    <a:pt x="392764" y="980828"/>
                  </a:cubicBezTo>
                  <a:cubicBezTo>
                    <a:pt x="392764" y="904678"/>
                    <a:pt x="384651" y="830423"/>
                    <a:pt x="368342" y="759079"/>
                  </a:cubicBezTo>
                  <a:cubicBezTo>
                    <a:pt x="699143" y="636514"/>
                    <a:pt x="950475" y="350977"/>
                    <a:pt x="1025794" y="0"/>
                  </a:cubicBez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>
                <a:solidFill>
                  <a:srgbClr val="000000"/>
                </a:solidFill>
              </a:endParaRPr>
            </a:p>
          </p:txBody>
        </p:sp>
        <p:sp>
          <p:nvSpPr>
            <p:cNvPr id="9" name="Oval 10"/>
            <p:cNvSpPr/>
            <p:nvPr/>
          </p:nvSpPr>
          <p:spPr>
            <a:xfrm>
              <a:off x="2865753" y="2337852"/>
              <a:ext cx="1705344" cy="2030486"/>
            </a:xfrm>
            <a:custGeom>
              <a:avLst/>
              <a:gdLst/>
              <a:ahLst/>
              <a:cxnLst/>
              <a:rect l="l" t="t" r="r" b="b"/>
              <a:pathLst>
                <a:path w="1705344" h="2030486">
                  <a:moveTo>
                    <a:pt x="681201" y="0"/>
                  </a:moveTo>
                  <a:cubicBezTo>
                    <a:pt x="756255" y="350650"/>
                    <a:pt x="1006958" y="636069"/>
                    <a:pt x="1337111" y="759062"/>
                  </a:cubicBezTo>
                  <a:cubicBezTo>
                    <a:pt x="1320740" y="830601"/>
                    <a:pt x="1312580" y="905063"/>
                    <a:pt x="1312580" y="981432"/>
                  </a:cubicBezTo>
                  <a:cubicBezTo>
                    <a:pt x="1312580" y="1312267"/>
                    <a:pt x="1465724" y="1607333"/>
                    <a:pt x="1705344" y="1799163"/>
                  </a:cubicBezTo>
                  <a:cubicBezTo>
                    <a:pt x="1525951" y="1944054"/>
                    <a:pt x="1297596" y="2030486"/>
                    <a:pt x="1049054" y="2030486"/>
                  </a:cubicBezTo>
                  <a:cubicBezTo>
                    <a:pt x="469677" y="2030486"/>
                    <a:pt x="0" y="1560809"/>
                    <a:pt x="0" y="981432"/>
                  </a:cubicBezTo>
                  <a:cubicBezTo>
                    <a:pt x="0" y="531648"/>
                    <a:pt x="283064" y="147979"/>
                    <a:pt x="681201" y="0"/>
                  </a:cubicBezTo>
                  <a:close/>
                </a:path>
              </a:pathLst>
            </a:custGeom>
            <a:solidFill>
              <a:srgbClr val="D6D6D6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>
                <a:solidFill>
                  <a:srgbClr val="000000"/>
                </a:solidFill>
              </a:endParaRPr>
            </a:p>
          </p:txBody>
        </p:sp>
        <p:sp>
          <p:nvSpPr>
            <p:cNvPr id="10" name="Oval 15"/>
            <p:cNvSpPr/>
            <p:nvPr/>
          </p:nvSpPr>
          <p:spPr>
            <a:xfrm>
              <a:off x="3522946" y="1066898"/>
              <a:ext cx="2098108" cy="1434751"/>
            </a:xfrm>
            <a:custGeom>
              <a:avLst/>
              <a:gdLst/>
              <a:ahLst/>
              <a:cxnLst/>
              <a:rect l="l" t="t" r="r" b="b"/>
              <a:pathLst>
                <a:path w="2098108" h="1434751">
                  <a:moveTo>
                    <a:pt x="1049054" y="0"/>
                  </a:moveTo>
                  <a:cubicBezTo>
                    <a:pt x="1628431" y="0"/>
                    <a:pt x="2098108" y="469677"/>
                    <a:pt x="2098108" y="1049054"/>
                  </a:cubicBezTo>
                  <a:cubicBezTo>
                    <a:pt x="2098108" y="1125327"/>
                    <a:pt x="2089968" y="1199698"/>
                    <a:pt x="2071688" y="1270733"/>
                  </a:cubicBezTo>
                  <a:cubicBezTo>
                    <a:pt x="1957702" y="1226749"/>
                    <a:pt x="1833806" y="1203333"/>
                    <a:pt x="1704441" y="1203333"/>
                  </a:cubicBezTo>
                  <a:cubicBezTo>
                    <a:pt x="1455842" y="1203333"/>
                    <a:pt x="1227439" y="1289806"/>
                    <a:pt x="1048023" y="1434751"/>
                  </a:cubicBezTo>
                  <a:cubicBezTo>
                    <a:pt x="868756" y="1289765"/>
                    <a:pt x="640402" y="1203333"/>
                    <a:pt x="391861" y="1203333"/>
                  </a:cubicBezTo>
                  <a:cubicBezTo>
                    <a:pt x="262268" y="1203333"/>
                    <a:pt x="138163" y="1226832"/>
                    <a:pt x="24008" y="1270955"/>
                  </a:cubicBezTo>
                  <a:cubicBezTo>
                    <a:pt x="8118" y="1199497"/>
                    <a:pt x="0" y="1125224"/>
                    <a:pt x="0" y="1049054"/>
                  </a:cubicBezTo>
                  <a:cubicBezTo>
                    <a:pt x="0" y="469677"/>
                    <a:pt x="469677" y="0"/>
                    <a:pt x="1049054" y="0"/>
                  </a:cubicBezTo>
                  <a:close/>
                </a:path>
              </a:pathLst>
            </a:custGeom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>
                <a:solidFill>
                  <a:srgbClr val="000000"/>
                </a:solidFill>
              </a:endParaRPr>
            </a:p>
          </p:txBody>
        </p:sp>
        <p:sp>
          <p:nvSpPr>
            <p:cNvPr id="11" name="Oval 6"/>
            <p:cNvSpPr/>
            <p:nvPr/>
          </p:nvSpPr>
          <p:spPr>
            <a:xfrm>
              <a:off x="4571209" y="2270231"/>
              <a:ext cx="1025683" cy="827505"/>
            </a:xfrm>
            <a:custGeom>
              <a:avLst/>
              <a:gdLst/>
              <a:ahLst/>
              <a:cxnLst/>
              <a:rect l="l" t="t" r="r" b="b"/>
              <a:pathLst>
                <a:path w="1025683" h="827505">
                  <a:moveTo>
                    <a:pt x="656179" y="0"/>
                  </a:moveTo>
                  <a:cubicBezTo>
                    <a:pt x="786394" y="0"/>
                    <a:pt x="911067" y="23725"/>
                    <a:pt x="1025683" y="68226"/>
                  </a:cubicBezTo>
                  <a:cubicBezTo>
                    <a:pt x="950266" y="419039"/>
                    <a:pt x="699193" y="704512"/>
                    <a:pt x="368735" y="827505"/>
                  </a:cubicBezTo>
                  <a:cubicBezTo>
                    <a:pt x="317711" y="588053"/>
                    <a:pt x="184565" y="379040"/>
                    <a:pt x="0" y="231405"/>
                  </a:cubicBezTo>
                  <a:cubicBezTo>
                    <a:pt x="179280" y="86434"/>
                    <a:pt x="407636" y="0"/>
                    <a:pt x="656179" y="0"/>
                  </a:cubicBezTo>
                  <a:close/>
                </a:path>
              </a:pathLst>
            </a:custGeom>
            <a:solidFill>
              <a:srgbClr val="8F8F8F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>
                <a:solidFill>
                  <a:srgbClr val="000000"/>
                </a:solidFill>
              </a:endParaRPr>
            </a:p>
          </p:txBody>
        </p:sp>
        <p:sp>
          <p:nvSpPr>
            <p:cNvPr id="12" name="Oval 8"/>
            <p:cNvSpPr/>
            <p:nvPr/>
          </p:nvSpPr>
          <p:spPr>
            <a:xfrm>
              <a:off x="4178333" y="3096915"/>
              <a:ext cx="785528" cy="1040101"/>
            </a:xfrm>
            <a:custGeom>
              <a:avLst/>
              <a:gdLst/>
              <a:ahLst/>
              <a:cxnLst/>
              <a:rect l="l" t="t" r="r" b="b"/>
              <a:pathLst>
                <a:path w="785528" h="1040101">
                  <a:moveTo>
                    <a:pt x="24531" y="0"/>
                  </a:moveTo>
                  <a:cubicBezTo>
                    <a:pt x="139044" y="44417"/>
                    <a:pt x="263591" y="68091"/>
                    <a:pt x="393667" y="68091"/>
                  </a:cubicBezTo>
                  <a:cubicBezTo>
                    <a:pt x="523105" y="68091"/>
                    <a:pt x="647067" y="44649"/>
                    <a:pt x="761106" y="621"/>
                  </a:cubicBezTo>
                  <a:cubicBezTo>
                    <a:pt x="777415" y="71965"/>
                    <a:pt x="785528" y="146220"/>
                    <a:pt x="785528" y="222370"/>
                  </a:cubicBezTo>
                  <a:cubicBezTo>
                    <a:pt x="785528" y="553205"/>
                    <a:pt x="632385" y="848271"/>
                    <a:pt x="392764" y="1040101"/>
                  </a:cubicBezTo>
                  <a:cubicBezTo>
                    <a:pt x="153144" y="848271"/>
                    <a:pt x="0" y="553205"/>
                    <a:pt x="0" y="222370"/>
                  </a:cubicBezTo>
                  <a:cubicBezTo>
                    <a:pt x="0" y="146001"/>
                    <a:pt x="8160" y="71539"/>
                    <a:pt x="24531" y="0"/>
                  </a:cubicBezTo>
                  <a:close/>
                </a:path>
              </a:pathLst>
            </a:custGeom>
            <a:solidFill>
              <a:srgbClr val="8F8F8F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>
                <a:solidFill>
                  <a:srgbClr val="000000"/>
                </a:solidFill>
              </a:endParaRPr>
            </a:p>
          </p:txBody>
        </p:sp>
        <p:sp>
          <p:nvSpPr>
            <p:cNvPr id="13" name="Oval 10"/>
            <p:cNvSpPr/>
            <p:nvPr/>
          </p:nvSpPr>
          <p:spPr>
            <a:xfrm>
              <a:off x="3546955" y="2270231"/>
              <a:ext cx="1024015" cy="826769"/>
            </a:xfrm>
            <a:custGeom>
              <a:avLst/>
              <a:gdLst/>
              <a:ahLst/>
              <a:cxnLst/>
              <a:rect l="l" t="t" r="r" b="b"/>
              <a:pathLst>
                <a:path w="1024015" h="826769">
                  <a:moveTo>
                    <a:pt x="367853" y="0"/>
                  </a:moveTo>
                  <a:cubicBezTo>
                    <a:pt x="616394" y="0"/>
                    <a:pt x="844748" y="86432"/>
                    <a:pt x="1024015" y="231418"/>
                  </a:cubicBezTo>
                  <a:cubicBezTo>
                    <a:pt x="839649" y="378899"/>
                    <a:pt x="706594" y="587627"/>
                    <a:pt x="655486" y="826769"/>
                  </a:cubicBezTo>
                  <a:cubicBezTo>
                    <a:pt x="325611" y="703482"/>
                    <a:pt x="75150" y="418121"/>
                    <a:pt x="0" y="67622"/>
                  </a:cubicBezTo>
                  <a:cubicBezTo>
                    <a:pt x="114155" y="23499"/>
                    <a:pt x="238260" y="0"/>
                    <a:pt x="367853" y="0"/>
                  </a:cubicBezTo>
                  <a:close/>
                </a:path>
              </a:pathLst>
            </a:custGeom>
            <a:solidFill>
              <a:srgbClr val="8F8F8F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>
                <a:solidFill>
                  <a:srgbClr val="000000"/>
                </a:solidFill>
              </a:endParaRPr>
            </a:p>
          </p:txBody>
        </p:sp>
        <p:sp>
          <p:nvSpPr>
            <p:cNvPr id="14" name="Oval 16"/>
            <p:cNvSpPr/>
            <p:nvPr/>
          </p:nvSpPr>
          <p:spPr>
            <a:xfrm>
              <a:off x="4202865" y="2501553"/>
              <a:ext cx="736575" cy="663452"/>
            </a:xfrm>
            <a:custGeom>
              <a:avLst/>
              <a:gdLst/>
              <a:ahLst/>
              <a:cxnLst/>
              <a:rect l="l" t="t" r="r" b="b"/>
              <a:pathLst>
                <a:path w="736575" h="663452">
                  <a:moveTo>
                    <a:pt x="368233" y="0"/>
                  </a:moveTo>
                  <a:cubicBezTo>
                    <a:pt x="552699" y="147676"/>
                    <a:pt x="685916" y="356532"/>
                    <a:pt x="736575" y="595982"/>
                  </a:cubicBezTo>
                  <a:cubicBezTo>
                    <a:pt x="622536" y="640010"/>
                    <a:pt x="498574" y="663452"/>
                    <a:pt x="369136" y="663452"/>
                  </a:cubicBezTo>
                  <a:cubicBezTo>
                    <a:pt x="239060" y="663452"/>
                    <a:pt x="114513" y="639778"/>
                    <a:pt x="0" y="595361"/>
                  </a:cubicBezTo>
                  <a:cubicBezTo>
                    <a:pt x="50779" y="356173"/>
                    <a:pt x="183926" y="147549"/>
                    <a:pt x="368233" y="0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>
                <a:solidFill>
                  <a:srgbClr val="000000"/>
                </a:solidFill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953940" y="1594263"/>
            <a:ext cx="2254931" cy="1938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1400" dirty="0"/>
              <a:t>Titre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4618" y="3223882"/>
            <a:ext cx="1655600" cy="1938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1400" dirty="0"/>
              <a:t>Titre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2581" y="3223882"/>
            <a:ext cx="1653795" cy="1938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1400" dirty="0">
                <a:solidFill>
                  <a:schemeClr val="bg1"/>
                </a:solidFill>
              </a:rPr>
              <a:t>Titre</a:t>
            </a:r>
          </a:p>
        </p:txBody>
      </p:sp>
      <p:sp>
        <p:nvSpPr>
          <p:cNvPr id="18" name="Content Placeholder 23"/>
          <p:cNvSpPr txBox="1">
            <a:spLocks/>
          </p:cNvSpPr>
          <p:nvPr/>
        </p:nvSpPr>
        <p:spPr>
          <a:xfrm>
            <a:off x="313200" y="1183484"/>
            <a:ext cx="2890648" cy="3360737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tabLst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407988" indent="-1905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95313" indent="-173038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800100" indent="-1905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Helvetica 55 Roman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FFFF"/>
              </a:buClr>
            </a:pPr>
            <a:r>
              <a:rPr lang="fr-FR" dirty="0" err="1">
                <a:solidFill>
                  <a:srgbClr val="FF7900"/>
                </a:solidFill>
              </a:rPr>
              <a:t>Lorem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ipsum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dolor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sit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amet</a:t>
            </a:r>
            <a:r>
              <a:rPr lang="fr-FR" dirty="0">
                <a:solidFill>
                  <a:srgbClr val="FF7900"/>
                </a:solidFill>
              </a:rPr>
              <a:t>, </a:t>
            </a:r>
            <a:r>
              <a:rPr lang="fr-FR" dirty="0" err="1">
                <a:solidFill>
                  <a:srgbClr val="FF7900"/>
                </a:solidFill>
              </a:rPr>
              <a:t>consectetur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adipiscing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elit</a:t>
            </a:r>
            <a:r>
              <a:rPr lang="fr-FR" dirty="0">
                <a:solidFill>
                  <a:srgbClr val="FF7900"/>
                </a:solidFill>
              </a:rPr>
              <a:t>. </a:t>
            </a:r>
            <a:br>
              <a:rPr lang="fr-FR" dirty="0">
                <a:solidFill>
                  <a:srgbClr val="FF7900"/>
                </a:solidFill>
              </a:rPr>
            </a:br>
            <a:r>
              <a:rPr lang="fr-FR" dirty="0">
                <a:solidFill>
                  <a:srgbClr val="FF7900"/>
                </a:solidFill>
              </a:rPr>
              <a:t>Sed </a:t>
            </a:r>
            <a:r>
              <a:rPr lang="fr-FR" dirty="0" err="1">
                <a:solidFill>
                  <a:srgbClr val="FF7900"/>
                </a:solidFill>
              </a:rPr>
              <a:t>rhoncus</a:t>
            </a:r>
            <a:r>
              <a:rPr lang="fr-FR" dirty="0">
                <a:solidFill>
                  <a:srgbClr val="FF7900"/>
                </a:solidFill>
              </a:rPr>
              <a:t>, </a:t>
            </a:r>
            <a:r>
              <a:rPr lang="fr-FR" dirty="0" err="1">
                <a:solidFill>
                  <a:srgbClr val="FF7900"/>
                </a:solidFill>
              </a:rPr>
              <a:t>nisi</a:t>
            </a:r>
            <a:r>
              <a:rPr lang="fr-FR" dirty="0">
                <a:solidFill>
                  <a:srgbClr val="FF7900"/>
                </a:solidFill>
              </a:rPr>
              <a:t> eu </a:t>
            </a:r>
            <a:r>
              <a:rPr lang="fr-FR" dirty="0" err="1">
                <a:solidFill>
                  <a:srgbClr val="FF7900"/>
                </a:solidFill>
              </a:rPr>
              <a:t>facilisis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condimentum</a:t>
            </a:r>
            <a:r>
              <a:rPr lang="fr-FR" dirty="0">
                <a:solidFill>
                  <a:srgbClr val="FF7900"/>
                </a:solidFill>
              </a:rPr>
              <a:t>, </a:t>
            </a:r>
            <a:r>
              <a:rPr lang="fr-FR" dirty="0" err="1">
                <a:solidFill>
                  <a:srgbClr val="FF7900"/>
                </a:solidFill>
              </a:rPr>
              <a:t>ligula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augue</a:t>
            </a:r>
            <a:r>
              <a:rPr lang="fr-FR" dirty="0">
                <a:solidFill>
                  <a:srgbClr val="FF7900"/>
                </a:solidFill>
              </a:rPr>
              <a:t> </a:t>
            </a:r>
            <a:br>
              <a:rPr lang="fr-FR" dirty="0">
                <a:solidFill>
                  <a:srgbClr val="FF7900"/>
                </a:solidFill>
              </a:rPr>
            </a:br>
            <a:r>
              <a:rPr lang="fr-FR" dirty="0" err="1">
                <a:solidFill>
                  <a:srgbClr val="FF7900"/>
                </a:solidFill>
              </a:rPr>
              <a:t>porttitor</a:t>
            </a:r>
            <a:r>
              <a:rPr lang="fr-FR" dirty="0">
                <a:solidFill>
                  <a:srgbClr val="FF7900"/>
                </a:solidFill>
              </a:rPr>
              <a:t> </a:t>
            </a:r>
            <a:r>
              <a:rPr lang="fr-FR" dirty="0" err="1">
                <a:solidFill>
                  <a:srgbClr val="FF7900"/>
                </a:solidFill>
              </a:rPr>
              <a:t>lacus</a:t>
            </a:r>
            <a:r>
              <a:rPr lang="fr-FR" dirty="0">
                <a:solidFill>
                  <a:srgbClr val="FF7900"/>
                </a:solidFill>
              </a:rPr>
              <a:t>.</a:t>
            </a:r>
          </a:p>
          <a:p>
            <a:pPr>
              <a:spcBef>
                <a:spcPts val="1200"/>
              </a:spcBef>
              <a:buClr>
                <a:srgbClr val="FFFFFF"/>
              </a:buClr>
            </a:pPr>
            <a:r>
              <a:rPr lang="fr-FR" dirty="0" err="1">
                <a:solidFill>
                  <a:srgbClr val="000000"/>
                </a:solidFill>
              </a:rPr>
              <a:t>Nulla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sit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amet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quam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justo</a:t>
            </a:r>
            <a:r>
              <a:rPr lang="fr-FR" dirty="0">
                <a:solidFill>
                  <a:srgbClr val="000000"/>
                </a:solidFill>
              </a:rPr>
              <a:t>:</a:t>
            </a:r>
          </a:p>
          <a:p>
            <a:pPr lvl="2">
              <a:buClr>
                <a:srgbClr val="FF7900"/>
              </a:buClr>
            </a:pPr>
            <a:r>
              <a:rPr lang="fr-FR" dirty="0" err="1">
                <a:solidFill>
                  <a:srgbClr val="000000"/>
                </a:solidFill>
              </a:rPr>
              <a:t>Lorem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ipsum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dolor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sit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amet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dirty="0" err="1">
                <a:solidFill>
                  <a:srgbClr val="000000"/>
                </a:solidFill>
              </a:rPr>
              <a:t>consectetur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adipiscing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elit</a:t>
            </a:r>
            <a:r>
              <a:rPr lang="fr-FR" dirty="0">
                <a:solidFill>
                  <a:srgbClr val="000000"/>
                </a:solidFill>
              </a:rPr>
              <a:t>. </a:t>
            </a:r>
            <a:br>
              <a:rPr lang="fr-FR" dirty="0">
                <a:solidFill>
                  <a:srgbClr val="000000"/>
                </a:solidFill>
              </a:rPr>
            </a:br>
            <a:r>
              <a:rPr lang="fr-FR" dirty="0">
                <a:solidFill>
                  <a:srgbClr val="000000"/>
                </a:solidFill>
              </a:rPr>
              <a:t>Sed </a:t>
            </a:r>
            <a:r>
              <a:rPr lang="fr-FR" dirty="0" err="1">
                <a:solidFill>
                  <a:srgbClr val="000000"/>
                </a:solidFill>
              </a:rPr>
              <a:t>rhoncus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dirty="0" err="1">
                <a:solidFill>
                  <a:srgbClr val="000000"/>
                </a:solidFill>
              </a:rPr>
              <a:t>nisi</a:t>
            </a:r>
            <a:r>
              <a:rPr lang="fr-FR" dirty="0">
                <a:solidFill>
                  <a:srgbClr val="000000"/>
                </a:solidFill>
              </a:rPr>
              <a:t> eu </a:t>
            </a:r>
            <a:r>
              <a:rPr lang="fr-FR" dirty="0" err="1">
                <a:solidFill>
                  <a:srgbClr val="000000"/>
                </a:solidFill>
              </a:rPr>
              <a:t>facilisis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condimentum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dirty="0" err="1">
                <a:solidFill>
                  <a:srgbClr val="000000"/>
                </a:solidFill>
              </a:rPr>
              <a:t>ligula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augue</a:t>
            </a:r>
            <a:r>
              <a:rPr lang="fr-FR" dirty="0">
                <a:solidFill>
                  <a:srgbClr val="000000"/>
                </a:solidFill>
              </a:rPr>
              <a:t> </a:t>
            </a:r>
            <a:br>
              <a:rPr lang="fr-FR" dirty="0">
                <a:solidFill>
                  <a:srgbClr val="000000"/>
                </a:solidFill>
              </a:rPr>
            </a:br>
            <a:r>
              <a:rPr lang="fr-FR" dirty="0" err="1">
                <a:solidFill>
                  <a:srgbClr val="000000"/>
                </a:solidFill>
              </a:rPr>
              <a:t>porttitor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lacus</a:t>
            </a:r>
            <a:r>
              <a:rPr lang="fr-FR" dirty="0">
                <a:solidFill>
                  <a:srgbClr val="000000"/>
                </a:solidFill>
              </a:rPr>
              <a:t>.</a:t>
            </a:r>
          </a:p>
          <a:p>
            <a:pPr lvl="2">
              <a:buClr>
                <a:srgbClr val="FF7900"/>
              </a:buClr>
            </a:pPr>
            <a:r>
              <a:rPr lang="fr-FR" dirty="0" err="1">
                <a:solidFill>
                  <a:srgbClr val="000000"/>
                </a:solidFill>
              </a:rPr>
              <a:t>Nulla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sit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amet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quam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justo</a:t>
            </a:r>
            <a:r>
              <a:rPr lang="fr-FR" dirty="0">
                <a:solidFill>
                  <a:srgbClr val="000000"/>
                </a:solidFill>
              </a:rPr>
              <a:t> eu </a:t>
            </a:r>
            <a:br>
              <a:rPr lang="fr-FR" dirty="0">
                <a:solidFill>
                  <a:srgbClr val="000000"/>
                </a:solidFill>
              </a:rPr>
            </a:br>
            <a:r>
              <a:rPr lang="fr-FR" dirty="0" err="1">
                <a:solidFill>
                  <a:srgbClr val="000000"/>
                </a:solidFill>
              </a:rPr>
              <a:t>iaculis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tortor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nisi</a:t>
            </a:r>
            <a:r>
              <a:rPr lang="fr-FR" dirty="0">
                <a:solidFill>
                  <a:srgbClr val="000000"/>
                </a:solidFill>
              </a:rPr>
              <a:t> a </a:t>
            </a:r>
            <a:r>
              <a:rPr lang="fr-FR" dirty="0" err="1">
                <a:solidFill>
                  <a:srgbClr val="000000"/>
                </a:solidFill>
              </a:rPr>
              <a:t>augue</a:t>
            </a:r>
            <a:r>
              <a:rPr lang="fr-FR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33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Chronologie</a:t>
            </a:r>
          </a:p>
        </p:txBody>
      </p:sp>
      <p:sp>
        <p:nvSpPr>
          <p:cNvPr id="23" name="Pentagon 22"/>
          <p:cNvSpPr/>
          <p:nvPr/>
        </p:nvSpPr>
        <p:spPr>
          <a:xfrm>
            <a:off x="317499" y="2384302"/>
            <a:ext cx="1499901" cy="93610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2400" dirty="0">
                <a:solidFill>
                  <a:srgbClr val="000000"/>
                </a:solidFill>
              </a:rPr>
              <a:t>2013</a:t>
            </a:r>
          </a:p>
        </p:txBody>
      </p:sp>
      <p:sp>
        <p:nvSpPr>
          <p:cNvPr id="24" name="Chevron 23"/>
          <p:cNvSpPr/>
          <p:nvPr/>
        </p:nvSpPr>
        <p:spPr>
          <a:xfrm>
            <a:off x="1479659" y="2384302"/>
            <a:ext cx="1741784" cy="936104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Ins="0" rtlCol="0" anchor="ctr"/>
          <a:lstStyle/>
          <a:p>
            <a:pPr algn="ctr"/>
            <a:r>
              <a:rPr lang="fr-FR" sz="2400" dirty="0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25" name="Chevron 24"/>
          <p:cNvSpPr/>
          <p:nvPr/>
        </p:nvSpPr>
        <p:spPr>
          <a:xfrm>
            <a:off x="2883702" y="2384302"/>
            <a:ext cx="1741784" cy="936104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Ins="0" rtlCol="0" anchor="ctr"/>
          <a:lstStyle/>
          <a:p>
            <a:pPr algn="ctr"/>
            <a:r>
              <a:rPr lang="fr-FR" sz="2400" dirty="0">
                <a:solidFill>
                  <a:srgbClr val="000000"/>
                </a:solidFill>
              </a:rPr>
              <a:t>2015</a:t>
            </a:r>
          </a:p>
        </p:txBody>
      </p:sp>
      <p:sp>
        <p:nvSpPr>
          <p:cNvPr id="26" name="Chevron 25"/>
          <p:cNvSpPr/>
          <p:nvPr/>
        </p:nvSpPr>
        <p:spPr>
          <a:xfrm>
            <a:off x="4287745" y="2384302"/>
            <a:ext cx="1741784" cy="936104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Ins="0" rtlCol="0" anchor="ctr"/>
          <a:lstStyle/>
          <a:p>
            <a:pPr algn="ctr"/>
            <a:r>
              <a:rPr lang="fr-FR" sz="2400" dirty="0">
                <a:solidFill>
                  <a:srgbClr val="000000"/>
                </a:solidFill>
              </a:rPr>
              <a:t>2016</a:t>
            </a:r>
          </a:p>
        </p:txBody>
      </p:sp>
      <p:sp>
        <p:nvSpPr>
          <p:cNvPr id="27" name="Chevron 26"/>
          <p:cNvSpPr/>
          <p:nvPr/>
        </p:nvSpPr>
        <p:spPr>
          <a:xfrm>
            <a:off x="5691788" y="2384302"/>
            <a:ext cx="1741784" cy="936104"/>
          </a:xfrm>
          <a:prstGeom prst="chevron">
            <a:avLst/>
          </a:prstGeom>
          <a:solidFill>
            <a:srgbClr val="FF7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Ins="0" rtlCol="0" anchor="ctr"/>
          <a:lstStyle/>
          <a:p>
            <a:pPr algn="ctr"/>
            <a:r>
              <a:rPr lang="fr-FR" sz="2400" dirty="0">
                <a:solidFill>
                  <a:srgbClr val="000000"/>
                </a:solidFill>
              </a:rPr>
              <a:t>2017</a:t>
            </a:r>
          </a:p>
        </p:txBody>
      </p:sp>
      <p:sp>
        <p:nvSpPr>
          <p:cNvPr id="28" name="Chevron 27"/>
          <p:cNvSpPr/>
          <p:nvPr/>
        </p:nvSpPr>
        <p:spPr>
          <a:xfrm>
            <a:off x="7095829" y="2384302"/>
            <a:ext cx="1741784" cy="936104"/>
          </a:xfrm>
          <a:prstGeom prst="chevron">
            <a:avLst/>
          </a:prstGeom>
          <a:solidFill>
            <a:srgbClr val="FF7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Ins="0" rtlCol="0" anchor="ctr"/>
          <a:lstStyle/>
          <a:p>
            <a:pPr algn="ctr"/>
            <a:r>
              <a:rPr lang="fr-FR" sz="2400" dirty="0">
                <a:solidFill>
                  <a:srgbClr val="000000"/>
                </a:solidFill>
              </a:rPr>
              <a:t>2018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501803" y="1235075"/>
            <a:ext cx="0" cy="1230060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11327" y="1206500"/>
            <a:ext cx="1311476" cy="90794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200" dirty="0"/>
              <a:t>Titre</a:t>
            </a:r>
            <a:endParaRPr lang="fr-FR" sz="1050" dirty="0"/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3203848" y="1235075"/>
            <a:ext cx="0" cy="1230060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6012160" y="1235075"/>
            <a:ext cx="0" cy="1230060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1813279" y="3235271"/>
            <a:ext cx="0" cy="1230060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313372" y="1206500"/>
            <a:ext cx="1311476" cy="90794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200" dirty="0"/>
              <a:t>Titre </a:t>
            </a:r>
          </a:p>
          <a:p>
            <a:pPr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3141" y="1206500"/>
            <a:ext cx="1311476" cy="90794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200" dirty="0"/>
              <a:t>Titre </a:t>
            </a:r>
          </a:p>
          <a:p>
            <a:pPr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2803" y="3590728"/>
            <a:ext cx="1311476" cy="90794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200" dirty="0"/>
              <a:t>Titre </a:t>
            </a:r>
          </a:p>
          <a:p>
            <a:pPr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cxnSp>
        <p:nvCxnSpPr>
          <p:cNvPr id="44" name="Straight Connector 43"/>
          <p:cNvCxnSpPr/>
          <p:nvPr/>
        </p:nvCxnSpPr>
        <p:spPr>
          <a:xfrm flipV="1">
            <a:off x="4578079" y="3235271"/>
            <a:ext cx="0" cy="1230060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687603" y="3590728"/>
            <a:ext cx="1311476" cy="90794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200" dirty="0"/>
              <a:t>Titre </a:t>
            </a:r>
          </a:p>
          <a:p>
            <a:pPr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7403642" y="3235271"/>
            <a:ext cx="0" cy="1230060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513166" y="3590728"/>
            <a:ext cx="1311476" cy="90794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200" dirty="0"/>
              <a:t>Titre </a:t>
            </a:r>
          </a:p>
          <a:p>
            <a:pPr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173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Chronologie avancement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075990"/>
              </p:ext>
            </p:extLst>
          </p:nvPr>
        </p:nvGraphicFramePr>
        <p:xfrm>
          <a:off x="314067" y="1197850"/>
          <a:ext cx="8523547" cy="3357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6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6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6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63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63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63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63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63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633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263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2633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79652">
                <a:tc>
                  <a:txBody>
                    <a:bodyPr/>
                    <a:lstStyle/>
                    <a:p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90000" marT="46800" marB="46800"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>
                          <a:solidFill>
                            <a:schemeClr val="tx1"/>
                          </a:solidFill>
                        </a:rPr>
                        <a:t>Jan</a:t>
                      </a:r>
                    </a:p>
                  </a:txBody>
                  <a:tcPr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 err="1">
                          <a:solidFill>
                            <a:schemeClr val="tx1"/>
                          </a:solidFill>
                        </a:rPr>
                        <a:t>Fev</a:t>
                      </a:r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>
                          <a:solidFill>
                            <a:schemeClr val="tx1"/>
                          </a:solidFill>
                        </a:rPr>
                        <a:t>Mar</a:t>
                      </a:r>
                    </a:p>
                  </a:txBody>
                  <a:tcPr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 err="1">
                          <a:solidFill>
                            <a:schemeClr val="tx1"/>
                          </a:solidFill>
                        </a:rPr>
                        <a:t>Avr</a:t>
                      </a:r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>
                          <a:solidFill>
                            <a:schemeClr val="tx1"/>
                          </a:solidFill>
                        </a:rPr>
                        <a:t>Mai</a:t>
                      </a:r>
                    </a:p>
                  </a:txBody>
                  <a:tcPr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>
                          <a:solidFill>
                            <a:schemeClr val="tx1"/>
                          </a:solidFill>
                        </a:rPr>
                        <a:t>Jun</a:t>
                      </a:r>
                    </a:p>
                  </a:txBody>
                  <a:tcPr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 err="1">
                          <a:solidFill>
                            <a:schemeClr val="tx1"/>
                          </a:solidFill>
                        </a:rPr>
                        <a:t>Jul</a:t>
                      </a:r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 err="1">
                          <a:solidFill>
                            <a:schemeClr val="tx1"/>
                          </a:solidFill>
                        </a:rPr>
                        <a:t>Aut</a:t>
                      </a:r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>
                          <a:solidFill>
                            <a:schemeClr val="tx1"/>
                          </a:solidFill>
                        </a:rPr>
                        <a:t>Sep</a:t>
                      </a:r>
                    </a:p>
                  </a:txBody>
                  <a:tcPr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 err="1">
                          <a:solidFill>
                            <a:schemeClr val="tx1"/>
                          </a:solidFill>
                        </a:rPr>
                        <a:t>Oct</a:t>
                      </a:r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 err="1">
                          <a:solidFill>
                            <a:schemeClr val="tx1"/>
                          </a:solidFill>
                        </a:rPr>
                        <a:t>Nov</a:t>
                      </a:r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 err="1">
                          <a:solidFill>
                            <a:schemeClr val="tx1"/>
                          </a:solidFill>
                        </a:rPr>
                        <a:t>Dec</a:t>
                      </a:r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652">
                <a:tc>
                  <a:txBody>
                    <a:bodyPr/>
                    <a:lstStyle/>
                    <a:p>
                      <a:pPr algn="l"/>
                      <a:r>
                        <a:rPr lang="fr-FR" sz="1400" noProof="0" dirty="0">
                          <a:solidFill>
                            <a:schemeClr val="tx1"/>
                          </a:solidFill>
                        </a:rPr>
                        <a:t>Pays</a:t>
                      </a:r>
                    </a:p>
                  </a:txBody>
                  <a:tcPr marL="0" marR="90000" marT="46800" marB="46800" anchor="ctr"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652">
                <a:tc>
                  <a:txBody>
                    <a:bodyPr/>
                    <a:lstStyle/>
                    <a:p>
                      <a:pPr algn="l"/>
                      <a:r>
                        <a:rPr lang="fr-FR" sz="1400" noProof="0" dirty="0">
                          <a:solidFill>
                            <a:schemeClr val="tx1"/>
                          </a:solidFill>
                        </a:rPr>
                        <a:t>Pays</a:t>
                      </a:r>
                    </a:p>
                  </a:txBody>
                  <a:tcPr marL="0" marR="90000" marT="46800" marB="46800" anchor="ctr"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652">
                <a:tc>
                  <a:txBody>
                    <a:bodyPr/>
                    <a:lstStyle/>
                    <a:p>
                      <a:pPr algn="l"/>
                      <a:r>
                        <a:rPr lang="fr-FR" sz="1400" noProof="0" dirty="0">
                          <a:solidFill>
                            <a:schemeClr val="tx1"/>
                          </a:solidFill>
                        </a:rPr>
                        <a:t>Pays</a:t>
                      </a:r>
                    </a:p>
                  </a:txBody>
                  <a:tcPr marL="0" marR="90000" marT="46800" marB="46800" anchor="ctr"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652">
                <a:tc>
                  <a:txBody>
                    <a:bodyPr/>
                    <a:lstStyle/>
                    <a:p>
                      <a:pPr algn="l"/>
                      <a:r>
                        <a:rPr lang="fr-FR" sz="1400" noProof="0" dirty="0">
                          <a:solidFill>
                            <a:schemeClr val="tx1"/>
                          </a:solidFill>
                        </a:rPr>
                        <a:t>Pays</a:t>
                      </a:r>
                    </a:p>
                  </a:txBody>
                  <a:tcPr marL="0" marR="90000" marT="46800" marB="46800" anchor="ctr"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652">
                <a:tc>
                  <a:txBody>
                    <a:bodyPr/>
                    <a:lstStyle/>
                    <a:p>
                      <a:pPr algn="l"/>
                      <a:r>
                        <a:rPr lang="fr-FR" sz="1400" noProof="0" dirty="0">
                          <a:solidFill>
                            <a:schemeClr val="tx1"/>
                          </a:solidFill>
                        </a:rPr>
                        <a:t>Pays</a:t>
                      </a:r>
                    </a:p>
                  </a:txBody>
                  <a:tcPr marL="0" marR="90000" marT="46800" marB="46800" anchor="ctr"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652">
                <a:tc>
                  <a:txBody>
                    <a:bodyPr/>
                    <a:lstStyle/>
                    <a:p>
                      <a:pPr algn="l"/>
                      <a:r>
                        <a:rPr lang="fr-FR" sz="1400" noProof="0" dirty="0">
                          <a:solidFill>
                            <a:schemeClr val="tx1"/>
                          </a:solidFill>
                        </a:rPr>
                        <a:t>Pays</a:t>
                      </a:r>
                    </a:p>
                  </a:txBody>
                  <a:tcPr marL="0" marR="90000" marT="46800" marB="46800" anchor="ctr"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" name="Oval 21"/>
          <p:cNvSpPr/>
          <p:nvPr/>
        </p:nvSpPr>
        <p:spPr>
          <a:xfrm>
            <a:off x="7499677" y="1845203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31" name="Straight Connector 30"/>
          <p:cNvCxnSpPr>
            <a:stCxn id="38" idx="6"/>
            <a:endCxn id="41" idx="2"/>
          </p:cNvCxnSpPr>
          <p:nvPr/>
        </p:nvCxnSpPr>
        <p:spPr>
          <a:xfrm>
            <a:off x="1473755" y="1921577"/>
            <a:ext cx="1633434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41" idx="6"/>
            <a:endCxn id="48" idx="2"/>
          </p:cNvCxnSpPr>
          <p:nvPr/>
        </p:nvCxnSpPr>
        <p:spPr>
          <a:xfrm>
            <a:off x="3259939" y="1921577"/>
            <a:ext cx="855362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22" idx="6"/>
            <a:endCxn id="36" idx="2"/>
          </p:cNvCxnSpPr>
          <p:nvPr/>
        </p:nvCxnSpPr>
        <p:spPr>
          <a:xfrm>
            <a:off x="7652427" y="1921577"/>
            <a:ext cx="455109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107536" y="1845203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8" name="Oval 37"/>
          <p:cNvSpPr/>
          <p:nvPr/>
        </p:nvSpPr>
        <p:spPr>
          <a:xfrm>
            <a:off x="1321005" y="1845203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Oval 38"/>
          <p:cNvSpPr/>
          <p:nvPr/>
        </p:nvSpPr>
        <p:spPr>
          <a:xfrm>
            <a:off x="2171085" y="1845203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1" name="Oval 40"/>
          <p:cNvSpPr/>
          <p:nvPr/>
        </p:nvSpPr>
        <p:spPr>
          <a:xfrm>
            <a:off x="3107189" y="1845203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Oval 47"/>
          <p:cNvSpPr/>
          <p:nvPr/>
        </p:nvSpPr>
        <p:spPr>
          <a:xfrm>
            <a:off x="4115301" y="1845203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Oval 48"/>
          <p:cNvSpPr/>
          <p:nvPr/>
        </p:nvSpPr>
        <p:spPr>
          <a:xfrm>
            <a:off x="6419557" y="1845203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50" name="Straight Connector 49"/>
          <p:cNvCxnSpPr>
            <a:stCxn id="48" idx="6"/>
            <a:endCxn id="49" idx="2"/>
          </p:cNvCxnSpPr>
          <p:nvPr/>
        </p:nvCxnSpPr>
        <p:spPr>
          <a:xfrm>
            <a:off x="4268051" y="1921577"/>
            <a:ext cx="215150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49" idx="6"/>
            <a:endCxn id="22" idx="2"/>
          </p:cNvCxnSpPr>
          <p:nvPr/>
        </p:nvCxnSpPr>
        <p:spPr>
          <a:xfrm>
            <a:off x="6572307" y="1921577"/>
            <a:ext cx="92737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56" idx="6"/>
            <a:endCxn id="57" idx="2"/>
          </p:cNvCxnSpPr>
          <p:nvPr/>
        </p:nvCxnSpPr>
        <p:spPr>
          <a:xfrm>
            <a:off x="1473755" y="2407799"/>
            <a:ext cx="36194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57" idx="6"/>
            <a:endCxn id="59" idx="2"/>
          </p:cNvCxnSpPr>
          <p:nvPr/>
        </p:nvCxnSpPr>
        <p:spPr>
          <a:xfrm>
            <a:off x="1988446" y="2407799"/>
            <a:ext cx="272757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60" idx="6"/>
            <a:endCxn id="55" idx="2"/>
          </p:cNvCxnSpPr>
          <p:nvPr/>
        </p:nvCxnSpPr>
        <p:spPr>
          <a:xfrm>
            <a:off x="5588846" y="2407799"/>
            <a:ext cx="128509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6873939" y="2331425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Oval 55"/>
          <p:cNvSpPr/>
          <p:nvPr/>
        </p:nvSpPr>
        <p:spPr>
          <a:xfrm>
            <a:off x="1321005" y="2331425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Oval 56"/>
          <p:cNvSpPr/>
          <p:nvPr/>
        </p:nvSpPr>
        <p:spPr>
          <a:xfrm>
            <a:off x="1835696" y="2331425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8" name="Oval 57"/>
          <p:cNvSpPr/>
          <p:nvPr/>
        </p:nvSpPr>
        <p:spPr>
          <a:xfrm>
            <a:off x="2555776" y="2331425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Oval 58"/>
          <p:cNvSpPr/>
          <p:nvPr/>
        </p:nvSpPr>
        <p:spPr>
          <a:xfrm>
            <a:off x="4716016" y="2331425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0" name="Oval 59"/>
          <p:cNvSpPr/>
          <p:nvPr/>
        </p:nvSpPr>
        <p:spPr>
          <a:xfrm>
            <a:off x="5436096" y="2331425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61" name="Straight Connector 60"/>
          <p:cNvCxnSpPr>
            <a:stCxn id="59" idx="6"/>
            <a:endCxn id="60" idx="2"/>
          </p:cNvCxnSpPr>
          <p:nvPr/>
        </p:nvCxnSpPr>
        <p:spPr>
          <a:xfrm>
            <a:off x="4868766" y="2407799"/>
            <a:ext cx="56733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7855083" y="2806905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63" name="Straight Connector 62"/>
          <p:cNvCxnSpPr>
            <a:stCxn id="65" idx="6"/>
            <a:endCxn id="67" idx="2"/>
          </p:cNvCxnSpPr>
          <p:nvPr/>
        </p:nvCxnSpPr>
        <p:spPr>
          <a:xfrm>
            <a:off x="1465847" y="2883279"/>
            <a:ext cx="22618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67" idx="6"/>
            <a:endCxn id="68" idx="2"/>
          </p:cNvCxnSpPr>
          <p:nvPr/>
        </p:nvCxnSpPr>
        <p:spPr>
          <a:xfrm>
            <a:off x="3880397" y="2883279"/>
            <a:ext cx="1125362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1313097" y="2806905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Oval 65"/>
          <p:cNvSpPr/>
          <p:nvPr/>
        </p:nvSpPr>
        <p:spPr>
          <a:xfrm>
            <a:off x="2771800" y="2806905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Oval 66"/>
          <p:cNvSpPr/>
          <p:nvPr/>
        </p:nvSpPr>
        <p:spPr>
          <a:xfrm>
            <a:off x="3727647" y="2806905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Oval 67"/>
          <p:cNvSpPr/>
          <p:nvPr/>
        </p:nvSpPr>
        <p:spPr>
          <a:xfrm>
            <a:off x="5005759" y="2806905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Oval 68"/>
          <p:cNvSpPr/>
          <p:nvPr/>
        </p:nvSpPr>
        <p:spPr>
          <a:xfrm>
            <a:off x="6722688" y="2806905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70" name="Straight Connector 69"/>
          <p:cNvCxnSpPr>
            <a:stCxn id="69" idx="6"/>
            <a:endCxn id="62" idx="2"/>
          </p:cNvCxnSpPr>
          <p:nvPr/>
        </p:nvCxnSpPr>
        <p:spPr>
          <a:xfrm>
            <a:off x="6875438" y="2883279"/>
            <a:ext cx="979645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68" idx="6"/>
            <a:endCxn id="69" idx="2"/>
          </p:cNvCxnSpPr>
          <p:nvPr/>
        </p:nvCxnSpPr>
        <p:spPr>
          <a:xfrm>
            <a:off x="5158509" y="2883279"/>
            <a:ext cx="1564179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76" idx="6"/>
            <a:endCxn id="77" idx="2"/>
          </p:cNvCxnSpPr>
          <p:nvPr/>
        </p:nvCxnSpPr>
        <p:spPr>
          <a:xfrm>
            <a:off x="1473755" y="3358191"/>
            <a:ext cx="380959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77" idx="6"/>
            <a:endCxn id="79" idx="2"/>
          </p:cNvCxnSpPr>
          <p:nvPr/>
        </p:nvCxnSpPr>
        <p:spPr>
          <a:xfrm>
            <a:off x="5436096" y="3358191"/>
            <a:ext cx="136040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80" idx="6"/>
            <a:endCxn id="75" idx="2"/>
          </p:cNvCxnSpPr>
          <p:nvPr/>
        </p:nvCxnSpPr>
        <p:spPr>
          <a:xfrm>
            <a:off x="8286357" y="3358191"/>
            <a:ext cx="398506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8684863" y="3281817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Oval 75"/>
          <p:cNvSpPr/>
          <p:nvPr/>
        </p:nvSpPr>
        <p:spPr>
          <a:xfrm>
            <a:off x="1321005" y="3281817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Oval 76"/>
          <p:cNvSpPr/>
          <p:nvPr/>
        </p:nvSpPr>
        <p:spPr>
          <a:xfrm>
            <a:off x="5283346" y="3281817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Oval 77"/>
          <p:cNvSpPr/>
          <p:nvPr/>
        </p:nvSpPr>
        <p:spPr>
          <a:xfrm>
            <a:off x="5963547" y="3281817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9" name="Oval 78"/>
          <p:cNvSpPr/>
          <p:nvPr/>
        </p:nvSpPr>
        <p:spPr>
          <a:xfrm>
            <a:off x="6796499" y="3281817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Oval 79"/>
          <p:cNvSpPr/>
          <p:nvPr/>
        </p:nvSpPr>
        <p:spPr>
          <a:xfrm>
            <a:off x="8133607" y="3281817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81" name="Straight Connector 80"/>
          <p:cNvCxnSpPr>
            <a:stCxn id="79" idx="6"/>
            <a:endCxn id="80" idx="2"/>
          </p:cNvCxnSpPr>
          <p:nvPr/>
        </p:nvCxnSpPr>
        <p:spPr>
          <a:xfrm>
            <a:off x="6949249" y="3358191"/>
            <a:ext cx="118435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86" idx="6"/>
            <a:endCxn id="87" idx="2"/>
          </p:cNvCxnSpPr>
          <p:nvPr/>
        </p:nvCxnSpPr>
        <p:spPr>
          <a:xfrm>
            <a:off x="1472991" y="3840815"/>
            <a:ext cx="774469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87" idx="6"/>
            <a:endCxn id="89" idx="2"/>
          </p:cNvCxnSpPr>
          <p:nvPr/>
        </p:nvCxnSpPr>
        <p:spPr>
          <a:xfrm>
            <a:off x="2400210" y="3840815"/>
            <a:ext cx="1867841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90" idx="6"/>
            <a:endCxn id="85" idx="2"/>
          </p:cNvCxnSpPr>
          <p:nvPr/>
        </p:nvCxnSpPr>
        <p:spPr>
          <a:xfrm>
            <a:off x="6722688" y="3840815"/>
            <a:ext cx="489822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212510" y="3764441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6" name="Oval 85"/>
          <p:cNvSpPr/>
          <p:nvPr/>
        </p:nvSpPr>
        <p:spPr>
          <a:xfrm>
            <a:off x="1320241" y="3764441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Oval 86"/>
          <p:cNvSpPr/>
          <p:nvPr/>
        </p:nvSpPr>
        <p:spPr>
          <a:xfrm>
            <a:off x="2247460" y="3764441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Oval 87"/>
          <p:cNvSpPr/>
          <p:nvPr/>
        </p:nvSpPr>
        <p:spPr>
          <a:xfrm>
            <a:off x="3534870" y="3764441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9" name="Oval 88"/>
          <p:cNvSpPr/>
          <p:nvPr/>
        </p:nvSpPr>
        <p:spPr>
          <a:xfrm>
            <a:off x="4268051" y="3764441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0" name="Oval 89"/>
          <p:cNvSpPr/>
          <p:nvPr/>
        </p:nvSpPr>
        <p:spPr>
          <a:xfrm>
            <a:off x="6569938" y="3764441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1" name="Straight Connector 90"/>
          <p:cNvCxnSpPr>
            <a:stCxn id="89" idx="6"/>
            <a:endCxn id="90" idx="2"/>
          </p:cNvCxnSpPr>
          <p:nvPr/>
        </p:nvCxnSpPr>
        <p:spPr>
          <a:xfrm>
            <a:off x="4420801" y="3840815"/>
            <a:ext cx="2149137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7499677" y="4247065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3" name="Straight Connector 92"/>
          <p:cNvCxnSpPr>
            <a:stCxn id="97" idx="6"/>
            <a:endCxn id="99" idx="2"/>
          </p:cNvCxnSpPr>
          <p:nvPr/>
        </p:nvCxnSpPr>
        <p:spPr>
          <a:xfrm>
            <a:off x="1473755" y="4323439"/>
            <a:ext cx="1633434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99" idx="6"/>
            <a:endCxn id="100" idx="2"/>
          </p:cNvCxnSpPr>
          <p:nvPr/>
        </p:nvCxnSpPr>
        <p:spPr>
          <a:xfrm>
            <a:off x="3259939" y="4323439"/>
            <a:ext cx="855362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92" idx="6"/>
            <a:endCxn id="96" idx="2"/>
          </p:cNvCxnSpPr>
          <p:nvPr/>
        </p:nvCxnSpPr>
        <p:spPr>
          <a:xfrm>
            <a:off x="7652427" y="4323439"/>
            <a:ext cx="455109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8107536" y="4247065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7" name="Oval 96"/>
          <p:cNvSpPr/>
          <p:nvPr/>
        </p:nvSpPr>
        <p:spPr>
          <a:xfrm>
            <a:off x="1321005" y="4247065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Oval 97"/>
          <p:cNvSpPr/>
          <p:nvPr/>
        </p:nvSpPr>
        <p:spPr>
          <a:xfrm>
            <a:off x="2171085" y="4247065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Oval 98"/>
          <p:cNvSpPr/>
          <p:nvPr/>
        </p:nvSpPr>
        <p:spPr>
          <a:xfrm>
            <a:off x="3107189" y="4247065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Oval 99"/>
          <p:cNvSpPr/>
          <p:nvPr/>
        </p:nvSpPr>
        <p:spPr>
          <a:xfrm>
            <a:off x="4115301" y="4247065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1" name="Oval 100"/>
          <p:cNvSpPr/>
          <p:nvPr/>
        </p:nvSpPr>
        <p:spPr>
          <a:xfrm>
            <a:off x="6419557" y="4247065"/>
            <a:ext cx="152750" cy="152748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2" name="Straight Connector 101"/>
          <p:cNvCxnSpPr>
            <a:stCxn id="100" idx="6"/>
            <a:endCxn id="101" idx="2"/>
          </p:cNvCxnSpPr>
          <p:nvPr/>
        </p:nvCxnSpPr>
        <p:spPr>
          <a:xfrm>
            <a:off x="4268051" y="4323439"/>
            <a:ext cx="215150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stCxn id="101" idx="6"/>
            <a:endCxn id="92" idx="2"/>
          </p:cNvCxnSpPr>
          <p:nvPr/>
        </p:nvCxnSpPr>
        <p:spPr>
          <a:xfrm>
            <a:off x="6572307" y="4323439"/>
            <a:ext cx="92737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1164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Etapes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0635" y="2647240"/>
            <a:ext cx="1695101" cy="130805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</a:t>
            </a:r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2447529" y="1232470"/>
            <a:ext cx="0" cy="27540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4572000" y="1232470"/>
            <a:ext cx="0" cy="27540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6707587" y="1232470"/>
            <a:ext cx="0" cy="27540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660762" y="2647240"/>
            <a:ext cx="1695101" cy="130805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 </a:t>
            </a:r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2081" y="2647240"/>
            <a:ext cx="1695101" cy="130805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 </a:t>
            </a:r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2208" y="2647240"/>
            <a:ext cx="1695101" cy="130805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 </a:t>
            </a:r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0944" y="936430"/>
            <a:ext cx="820738" cy="1769715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fr-FR" sz="11500" dirty="0"/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60762" y="936430"/>
            <a:ext cx="820738" cy="1769715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fr-FR" sz="11500" dirty="0"/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2081" y="936430"/>
            <a:ext cx="820738" cy="1769715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fr-FR" sz="11500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2208" y="936430"/>
            <a:ext cx="820738" cy="1769715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fr-FR" sz="115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6047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Evolution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7133589" y="1617278"/>
            <a:ext cx="1704023" cy="2932772"/>
          </a:xfrm>
          <a:prstGeom prst="rect">
            <a:avLst/>
          </a:prstGeom>
          <a:solidFill>
            <a:srgbClr val="D6D6D6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 </a:t>
            </a:r>
            <a:endParaRPr lang="fr-FR" sz="900" spc="-20" dirty="0">
              <a:solidFill>
                <a:srgbClr val="000000"/>
              </a:solidFill>
              <a:latin typeface="Helvetica 55 Roman" panose="000B0500000000000000" pitchFamily="34" charset="0"/>
            </a:endParaRPr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7499" y="3628547"/>
            <a:ext cx="1704023" cy="921503"/>
          </a:xfrm>
          <a:prstGeom prst="rect">
            <a:avLst/>
          </a:prstGeom>
          <a:solidFill>
            <a:srgbClr val="D6D6D6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/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 </a:t>
            </a:r>
            <a:endParaRPr lang="fr-FR" sz="900" spc="-20" dirty="0">
              <a:solidFill>
                <a:srgbClr val="000000"/>
              </a:solidFill>
              <a:latin typeface="Helvetica 55 Roman" panose="000B0500000000000000" pitchFamily="34" charset="0"/>
            </a:endParaRPr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sed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21522" y="3124917"/>
            <a:ext cx="1704023" cy="1425133"/>
          </a:xfrm>
          <a:prstGeom prst="rect">
            <a:avLst/>
          </a:prstGeom>
          <a:solidFill>
            <a:srgbClr val="D6D6D6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 </a:t>
            </a:r>
            <a:endParaRPr lang="fr-FR" sz="900" spc="-20" dirty="0">
              <a:solidFill>
                <a:srgbClr val="000000"/>
              </a:solidFill>
              <a:latin typeface="Helvetica 55 Roman" panose="000B0500000000000000" pitchFamily="34" charset="0"/>
            </a:endParaRPr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sed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5544" y="2615810"/>
            <a:ext cx="1704023" cy="1934240"/>
          </a:xfrm>
          <a:prstGeom prst="rect">
            <a:avLst/>
          </a:prstGeom>
          <a:solidFill>
            <a:srgbClr val="D6D6D6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 </a:t>
            </a:r>
            <a:endParaRPr lang="fr-FR" sz="900" spc="-20" dirty="0">
              <a:solidFill>
                <a:srgbClr val="000000"/>
              </a:solidFill>
              <a:latin typeface="Helvetica 55 Roman" panose="000B0500000000000000" pitchFamily="34" charset="0"/>
            </a:endParaRPr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29567" y="2106704"/>
            <a:ext cx="1704023" cy="244334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 </a:t>
            </a:r>
            <a:endParaRPr lang="fr-FR" sz="900" spc="-20" dirty="0">
              <a:solidFill>
                <a:srgbClr val="000000"/>
              </a:solidFill>
              <a:latin typeface="Helvetica 55 Roman" panose="000B0500000000000000" pitchFamily="34" charset="0"/>
            </a:endParaRPr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7501" y="3226447"/>
            <a:ext cx="1704022" cy="407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tlCol="0" anchor="b"/>
          <a:lstStyle/>
          <a:p>
            <a:r>
              <a:rPr lang="fr-FR" sz="2000" dirty="0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20" name="Content Placeholder 23"/>
          <p:cNvSpPr txBox="1">
            <a:spLocks/>
          </p:cNvSpPr>
          <p:nvPr/>
        </p:nvSpPr>
        <p:spPr>
          <a:xfrm>
            <a:off x="313200" y="1183484"/>
            <a:ext cx="2890648" cy="3360737"/>
          </a:xfrm>
          <a:prstGeom prst="rect">
            <a:avLst/>
          </a:prstGeom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tabLst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407988" indent="-1905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95313" indent="-173038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800100" indent="-1905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Helvetica 55 Roman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7900"/>
              </a:buClr>
            </a:pPr>
            <a:r>
              <a:rPr lang="fr-FR" dirty="0" err="1">
                <a:solidFill>
                  <a:schemeClr val="accent1"/>
                </a:solidFill>
              </a:rPr>
              <a:t>Lorem</a:t>
            </a:r>
            <a:r>
              <a:rPr lang="fr-FR" dirty="0">
                <a:solidFill>
                  <a:schemeClr val="accent1"/>
                </a:solidFill>
              </a:rPr>
              <a:t> </a:t>
            </a:r>
            <a:r>
              <a:rPr lang="fr-FR" dirty="0" err="1">
                <a:solidFill>
                  <a:schemeClr val="accent1"/>
                </a:solidFill>
              </a:rPr>
              <a:t>ipsum</a:t>
            </a:r>
            <a:r>
              <a:rPr lang="fr-FR" dirty="0">
                <a:solidFill>
                  <a:schemeClr val="accent1"/>
                </a:solidFill>
              </a:rPr>
              <a:t> </a:t>
            </a:r>
            <a:r>
              <a:rPr lang="fr-FR" dirty="0" err="1">
                <a:solidFill>
                  <a:schemeClr val="accent1"/>
                </a:solidFill>
              </a:rPr>
              <a:t>dolor</a:t>
            </a:r>
            <a:r>
              <a:rPr lang="fr-FR" dirty="0">
                <a:solidFill>
                  <a:schemeClr val="accent1"/>
                </a:solidFill>
              </a:rPr>
              <a:t> </a:t>
            </a:r>
            <a:r>
              <a:rPr lang="fr-FR" dirty="0" err="1">
                <a:solidFill>
                  <a:schemeClr val="accent1"/>
                </a:solidFill>
              </a:rPr>
              <a:t>sit</a:t>
            </a:r>
            <a:r>
              <a:rPr lang="fr-FR" dirty="0">
                <a:solidFill>
                  <a:schemeClr val="accent1"/>
                </a:solidFill>
              </a:rPr>
              <a:t> </a:t>
            </a:r>
            <a:r>
              <a:rPr lang="fr-FR" dirty="0" err="1">
                <a:solidFill>
                  <a:schemeClr val="accent1"/>
                </a:solidFill>
              </a:rPr>
              <a:t>amet</a:t>
            </a:r>
            <a:endParaRPr lang="fr-FR" dirty="0">
              <a:solidFill>
                <a:schemeClr val="accent1"/>
              </a:solidFill>
            </a:endParaRPr>
          </a:p>
          <a:p>
            <a:pPr>
              <a:buClr>
                <a:srgbClr val="FF7900"/>
              </a:buClr>
            </a:pPr>
            <a:r>
              <a:rPr lang="fr-FR" dirty="0" err="1">
                <a:solidFill>
                  <a:srgbClr val="000000"/>
                </a:solidFill>
              </a:rPr>
              <a:t>consectetur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adipiscing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elit</a:t>
            </a:r>
            <a:r>
              <a:rPr lang="fr-FR" dirty="0">
                <a:solidFill>
                  <a:srgbClr val="000000"/>
                </a:solidFill>
              </a:rPr>
              <a:t> </a:t>
            </a:r>
            <a:br>
              <a:rPr lang="fr-FR" dirty="0">
                <a:solidFill>
                  <a:srgbClr val="000000"/>
                </a:solidFill>
              </a:rPr>
            </a:br>
            <a:r>
              <a:rPr lang="fr-FR" dirty="0">
                <a:solidFill>
                  <a:srgbClr val="000000"/>
                </a:solidFill>
              </a:rPr>
              <a:t>Sed </a:t>
            </a:r>
            <a:r>
              <a:rPr lang="fr-FR" dirty="0" err="1">
                <a:solidFill>
                  <a:srgbClr val="000000"/>
                </a:solidFill>
              </a:rPr>
              <a:t>rhoncus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dirty="0" err="1">
                <a:solidFill>
                  <a:srgbClr val="000000"/>
                </a:solidFill>
              </a:rPr>
              <a:t>nisi</a:t>
            </a:r>
            <a:r>
              <a:rPr lang="fr-FR" dirty="0">
                <a:solidFill>
                  <a:srgbClr val="000000"/>
                </a:solidFill>
              </a:rPr>
              <a:t> eu </a:t>
            </a:r>
            <a:r>
              <a:rPr lang="fr-FR" dirty="0" err="1">
                <a:solidFill>
                  <a:srgbClr val="000000"/>
                </a:solidFill>
              </a:rPr>
              <a:t>facilisis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condimentum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dirty="0" err="1">
                <a:solidFill>
                  <a:srgbClr val="000000"/>
                </a:solidFill>
              </a:rPr>
              <a:t>ligula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augue</a:t>
            </a:r>
            <a:r>
              <a:rPr lang="fr-FR" dirty="0">
                <a:solidFill>
                  <a:srgbClr val="000000"/>
                </a:solidFill>
              </a:rPr>
              <a:t> </a:t>
            </a:r>
            <a:br>
              <a:rPr lang="fr-FR" dirty="0">
                <a:solidFill>
                  <a:srgbClr val="000000"/>
                </a:solidFill>
              </a:rPr>
            </a:br>
            <a:r>
              <a:rPr lang="fr-FR" dirty="0" err="1">
                <a:solidFill>
                  <a:srgbClr val="000000"/>
                </a:solidFill>
              </a:rPr>
              <a:t>porttitor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 err="1">
                <a:solidFill>
                  <a:srgbClr val="000000"/>
                </a:solidFill>
              </a:rPr>
              <a:t>lacus</a:t>
            </a:r>
            <a:r>
              <a:rPr lang="fr-FR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21523" y="2715981"/>
            <a:ext cx="1704022" cy="407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tlCol="0" anchor="b"/>
          <a:lstStyle/>
          <a:p>
            <a:r>
              <a:rPr lang="fr-FR" sz="2000" dirty="0">
                <a:solidFill>
                  <a:srgbClr val="000000"/>
                </a:solidFill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25545" y="2208235"/>
            <a:ext cx="1704022" cy="407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tlCol="0" anchor="b"/>
          <a:lstStyle/>
          <a:p>
            <a:r>
              <a:rPr lang="fr-FR" sz="2000" dirty="0">
                <a:solidFill>
                  <a:srgbClr val="000000"/>
                </a:solidFill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29568" y="1699129"/>
            <a:ext cx="1704022" cy="407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tlCol="0" anchor="b"/>
          <a:lstStyle/>
          <a:p>
            <a:r>
              <a:rPr lang="fr-FR" sz="2000" dirty="0">
                <a:solidFill>
                  <a:srgbClr val="000000"/>
                </a:solidFill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42718" y="1198097"/>
            <a:ext cx="1704022" cy="407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tlCol="0" anchor="b"/>
          <a:lstStyle/>
          <a:p>
            <a:r>
              <a:rPr lang="fr-FR" sz="2000" dirty="0">
                <a:solidFill>
                  <a:srgbClr val="00000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96948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133589" y="1203325"/>
            <a:ext cx="1704023" cy="3340100"/>
          </a:xfrm>
          <a:prstGeom prst="rect">
            <a:avLst/>
          </a:prstGeom>
          <a:solidFill>
            <a:srgbClr val="D6D6D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 </a:t>
            </a:r>
            <a:endParaRPr lang="fr-FR" sz="900" spc="-20" dirty="0">
              <a:solidFill>
                <a:srgbClr val="000000"/>
              </a:solidFill>
              <a:latin typeface="Helvetica 55 Roman" panose="000B0500000000000000" pitchFamily="34" charset="0"/>
            </a:endParaRPr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29566" y="1203325"/>
            <a:ext cx="1942050" cy="3340100"/>
          </a:xfrm>
          <a:custGeom>
            <a:avLst/>
            <a:gdLst/>
            <a:ahLst/>
            <a:cxnLst/>
            <a:rect l="l" t="t" r="r" b="b"/>
            <a:pathLst>
              <a:path w="1942050" h="3340100">
                <a:moveTo>
                  <a:pt x="0" y="0"/>
                </a:moveTo>
                <a:lnTo>
                  <a:pt x="1704023" y="0"/>
                </a:lnTo>
                <a:lnTo>
                  <a:pt x="1704023" y="2439980"/>
                </a:lnTo>
                <a:lnTo>
                  <a:pt x="1942050" y="2690878"/>
                </a:lnTo>
                <a:lnTo>
                  <a:pt x="1704023" y="2941777"/>
                </a:lnTo>
                <a:lnTo>
                  <a:pt x="1704023" y="3340100"/>
                </a:lnTo>
                <a:lnTo>
                  <a:pt x="0" y="3340100"/>
                </a:ln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324000" bIns="9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 </a:t>
            </a:r>
            <a:endParaRPr lang="fr-FR" sz="900" spc="-20" dirty="0">
              <a:solidFill>
                <a:srgbClr val="000000"/>
              </a:solidFill>
              <a:latin typeface="Helvetica 55 Roman" panose="000B0500000000000000" pitchFamily="34" charset="0"/>
            </a:endParaRPr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5544" y="1203326"/>
            <a:ext cx="1942051" cy="3340100"/>
          </a:xfrm>
          <a:custGeom>
            <a:avLst/>
            <a:gdLst/>
            <a:ahLst/>
            <a:cxnLst/>
            <a:rect l="l" t="t" r="r" b="b"/>
            <a:pathLst>
              <a:path w="1942051" h="3340100">
                <a:moveTo>
                  <a:pt x="0" y="0"/>
                </a:moveTo>
                <a:lnTo>
                  <a:pt x="1704023" y="0"/>
                </a:lnTo>
                <a:lnTo>
                  <a:pt x="1704023" y="2439977"/>
                </a:lnTo>
                <a:lnTo>
                  <a:pt x="1942051" y="2690877"/>
                </a:lnTo>
                <a:lnTo>
                  <a:pt x="1704023" y="2941777"/>
                </a:lnTo>
                <a:lnTo>
                  <a:pt x="1704023" y="3340100"/>
                </a:lnTo>
                <a:lnTo>
                  <a:pt x="0" y="3340100"/>
                </a:lnTo>
                <a:close/>
              </a:path>
            </a:pathLst>
          </a:custGeom>
          <a:solidFill>
            <a:srgbClr val="D6D6D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324000" bIns="9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 </a:t>
            </a:r>
            <a:endParaRPr lang="fr-FR" sz="900" spc="-20" dirty="0">
              <a:solidFill>
                <a:srgbClr val="000000"/>
              </a:solidFill>
              <a:latin typeface="Helvetica 55 Roman" panose="000B0500000000000000" pitchFamily="34" charset="0"/>
            </a:endParaRPr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2021521" y="1203327"/>
            <a:ext cx="1942050" cy="3340098"/>
          </a:xfrm>
          <a:custGeom>
            <a:avLst/>
            <a:gdLst/>
            <a:ahLst/>
            <a:cxnLst/>
            <a:rect l="l" t="t" r="r" b="b"/>
            <a:pathLst>
              <a:path w="1942050" h="3340098">
                <a:moveTo>
                  <a:pt x="0" y="0"/>
                </a:moveTo>
                <a:lnTo>
                  <a:pt x="1704023" y="0"/>
                </a:lnTo>
                <a:lnTo>
                  <a:pt x="1704023" y="2439978"/>
                </a:lnTo>
                <a:lnTo>
                  <a:pt x="1942050" y="2690876"/>
                </a:lnTo>
                <a:lnTo>
                  <a:pt x="1704023" y="2941775"/>
                </a:lnTo>
                <a:lnTo>
                  <a:pt x="1704023" y="3340098"/>
                </a:lnTo>
                <a:lnTo>
                  <a:pt x="0" y="3340098"/>
                </a:lnTo>
                <a:close/>
              </a:path>
            </a:pathLst>
          </a:custGeom>
          <a:solidFill>
            <a:srgbClr val="D6D6D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324000" bIns="9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 </a:t>
            </a:r>
            <a:endParaRPr lang="fr-FR" sz="900" spc="-20" dirty="0">
              <a:solidFill>
                <a:srgbClr val="000000"/>
              </a:solidFill>
              <a:latin typeface="Helvetica 55 Roman" panose="000B0500000000000000" pitchFamily="34" charset="0"/>
            </a:endParaRPr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317499" y="1203327"/>
            <a:ext cx="1942051" cy="3340097"/>
          </a:xfrm>
          <a:custGeom>
            <a:avLst/>
            <a:gdLst/>
            <a:ahLst/>
            <a:cxnLst/>
            <a:rect l="l" t="t" r="r" b="b"/>
            <a:pathLst>
              <a:path w="1942051" h="3340097">
                <a:moveTo>
                  <a:pt x="0" y="0"/>
                </a:moveTo>
                <a:lnTo>
                  <a:pt x="1704023" y="0"/>
                </a:lnTo>
                <a:lnTo>
                  <a:pt x="1704023" y="2439976"/>
                </a:lnTo>
                <a:lnTo>
                  <a:pt x="1942051" y="2690876"/>
                </a:lnTo>
                <a:lnTo>
                  <a:pt x="1704023" y="2941776"/>
                </a:lnTo>
                <a:lnTo>
                  <a:pt x="1704023" y="3340097"/>
                </a:lnTo>
                <a:lnTo>
                  <a:pt x="0" y="3340097"/>
                </a:lnTo>
                <a:close/>
              </a:path>
            </a:pathLst>
          </a:custGeom>
          <a:solidFill>
            <a:srgbClr val="D6D6D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324000" bIns="90000" rtlCol="0" anchor="t"/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 </a:t>
            </a:r>
            <a:endParaRPr lang="fr-FR" sz="900" spc="-20" dirty="0">
              <a:solidFill>
                <a:srgbClr val="000000"/>
              </a:solidFill>
              <a:latin typeface="Helvetica 55 Roman" panose="000B0500000000000000" pitchFamily="34" charset="0"/>
            </a:endParaRPr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Puzzle - Evolution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25543" y="4136198"/>
            <a:ext cx="1704023" cy="40722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 algn="ctr"/>
            <a:r>
              <a:rPr lang="fr-FR" sz="2000" dirty="0">
                <a:solidFill>
                  <a:srgbClr val="000000"/>
                </a:solidFill>
              </a:rPr>
              <a:t>2018</a:t>
            </a:r>
            <a:endParaRPr lang="fr-FR" sz="1200" spc="-20" dirty="0">
              <a:solidFill>
                <a:srgbClr val="000000"/>
              </a:solidFill>
              <a:latin typeface="Helvetica 55 Roman" panose="000B0500000000000000" pitchFamily="34" charset="0"/>
            </a:endParaRPr>
          </a:p>
        </p:txBody>
      </p:sp>
      <p:sp>
        <p:nvSpPr>
          <p:cNvPr id="38" name="Rectangle 6"/>
          <p:cNvSpPr/>
          <p:nvPr/>
        </p:nvSpPr>
        <p:spPr>
          <a:xfrm>
            <a:off x="2021522" y="1203598"/>
            <a:ext cx="238028" cy="3339828"/>
          </a:xfrm>
          <a:custGeom>
            <a:avLst/>
            <a:gdLst>
              <a:gd name="connsiteX0" fmla="*/ 0 w 1942051"/>
              <a:gd name="connsiteY0" fmla="*/ 0 h 3340097"/>
              <a:gd name="connsiteX1" fmla="*/ 1704023 w 1942051"/>
              <a:gd name="connsiteY1" fmla="*/ 0 h 3340097"/>
              <a:gd name="connsiteX2" fmla="*/ 1704023 w 1942051"/>
              <a:gd name="connsiteY2" fmla="*/ 2439976 h 3340097"/>
              <a:gd name="connsiteX3" fmla="*/ 1942051 w 1942051"/>
              <a:gd name="connsiteY3" fmla="*/ 2690876 h 3340097"/>
              <a:gd name="connsiteX4" fmla="*/ 1704023 w 1942051"/>
              <a:gd name="connsiteY4" fmla="*/ 2941776 h 3340097"/>
              <a:gd name="connsiteX5" fmla="*/ 1704023 w 1942051"/>
              <a:gd name="connsiteY5" fmla="*/ 3340097 h 3340097"/>
              <a:gd name="connsiteX6" fmla="*/ 0 w 1942051"/>
              <a:gd name="connsiteY6" fmla="*/ 3340097 h 3340097"/>
              <a:gd name="connsiteX7" fmla="*/ 91440 w 1942051"/>
              <a:gd name="connsiteY7" fmla="*/ 91440 h 3340097"/>
              <a:gd name="connsiteX0" fmla="*/ 1704023 w 1942051"/>
              <a:gd name="connsiteY0" fmla="*/ 0 h 3340097"/>
              <a:gd name="connsiteX1" fmla="*/ 1704023 w 1942051"/>
              <a:gd name="connsiteY1" fmla="*/ 2439976 h 3340097"/>
              <a:gd name="connsiteX2" fmla="*/ 1942051 w 1942051"/>
              <a:gd name="connsiteY2" fmla="*/ 2690876 h 3340097"/>
              <a:gd name="connsiteX3" fmla="*/ 1704023 w 1942051"/>
              <a:gd name="connsiteY3" fmla="*/ 2941776 h 3340097"/>
              <a:gd name="connsiteX4" fmla="*/ 1704023 w 1942051"/>
              <a:gd name="connsiteY4" fmla="*/ 3340097 h 3340097"/>
              <a:gd name="connsiteX5" fmla="*/ 0 w 1942051"/>
              <a:gd name="connsiteY5" fmla="*/ 3340097 h 3340097"/>
              <a:gd name="connsiteX6" fmla="*/ 91440 w 1942051"/>
              <a:gd name="connsiteY6" fmla="*/ 91440 h 3340097"/>
              <a:gd name="connsiteX0" fmla="*/ 1704023 w 1942051"/>
              <a:gd name="connsiteY0" fmla="*/ 0 h 3340097"/>
              <a:gd name="connsiteX1" fmla="*/ 1704023 w 1942051"/>
              <a:gd name="connsiteY1" fmla="*/ 2439976 h 3340097"/>
              <a:gd name="connsiteX2" fmla="*/ 1942051 w 1942051"/>
              <a:gd name="connsiteY2" fmla="*/ 2690876 h 3340097"/>
              <a:gd name="connsiteX3" fmla="*/ 1704023 w 1942051"/>
              <a:gd name="connsiteY3" fmla="*/ 2941776 h 3340097"/>
              <a:gd name="connsiteX4" fmla="*/ 1704023 w 1942051"/>
              <a:gd name="connsiteY4" fmla="*/ 3340097 h 3340097"/>
              <a:gd name="connsiteX5" fmla="*/ 0 w 1942051"/>
              <a:gd name="connsiteY5" fmla="*/ 3340097 h 3340097"/>
              <a:gd name="connsiteX0" fmla="*/ 0 w 238028"/>
              <a:gd name="connsiteY0" fmla="*/ 0 h 3340097"/>
              <a:gd name="connsiteX1" fmla="*/ 0 w 238028"/>
              <a:gd name="connsiteY1" fmla="*/ 2439976 h 3340097"/>
              <a:gd name="connsiteX2" fmla="*/ 238028 w 238028"/>
              <a:gd name="connsiteY2" fmla="*/ 2690876 h 3340097"/>
              <a:gd name="connsiteX3" fmla="*/ 0 w 238028"/>
              <a:gd name="connsiteY3" fmla="*/ 2941776 h 3340097"/>
              <a:gd name="connsiteX4" fmla="*/ 0 w 238028"/>
              <a:gd name="connsiteY4" fmla="*/ 3340097 h 3340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028" h="3340097">
                <a:moveTo>
                  <a:pt x="0" y="0"/>
                </a:moveTo>
                <a:lnTo>
                  <a:pt x="0" y="2439976"/>
                </a:lnTo>
                <a:lnTo>
                  <a:pt x="238028" y="2690876"/>
                </a:lnTo>
                <a:lnTo>
                  <a:pt x="0" y="2941776"/>
                </a:lnTo>
                <a:lnTo>
                  <a:pt x="0" y="3340097"/>
                </a:lnTo>
              </a:path>
            </a:pathLst>
          </a:cu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0000" tIns="90000" rIns="324000" bIns="90000" rtlCol="0" anchor="t"/>
          <a:lstStyle/>
          <a:p>
            <a:pPr lvl="0"/>
            <a:endParaRPr lang="fr-FR" sz="1000" spc="-20" dirty="0">
              <a:solidFill>
                <a:srgbClr val="000000"/>
              </a:solidFill>
              <a:latin typeface="Helvetica 75 Bold" panose="020B0804020202020204" pitchFamily="34" charset="0"/>
            </a:endParaRPr>
          </a:p>
        </p:txBody>
      </p:sp>
      <p:sp>
        <p:nvSpPr>
          <p:cNvPr id="21" name="Rectangle 6"/>
          <p:cNvSpPr/>
          <p:nvPr/>
        </p:nvSpPr>
        <p:spPr>
          <a:xfrm>
            <a:off x="3725544" y="1203598"/>
            <a:ext cx="238028" cy="3339828"/>
          </a:xfrm>
          <a:custGeom>
            <a:avLst/>
            <a:gdLst>
              <a:gd name="connsiteX0" fmla="*/ 0 w 1942051"/>
              <a:gd name="connsiteY0" fmla="*/ 0 h 3340097"/>
              <a:gd name="connsiteX1" fmla="*/ 1704023 w 1942051"/>
              <a:gd name="connsiteY1" fmla="*/ 0 h 3340097"/>
              <a:gd name="connsiteX2" fmla="*/ 1704023 w 1942051"/>
              <a:gd name="connsiteY2" fmla="*/ 2439976 h 3340097"/>
              <a:gd name="connsiteX3" fmla="*/ 1942051 w 1942051"/>
              <a:gd name="connsiteY3" fmla="*/ 2690876 h 3340097"/>
              <a:gd name="connsiteX4" fmla="*/ 1704023 w 1942051"/>
              <a:gd name="connsiteY4" fmla="*/ 2941776 h 3340097"/>
              <a:gd name="connsiteX5" fmla="*/ 1704023 w 1942051"/>
              <a:gd name="connsiteY5" fmla="*/ 3340097 h 3340097"/>
              <a:gd name="connsiteX6" fmla="*/ 0 w 1942051"/>
              <a:gd name="connsiteY6" fmla="*/ 3340097 h 3340097"/>
              <a:gd name="connsiteX7" fmla="*/ 91440 w 1942051"/>
              <a:gd name="connsiteY7" fmla="*/ 91440 h 3340097"/>
              <a:gd name="connsiteX0" fmla="*/ 1704023 w 1942051"/>
              <a:gd name="connsiteY0" fmla="*/ 0 h 3340097"/>
              <a:gd name="connsiteX1" fmla="*/ 1704023 w 1942051"/>
              <a:gd name="connsiteY1" fmla="*/ 2439976 h 3340097"/>
              <a:gd name="connsiteX2" fmla="*/ 1942051 w 1942051"/>
              <a:gd name="connsiteY2" fmla="*/ 2690876 h 3340097"/>
              <a:gd name="connsiteX3" fmla="*/ 1704023 w 1942051"/>
              <a:gd name="connsiteY3" fmla="*/ 2941776 h 3340097"/>
              <a:gd name="connsiteX4" fmla="*/ 1704023 w 1942051"/>
              <a:gd name="connsiteY4" fmla="*/ 3340097 h 3340097"/>
              <a:gd name="connsiteX5" fmla="*/ 0 w 1942051"/>
              <a:gd name="connsiteY5" fmla="*/ 3340097 h 3340097"/>
              <a:gd name="connsiteX6" fmla="*/ 91440 w 1942051"/>
              <a:gd name="connsiteY6" fmla="*/ 91440 h 3340097"/>
              <a:gd name="connsiteX0" fmla="*/ 1704023 w 1942051"/>
              <a:gd name="connsiteY0" fmla="*/ 0 h 3340097"/>
              <a:gd name="connsiteX1" fmla="*/ 1704023 w 1942051"/>
              <a:gd name="connsiteY1" fmla="*/ 2439976 h 3340097"/>
              <a:gd name="connsiteX2" fmla="*/ 1942051 w 1942051"/>
              <a:gd name="connsiteY2" fmla="*/ 2690876 h 3340097"/>
              <a:gd name="connsiteX3" fmla="*/ 1704023 w 1942051"/>
              <a:gd name="connsiteY3" fmla="*/ 2941776 h 3340097"/>
              <a:gd name="connsiteX4" fmla="*/ 1704023 w 1942051"/>
              <a:gd name="connsiteY4" fmla="*/ 3340097 h 3340097"/>
              <a:gd name="connsiteX5" fmla="*/ 0 w 1942051"/>
              <a:gd name="connsiteY5" fmla="*/ 3340097 h 3340097"/>
              <a:gd name="connsiteX0" fmla="*/ 0 w 238028"/>
              <a:gd name="connsiteY0" fmla="*/ 0 h 3340097"/>
              <a:gd name="connsiteX1" fmla="*/ 0 w 238028"/>
              <a:gd name="connsiteY1" fmla="*/ 2439976 h 3340097"/>
              <a:gd name="connsiteX2" fmla="*/ 238028 w 238028"/>
              <a:gd name="connsiteY2" fmla="*/ 2690876 h 3340097"/>
              <a:gd name="connsiteX3" fmla="*/ 0 w 238028"/>
              <a:gd name="connsiteY3" fmla="*/ 2941776 h 3340097"/>
              <a:gd name="connsiteX4" fmla="*/ 0 w 238028"/>
              <a:gd name="connsiteY4" fmla="*/ 3340097 h 3340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028" h="3340097">
                <a:moveTo>
                  <a:pt x="0" y="0"/>
                </a:moveTo>
                <a:lnTo>
                  <a:pt x="0" y="2439976"/>
                </a:lnTo>
                <a:lnTo>
                  <a:pt x="238028" y="2690876"/>
                </a:lnTo>
                <a:lnTo>
                  <a:pt x="0" y="2941776"/>
                </a:lnTo>
                <a:lnTo>
                  <a:pt x="0" y="3340097"/>
                </a:lnTo>
              </a:path>
            </a:pathLst>
          </a:cu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0000" tIns="90000" rIns="324000" bIns="90000" rtlCol="0" anchor="t"/>
          <a:lstStyle/>
          <a:p>
            <a:pPr lvl="0"/>
            <a:endParaRPr lang="fr-FR" sz="1000" spc="-20" dirty="0">
              <a:solidFill>
                <a:srgbClr val="000000"/>
              </a:solidFill>
              <a:latin typeface="Helvetica 75 Bold" panose="020B0804020202020204" pitchFamily="34" charset="0"/>
            </a:endParaRPr>
          </a:p>
        </p:txBody>
      </p:sp>
      <p:sp>
        <p:nvSpPr>
          <p:cNvPr id="23" name="Rectangle 6"/>
          <p:cNvSpPr/>
          <p:nvPr/>
        </p:nvSpPr>
        <p:spPr>
          <a:xfrm>
            <a:off x="5429567" y="1203598"/>
            <a:ext cx="238028" cy="3339828"/>
          </a:xfrm>
          <a:custGeom>
            <a:avLst/>
            <a:gdLst>
              <a:gd name="connsiteX0" fmla="*/ 0 w 1942051"/>
              <a:gd name="connsiteY0" fmla="*/ 0 h 3340097"/>
              <a:gd name="connsiteX1" fmla="*/ 1704023 w 1942051"/>
              <a:gd name="connsiteY1" fmla="*/ 0 h 3340097"/>
              <a:gd name="connsiteX2" fmla="*/ 1704023 w 1942051"/>
              <a:gd name="connsiteY2" fmla="*/ 2439976 h 3340097"/>
              <a:gd name="connsiteX3" fmla="*/ 1942051 w 1942051"/>
              <a:gd name="connsiteY3" fmla="*/ 2690876 h 3340097"/>
              <a:gd name="connsiteX4" fmla="*/ 1704023 w 1942051"/>
              <a:gd name="connsiteY4" fmla="*/ 2941776 h 3340097"/>
              <a:gd name="connsiteX5" fmla="*/ 1704023 w 1942051"/>
              <a:gd name="connsiteY5" fmla="*/ 3340097 h 3340097"/>
              <a:gd name="connsiteX6" fmla="*/ 0 w 1942051"/>
              <a:gd name="connsiteY6" fmla="*/ 3340097 h 3340097"/>
              <a:gd name="connsiteX7" fmla="*/ 91440 w 1942051"/>
              <a:gd name="connsiteY7" fmla="*/ 91440 h 3340097"/>
              <a:gd name="connsiteX0" fmla="*/ 1704023 w 1942051"/>
              <a:gd name="connsiteY0" fmla="*/ 0 h 3340097"/>
              <a:gd name="connsiteX1" fmla="*/ 1704023 w 1942051"/>
              <a:gd name="connsiteY1" fmla="*/ 2439976 h 3340097"/>
              <a:gd name="connsiteX2" fmla="*/ 1942051 w 1942051"/>
              <a:gd name="connsiteY2" fmla="*/ 2690876 h 3340097"/>
              <a:gd name="connsiteX3" fmla="*/ 1704023 w 1942051"/>
              <a:gd name="connsiteY3" fmla="*/ 2941776 h 3340097"/>
              <a:gd name="connsiteX4" fmla="*/ 1704023 w 1942051"/>
              <a:gd name="connsiteY4" fmla="*/ 3340097 h 3340097"/>
              <a:gd name="connsiteX5" fmla="*/ 0 w 1942051"/>
              <a:gd name="connsiteY5" fmla="*/ 3340097 h 3340097"/>
              <a:gd name="connsiteX6" fmla="*/ 91440 w 1942051"/>
              <a:gd name="connsiteY6" fmla="*/ 91440 h 3340097"/>
              <a:gd name="connsiteX0" fmla="*/ 1704023 w 1942051"/>
              <a:gd name="connsiteY0" fmla="*/ 0 h 3340097"/>
              <a:gd name="connsiteX1" fmla="*/ 1704023 w 1942051"/>
              <a:gd name="connsiteY1" fmla="*/ 2439976 h 3340097"/>
              <a:gd name="connsiteX2" fmla="*/ 1942051 w 1942051"/>
              <a:gd name="connsiteY2" fmla="*/ 2690876 h 3340097"/>
              <a:gd name="connsiteX3" fmla="*/ 1704023 w 1942051"/>
              <a:gd name="connsiteY3" fmla="*/ 2941776 h 3340097"/>
              <a:gd name="connsiteX4" fmla="*/ 1704023 w 1942051"/>
              <a:gd name="connsiteY4" fmla="*/ 3340097 h 3340097"/>
              <a:gd name="connsiteX5" fmla="*/ 0 w 1942051"/>
              <a:gd name="connsiteY5" fmla="*/ 3340097 h 3340097"/>
              <a:gd name="connsiteX0" fmla="*/ 0 w 238028"/>
              <a:gd name="connsiteY0" fmla="*/ 0 h 3340097"/>
              <a:gd name="connsiteX1" fmla="*/ 0 w 238028"/>
              <a:gd name="connsiteY1" fmla="*/ 2439976 h 3340097"/>
              <a:gd name="connsiteX2" fmla="*/ 238028 w 238028"/>
              <a:gd name="connsiteY2" fmla="*/ 2690876 h 3340097"/>
              <a:gd name="connsiteX3" fmla="*/ 0 w 238028"/>
              <a:gd name="connsiteY3" fmla="*/ 2941776 h 3340097"/>
              <a:gd name="connsiteX4" fmla="*/ 0 w 238028"/>
              <a:gd name="connsiteY4" fmla="*/ 3340097 h 3340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028" h="3340097">
                <a:moveTo>
                  <a:pt x="0" y="0"/>
                </a:moveTo>
                <a:lnTo>
                  <a:pt x="0" y="2439976"/>
                </a:lnTo>
                <a:lnTo>
                  <a:pt x="238028" y="2690876"/>
                </a:lnTo>
                <a:lnTo>
                  <a:pt x="0" y="2941776"/>
                </a:lnTo>
                <a:lnTo>
                  <a:pt x="0" y="3340097"/>
                </a:lnTo>
              </a:path>
            </a:pathLst>
          </a:cu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0000" tIns="90000" rIns="324000" bIns="90000" rtlCol="0" anchor="t"/>
          <a:lstStyle/>
          <a:p>
            <a:pPr lvl="0"/>
            <a:endParaRPr lang="fr-FR" sz="1000" spc="-20" dirty="0">
              <a:solidFill>
                <a:srgbClr val="000000"/>
              </a:solidFill>
              <a:latin typeface="Helvetica 75 Bold" panose="020B0804020202020204" pitchFamily="34" charset="0"/>
            </a:endParaRPr>
          </a:p>
        </p:txBody>
      </p:sp>
      <p:sp>
        <p:nvSpPr>
          <p:cNvPr id="25" name="Rectangle 6"/>
          <p:cNvSpPr/>
          <p:nvPr/>
        </p:nvSpPr>
        <p:spPr>
          <a:xfrm>
            <a:off x="7133589" y="1203598"/>
            <a:ext cx="238028" cy="3339828"/>
          </a:xfrm>
          <a:custGeom>
            <a:avLst/>
            <a:gdLst>
              <a:gd name="connsiteX0" fmla="*/ 0 w 1942051"/>
              <a:gd name="connsiteY0" fmla="*/ 0 h 3340097"/>
              <a:gd name="connsiteX1" fmla="*/ 1704023 w 1942051"/>
              <a:gd name="connsiteY1" fmla="*/ 0 h 3340097"/>
              <a:gd name="connsiteX2" fmla="*/ 1704023 w 1942051"/>
              <a:gd name="connsiteY2" fmla="*/ 2439976 h 3340097"/>
              <a:gd name="connsiteX3" fmla="*/ 1942051 w 1942051"/>
              <a:gd name="connsiteY3" fmla="*/ 2690876 h 3340097"/>
              <a:gd name="connsiteX4" fmla="*/ 1704023 w 1942051"/>
              <a:gd name="connsiteY4" fmla="*/ 2941776 h 3340097"/>
              <a:gd name="connsiteX5" fmla="*/ 1704023 w 1942051"/>
              <a:gd name="connsiteY5" fmla="*/ 3340097 h 3340097"/>
              <a:gd name="connsiteX6" fmla="*/ 0 w 1942051"/>
              <a:gd name="connsiteY6" fmla="*/ 3340097 h 3340097"/>
              <a:gd name="connsiteX7" fmla="*/ 91440 w 1942051"/>
              <a:gd name="connsiteY7" fmla="*/ 91440 h 3340097"/>
              <a:gd name="connsiteX0" fmla="*/ 1704023 w 1942051"/>
              <a:gd name="connsiteY0" fmla="*/ 0 h 3340097"/>
              <a:gd name="connsiteX1" fmla="*/ 1704023 w 1942051"/>
              <a:gd name="connsiteY1" fmla="*/ 2439976 h 3340097"/>
              <a:gd name="connsiteX2" fmla="*/ 1942051 w 1942051"/>
              <a:gd name="connsiteY2" fmla="*/ 2690876 h 3340097"/>
              <a:gd name="connsiteX3" fmla="*/ 1704023 w 1942051"/>
              <a:gd name="connsiteY3" fmla="*/ 2941776 h 3340097"/>
              <a:gd name="connsiteX4" fmla="*/ 1704023 w 1942051"/>
              <a:gd name="connsiteY4" fmla="*/ 3340097 h 3340097"/>
              <a:gd name="connsiteX5" fmla="*/ 0 w 1942051"/>
              <a:gd name="connsiteY5" fmla="*/ 3340097 h 3340097"/>
              <a:gd name="connsiteX6" fmla="*/ 91440 w 1942051"/>
              <a:gd name="connsiteY6" fmla="*/ 91440 h 3340097"/>
              <a:gd name="connsiteX0" fmla="*/ 1704023 w 1942051"/>
              <a:gd name="connsiteY0" fmla="*/ 0 h 3340097"/>
              <a:gd name="connsiteX1" fmla="*/ 1704023 w 1942051"/>
              <a:gd name="connsiteY1" fmla="*/ 2439976 h 3340097"/>
              <a:gd name="connsiteX2" fmla="*/ 1942051 w 1942051"/>
              <a:gd name="connsiteY2" fmla="*/ 2690876 h 3340097"/>
              <a:gd name="connsiteX3" fmla="*/ 1704023 w 1942051"/>
              <a:gd name="connsiteY3" fmla="*/ 2941776 h 3340097"/>
              <a:gd name="connsiteX4" fmla="*/ 1704023 w 1942051"/>
              <a:gd name="connsiteY4" fmla="*/ 3340097 h 3340097"/>
              <a:gd name="connsiteX5" fmla="*/ 0 w 1942051"/>
              <a:gd name="connsiteY5" fmla="*/ 3340097 h 3340097"/>
              <a:gd name="connsiteX0" fmla="*/ 0 w 238028"/>
              <a:gd name="connsiteY0" fmla="*/ 0 h 3340097"/>
              <a:gd name="connsiteX1" fmla="*/ 0 w 238028"/>
              <a:gd name="connsiteY1" fmla="*/ 2439976 h 3340097"/>
              <a:gd name="connsiteX2" fmla="*/ 238028 w 238028"/>
              <a:gd name="connsiteY2" fmla="*/ 2690876 h 3340097"/>
              <a:gd name="connsiteX3" fmla="*/ 0 w 238028"/>
              <a:gd name="connsiteY3" fmla="*/ 2941776 h 3340097"/>
              <a:gd name="connsiteX4" fmla="*/ 0 w 238028"/>
              <a:gd name="connsiteY4" fmla="*/ 3340097 h 3340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028" h="3340097">
                <a:moveTo>
                  <a:pt x="0" y="0"/>
                </a:moveTo>
                <a:lnTo>
                  <a:pt x="0" y="2439976"/>
                </a:lnTo>
                <a:lnTo>
                  <a:pt x="238028" y="2690876"/>
                </a:lnTo>
                <a:lnTo>
                  <a:pt x="0" y="2941776"/>
                </a:lnTo>
                <a:lnTo>
                  <a:pt x="0" y="3340097"/>
                </a:lnTo>
              </a:path>
            </a:pathLst>
          </a:cu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0000" tIns="90000" rIns="324000" bIns="90000" rtlCol="0" anchor="t"/>
          <a:lstStyle/>
          <a:p>
            <a:pPr lvl="0"/>
            <a:endParaRPr lang="fr-FR" sz="1000" spc="-20" dirty="0">
              <a:solidFill>
                <a:srgbClr val="000000"/>
              </a:solidFill>
              <a:latin typeface="Helvetica 75 Bold" panose="020B080402020202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29566" y="4136198"/>
            <a:ext cx="1704023" cy="40722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 algn="ctr"/>
            <a:r>
              <a:rPr lang="fr-FR" sz="2000" dirty="0">
                <a:solidFill>
                  <a:srgbClr val="000000"/>
                </a:solidFill>
              </a:rPr>
              <a:t>2019</a:t>
            </a:r>
            <a:endParaRPr lang="fr-FR" sz="1200" spc="-20" dirty="0">
              <a:solidFill>
                <a:srgbClr val="000000"/>
              </a:solidFill>
              <a:latin typeface="Helvetica 55 Roman" panose="000B0500000000000000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133589" y="4136198"/>
            <a:ext cx="1704023" cy="40722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 algn="ctr"/>
            <a:r>
              <a:rPr lang="fr-FR" sz="2000" dirty="0">
                <a:solidFill>
                  <a:srgbClr val="000000"/>
                </a:solidFill>
              </a:rPr>
              <a:t>2020</a:t>
            </a:r>
            <a:endParaRPr lang="fr-FR" sz="1200" spc="-20" dirty="0">
              <a:solidFill>
                <a:srgbClr val="000000"/>
              </a:solidFill>
              <a:latin typeface="Helvetica 55 Roman" panose="000B0500000000000000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021520" y="4136198"/>
            <a:ext cx="1704023" cy="40722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 algn="ctr"/>
            <a:r>
              <a:rPr lang="fr-FR" sz="2000" dirty="0">
                <a:solidFill>
                  <a:srgbClr val="000000"/>
                </a:solidFill>
              </a:rPr>
              <a:t>2017</a:t>
            </a:r>
            <a:endParaRPr lang="fr-FR" sz="1200" spc="-20" dirty="0">
              <a:solidFill>
                <a:srgbClr val="000000"/>
              </a:solidFill>
              <a:latin typeface="Helvetica 55 Roman" panose="000B0500000000000000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17499" y="4136198"/>
            <a:ext cx="1704023" cy="40722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 algn="ctr"/>
            <a:r>
              <a:rPr lang="fr-FR" sz="2000" dirty="0">
                <a:solidFill>
                  <a:srgbClr val="000000"/>
                </a:solidFill>
              </a:rPr>
              <a:t>2016</a:t>
            </a:r>
            <a:endParaRPr lang="fr-FR" sz="1200" spc="-20" dirty="0">
              <a:solidFill>
                <a:srgbClr val="000000"/>
              </a:solidFill>
              <a:latin typeface="Helvetica 55 Roman" panose="00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074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7291764" y="3430057"/>
            <a:ext cx="1113367" cy="1113367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rgbClr val="000000"/>
                </a:solidFill>
              </a:rPr>
              <a:t>2017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8397" y="3430059"/>
            <a:ext cx="1235515" cy="1113367"/>
          </a:xfrm>
          <a:custGeom>
            <a:avLst/>
            <a:gdLst/>
            <a:ahLst/>
            <a:cxnLst/>
            <a:rect l="l" t="t" r="r" b="b"/>
            <a:pathLst>
              <a:path w="1235515" h="1113367">
                <a:moveTo>
                  <a:pt x="0" y="0"/>
                </a:moveTo>
                <a:lnTo>
                  <a:pt x="1113367" y="0"/>
                </a:lnTo>
                <a:lnTo>
                  <a:pt x="1113367" y="392553"/>
                </a:lnTo>
                <a:lnTo>
                  <a:pt x="1235515" y="556683"/>
                </a:lnTo>
                <a:lnTo>
                  <a:pt x="1113367" y="720813"/>
                </a:lnTo>
                <a:lnTo>
                  <a:pt x="1113367" y="1113367"/>
                </a:lnTo>
                <a:lnTo>
                  <a:pt x="0" y="1113367"/>
                </a:lnTo>
                <a:close/>
              </a:path>
            </a:pathLst>
          </a:custGeom>
          <a:solidFill>
            <a:srgbClr val="D6D6D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23200" rtlCol="0" anchor="ctr"/>
          <a:lstStyle/>
          <a:p>
            <a:pPr algn="ctr"/>
            <a:endParaRPr lang="fr-FR" sz="1000" dirty="0">
              <a:solidFill>
                <a:srgbClr val="00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65028" y="3430057"/>
            <a:ext cx="1235515" cy="1113367"/>
          </a:xfrm>
          <a:custGeom>
            <a:avLst/>
            <a:gdLst/>
            <a:ahLst/>
            <a:cxnLst/>
            <a:rect l="l" t="t" r="r" b="b"/>
            <a:pathLst>
              <a:path w="1235515" h="1113367">
                <a:moveTo>
                  <a:pt x="0" y="0"/>
                </a:moveTo>
                <a:lnTo>
                  <a:pt x="1113367" y="0"/>
                </a:lnTo>
                <a:lnTo>
                  <a:pt x="1113367" y="392555"/>
                </a:lnTo>
                <a:lnTo>
                  <a:pt x="1235515" y="556685"/>
                </a:lnTo>
                <a:lnTo>
                  <a:pt x="1113367" y="720815"/>
                </a:lnTo>
                <a:lnTo>
                  <a:pt x="1113367" y="1113367"/>
                </a:lnTo>
                <a:lnTo>
                  <a:pt x="0" y="1113367"/>
                </a:lnTo>
                <a:close/>
              </a:path>
            </a:pathLst>
          </a:custGeom>
          <a:solidFill>
            <a:srgbClr val="D6D6D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223200" rtlCol="0" anchor="t"/>
          <a:lstStyle/>
          <a:p>
            <a:pPr lvl="0"/>
            <a:r>
              <a:rPr lang="fr-FR" sz="1400" dirty="0">
                <a:solidFill>
                  <a:srgbClr val="000000"/>
                </a:solidFill>
              </a:rPr>
              <a:t>05</a:t>
            </a:r>
            <a:endParaRPr lang="fr-FR" sz="1400" spc="-20" dirty="0">
              <a:solidFill>
                <a:srgbClr val="000000"/>
              </a:solidFill>
            </a:endParaRPr>
          </a:p>
          <a:p>
            <a:pPr lvl="0"/>
            <a:r>
              <a:rPr lang="fr-FR" sz="1000" dirty="0" err="1">
                <a:solidFill>
                  <a:srgbClr val="000000"/>
                </a:solidFill>
              </a:rPr>
              <a:t>Lorem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ipsum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dolor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sit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ame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consectetur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adipiscing</a:t>
            </a:r>
            <a:r>
              <a:rPr lang="fr-FR" sz="10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65029" y="2316692"/>
            <a:ext cx="1113367" cy="1235513"/>
          </a:xfrm>
          <a:custGeom>
            <a:avLst/>
            <a:gdLst/>
            <a:ahLst/>
            <a:cxnLst/>
            <a:rect l="l" t="t" r="r" b="b"/>
            <a:pathLst>
              <a:path w="1113367" h="1235513">
                <a:moveTo>
                  <a:pt x="0" y="0"/>
                </a:moveTo>
                <a:lnTo>
                  <a:pt x="1113367" y="0"/>
                </a:lnTo>
                <a:lnTo>
                  <a:pt x="1113367" y="1113367"/>
                </a:lnTo>
                <a:lnTo>
                  <a:pt x="720812" y="1113367"/>
                </a:lnTo>
                <a:lnTo>
                  <a:pt x="556684" y="1235513"/>
                </a:lnTo>
                <a:lnTo>
                  <a:pt x="392557" y="1113367"/>
                </a:lnTo>
                <a:lnTo>
                  <a:pt x="0" y="1113367"/>
                </a:lnTo>
                <a:close/>
              </a:path>
            </a:pathLst>
          </a:custGeom>
          <a:solidFill>
            <a:srgbClr val="D6D6D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80000" rtlCol="0" anchor="ctr"/>
          <a:lstStyle/>
          <a:p>
            <a:pPr algn="ctr"/>
            <a:endParaRPr lang="fr-FR" sz="1000" dirty="0">
              <a:solidFill>
                <a:srgbClr val="00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065030" y="1203325"/>
            <a:ext cx="1113367" cy="1235515"/>
          </a:xfrm>
          <a:custGeom>
            <a:avLst/>
            <a:gdLst/>
            <a:ahLst/>
            <a:cxnLst/>
            <a:rect l="l" t="t" r="r" b="b"/>
            <a:pathLst>
              <a:path w="1113367" h="1235515">
                <a:moveTo>
                  <a:pt x="0" y="0"/>
                </a:moveTo>
                <a:lnTo>
                  <a:pt x="1113367" y="0"/>
                </a:lnTo>
                <a:lnTo>
                  <a:pt x="1113367" y="1113367"/>
                </a:lnTo>
                <a:lnTo>
                  <a:pt x="720813" y="1113367"/>
                </a:lnTo>
                <a:lnTo>
                  <a:pt x="556683" y="1235515"/>
                </a:lnTo>
                <a:lnTo>
                  <a:pt x="392553" y="1113367"/>
                </a:lnTo>
                <a:lnTo>
                  <a:pt x="0" y="1113367"/>
                </a:lnTo>
                <a:close/>
              </a:path>
            </a:pathLst>
          </a:custGeom>
          <a:solidFill>
            <a:srgbClr val="D6D6D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4592" tIns="91440" rIns="0" bIns="180000" rtlCol="0" anchor="t"/>
          <a:lstStyle/>
          <a:p>
            <a:pPr lvl="0"/>
            <a:r>
              <a:rPr lang="fr-FR" sz="1400" dirty="0">
                <a:solidFill>
                  <a:srgbClr val="000000"/>
                </a:solidFill>
              </a:rPr>
              <a:t>04</a:t>
            </a:r>
            <a:endParaRPr lang="fr-FR" sz="1400" spc="-20" dirty="0">
              <a:solidFill>
                <a:srgbClr val="000000"/>
              </a:solidFill>
            </a:endParaRPr>
          </a:p>
          <a:p>
            <a:pPr lvl="0"/>
            <a:r>
              <a:rPr lang="fr-FR" sz="1000" dirty="0" err="1">
                <a:solidFill>
                  <a:srgbClr val="000000"/>
                </a:solidFill>
              </a:rPr>
              <a:t>Lorem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ipsum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dolor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sit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ame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consectetur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adipiscing</a:t>
            </a:r>
            <a:r>
              <a:rPr lang="fr-FR" sz="10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51662" y="1203325"/>
            <a:ext cx="1241006" cy="1113367"/>
          </a:xfrm>
          <a:custGeom>
            <a:avLst/>
            <a:gdLst/>
            <a:ahLst/>
            <a:cxnLst/>
            <a:rect l="l" t="t" r="r" b="b"/>
            <a:pathLst>
              <a:path w="1241006" h="1113367">
                <a:moveTo>
                  <a:pt x="0" y="0"/>
                </a:moveTo>
                <a:lnTo>
                  <a:pt x="1113367" y="0"/>
                </a:lnTo>
                <a:lnTo>
                  <a:pt x="1113367" y="385175"/>
                </a:lnTo>
                <a:lnTo>
                  <a:pt x="1241006" y="556683"/>
                </a:lnTo>
                <a:lnTo>
                  <a:pt x="1113367" y="728191"/>
                </a:lnTo>
                <a:lnTo>
                  <a:pt x="1113367" y="1113367"/>
                </a:lnTo>
                <a:lnTo>
                  <a:pt x="0" y="1113367"/>
                </a:lnTo>
                <a:close/>
              </a:path>
            </a:pathLst>
          </a:custGeom>
          <a:solidFill>
            <a:srgbClr val="D6D6D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23200" rtlCol="0" anchor="ctr"/>
          <a:lstStyle/>
          <a:p>
            <a:pPr algn="ctr"/>
            <a:endParaRPr lang="fr-FR" sz="1000" dirty="0">
              <a:solidFill>
                <a:srgbClr val="0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38296" y="1203325"/>
            <a:ext cx="1235515" cy="1113367"/>
          </a:xfrm>
          <a:custGeom>
            <a:avLst/>
            <a:gdLst/>
            <a:ahLst/>
            <a:cxnLst/>
            <a:rect l="l" t="t" r="r" b="b"/>
            <a:pathLst>
              <a:path w="1235515" h="1113367">
                <a:moveTo>
                  <a:pt x="0" y="0"/>
                </a:moveTo>
                <a:lnTo>
                  <a:pt x="1113367" y="0"/>
                </a:lnTo>
                <a:lnTo>
                  <a:pt x="1113367" y="392553"/>
                </a:lnTo>
                <a:lnTo>
                  <a:pt x="1235515" y="556683"/>
                </a:lnTo>
                <a:lnTo>
                  <a:pt x="1113367" y="720813"/>
                </a:lnTo>
                <a:lnTo>
                  <a:pt x="1113367" y="1113367"/>
                </a:lnTo>
                <a:lnTo>
                  <a:pt x="0" y="1113367"/>
                </a:lnTo>
                <a:close/>
              </a:path>
            </a:pathLst>
          </a:custGeom>
          <a:solidFill>
            <a:srgbClr val="D6D6D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223200" rtlCol="0" anchor="t"/>
          <a:lstStyle/>
          <a:p>
            <a:pPr lvl="0"/>
            <a:r>
              <a:rPr lang="fr-FR" sz="1400" dirty="0">
                <a:solidFill>
                  <a:srgbClr val="000000"/>
                </a:solidFill>
              </a:rPr>
              <a:t>03</a:t>
            </a:r>
            <a:endParaRPr lang="fr-FR" sz="1400" spc="-20" dirty="0">
              <a:solidFill>
                <a:srgbClr val="000000"/>
              </a:solidFill>
            </a:endParaRPr>
          </a:p>
          <a:p>
            <a:pPr lvl="0"/>
            <a:r>
              <a:rPr lang="fr-FR" sz="1000" dirty="0" err="1">
                <a:solidFill>
                  <a:srgbClr val="000000"/>
                </a:solidFill>
              </a:rPr>
              <a:t>Lorem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ipsum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dolor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sit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ame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consectetur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adipiscing</a:t>
            </a:r>
            <a:r>
              <a:rPr lang="fr-FR" sz="10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8296" y="2191442"/>
            <a:ext cx="1113367" cy="1238617"/>
          </a:xfrm>
          <a:custGeom>
            <a:avLst/>
            <a:gdLst/>
            <a:ahLst/>
            <a:cxnLst/>
            <a:rect l="l" t="t" r="r" b="b"/>
            <a:pathLst>
              <a:path w="1113367" h="1238617">
                <a:moveTo>
                  <a:pt x="556683" y="0"/>
                </a:moveTo>
                <a:lnTo>
                  <a:pt x="724981" y="125250"/>
                </a:lnTo>
                <a:lnTo>
                  <a:pt x="1113367" y="125250"/>
                </a:lnTo>
                <a:lnTo>
                  <a:pt x="1113367" y="1238617"/>
                </a:lnTo>
                <a:lnTo>
                  <a:pt x="0" y="1238617"/>
                </a:lnTo>
                <a:lnTo>
                  <a:pt x="0" y="125250"/>
                </a:lnTo>
                <a:lnTo>
                  <a:pt x="388385" y="125250"/>
                </a:lnTo>
                <a:close/>
              </a:path>
            </a:pathLst>
          </a:custGeom>
          <a:solidFill>
            <a:srgbClr val="D6D6D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ctr"/>
          <a:lstStyle/>
          <a:p>
            <a:pPr algn="ctr"/>
            <a:endParaRPr lang="fr-FR" sz="1000" dirty="0">
              <a:solidFill>
                <a:srgbClr val="0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38296" y="3307911"/>
            <a:ext cx="1113367" cy="1235515"/>
          </a:xfrm>
          <a:custGeom>
            <a:avLst/>
            <a:gdLst/>
            <a:ahLst/>
            <a:cxnLst/>
            <a:rect l="l" t="t" r="r" b="b"/>
            <a:pathLst>
              <a:path w="1113367" h="1235515">
                <a:moveTo>
                  <a:pt x="556683" y="0"/>
                </a:moveTo>
                <a:lnTo>
                  <a:pt x="720813" y="122148"/>
                </a:lnTo>
                <a:lnTo>
                  <a:pt x="1113367" y="122148"/>
                </a:lnTo>
                <a:lnTo>
                  <a:pt x="1113367" y="1235515"/>
                </a:lnTo>
                <a:lnTo>
                  <a:pt x="0" y="1235515"/>
                </a:lnTo>
                <a:lnTo>
                  <a:pt x="0" y="122148"/>
                </a:lnTo>
                <a:lnTo>
                  <a:pt x="392553" y="122148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28600" rIns="91440" rtlCol="0" anchor="t"/>
          <a:lstStyle/>
          <a:p>
            <a:pPr lvl="0"/>
            <a:r>
              <a:rPr lang="fr-FR" sz="1400" dirty="0">
                <a:solidFill>
                  <a:srgbClr val="000000"/>
                </a:solidFill>
              </a:rPr>
              <a:t>02</a:t>
            </a:r>
            <a:endParaRPr lang="fr-FR" sz="1400" spc="-20" dirty="0">
              <a:solidFill>
                <a:srgbClr val="000000"/>
              </a:solidFill>
            </a:endParaRPr>
          </a:p>
          <a:p>
            <a:pPr lvl="0"/>
            <a:r>
              <a:rPr lang="fr-FR" sz="1000" dirty="0" err="1">
                <a:solidFill>
                  <a:srgbClr val="000000"/>
                </a:solidFill>
              </a:rPr>
              <a:t>Lorem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ipsum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dolor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sit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ame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consectetur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adipiscing</a:t>
            </a:r>
            <a:r>
              <a:rPr lang="fr-FR" sz="10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24929" y="3430059"/>
            <a:ext cx="1235515" cy="1113367"/>
          </a:xfrm>
          <a:custGeom>
            <a:avLst/>
            <a:gdLst/>
            <a:ahLst/>
            <a:cxnLst/>
            <a:rect l="l" t="t" r="r" b="b"/>
            <a:pathLst>
              <a:path w="1235515" h="1113367">
                <a:moveTo>
                  <a:pt x="0" y="0"/>
                </a:moveTo>
                <a:lnTo>
                  <a:pt x="1113367" y="0"/>
                </a:lnTo>
                <a:lnTo>
                  <a:pt x="1113367" y="392553"/>
                </a:lnTo>
                <a:lnTo>
                  <a:pt x="1235515" y="556683"/>
                </a:lnTo>
                <a:lnTo>
                  <a:pt x="1113367" y="720813"/>
                </a:lnTo>
                <a:lnTo>
                  <a:pt x="1113367" y="1113367"/>
                </a:lnTo>
                <a:lnTo>
                  <a:pt x="0" y="1113367"/>
                </a:lnTo>
                <a:close/>
              </a:path>
            </a:pathLst>
          </a:custGeom>
          <a:solidFill>
            <a:srgbClr val="D6D6D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23200" rtlCol="0" anchor="ctr"/>
          <a:lstStyle/>
          <a:p>
            <a:pPr algn="ctr"/>
            <a:endParaRPr lang="fr-FR" sz="1000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1560" y="3430058"/>
            <a:ext cx="1248213" cy="1113367"/>
          </a:xfrm>
          <a:custGeom>
            <a:avLst/>
            <a:gdLst/>
            <a:ahLst/>
            <a:cxnLst/>
            <a:rect l="l" t="t" r="r" b="b"/>
            <a:pathLst>
              <a:path w="1248213" h="1113367">
                <a:moveTo>
                  <a:pt x="0" y="0"/>
                </a:moveTo>
                <a:lnTo>
                  <a:pt x="1113367" y="0"/>
                </a:lnTo>
                <a:lnTo>
                  <a:pt x="1113367" y="375492"/>
                </a:lnTo>
                <a:lnTo>
                  <a:pt x="1248213" y="556684"/>
                </a:lnTo>
                <a:lnTo>
                  <a:pt x="1113367" y="737877"/>
                </a:lnTo>
                <a:lnTo>
                  <a:pt x="1113367" y="1113367"/>
                </a:lnTo>
                <a:lnTo>
                  <a:pt x="0" y="1113367"/>
                </a:lnTo>
                <a:close/>
              </a:path>
            </a:pathLst>
          </a:custGeom>
          <a:solidFill>
            <a:srgbClr val="D6D6D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223200" rtlCol="0" anchor="t"/>
          <a:lstStyle/>
          <a:p>
            <a:pPr lvl="0"/>
            <a:r>
              <a:rPr lang="fr-FR" sz="1400" dirty="0">
                <a:solidFill>
                  <a:srgbClr val="000000"/>
                </a:solidFill>
              </a:rPr>
              <a:t>01</a:t>
            </a:r>
            <a:endParaRPr lang="fr-FR" sz="1400" spc="-20" dirty="0">
              <a:solidFill>
                <a:srgbClr val="000000"/>
              </a:solidFill>
            </a:endParaRPr>
          </a:p>
          <a:p>
            <a:pPr lvl="0"/>
            <a:r>
              <a:rPr lang="fr-FR" sz="1000" dirty="0" err="1">
                <a:solidFill>
                  <a:srgbClr val="000000"/>
                </a:solidFill>
              </a:rPr>
              <a:t>Lorem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ipsum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dolor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sit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ame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consectetur</a:t>
            </a:r>
            <a:r>
              <a:rPr lang="fr-FR" sz="1000" dirty="0">
                <a:solidFill>
                  <a:srgbClr val="000000"/>
                </a:solidFill>
              </a:rPr>
              <a:t> </a:t>
            </a:r>
            <a:r>
              <a:rPr lang="fr-FR" sz="1000" dirty="0" err="1">
                <a:solidFill>
                  <a:srgbClr val="000000"/>
                </a:solidFill>
              </a:rPr>
              <a:t>adipiscing</a:t>
            </a:r>
            <a:r>
              <a:rPr lang="fr-FR" sz="10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1561" y="2316692"/>
            <a:ext cx="1113367" cy="1235513"/>
          </a:xfrm>
          <a:custGeom>
            <a:avLst/>
            <a:gdLst/>
            <a:ahLst/>
            <a:cxnLst/>
            <a:rect l="l" t="t" r="r" b="b"/>
            <a:pathLst>
              <a:path w="1113367" h="1235513">
                <a:moveTo>
                  <a:pt x="0" y="0"/>
                </a:moveTo>
                <a:lnTo>
                  <a:pt x="1113367" y="0"/>
                </a:lnTo>
                <a:lnTo>
                  <a:pt x="1113367" y="1113367"/>
                </a:lnTo>
                <a:lnTo>
                  <a:pt x="720810" y="1113367"/>
                </a:lnTo>
                <a:lnTo>
                  <a:pt x="556682" y="1235513"/>
                </a:lnTo>
                <a:lnTo>
                  <a:pt x="392555" y="1113367"/>
                </a:lnTo>
                <a:lnTo>
                  <a:pt x="0" y="1113367"/>
                </a:lnTo>
                <a:close/>
              </a:path>
            </a:pathLst>
          </a:custGeom>
          <a:solidFill>
            <a:srgbClr val="D6D6D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80000" rtlCol="0" anchor="ctr"/>
          <a:lstStyle/>
          <a:p>
            <a:pPr algn="ctr"/>
            <a:endParaRPr lang="fr-FR" sz="1000" dirty="0">
              <a:solidFill>
                <a:srgbClr val="0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1562" y="1203325"/>
            <a:ext cx="1113367" cy="1235515"/>
          </a:xfrm>
          <a:custGeom>
            <a:avLst/>
            <a:gdLst/>
            <a:ahLst/>
            <a:cxnLst/>
            <a:rect l="l" t="t" r="r" b="b"/>
            <a:pathLst>
              <a:path w="1113367" h="1235515">
                <a:moveTo>
                  <a:pt x="0" y="0"/>
                </a:moveTo>
                <a:lnTo>
                  <a:pt x="1113367" y="0"/>
                </a:lnTo>
                <a:lnTo>
                  <a:pt x="1113367" y="1113367"/>
                </a:lnTo>
                <a:lnTo>
                  <a:pt x="720811" y="1113367"/>
                </a:lnTo>
                <a:lnTo>
                  <a:pt x="556681" y="1235515"/>
                </a:lnTo>
                <a:lnTo>
                  <a:pt x="392551" y="1113367"/>
                </a:lnTo>
                <a:lnTo>
                  <a:pt x="0" y="1113367"/>
                </a:ln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80000" rtlCol="0" anchor="ctr"/>
          <a:lstStyle/>
          <a:p>
            <a:pPr lvl="0" algn="ctr"/>
            <a:r>
              <a:rPr lang="fr-FR" sz="2000" dirty="0">
                <a:solidFill>
                  <a:srgbClr val="000000"/>
                </a:solidFill>
              </a:rPr>
              <a:t>2016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Puzzle </a:t>
            </a:r>
            <a:r>
              <a:rPr lang="fr-FR" dirty="0">
                <a:latin typeface="Century Gothic"/>
              </a:rPr>
              <a:t>-</a:t>
            </a:r>
            <a:r>
              <a:rPr lang="fr-FR" dirty="0"/>
              <a:t> Serpent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6731" y="1203325"/>
            <a:ext cx="2000743" cy="2031325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</a:t>
            </a:r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Sed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augue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lacusamet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porttitor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  <p:sp>
        <p:nvSpPr>
          <p:cNvPr id="40" name="Rectangle 10"/>
          <p:cNvSpPr/>
          <p:nvPr/>
        </p:nvSpPr>
        <p:spPr>
          <a:xfrm>
            <a:off x="611562" y="2316692"/>
            <a:ext cx="1113367" cy="122148"/>
          </a:xfrm>
          <a:custGeom>
            <a:avLst/>
            <a:gdLst>
              <a:gd name="connsiteX0" fmla="*/ 0 w 1113367"/>
              <a:gd name="connsiteY0" fmla="*/ 0 h 1235515"/>
              <a:gd name="connsiteX1" fmla="*/ 1113367 w 1113367"/>
              <a:gd name="connsiteY1" fmla="*/ 0 h 1235515"/>
              <a:gd name="connsiteX2" fmla="*/ 1113367 w 1113367"/>
              <a:gd name="connsiteY2" fmla="*/ 1113367 h 1235515"/>
              <a:gd name="connsiteX3" fmla="*/ 720811 w 1113367"/>
              <a:gd name="connsiteY3" fmla="*/ 1113367 h 1235515"/>
              <a:gd name="connsiteX4" fmla="*/ 556681 w 1113367"/>
              <a:gd name="connsiteY4" fmla="*/ 1235515 h 1235515"/>
              <a:gd name="connsiteX5" fmla="*/ 392551 w 1113367"/>
              <a:gd name="connsiteY5" fmla="*/ 1113367 h 1235515"/>
              <a:gd name="connsiteX6" fmla="*/ 0 w 1113367"/>
              <a:gd name="connsiteY6" fmla="*/ 1113367 h 1235515"/>
              <a:gd name="connsiteX7" fmla="*/ 91440 w 1113367"/>
              <a:gd name="connsiteY7" fmla="*/ 91440 h 1235515"/>
              <a:gd name="connsiteX0" fmla="*/ 0 w 1113367"/>
              <a:gd name="connsiteY0" fmla="*/ 0 h 1235515"/>
              <a:gd name="connsiteX1" fmla="*/ 1113367 w 1113367"/>
              <a:gd name="connsiteY1" fmla="*/ 0 h 1235515"/>
              <a:gd name="connsiteX2" fmla="*/ 1113367 w 1113367"/>
              <a:gd name="connsiteY2" fmla="*/ 1113367 h 1235515"/>
              <a:gd name="connsiteX3" fmla="*/ 720811 w 1113367"/>
              <a:gd name="connsiteY3" fmla="*/ 1113367 h 1235515"/>
              <a:gd name="connsiteX4" fmla="*/ 556681 w 1113367"/>
              <a:gd name="connsiteY4" fmla="*/ 1235515 h 1235515"/>
              <a:gd name="connsiteX5" fmla="*/ 392551 w 1113367"/>
              <a:gd name="connsiteY5" fmla="*/ 1113367 h 1235515"/>
              <a:gd name="connsiteX6" fmla="*/ 0 w 1113367"/>
              <a:gd name="connsiteY6" fmla="*/ 1113367 h 1235515"/>
              <a:gd name="connsiteX0" fmla="*/ 1113367 w 1113367"/>
              <a:gd name="connsiteY0" fmla="*/ 0 h 1235515"/>
              <a:gd name="connsiteX1" fmla="*/ 1113367 w 1113367"/>
              <a:gd name="connsiteY1" fmla="*/ 1113367 h 1235515"/>
              <a:gd name="connsiteX2" fmla="*/ 720811 w 1113367"/>
              <a:gd name="connsiteY2" fmla="*/ 1113367 h 1235515"/>
              <a:gd name="connsiteX3" fmla="*/ 556681 w 1113367"/>
              <a:gd name="connsiteY3" fmla="*/ 1235515 h 1235515"/>
              <a:gd name="connsiteX4" fmla="*/ 392551 w 1113367"/>
              <a:gd name="connsiteY4" fmla="*/ 1113367 h 1235515"/>
              <a:gd name="connsiteX5" fmla="*/ 0 w 1113367"/>
              <a:gd name="connsiteY5" fmla="*/ 1113367 h 1235515"/>
              <a:gd name="connsiteX0" fmla="*/ 1113367 w 1113367"/>
              <a:gd name="connsiteY0" fmla="*/ 0 h 122148"/>
              <a:gd name="connsiteX1" fmla="*/ 720811 w 1113367"/>
              <a:gd name="connsiteY1" fmla="*/ 0 h 122148"/>
              <a:gd name="connsiteX2" fmla="*/ 556681 w 1113367"/>
              <a:gd name="connsiteY2" fmla="*/ 122148 h 122148"/>
              <a:gd name="connsiteX3" fmla="*/ 392551 w 1113367"/>
              <a:gd name="connsiteY3" fmla="*/ 0 h 122148"/>
              <a:gd name="connsiteX4" fmla="*/ 0 w 1113367"/>
              <a:gd name="connsiteY4" fmla="*/ 0 h 122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3367" h="122148">
                <a:moveTo>
                  <a:pt x="1113367" y="0"/>
                </a:moveTo>
                <a:lnTo>
                  <a:pt x="720811" y="0"/>
                </a:lnTo>
                <a:lnTo>
                  <a:pt x="556681" y="122148"/>
                </a:lnTo>
                <a:lnTo>
                  <a:pt x="392551" y="0"/>
                </a:lnTo>
                <a:lnTo>
                  <a:pt x="0" y="0"/>
                </a:lnTo>
              </a:path>
            </a:pathLst>
          </a:cu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0000" tIns="90000" rIns="324000" bIns="9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FR" sz="1000" spc="-20" dirty="0">
              <a:solidFill>
                <a:srgbClr val="000000"/>
              </a:solidFill>
              <a:latin typeface="Helvetica 75 Bold" panose="020B0804020202020204" pitchFamily="34" charset="0"/>
            </a:endParaRPr>
          </a:p>
        </p:txBody>
      </p:sp>
      <p:sp>
        <p:nvSpPr>
          <p:cNvPr id="45" name="Rectangle 6"/>
          <p:cNvSpPr/>
          <p:nvPr/>
        </p:nvSpPr>
        <p:spPr>
          <a:xfrm>
            <a:off x="611562" y="3430058"/>
            <a:ext cx="1241265" cy="1113367"/>
          </a:xfrm>
          <a:custGeom>
            <a:avLst/>
            <a:gdLst>
              <a:gd name="connsiteX0" fmla="*/ 0 w 1248213"/>
              <a:gd name="connsiteY0" fmla="*/ 0 h 1113367"/>
              <a:gd name="connsiteX1" fmla="*/ 1 w 1248213"/>
              <a:gd name="connsiteY1" fmla="*/ 0 h 1113367"/>
              <a:gd name="connsiteX2" fmla="*/ 1 w 1248213"/>
              <a:gd name="connsiteY2" fmla="*/ 1 h 1113367"/>
              <a:gd name="connsiteX3" fmla="*/ 392556 w 1248213"/>
              <a:gd name="connsiteY3" fmla="*/ 1 h 1113367"/>
              <a:gd name="connsiteX4" fmla="*/ 556683 w 1248213"/>
              <a:gd name="connsiteY4" fmla="*/ 122147 h 1113367"/>
              <a:gd name="connsiteX5" fmla="*/ 720811 w 1248213"/>
              <a:gd name="connsiteY5" fmla="*/ 1 h 1113367"/>
              <a:gd name="connsiteX6" fmla="*/ 1113367 w 1248213"/>
              <a:gd name="connsiteY6" fmla="*/ 1 h 1113367"/>
              <a:gd name="connsiteX7" fmla="*/ 1113367 w 1248213"/>
              <a:gd name="connsiteY7" fmla="*/ 375492 h 1113367"/>
              <a:gd name="connsiteX8" fmla="*/ 1248213 w 1248213"/>
              <a:gd name="connsiteY8" fmla="*/ 556684 h 1113367"/>
              <a:gd name="connsiteX9" fmla="*/ 1113367 w 1248213"/>
              <a:gd name="connsiteY9" fmla="*/ 737877 h 1113367"/>
              <a:gd name="connsiteX10" fmla="*/ 1113367 w 1248213"/>
              <a:gd name="connsiteY10" fmla="*/ 1113367 h 1113367"/>
              <a:gd name="connsiteX11" fmla="*/ 138037 w 1248213"/>
              <a:gd name="connsiteY11" fmla="*/ 1105070 h 1113367"/>
              <a:gd name="connsiteX12" fmla="*/ 0 w 1248213"/>
              <a:gd name="connsiteY12" fmla="*/ 1113367 h 1113367"/>
              <a:gd name="connsiteX13" fmla="*/ 0 w 1248213"/>
              <a:gd name="connsiteY13" fmla="*/ 0 h 1113367"/>
              <a:gd name="connsiteX0" fmla="*/ 0 w 1248213"/>
              <a:gd name="connsiteY0" fmla="*/ 1113367 h 1204807"/>
              <a:gd name="connsiteX1" fmla="*/ 0 w 1248213"/>
              <a:gd name="connsiteY1" fmla="*/ 0 h 1204807"/>
              <a:gd name="connsiteX2" fmla="*/ 1 w 1248213"/>
              <a:gd name="connsiteY2" fmla="*/ 0 h 1204807"/>
              <a:gd name="connsiteX3" fmla="*/ 1 w 1248213"/>
              <a:gd name="connsiteY3" fmla="*/ 1 h 1204807"/>
              <a:gd name="connsiteX4" fmla="*/ 392556 w 1248213"/>
              <a:gd name="connsiteY4" fmla="*/ 1 h 1204807"/>
              <a:gd name="connsiteX5" fmla="*/ 556683 w 1248213"/>
              <a:gd name="connsiteY5" fmla="*/ 122147 h 1204807"/>
              <a:gd name="connsiteX6" fmla="*/ 720811 w 1248213"/>
              <a:gd name="connsiteY6" fmla="*/ 1 h 1204807"/>
              <a:gd name="connsiteX7" fmla="*/ 1113367 w 1248213"/>
              <a:gd name="connsiteY7" fmla="*/ 1 h 1204807"/>
              <a:gd name="connsiteX8" fmla="*/ 1113367 w 1248213"/>
              <a:gd name="connsiteY8" fmla="*/ 375492 h 1204807"/>
              <a:gd name="connsiteX9" fmla="*/ 1248213 w 1248213"/>
              <a:gd name="connsiteY9" fmla="*/ 556684 h 1204807"/>
              <a:gd name="connsiteX10" fmla="*/ 1113367 w 1248213"/>
              <a:gd name="connsiteY10" fmla="*/ 737877 h 1204807"/>
              <a:gd name="connsiteX11" fmla="*/ 1113367 w 1248213"/>
              <a:gd name="connsiteY11" fmla="*/ 1113367 h 1204807"/>
              <a:gd name="connsiteX12" fmla="*/ 138037 w 1248213"/>
              <a:gd name="connsiteY12" fmla="*/ 1105070 h 1204807"/>
              <a:gd name="connsiteX13" fmla="*/ 91440 w 1248213"/>
              <a:gd name="connsiteY13" fmla="*/ 1204807 h 1204807"/>
              <a:gd name="connsiteX0" fmla="*/ 0 w 1248213"/>
              <a:gd name="connsiteY0" fmla="*/ 1113367 h 1204807"/>
              <a:gd name="connsiteX1" fmla="*/ 0 w 1248213"/>
              <a:gd name="connsiteY1" fmla="*/ 0 h 1204807"/>
              <a:gd name="connsiteX2" fmla="*/ 1 w 1248213"/>
              <a:gd name="connsiteY2" fmla="*/ 0 h 1204807"/>
              <a:gd name="connsiteX3" fmla="*/ 1 w 1248213"/>
              <a:gd name="connsiteY3" fmla="*/ 1 h 1204807"/>
              <a:gd name="connsiteX4" fmla="*/ 392556 w 1248213"/>
              <a:gd name="connsiteY4" fmla="*/ 1 h 1204807"/>
              <a:gd name="connsiteX5" fmla="*/ 556683 w 1248213"/>
              <a:gd name="connsiteY5" fmla="*/ 122147 h 1204807"/>
              <a:gd name="connsiteX6" fmla="*/ 720811 w 1248213"/>
              <a:gd name="connsiteY6" fmla="*/ 1 h 1204807"/>
              <a:gd name="connsiteX7" fmla="*/ 1113367 w 1248213"/>
              <a:gd name="connsiteY7" fmla="*/ 1 h 1204807"/>
              <a:gd name="connsiteX8" fmla="*/ 1113367 w 1248213"/>
              <a:gd name="connsiteY8" fmla="*/ 375492 h 1204807"/>
              <a:gd name="connsiteX9" fmla="*/ 1248213 w 1248213"/>
              <a:gd name="connsiteY9" fmla="*/ 556684 h 1204807"/>
              <a:gd name="connsiteX10" fmla="*/ 1113367 w 1248213"/>
              <a:gd name="connsiteY10" fmla="*/ 737877 h 1204807"/>
              <a:gd name="connsiteX11" fmla="*/ 1113367 w 1248213"/>
              <a:gd name="connsiteY11" fmla="*/ 1113367 h 1204807"/>
              <a:gd name="connsiteX12" fmla="*/ 91440 w 1248213"/>
              <a:gd name="connsiteY12" fmla="*/ 1204807 h 1204807"/>
              <a:gd name="connsiteX0" fmla="*/ 0 w 1248213"/>
              <a:gd name="connsiteY0" fmla="*/ 1113367 h 1113367"/>
              <a:gd name="connsiteX1" fmla="*/ 0 w 1248213"/>
              <a:gd name="connsiteY1" fmla="*/ 0 h 1113367"/>
              <a:gd name="connsiteX2" fmla="*/ 1 w 1248213"/>
              <a:gd name="connsiteY2" fmla="*/ 0 h 1113367"/>
              <a:gd name="connsiteX3" fmla="*/ 1 w 1248213"/>
              <a:gd name="connsiteY3" fmla="*/ 1 h 1113367"/>
              <a:gd name="connsiteX4" fmla="*/ 392556 w 1248213"/>
              <a:gd name="connsiteY4" fmla="*/ 1 h 1113367"/>
              <a:gd name="connsiteX5" fmla="*/ 556683 w 1248213"/>
              <a:gd name="connsiteY5" fmla="*/ 122147 h 1113367"/>
              <a:gd name="connsiteX6" fmla="*/ 720811 w 1248213"/>
              <a:gd name="connsiteY6" fmla="*/ 1 h 1113367"/>
              <a:gd name="connsiteX7" fmla="*/ 1113367 w 1248213"/>
              <a:gd name="connsiteY7" fmla="*/ 1 h 1113367"/>
              <a:gd name="connsiteX8" fmla="*/ 1113367 w 1248213"/>
              <a:gd name="connsiteY8" fmla="*/ 375492 h 1113367"/>
              <a:gd name="connsiteX9" fmla="*/ 1248213 w 1248213"/>
              <a:gd name="connsiteY9" fmla="*/ 556684 h 1113367"/>
              <a:gd name="connsiteX10" fmla="*/ 1113367 w 1248213"/>
              <a:gd name="connsiteY10" fmla="*/ 737877 h 1113367"/>
              <a:gd name="connsiteX11" fmla="*/ 1113367 w 1248213"/>
              <a:gd name="connsiteY11" fmla="*/ 1113367 h 1113367"/>
              <a:gd name="connsiteX0" fmla="*/ 0 w 1248213"/>
              <a:gd name="connsiteY0" fmla="*/ 0 h 1113367"/>
              <a:gd name="connsiteX1" fmla="*/ 1 w 1248213"/>
              <a:gd name="connsiteY1" fmla="*/ 0 h 1113367"/>
              <a:gd name="connsiteX2" fmla="*/ 1 w 1248213"/>
              <a:gd name="connsiteY2" fmla="*/ 1 h 1113367"/>
              <a:gd name="connsiteX3" fmla="*/ 392556 w 1248213"/>
              <a:gd name="connsiteY3" fmla="*/ 1 h 1113367"/>
              <a:gd name="connsiteX4" fmla="*/ 556683 w 1248213"/>
              <a:gd name="connsiteY4" fmla="*/ 122147 h 1113367"/>
              <a:gd name="connsiteX5" fmla="*/ 720811 w 1248213"/>
              <a:gd name="connsiteY5" fmla="*/ 1 h 1113367"/>
              <a:gd name="connsiteX6" fmla="*/ 1113367 w 1248213"/>
              <a:gd name="connsiteY6" fmla="*/ 1 h 1113367"/>
              <a:gd name="connsiteX7" fmla="*/ 1113367 w 1248213"/>
              <a:gd name="connsiteY7" fmla="*/ 375492 h 1113367"/>
              <a:gd name="connsiteX8" fmla="*/ 1248213 w 1248213"/>
              <a:gd name="connsiteY8" fmla="*/ 556684 h 1113367"/>
              <a:gd name="connsiteX9" fmla="*/ 1113367 w 1248213"/>
              <a:gd name="connsiteY9" fmla="*/ 737877 h 1113367"/>
              <a:gd name="connsiteX10" fmla="*/ 1113367 w 1248213"/>
              <a:gd name="connsiteY10" fmla="*/ 1113367 h 1113367"/>
              <a:gd name="connsiteX0" fmla="*/ 168399 w 1416612"/>
              <a:gd name="connsiteY0" fmla="*/ 87717 h 1201084"/>
              <a:gd name="connsiteX1" fmla="*/ 168400 w 1416612"/>
              <a:gd name="connsiteY1" fmla="*/ 87717 h 1201084"/>
              <a:gd name="connsiteX2" fmla="*/ 0 w 1416612"/>
              <a:gd name="connsiteY2" fmla="*/ 0 h 1201084"/>
              <a:gd name="connsiteX3" fmla="*/ 560955 w 1416612"/>
              <a:gd name="connsiteY3" fmla="*/ 87718 h 1201084"/>
              <a:gd name="connsiteX4" fmla="*/ 725082 w 1416612"/>
              <a:gd name="connsiteY4" fmla="*/ 209864 h 1201084"/>
              <a:gd name="connsiteX5" fmla="*/ 889210 w 1416612"/>
              <a:gd name="connsiteY5" fmla="*/ 87718 h 1201084"/>
              <a:gd name="connsiteX6" fmla="*/ 1281766 w 1416612"/>
              <a:gd name="connsiteY6" fmla="*/ 87718 h 1201084"/>
              <a:gd name="connsiteX7" fmla="*/ 1281766 w 1416612"/>
              <a:gd name="connsiteY7" fmla="*/ 463209 h 1201084"/>
              <a:gd name="connsiteX8" fmla="*/ 1416612 w 1416612"/>
              <a:gd name="connsiteY8" fmla="*/ 644401 h 1201084"/>
              <a:gd name="connsiteX9" fmla="*/ 1281766 w 1416612"/>
              <a:gd name="connsiteY9" fmla="*/ 825594 h 1201084"/>
              <a:gd name="connsiteX10" fmla="*/ 1281766 w 1416612"/>
              <a:gd name="connsiteY10" fmla="*/ 1201084 h 1201084"/>
              <a:gd name="connsiteX0" fmla="*/ 0 w 1248213"/>
              <a:gd name="connsiteY0" fmla="*/ 0 h 1113367"/>
              <a:gd name="connsiteX1" fmla="*/ 1 w 1248213"/>
              <a:gd name="connsiteY1" fmla="*/ 0 h 1113367"/>
              <a:gd name="connsiteX2" fmla="*/ 392556 w 1248213"/>
              <a:gd name="connsiteY2" fmla="*/ 1 h 1113367"/>
              <a:gd name="connsiteX3" fmla="*/ 556683 w 1248213"/>
              <a:gd name="connsiteY3" fmla="*/ 122147 h 1113367"/>
              <a:gd name="connsiteX4" fmla="*/ 720811 w 1248213"/>
              <a:gd name="connsiteY4" fmla="*/ 1 h 1113367"/>
              <a:gd name="connsiteX5" fmla="*/ 1113367 w 1248213"/>
              <a:gd name="connsiteY5" fmla="*/ 1 h 1113367"/>
              <a:gd name="connsiteX6" fmla="*/ 1113367 w 1248213"/>
              <a:gd name="connsiteY6" fmla="*/ 375492 h 1113367"/>
              <a:gd name="connsiteX7" fmla="*/ 1248213 w 1248213"/>
              <a:gd name="connsiteY7" fmla="*/ 556684 h 1113367"/>
              <a:gd name="connsiteX8" fmla="*/ 1113367 w 1248213"/>
              <a:gd name="connsiteY8" fmla="*/ 737877 h 1113367"/>
              <a:gd name="connsiteX9" fmla="*/ 1113367 w 1248213"/>
              <a:gd name="connsiteY9" fmla="*/ 1113367 h 1113367"/>
              <a:gd name="connsiteX0" fmla="*/ 163053 w 1411266"/>
              <a:gd name="connsiteY0" fmla="*/ 159488 h 1272855"/>
              <a:gd name="connsiteX1" fmla="*/ 0 w 1411266"/>
              <a:gd name="connsiteY1" fmla="*/ 0 h 1272855"/>
              <a:gd name="connsiteX2" fmla="*/ 555609 w 1411266"/>
              <a:gd name="connsiteY2" fmla="*/ 159489 h 1272855"/>
              <a:gd name="connsiteX3" fmla="*/ 719736 w 1411266"/>
              <a:gd name="connsiteY3" fmla="*/ 281635 h 1272855"/>
              <a:gd name="connsiteX4" fmla="*/ 883864 w 1411266"/>
              <a:gd name="connsiteY4" fmla="*/ 159489 h 1272855"/>
              <a:gd name="connsiteX5" fmla="*/ 1276420 w 1411266"/>
              <a:gd name="connsiteY5" fmla="*/ 159489 h 1272855"/>
              <a:gd name="connsiteX6" fmla="*/ 1276420 w 1411266"/>
              <a:gd name="connsiteY6" fmla="*/ 534980 h 1272855"/>
              <a:gd name="connsiteX7" fmla="*/ 1411266 w 1411266"/>
              <a:gd name="connsiteY7" fmla="*/ 716172 h 1272855"/>
              <a:gd name="connsiteX8" fmla="*/ 1276420 w 1411266"/>
              <a:gd name="connsiteY8" fmla="*/ 897365 h 1272855"/>
              <a:gd name="connsiteX9" fmla="*/ 1276420 w 1411266"/>
              <a:gd name="connsiteY9" fmla="*/ 1272855 h 1272855"/>
              <a:gd name="connsiteX0" fmla="*/ 0 w 1248213"/>
              <a:gd name="connsiteY0" fmla="*/ 0 h 1113367"/>
              <a:gd name="connsiteX1" fmla="*/ 392556 w 1248213"/>
              <a:gd name="connsiteY1" fmla="*/ 1 h 1113367"/>
              <a:gd name="connsiteX2" fmla="*/ 556683 w 1248213"/>
              <a:gd name="connsiteY2" fmla="*/ 122147 h 1113367"/>
              <a:gd name="connsiteX3" fmla="*/ 720811 w 1248213"/>
              <a:gd name="connsiteY3" fmla="*/ 1 h 1113367"/>
              <a:gd name="connsiteX4" fmla="*/ 1113367 w 1248213"/>
              <a:gd name="connsiteY4" fmla="*/ 1 h 1113367"/>
              <a:gd name="connsiteX5" fmla="*/ 1113367 w 1248213"/>
              <a:gd name="connsiteY5" fmla="*/ 375492 h 1113367"/>
              <a:gd name="connsiteX6" fmla="*/ 1248213 w 1248213"/>
              <a:gd name="connsiteY6" fmla="*/ 556684 h 1113367"/>
              <a:gd name="connsiteX7" fmla="*/ 1113367 w 1248213"/>
              <a:gd name="connsiteY7" fmla="*/ 737877 h 1113367"/>
              <a:gd name="connsiteX8" fmla="*/ 1113367 w 1248213"/>
              <a:gd name="connsiteY8" fmla="*/ 1113367 h 111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8213" h="1113367">
                <a:moveTo>
                  <a:pt x="0" y="0"/>
                </a:moveTo>
                <a:lnTo>
                  <a:pt x="392556" y="1"/>
                </a:lnTo>
                <a:lnTo>
                  <a:pt x="556683" y="122147"/>
                </a:lnTo>
                <a:lnTo>
                  <a:pt x="720811" y="1"/>
                </a:lnTo>
                <a:lnTo>
                  <a:pt x="1113367" y="1"/>
                </a:lnTo>
                <a:lnTo>
                  <a:pt x="1113367" y="375492"/>
                </a:lnTo>
                <a:lnTo>
                  <a:pt x="1248213" y="556684"/>
                </a:lnTo>
                <a:lnTo>
                  <a:pt x="1113367" y="737877"/>
                </a:lnTo>
                <a:lnTo>
                  <a:pt x="1113367" y="1113367"/>
                </a:lnTo>
              </a:path>
            </a:pathLst>
          </a:cu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0000" tIns="90000" rIns="324000" bIns="9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FR" sz="1000" spc="-20" dirty="0">
              <a:solidFill>
                <a:srgbClr val="000000"/>
              </a:solidFill>
              <a:latin typeface="Helvetica 75 Bold" panose="020B0804020202020204" pitchFamily="34" charset="0"/>
            </a:endParaRPr>
          </a:p>
        </p:txBody>
      </p:sp>
      <p:sp>
        <p:nvSpPr>
          <p:cNvPr id="47" name="Rectangle 6"/>
          <p:cNvSpPr/>
          <p:nvPr/>
        </p:nvSpPr>
        <p:spPr>
          <a:xfrm flipV="1">
            <a:off x="2838296" y="1203325"/>
            <a:ext cx="1242889" cy="1113367"/>
          </a:xfrm>
          <a:custGeom>
            <a:avLst/>
            <a:gdLst>
              <a:gd name="connsiteX0" fmla="*/ 0 w 1248213"/>
              <a:gd name="connsiteY0" fmla="*/ 0 h 1113367"/>
              <a:gd name="connsiteX1" fmla="*/ 1 w 1248213"/>
              <a:gd name="connsiteY1" fmla="*/ 0 h 1113367"/>
              <a:gd name="connsiteX2" fmla="*/ 1 w 1248213"/>
              <a:gd name="connsiteY2" fmla="*/ 1 h 1113367"/>
              <a:gd name="connsiteX3" fmla="*/ 392556 w 1248213"/>
              <a:gd name="connsiteY3" fmla="*/ 1 h 1113367"/>
              <a:gd name="connsiteX4" fmla="*/ 556683 w 1248213"/>
              <a:gd name="connsiteY4" fmla="*/ 122147 h 1113367"/>
              <a:gd name="connsiteX5" fmla="*/ 720811 w 1248213"/>
              <a:gd name="connsiteY5" fmla="*/ 1 h 1113367"/>
              <a:gd name="connsiteX6" fmla="*/ 1113367 w 1248213"/>
              <a:gd name="connsiteY6" fmla="*/ 1 h 1113367"/>
              <a:gd name="connsiteX7" fmla="*/ 1113367 w 1248213"/>
              <a:gd name="connsiteY7" fmla="*/ 375492 h 1113367"/>
              <a:gd name="connsiteX8" fmla="*/ 1248213 w 1248213"/>
              <a:gd name="connsiteY8" fmla="*/ 556684 h 1113367"/>
              <a:gd name="connsiteX9" fmla="*/ 1113367 w 1248213"/>
              <a:gd name="connsiteY9" fmla="*/ 737877 h 1113367"/>
              <a:gd name="connsiteX10" fmla="*/ 1113367 w 1248213"/>
              <a:gd name="connsiteY10" fmla="*/ 1113367 h 1113367"/>
              <a:gd name="connsiteX11" fmla="*/ 138037 w 1248213"/>
              <a:gd name="connsiteY11" fmla="*/ 1105070 h 1113367"/>
              <a:gd name="connsiteX12" fmla="*/ 0 w 1248213"/>
              <a:gd name="connsiteY12" fmla="*/ 1113367 h 1113367"/>
              <a:gd name="connsiteX13" fmla="*/ 0 w 1248213"/>
              <a:gd name="connsiteY13" fmla="*/ 0 h 1113367"/>
              <a:gd name="connsiteX0" fmla="*/ 0 w 1248213"/>
              <a:gd name="connsiteY0" fmla="*/ 1113367 h 1204807"/>
              <a:gd name="connsiteX1" fmla="*/ 0 w 1248213"/>
              <a:gd name="connsiteY1" fmla="*/ 0 h 1204807"/>
              <a:gd name="connsiteX2" fmla="*/ 1 w 1248213"/>
              <a:gd name="connsiteY2" fmla="*/ 0 h 1204807"/>
              <a:gd name="connsiteX3" fmla="*/ 1 w 1248213"/>
              <a:gd name="connsiteY3" fmla="*/ 1 h 1204807"/>
              <a:gd name="connsiteX4" fmla="*/ 392556 w 1248213"/>
              <a:gd name="connsiteY4" fmla="*/ 1 h 1204807"/>
              <a:gd name="connsiteX5" fmla="*/ 556683 w 1248213"/>
              <a:gd name="connsiteY5" fmla="*/ 122147 h 1204807"/>
              <a:gd name="connsiteX6" fmla="*/ 720811 w 1248213"/>
              <a:gd name="connsiteY6" fmla="*/ 1 h 1204807"/>
              <a:gd name="connsiteX7" fmla="*/ 1113367 w 1248213"/>
              <a:gd name="connsiteY7" fmla="*/ 1 h 1204807"/>
              <a:gd name="connsiteX8" fmla="*/ 1113367 w 1248213"/>
              <a:gd name="connsiteY8" fmla="*/ 375492 h 1204807"/>
              <a:gd name="connsiteX9" fmla="*/ 1248213 w 1248213"/>
              <a:gd name="connsiteY9" fmla="*/ 556684 h 1204807"/>
              <a:gd name="connsiteX10" fmla="*/ 1113367 w 1248213"/>
              <a:gd name="connsiteY10" fmla="*/ 737877 h 1204807"/>
              <a:gd name="connsiteX11" fmla="*/ 1113367 w 1248213"/>
              <a:gd name="connsiteY11" fmla="*/ 1113367 h 1204807"/>
              <a:gd name="connsiteX12" fmla="*/ 138037 w 1248213"/>
              <a:gd name="connsiteY12" fmla="*/ 1105070 h 1204807"/>
              <a:gd name="connsiteX13" fmla="*/ 91440 w 1248213"/>
              <a:gd name="connsiteY13" fmla="*/ 1204807 h 1204807"/>
              <a:gd name="connsiteX0" fmla="*/ 0 w 1248213"/>
              <a:gd name="connsiteY0" fmla="*/ 1113367 h 1204807"/>
              <a:gd name="connsiteX1" fmla="*/ 0 w 1248213"/>
              <a:gd name="connsiteY1" fmla="*/ 0 h 1204807"/>
              <a:gd name="connsiteX2" fmla="*/ 1 w 1248213"/>
              <a:gd name="connsiteY2" fmla="*/ 0 h 1204807"/>
              <a:gd name="connsiteX3" fmla="*/ 1 w 1248213"/>
              <a:gd name="connsiteY3" fmla="*/ 1 h 1204807"/>
              <a:gd name="connsiteX4" fmla="*/ 392556 w 1248213"/>
              <a:gd name="connsiteY4" fmla="*/ 1 h 1204807"/>
              <a:gd name="connsiteX5" fmla="*/ 556683 w 1248213"/>
              <a:gd name="connsiteY5" fmla="*/ 122147 h 1204807"/>
              <a:gd name="connsiteX6" fmla="*/ 720811 w 1248213"/>
              <a:gd name="connsiteY6" fmla="*/ 1 h 1204807"/>
              <a:gd name="connsiteX7" fmla="*/ 1113367 w 1248213"/>
              <a:gd name="connsiteY7" fmla="*/ 1 h 1204807"/>
              <a:gd name="connsiteX8" fmla="*/ 1113367 w 1248213"/>
              <a:gd name="connsiteY8" fmla="*/ 375492 h 1204807"/>
              <a:gd name="connsiteX9" fmla="*/ 1248213 w 1248213"/>
              <a:gd name="connsiteY9" fmla="*/ 556684 h 1204807"/>
              <a:gd name="connsiteX10" fmla="*/ 1113367 w 1248213"/>
              <a:gd name="connsiteY10" fmla="*/ 737877 h 1204807"/>
              <a:gd name="connsiteX11" fmla="*/ 1113367 w 1248213"/>
              <a:gd name="connsiteY11" fmla="*/ 1113367 h 1204807"/>
              <a:gd name="connsiteX12" fmla="*/ 91440 w 1248213"/>
              <a:gd name="connsiteY12" fmla="*/ 1204807 h 1204807"/>
              <a:gd name="connsiteX0" fmla="*/ 0 w 1248213"/>
              <a:gd name="connsiteY0" fmla="*/ 1113367 h 1113367"/>
              <a:gd name="connsiteX1" fmla="*/ 0 w 1248213"/>
              <a:gd name="connsiteY1" fmla="*/ 0 h 1113367"/>
              <a:gd name="connsiteX2" fmla="*/ 1 w 1248213"/>
              <a:gd name="connsiteY2" fmla="*/ 0 h 1113367"/>
              <a:gd name="connsiteX3" fmla="*/ 1 w 1248213"/>
              <a:gd name="connsiteY3" fmla="*/ 1 h 1113367"/>
              <a:gd name="connsiteX4" fmla="*/ 392556 w 1248213"/>
              <a:gd name="connsiteY4" fmla="*/ 1 h 1113367"/>
              <a:gd name="connsiteX5" fmla="*/ 556683 w 1248213"/>
              <a:gd name="connsiteY5" fmla="*/ 122147 h 1113367"/>
              <a:gd name="connsiteX6" fmla="*/ 720811 w 1248213"/>
              <a:gd name="connsiteY6" fmla="*/ 1 h 1113367"/>
              <a:gd name="connsiteX7" fmla="*/ 1113367 w 1248213"/>
              <a:gd name="connsiteY7" fmla="*/ 1 h 1113367"/>
              <a:gd name="connsiteX8" fmla="*/ 1113367 w 1248213"/>
              <a:gd name="connsiteY8" fmla="*/ 375492 h 1113367"/>
              <a:gd name="connsiteX9" fmla="*/ 1248213 w 1248213"/>
              <a:gd name="connsiteY9" fmla="*/ 556684 h 1113367"/>
              <a:gd name="connsiteX10" fmla="*/ 1113367 w 1248213"/>
              <a:gd name="connsiteY10" fmla="*/ 737877 h 1113367"/>
              <a:gd name="connsiteX11" fmla="*/ 1113367 w 1248213"/>
              <a:gd name="connsiteY11" fmla="*/ 1113367 h 1113367"/>
              <a:gd name="connsiteX0" fmla="*/ 0 w 1248213"/>
              <a:gd name="connsiteY0" fmla="*/ 0 h 1113367"/>
              <a:gd name="connsiteX1" fmla="*/ 1 w 1248213"/>
              <a:gd name="connsiteY1" fmla="*/ 0 h 1113367"/>
              <a:gd name="connsiteX2" fmla="*/ 1 w 1248213"/>
              <a:gd name="connsiteY2" fmla="*/ 1 h 1113367"/>
              <a:gd name="connsiteX3" fmla="*/ 392556 w 1248213"/>
              <a:gd name="connsiteY3" fmla="*/ 1 h 1113367"/>
              <a:gd name="connsiteX4" fmla="*/ 556683 w 1248213"/>
              <a:gd name="connsiteY4" fmla="*/ 122147 h 1113367"/>
              <a:gd name="connsiteX5" fmla="*/ 720811 w 1248213"/>
              <a:gd name="connsiteY5" fmla="*/ 1 h 1113367"/>
              <a:gd name="connsiteX6" fmla="*/ 1113367 w 1248213"/>
              <a:gd name="connsiteY6" fmla="*/ 1 h 1113367"/>
              <a:gd name="connsiteX7" fmla="*/ 1113367 w 1248213"/>
              <a:gd name="connsiteY7" fmla="*/ 375492 h 1113367"/>
              <a:gd name="connsiteX8" fmla="*/ 1248213 w 1248213"/>
              <a:gd name="connsiteY8" fmla="*/ 556684 h 1113367"/>
              <a:gd name="connsiteX9" fmla="*/ 1113367 w 1248213"/>
              <a:gd name="connsiteY9" fmla="*/ 737877 h 1113367"/>
              <a:gd name="connsiteX10" fmla="*/ 1113367 w 1248213"/>
              <a:gd name="connsiteY10" fmla="*/ 1113367 h 1113367"/>
              <a:gd name="connsiteX0" fmla="*/ 128884 w 1377097"/>
              <a:gd name="connsiteY0" fmla="*/ 72530 h 1185897"/>
              <a:gd name="connsiteX1" fmla="*/ 128885 w 1377097"/>
              <a:gd name="connsiteY1" fmla="*/ 72530 h 1185897"/>
              <a:gd name="connsiteX2" fmla="*/ 0 w 1377097"/>
              <a:gd name="connsiteY2" fmla="*/ 0 h 1185897"/>
              <a:gd name="connsiteX3" fmla="*/ 521440 w 1377097"/>
              <a:gd name="connsiteY3" fmla="*/ 72531 h 1185897"/>
              <a:gd name="connsiteX4" fmla="*/ 685567 w 1377097"/>
              <a:gd name="connsiteY4" fmla="*/ 194677 h 1185897"/>
              <a:gd name="connsiteX5" fmla="*/ 849695 w 1377097"/>
              <a:gd name="connsiteY5" fmla="*/ 72531 h 1185897"/>
              <a:gd name="connsiteX6" fmla="*/ 1242251 w 1377097"/>
              <a:gd name="connsiteY6" fmla="*/ 72531 h 1185897"/>
              <a:gd name="connsiteX7" fmla="*/ 1242251 w 1377097"/>
              <a:gd name="connsiteY7" fmla="*/ 448022 h 1185897"/>
              <a:gd name="connsiteX8" fmla="*/ 1377097 w 1377097"/>
              <a:gd name="connsiteY8" fmla="*/ 629214 h 1185897"/>
              <a:gd name="connsiteX9" fmla="*/ 1242251 w 1377097"/>
              <a:gd name="connsiteY9" fmla="*/ 810407 h 1185897"/>
              <a:gd name="connsiteX10" fmla="*/ 1242251 w 1377097"/>
              <a:gd name="connsiteY10" fmla="*/ 1185897 h 1185897"/>
              <a:gd name="connsiteX0" fmla="*/ 0 w 1248213"/>
              <a:gd name="connsiteY0" fmla="*/ 0 h 1113367"/>
              <a:gd name="connsiteX1" fmla="*/ 1 w 1248213"/>
              <a:gd name="connsiteY1" fmla="*/ 0 h 1113367"/>
              <a:gd name="connsiteX2" fmla="*/ 392556 w 1248213"/>
              <a:gd name="connsiteY2" fmla="*/ 1 h 1113367"/>
              <a:gd name="connsiteX3" fmla="*/ 556683 w 1248213"/>
              <a:gd name="connsiteY3" fmla="*/ 122147 h 1113367"/>
              <a:gd name="connsiteX4" fmla="*/ 720811 w 1248213"/>
              <a:gd name="connsiteY4" fmla="*/ 1 h 1113367"/>
              <a:gd name="connsiteX5" fmla="*/ 1113367 w 1248213"/>
              <a:gd name="connsiteY5" fmla="*/ 1 h 1113367"/>
              <a:gd name="connsiteX6" fmla="*/ 1113367 w 1248213"/>
              <a:gd name="connsiteY6" fmla="*/ 375492 h 1113367"/>
              <a:gd name="connsiteX7" fmla="*/ 1248213 w 1248213"/>
              <a:gd name="connsiteY7" fmla="*/ 556684 h 1113367"/>
              <a:gd name="connsiteX8" fmla="*/ 1113367 w 1248213"/>
              <a:gd name="connsiteY8" fmla="*/ 737877 h 1113367"/>
              <a:gd name="connsiteX9" fmla="*/ 1113367 w 1248213"/>
              <a:gd name="connsiteY9" fmla="*/ 1113367 h 1113367"/>
              <a:gd name="connsiteX0" fmla="*/ 166477 w 1414690"/>
              <a:gd name="connsiteY0" fmla="*/ 131632 h 1244999"/>
              <a:gd name="connsiteX1" fmla="*/ 0 w 1414690"/>
              <a:gd name="connsiteY1" fmla="*/ 0 h 1244999"/>
              <a:gd name="connsiteX2" fmla="*/ 559033 w 1414690"/>
              <a:gd name="connsiteY2" fmla="*/ 131633 h 1244999"/>
              <a:gd name="connsiteX3" fmla="*/ 723160 w 1414690"/>
              <a:gd name="connsiteY3" fmla="*/ 253779 h 1244999"/>
              <a:gd name="connsiteX4" fmla="*/ 887288 w 1414690"/>
              <a:gd name="connsiteY4" fmla="*/ 131633 h 1244999"/>
              <a:gd name="connsiteX5" fmla="*/ 1279844 w 1414690"/>
              <a:gd name="connsiteY5" fmla="*/ 131633 h 1244999"/>
              <a:gd name="connsiteX6" fmla="*/ 1279844 w 1414690"/>
              <a:gd name="connsiteY6" fmla="*/ 507124 h 1244999"/>
              <a:gd name="connsiteX7" fmla="*/ 1414690 w 1414690"/>
              <a:gd name="connsiteY7" fmla="*/ 688316 h 1244999"/>
              <a:gd name="connsiteX8" fmla="*/ 1279844 w 1414690"/>
              <a:gd name="connsiteY8" fmla="*/ 869509 h 1244999"/>
              <a:gd name="connsiteX9" fmla="*/ 1279844 w 1414690"/>
              <a:gd name="connsiteY9" fmla="*/ 1244999 h 1244999"/>
              <a:gd name="connsiteX0" fmla="*/ 0 w 1248213"/>
              <a:gd name="connsiteY0" fmla="*/ 0 h 1113367"/>
              <a:gd name="connsiteX1" fmla="*/ 392556 w 1248213"/>
              <a:gd name="connsiteY1" fmla="*/ 1 h 1113367"/>
              <a:gd name="connsiteX2" fmla="*/ 556683 w 1248213"/>
              <a:gd name="connsiteY2" fmla="*/ 122147 h 1113367"/>
              <a:gd name="connsiteX3" fmla="*/ 720811 w 1248213"/>
              <a:gd name="connsiteY3" fmla="*/ 1 h 1113367"/>
              <a:gd name="connsiteX4" fmla="*/ 1113367 w 1248213"/>
              <a:gd name="connsiteY4" fmla="*/ 1 h 1113367"/>
              <a:gd name="connsiteX5" fmla="*/ 1113367 w 1248213"/>
              <a:gd name="connsiteY5" fmla="*/ 375492 h 1113367"/>
              <a:gd name="connsiteX6" fmla="*/ 1248213 w 1248213"/>
              <a:gd name="connsiteY6" fmla="*/ 556684 h 1113367"/>
              <a:gd name="connsiteX7" fmla="*/ 1113367 w 1248213"/>
              <a:gd name="connsiteY7" fmla="*/ 737877 h 1113367"/>
              <a:gd name="connsiteX8" fmla="*/ 1113367 w 1248213"/>
              <a:gd name="connsiteY8" fmla="*/ 1113367 h 111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8213" h="1113367">
                <a:moveTo>
                  <a:pt x="0" y="0"/>
                </a:moveTo>
                <a:lnTo>
                  <a:pt x="392556" y="1"/>
                </a:lnTo>
                <a:lnTo>
                  <a:pt x="556683" y="122147"/>
                </a:lnTo>
                <a:lnTo>
                  <a:pt x="720811" y="1"/>
                </a:lnTo>
                <a:lnTo>
                  <a:pt x="1113367" y="1"/>
                </a:lnTo>
                <a:lnTo>
                  <a:pt x="1113367" y="375492"/>
                </a:lnTo>
                <a:lnTo>
                  <a:pt x="1248213" y="556684"/>
                </a:lnTo>
                <a:lnTo>
                  <a:pt x="1113367" y="737877"/>
                </a:lnTo>
                <a:lnTo>
                  <a:pt x="1113367" y="1113367"/>
                </a:lnTo>
              </a:path>
            </a:pathLst>
          </a:cu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0000" tIns="90000" rIns="324000" bIns="9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FR" sz="1000" spc="-20" dirty="0">
              <a:solidFill>
                <a:srgbClr val="000000"/>
              </a:solidFill>
              <a:latin typeface="Helvetica 75 Bold" panose="020B0804020202020204" pitchFamily="34" charset="0"/>
            </a:endParaRPr>
          </a:p>
        </p:txBody>
      </p:sp>
      <p:sp>
        <p:nvSpPr>
          <p:cNvPr id="49" name="Rectangle 6"/>
          <p:cNvSpPr/>
          <p:nvPr/>
        </p:nvSpPr>
        <p:spPr>
          <a:xfrm rot="16200000">
            <a:off x="2773531" y="3369475"/>
            <a:ext cx="1242818" cy="1105083"/>
          </a:xfrm>
          <a:custGeom>
            <a:avLst/>
            <a:gdLst>
              <a:gd name="connsiteX0" fmla="*/ 0 w 1248213"/>
              <a:gd name="connsiteY0" fmla="*/ 0 h 1113367"/>
              <a:gd name="connsiteX1" fmla="*/ 1 w 1248213"/>
              <a:gd name="connsiteY1" fmla="*/ 0 h 1113367"/>
              <a:gd name="connsiteX2" fmla="*/ 1 w 1248213"/>
              <a:gd name="connsiteY2" fmla="*/ 1 h 1113367"/>
              <a:gd name="connsiteX3" fmla="*/ 392556 w 1248213"/>
              <a:gd name="connsiteY3" fmla="*/ 1 h 1113367"/>
              <a:gd name="connsiteX4" fmla="*/ 556683 w 1248213"/>
              <a:gd name="connsiteY4" fmla="*/ 122147 h 1113367"/>
              <a:gd name="connsiteX5" fmla="*/ 720811 w 1248213"/>
              <a:gd name="connsiteY5" fmla="*/ 1 h 1113367"/>
              <a:gd name="connsiteX6" fmla="*/ 1113367 w 1248213"/>
              <a:gd name="connsiteY6" fmla="*/ 1 h 1113367"/>
              <a:gd name="connsiteX7" fmla="*/ 1113367 w 1248213"/>
              <a:gd name="connsiteY7" fmla="*/ 375492 h 1113367"/>
              <a:gd name="connsiteX8" fmla="*/ 1248213 w 1248213"/>
              <a:gd name="connsiteY8" fmla="*/ 556684 h 1113367"/>
              <a:gd name="connsiteX9" fmla="*/ 1113367 w 1248213"/>
              <a:gd name="connsiteY9" fmla="*/ 737877 h 1113367"/>
              <a:gd name="connsiteX10" fmla="*/ 1113367 w 1248213"/>
              <a:gd name="connsiteY10" fmla="*/ 1113367 h 1113367"/>
              <a:gd name="connsiteX11" fmla="*/ 138037 w 1248213"/>
              <a:gd name="connsiteY11" fmla="*/ 1105070 h 1113367"/>
              <a:gd name="connsiteX12" fmla="*/ 0 w 1248213"/>
              <a:gd name="connsiteY12" fmla="*/ 1113367 h 1113367"/>
              <a:gd name="connsiteX13" fmla="*/ 0 w 1248213"/>
              <a:gd name="connsiteY13" fmla="*/ 0 h 1113367"/>
              <a:gd name="connsiteX0" fmla="*/ 0 w 1248213"/>
              <a:gd name="connsiteY0" fmla="*/ 1113367 h 1204807"/>
              <a:gd name="connsiteX1" fmla="*/ 0 w 1248213"/>
              <a:gd name="connsiteY1" fmla="*/ 0 h 1204807"/>
              <a:gd name="connsiteX2" fmla="*/ 1 w 1248213"/>
              <a:gd name="connsiteY2" fmla="*/ 0 h 1204807"/>
              <a:gd name="connsiteX3" fmla="*/ 1 w 1248213"/>
              <a:gd name="connsiteY3" fmla="*/ 1 h 1204807"/>
              <a:gd name="connsiteX4" fmla="*/ 392556 w 1248213"/>
              <a:gd name="connsiteY4" fmla="*/ 1 h 1204807"/>
              <a:gd name="connsiteX5" fmla="*/ 556683 w 1248213"/>
              <a:gd name="connsiteY5" fmla="*/ 122147 h 1204807"/>
              <a:gd name="connsiteX6" fmla="*/ 720811 w 1248213"/>
              <a:gd name="connsiteY6" fmla="*/ 1 h 1204807"/>
              <a:gd name="connsiteX7" fmla="*/ 1113367 w 1248213"/>
              <a:gd name="connsiteY7" fmla="*/ 1 h 1204807"/>
              <a:gd name="connsiteX8" fmla="*/ 1113367 w 1248213"/>
              <a:gd name="connsiteY8" fmla="*/ 375492 h 1204807"/>
              <a:gd name="connsiteX9" fmla="*/ 1248213 w 1248213"/>
              <a:gd name="connsiteY9" fmla="*/ 556684 h 1204807"/>
              <a:gd name="connsiteX10" fmla="*/ 1113367 w 1248213"/>
              <a:gd name="connsiteY10" fmla="*/ 737877 h 1204807"/>
              <a:gd name="connsiteX11" fmla="*/ 1113367 w 1248213"/>
              <a:gd name="connsiteY11" fmla="*/ 1113367 h 1204807"/>
              <a:gd name="connsiteX12" fmla="*/ 138037 w 1248213"/>
              <a:gd name="connsiteY12" fmla="*/ 1105070 h 1204807"/>
              <a:gd name="connsiteX13" fmla="*/ 91440 w 1248213"/>
              <a:gd name="connsiteY13" fmla="*/ 1204807 h 1204807"/>
              <a:gd name="connsiteX0" fmla="*/ 0 w 1248213"/>
              <a:gd name="connsiteY0" fmla="*/ 1113367 h 1204807"/>
              <a:gd name="connsiteX1" fmla="*/ 0 w 1248213"/>
              <a:gd name="connsiteY1" fmla="*/ 0 h 1204807"/>
              <a:gd name="connsiteX2" fmla="*/ 1 w 1248213"/>
              <a:gd name="connsiteY2" fmla="*/ 0 h 1204807"/>
              <a:gd name="connsiteX3" fmla="*/ 1 w 1248213"/>
              <a:gd name="connsiteY3" fmla="*/ 1 h 1204807"/>
              <a:gd name="connsiteX4" fmla="*/ 392556 w 1248213"/>
              <a:gd name="connsiteY4" fmla="*/ 1 h 1204807"/>
              <a:gd name="connsiteX5" fmla="*/ 556683 w 1248213"/>
              <a:gd name="connsiteY5" fmla="*/ 122147 h 1204807"/>
              <a:gd name="connsiteX6" fmla="*/ 720811 w 1248213"/>
              <a:gd name="connsiteY6" fmla="*/ 1 h 1204807"/>
              <a:gd name="connsiteX7" fmla="*/ 1113367 w 1248213"/>
              <a:gd name="connsiteY7" fmla="*/ 1 h 1204807"/>
              <a:gd name="connsiteX8" fmla="*/ 1113367 w 1248213"/>
              <a:gd name="connsiteY8" fmla="*/ 375492 h 1204807"/>
              <a:gd name="connsiteX9" fmla="*/ 1248213 w 1248213"/>
              <a:gd name="connsiteY9" fmla="*/ 556684 h 1204807"/>
              <a:gd name="connsiteX10" fmla="*/ 1113367 w 1248213"/>
              <a:gd name="connsiteY10" fmla="*/ 737877 h 1204807"/>
              <a:gd name="connsiteX11" fmla="*/ 1113367 w 1248213"/>
              <a:gd name="connsiteY11" fmla="*/ 1113367 h 1204807"/>
              <a:gd name="connsiteX12" fmla="*/ 91440 w 1248213"/>
              <a:gd name="connsiteY12" fmla="*/ 1204807 h 1204807"/>
              <a:gd name="connsiteX0" fmla="*/ 0 w 1248213"/>
              <a:gd name="connsiteY0" fmla="*/ 1113367 h 1113367"/>
              <a:gd name="connsiteX1" fmla="*/ 0 w 1248213"/>
              <a:gd name="connsiteY1" fmla="*/ 0 h 1113367"/>
              <a:gd name="connsiteX2" fmla="*/ 1 w 1248213"/>
              <a:gd name="connsiteY2" fmla="*/ 0 h 1113367"/>
              <a:gd name="connsiteX3" fmla="*/ 1 w 1248213"/>
              <a:gd name="connsiteY3" fmla="*/ 1 h 1113367"/>
              <a:gd name="connsiteX4" fmla="*/ 392556 w 1248213"/>
              <a:gd name="connsiteY4" fmla="*/ 1 h 1113367"/>
              <a:gd name="connsiteX5" fmla="*/ 556683 w 1248213"/>
              <a:gd name="connsiteY5" fmla="*/ 122147 h 1113367"/>
              <a:gd name="connsiteX6" fmla="*/ 720811 w 1248213"/>
              <a:gd name="connsiteY6" fmla="*/ 1 h 1113367"/>
              <a:gd name="connsiteX7" fmla="*/ 1113367 w 1248213"/>
              <a:gd name="connsiteY7" fmla="*/ 1 h 1113367"/>
              <a:gd name="connsiteX8" fmla="*/ 1113367 w 1248213"/>
              <a:gd name="connsiteY8" fmla="*/ 375492 h 1113367"/>
              <a:gd name="connsiteX9" fmla="*/ 1248213 w 1248213"/>
              <a:gd name="connsiteY9" fmla="*/ 556684 h 1113367"/>
              <a:gd name="connsiteX10" fmla="*/ 1113367 w 1248213"/>
              <a:gd name="connsiteY10" fmla="*/ 737877 h 1113367"/>
              <a:gd name="connsiteX11" fmla="*/ 1113367 w 1248213"/>
              <a:gd name="connsiteY11" fmla="*/ 1113367 h 1113367"/>
              <a:gd name="connsiteX0" fmla="*/ 0 w 1248213"/>
              <a:gd name="connsiteY0" fmla="*/ 0 h 1113367"/>
              <a:gd name="connsiteX1" fmla="*/ 1 w 1248213"/>
              <a:gd name="connsiteY1" fmla="*/ 0 h 1113367"/>
              <a:gd name="connsiteX2" fmla="*/ 1 w 1248213"/>
              <a:gd name="connsiteY2" fmla="*/ 1 h 1113367"/>
              <a:gd name="connsiteX3" fmla="*/ 392556 w 1248213"/>
              <a:gd name="connsiteY3" fmla="*/ 1 h 1113367"/>
              <a:gd name="connsiteX4" fmla="*/ 556683 w 1248213"/>
              <a:gd name="connsiteY4" fmla="*/ 122147 h 1113367"/>
              <a:gd name="connsiteX5" fmla="*/ 720811 w 1248213"/>
              <a:gd name="connsiteY5" fmla="*/ 1 h 1113367"/>
              <a:gd name="connsiteX6" fmla="*/ 1113367 w 1248213"/>
              <a:gd name="connsiteY6" fmla="*/ 1 h 1113367"/>
              <a:gd name="connsiteX7" fmla="*/ 1113367 w 1248213"/>
              <a:gd name="connsiteY7" fmla="*/ 375492 h 1113367"/>
              <a:gd name="connsiteX8" fmla="*/ 1248213 w 1248213"/>
              <a:gd name="connsiteY8" fmla="*/ 556684 h 1113367"/>
              <a:gd name="connsiteX9" fmla="*/ 1113367 w 1248213"/>
              <a:gd name="connsiteY9" fmla="*/ 737877 h 1113367"/>
              <a:gd name="connsiteX10" fmla="*/ 1113367 w 1248213"/>
              <a:gd name="connsiteY10" fmla="*/ 1113367 h 1113367"/>
              <a:gd name="connsiteX0" fmla="*/ 13348 w 1261561"/>
              <a:gd name="connsiteY0" fmla="*/ 115445 h 1228812"/>
              <a:gd name="connsiteX1" fmla="*/ 13349 w 1261561"/>
              <a:gd name="connsiteY1" fmla="*/ 115445 h 1228812"/>
              <a:gd name="connsiteX2" fmla="*/ 0 w 1261561"/>
              <a:gd name="connsiteY2" fmla="*/ 0 h 1228812"/>
              <a:gd name="connsiteX3" fmla="*/ 405904 w 1261561"/>
              <a:gd name="connsiteY3" fmla="*/ 115446 h 1228812"/>
              <a:gd name="connsiteX4" fmla="*/ 570031 w 1261561"/>
              <a:gd name="connsiteY4" fmla="*/ 237592 h 1228812"/>
              <a:gd name="connsiteX5" fmla="*/ 734159 w 1261561"/>
              <a:gd name="connsiteY5" fmla="*/ 115446 h 1228812"/>
              <a:gd name="connsiteX6" fmla="*/ 1126715 w 1261561"/>
              <a:gd name="connsiteY6" fmla="*/ 115446 h 1228812"/>
              <a:gd name="connsiteX7" fmla="*/ 1126715 w 1261561"/>
              <a:gd name="connsiteY7" fmla="*/ 490937 h 1228812"/>
              <a:gd name="connsiteX8" fmla="*/ 1261561 w 1261561"/>
              <a:gd name="connsiteY8" fmla="*/ 672129 h 1228812"/>
              <a:gd name="connsiteX9" fmla="*/ 1126715 w 1261561"/>
              <a:gd name="connsiteY9" fmla="*/ 853322 h 1228812"/>
              <a:gd name="connsiteX10" fmla="*/ 1126715 w 1261561"/>
              <a:gd name="connsiteY10" fmla="*/ 1228812 h 1228812"/>
              <a:gd name="connsiteX0" fmla="*/ 0 w 1248213"/>
              <a:gd name="connsiteY0" fmla="*/ 0 h 1113367"/>
              <a:gd name="connsiteX1" fmla="*/ 1 w 1248213"/>
              <a:gd name="connsiteY1" fmla="*/ 0 h 1113367"/>
              <a:gd name="connsiteX2" fmla="*/ 392556 w 1248213"/>
              <a:gd name="connsiteY2" fmla="*/ 1 h 1113367"/>
              <a:gd name="connsiteX3" fmla="*/ 556683 w 1248213"/>
              <a:gd name="connsiteY3" fmla="*/ 122147 h 1113367"/>
              <a:gd name="connsiteX4" fmla="*/ 720811 w 1248213"/>
              <a:gd name="connsiteY4" fmla="*/ 1 h 1113367"/>
              <a:gd name="connsiteX5" fmla="*/ 1113367 w 1248213"/>
              <a:gd name="connsiteY5" fmla="*/ 1 h 1113367"/>
              <a:gd name="connsiteX6" fmla="*/ 1113367 w 1248213"/>
              <a:gd name="connsiteY6" fmla="*/ 375492 h 1113367"/>
              <a:gd name="connsiteX7" fmla="*/ 1248213 w 1248213"/>
              <a:gd name="connsiteY7" fmla="*/ 556684 h 1113367"/>
              <a:gd name="connsiteX8" fmla="*/ 1113367 w 1248213"/>
              <a:gd name="connsiteY8" fmla="*/ 737877 h 1113367"/>
              <a:gd name="connsiteX9" fmla="*/ 1113367 w 1248213"/>
              <a:gd name="connsiteY9" fmla="*/ 1113367 h 1113367"/>
              <a:gd name="connsiteX0" fmla="*/ 120135 w 1368348"/>
              <a:gd name="connsiteY0" fmla="*/ 163773 h 1277140"/>
              <a:gd name="connsiteX1" fmla="*/ 0 w 1368348"/>
              <a:gd name="connsiteY1" fmla="*/ 0 h 1277140"/>
              <a:gd name="connsiteX2" fmla="*/ 512691 w 1368348"/>
              <a:gd name="connsiteY2" fmla="*/ 163774 h 1277140"/>
              <a:gd name="connsiteX3" fmla="*/ 676818 w 1368348"/>
              <a:gd name="connsiteY3" fmla="*/ 285920 h 1277140"/>
              <a:gd name="connsiteX4" fmla="*/ 840946 w 1368348"/>
              <a:gd name="connsiteY4" fmla="*/ 163774 h 1277140"/>
              <a:gd name="connsiteX5" fmla="*/ 1233502 w 1368348"/>
              <a:gd name="connsiteY5" fmla="*/ 163774 h 1277140"/>
              <a:gd name="connsiteX6" fmla="*/ 1233502 w 1368348"/>
              <a:gd name="connsiteY6" fmla="*/ 539265 h 1277140"/>
              <a:gd name="connsiteX7" fmla="*/ 1368348 w 1368348"/>
              <a:gd name="connsiteY7" fmla="*/ 720457 h 1277140"/>
              <a:gd name="connsiteX8" fmla="*/ 1233502 w 1368348"/>
              <a:gd name="connsiteY8" fmla="*/ 901650 h 1277140"/>
              <a:gd name="connsiteX9" fmla="*/ 1233502 w 1368348"/>
              <a:gd name="connsiteY9" fmla="*/ 1277140 h 1277140"/>
              <a:gd name="connsiteX0" fmla="*/ 0 w 1248213"/>
              <a:gd name="connsiteY0" fmla="*/ 0 h 1113367"/>
              <a:gd name="connsiteX1" fmla="*/ 392556 w 1248213"/>
              <a:gd name="connsiteY1" fmla="*/ 1 h 1113367"/>
              <a:gd name="connsiteX2" fmla="*/ 556683 w 1248213"/>
              <a:gd name="connsiteY2" fmla="*/ 122147 h 1113367"/>
              <a:gd name="connsiteX3" fmla="*/ 720811 w 1248213"/>
              <a:gd name="connsiteY3" fmla="*/ 1 h 1113367"/>
              <a:gd name="connsiteX4" fmla="*/ 1113367 w 1248213"/>
              <a:gd name="connsiteY4" fmla="*/ 1 h 1113367"/>
              <a:gd name="connsiteX5" fmla="*/ 1113367 w 1248213"/>
              <a:gd name="connsiteY5" fmla="*/ 375492 h 1113367"/>
              <a:gd name="connsiteX6" fmla="*/ 1248213 w 1248213"/>
              <a:gd name="connsiteY6" fmla="*/ 556684 h 1113367"/>
              <a:gd name="connsiteX7" fmla="*/ 1113367 w 1248213"/>
              <a:gd name="connsiteY7" fmla="*/ 737877 h 1113367"/>
              <a:gd name="connsiteX8" fmla="*/ 1113367 w 1248213"/>
              <a:gd name="connsiteY8" fmla="*/ 1113367 h 111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8213" h="1113367">
                <a:moveTo>
                  <a:pt x="0" y="0"/>
                </a:moveTo>
                <a:lnTo>
                  <a:pt x="392556" y="1"/>
                </a:lnTo>
                <a:lnTo>
                  <a:pt x="556683" y="122147"/>
                </a:lnTo>
                <a:lnTo>
                  <a:pt x="720811" y="1"/>
                </a:lnTo>
                <a:lnTo>
                  <a:pt x="1113367" y="1"/>
                </a:lnTo>
                <a:lnTo>
                  <a:pt x="1113367" y="375492"/>
                </a:lnTo>
                <a:lnTo>
                  <a:pt x="1248213" y="556684"/>
                </a:lnTo>
                <a:lnTo>
                  <a:pt x="1113367" y="737877"/>
                </a:lnTo>
                <a:lnTo>
                  <a:pt x="1113367" y="1113367"/>
                </a:lnTo>
              </a:path>
            </a:pathLst>
          </a:cu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0000" tIns="90000" rIns="324000" bIns="9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FR" sz="1000" spc="-20" dirty="0">
              <a:solidFill>
                <a:srgbClr val="000000"/>
              </a:solidFill>
              <a:latin typeface="Helvetica 75 Bold" panose="020B0804020202020204" pitchFamily="34" charset="0"/>
            </a:endParaRPr>
          </a:p>
        </p:txBody>
      </p:sp>
      <p:sp>
        <p:nvSpPr>
          <p:cNvPr id="50" name="Rectangle 6"/>
          <p:cNvSpPr/>
          <p:nvPr/>
        </p:nvSpPr>
        <p:spPr>
          <a:xfrm rot="5400000" flipV="1">
            <a:off x="5000390" y="1267972"/>
            <a:ext cx="1239254" cy="1109961"/>
          </a:xfrm>
          <a:custGeom>
            <a:avLst/>
            <a:gdLst>
              <a:gd name="connsiteX0" fmla="*/ 0 w 1248213"/>
              <a:gd name="connsiteY0" fmla="*/ 0 h 1113367"/>
              <a:gd name="connsiteX1" fmla="*/ 1 w 1248213"/>
              <a:gd name="connsiteY1" fmla="*/ 0 h 1113367"/>
              <a:gd name="connsiteX2" fmla="*/ 1 w 1248213"/>
              <a:gd name="connsiteY2" fmla="*/ 1 h 1113367"/>
              <a:gd name="connsiteX3" fmla="*/ 392556 w 1248213"/>
              <a:gd name="connsiteY3" fmla="*/ 1 h 1113367"/>
              <a:gd name="connsiteX4" fmla="*/ 556683 w 1248213"/>
              <a:gd name="connsiteY4" fmla="*/ 122147 h 1113367"/>
              <a:gd name="connsiteX5" fmla="*/ 720811 w 1248213"/>
              <a:gd name="connsiteY5" fmla="*/ 1 h 1113367"/>
              <a:gd name="connsiteX6" fmla="*/ 1113367 w 1248213"/>
              <a:gd name="connsiteY6" fmla="*/ 1 h 1113367"/>
              <a:gd name="connsiteX7" fmla="*/ 1113367 w 1248213"/>
              <a:gd name="connsiteY7" fmla="*/ 375492 h 1113367"/>
              <a:gd name="connsiteX8" fmla="*/ 1248213 w 1248213"/>
              <a:gd name="connsiteY8" fmla="*/ 556684 h 1113367"/>
              <a:gd name="connsiteX9" fmla="*/ 1113367 w 1248213"/>
              <a:gd name="connsiteY9" fmla="*/ 737877 h 1113367"/>
              <a:gd name="connsiteX10" fmla="*/ 1113367 w 1248213"/>
              <a:gd name="connsiteY10" fmla="*/ 1113367 h 1113367"/>
              <a:gd name="connsiteX11" fmla="*/ 138037 w 1248213"/>
              <a:gd name="connsiteY11" fmla="*/ 1105070 h 1113367"/>
              <a:gd name="connsiteX12" fmla="*/ 0 w 1248213"/>
              <a:gd name="connsiteY12" fmla="*/ 1113367 h 1113367"/>
              <a:gd name="connsiteX13" fmla="*/ 0 w 1248213"/>
              <a:gd name="connsiteY13" fmla="*/ 0 h 1113367"/>
              <a:gd name="connsiteX0" fmla="*/ 0 w 1248213"/>
              <a:gd name="connsiteY0" fmla="*/ 1113367 h 1204807"/>
              <a:gd name="connsiteX1" fmla="*/ 0 w 1248213"/>
              <a:gd name="connsiteY1" fmla="*/ 0 h 1204807"/>
              <a:gd name="connsiteX2" fmla="*/ 1 w 1248213"/>
              <a:gd name="connsiteY2" fmla="*/ 0 h 1204807"/>
              <a:gd name="connsiteX3" fmla="*/ 1 w 1248213"/>
              <a:gd name="connsiteY3" fmla="*/ 1 h 1204807"/>
              <a:gd name="connsiteX4" fmla="*/ 392556 w 1248213"/>
              <a:gd name="connsiteY4" fmla="*/ 1 h 1204807"/>
              <a:gd name="connsiteX5" fmla="*/ 556683 w 1248213"/>
              <a:gd name="connsiteY5" fmla="*/ 122147 h 1204807"/>
              <a:gd name="connsiteX6" fmla="*/ 720811 w 1248213"/>
              <a:gd name="connsiteY6" fmla="*/ 1 h 1204807"/>
              <a:gd name="connsiteX7" fmla="*/ 1113367 w 1248213"/>
              <a:gd name="connsiteY7" fmla="*/ 1 h 1204807"/>
              <a:gd name="connsiteX8" fmla="*/ 1113367 w 1248213"/>
              <a:gd name="connsiteY8" fmla="*/ 375492 h 1204807"/>
              <a:gd name="connsiteX9" fmla="*/ 1248213 w 1248213"/>
              <a:gd name="connsiteY9" fmla="*/ 556684 h 1204807"/>
              <a:gd name="connsiteX10" fmla="*/ 1113367 w 1248213"/>
              <a:gd name="connsiteY10" fmla="*/ 737877 h 1204807"/>
              <a:gd name="connsiteX11" fmla="*/ 1113367 w 1248213"/>
              <a:gd name="connsiteY11" fmla="*/ 1113367 h 1204807"/>
              <a:gd name="connsiteX12" fmla="*/ 138037 w 1248213"/>
              <a:gd name="connsiteY12" fmla="*/ 1105070 h 1204807"/>
              <a:gd name="connsiteX13" fmla="*/ 91440 w 1248213"/>
              <a:gd name="connsiteY13" fmla="*/ 1204807 h 1204807"/>
              <a:gd name="connsiteX0" fmla="*/ 0 w 1248213"/>
              <a:gd name="connsiteY0" fmla="*/ 1113367 h 1204807"/>
              <a:gd name="connsiteX1" fmla="*/ 0 w 1248213"/>
              <a:gd name="connsiteY1" fmla="*/ 0 h 1204807"/>
              <a:gd name="connsiteX2" fmla="*/ 1 w 1248213"/>
              <a:gd name="connsiteY2" fmla="*/ 0 h 1204807"/>
              <a:gd name="connsiteX3" fmla="*/ 1 w 1248213"/>
              <a:gd name="connsiteY3" fmla="*/ 1 h 1204807"/>
              <a:gd name="connsiteX4" fmla="*/ 392556 w 1248213"/>
              <a:gd name="connsiteY4" fmla="*/ 1 h 1204807"/>
              <a:gd name="connsiteX5" fmla="*/ 556683 w 1248213"/>
              <a:gd name="connsiteY5" fmla="*/ 122147 h 1204807"/>
              <a:gd name="connsiteX6" fmla="*/ 720811 w 1248213"/>
              <a:gd name="connsiteY6" fmla="*/ 1 h 1204807"/>
              <a:gd name="connsiteX7" fmla="*/ 1113367 w 1248213"/>
              <a:gd name="connsiteY7" fmla="*/ 1 h 1204807"/>
              <a:gd name="connsiteX8" fmla="*/ 1113367 w 1248213"/>
              <a:gd name="connsiteY8" fmla="*/ 375492 h 1204807"/>
              <a:gd name="connsiteX9" fmla="*/ 1248213 w 1248213"/>
              <a:gd name="connsiteY9" fmla="*/ 556684 h 1204807"/>
              <a:gd name="connsiteX10" fmla="*/ 1113367 w 1248213"/>
              <a:gd name="connsiteY10" fmla="*/ 737877 h 1204807"/>
              <a:gd name="connsiteX11" fmla="*/ 1113367 w 1248213"/>
              <a:gd name="connsiteY11" fmla="*/ 1113367 h 1204807"/>
              <a:gd name="connsiteX12" fmla="*/ 91440 w 1248213"/>
              <a:gd name="connsiteY12" fmla="*/ 1204807 h 1204807"/>
              <a:gd name="connsiteX0" fmla="*/ 0 w 1248213"/>
              <a:gd name="connsiteY0" fmla="*/ 1113367 h 1113367"/>
              <a:gd name="connsiteX1" fmla="*/ 0 w 1248213"/>
              <a:gd name="connsiteY1" fmla="*/ 0 h 1113367"/>
              <a:gd name="connsiteX2" fmla="*/ 1 w 1248213"/>
              <a:gd name="connsiteY2" fmla="*/ 0 h 1113367"/>
              <a:gd name="connsiteX3" fmla="*/ 1 w 1248213"/>
              <a:gd name="connsiteY3" fmla="*/ 1 h 1113367"/>
              <a:gd name="connsiteX4" fmla="*/ 392556 w 1248213"/>
              <a:gd name="connsiteY4" fmla="*/ 1 h 1113367"/>
              <a:gd name="connsiteX5" fmla="*/ 556683 w 1248213"/>
              <a:gd name="connsiteY5" fmla="*/ 122147 h 1113367"/>
              <a:gd name="connsiteX6" fmla="*/ 720811 w 1248213"/>
              <a:gd name="connsiteY6" fmla="*/ 1 h 1113367"/>
              <a:gd name="connsiteX7" fmla="*/ 1113367 w 1248213"/>
              <a:gd name="connsiteY7" fmla="*/ 1 h 1113367"/>
              <a:gd name="connsiteX8" fmla="*/ 1113367 w 1248213"/>
              <a:gd name="connsiteY8" fmla="*/ 375492 h 1113367"/>
              <a:gd name="connsiteX9" fmla="*/ 1248213 w 1248213"/>
              <a:gd name="connsiteY9" fmla="*/ 556684 h 1113367"/>
              <a:gd name="connsiteX10" fmla="*/ 1113367 w 1248213"/>
              <a:gd name="connsiteY10" fmla="*/ 737877 h 1113367"/>
              <a:gd name="connsiteX11" fmla="*/ 1113367 w 1248213"/>
              <a:gd name="connsiteY11" fmla="*/ 1113367 h 1113367"/>
              <a:gd name="connsiteX0" fmla="*/ 0 w 1248213"/>
              <a:gd name="connsiteY0" fmla="*/ 0 h 1113367"/>
              <a:gd name="connsiteX1" fmla="*/ 1 w 1248213"/>
              <a:gd name="connsiteY1" fmla="*/ 0 h 1113367"/>
              <a:gd name="connsiteX2" fmla="*/ 1 w 1248213"/>
              <a:gd name="connsiteY2" fmla="*/ 1 h 1113367"/>
              <a:gd name="connsiteX3" fmla="*/ 392556 w 1248213"/>
              <a:gd name="connsiteY3" fmla="*/ 1 h 1113367"/>
              <a:gd name="connsiteX4" fmla="*/ 556683 w 1248213"/>
              <a:gd name="connsiteY4" fmla="*/ 122147 h 1113367"/>
              <a:gd name="connsiteX5" fmla="*/ 720811 w 1248213"/>
              <a:gd name="connsiteY5" fmla="*/ 1 h 1113367"/>
              <a:gd name="connsiteX6" fmla="*/ 1113367 w 1248213"/>
              <a:gd name="connsiteY6" fmla="*/ 1 h 1113367"/>
              <a:gd name="connsiteX7" fmla="*/ 1113367 w 1248213"/>
              <a:gd name="connsiteY7" fmla="*/ 375492 h 1113367"/>
              <a:gd name="connsiteX8" fmla="*/ 1248213 w 1248213"/>
              <a:gd name="connsiteY8" fmla="*/ 556684 h 1113367"/>
              <a:gd name="connsiteX9" fmla="*/ 1113367 w 1248213"/>
              <a:gd name="connsiteY9" fmla="*/ 737877 h 1113367"/>
              <a:gd name="connsiteX10" fmla="*/ 1113367 w 1248213"/>
              <a:gd name="connsiteY10" fmla="*/ 1113367 h 1113367"/>
              <a:gd name="connsiteX0" fmla="*/ 0 w 1248213"/>
              <a:gd name="connsiteY0" fmla="*/ 0 h 1113367"/>
              <a:gd name="connsiteX1" fmla="*/ 1 w 1248213"/>
              <a:gd name="connsiteY1" fmla="*/ 0 h 1113367"/>
              <a:gd name="connsiteX2" fmla="*/ 392556 w 1248213"/>
              <a:gd name="connsiteY2" fmla="*/ 1 h 1113367"/>
              <a:gd name="connsiteX3" fmla="*/ 556683 w 1248213"/>
              <a:gd name="connsiteY3" fmla="*/ 122147 h 1113367"/>
              <a:gd name="connsiteX4" fmla="*/ 720811 w 1248213"/>
              <a:gd name="connsiteY4" fmla="*/ 1 h 1113367"/>
              <a:gd name="connsiteX5" fmla="*/ 1113367 w 1248213"/>
              <a:gd name="connsiteY5" fmla="*/ 1 h 1113367"/>
              <a:gd name="connsiteX6" fmla="*/ 1113367 w 1248213"/>
              <a:gd name="connsiteY6" fmla="*/ 375492 h 1113367"/>
              <a:gd name="connsiteX7" fmla="*/ 1248213 w 1248213"/>
              <a:gd name="connsiteY7" fmla="*/ 556684 h 1113367"/>
              <a:gd name="connsiteX8" fmla="*/ 1113367 w 1248213"/>
              <a:gd name="connsiteY8" fmla="*/ 737877 h 1113367"/>
              <a:gd name="connsiteX9" fmla="*/ 1113367 w 1248213"/>
              <a:gd name="connsiteY9" fmla="*/ 1113367 h 1113367"/>
              <a:gd name="connsiteX0" fmla="*/ 0 w 1248213"/>
              <a:gd name="connsiteY0" fmla="*/ 0 h 1113367"/>
              <a:gd name="connsiteX1" fmla="*/ 392556 w 1248213"/>
              <a:gd name="connsiteY1" fmla="*/ 1 h 1113367"/>
              <a:gd name="connsiteX2" fmla="*/ 556683 w 1248213"/>
              <a:gd name="connsiteY2" fmla="*/ 122147 h 1113367"/>
              <a:gd name="connsiteX3" fmla="*/ 720811 w 1248213"/>
              <a:gd name="connsiteY3" fmla="*/ 1 h 1113367"/>
              <a:gd name="connsiteX4" fmla="*/ 1113367 w 1248213"/>
              <a:gd name="connsiteY4" fmla="*/ 1 h 1113367"/>
              <a:gd name="connsiteX5" fmla="*/ 1113367 w 1248213"/>
              <a:gd name="connsiteY5" fmla="*/ 375492 h 1113367"/>
              <a:gd name="connsiteX6" fmla="*/ 1248213 w 1248213"/>
              <a:gd name="connsiteY6" fmla="*/ 556684 h 1113367"/>
              <a:gd name="connsiteX7" fmla="*/ 1113367 w 1248213"/>
              <a:gd name="connsiteY7" fmla="*/ 737877 h 1113367"/>
              <a:gd name="connsiteX8" fmla="*/ 1113367 w 1248213"/>
              <a:gd name="connsiteY8" fmla="*/ 1113367 h 111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8213" h="1113367">
                <a:moveTo>
                  <a:pt x="0" y="0"/>
                </a:moveTo>
                <a:lnTo>
                  <a:pt x="392556" y="1"/>
                </a:lnTo>
                <a:lnTo>
                  <a:pt x="556683" y="122147"/>
                </a:lnTo>
                <a:lnTo>
                  <a:pt x="720811" y="1"/>
                </a:lnTo>
                <a:lnTo>
                  <a:pt x="1113367" y="1"/>
                </a:lnTo>
                <a:lnTo>
                  <a:pt x="1113367" y="375492"/>
                </a:lnTo>
                <a:lnTo>
                  <a:pt x="1248213" y="556684"/>
                </a:lnTo>
                <a:lnTo>
                  <a:pt x="1113367" y="737877"/>
                </a:lnTo>
                <a:lnTo>
                  <a:pt x="1113367" y="1113367"/>
                </a:lnTo>
              </a:path>
            </a:pathLst>
          </a:cu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0000" tIns="90000" rIns="324000" bIns="9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FR" sz="1000" spc="-20" dirty="0">
              <a:solidFill>
                <a:srgbClr val="000000"/>
              </a:solidFill>
              <a:latin typeface="Helvetica 75 Bold" panose="020B0804020202020204" pitchFamily="34" charset="0"/>
            </a:endParaRPr>
          </a:p>
        </p:txBody>
      </p:sp>
      <p:sp>
        <p:nvSpPr>
          <p:cNvPr id="52" name="Rectangle 6"/>
          <p:cNvSpPr/>
          <p:nvPr/>
        </p:nvSpPr>
        <p:spPr>
          <a:xfrm>
            <a:off x="5065028" y="3432132"/>
            <a:ext cx="1237671" cy="1105421"/>
          </a:xfrm>
          <a:custGeom>
            <a:avLst/>
            <a:gdLst>
              <a:gd name="connsiteX0" fmla="*/ 0 w 1248213"/>
              <a:gd name="connsiteY0" fmla="*/ 0 h 1113367"/>
              <a:gd name="connsiteX1" fmla="*/ 1 w 1248213"/>
              <a:gd name="connsiteY1" fmla="*/ 0 h 1113367"/>
              <a:gd name="connsiteX2" fmla="*/ 1 w 1248213"/>
              <a:gd name="connsiteY2" fmla="*/ 1 h 1113367"/>
              <a:gd name="connsiteX3" fmla="*/ 392556 w 1248213"/>
              <a:gd name="connsiteY3" fmla="*/ 1 h 1113367"/>
              <a:gd name="connsiteX4" fmla="*/ 556683 w 1248213"/>
              <a:gd name="connsiteY4" fmla="*/ 122147 h 1113367"/>
              <a:gd name="connsiteX5" fmla="*/ 720811 w 1248213"/>
              <a:gd name="connsiteY5" fmla="*/ 1 h 1113367"/>
              <a:gd name="connsiteX6" fmla="*/ 1113367 w 1248213"/>
              <a:gd name="connsiteY6" fmla="*/ 1 h 1113367"/>
              <a:gd name="connsiteX7" fmla="*/ 1113367 w 1248213"/>
              <a:gd name="connsiteY7" fmla="*/ 375492 h 1113367"/>
              <a:gd name="connsiteX8" fmla="*/ 1248213 w 1248213"/>
              <a:gd name="connsiteY8" fmla="*/ 556684 h 1113367"/>
              <a:gd name="connsiteX9" fmla="*/ 1113367 w 1248213"/>
              <a:gd name="connsiteY9" fmla="*/ 737877 h 1113367"/>
              <a:gd name="connsiteX10" fmla="*/ 1113367 w 1248213"/>
              <a:gd name="connsiteY10" fmla="*/ 1113367 h 1113367"/>
              <a:gd name="connsiteX11" fmla="*/ 138037 w 1248213"/>
              <a:gd name="connsiteY11" fmla="*/ 1105070 h 1113367"/>
              <a:gd name="connsiteX12" fmla="*/ 0 w 1248213"/>
              <a:gd name="connsiteY12" fmla="*/ 1113367 h 1113367"/>
              <a:gd name="connsiteX13" fmla="*/ 0 w 1248213"/>
              <a:gd name="connsiteY13" fmla="*/ 0 h 1113367"/>
              <a:gd name="connsiteX0" fmla="*/ 0 w 1248213"/>
              <a:gd name="connsiteY0" fmla="*/ 1113367 h 1204807"/>
              <a:gd name="connsiteX1" fmla="*/ 0 w 1248213"/>
              <a:gd name="connsiteY1" fmla="*/ 0 h 1204807"/>
              <a:gd name="connsiteX2" fmla="*/ 1 w 1248213"/>
              <a:gd name="connsiteY2" fmla="*/ 0 h 1204807"/>
              <a:gd name="connsiteX3" fmla="*/ 1 w 1248213"/>
              <a:gd name="connsiteY3" fmla="*/ 1 h 1204807"/>
              <a:gd name="connsiteX4" fmla="*/ 392556 w 1248213"/>
              <a:gd name="connsiteY4" fmla="*/ 1 h 1204807"/>
              <a:gd name="connsiteX5" fmla="*/ 556683 w 1248213"/>
              <a:gd name="connsiteY5" fmla="*/ 122147 h 1204807"/>
              <a:gd name="connsiteX6" fmla="*/ 720811 w 1248213"/>
              <a:gd name="connsiteY6" fmla="*/ 1 h 1204807"/>
              <a:gd name="connsiteX7" fmla="*/ 1113367 w 1248213"/>
              <a:gd name="connsiteY7" fmla="*/ 1 h 1204807"/>
              <a:gd name="connsiteX8" fmla="*/ 1113367 w 1248213"/>
              <a:gd name="connsiteY8" fmla="*/ 375492 h 1204807"/>
              <a:gd name="connsiteX9" fmla="*/ 1248213 w 1248213"/>
              <a:gd name="connsiteY9" fmla="*/ 556684 h 1204807"/>
              <a:gd name="connsiteX10" fmla="*/ 1113367 w 1248213"/>
              <a:gd name="connsiteY10" fmla="*/ 737877 h 1204807"/>
              <a:gd name="connsiteX11" fmla="*/ 1113367 w 1248213"/>
              <a:gd name="connsiteY11" fmla="*/ 1113367 h 1204807"/>
              <a:gd name="connsiteX12" fmla="*/ 138037 w 1248213"/>
              <a:gd name="connsiteY12" fmla="*/ 1105070 h 1204807"/>
              <a:gd name="connsiteX13" fmla="*/ 91440 w 1248213"/>
              <a:gd name="connsiteY13" fmla="*/ 1204807 h 1204807"/>
              <a:gd name="connsiteX0" fmla="*/ 0 w 1248213"/>
              <a:gd name="connsiteY0" fmla="*/ 1113367 h 1204807"/>
              <a:gd name="connsiteX1" fmla="*/ 0 w 1248213"/>
              <a:gd name="connsiteY1" fmla="*/ 0 h 1204807"/>
              <a:gd name="connsiteX2" fmla="*/ 1 w 1248213"/>
              <a:gd name="connsiteY2" fmla="*/ 0 h 1204807"/>
              <a:gd name="connsiteX3" fmla="*/ 1 w 1248213"/>
              <a:gd name="connsiteY3" fmla="*/ 1 h 1204807"/>
              <a:gd name="connsiteX4" fmla="*/ 392556 w 1248213"/>
              <a:gd name="connsiteY4" fmla="*/ 1 h 1204807"/>
              <a:gd name="connsiteX5" fmla="*/ 556683 w 1248213"/>
              <a:gd name="connsiteY5" fmla="*/ 122147 h 1204807"/>
              <a:gd name="connsiteX6" fmla="*/ 720811 w 1248213"/>
              <a:gd name="connsiteY6" fmla="*/ 1 h 1204807"/>
              <a:gd name="connsiteX7" fmla="*/ 1113367 w 1248213"/>
              <a:gd name="connsiteY7" fmla="*/ 1 h 1204807"/>
              <a:gd name="connsiteX8" fmla="*/ 1113367 w 1248213"/>
              <a:gd name="connsiteY8" fmla="*/ 375492 h 1204807"/>
              <a:gd name="connsiteX9" fmla="*/ 1248213 w 1248213"/>
              <a:gd name="connsiteY9" fmla="*/ 556684 h 1204807"/>
              <a:gd name="connsiteX10" fmla="*/ 1113367 w 1248213"/>
              <a:gd name="connsiteY10" fmla="*/ 737877 h 1204807"/>
              <a:gd name="connsiteX11" fmla="*/ 1113367 w 1248213"/>
              <a:gd name="connsiteY11" fmla="*/ 1113367 h 1204807"/>
              <a:gd name="connsiteX12" fmla="*/ 91440 w 1248213"/>
              <a:gd name="connsiteY12" fmla="*/ 1204807 h 1204807"/>
              <a:gd name="connsiteX0" fmla="*/ 0 w 1248213"/>
              <a:gd name="connsiteY0" fmla="*/ 1113367 h 1113367"/>
              <a:gd name="connsiteX1" fmla="*/ 0 w 1248213"/>
              <a:gd name="connsiteY1" fmla="*/ 0 h 1113367"/>
              <a:gd name="connsiteX2" fmla="*/ 1 w 1248213"/>
              <a:gd name="connsiteY2" fmla="*/ 0 h 1113367"/>
              <a:gd name="connsiteX3" fmla="*/ 1 w 1248213"/>
              <a:gd name="connsiteY3" fmla="*/ 1 h 1113367"/>
              <a:gd name="connsiteX4" fmla="*/ 392556 w 1248213"/>
              <a:gd name="connsiteY4" fmla="*/ 1 h 1113367"/>
              <a:gd name="connsiteX5" fmla="*/ 556683 w 1248213"/>
              <a:gd name="connsiteY5" fmla="*/ 122147 h 1113367"/>
              <a:gd name="connsiteX6" fmla="*/ 720811 w 1248213"/>
              <a:gd name="connsiteY6" fmla="*/ 1 h 1113367"/>
              <a:gd name="connsiteX7" fmla="*/ 1113367 w 1248213"/>
              <a:gd name="connsiteY7" fmla="*/ 1 h 1113367"/>
              <a:gd name="connsiteX8" fmla="*/ 1113367 w 1248213"/>
              <a:gd name="connsiteY8" fmla="*/ 375492 h 1113367"/>
              <a:gd name="connsiteX9" fmla="*/ 1248213 w 1248213"/>
              <a:gd name="connsiteY9" fmla="*/ 556684 h 1113367"/>
              <a:gd name="connsiteX10" fmla="*/ 1113367 w 1248213"/>
              <a:gd name="connsiteY10" fmla="*/ 737877 h 1113367"/>
              <a:gd name="connsiteX11" fmla="*/ 1113367 w 1248213"/>
              <a:gd name="connsiteY11" fmla="*/ 1113367 h 1113367"/>
              <a:gd name="connsiteX0" fmla="*/ 0 w 1248213"/>
              <a:gd name="connsiteY0" fmla="*/ 0 h 1113367"/>
              <a:gd name="connsiteX1" fmla="*/ 1 w 1248213"/>
              <a:gd name="connsiteY1" fmla="*/ 0 h 1113367"/>
              <a:gd name="connsiteX2" fmla="*/ 1 w 1248213"/>
              <a:gd name="connsiteY2" fmla="*/ 1 h 1113367"/>
              <a:gd name="connsiteX3" fmla="*/ 392556 w 1248213"/>
              <a:gd name="connsiteY3" fmla="*/ 1 h 1113367"/>
              <a:gd name="connsiteX4" fmla="*/ 556683 w 1248213"/>
              <a:gd name="connsiteY4" fmla="*/ 122147 h 1113367"/>
              <a:gd name="connsiteX5" fmla="*/ 720811 w 1248213"/>
              <a:gd name="connsiteY5" fmla="*/ 1 h 1113367"/>
              <a:gd name="connsiteX6" fmla="*/ 1113367 w 1248213"/>
              <a:gd name="connsiteY6" fmla="*/ 1 h 1113367"/>
              <a:gd name="connsiteX7" fmla="*/ 1113367 w 1248213"/>
              <a:gd name="connsiteY7" fmla="*/ 375492 h 1113367"/>
              <a:gd name="connsiteX8" fmla="*/ 1248213 w 1248213"/>
              <a:gd name="connsiteY8" fmla="*/ 556684 h 1113367"/>
              <a:gd name="connsiteX9" fmla="*/ 1113367 w 1248213"/>
              <a:gd name="connsiteY9" fmla="*/ 737877 h 1113367"/>
              <a:gd name="connsiteX10" fmla="*/ 1113367 w 1248213"/>
              <a:gd name="connsiteY10" fmla="*/ 1113367 h 1113367"/>
              <a:gd name="connsiteX0" fmla="*/ 0 w 1248213"/>
              <a:gd name="connsiteY0" fmla="*/ 0 h 1113367"/>
              <a:gd name="connsiteX1" fmla="*/ 1 w 1248213"/>
              <a:gd name="connsiteY1" fmla="*/ 0 h 1113367"/>
              <a:gd name="connsiteX2" fmla="*/ 392556 w 1248213"/>
              <a:gd name="connsiteY2" fmla="*/ 1 h 1113367"/>
              <a:gd name="connsiteX3" fmla="*/ 556683 w 1248213"/>
              <a:gd name="connsiteY3" fmla="*/ 122147 h 1113367"/>
              <a:gd name="connsiteX4" fmla="*/ 720811 w 1248213"/>
              <a:gd name="connsiteY4" fmla="*/ 1 h 1113367"/>
              <a:gd name="connsiteX5" fmla="*/ 1113367 w 1248213"/>
              <a:gd name="connsiteY5" fmla="*/ 1 h 1113367"/>
              <a:gd name="connsiteX6" fmla="*/ 1113367 w 1248213"/>
              <a:gd name="connsiteY6" fmla="*/ 375492 h 1113367"/>
              <a:gd name="connsiteX7" fmla="*/ 1248213 w 1248213"/>
              <a:gd name="connsiteY7" fmla="*/ 556684 h 1113367"/>
              <a:gd name="connsiteX8" fmla="*/ 1113367 w 1248213"/>
              <a:gd name="connsiteY8" fmla="*/ 737877 h 1113367"/>
              <a:gd name="connsiteX9" fmla="*/ 1113367 w 1248213"/>
              <a:gd name="connsiteY9" fmla="*/ 1113367 h 1113367"/>
              <a:gd name="connsiteX0" fmla="*/ 0 w 1248213"/>
              <a:gd name="connsiteY0" fmla="*/ 0 h 1113367"/>
              <a:gd name="connsiteX1" fmla="*/ 392556 w 1248213"/>
              <a:gd name="connsiteY1" fmla="*/ 1 h 1113367"/>
              <a:gd name="connsiteX2" fmla="*/ 556683 w 1248213"/>
              <a:gd name="connsiteY2" fmla="*/ 122147 h 1113367"/>
              <a:gd name="connsiteX3" fmla="*/ 720811 w 1248213"/>
              <a:gd name="connsiteY3" fmla="*/ 1 h 1113367"/>
              <a:gd name="connsiteX4" fmla="*/ 1113367 w 1248213"/>
              <a:gd name="connsiteY4" fmla="*/ 1 h 1113367"/>
              <a:gd name="connsiteX5" fmla="*/ 1113367 w 1248213"/>
              <a:gd name="connsiteY5" fmla="*/ 375492 h 1113367"/>
              <a:gd name="connsiteX6" fmla="*/ 1248213 w 1248213"/>
              <a:gd name="connsiteY6" fmla="*/ 556684 h 1113367"/>
              <a:gd name="connsiteX7" fmla="*/ 1113367 w 1248213"/>
              <a:gd name="connsiteY7" fmla="*/ 737877 h 1113367"/>
              <a:gd name="connsiteX8" fmla="*/ 1113367 w 1248213"/>
              <a:gd name="connsiteY8" fmla="*/ 1113367 h 111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8213" h="1113367">
                <a:moveTo>
                  <a:pt x="0" y="0"/>
                </a:moveTo>
                <a:lnTo>
                  <a:pt x="392556" y="1"/>
                </a:lnTo>
                <a:lnTo>
                  <a:pt x="556683" y="122147"/>
                </a:lnTo>
                <a:lnTo>
                  <a:pt x="720811" y="1"/>
                </a:lnTo>
                <a:lnTo>
                  <a:pt x="1113367" y="1"/>
                </a:lnTo>
                <a:lnTo>
                  <a:pt x="1113367" y="375492"/>
                </a:lnTo>
                <a:lnTo>
                  <a:pt x="1248213" y="556684"/>
                </a:lnTo>
                <a:lnTo>
                  <a:pt x="1113367" y="737877"/>
                </a:lnTo>
                <a:lnTo>
                  <a:pt x="1113367" y="1113367"/>
                </a:lnTo>
              </a:path>
            </a:pathLst>
          </a:cu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0000" tIns="90000" rIns="324000" bIns="9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FR" sz="1000" spc="-20" dirty="0">
              <a:solidFill>
                <a:srgbClr val="000000"/>
              </a:solidFill>
              <a:latin typeface="Helvetica 75 Bold" panose="020B0804020202020204" pitchFamily="34" charset="0"/>
            </a:endParaRPr>
          </a:p>
        </p:txBody>
      </p:sp>
      <p:sp>
        <p:nvSpPr>
          <p:cNvPr id="53" name="Rectangle 10"/>
          <p:cNvSpPr/>
          <p:nvPr/>
        </p:nvSpPr>
        <p:spPr>
          <a:xfrm rot="16200000">
            <a:off x="6799090" y="3922731"/>
            <a:ext cx="1107496" cy="122148"/>
          </a:xfrm>
          <a:custGeom>
            <a:avLst/>
            <a:gdLst>
              <a:gd name="connsiteX0" fmla="*/ 0 w 1113367"/>
              <a:gd name="connsiteY0" fmla="*/ 0 h 1235515"/>
              <a:gd name="connsiteX1" fmla="*/ 1113367 w 1113367"/>
              <a:gd name="connsiteY1" fmla="*/ 0 h 1235515"/>
              <a:gd name="connsiteX2" fmla="*/ 1113367 w 1113367"/>
              <a:gd name="connsiteY2" fmla="*/ 1113367 h 1235515"/>
              <a:gd name="connsiteX3" fmla="*/ 720811 w 1113367"/>
              <a:gd name="connsiteY3" fmla="*/ 1113367 h 1235515"/>
              <a:gd name="connsiteX4" fmla="*/ 556681 w 1113367"/>
              <a:gd name="connsiteY4" fmla="*/ 1235515 h 1235515"/>
              <a:gd name="connsiteX5" fmla="*/ 392551 w 1113367"/>
              <a:gd name="connsiteY5" fmla="*/ 1113367 h 1235515"/>
              <a:gd name="connsiteX6" fmla="*/ 0 w 1113367"/>
              <a:gd name="connsiteY6" fmla="*/ 1113367 h 1235515"/>
              <a:gd name="connsiteX7" fmla="*/ 91440 w 1113367"/>
              <a:gd name="connsiteY7" fmla="*/ 91440 h 1235515"/>
              <a:gd name="connsiteX0" fmla="*/ 0 w 1113367"/>
              <a:gd name="connsiteY0" fmla="*/ 0 h 1235515"/>
              <a:gd name="connsiteX1" fmla="*/ 1113367 w 1113367"/>
              <a:gd name="connsiteY1" fmla="*/ 0 h 1235515"/>
              <a:gd name="connsiteX2" fmla="*/ 1113367 w 1113367"/>
              <a:gd name="connsiteY2" fmla="*/ 1113367 h 1235515"/>
              <a:gd name="connsiteX3" fmla="*/ 720811 w 1113367"/>
              <a:gd name="connsiteY3" fmla="*/ 1113367 h 1235515"/>
              <a:gd name="connsiteX4" fmla="*/ 556681 w 1113367"/>
              <a:gd name="connsiteY4" fmla="*/ 1235515 h 1235515"/>
              <a:gd name="connsiteX5" fmla="*/ 392551 w 1113367"/>
              <a:gd name="connsiteY5" fmla="*/ 1113367 h 1235515"/>
              <a:gd name="connsiteX6" fmla="*/ 0 w 1113367"/>
              <a:gd name="connsiteY6" fmla="*/ 1113367 h 1235515"/>
              <a:gd name="connsiteX0" fmla="*/ 1113367 w 1113367"/>
              <a:gd name="connsiteY0" fmla="*/ 0 h 1235515"/>
              <a:gd name="connsiteX1" fmla="*/ 1113367 w 1113367"/>
              <a:gd name="connsiteY1" fmla="*/ 1113367 h 1235515"/>
              <a:gd name="connsiteX2" fmla="*/ 720811 w 1113367"/>
              <a:gd name="connsiteY2" fmla="*/ 1113367 h 1235515"/>
              <a:gd name="connsiteX3" fmla="*/ 556681 w 1113367"/>
              <a:gd name="connsiteY3" fmla="*/ 1235515 h 1235515"/>
              <a:gd name="connsiteX4" fmla="*/ 392551 w 1113367"/>
              <a:gd name="connsiteY4" fmla="*/ 1113367 h 1235515"/>
              <a:gd name="connsiteX5" fmla="*/ 0 w 1113367"/>
              <a:gd name="connsiteY5" fmla="*/ 1113367 h 1235515"/>
              <a:gd name="connsiteX0" fmla="*/ 1113367 w 1113367"/>
              <a:gd name="connsiteY0" fmla="*/ 0 h 122148"/>
              <a:gd name="connsiteX1" fmla="*/ 720811 w 1113367"/>
              <a:gd name="connsiteY1" fmla="*/ 0 h 122148"/>
              <a:gd name="connsiteX2" fmla="*/ 556681 w 1113367"/>
              <a:gd name="connsiteY2" fmla="*/ 122148 h 122148"/>
              <a:gd name="connsiteX3" fmla="*/ 392551 w 1113367"/>
              <a:gd name="connsiteY3" fmla="*/ 0 h 122148"/>
              <a:gd name="connsiteX4" fmla="*/ 0 w 1113367"/>
              <a:gd name="connsiteY4" fmla="*/ 0 h 122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3367" h="122148">
                <a:moveTo>
                  <a:pt x="1113367" y="0"/>
                </a:moveTo>
                <a:lnTo>
                  <a:pt x="720811" y="0"/>
                </a:lnTo>
                <a:lnTo>
                  <a:pt x="556681" y="122148"/>
                </a:lnTo>
                <a:lnTo>
                  <a:pt x="392551" y="0"/>
                </a:lnTo>
                <a:lnTo>
                  <a:pt x="0" y="0"/>
                </a:lnTo>
              </a:path>
            </a:pathLst>
          </a:cu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0000" tIns="90000" rIns="324000" bIns="9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FR" sz="1000" spc="-20" dirty="0">
              <a:solidFill>
                <a:srgbClr val="000000"/>
              </a:solidFill>
              <a:latin typeface="Helvetica 75 Bold" panose="020B08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486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Hiérarchie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382082290"/>
              </p:ext>
            </p:extLst>
          </p:nvPr>
        </p:nvGraphicFramePr>
        <p:xfrm>
          <a:off x="317500" y="1203324"/>
          <a:ext cx="8518525" cy="3340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1420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Straight Connector 51"/>
          <p:cNvCxnSpPr/>
          <p:nvPr/>
        </p:nvCxnSpPr>
        <p:spPr>
          <a:xfrm>
            <a:off x="5261371" y="3122738"/>
            <a:ext cx="1993489" cy="0"/>
          </a:xfrm>
          <a:prstGeom prst="line">
            <a:avLst/>
          </a:prstGeom>
          <a:ln w="12700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048383" y="2675371"/>
            <a:ext cx="221226" cy="0"/>
          </a:xfrm>
          <a:prstGeom prst="line">
            <a:avLst/>
          </a:prstGeom>
          <a:ln w="12700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2" idx="3"/>
            <a:endCxn id="14" idx="1"/>
          </p:cNvCxnSpPr>
          <p:nvPr/>
        </p:nvCxnSpPr>
        <p:spPr>
          <a:xfrm>
            <a:off x="5262028" y="2195765"/>
            <a:ext cx="425584" cy="48111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Planification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147734"/>
              </p:ext>
            </p:extLst>
          </p:nvPr>
        </p:nvGraphicFramePr>
        <p:xfrm>
          <a:off x="3894028" y="1861525"/>
          <a:ext cx="1368000" cy="668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>
                          <a:solidFill>
                            <a:schemeClr val="tx1"/>
                          </a:solidFill>
                        </a:rPr>
                        <a:t>Titre</a:t>
                      </a:r>
                    </a:p>
                  </a:txBody>
                  <a:tcPr marL="45256" marR="45256" marT="22628" marB="22628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209069"/>
              </p:ext>
            </p:extLst>
          </p:nvPr>
        </p:nvGraphicFramePr>
        <p:xfrm>
          <a:off x="2111556" y="3744211"/>
          <a:ext cx="1368000" cy="668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>
                          <a:solidFill>
                            <a:schemeClr val="tx1"/>
                          </a:solidFill>
                        </a:rPr>
                        <a:t>Titre</a:t>
                      </a:r>
                    </a:p>
                  </a:txBody>
                  <a:tcPr marL="45256" marR="45256" marT="22628" marB="22628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256044"/>
              </p:ext>
            </p:extLst>
          </p:nvPr>
        </p:nvGraphicFramePr>
        <p:xfrm>
          <a:off x="323528" y="2784545"/>
          <a:ext cx="1368000" cy="668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>
                          <a:solidFill>
                            <a:schemeClr val="tx1"/>
                          </a:solidFill>
                        </a:rPr>
                        <a:t>Titre</a:t>
                      </a:r>
                    </a:p>
                  </a:txBody>
                  <a:tcPr marL="45256" marR="45256" marT="22628" marB="22628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030213"/>
              </p:ext>
            </p:extLst>
          </p:nvPr>
        </p:nvGraphicFramePr>
        <p:xfrm>
          <a:off x="2111556" y="1861525"/>
          <a:ext cx="1368000" cy="668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>
                          <a:solidFill>
                            <a:schemeClr val="tx1"/>
                          </a:solidFill>
                        </a:rPr>
                        <a:t>Titre</a:t>
                      </a:r>
                    </a:p>
                  </a:txBody>
                  <a:tcPr marL="45256" marR="45256" marT="22628" marB="22628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405013"/>
              </p:ext>
            </p:extLst>
          </p:nvPr>
        </p:nvGraphicFramePr>
        <p:xfrm>
          <a:off x="2111556" y="2784545"/>
          <a:ext cx="1368000" cy="668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>
                          <a:solidFill>
                            <a:schemeClr val="tx1"/>
                          </a:solidFill>
                        </a:rPr>
                        <a:t>Titre</a:t>
                      </a:r>
                    </a:p>
                  </a:txBody>
                  <a:tcPr marL="45256" marR="45256" marT="22628" marB="22628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253110"/>
              </p:ext>
            </p:extLst>
          </p:nvPr>
        </p:nvGraphicFramePr>
        <p:xfrm>
          <a:off x="7475641" y="2784545"/>
          <a:ext cx="1368000" cy="668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>
                          <a:solidFill>
                            <a:schemeClr val="tx1"/>
                          </a:solidFill>
                        </a:rPr>
                        <a:t>Titre</a:t>
                      </a:r>
                    </a:p>
                  </a:txBody>
                  <a:tcPr marL="45256" marR="45256" marT="22628" marB="22628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323967"/>
              </p:ext>
            </p:extLst>
          </p:nvPr>
        </p:nvGraphicFramePr>
        <p:xfrm>
          <a:off x="3899584" y="2784545"/>
          <a:ext cx="1368000" cy="668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>
                          <a:solidFill>
                            <a:schemeClr val="tx1"/>
                          </a:solidFill>
                        </a:rPr>
                        <a:t>Titre</a:t>
                      </a:r>
                    </a:p>
                  </a:txBody>
                  <a:tcPr marL="45256" marR="45256" marT="22628" marB="22628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433542"/>
              </p:ext>
            </p:extLst>
          </p:nvPr>
        </p:nvGraphicFramePr>
        <p:xfrm>
          <a:off x="5687612" y="1419622"/>
          <a:ext cx="1368000" cy="668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>
                          <a:solidFill>
                            <a:schemeClr val="tx1"/>
                          </a:solidFill>
                        </a:rPr>
                        <a:t>Titre</a:t>
                      </a:r>
                    </a:p>
                  </a:txBody>
                  <a:tcPr marL="45256" marR="45256" marT="22628" marB="22628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335838"/>
              </p:ext>
            </p:extLst>
          </p:nvPr>
        </p:nvGraphicFramePr>
        <p:xfrm>
          <a:off x="5687612" y="2342642"/>
          <a:ext cx="1368000" cy="668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>
                          <a:solidFill>
                            <a:schemeClr val="tx1"/>
                          </a:solidFill>
                        </a:rPr>
                        <a:t>Titre</a:t>
                      </a:r>
                    </a:p>
                  </a:txBody>
                  <a:tcPr marL="45256" marR="45256" marT="22628" marB="22628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27">
                <a:tc>
                  <a:txBody>
                    <a:bodyPr/>
                    <a:lstStyle/>
                    <a:p>
                      <a:pPr algn="l"/>
                      <a:r>
                        <a:rPr lang="fr-FR" sz="800" b="0" noProof="0" dirty="0"/>
                        <a:t>Texte</a:t>
                      </a:r>
                    </a:p>
                  </a:txBody>
                  <a:tcPr marL="45256" marR="45256" marT="22628" marB="22628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7" name="Elbow Connector 16"/>
          <p:cNvCxnSpPr>
            <a:stCxn id="7" idx="3"/>
            <a:endCxn id="9" idx="1"/>
          </p:cNvCxnSpPr>
          <p:nvPr/>
        </p:nvCxnSpPr>
        <p:spPr>
          <a:xfrm flipV="1">
            <a:off x="1691528" y="2195765"/>
            <a:ext cx="420028" cy="92302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7" idx="3"/>
            <a:endCxn id="10" idx="1"/>
          </p:cNvCxnSpPr>
          <p:nvPr/>
        </p:nvCxnSpPr>
        <p:spPr>
          <a:xfrm>
            <a:off x="1691528" y="3118785"/>
            <a:ext cx="42002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0" idx="3"/>
            <a:endCxn id="12" idx="1"/>
          </p:cNvCxnSpPr>
          <p:nvPr/>
        </p:nvCxnSpPr>
        <p:spPr>
          <a:xfrm>
            <a:off x="3479556" y="3118785"/>
            <a:ext cx="42002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stCxn id="6" idx="3"/>
            <a:endCxn id="2" idx="1"/>
          </p:cNvCxnSpPr>
          <p:nvPr/>
        </p:nvCxnSpPr>
        <p:spPr>
          <a:xfrm flipV="1">
            <a:off x="3479556" y="2195765"/>
            <a:ext cx="414472" cy="1882686"/>
          </a:xfrm>
          <a:prstGeom prst="bentConnector3">
            <a:avLst>
              <a:gd name="adj1" fmla="val 50000"/>
            </a:avLst>
          </a:prstGeom>
          <a:ln w="12700">
            <a:solidFill>
              <a:schemeClr val="bg2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2" idx="3"/>
            <a:endCxn id="13" idx="1"/>
          </p:cNvCxnSpPr>
          <p:nvPr/>
        </p:nvCxnSpPr>
        <p:spPr>
          <a:xfrm flipV="1">
            <a:off x="5262028" y="1753862"/>
            <a:ext cx="425584" cy="441903"/>
          </a:xfrm>
          <a:prstGeom prst="bentConnector3">
            <a:avLst>
              <a:gd name="adj1" fmla="val 50000"/>
            </a:avLst>
          </a:prstGeom>
          <a:ln w="12700">
            <a:solidFill>
              <a:schemeClr val="bg2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13" idx="3"/>
            <a:endCxn id="11" idx="1"/>
          </p:cNvCxnSpPr>
          <p:nvPr/>
        </p:nvCxnSpPr>
        <p:spPr>
          <a:xfrm>
            <a:off x="7055612" y="1753862"/>
            <a:ext cx="420029" cy="1364923"/>
          </a:xfrm>
          <a:prstGeom prst="bentConnector3">
            <a:avLst>
              <a:gd name="adj1" fmla="val 50000"/>
            </a:avLst>
          </a:prstGeom>
          <a:ln w="12700">
            <a:solidFill>
              <a:schemeClr val="bg2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7" idx="3"/>
            <a:endCxn id="6" idx="1"/>
          </p:cNvCxnSpPr>
          <p:nvPr/>
        </p:nvCxnSpPr>
        <p:spPr>
          <a:xfrm>
            <a:off x="1691528" y="3118785"/>
            <a:ext cx="420028" cy="959666"/>
          </a:xfrm>
          <a:prstGeom prst="bentConnector3">
            <a:avLst>
              <a:gd name="adj1" fmla="val 50000"/>
            </a:avLst>
          </a:prstGeom>
          <a:ln w="12700">
            <a:solidFill>
              <a:schemeClr val="bg2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23528" y="1491124"/>
            <a:ext cx="1440159" cy="106952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fr-FR" sz="1200" dirty="0">
                <a:solidFill>
                  <a:srgbClr val="000000"/>
                </a:solidFill>
              </a:rPr>
              <a:t>Titre</a:t>
            </a:r>
          </a:p>
          <a:p>
            <a:pPr lvl="0">
              <a:spcBef>
                <a:spcPts val="600"/>
              </a:spcBef>
            </a:pP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elited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nisi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eu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facilisis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condimentum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5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ligula</a:t>
            </a:r>
            <a:r>
              <a:rPr lang="fr-FR" sz="105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8266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Flux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9711" y="1806983"/>
            <a:ext cx="1040186" cy="479068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1050" dirty="0">
                <a:solidFill>
                  <a:srgbClr val="000000"/>
                </a:solidFill>
              </a:rPr>
              <a:t>Texte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9711" y="3065001"/>
            <a:ext cx="1040186" cy="479068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1050" dirty="0">
                <a:solidFill>
                  <a:srgbClr val="000000"/>
                </a:solidFill>
              </a:rPr>
              <a:t>Texte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23536" y="2435992"/>
            <a:ext cx="1040186" cy="479068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1050" dirty="0">
                <a:solidFill>
                  <a:srgbClr val="000000"/>
                </a:solidFill>
              </a:rPr>
              <a:t>Texte</a:t>
            </a:r>
          </a:p>
        </p:txBody>
      </p:sp>
      <p:sp>
        <p:nvSpPr>
          <p:cNvPr id="25" name="Flowchart: Decision 24"/>
          <p:cNvSpPr/>
          <p:nvPr/>
        </p:nvSpPr>
        <p:spPr>
          <a:xfrm>
            <a:off x="8362989" y="2435992"/>
            <a:ext cx="474623" cy="479068"/>
          </a:xfrm>
          <a:prstGeom prst="flowChartDecisi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27" name="Flowchart: Decision 26"/>
          <p:cNvSpPr/>
          <p:nvPr/>
        </p:nvSpPr>
        <p:spPr>
          <a:xfrm>
            <a:off x="2269162" y="3065000"/>
            <a:ext cx="474622" cy="479068"/>
          </a:xfrm>
          <a:prstGeom prst="flowChartDecisi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943047" y="1177973"/>
            <a:ext cx="1040186" cy="479068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1050" dirty="0">
                <a:solidFill>
                  <a:srgbClr val="000000"/>
                </a:solidFill>
              </a:rPr>
              <a:t>Texte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43047" y="3065001"/>
            <a:ext cx="1040186" cy="479068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1050" dirty="0">
                <a:solidFill>
                  <a:srgbClr val="000000"/>
                </a:solidFill>
              </a:rPr>
              <a:t>Texte</a:t>
            </a:r>
          </a:p>
        </p:txBody>
      </p:sp>
      <p:sp>
        <p:nvSpPr>
          <p:cNvPr id="34" name="Flowchart: Decision 33"/>
          <p:cNvSpPr/>
          <p:nvPr/>
        </p:nvSpPr>
        <p:spPr>
          <a:xfrm>
            <a:off x="4409371" y="2435992"/>
            <a:ext cx="474622" cy="479068"/>
          </a:xfrm>
          <a:prstGeom prst="flowChartDecisi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35" name="Flowchart: Decision 34"/>
          <p:cNvSpPr/>
          <p:nvPr/>
        </p:nvSpPr>
        <p:spPr>
          <a:xfrm>
            <a:off x="6449647" y="2435992"/>
            <a:ext cx="474622" cy="479068"/>
          </a:xfrm>
          <a:prstGeom prst="flowChartDecisi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144470" y="3694011"/>
            <a:ext cx="1040186" cy="479068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1050" dirty="0">
                <a:solidFill>
                  <a:srgbClr val="000000"/>
                </a:solidFill>
              </a:rPr>
              <a:t>Texte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44470" y="1177973"/>
            <a:ext cx="1040186" cy="479068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1050" dirty="0">
                <a:solidFill>
                  <a:srgbClr val="000000"/>
                </a:solidFill>
              </a:rPr>
              <a:t>Texte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44470" y="2435992"/>
            <a:ext cx="1040186" cy="479068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1050" dirty="0">
                <a:solidFill>
                  <a:srgbClr val="000000"/>
                </a:solidFill>
              </a:rPr>
              <a:t>Texte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44470" y="1806983"/>
            <a:ext cx="1040186" cy="479068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1050" dirty="0">
                <a:solidFill>
                  <a:srgbClr val="000000"/>
                </a:solidFill>
              </a:rPr>
              <a:t>Texte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44470" y="3065001"/>
            <a:ext cx="1040186" cy="479068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1050" dirty="0">
                <a:solidFill>
                  <a:srgbClr val="000000"/>
                </a:solidFill>
              </a:rPr>
              <a:t>Texte</a:t>
            </a:r>
          </a:p>
        </p:txBody>
      </p:sp>
      <p:cxnSp>
        <p:nvCxnSpPr>
          <p:cNvPr id="52" name="Elbow Connector 51"/>
          <p:cNvCxnSpPr>
            <a:stCxn id="8" idx="1"/>
            <a:endCxn id="7" idx="0"/>
          </p:cNvCxnSpPr>
          <p:nvPr/>
        </p:nvCxnSpPr>
        <p:spPr>
          <a:xfrm rot="10800000" flipV="1">
            <a:off x="837593" y="2046517"/>
            <a:ext cx="192119" cy="389475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17499" y="2435992"/>
            <a:ext cx="1040186" cy="4790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>
                <a:solidFill>
                  <a:srgbClr val="000000"/>
                </a:solidFill>
              </a:rPr>
              <a:t>Début</a:t>
            </a:r>
          </a:p>
        </p:txBody>
      </p:sp>
      <p:cxnSp>
        <p:nvCxnSpPr>
          <p:cNvPr id="54" name="Elbow Connector 53"/>
          <p:cNvCxnSpPr>
            <a:endCxn id="9" idx="1"/>
          </p:cNvCxnSpPr>
          <p:nvPr/>
        </p:nvCxnSpPr>
        <p:spPr>
          <a:xfrm rot="16200000" flipH="1">
            <a:off x="738915" y="3013740"/>
            <a:ext cx="389473" cy="192118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9" idx="3"/>
            <a:endCxn id="27" idx="1"/>
          </p:cNvCxnSpPr>
          <p:nvPr/>
        </p:nvCxnSpPr>
        <p:spPr>
          <a:xfrm flipV="1">
            <a:off x="2069897" y="3304534"/>
            <a:ext cx="199265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27" idx="3"/>
            <a:endCxn id="33" idx="1"/>
          </p:cNvCxnSpPr>
          <p:nvPr/>
        </p:nvCxnSpPr>
        <p:spPr>
          <a:xfrm>
            <a:off x="2743784" y="3304534"/>
            <a:ext cx="199263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>
            <a:stCxn id="34" idx="3"/>
            <a:endCxn id="38" idx="1"/>
          </p:cNvCxnSpPr>
          <p:nvPr/>
        </p:nvCxnSpPr>
        <p:spPr>
          <a:xfrm flipV="1">
            <a:off x="4883994" y="1417507"/>
            <a:ext cx="260476" cy="125801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>
            <a:stCxn id="34" idx="3"/>
            <a:endCxn id="40" idx="1"/>
          </p:cNvCxnSpPr>
          <p:nvPr/>
        </p:nvCxnSpPr>
        <p:spPr>
          <a:xfrm flipV="1">
            <a:off x="4883994" y="2046517"/>
            <a:ext cx="260476" cy="629010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>
            <a:stCxn id="34" idx="3"/>
            <a:endCxn id="41" idx="1"/>
          </p:cNvCxnSpPr>
          <p:nvPr/>
        </p:nvCxnSpPr>
        <p:spPr>
          <a:xfrm>
            <a:off x="4883994" y="2675526"/>
            <a:ext cx="260476" cy="62900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/>
          <p:cNvCxnSpPr>
            <a:stCxn id="34" idx="3"/>
            <a:endCxn id="37" idx="1"/>
          </p:cNvCxnSpPr>
          <p:nvPr/>
        </p:nvCxnSpPr>
        <p:spPr>
          <a:xfrm>
            <a:off x="4883994" y="2675526"/>
            <a:ext cx="260476" cy="125801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34" idx="3"/>
            <a:endCxn id="39" idx="1"/>
          </p:cNvCxnSpPr>
          <p:nvPr/>
        </p:nvCxnSpPr>
        <p:spPr>
          <a:xfrm>
            <a:off x="4883994" y="2675526"/>
            <a:ext cx="26047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79"/>
          <p:cNvCxnSpPr>
            <a:stCxn id="30" idx="3"/>
            <a:endCxn id="34" idx="1"/>
          </p:cNvCxnSpPr>
          <p:nvPr/>
        </p:nvCxnSpPr>
        <p:spPr>
          <a:xfrm>
            <a:off x="3983233" y="1417507"/>
            <a:ext cx="426138" cy="125801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/>
          <p:cNvCxnSpPr>
            <a:stCxn id="8" idx="3"/>
            <a:endCxn id="33" idx="3"/>
          </p:cNvCxnSpPr>
          <p:nvPr/>
        </p:nvCxnSpPr>
        <p:spPr>
          <a:xfrm>
            <a:off x="2069897" y="2046517"/>
            <a:ext cx="1913336" cy="1258018"/>
          </a:xfrm>
          <a:prstGeom prst="bentConnector3">
            <a:avLst>
              <a:gd name="adj1" fmla="val 111184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/>
          <p:cNvCxnSpPr>
            <a:stCxn id="38" idx="3"/>
            <a:endCxn id="37" idx="3"/>
          </p:cNvCxnSpPr>
          <p:nvPr/>
        </p:nvCxnSpPr>
        <p:spPr>
          <a:xfrm>
            <a:off x="6184656" y="1417507"/>
            <a:ext cx="11888" cy="2516038"/>
          </a:xfrm>
          <a:prstGeom prst="bentConnector3">
            <a:avLst>
              <a:gd name="adj1" fmla="val 17535488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/>
          <p:cNvCxnSpPr>
            <a:stCxn id="40" idx="3"/>
            <a:endCxn id="35" idx="1"/>
          </p:cNvCxnSpPr>
          <p:nvPr/>
        </p:nvCxnSpPr>
        <p:spPr>
          <a:xfrm>
            <a:off x="6184656" y="2046517"/>
            <a:ext cx="264991" cy="629010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/>
          <p:cNvCxnSpPr>
            <a:stCxn id="41" idx="3"/>
            <a:endCxn id="35" idx="1"/>
          </p:cNvCxnSpPr>
          <p:nvPr/>
        </p:nvCxnSpPr>
        <p:spPr>
          <a:xfrm flipV="1">
            <a:off x="6184656" y="2675526"/>
            <a:ext cx="264991" cy="62900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39" idx="3"/>
            <a:endCxn id="35" idx="1"/>
          </p:cNvCxnSpPr>
          <p:nvPr/>
        </p:nvCxnSpPr>
        <p:spPr>
          <a:xfrm>
            <a:off x="6184656" y="2675526"/>
            <a:ext cx="2649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35" idx="3"/>
            <a:endCxn id="15" idx="1"/>
          </p:cNvCxnSpPr>
          <p:nvPr/>
        </p:nvCxnSpPr>
        <p:spPr>
          <a:xfrm>
            <a:off x="6924269" y="2675526"/>
            <a:ext cx="19926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15" idx="3"/>
            <a:endCxn id="25" idx="1"/>
          </p:cNvCxnSpPr>
          <p:nvPr/>
        </p:nvCxnSpPr>
        <p:spPr>
          <a:xfrm>
            <a:off x="8163722" y="2675526"/>
            <a:ext cx="1992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2267194" y="4387579"/>
            <a:ext cx="294954" cy="161583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fr-FR" sz="1050" dirty="0"/>
              <a:t>Titre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592958" y="4387579"/>
            <a:ext cx="294954" cy="161583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fr-FR" sz="1050" dirty="0"/>
              <a:t>Titre</a:t>
            </a:r>
          </a:p>
        </p:txBody>
      </p:sp>
      <p:grpSp>
        <p:nvGrpSpPr>
          <p:cNvPr id="115" name="Group 114"/>
          <p:cNvGrpSpPr/>
          <p:nvPr/>
        </p:nvGrpSpPr>
        <p:grpSpPr>
          <a:xfrm>
            <a:off x="318173" y="1232577"/>
            <a:ext cx="818830" cy="171040"/>
            <a:chOff x="516348" y="776595"/>
            <a:chExt cx="818830" cy="171040"/>
          </a:xfrm>
        </p:grpSpPr>
        <p:sp>
          <p:nvSpPr>
            <p:cNvPr id="113" name="Flowchart: Decision 112"/>
            <p:cNvSpPr/>
            <p:nvPr/>
          </p:nvSpPr>
          <p:spPr>
            <a:xfrm>
              <a:off x="516348" y="776595"/>
              <a:ext cx="169452" cy="171040"/>
            </a:xfrm>
            <a:prstGeom prst="flowChartDecision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>
                <a:solidFill>
                  <a:srgbClr val="000000"/>
                </a:solidFill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868704" y="778500"/>
              <a:ext cx="466474" cy="15388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fr-FR" sz="1000" dirty="0"/>
                <a:t>= Etape</a:t>
              </a:r>
            </a:p>
          </p:txBody>
        </p:sp>
      </p:grpSp>
      <p:cxnSp>
        <p:nvCxnSpPr>
          <p:cNvPr id="102" name="Elbow Connector 101"/>
          <p:cNvCxnSpPr/>
          <p:nvPr/>
        </p:nvCxnSpPr>
        <p:spPr>
          <a:xfrm rot="5400000">
            <a:off x="6769670" y="2112815"/>
            <a:ext cx="12700" cy="4120009"/>
          </a:xfrm>
          <a:prstGeom prst="bentConnector3">
            <a:avLst>
              <a:gd name="adj1" fmla="val 987102"/>
            </a:avLst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/>
          <p:cNvCxnSpPr/>
          <p:nvPr/>
        </p:nvCxnSpPr>
        <p:spPr>
          <a:xfrm rot="5400000">
            <a:off x="2438401" y="2045570"/>
            <a:ext cx="12700" cy="4254500"/>
          </a:xfrm>
          <a:prstGeom prst="bentConnector3">
            <a:avLst>
              <a:gd name="adj1" fmla="val 987102"/>
            </a:avLst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395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330647" y="1306229"/>
            <a:ext cx="5912114" cy="2558318"/>
            <a:chOff x="2330647" y="1339359"/>
            <a:chExt cx="5912114" cy="2558318"/>
          </a:xfrm>
        </p:grpSpPr>
        <p:cxnSp>
          <p:nvCxnSpPr>
            <p:cNvPr id="144" name="Straight Connector 143"/>
            <p:cNvCxnSpPr/>
            <p:nvPr/>
          </p:nvCxnSpPr>
          <p:spPr>
            <a:xfrm flipV="1">
              <a:off x="4695493" y="1339359"/>
              <a:ext cx="0" cy="2558318"/>
            </a:xfrm>
            <a:prstGeom prst="line">
              <a:avLst/>
            </a:prstGeom>
            <a:ln w="12700">
              <a:solidFill>
                <a:srgbClr val="D6D6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4104282" y="1339359"/>
              <a:ext cx="0" cy="2558318"/>
            </a:xfrm>
            <a:prstGeom prst="line">
              <a:avLst/>
            </a:prstGeom>
            <a:ln w="12700">
              <a:solidFill>
                <a:srgbClr val="D6D6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 flipV="1">
              <a:off x="6469126" y="1339359"/>
              <a:ext cx="0" cy="2558318"/>
            </a:xfrm>
            <a:prstGeom prst="line">
              <a:avLst/>
            </a:prstGeom>
            <a:ln w="12700">
              <a:solidFill>
                <a:srgbClr val="D6D6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5877915" y="1339359"/>
              <a:ext cx="0" cy="2558318"/>
            </a:xfrm>
            <a:prstGeom prst="line">
              <a:avLst/>
            </a:prstGeom>
            <a:ln w="12700">
              <a:solidFill>
                <a:srgbClr val="D6D6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 flipV="1">
              <a:off x="5286704" y="1339359"/>
              <a:ext cx="0" cy="2558318"/>
            </a:xfrm>
            <a:prstGeom prst="line">
              <a:avLst/>
            </a:prstGeom>
            <a:ln w="12700">
              <a:solidFill>
                <a:srgbClr val="D6D6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3513071" y="1339359"/>
              <a:ext cx="0" cy="2558318"/>
            </a:xfrm>
            <a:prstGeom prst="line">
              <a:avLst/>
            </a:prstGeom>
            <a:ln w="12700">
              <a:solidFill>
                <a:srgbClr val="D6D6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2921859" y="1339359"/>
              <a:ext cx="0" cy="2558318"/>
            </a:xfrm>
            <a:prstGeom prst="line">
              <a:avLst/>
            </a:prstGeom>
            <a:ln w="12700">
              <a:solidFill>
                <a:srgbClr val="D6D6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/>
          </p:nvCxnSpPr>
          <p:spPr>
            <a:xfrm flipV="1">
              <a:off x="2330647" y="1339359"/>
              <a:ext cx="0" cy="2558318"/>
            </a:xfrm>
            <a:prstGeom prst="line">
              <a:avLst/>
            </a:prstGeom>
            <a:ln w="12700">
              <a:solidFill>
                <a:srgbClr val="D6D6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 flipV="1">
              <a:off x="7060337" y="1339359"/>
              <a:ext cx="0" cy="2558318"/>
            </a:xfrm>
            <a:prstGeom prst="line">
              <a:avLst/>
            </a:prstGeom>
            <a:ln w="12700">
              <a:solidFill>
                <a:srgbClr val="D6D6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/>
          </p:nvCxnSpPr>
          <p:spPr>
            <a:xfrm flipV="1">
              <a:off x="7651549" y="1339359"/>
              <a:ext cx="0" cy="2558318"/>
            </a:xfrm>
            <a:prstGeom prst="line">
              <a:avLst/>
            </a:prstGeom>
            <a:ln w="12700">
              <a:solidFill>
                <a:srgbClr val="D6D6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/>
          </p:nvCxnSpPr>
          <p:spPr>
            <a:xfrm flipV="1">
              <a:off x="8242761" y="1339359"/>
              <a:ext cx="0" cy="2558318"/>
            </a:xfrm>
            <a:prstGeom prst="line">
              <a:avLst/>
            </a:prstGeom>
            <a:ln w="12700">
              <a:solidFill>
                <a:srgbClr val="D6D6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8" name="Rectangle 187"/>
          <p:cNvSpPr/>
          <p:nvPr/>
        </p:nvSpPr>
        <p:spPr>
          <a:xfrm>
            <a:off x="4106718" y="2396070"/>
            <a:ext cx="1179985" cy="2685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900" dirty="0">
                <a:solidFill>
                  <a:srgbClr val="000000"/>
                </a:solidFill>
              </a:rPr>
              <a:t>Texte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3519893" y="2125930"/>
            <a:ext cx="1171170" cy="2701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900" dirty="0">
                <a:solidFill>
                  <a:srgbClr val="000000"/>
                </a:solidFill>
              </a:rPr>
              <a:t>Texte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883727" y="3211080"/>
            <a:ext cx="1179865" cy="2636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900" dirty="0">
                <a:solidFill>
                  <a:srgbClr val="000000"/>
                </a:solidFill>
              </a:rPr>
              <a:t>Texte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5289468" y="2934664"/>
            <a:ext cx="1175626" cy="2764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900" dirty="0">
                <a:solidFill>
                  <a:srgbClr val="000000"/>
                </a:solidFill>
              </a:rPr>
              <a:t>Texte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4702970" y="2670909"/>
            <a:ext cx="1171574" cy="2637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900" dirty="0">
                <a:solidFill>
                  <a:srgbClr val="000000"/>
                </a:solidFill>
              </a:rPr>
              <a:t>Texte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330647" y="1584403"/>
            <a:ext cx="1176934" cy="2700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900" dirty="0">
                <a:solidFill>
                  <a:srgbClr val="000000"/>
                </a:solidFill>
              </a:rPr>
              <a:t>Texte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928939" y="1854433"/>
            <a:ext cx="1171574" cy="2701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900" dirty="0">
                <a:solidFill>
                  <a:srgbClr val="000000"/>
                </a:solidFill>
              </a:rPr>
              <a:t>Texte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741222" y="1306055"/>
            <a:ext cx="1175809" cy="2784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900" dirty="0">
                <a:solidFill>
                  <a:srgbClr val="000000"/>
                </a:solidFill>
              </a:rPr>
              <a:t>Texte</a:t>
            </a:r>
          </a:p>
        </p:txBody>
      </p:sp>
      <p:cxnSp>
        <p:nvCxnSpPr>
          <p:cNvPr id="100" name="Straight Connector 99"/>
          <p:cNvCxnSpPr/>
          <p:nvPr/>
        </p:nvCxnSpPr>
        <p:spPr>
          <a:xfrm>
            <a:off x="1739435" y="2394604"/>
            <a:ext cx="7087476" cy="0"/>
          </a:xfrm>
          <a:prstGeom prst="line">
            <a:avLst/>
          </a:prstGeom>
          <a:ln w="12700" cap="rnd">
            <a:solidFill>
              <a:srgbClr val="D6D6D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1739435" y="3204694"/>
            <a:ext cx="7087476" cy="0"/>
          </a:xfrm>
          <a:prstGeom prst="line">
            <a:avLst/>
          </a:prstGeom>
          <a:ln w="12700" cap="rnd">
            <a:solidFill>
              <a:srgbClr val="D6D6D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>
            <a:off x="1739435" y="2934664"/>
            <a:ext cx="7087476" cy="0"/>
          </a:xfrm>
          <a:prstGeom prst="line">
            <a:avLst/>
          </a:prstGeom>
          <a:ln w="12700" cap="rnd">
            <a:solidFill>
              <a:srgbClr val="D6D6D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1739435" y="2124574"/>
            <a:ext cx="7087476" cy="0"/>
          </a:xfrm>
          <a:prstGeom prst="line">
            <a:avLst/>
          </a:prstGeom>
          <a:ln w="12700" cap="rnd">
            <a:solidFill>
              <a:srgbClr val="D6D6D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1739435" y="1854544"/>
            <a:ext cx="7087476" cy="0"/>
          </a:xfrm>
          <a:prstGeom prst="line">
            <a:avLst/>
          </a:prstGeom>
          <a:ln w="12700" cap="rnd">
            <a:solidFill>
              <a:srgbClr val="D6D6D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>
            <a:off x="1739435" y="1584514"/>
            <a:ext cx="7087476" cy="0"/>
          </a:xfrm>
          <a:prstGeom prst="line">
            <a:avLst/>
          </a:prstGeom>
          <a:ln w="12700" cap="rnd">
            <a:solidFill>
              <a:srgbClr val="D6D6D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1739435" y="1306055"/>
            <a:ext cx="7087476" cy="0"/>
          </a:xfrm>
          <a:prstGeom prst="line">
            <a:avLst/>
          </a:prstGeom>
          <a:ln w="12700" cap="rnd">
            <a:solidFill>
              <a:srgbClr val="D6D6D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1739435" y="2664634"/>
            <a:ext cx="7087476" cy="0"/>
          </a:xfrm>
          <a:prstGeom prst="line">
            <a:avLst/>
          </a:prstGeom>
          <a:ln w="12700" cap="rnd">
            <a:solidFill>
              <a:srgbClr val="D6D6D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/>
          <p:nvPr/>
        </p:nvCxnSpPr>
        <p:spPr>
          <a:xfrm>
            <a:off x="1739435" y="3474724"/>
            <a:ext cx="7087476" cy="0"/>
          </a:xfrm>
          <a:prstGeom prst="line">
            <a:avLst/>
          </a:prstGeom>
          <a:ln w="12700" cap="rnd">
            <a:solidFill>
              <a:srgbClr val="D6D6D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/>
          <p:nvPr/>
        </p:nvCxnSpPr>
        <p:spPr>
          <a:xfrm flipV="1">
            <a:off x="8833973" y="1306229"/>
            <a:ext cx="0" cy="2558318"/>
          </a:xfrm>
          <a:prstGeom prst="line">
            <a:avLst/>
          </a:prstGeom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flipV="1">
            <a:off x="1739435" y="1306229"/>
            <a:ext cx="0" cy="2558318"/>
          </a:xfrm>
          <a:prstGeom prst="line">
            <a:avLst/>
          </a:prstGeom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17501" y="3732738"/>
            <a:ext cx="8524060" cy="250999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grpSp>
        <p:nvGrpSpPr>
          <p:cNvPr id="136" name="Group 135"/>
          <p:cNvGrpSpPr/>
          <p:nvPr/>
        </p:nvGrpSpPr>
        <p:grpSpPr>
          <a:xfrm>
            <a:off x="317500" y="3732738"/>
            <a:ext cx="6154718" cy="286998"/>
            <a:chOff x="317500" y="3695385"/>
            <a:chExt cx="6154718" cy="286998"/>
          </a:xfrm>
        </p:grpSpPr>
        <p:sp>
          <p:nvSpPr>
            <p:cNvPr id="81" name="Rectangle 80"/>
            <p:cNvSpPr/>
            <p:nvPr/>
          </p:nvSpPr>
          <p:spPr>
            <a:xfrm>
              <a:off x="317500" y="3695385"/>
              <a:ext cx="6154718" cy="250999"/>
            </a:xfrm>
            <a:prstGeom prst="rect">
              <a:avLst/>
            </a:prstGeom>
            <a:solidFill>
              <a:srgbClr val="8F8F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>
                <a:solidFill>
                  <a:srgbClr val="000000"/>
                </a:solidFill>
              </a:endParaRPr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317500" y="3936664"/>
              <a:ext cx="6151832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>
                <a:solidFill>
                  <a:srgbClr val="000000"/>
                </a:solidFill>
              </a:endParaRPr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Programmation annuelle</a:t>
            </a:r>
          </a:p>
        </p:txBody>
      </p:sp>
      <p:grpSp>
        <p:nvGrpSpPr>
          <p:cNvPr id="125" name="Group 124"/>
          <p:cNvGrpSpPr/>
          <p:nvPr/>
        </p:nvGrpSpPr>
        <p:grpSpPr>
          <a:xfrm>
            <a:off x="1741221" y="3864547"/>
            <a:ext cx="7096499" cy="115819"/>
            <a:chOff x="1741221" y="3817146"/>
            <a:chExt cx="7096499" cy="115819"/>
          </a:xfrm>
        </p:grpSpPr>
        <p:grpSp>
          <p:nvGrpSpPr>
            <p:cNvPr id="37" name="Group 36"/>
            <p:cNvGrpSpPr/>
            <p:nvPr/>
          </p:nvGrpSpPr>
          <p:grpSpPr>
            <a:xfrm>
              <a:off x="1741221" y="3817146"/>
              <a:ext cx="7096499" cy="115819"/>
              <a:chOff x="322308" y="3816101"/>
              <a:chExt cx="8507658" cy="115819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1031279" y="3816101"/>
                <a:ext cx="0" cy="1158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>
                <a:off x="1740250" y="3816101"/>
                <a:ext cx="0" cy="1158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>
                <a:off x="3158192" y="3816101"/>
                <a:ext cx="0" cy="1158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>
                <a:off x="322308" y="3816101"/>
                <a:ext cx="0" cy="1158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>
                <a:off x="3867163" y="3816101"/>
                <a:ext cx="0" cy="1158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>
                <a:off x="4576134" y="3816101"/>
                <a:ext cx="0" cy="1158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5285106" y="3816101"/>
                <a:ext cx="0" cy="1158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>
                <a:off x="6703048" y="3816101"/>
                <a:ext cx="0" cy="1158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>
                <a:off x="7412019" y="3816101"/>
                <a:ext cx="0" cy="1158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8120990" y="3816101"/>
                <a:ext cx="0" cy="1158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>
                <a:off x="8829966" y="3816101"/>
                <a:ext cx="0" cy="1158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>
                <a:off x="2449221" y="3816101"/>
                <a:ext cx="0" cy="1158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>
                <a:off x="5994077" y="3816101"/>
                <a:ext cx="0" cy="1158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/>
            <p:cNvGrpSpPr/>
            <p:nvPr/>
          </p:nvGrpSpPr>
          <p:grpSpPr>
            <a:xfrm>
              <a:off x="1885616" y="3883728"/>
              <a:ext cx="6800808" cy="49237"/>
              <a:chOff x="495417" y="3859942"/>
              <a:chExt cx="8153167" cy="57910"/>
            </a:xfrm>
          </p:grpSpPr>
          <p:cxnSp>
            <p:nvCxnSpPr>
              <p:cNvPr id="22" name="Straight Connector 21"/>
              <p:cNvCxnSpPr/>
              <p:nvPr/>
            </p:nvCxnSpPr>
            <p:spPr>
              <a:xfrm>
                <a:off x="1204388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1913359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3331301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495417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4040272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4749243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5458215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6167186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6876157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7585128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8294099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>
                <a:off x="2622330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>
                <a:off x="1558873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>
                <a:off x="2267844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>
                <a:off x="3685786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>
                <a:off x="849902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4394757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>
                <a:off x="5103728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>
                <a:off x="5812700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>
                <a:off x="6521671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7230642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7939613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>
              <a:xfrm>
                <a:off x="8648584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>
                <a:off x="2976815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>
                <a:off x="1381631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2090602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3508544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>
                <a:off x="672660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>
                <a:off x="4217515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>
                <a:off x="4926486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5635458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>
                <a:off x="6344429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>
                <a:off x="7053400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>
                <a:off x="7762371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>
                <a:off x="8471342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>
                <a:off x="2799573" y="3859942"/>
                <a:ext cx="0" cy="579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2" name="Group 81"/>
          <p:cNvGrpSpPr/>
          <p:nvPr/>
        </p:nvGrpSpPr>
        <p:grpSpPr>
          <a:xfrm>
            <a:off x="1752135" y="3696117"/>
            <a:ext cx="7067769" cy="261610"/>
            <a:chOff x="335393" y="3636093"/>
            <a:chExt cx="8473215" cy="261610"/>
          </a:xfrm>
        </p:grpSpPr>
        <p:sp>
          <p:nvSpPr>
            <p:cNvPr id="83" name="Rectangle 82"/>
            <p:cNvSpPr/>
            <p:nvPr/>
          </p:nvSpPr>
          <p:spPr>
            <a:xfrm>
              <a:off x="1045794" y="3636093"/>
              <a:ext cx="658801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 algn="ctr"/>
              <a:r>
                <a:rPr lang="fr-FR" sz="1050" spc="-50" dirty="0" err="1">
                  <a:solidFill>
                    <a:srgbClr val="000000"/>
                  </a:solidFill>
                </a:rPr>
                <a:t>Fev</a:t>
              </a:r>
              <a:endParaRPr lang="fr-FR" sz="700" spc="-50" dirty="0">
                <a:solidFill>
                  <a:srgbClr val="000000"/>
                </a:solidFill>
                <a:latin typeface="Helvetica 55 Roman" panose="000B0500000000000000" pitchFamily="34" charset="0"/>
              </a:endParaRP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756195" y="3636093"/>
              <a:ext cx="658801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 algn="ctr"/>
              <a:r>
                <a:rPr lang="fr-FR" sz="1050" spc="-50" dirty="0">
                  <a:solidFill>
                    <a:srgbClr val="000000"/>
                  </a:solidFill>
                </a:rPr>
                <a:t>Mar</a:t>
              </a:r>
              <a:endParaRPr lang="fr-FR" sz="700" spc="-50" dirty="0">
                <a:solidFill>
                  <a:srgbClr val="000000"/>
                </a:solidFill>
                <a:latin typeface="Helvetica 55 Roman" panose="000B0500000000000000" pitchFamily="34" charset="0"/>
              </a:endParaRP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466596" y="3636093"/>
              <a:ext cx="658801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 algn="ctr"/>
              <a:r>
                <a:rPr lang="fr-FR" sz="1050" spc="-50" dirty="0" err="1">
                  <a:solidFill>
                    <a:srgbClr val="000000"/>
                  </a:solidFill>
                </a:rPr>
                <a:t>Avr</a:t>
              </a:r>
              <a:endParaRPr lang="fr-FR" sz="700" spc="-50" dirty="0">
                <a:solidFill>
                  <a:srgbClr val="000000"/>
                </a:solidFill>
                <a:latin typeface="Helvetica 55 Roman" panose="000B0500000000000000" pitchFamily="34" charset="0"/>
              </a:endParaRP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3176997" y="3636093"/>
              <a:ext cx="658801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 algn="ctr"/>
              <a:r>
                <a:rPr lang="fr-FR" sz="1050" spc="-50" dirty="0">
                  <a:solidFill>
                    <a:srgbClr val="000000"/>
                  </a:solidFill>
                </a:rPr>
                <a:t>Mai</a:t>
              </a:r>
              <a:endParaRPr lang="fr-FR" sz="700" spc="-50" dirty="0">
                <a:solidFill>
                  <a:srgbClr val="000000"/>
                </a:solidFill>
                <a:latin typeface="Helvetica 55 Roman" panose="000B0500000000000000" pitchFamily="34" charset="0"/>
              </a:endParaRP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3887399" y="3636093"/>
              <a:ext cx="658801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 algn="ctr"/>
              <a:r>
                <a:rPr lang="fr-FR" sz="1050" spc="-50" dirty="0">
                  <a:solidFill>
                    <a:srgbClr val="000000"/>
                  </a:solidFill>
                </a:rPr>
                <a:t>Jun</a:t>
              </a:r>
              <a:endParaRPr lang="fr-FR" sz="700" spc="-50" dirty="0">
                <a:solidFill>
                  <a:srgbClr val="000000"/>
                </a:solidFill>
                <a:latin typeface="Helvetica 55 Roman" panose="000B0500000000000000" pitchFamily="34" charset="0"/>
              </a:endParaRP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335393" y="3636093"/>
              <a:ext cx="658801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 algn="ctr"/>
              <a:r>
                <a:rPr lang="fr-FR" sz="1050" spc="-50" dirty="0">
                  <a:solidFill>
                    <a:srgbClr val="000000"/>
                  </a:solidFill>
                </a:rPr>
                <a:t>Jan</a:t>
              </a:r>
              <a:endParaRPr lang="fr-FR" sz="700" spc="-50" dirty="0">
                <a:solidFill>
                  <a:srgbClr val="000000"/>
                </a:solidFill>
                <a:latin typeface="Helvetica 55 Roman" panose="000B0500000000000000" pitchFamily="34" charset="0"/>
              </a:endParaRP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5308200" y="3636093"/>
              <a:ext cx="658801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 algn="ctr"/>
              <a:r>
                <a:rPr lang="fr-FR" sz="1050" spc="-50" dirty="0" err="1">
                  <a:solidFill>
                    <a:srgbClr val="000000"/>
                  </a:solidFill>
                </a:rPr>
                <a:t>Aut</a:t>
              </a:r>
              <a:endParaRPr lang="fr-FR" sz="700" spc="-50" dirty="0">
                <a:solidFill>
                  <a:srgbClr val="000000"/>
                </a:solidFill>
                <a:latin typeface="Helvetica 55 Roman" panose="000B0500000000000000" pitchFamily="34" charset="0"/>
              </a:endParaRP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6018600" y="3636093"/>
              <a:ext cx="658801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 algn="ctr"/>
              <a:r>
                <a:rPr lang="fr-FR" sz="1050" spc="-50" dirty="0">
                  <a:solidFill>
                    <a:srgbClr val="000000"/>
                  </a:solidFill>
                </a:rPr>
                <a:t>Sep</a:t>
              </a:r>
              <a:endParaRPr lang="fr-FR" sz="700" spc="-50" dirty="0">
                <a:solidFill>
                  <a:srgbClr val="000000"/>
                </a:solidFill>
                <a:latin typeface="Helvetica 55 Roman" panose="000B0500000000000000" pitchFamily="34" charset="0"/>
              </a:endParaRP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729002" y="3636093"/>
              <a:ext cx="658801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 algn="ctr"/>
              <a:r>
                <a:rPr lang="fr-FR" sz="1050" spc="-50" dirty="0" err="1">
                  <a:solidFill>
                    <a:srgbClr val="000000"/>
                  </a:solidFill>
                </a:rPr>
                <a:t>Oct</a:t>
              </a:r>
              <a:endParaRPr lang="fr-FR" sz="700" spc="-50" dirty="0">
                <a:solidFill>
                  <a:srgbClr val="000000"/>
                </a:solidFill>
                <a:latin typeface="Helvetica 55 Roman" panose="000B0500000000000000" pitchFamily="34" charset="0"/>
              </a:endParaRP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7439403" y="3636093"/>
              <a:ext cx="658801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 algn="ctr"/>
              <a:r>
                <a:rPr lang="fr-FR" sz="1050" spc="-50" dirty="0" err="1">
                  <a:solidFill>
                    <a:srgbClr val="000000"/>
                  </a:solidFill>
                </a:rPr>
                <a:t>Nov</a:t>
              </a:r>
              <a:endParaRPr lang="fr-FR" sz="700" spc="-50" dirty="0">
                <a:solidFill>
                  <a:srgbClr val="000000"/>
                </a:solidFill>
                <a:latin typeface="Helvetica 55 Roman" panose="000B0500000000000000" pitchFamily="34" charset="0"/>
              </a:endParaRP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8149807" y="3636093"/>
              <a:ext cx="658801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 algn="ctr"/>
              <a:r>
                <a:rPr lang="fr-FR" sz="1050" spc="-50" dirty="0" err="1">
                  <a:solidFill>
                    <a:srgbClr val="000000"/>
                  </a:solidFill>
                </a:rPr>
                <a:t>Dec</a:t>
              </a:r>
              <a:endParaRPr lang="fr-FR" sz="700" spc="-50" dirty="0">
                <a:solidFill>
                  <a:srgbClr val="000000"/>
                </a:solidFill>
                <a:latin typeface="Helvetica 55 Roman" panose="000B0500000000000000" pitchFamily="34" charset="0"/>
              </a:endParaRP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4597799" y="3636093"/>
              <a:ext cx="658801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 algn="ctr"/>
              <a:r>
                <a:rPr lang="fr-FR" sz="1050" spc="-50" dirty="0" err="1">
                  <a:solidFill>
                    <a:srgbClr val="000000"/>
                  </a:solidFill>
                </a:rPr>
                <a:t>Jul</a:t>
              </a:r>
              <a:endParaRPr lang="fr-FR" sz="700" spc="-50" dirty="0">
                <a:solidFill>
                  <a:srgbClr val="000000"/>
                </a:solidFill>
                <a:latin typeface="Helvetica 55 Roman" panose="000B0500000000000000" pitchFamily="34" charset="0"/>
              </a:endParaRPr>
            </a:p>
          </p:txBody>
        </p:sp>
      </p:grpSp>
      <p:sp>
        <p:nvSpPr>
          <p:cNvPr id="119" name="Rectangle 118"/>
          <p:cNvSpPr/>
          <p:nvPr/>
        </p:nvSpPr>
        <p:spPr>
          <a:xfrm>
            <a:off x="317500" y="1325517"/>
            <a:ext cx="1421935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fr-FR" sz="1000" dirty="0">
                <a:solidFill>
                  <a:srgbClr val="000000"/>
                </a:solidFill>
              </a:rPr>
              <a:t>Titre</a:t>
            </a:r>
            <a:endParaRPr lang="fr-FR" dirty="0"/>
          </a:p>
        </p:txBody>
      </p:sp>
      <p:sp>
        <p:nvSpPr>
          <p:cNvPr id="137" name="Flowchart: Decision 136"/>
          <p:cNvSpPr/>
          <p:nvPr/>
        </p:nvSpPr>
        <p:spPr>
          <a:xfrm>
            <a:off x="6983415" y="3917557"/>
            <a:ext cx="160353" cy="161855"/>
          </a:xfrm>
          <a:prstGeom prst="flowChartDecisi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140" name="Flowchart: Decision 139"/>
          <p:cNvSpPr/>
          <p:nvPr/>
        </p:nvSpPr>
        <p:spPr>
          <a:xfrm>
            <a:off x="3435167" y="3917557"/>
            <a:ext cx="160353" cy="161855"/>
          </a:xfrm>
          <a:prstGeom prst="flowChartDecisi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141" name="Flowchart: Decision 140"/>
          <p:cNvSpPr/>
          <p:nvPr/>
        </p:nvSpPr>
        <p:spPr>
          <a:xfrm>
            <a:off x="6392041" y="3917557"/>
            <a:ext cx="160353" cy="161855"/>
          </a:xfrm>
          <a:prstGeom prst="flowChartDecisi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2692541" y="4185097"/>
            <a:ext cx="1645604" cy="369332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fr-FR" sz="800" dirty="0"/>
              <a:t>Titre</a:t>
            </a:r>
            <a:br>
              <a:rPr lang="fr-FR" sz="800" dirty="0"/>
            </a:br>
            <a:r>
              <a:rPr lang="fr-FR" sz="800" dirty="0" err="1">
                <a:latin typeface="Helvetica 55 Roman" panose="020B0604020202020204" pitchFamily="34" charset="0"/>
              </a:rPr>
              <a:t>Lorem</a:t>
            </a:r>
            <a:r>
              <a:rPr lang="fr-FR" sz="800" dirty="0">
                <a:latin typeface="Helvetica 55 Roman" panose="020B0604020202020204" pitchFamily="34" charset="0"/>
              </a:rPr>
              <a:t> </a:t>
            </a:r>
            <a:r>
              <a:rPr lang="fr-FR" sz="800" dirty="0" err="1">
                <a:latin typeface="Helvetica 55 Roman" panose="020B0604020202020204" pitchFamily="34" charset="0"/>
              </a:rPr>
              <a:t>ipsum</a:t>
            </a:r>
            <a:r>
              <a:rPr lang="fr-FR" sz="800" dirty="0">
                <a:latin typeface="Helvetica 55 Roman" panose="020B0604020202020204" pitchFamily="34" charset="0"/>
              </a:rPr>
              <a:t> </a:t>
            </a:r>
            <a:r>
              <a:rPr lang="fr-FR" sz="800" dirty="0" err="1">
                <a:latin typeface="Helvetica 55 Roman" panose="020B0604020202020204" pitchFamily="34" charset="0"/>
              </a:rPr>
              <a:t>dolor</a:t>
            </a:r>
            <a:r>
              <a:rPr lang="fr-FR" sz="800" dirty="0">
                <a:latin typeface="Helvetica 55 Roman" panose="020B0604020202020204" pitchFamily="34" charset="0"/>
              </a:rPr>
              <a:t> </a:t>
            </a:r>
            <a:r>
              <a:rPr lang="fr-FR" sz="800" dirty="0" err="1">
                <a:latin typeface="Helvetica 55 Roman" panose="020B0604020202020204" pitchFamily="34" charset="0"/>
              </a:rPr>
              <a:t>sit</a:t>
            </a:r>
            <a:r>
              <a:rPr lang="fr-FR" sz="800" dirty="0">
                <a:latin typeface="Helvetica 55 Roman" panose="020B0604020202020204" pitchFamily="34" charset="0"/>
              </a:rPr>
              <a:t> </a:t>
            </a:r>
            <a:r>
              <a:rPr lang="fr-FR" sz="800" dirty="0" err="1">
                <a:latin typeface="Helvetica 55 Roman" panose="020B0604020202020204" pitchFamily="34" charset="0"/>
              </a:rPr>
              <a:t>amet</a:t>
            </a:r>
            <a:r>
              <a:rPr lang="fr-FR" sz="800" dirty="0">
                <a:latin typeface="Helvetica 55 Roman" panose="020B0604020202020204" pitchFamily="34" charset="0"/>
              </a:rPr>
              <a:t>, </a:t>
            </a:r>
            <a:r>
              <a:rPr lang="fr-FR" sz="800" dirty="0" err="1">
                <a:latin typeface="Helvetica 55 Roman" panose="020B0604020202020204" pitchFamily="34" charset="0"/>
              </a:rPr>
              <a:t>consectetur</a:t>
            </a:r>
            <a:r>
              <a:rPr lang="fr-FR" sz="800" dirty="0">
                <a:latin typeface="Helvetica 55 Roman" panose="020B0604020202020204" pitchFamily="34" charset="0"/>
              </a:rPr>
              <a:t> </a:t>
            </a:r>
            <a:r>
              <a:rPr lang="fr-FR" sz="800" dirty="0" err="1">
                <a:latin typeface="Helvetica 55 Roman" panose="020B0604020202020204" pitchFamily="34" charset="0"/>
              </a:rPr>
              <a:t>adipiscing</a:t>
            </a:r>
            <a:r>
              <a:rPr lang="fr-FR" sz="800" dirty="0">
                <a:latin typeface="Helvetica 55 Roman" panose="020B0604020202020204" pitchFamily="34" charset="0"/>
              </a:rPr>
              <a:t> </a:t>
            </a:r>
            <a:r>
              <a:rPr lang="fr-FR" sz="800" dirty="0" err="1">
                <a:latin typeface="Helvetica 55 Roman" panose="020B0604020202020204" pitchFamily="34" charset="0"/>
              </a:rPr>
              <a:t>elit</a:t>
            </a:r>
            <a:r>
              <a:rPr lang="fr-FR" sz="800" dirty="0">
                <a:latin typeface="Helvetica 55 Roman" panose="020B0604020202020204" pitchFamily="34" charset="0"/>
              </a:rPr>
              <a:t>. 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466666" y="4185097"/>
            <a:ext cx="1645604" cy="369332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fr-FR" sz="800" dirty="0"/>
              <a:t>Titre </a:t>
            </a:r>
            <a:br>
              <a:rPr lang="fr-FR" sz="800" dirty="0"/>
            </a:br>
            <a:r>
              <a:rPr lang="fr-FR" sz="800" dirty="0" err="1">
                <a:latin typeface="Helvetica 55 Roman" panose="020B0604020202020204" pitchFamily="34" charset="0"/>
              </a:rPr>
              <a:t>Lorem</a:t>
            </a:r>
            <a:r>
              <a:rPr lang="fr-FR" sz="800" dirty="0">
                <a:latin typeface="Helvetica 55 Roman" panose="020B0604020202020204" pitchFamily="34" charset="0"/>
              </a:rPr>
              <a:t> </a:t>
            </a:r>
            <a:r>
              <a:rPr lang="fr-FR" sz="800" dirty="0" err="1">
                <a:latin typeface="Helvetica 55 Roman" panose="020B0604020202020204" pitchFamily="34" charset="0"/>
              </a:rPr>
              <a:t>ipsum</a:t>
            </a:r>
            <a:r>
              <a:rPr lang="fr-FR" sz="800" dirty="0">
                <a:latin typeface="Helvetica 55 Roman" panose="020B0604020202020204" pitchFamily="34" charset="0"/>
              </a:rPr>
              <a:t> </a:t>
            </a:r>
            <a:r>
              <a:rPr lang="fr-FR" sz="800" dirty="0" err="1">
                <a:latin typeface="Helvetica 55 Roman" panose="020B0604020202020204" pitchFamily="34" charset="0"/>
              </a:rPr>
              <a:t>dolor</a:t>
            </a:r>
            <a:r>
              <a:rPr lang="fr-FR" sz="800" dirty="0">
                <a:latin typeface="Helvetica 55 Roman" panose="020B0604020202020204" pitchFamily="34" charset="0"/>
              </a:rPr>
              <a:t> </a:t>
            </a:r>
            <a:r>
              <a:rPr lang="fr-FR" sz="800" dirty="0" err="1">
                <a:latin typeface="Helvetica 55 Roman" panose="020B0604020202020204" pitchFamily="34" charset="0"/>
              </a:rPr>
              <a:t>sit</a:t>
            </a:r>
            <a:r>
              <a:rPr lang="fr-FR" sz="800" dirty="0">
                <a:latin typeface="Helvetica 55 Roman" panose="020B0604020202020204" pitchFamily="34" charset="0"/>
              </a:rPr>
              <a:t> </a:t>
            </a:r>
            <a:r>
              <a:rPr lang="fr-FR" sz="800" dirty="0" err="1">
                <a:latin typeface="Helvetica 55 Roman" panose="020B0604020202020204" pitchFamily="34" charset="0"/>
              </a:rPr>
              <a:t>amet</a:t>
            </a:r>
            <a:r>
              <a:rPr lang="fr-FR" sz="800" dirty="0">
                <a:latin typeface="Helvetica 55 Roman" panose="020B0604020202020204" pitchFamily="34" charset="0"/>
              </a:rPr>
              <a:t>, </a:t>
            </a:r>
            <a:r>
              <a:rPr lang="fr-FR" sz="800" dirty="0" err="1">
                <a:latin typeface="Helvetica 55 Roman" panose="020B0604020202020204" pitchFamily="34" charset="0"/>
              </a:rPr>
              <a:t>consectetur</a:t>
            </a:r>
            <a:r>
              <a:rPr lang="fr-FR" sz="800" dirty="0">
                <a:latin typeface="Helvetica 55 Roman" panose="020B0604020202020204" pitchFamily="34" charset="0"/>
              </a:rPr>
              <a:t> </a:t>
            </a:r>
            <a:r>
              <a:rPr lang="fr-FR" sz="800" dirty="0" err="1">
                <a:latin typeface="Helvetica 55 Roman" panose="020B0604020202020204" pitchFamily="34" charset="0"/>
              </a:rPr>
              <a:t>adipiscing</a:t>
            </a:r>
            <a:r>
              <a:rPr lang="fr-FR" sz="800" dirty="0">
                <a:latin typeface="Helvetica 55 Roman" panose="020B0604020202020204" pitchFamily="34" charset="0"/>
              </a:rPr>
              <a:t> </a:t>
            </a:r>
            <a:r>
              <a:rPr lang="fr-FR" sz="800" dirty="0" err="1">
                <a:latin typeface="Helvetica 55 Roman" panose="020B0604020202020204" pitchFamily="34" charset="0"/>
              </a:rPr>
              <a:t>elit</a:t>
            </a:r>
            <a:r>
              <a:rPr lang="fr-FR" sz="800" dirty="0">
                <a:latin typeface="Helvetica 55 Roman" panose="020B0604020202020204" pitchFamily="34" charset="0"/>
              </a:rPr>
              <a:t>. 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240790" y="4185097"/>
            <a:ext cx="1645604" cy="369332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fr-FR" sz="800" dirty="0"/>
              <a:t>Titre </a:t>
            </a:r>
            <a:br>
              <a:rPr lang="fr-FR" sz="800" dirty="0"/>
            </a:br>
            <a:r>
              <a:rPr lang="fr-FR" sz="800" dirty="0" err="1">
                <a:latin typeface="Helvetica 55 Roman" panose="020B0604020202020204" pitchFamily="34" charset="0"/>
              </a:rPr>
              <a:t>Lorem</a:t>
            </a:r>
            <a:r>
              <a:rPr lang="fr-FR" sz="800" dirty="0">
                <a:latin typeface="Helvetica 55 Roman" panose="020B0604020202020204" pitchFamily="34" charset="0"/>
              </a:rPr>
              <a:t> </a:t>
            </a:r>
            <a:r>
              <a:rPr lang="fr-FR" sz="800" dirty="0" err="1">
                <a:latin typeface="Helvetica 55 Roman" panose="020B0604020202020204" pitchFamily="34" charset="0"/>
              </a:rPr>
              <a:t>ipsum</a:t>
            </a:r>
            <a:r>
              <a:rPr lang="fr-FR" sz="800" dirty="0">
                <a:latin typeface="Helvetica 55 Roman" panose="020B0604020202020204" pitchFamily="34" charset="0"/>
              </a:rPr>
              <a:t> </a:t>
            </a:r>
            <a:r>
              <a:rPr lang="fr-FR" sz="800" dirty="0" err="1">
                <a:latin typeface="Helvetica 55 Roman" panose="020B0604020202020204" pitchFamily="34" charset="0"/>
              </a:rPr>
              <a:t>dolor</a:t>
            </a:r>
            <a:r>
              <a:rPr lang="fr-FR" sz="800" dirty="0">
                <a:latin typeface="Helvetica 55 Roman" panose="020B0604020202020204" pitchFamily="34" charset="0"/>
              </a:rPr>
              <a:t> </a:t>
            </a:r>
            <a:r>
              <a:rPr lang="fr-FR" sz="800" dirty="0" err="1">
                <a:latin typeface="Helvetica 55 Roman" panose="020B0604020202020204" pitchFamily="34" charset="0"/>
              </a:rPr>
              <a:t>sit</a:t>
            </a:r>
            <a:r>
              <a:rPr lang="fr-FR" sz="800" dirty="0">
                <a:latin typeface="Helvetica 55 Roman" panose="020B0604020202020204" pitchFamily="34" charset="0"/>
              </a:rPr>
              <a:t> </a:t>
            </a:r>
            <a:r>
              <a:rPr lang="fr-FR" sz="800" dirty="0" err="1">
                <a:latin typeface="Helvetica 55 Roman" panose="020B0604020202020204" pitchFamily="34" charset="0"/>
              </a:rPr>
              <a:t>amet</a:t>
            </a:r>
            <a:r>
              <a:rPr lang="fr-FR" sz="800" dirty="0">
                <a:latin typeface="Helvetica 55 Roman" panose="020B0604020202020204" pitchFamily="34" charset="0"/>
              </a:rPr>
              <a:t>, </a:t>
            </a:r>
            <a:r>
              <a:rPr lang="fr-FR" sz="800" dirty="0" err="1">
                <a:latin typeface="Helvetica 55 Roman" panose="020B0604020202020204" pitchFamily="34" charset="0"/>
              </a:rPr>
              <a:t>consectetur</a:t>
            </a:r>
            <a:r>
              <a:rPr lang="fr-FR" sz="800" dirty="0">
                <a:latin typeface="Helvetica 55 Roman" panose="020B0604020202020204" pitchFamily="34" charset="0"/>
              </a:rPr>
              <a:t> </a:t>
            </a:r>
            <a:r>
              <a:rPr lang="fr-FR" sz="800" dirty="0" err="1">
                <a:latin typeface="Helvetica 55 Roman" panose="020B0604020202020204" pitchFamily="34" charset="0"/>
              </a:rPr>
              <a:t>adipiscing</a:t>
            </a:r>
            <a:r>
              <a:rPr lang="fr-FR" sz="800" dirty="0">
                <a:latin typeface="Helvetica 55 Roman" panose="020B0604020202020204" pitchFamily="34" charset="0"/>
              </a:rPr>
              <a:t> </a:t>
            </a:r>
            <a:r>
              <a:rPr lang="fr-FR" sz="800" dirty="0" err="1">
                <a:latin typeface="Helvetica 55 Roman" panose="020B0604020202020204" pitchFamily="34" charset="0"/>
              </a:rPr>
              <a:t>elit</a:t>
            </a:r>
            <a:r>
              <a:rPr lang="fr-FR" sz="800" dirty="0">
                <a:latin typeface="Helvetica 55 Roman" panose="020B0604020202020204" pitchFamily="34" charset="0"/>
              </a:rPr>
              <a:t>. 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17500" y="1596308"/>
            <a:ext cx="1421935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fr-FR" sz="1000" dirty="0">
                <a:solidFill>
                  <a:srgbClr val="000000"/>
                </a:solidFill>
              </a:rPr>
              <a:t>Titre</a:t>
            </a:r>
            <a:endParaRPr lang="fr-FR" dirty="0"/>
          </a:p>
        </p:txBody>
      </p:sp>
      <p:sp>
        <p:nvSpPr>
          <p:cNvPr id="170" name="Rectangle 169"/>
          <p:cNvSpPr/>
          <p:nvPr/>
        </p:nvSpPr>
        <p:spPr>
          <a:xfrm>
            <a:off x="317500" y="1867099"/>
            <a:ext cx="1421935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fr-FR" sz="1000" dirty="0">
                <a:solidFill>
                  <a:srgbClr val="000000"/>
                </a:solidFill>
              </a:rPr>
              <a:t>Titre</a:t>
            </a:r>
            <a:endParaRPr lang="fr-FR" dirty="0"/>
          </a:p>
        </p:txBody>
      </p:sp>
      <p:sp>
        <p:nvSpPr>
          <p:cNvPr id="176" name="Rectangle 175"/>
          <p:cNvSpPr/>
          <p:nvPr/>
        </p:nvSpPr>
        <p:spPr>
          <a:xfrm>
            <a:off x="317500" y="2137890"/>
            <a:ext cx="1421935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fr-FR" sz="1000" dirty="0">
                <a:solidFill>
                  <a:srgbClr val="000000"/>
                </a:solidFill>
              </a:rPr>
              <a:t>Titre</a:t>
            </a:r>
            <a:endParaRPr lang="fr-FR" dirty="0"/>
          </a:p>
        </p:txBody>
      </p:sp>
      <p:sp>
        <p:nvSpPr>
          <p:cNvPr id="177" name="Rectangle 176"/>
          <p:cNvSpPr/>
          <p:nvPr/>
        </p:nvSpPr>
        <p:spPr>
          <a:xfrm>
            <a:off x="317500" y="2408681"/>
            <a:ext cx="1421935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fr-FR" sz="1000" dirty="0">
                <a:solidFill>
                  <a:srgbClr val="000000"/>
                </a:solidFill>
              </a:rPr>
              <a:t>Titre</a:t>
            </a:r>
            <a:endParaRPr lang="fr-FR" dirty="0"/>
          </a:p>
        </p:txBody>
      </p:sp>
      <p:sp>
        <p:nvSpPr>
          <p:cNvPr id="178" name="Rectangle 177"/>
          <p:cNvSpPr/>
          <p:nvPr/>
        </p:nvSpPr>
        <p:spPr>
          <a:xfrm>
            <a:off x="317500" y="2679472"/>
            <a:ext cx="1421935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fr-FR" sz="1000" dirty="0">
                <a:solidFill>
                  <a:srgbClr val="000000"/>
                </a:solidFill>
              </a:rPr>
              <a:t>Titre</a:t>
            </a:r>
            <a:endParaRPr lang="fr-FR" dirty="0"/>
          </a:p>
        </p:txBody>
      </p:sp>
      <p:sp>
        <p:nvSpPr>
          <p:cNvPr id="179" name="Rectangle 178"/>
          <p:cNvSpPr/>
          <p:nvPr/>
        </p:nvSpPr>
        <p:spPr>
          <a:xfrm>
            <a:off x="317500" y="2950263"/>
            <a:ext cx="1421935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fr-FR" sz="1000" dirty="0">
                <a:solidFill>
                  <a:srgbClr val="000000"/>
                </a:solidFill>
              </a:rPr>
              <a:t>Titre</a:t>
            </a:r>
            <a:endParaRPr lang="fr-FR" dirty="0"/>
          </a:p>
        </p:txBody>
      </p:sp>
      <p:sp>
        <p:nvSpPr>
          <p:cNvPr id="180" name="Rectangle 179"/>
          <p:cNvSpPr/>
          <p:nvPr/>
        </p:nvSpPr>
        <p:spPr>
          <a:xfrm>
            <a:off x="317500" y="3221054"/>
            <a:ext cx="1421935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fr-FR" sz="1000" dirty="0">
                <a:solidFill>
                  <a:srgbClr val="000000"/>
                </a:solidFill>
              </a:rPr>
              <a:t>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5337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3" name="Straight Connector 192"/>
          <p:cNvCxnSpPr/>
          <p:nvPr/>
        </p:nvCxnSpPr>
        <p:spPr>
          <a:xfrm>
            <a:off x="917525" y="2170926"/>
            <a:ext cx="0" cy="331030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Chronologie mensuelle</a:t>
            </a:r>
          </a:p>
        </p:txBody>
      </p:sp>
      <p:grpSp>
        <p:nvGrpSpPr>
          <p:cNvPr id="127" name="Group 126"/>
          <p:cNvGrpSpPr/>
          <p:nvPr/>
        </p:nvGrpSpPr>
        <p:grpSpPr>
          <a:xfrm>
            <a:off x="317500" y="2580902"/>
            <a:ext cx="8520113" cy="432048"/>
            <a:chOff x="317500" y="2355726"/>
            <a:chExt cx="8520113" cy="432048"/>
          </a:xfrm>
        </p:grpSpPr>
        <p:sp>
          <p:nvSpPr>
            <p:cNvPr id="2" name="Rectangle 1"/>
            <p:cNvSpPr/>
            <p:nvPr/>
          </p:nvSpPr>
          <p:spPr>
            <a:xfrm>
              <a:off x="317500" y="2355726"/>
              <a:ext cx="1703641" cy="21602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1000" dirty="0">
                  <a:solidFill>
                    <a:schemeClr val="tx1"/>
                  </a:solidFill>
                </a:rPr>
                <a:t>7 Août 2016</a:t>
              </a:r>
            </a:p>
          </p:txBody>
        </p:sp>
        <p:grpSp>
          <p:nvGrpSpPr>
            <p:cNvPr id="82" name="Group 81"/>
            <p:cNvGrpSpPr/>
            <p:nvPr/>
          </p:nvGrpSpPr>
          <p:grpSpPr>
            <a:xfrm>
              <a:off x="317500" y="2571750"/>
              <a:ext cx="8520113" cy="216024"/>
              <a:chOff x="317500" y="2915436"/>
              <a:chExt cx="8520113" cy="216024"/>
            </a:xfrm>
          </p:grpSpPr>
          <p:grpSp>
            <p:nvGrpSpPr>
              <p:cNvPr id="83" name="Group 82"/>
              <p:cNvGrpSpPr/>
              <p:nvPr/>
            </p:nvGrpSpPr>
            <p:grpSpPr>
              <a:xfrm>
                <a:off x="317500" y="2915436"/>
                <a:ext cx="1705548" cy="216024"/>
                <a:chOff x="317500" y="2915436"/>
                <a:chExt cx="1705548" cy="216024"/>
              </a:xfrm>
            </p:grpSpPr>
            <p:sp>
              <p:nvSpPr>
                <p:cNvPr id="116" name="Rectangle 115"/>
                <p:cNvSpPr/>
                <p:nvPr/>
              </p:nvSpPr>
              <p:spPr>
                <a:xfrm>
                  <a:off x="317500" y="2915436"/>
                  <a:ext cx="243650" cy="216024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L</a:t>
                  </a:r>
                </a:p>
              </p:txBody>
            </p:sp>
            <p:sp>
              <p:nvSpPr>
                <p:cNvPr id="117" name="Rectangle 116"/>
                <p:cNvSpPr/>
                <p:nvPr/>
              </p:nvSpPr>
              <p:spPr>
                <a:xfrm>
                  <a:off x="561150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M</a:t>
                  </a:r>
                </a:p>
              </p:txBody>
            </p:sp>
            <p:sp>
              <p:nvSpPr>
                <p:cNvPr id="118" name="Rectangle 117"/>
                <p:cNvSpPr/>
                <p:nvPr/>
              </p:nvSpPr>
              <p:spPr>
                <a:xfrm>
                  <a:off x="804799" y="2915436"/>
                  <a:ext cx="243650" cy="216024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M</a:t>
                  </a:r>
                </a:p>
              </p:txBody>
            </p:sp>
            <p:sp>
              <p:nvSpPr>
                <p:cNvPr id="119" name="Rectangle 118"/>
                <p:cNvSpPr/>
                <p:nvPr/>
              </p:nvSpPr>
              <p:spPr>
                <a:xfrm>
                  <a:off x="1048449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J</a:t>
                  </a:r>
                </a:p>
              </p:txBody>
            </p:sp>
            <p:sp>
              <p:nvSpPr>
                <p:cNvPr id="120" name="Rectangle 119"/>
                <p:cNvSpPr/>
                <p:nvPr/>
              </p:nvSpPr>
              <p:spPr>
                <a:xfrm>
                  <a:off x="1292099" y="2915436"/>
                  <a:ext cx="243650" cy="216024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V</a:t>
                  </a:r>
                </a:p>
              </p:txBody>
            </p:sp>
            <p:sp>
              <p:nvSpPr>
                <p:cNvPr id="121" name="Rectangle 120"/>
                <p:cNvSpPr/>
                <p:nvPr/>
              </p:nvSpPr>
              <p:spPr>
                <a:xfrm>
                  <a:off x="1535749" y="2915436"/>
                  <a:ext cx="243650" cy="216024"/>
                </a:xfrm>
                <a:prstGeom prst="rect">
                  <a:avLst/>
                </a:prstGeom>
                <a:solidFill>
                  <a:srgbClr val="8F8F8F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s</a:t>
                  </a:r>
                </a:p>
              </p:txBody>
            </p:sp>
            <p:sp>
              <p:nvSpPr>
                <p:cNvPr id="122" name="Rectangle 121"/>
                <p:cNvSpPr/>
                <p:nvPr/>
              </p:nvSpPr>
              <p:spPr>
                <a:xfrm>
                  <a:off x="1779398" y="2915436"/>
                  <a:ext cx="243650" cy="216024"/>
                </a:xfrm>
                <a:prstGeom prst="rect">
                  <a:avLst/>
                </a:prstGeom>
                <a:solidFill>
                  <a:schemeClr val="tx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D</a:t>
                  </a:r>
                </a:p>
              </p:txBody>
            </p:sp>
          </p:grpSp>
          <p:grpSp>
            <p:nvGrpSpPr>
              <p:cNvPr id="84" name="Group 83"/>
              <p:cNvGrpSpPr/>
              <p:nvPr/>
            </p:nvGrpSpPr>
            <p:grpSpPr>
              <a:xfrm>
                <a:off x="2021141" y="2915436"/>
                <a:ext cx="1705548" cy="216024"/>
                <a:chOff x="317500" y="2915436"/>
                <a:chExt cx="1705548" cy="216024"/>
              </a:xfrm>
            </p:grpSpPr>
            <p:sp>
              <p:nvSpPr>
                <p:cNvPr id="109" name="Rectangle 108"/>
                <p:cNvSpPr/>
                <p:nvPr/>
              </p:nvSpPr>
              <p:spPr>
                <a:xfrm>
                  <a:off x="317500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L</a:t>
                  </a:r>
                </a:p>
              </p:txBody>
            </p:sp>
            <p:sp>
              <p:nvSpPr>
                <p:cNvPr id="110" name="Rectangle 109"/>
                <p:cNvSpPr/>
                <p:nvPr/>
              </p:nvSpPr>
              <p:spPr>
                <a:xfrm>
                  <a:off x="561150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M</a:t>
                  </a:r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804799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M</a:t>
                  </a:r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1048449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J</a:t>
                  </a:r>
                </a:p>
              </p:txBody>
            </p:sp>
            <p:sp>
              <p:nvSpPr>
                <p:cNvPr id="113" name="Rectangle 112"/>
                <p:cNvSpPr/>
                <p:nvPr/>
              </p:nvSpPr>
              <p:spPr>
                <a:xfrm>
                  <a:off x="1292099" y="2915436"/>
                  <a:ext cx="243650" cy="216024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V</a:t>
                  </a:r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1535749" y="2915436"/>
                  <a:ext cx="243650" cy="216024"/>
                </a:xfrm>
                <a:prstGeom prst="rect">
                  <a:avLst/>
                </a:prstGeom>
                <a:solidFill>
                  <a:schemeClr val="tx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s</a:t>
                  </a:r>
                </a:p>
              </p:txBody>
            </p:sp>
            <p:sp>
              <p:nvSpPr>
                <p:cNvPr id="115" name="Rectangle 114"/>
                <p:cNvSpPr/>
                <p:nvPr/>
              </p:nvSpPr>
              <p:spPr>
                <a:xfrm>
                  <a:off x="1779398" y="2915436"/>
                  <a:ext cx="243650" cy="216024"/>
                </a:xfrm>
                <a:prstGeom prst="rect">
                  <a:avLst/>
                </a:prstGeom>
                <a:solidFill>
                  <a:schemeClr val="tx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D</a:t>
                  </a:r>
                </a:p>
              </p:txBody>
            </p:sp>
          </p:grpSp>
          <p:grpSp>
            <p:nvGrpSpPr>
              <p:cNvPr id="85" name="Group 84"/>
              <p:cNvGrpSpPr/>
              <p:nvPr/>
            </p:nvGrpSpPr>
            <p:grpSpPr>
              <a:xfrm>
                <a:off x="3724782" y="2915436"/>
                <a:ext cx="1705548" cy="216024"/>
                <a:chOff x="317500" y="2915436"/>
                <a:chExt cx="1705548" cy="216024"/>
              </a:xfrm>
            </p:grpSpPr>
            <p:sp>
              <p:nvSpPr>
                <p:cNvPr id="102" name="Rectangle 101"/>
                <p:cNvSpPr/>
                <p:nvPr/>
              </p:nvSpPr>
              <p:spPr>
                <a:xfrm>
                  <a:off x="317500" y="2915436"/>
                  <a:ext cx="243650" cy="216024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L</a:t>
                  </a:r>
                </a:p>
              </p:txBody>
            </p:sp>
            <p:sp>
              <p:nvSpPr>
                <p:cNvPr id="103" name="Rectangle 102"/>
                <p:cNvSpPr/>
                <p:nvPr/>
              </p:nvSpPr>
              <p:spPr>
                <a:xfrm>
                  <a:off x="561150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M</a:t>
                  </a:r>
                </a:p>
              </p:txBody>
            </p:sp>
            <p:sp>
              <p:nvSpPr>
                <p:cNvPr id="104" name="Rectangle 103"/>
                <p:cNvSpPr/>
                <p:nvPr/>
              </p:nvSpPr>
              <p:spPr>
                <a:xfrm>
                  <a:off x="804799" y="2915436"/>
                  <a:ext cx="243650" cy="216024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M</a:t>
                  </a:r>
                </a:p>
              </p:txBody>
            </p:sp>
            <p:sp>
              <p:nvSpPr>
                <p:cNvPr id="105" name="Rectangle 104"/>
                <p:cNvSpPr/>
                <p:nvPr/>
              </p:nvSpPr>
              <p:spPr>
                <a:xfrm>
                  <a:off x="1048449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J</a:t>
                  </a:r>
                </a:p>
              </p:txBody>
            </p:sp>
            <p:sp>
              <p:nvSpPr>
                <p:cNvPr id="106" name="Rectangle 105"/>
                <p:cNvSpPr/>
                <p:nvPr/>
              </p:nvSpPr>
              <p:spPr>
                <a:xfrm>
                  <a:off x="1292099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V</a:t>
                  </a:r>
                </a:p>
              </p:txBody>
            </p:sp>
            <p:sp>
              <p:nvSpPr>
                <p:cNvPr id="107" name="Rectangle 106"/>
                <p:cNvSpPr/>
                <p:nvPr/>
              </p:nvSpPr>
              <p:spPr>
                <a:xfrm>
                  <a:off x="1535749" y="2915436"/>
                  <a:ext cx="243650" cy="216024"/>
                </a:xfrm>
                <a:prstGeom prst="rect">
                  <a:avLst/>
                </a:prstGeom>
                <a:solidFill>
                  <a:schemeClr val="tx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s</a:t>
                  </a:r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1779398" y="2915436"/>
                  <a:ext cx="243650" cy="216024"/>
                </a:xfrm>
                <a:prstGeom prst="rect">
                  <a:avLst/>
                </a:prstGeom>
                <a:solidFill>
                  <a:schemeClr val="tx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D</a:t>
                  </a:r>
                </a:p>
              </p:txBody>
            </p:sp>
          </p:grpSp>
          <p:grpSp>
            <p:nvGrpSpPr>
              <p:cNvPr id="86" name="Group 85"/>
              <p:cNvGrpSpPr/>
              <p:nvPr/>
            </p:nvGrpSpPr>
            <p:grpSpPr>
              <a:xfrm>
                <a:off x="5428423" y="2915436"/>
                <a:ext cx="1705548" cy="216024"/>
                <a:chOff x="317500" y="2915436"/>
                <a:chExt cx="1705548" cy="216024"/>
              </a:xfrm>
            </p:grpSpPr>
            <p:sp>
              <p:nvSpPr>
                <p:cNvPr id="95" name="Rectangle 94"/>
                <p:cNvSpPr/>
                <p:nvPr/>
              </p:nvSpPr>
              <p:spPr>
                <a:xfrm>
                  <a:off x="317500" y="2915436"/>
                  <a:ext cx="243650" cy="216024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L</a:t>
                  </a:r>
                </a:p>
              </p:txBody>
            </p:sp>
            <p:sp>
              <p:nvSpPr>
                <p:cNvPr id="96" name="Rectangle 95"/>
                <p:cNvSpPr/>
                <p:nvPr/>
              </p:nvSpPr>
              <p:spPr>
                <a:xfrm>
                  <a:off x="561150" y="2915436"/>
                  <a:ext cx="243650" cy="216024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M</a:t>
                  </a:r>
                </a:p>
              </p:txBody>
            </p:sp>
            <p:sp>
              <p:nvSpPr>
                <p:cNvPr id="97" name="Rectangle 96"/>
                <p:cNvSpPr/>
                <p:nvPr/>
              </p:nvSpPr>
              <p:spPr>
                <a:xfrm>
                  <a:off x="804799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M</a:t>
                  </a:r>
                </a:p>
              </p:txBody>
            </p:sp>
            <p:sp>
              <p:nvSpPr>
                <p:cNvPr id="98" name="Rectangle 97"/>
                <p:cNvSpPr/>
                <p:nvPr/>
              </p:nvSpPr>
              <p:spPr>
                <a:xfrm>
                  <a:off x="1048449" y="2915436"/>
                  <a:ext cx="243650" cy="216024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J</a:t>
                  </a:r>
                </a:p>
              </p:txBody>
            </p:sp>
            <p:sp>
              <p:nvSpPr>
                <p:cNvPr id="99" name="Rectangle 98"/>
                <p:cNvSpPr/>
                <p:nvPr/>
              </p:nvSpPr>
              <p:spPr>
                <a:xfrm>
                  <a:off x="1292099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V</a:t>
                  </a:r>
                </a:p>
              </p:txBody>
            </p:sp>
            <p:sp>
              <p:nvSpPr>
                <p:cNvPr id="100" name="Rectangle 99"/>
                <p:cNvSpPr/>
                <p:nvPr/>
              </p:nvSpPr>
              <p:spPr>
                <a:xfrm>
                  <a:off x="1535749" y="2915436"/>
                  <a:ext cx="243650" cy="216024"/>
                </a:xfrm>
                <a:prstGeom prst="rect">
                  <a:avLst/>
                </a:prstGeom>
                <a:solidFill>
                  <a:schemeClr val="tx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s</a:t>
                  </a:r>
                </a:p>
              </p:txBody>
            </p:sp>
            <p:sp>
              <p:nvSpPr>
                <p:cNvPr id="101" name="Rectangle 100"/>
                <p:cNvSpPr/>
                <p:nvPr/>
              </p:nvSpPr>
              <p:spPr>
                <a:xfrm>
                  <a:off x="1779398" y="2915436"/>
                  <a:ext cx="243650" cy="216024"/>
                </a:xfrm>
                <a:prstGeom prst="rect">
                  <a:avLst/>
                </a:prstGeom>
                <a:solidFill>
                  <a:schemeClr val="tx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D</a:t>
                  </a:r>
                </a:p>
              </p:txBody>
            </p:sp>
          </p:grpSp>
          <p:grpSp>
            <p:nvGrpSpPr>
              <p:cNvPr id="87" name="Group 86"/>
              <p:cNvGrpSpPr/>
              <p:nvPr/>
            </p:nvGrpSpPr>
            <p:grpSpPr>
              <a:xfrm>
                <a:off x="7132065" y="2915436"/>
                <a:ext cx="1705548" cy="216024"/>
                <a:chOff x="317500" y="2915436"/>
                <a:chExt cx="1705548" cy="216024"/>
              </a:xfrm>
            </p:grpSpPr>
            <p:sp>
              <p:nvSpPr>
                <p:cNvPr id="88" name="Rectangle 87"/>
                <p:cNvSpPr/>
                <p:nvPr/>
              </p:nvSpPr>
              <p:spPr>
                <a:xfrm>
                  <a:off x="317500" y="2915436"/>
                  <a:ext cx="243650" cy="216024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L</a:t>
                  </a:r>
                </a:p>
              </p:txBody>
            </p:sp>
            <p:sp>
              <p:nvSpPr>
                <p:cNvPr id="89" name="Rectangle 88"/>
                <p:cNvSpPr/>
                <p:nvPr/>
              </p:nvSpPr>
              <p:spPr>
                <a:xfrm>
                  <a:off x="561150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M</a:t>
                  </a:r>
                </a:p>
              </p:txBody>
            </p:sp>
            <p:sp>
              <p:nvSpPr>
                <p:cNvPr id="90" name="Rectangle 89"/>
                <p:cNvSpPr/>
                <p:nvPr/>
              </p:nvSpPr>
              <p:spPr>
                <a:xfrm>
                  <a:off x="804799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M</a:t>
                  </a:r>
                </a:p>
              </p:txBody>
            </p:sp>
            <p:sp>
              <p:nvSpPr>
                <p:cNvPr id="91" name="Rectangle 90"/>
                <p:cNvSpPr/>
                <p:nvPr/>
              </p:nvSpPr>
              <p:spPr>
                <a:xfrm>
                  <a:off x="1048449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J</a:t>
                  </a:r>
                </a:p>
              </p:txBody>
            </p:sp>
            <p:sp>
              <p:nvSpPr>
                <p:cNvPr id="92" name="Rectangle 91"/>
                <p:cNvSpPr/>
                <p:nvPr/>
              </p:nvSpPr>
              <p:spPr>
                <a:xfrm>
                  <a:off x="1292099" y="2915436"/>
                  <a:ext cx="243650" cy="216024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V</a:t>
                  </a:r>
                </a:p>
              </p:txBody>
            </p:sp>
            <p:sp>
              <p:nvSpPr>
                <p:cNvPr id="93" name="Rectangle 92"/>
                <p:cNvSpPr/>
                <p:nvPr/>
              </p:nvSpPr>
              <p:spPr>
                <a:xfrm>
                  <a:off x="1535749" y="2915436"/>
                  <a:ext cx="243650" cy="216024"/>
                </a:xfrm>
                <a:prstGeom prst="rect">
                  <a:avLst/>
                </a:prstGeom>
                <a:solidFill>
                  <a:schemeClr val="tx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s</a:t>
                  </a:r>
                </a:p>
              </p:txBody>
            </p:sp>
            <p:sp>
              <p:nvSpPr>
                <p:cNvPr id="94" name="Rectangle 93"/>
                <p:cNvSpPr/>
                <p:nvPr/>
              </p:nvSpPr>
              <p:spPr>
                <a:xfrm>
                  <a:off x="1779398" y="2915436"/>
                  <a:ext cx="243650" cy="216024"/>
                </a:xfrm>
                <a:prstGeom prst="rect">
                  <a:avLst/>
                </a:prstGeom>
                <a:solidFill>
                  <a:schemeClr val="tx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00" cap="all" dirty="0">
                      <a:solidFill>
                        <a:schemeClr val="bg1"/>
                      </a:solidFill>
                    </a:rPr>
                    <a:t>D</a:t>
                  </a:r>
                </a:p>
              </p:txBody>
            </p:sp>
          </p:grpSp>
        </p:grpSp>
        <p:sp>
          <p:nvSpPr>
            <p:cNvPr id="123" name="Rectangle 122"/>
            <p:cNvSpPr/>
            <p:nvPr/>
          </p:nvSpPr>
          <p:spPr>
            <a:xfrm>
              <a:off x="2021618" y="2355726"/>
              <a:ext cx="1703641" cy="21602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1000" dirty="0">
                  <a:solidFill>
                    <a:schemeClr val="tx1"/>
                  </a:solidFill>
                </a:rPr>
                <a:t>14 Août 2016</a:t>
              </a:r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3725736" y="2355726"/>
              <a:ext cx="1703641" cy="21602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1000" dirty="0">
                  <a:solidFill>
                    <a:schemeClr val="tx1"/>
                  </a:solidFill>
                </a:rPr>
                <a:t>21 Août 2016</a:t>
              </a:r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5429854" y="2355726"/>
              <a:ext cx="1703641" cy="21602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1000" dirty="0">
                  <a:solidFill>
                    <a:schemeClr val="tx1"/>
                  </a:solidFill>
                </a:rPr>
                <a:t>28 Août 2016</a:t>
              </a:r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7133972" y="2355726"/>
              <a:ext cx="1703641" cy="21602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1000" dirty="0">
                  <a:solidFill>
                    <a:schemeClr val="tx1"/>
                  </a:solidFill>
                </a:rPr>
                <a:t>4 Septembre 2016</a:t>
              </a:r>
            </a:p>
          </p:txBody>
        </p:sp>
      </p:grpSp>
      <p:sp>
        <p:nvSpPr>
          <p:cNvPr id="187" name="Rectangle 186"/>
          <p:cNvSpPr/>
          <p:nvPr/>
        </p:nvSpPr>
        <p:spPr>
          <a:xfrm>
            <a:off x="792857" y="2062778"/>
            <a:ext cx="1703641" cy="216296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rgbClr val="000000"/>
                </a:solidFill>
              </a:rPr>
              <a:t>Texte</a:t>
            </a:r>
          </a:p>
        </p:txBody>
      </p:sp>
      <p:cxnSp>
        <p:nvCxnSpPr>
          <p:cNvPr id="189" name="Straight Connector 188"/>
          <p:cNvCxnSpPr/>
          <p:nvPr/>
        </p:nvCxnSpPr>
        <p:spPr>
          <a:xfrm>
            <a:off x="440514" y="1712900"/>
            <a:ext cx="0" cy="789056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Rectangle 190"/>
          <p:cNvSpPr/>
          <p:nvPr/>
        </p:nvSpPr>
        <p:spPr>
          <a:xfrm>
            <a:off x="318689" y="1563638"/>
            <a:ext cx="1703641" cy="216296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rgbClr val="000000"/>
                </a:solidFill>
              </a:rPr>
              <a:t>Texte</a:t>
            </a:r>
          </a:p>
        </p:txBody>
      </p:sp>
      <p:cxnSp>
        <p:nvCxnSpPr>
          <p:cNvPr id="196" name="Straight Connector 195"/>
          <p:cNvCxnSpPr/>
          <p:nvPr/>
        </p:nvCxnSpPr>
        <p:spPr>
          <a:xfrm flipV="1">
            <a:off x="1414927" y="3093954"/>
            <a:ext cx="0" cy="209687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Rectangle 197"/>
          <p:cNvSpPr/>
          <p:nvPr/>
        </p:nvSpPr>
        <p:spPr>
          <a:xfrm>
            <a:off x="1299611" y="3303641"/>
            <a:ext cx="1703641" cy="216296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rgbClr val="000000"/>
                </a:solidFill>
              </a:rPr>
              <a:t>Texte</a:t>
            </a:r>
          </a:p>
        </p:txBody>
      </p:sp>
      <p:cxnSp>
        <p:nvCxnSpPr>
          <p:cNvPr id="128" name="Straight Connector 127"/>
          <p:cNvCxnSpPr/>
          <p:nvPr/>
        </p:nvCxnSpPr>
        <p:spPr>
          <a:xfrm flipV="1">
            <a:off x="3844700" y="3089845"/>
            <a:ext cx="0" cy="701111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ctangle 128"/>
          <p:cNvSpPr/>
          <p:nvPr/>
        </p:nvSpPr>
        <p:spPr>
          <a:xfrm>
            <a:off x="3724782" y="3790956"/>
            <a:ext cx="1703641" cy="216296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rgbClr val="000000"/>
                </a:solidFill>
              </a:rPr>
              <a:t>Texte</a:t>
            </a:r>
          </a:p>
        </p:txBody>
      </p:sp>
      <p:cxnSp>
        <p:nvCxnSpPr>
          <p:cNvPr id="131" name="Straight Connector 130"/>
          <p:cNvCxnSpPr/>
          <p:nvPr/>
        </p:nvCxnSpPr>
        <p:spPr>
          <a:xfrm flipV="1">
            <a:off x="4327397" y="3093954"/>
            <a:ext cx="0" cy="209687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131"/>
          <p:cNvSpPr/>
          <p:nvPr/>
        </p:nvSpPr>
        <p:spPr>
          <a:xfrm>
            <a:off x="4212081" y="3303641"/>
            <a:ext cx="1703641" cy="216296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rgbClr val="000000"/>
                </a:solidFill>
              </a:rPr>
              <a:t>Texte</a:t>
            </a:r>
          </a:p>
        </p:txBody>
      </p:sp>
      <p:cxnSp>
        <p:nvCxnSpPr>
          <p:cNvPr id="134" name="Straight Connector 133"/>
          <p:cNvCxnSpPr/>
          <p:nvPr/>
        </p:nvCxnSpPr>
        <p:spPr>
          <a:xfrm flipV="1">
            <a:off x="6280243" y="3089845"/>
            <a:ext cx="0" cy="701111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35"/>
          <p:cNvSpPr/>
          <p:nvPr/>
        </p:nvSpPr>
        <p:spPr>
          <a:xfrm>
            <a:off x="6160325" y="3790956"/>
            <a:ext cx="1703641" cy="216296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rgbClr val="000000"/>
                </a:solidFill>
              </a:rPr>
              <a:t>Texte</a:t>
            </a:r>
          </a:p>
        </p:txBody>
      </p:sp>
      <p:cxnSp>
        <p:nvCxnSpPr>
          <p:cNvPr id="137" name="Straight Connector 136"/>
          <p:cNvCxnSpPr/>
          <p:nvPr/>
        </p:nvCxnSpPr>
        <p:spPr>
          <a:xfrm flipV="1">
            <a:off x="7256653" y="3093954"/>
            <a:ext cx="0" cy="209687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 137"/>
          <p:cNvSpPr/>
          <p:nvPr/>
        </p:nvSpPr>
        <p:spPr>
          <a:xfrm>
            <a:off x="7141338" y="3303641"/>
            <a:ext cx="1696276" cy="216296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rgbClr val="000000"/>
                </a:solidFill>
              </a:rPr>
              <a:t>Texte</a:t>
            </a:r>
          </a:p>
        </p:txBody>
      </p:sp>
      <p:cxnSp>
        <p:nvCxnSpPr>
          <p:cNvPr id="224" name="Straight Connector 223"/>
          <p:cNvCxnSpPr/>
          <p:nvPr/>
        </p:nvCxnSpPr>
        <p:spPr>
          <a:xfrm>
            <a:off x="3108966" y="2170926"/>
            <a:ext cx="0" cy="331030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Rectangle 224"/>
          <p:cNvSpPr/>
          <p:nvPr/>
        </p:nvSpPr>
        <p:spPr>
          <a:xfrm>
            <a:off x="2984298" y="2062778"/>
            <a:ext cx="1703641" cy="216296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rgbClr val="000000"/>
                </a:solidFill>
              </a:rPr>
              <a:t>Texte</a:t>
            </a:r>
          </a:p>
        </p:txBody>
      </p:sp>
      <p:cxnSp>
        <p:nvCxnSpPr>
          <p:cNvPr id="66" name="Straight Connector 65"/>
          <p:cNvCxnSpPr/>
          <p:nvPr/>
        </p:nvCxnSpPr>
        <p:spPr>
          <a:xfrm>
            <a:off x="5787049" y="2170926"/>
            <a:ext cx="0" cy="331030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5662381" y="2062778"/>
            <a:ext cx="1703641" cy="216296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rgbClr val="000000"/>
                </a:solidFill>
              </a:rPr>
              <a:t>Texte</a:t>
            </a:r>
          </a:p>
        </p:txBody>
      </p:sp>
      <p:cxnSp>
        <p:nvCxnSpPr>
          <p:cNvPr id="70" name="Straight Connector 69"/>
          <p:cNvCxnSpPr/>
          <p:nvPr/>
        </p:nvCxnSpPr>
        <p:spPr>
          <a:xfrm>
            <a:off x="5548078" y="1712900"/>
            <a:ext cx="0" cy="789056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5426253" y="1563638"/>
            <a:ext cx="1703641" cy="216296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rgbClr val="000000"/>
                </a:solidFill>
              </a:rPr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682139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Chronologie</a:t>
            </a:r>
          </a:p>
        </p:txBody>
      </p:sp>
      <p:sp>
        <p:nvSpPr>
          <p:cNvPr id="4" name="Rectangle 3"/>
          <p:cNvSpPr/>
          <p:nvPr/>
        </p:nvSpPr>
        <p:spPr>
          <a:xfrm>
            <a:off x="317498" y="2490586"/>
            <a:ext cx="8520114" cy="552348"/>
          </a:xfrm>
          <a:custGeom>
            <a:avLst/>
            <a:gdLst/>
            <a:ahLst/>
            <a:cxnLst/>
            <a:rect l="l" t="t" r="r" b="b"/>
            <a:pathLst>
              <a:path w="8520114" h="552348">
                <a:moveTo>
                  <a:pt x="0" y="102066"/>
                </a:moveTo>
                <a:lnTo>
                  <a:pt x="8243939" y="102066"/>
                </a:lnTo>
                <a:lnTo>
                  <a:pt x="8243939" y="450282"/>
                </a:lnTo>
                <a:lnTo>
                  <a:pt x="0" y="450282"/>
                </a:lnTo>
                <a:close/>
                <a:moveTo>
                  <a:pt x="8243940" y="0"/>
                </a:moveTo>
                <a:lnTo>
                  <a:pt x="8520114" y="276174"/>
                </a:lnTo>
                <a:lnTo>
                  <a:pt x="8243940" y="552348"/>
                </a:lnTo>
                <a:close/>
              </a:path>
            </a:pathLst>
          </a:cu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7500" y="2592652"/>
            <a:ext cx="4828834" cy="3482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758657" y="1235075"/>
            <a:ext cx="0" cy="1230060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68181" y="1206500"/>
            <a:ext cx="1206073" cy="107721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000" dirty="0"/>
              <a:t>Titre</a:t>
            </a:r>
          </a:p>
          <a:p>
            <a:pPr lvl="0">
              <a:spcBef>
                <a:spcPts val="600"/>
              </a:spcBef>
            </a:pP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. Sed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dimentum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fr-FR" sz="1000" dirty="0" err="1"/>
              <a:t>Jul</a:t>
            </a:r>
            <a:r>
              <a:rPr lang="fr-FR" sz="1000" dirty="0"/>
              <a:t> 2010</a:t>
            </a:r>
          </a:p>
        </p:txBody>
      </p:sp>
      <p:grpSp>
        <p:nvGrpSpPr>
          <p:cNvPr id="103" name="Group 102"/>
          <p:cNvGrpSpPr/>
          <p:nvPr/>
        </p:nvGrpSpPr>
        <p:grpSpPr>
          <a:xfrm>
            <a:off x="374642" y="2798411"/>
            <a:ext cx="7841140" cy="139673"/>
            <a:chOff x="374642" y="2873375"/>
            <a:chExt cx="6501979" cy="115819"/>
          </a:xfrm>
        </p:grpSpPr>
        <p:grpSp>
          <p:nvGrpSpPr>
            <p:cNvPr id="104" name="Group 103"/>
            <p:cNvGrpSpPr/>
            <p:nvPr/>
          </p:nvGrpSpPr>
          <p:grpSpPr>
            <a:xfrm>
              <a:off x="374642" y="2873375"/>
              <a:ext cx="591374" cy="115819"/>
              <a:chOff x="374642" y="2873375"/>
              <a:chExt cx="591374" cy="115819"/>
            </a:xfrm>
          </p:grpSpPr>
          <p:cxnSp>
            <p:nvCxnSpPr>
              <p:cNvPr id="246" name="Straight Connector 245"/>
              <p:cNvCxnSpPr/>
              <p:nvPr/>
            </p:nvCxnSpPr>
            <p:spPr>
              <a:xfrm>
                <a:off x="966016" y="2873375"/>
                <a:ext cx="0" cy="1158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Connector 246"/>
              <p:cNvCxnSpPr/>
              <p:nvPr/>
            </p:nvCxnSpPr>
            <p:spPr>
              <a:xfrm>
                <a:off x="374642" y="2873375"/>
                <a:ext cx="0" cy="1158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/>
              <p:cNvCxnSpPr/>
              <p:nvPr/>
            </p:nvCxnSpPr>
            <p:spPr>
              <a:xfrm>
                <a:off x="42013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/>
              <p:cNvCxnSpPr/>
              <p:nvPr/>
            </p:nvCxnSpPr>
            <p:spPr>
              <a:xfrm>
                <a:off x="82954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Connector 249"/>
              <p:cNvCxnSpPr/>
              <p:nvPr/>
            </p:nvCxnSpPr>
            <p:spPr>
              <a:xfrm>
                <a:off x="69307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Connector 250"/>
              <p:cNvCxnSpPr/>
              <p:nvPr/>
            </p:nvCxnSpPr>
            <p:spPr>
              <a:xfrm>
                <a:off x="46562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Connector 251"/>
              <p:cNvCxnSpPr/>
              <p:nvPr/>
            </p:nvCxnSpPr>
            <p:spPr>
              <a:xfrm>
                <a:off x="55660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/>
              <p:cNvCxnSpPr/>
              <p:nvPr/>
            </p:nvCxnSpPr>
            <p:spPr>
              <a:xfrm>
                <a:off x="64758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/>
              <p:cNvCxnSpPr/>
              <p:nvPr/>
            </p:nvCxnSpPr>
            <p:spPr>
              <a:xfrm>
                <a:off x="78405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Connector 254"/>
              <p:cNvCxnSpPr/>
              <p:nvPr/>
            </p:nvCxnSpPr>
            <p:spPr>
              <a:xfrm>
                <a:off x="92052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255"/>
              <p:cNvCxnSpPr/>
              <p:nvPr/>
            </p:nvCxnSpPr>
            <p:spPr>
              <a:xfrm>
                <a:off x="87503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/>
              <p:cNvCxnSpPr/>
              <p:nvPr/>
            </p:nvCxnSpPr>
            <p:spPr>
              <a:xfrm>
                <a:off x="73856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/>
              <p:cNvCxnSpPr/>
              <p:nvPr/>
            </p:nvCxnSpPr>
            <p:spPr>
              <a:xfrm>
                <a:off x="51111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/>
              <p:cNvCxnSpPr/>
              <p:nvPr/>
            </p:nvCxnSpPr>
            <p:spPr>
              <a:xfrm>
                <a:off x="60209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5" name="Group 104"/>
            <p:cNvGrpSpPr/>
            <p:nvPr/>
          </p:nvGrpSpPr>
          <p:grpSpPr>
            <a:xfrm>
              <a:off x="965668" y="2873375"/>
              <a:ext cx="591374" cy="115819"/>
              <a:chOff x="374642" y="2873375"/>
              <a:chExt cx="591374" cy="115819"/>
            </a:xfrm>
          </p:grpSpPr>
          <p:cxnSp>
            <p:nvCxnSpPr>
              <p:cNvPr id="232" name="Straight Connector 231"/>
              <p:cNvCxnSpPr/>
              <p:nvPr/>
            </p:nvCxnSpPr>
            <p:spPr>
              <a:xfrm>
                <a:off x="966016" y="2873375"/>
                <a:ext cx="0" cy="1158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Connector 232"/>
              <p:cNvCxnSpPr/>
              <p:nvPr/>
            </p:nvCxnSpPr>
            <p:spPr>
              <a:xfrm>
                <a:off x="374642" y="2873375"/>
                <a:ext cx="0" cy="1158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Connector 233"/>
              <p:cNvCxnSpPr/>
              <p:nvPr/>
            </p:nvCxnSpPr>
            <p:spPr>
              <a:xfrm>
                <a:off x="42013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Connector 234"/>
              <p:cNvCxnSpPr/>
              <p:nvPr/>
            </p:nvCxnSpPr>
            <p:spPr>
              <a:xfrm>
                <a:off x="82954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Straight Connector 235"/>
              <p:cNvCxnSpPr/>
              <p:nvPr/>
            </p:nvCxnSpPr>
            <p:spPr>
              <a:xfrm>
                <a:off x="69307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Straight Connector 236"/>
              <p:cNvCxnSpPr/>
              <p:nvPr/>
            </p:nvCxnSpPr>
            <p:spPr>
              <a:xfrm>
                <a:off x="46562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Straight Connector 237"/>
              <p:cNvCxnSpPr/>
              <p:nvPr/>
            </p:nvCxnSpPr>
            <p:spPr>
              <a:xfrm>
                <a:off x="55660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/>
              <p:cNvCxnSpPr/>
              <p:nvPr/>
            </p:nvCxnSpPr>
            <p:spPr>
              <a:xfrm>
                <a:off x="64758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/>
              <p:cNvCxnSpPr/>
              <p:nvPr/>
            </p:nvCxnSpPr>
            <p:spPr>
              <a:xfrm>
                <a:off x="78405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/>
              <p:cNvCxnSpPr/>
              <p:nvPr/>
            </p:nvCxnSpPr>
            <p:spPr>
              <a:xfrm>
                <a:off x="92052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/>
              <p:cNvCxnSpPr/>
              <p:nvPr/>
            </p:nvCxnSpPr>
            <p:spPr>
              <a:xfrm>
                <a:off x="87503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/>
              <p:cNvCxnSpPr/>
              <p:nvPr/>
            </p:nvCxnSpPr>
            <p:spPr>
              <a:xfrm>
                <a:off x="73856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Connector 243"/>
              <p:cNvCxnSpPr/>
              <p:nvPr/>
            </p:nvCxnSpPr>
            <p:spPr>
              <a:xfrm>
                <a:off x="51111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/>
              <p:cNvCxnSpPr/>
              <p:nvPr/>
            </p:nvCxnSpPr>
            <p:spPr>
              <a:xfrm>
                <a:off x="60209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6" name="Group 105"/>
            <p:cNvGrpSpPr/>
            <p:nvPr/>
          </p:nvGrpSpPr>
          <p:grpSpPr>
            <a:xfrm>
              <a:off x="1602184" y="2873375"/>
              <a:ext cx="545884" cy="115819"/>
              <a:chOff x="420132" y="2873375"/>
              <a:chExt cx="545884" cy="115819"/>
            </a:xfrm>
          </p:grpSpPr>
          <p:cxnSp>
            <p:nvCxnSpPr>
              <p:cNvPr id="219" name="Straight Connector 218"/>
              <p:cNvCxnSpPr/>
              <p:nvPr/>
            </p:nvCxnSpPr>
            <p:spPr>
              <a:xfrm>
                <a:off x="966016" y="2873375"/>
                <a:ext cx="0" cy="1158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/>
              <p:cNvCxnSpPr/>
              <p:nvPr/>
            </p:nvCxnSpPr>
            <p:spPr>
              <a:xfrm>
                <a:off x="42013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Connector 220"/>
              <p:cNvCxnSpPr/>
              <p:nvPr/>
            </p:nvCxnSpPr>
            <p:spPr>
              <a:xfrm>
                <a:off x="82954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/>
              <p:cNvCxnSpPr/>
              <p:nvPr/>
            </p:nvCxnSpPr>
            <p:spPr>
              <a:xfrm>
                <a:off x="69307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Connector 222"/>
              <p:cNvCxnSpPr/>
              <p:nvPr/>
            </p:nvCxnSpPr>
            <p:spPr>
              <a:xfrm>
                <a:off x="46562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/>
              <p:cNvCxnSpPr/>
              <p:nvPr/>
            </p:nvCxnSpPr>
            <p:spPr>
              <a:xfrm>
                <a:off x="55660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Connector 224"/>
              <p:cNvCxnSpPr/>
              <p:nvPr/>
            </p:nvCxnSpPr>
            <p:spPr>
              <a:xfrm>
                <a:off x="64758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/>
              <p:cNvCxnSpPr/>
              <p:nvPr/>
            </p:nvCxnSpPr>
            <p:spPr>
              <a:xfrm>
                <a:off x="78405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/>
              <p:cNvCxnSpPr/>
              <p:nvPr/>
            </p:nvCxnSpPr>
            <p:spPr>
              <a:xfrm>
                <a:off x="92052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/>
              <p:cNvCxnSpPr/>
              <p:nvPr/>
            </p:nvCxnSpPr>
            <p:spPr>
              <a:xfrm>
                <a:off x="87503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Straight Connector 228"/>
              <p:cNvCxnSpPr/>
              <p:nvPr/>
            </p:nvCxnSpPr>
            <p:spPr>
              <a:xfrm>
                <a:off x="73856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/>
              <p:cNvCxnSpPr/>
              <p:nvPr/>
            </p:nvCxnSpPr>
            <p:spPr>
              <a:xfrm>
                <a:off x="51111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/>
              <p:cNvCxnSpPr/>
              <p:nvPr/>
            </p:nvCxnSpPr>
            <p:spPr>
              <a:xfrm>
                <a:off x="60209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7" name="Group 106"/>
            <p:cNvGrpSpPr/>
            <p:nvPr/>
          </p:nvGrpSpPr>
          <p:grpSpPr>
            <a:xfrm>
              <a:off x="2193210" y="2873375"/>
              <a:ext cx="545884" cy="115819"/>
              <a:chOff x="420132" y="2873375"/>
              <a:chExt cx="545884" cy="115819"/>
            </a:xfrm>
          </p:grpSpPr>
          <p:cxnSp>
            <p:nvCxnSpPr>
              <p:cNvPr id="206" name="Straight Connector 205"/>
              <p:cNvCxnSpPr/>
              <p:nvPr/>
            </p:nvCxnSpPr>
            <p:spPr>
              <a:xfrm>
                <a:off x="966016" y="2873375"/>
                <a:ext cx="0" cy="1158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/>
              <p:cNvCxnSpPr/>
              <p:nvPr/>
            </p:nvCxnSpPr>
            <p:spPr>
              <a:xfrm>
                <a:off x="42013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/>
              <p:cNvCxnSpPr/>
              <p:nvPr/>
            </p:nvCxnSpPr>
            <p:spPr>
              <a:xfrm>
                <a:off x="82954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Straight Connector 208"/>
              <p:cNvCxnSpPr/>
              <p:nvPr/>
            </p:nvCxnSpPr>
            <p:spPr>
              <a:xfrm>
                <a:off x="69307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Straight Connector 209"/>
              <p:cNvCxnSpPr/>
              <p:nvPr/>
            </p:nvCxnSpPr>
            <p:spPr>
              <a:xfrm>
                <a:off x="46562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Connector 210"/>
              <p:cNvCxnSpPr/>
              <p:nvPr/>
            </p:nvCxnSpPr>
            <p:spPr>
              <a:xfrm>
                <a:off x="55660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Straight Connector 211"/>
              <p:cNvCxnSpPr/>
              <p:nvPr/>
            </p:nvCxnSpPr>
            <p:spPr>
              <a:xfrm>
                <a:off x="64758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/>
              <p:cNvCxnSpPr/>
              <p:nvPr/>
            </p:nvCxnSpPr>
            <p:spPr>
              <a:xfrm>
                <a:off x="78405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/>
              <p:cNvCxnSpPr/>
              <p:nvPr/>
            </p:nvCxnSpPr>
            <p:spPr>
              <a:xfrm>
                <a:off x="92052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Straight Connector 214"/>
              <p:cNvCxnSpPr/>
              <p:nvPr/>
            </p:nvCxnSpPr>
            <p:spPr>
              <a:xfrm>
                <a:off x="87503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/>
              <p:cNvCxnSpPr/>
              <p:nvPr/>
            </p:nvCxnSpPr>
            <p:spPr>
              <a:xfrm>
                <a:off x="73856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Straight Connector 216"/>
              <p:cNvCxnSpPr/>
              <p:nvPr/>
            </p:nvCxnSpPr>
            <p:spPr>
              <a:xfrm>
                <a:off x="51111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Straight Connector 217"/>
              <p:cNvCxnSpPr/>
              <p:nvPr/>
            </p:nvCxnSpPr>
            <p:spPr>
              <a:xfrm>
                <a:off x="60209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8" name="Group 107"/>
            <p:cNvGrpSpPr/>
            <p:nvPr/>
          </p:nvGrpSpPr>
          <p:grpSpPr>
            <a:xfrm>
              <a:off x="2784236" y="2873375"/>
              <a:ext cx="545884" cy="115819"/>
              <a:chOff x="420132" y="2873375"/>
              <a:chExt cx="545884" cy="115819"/>
            </a:xfrm>
          </p:grpSpPr>
          <p:cxnSp>
            <p:nvCxnSpPr>
              <p:cNvPr id="193" name="Straight Connector 192"/>
              <p:cNvCxnSpPr/>
              <p:nvPr/>
            </p:nvCxnSpPr>
            <p:spPr>
              <a:xfrm>
                <a:off x="966016" y="2873375"/>
                <a:ext cx="0" cy="1158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/>
              <p:cNvCxnSpPr/>
              <p:nvPr/>
            </p:nvCxnSpPr>
            <p:spPr>
              <a:xfrm>
                <a:off x="42013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/>
              <p:cNvCxnSpPr/>
              <p:nvPr/>
            </p:nvCxnSpPr>
            <p:spPr>
              <a:xfrm>
                <a:off x="82954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/>
              <p:cNvCxnSpPr/>
              <p:nvPr/>
            </p:nvCxnSpPr>
            <p:spPr>
              <a:xfrm>
                <a:off x="69307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>
              <a:xfrm>
                <a:off x="46562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>
              <a:xfrm>
                <a:off x="55660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>
              <a:xfrm>
                <a:off x="64758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>
              <a:xfrm>
                <a:off x="78405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/>
              <p:cNvCxnSpPr/>
              <p:nvPr/>
            </p:nvCxnSpPr>
            <p:spPr>
              <a:xfrm>
                <a:off x="92052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/>
              <p:cNvCxnSpPr/>
              <p:nvPr/>
            </p:nvCxnSpPr>
            <p:spPr>
              <a:xfrm>
                <a:off x="87503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>
              <a:xfrm>
                <a:off x="73856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>
              <a:xfrm>
                <a:off x="51111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>
              <a:xfrm>
                <a:off x="60209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9" name="Group 108"/>
            <p:cNvGrpSpPr/>
            <p:nvPr/>
          </p:nvGrpSpPr>
          <p:grpSpPr>
            <a:xfrm>
              <a:off x="3375263" y="2873375"/>
              <a:ext cx="545884" cy="115819"/>
              <a:chOff x="420132" y="2873375"/>
              <a:chExt cx="545884" cy="115819"/>
            </a:xfrm>
          </p:grpSpPr>
          <p:cxnSp>
            <p:nvCxnSpPr>
              <p:cNvPr id="180" name="Straight Connector 179"/>
              <p:cNvCxnSpPr/>
              <p:nvPr/>
            </p:nvCxnSpPr>
            <p:spPr>
              <a:xfrm>
                <a:off x="966016" y="2873375"/>
                <a:ext cx="0" cy="1158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>
              <a:xfrm>
                <a:off x="42013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>
              <a:xfrm>
                <a:off x="82954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>
              <a:xfrm>
                <a:off x="69307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>
              <a:xfrm>
                <a:off x="46562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/>
              <p:cNvCxnSpPr/>
              <p:nvPr/>
            </p:nvCxnSpPr>
            <p:spPr>
              <a:xfrm>
                <a:off x="55660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/>
              <p:cNvCxnSpPr/>
              <p:nvPr/>
            </p:nvCxnSpPr>
            <p:spPr>
              <a:xfrm>
                <a:off x="64758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>
              <a:xfrm>
                <a:off x="78405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>
              <a:xfrm>
                <a:off x="92052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>
              <a:xfrm>
                <a:off x="87503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>
              <a:xfrm>
                <a:off x="73856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Straight Connector 190"/>
              <p:cNvCxnSpPr/>
              <p:nvPr/>
            </p:nvCxnSpPr>
            <p:spPr>
              <a:xfrm>
                <a:off x="51111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/>
              <p:cNvCxnSpPr/>
              <p:nvPr/>
            </p:nvCxnSpPr>
            <p:spPr>
              <a:xfrm>
                <a:off x="60209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0" name="Group 109"/>
            <p:cNvGrpSpPr/>
            <p:nvPr/>
          </p:nvGrpSpPr>
          <p:grpSpPr>
            <a:xfrm>
              <a:off x="3966633" y="2873375"/>
              <a:ext cx="545884" cy="115819"/>
              <a:chOff x="420132" y="2873375"/>
              <a:chExt cx="545884" cy="115819"/>
            </a:xfrm>
          </p:grpSpPr>
          <p:cxnSp>
            <p:nvCxnSpPr>
              <p:cNvPr id="167" name="Straight Connector 166"/>
              <p:cNvCxnSpPr/>
              <p:nvPr/>
            </p:nvCxnSpPr>
            <p:spPr>
              <a:xfrm>
                <a:off x="966016" y="2873375"/>
                <a:ext cx="0" cy="1158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/>
              <p:cNvCxnSpPr/>
              <p:nvPr/>
            </p:nvCxnSpPr>
            <p:spPr>
              <a:xfrm>
                <a:off x="42013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/>
              <p:cNvCxnSpPr/>
              <p:nvPr/>
            </p:nvCxnSpPr>
            <p:spPr>
              <a:xfrm>
                <a:off x="82954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/>
              <p:cNvCxnSpPr/>
              <p:nvPr/>
            </p:nvCxnSpPr>
            <p:spPr>
              <a:xfrm>
                <a:off x="69307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/>
              <p:nvPr/>
            </p:nvCxnSpPr>
            <p:spPr>
              <a:xfrm>
                <a:off x="46562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/>
              <p:cNvCxnSpPr/>
              <p:nvPr/>
            </p:nvCxnSpPr>
            <p:spPr>
              <a:xfrm>
                <a:off x="55660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/>
              <p:cNvCxnSpPr/>
              <p:nvPr/>
            </p:nvCxnSpPr>
            <p:spPr>
              <a:xfrm>
                <a:off x="64758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/>
              <p:cNvCxnSpPr/>
              <p:nvPr/>
            </p:nvCxnSpPr>
            <p:spPr>
              <a:xfrm>
                <a:off x="78405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/>
              <p:nvPr/>
            </p:nvCxnSpPr>
            <p:spPr>
              <a:xfrm>
                <a:off x="92052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/>
              <p:cNvCxnSpPr/>
              <p:nvPr/>
            </p:nvCxnSpPr>
            <p:spPr>
              <a:xfrm>
                <a:off x="87503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/>
              <p:cNvCxnSpPr/>
              <p:nvPr/>
            </p:nvCxnSpPr>
            <p:spPr>
              <a:xfrm>
                <a:off x="73856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/>
              <p:cNvCxnSpPr/>
              <p:nvPr/>
            </p:nvCxnSpPr>
            <p:spPr>
              <a:xfrm>
                <a:off x="51111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/>
              <p:cNvCxnSpPr/>
              <p:nvPr/>
            </p:nvCxnSpPr>
            <p:spPr>
              <a:xfrm>
                <a:off x="60209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1" name="Group 110"/>
            <p:cNvGrpSpPr/>
            <p:nvPr/>
          </p:nvGrpSpPr>
          <p:grpSpPr>
            <a:xfrm>
              <a:off x="4557659" y="2873375"/>
              <a:ext cx="545884" cy="115819"/>
              <a:chOff x="420132" y="2873375"/>
              <a:chExt cx="545884" cy="115819"/>
            </a:xfrm>
          </p:grpSpPr>
          <p:cxnSp>
            <p:nvCxnSpPr>
              <p:cNvPr id="154" name="Straight Connector 153"/>
              <p:cNvCxnSpPr/>
              <p:nvPr/>
            </p:nvCxnSpPr>
            <p:spPr>
              <a:xfrm>
                <a:off x="966016" y="2873375"/>
                <a:ext cx="0" cy="1158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/>
              <p:cNvCxnSpPr/>
              <p:nvPr/>
            </p:nvCxnSpPr>
            <p:spPr>
              <a:xfrm>
                <a:off x="42013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>
                <a:off x="82954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69307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>
                <a:off x="46562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/>
              <p:cNvCxnSpPr/>
              <p:nvPr/>
            </p:nvCxnSpPr>
            <p:spPr>
              <a:xfrm>
                <a:off x="55660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/>
              <p:cNvCxnSpPr/>
              <p:nvPr/>
            </p:nvCxnSpPr>
            <p:spPr>
              <a:xfrm>
                <a:off x="64758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/>
              <p:cNvCxnSpPr/>
              <p:nvPr/>
            </p:nvCxnSpPr>
            <p:spPr>
              <a:xfrm>
                <a:off x="78405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/>
              <p:cNvCxnSpPr/>
              <p:nvPr/>
            </p:nvCxnSpPr>
            <p:spPr>
              <a:xfrm>
                <a:off x="92052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/>
              <p:cNvCxnSpPr/>
              <p:nvPr/>
            </p:nvCxnSpPr>
            <p:spPr>
              <a:xfrm>
                <a:off x="87503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/>
            </p:nvCxnSpPr>
            <p:spPr>
              <a:xfrm>
                <a:off x="73856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/>
              <p:cNvCxnSpPr/>
              <p:nvPr/>
            </p:nvCxnSpPr>
            <p:spPr>
              <a:xfrm>
                <a:off x="51111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/>
              <p:cNvCxnSpPr/>
              <p:nvPr/>
            </p:nvCxnSpPr>
            <p:spPr>
              <a:xfrm>
                <a:off x="60209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2" name="Group 111"/>
            <p:cNvGrpSpPr/>
            <p:nvPr/>
          </p:nvGrpSpPr>
          <p:grpSpPr>
            <a:xfrm>
              <a:off x="5148685" y="2873375"/>
              <a:ext cx="545884" cy="115819"/>
              <a:chOff x="420132" y="2873375"/>
              <a:chExt cx="545884" cy="115819"/>
            </a:xfrm>
          </p:grpSpPr>
          <p:cxnSp>
            <p:nvCxnSpPr>
              <p:cNvPr id="141" name="Straight Connector 140"/>
              <p:cNvCxnSpPr/>
              <p:nvPr/>
            </p:nvCxnSpPr>
            <p:spPr>
              <a:xfrm>
                <a:off x="966016" y="2873375"/>
                <a:ext cx="0" cy="1158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/>
              <p:cNvCxnSpPr/>
              <p:nvPr/>
            </p:nvCxnSpPr>
            <p:spPr>
              <a:xfrm>
                <a:off x="42013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/>
              <p:cNvCxnSpPr/>
              <p:nvPr/>
            </p:nvCxnSpPr>
            <p:spPr>
              <a:xfrm>
                <a:off x="82954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/>
              <p:cNvCxnSpPr/>
              <p:nvPr/>
            </p:nvCxnSpPr>
            <p:spPr>
              <a:xfrm>
                <a:off x="69307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/>
              <p:cNvCxnSpPr/>
              <p:nvPr/>
            </p:nvCxnSpPr>
            <p:spPr>
              <a:xfrm>
                <a:off x="46562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/>
              <p:cNvCxnSpPr/>
              <p:nvPr/>
            </p:nvCxnSpPr>
            <p:spPr>
              <a:xfrm>
                <a:off x="55660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/>
              <p:cNvCxnSpPr/>
              <p:nvPr/>
            </p:nvCxnSpPr>
            <p:spPr>
              <a:xfrm>
                <a:off x="64758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>
                <a:off x="78405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92052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>
                <a:off x="87503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/>
              <p:cNvCxnSpPr/>
              <p:nvPr/>
            </p:nvCxnSpPr>
            <p:spPr>
              <a:xfrm>
                <a:off x="73856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>
                <a:off x="51111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60209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3" name="Group 112"/>
            <p:cNvGrpSpPr/>
            <p:nvPr/>
          </p:nvGrpSpPr>
          <p:grpSpPr>
            <a:xfrm>
              <a:off x="5739711" y="2873375"/>
              <a:ext cx="545884" cy="115819"/>
              <a:chOff x="420132" y="2873375"/>
              <a:chExt cx="545884" cy="115819"/>
            </a:xfrm>
          </p:grpSpPr>
          <p:cxnSp>
            <p:nvCxnSpPr>
              <p:cNvPr id="128" name="Straight Connector 127"/>
              <p:cNvCxnSpPr/>
              <p:nvPr/>
            </p:nvCxnSpPr>
            <p:spPr>
              <a:xfrm>
                <a:off x="966016" y="2873375"/>
                <a:ext cx="0" cy="1158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>
                <a:off x="42013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/>
              <p:cNvCxnSpPr/>
              <p:nvPr/>
            </p:nvCxnSpPr>
            <p:spPr>
              <a:xfrm>
                <a:off x="82954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>
                <a:off x="69307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46562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>
                <a:off x="55660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>
              <a:xfrm>
                <a:off x="64758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>
                <a:off x="78405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92052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>
                <a:off x="87503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>
              <a:xfrm>
                <a:off x="73856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>
              <a:xfrm>
                <a:off x="51111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>
              <a:xfrm>
                <a:off x="60209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/>
          </p:nvGrpSpPr>
          <p:grpSpPr>
            <a:xfrm>
              <a:off x="6330737" y="2873375"/>
              <a:ext cx="545884" cy="115819"/>
              <a:chOff x="420132" y="2873375"/>
              <a:chExt cx="545884" cy="115819"/>
            </a:xfrm>
          </p:grpSpPr>
          <p:cxnSp>
            <p:nvCxnSpPr>
              <p:cNvPr id="115" name="Straight Connector 114"/>
              <p:cNvCxnSpPr/>
              <p:nvPr/>
            </p:nvCxnSpPr>
            <p:spPr>
              <a:xfrm>
                <a:off x="966016" y="2873375"/>
                <a:ext cx="0" cy="1158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>
                <a:off x="42013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>
              <a:xfrm>
                <a:off x="82954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>
              <a:xfrm>
                <a:off x="69307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>
              <a:xfrm>
                <a:off x="46562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/>
              <p:cNvCxnSpPr/>
              <p:nvPr/>
            </p:nvCxnSpPr>
            <p:spPr>
              <a:xfrm>
                <a:off x="55660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/>
              <p:cNvCxnSpPr/>
              <p:nvPr/>
            </p:nvCxnSpPr>
            <p:spPr>
              <a:xfrm>
                <a:off x="64758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>
              <a:xfrm>
                <a:off x="78405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>
              <a:xfrm>
                <a:off x="92052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>
              <a:xfrm>
                <a:off x="87503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>
              <a:xfrm>
                <a:off x="73856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/>
              <p:cNvCxnSpPr/>
              <p:nvPr/>
            </p:nvCxnSpPr>
            <p:spPr>
              <a:xfrm>
                <a:off x="51111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>
                <a:off x="602092" y="2939957"/>
                <a:ext cx="0" cy="492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60" name="Rectangle 259"/>
          <p:cNvSpPr/>
          <p:nvPr/>
        </p:nvSpPr>
        <p:spPr>
          <a:xfrm>
            <a:off x="374642" y="2592652"/>
            <a:ext cx="712754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/>
            <a:r>
              <a:rPr lang="fr-FR" sz="1050" spc="-50" dirty="0">
                <a:solidFill>
                  <a:srgbClr val="000000"/>
                </a:solidFill>
              </a:rPr>
              <a:t>2010</a:t>
            </a:r>
            <a:endParaRPr lang="fr-FR" sz="700" spc="-50" dirty="0">
              <a:solidFill>
                <a:srgbClr val="000000"/>
              </a:solidFill>
              <a:latin typeface="Helvetica 55 Roman" panose="000B0500000000000000" pitchFamily="34" charset="0"/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1087396" y="2592652"/>
            <a:ext cx="712754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/>
            <a:r>
              <a:rPr lang="fr-FR" sz="1050" spc="-50" dirty="0">
                <a:solidFill>
                  <a:srgbClr val="000000"/>
                </a:solidFill>
              </a:rPr>
              <a:t>2011</a:t>
            </a:r>
            <a:endParaRPr lang="fr-FR" sz="700" spc="-50" dirty="0">
              <a:solidFill>
                <a:srgbClr val="000000"/>
              </a:solidFill>
              <a:latin typeface="Helvetica 55 Roman" panose="000B0500000000000000" pitchFamily="34" charset="0"/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1800150" y="2592652"/>
            <a:ext cx="712754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/>
            <a:r>
              <a:rPr lang="fr-FR" sz="1050" spc="-50" dirty="0">
                <a:solidFill>
                  <a:srgbClr val="000000"/>
                </a:solidFill>
              </a:rPr>
              <a:t>2012</a:t>
            </a:r>
            <a:endParaRPr lang="fr-FR" sz="700" spc="-50" dirty="0">
              <a:solidFill>
                <a:srgbClr val="000000"/>
              </a:solidFill>
              <a:latin typeface="Helvetica 55 Roman" panose="000B0500000000000000" pitchFamily="34" charset="0"/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2512904" y="2592652"/>
            <a:ext cx="712754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/>
            <a:r>
              <a:rPr lang="fr-FR" sz="1050" spc="-50" dirty="0">
                <a:solidFill>
                  <a:srgbClr val="000000"/>
                </a:solidFill>
              </a:rPr>
              <a:t>2013</a:t>
            </a:r>
            <a:endParaRPr lang="fr-FR" sz="700" spc="-50" dirty="0">
              <a:solidFill>
                <a:srgbClr val="000000"/>
              </a:solidFill>
              <a:latin typeface="Helvetica 55 Roman" panose="000B0500000000000000" pitchFamily="34" charset="0"/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3225658" y="2592652"/>
            <a:ext cx="712754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/>
            <a:r>
              <a:rPr lang="fr-FR" sz="1050" spc="-50" dirty="0">
                <a:solidFill>
                  <a:srgbClr val="000000"/>
                </a:solidFill>
              </a:rPr>
              <a:t>2014</a:t>
            </a:r>
            <a:endParaRPr lang="fr-FR" sz="700" spc="-50" dirty="0">
              <a:solidFill>
                <a:srgbClr val="000000"/>
              </a:solidFill>
              <a:latin typeface="Helvetica 55 Roman" panose="000B0500000000000000" pitchFamily="34" charset="0"/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3938412" y="2592652"/>
            <a:ext cx="712754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/>
            <a:r>
              <a:rPr lang="fr-FR" sz="1050" spc="-50" dirty="0">
                <a:solidFill>
                  <a:srgbClr val="000000"/>
                </a:solidFill>
              </a:rPr>
              <a:t>2015</a:t>
            </a:r>
            <a:endParaRPr lang="fr-FR" sz="700" spc="-50" dirty="0">
              <a:solidFill>
                <a:srgbClr val="000000"/>
              </a:solidFill>
              <a:latin typeface="Helvetica 55 Roman" panose="000B0500000000000000" pitchFamily="34" charset="0"/>
            </a:endParaRPr>
          </a:p>
        </p:txBody>
      </p:sp>
      <p:sp>
        <p:nvSpPr>
          <p:cNvPr id="267" name="Rectangle 266"/>
          <p:cNvSpPr/>
          <p:nvPr/>
        </p:nvSpPr>
        <p:spPr>
          <a:xfrm>
            <a:off x="4651166" y="2592652"/>
            <a:ext cx="712754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/>
            <a:r>
              <a:rPr lang="fr-FR" sz="1050" spc="-50" dirty="0">
                <a:solidFill>
                  <a:srgbClr val="000000"/>
                </a:solidFill>
              </a:rPr>
              <a:t>2016</a:t>
            </a:r>
            <a:endParaRPr lang="fr-FR" sz="700" spc="-50" dirty="0">
              <a:solidFill>
                <a:srgbClr val="000000"/>
              </a:solidFill>
              <a:latin typeface="Helvetica 55 Roman" panose="000B0500000000000000" pitchFamily="34" charset="0"/>
            </a:endParaRPr>
          </a:p>
        </p:txBody>
      </p:sp>
      <p:sp>
        <p:nvSpPr>
          <p:cNvPr id="268" name="Rectangle 267"/>
          <p:cNvSpPr/>
          <p:nvPr/>
        </p:nvSpPr>
        <p:spPr>
          <a:xfrm>
            <a:off x="5363920" y="2592652"/>
            <a:ext cx="712754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/>
            <a:r>
              <a:rPr lang="fr-FR" sz="1050" spc="-50" dirty="0">
                <a:solidFill>
                  <a:srgbClr val="000000"/>
                </a:solidFill>
              </a:rPr>
              <a:t>2017</a:t>
            </a:r>
            <a:endParaRPr lang="fr-FR" sz="700" spc="-50" dirty="0">
              <a:solidFill>
                <a:srgbClr val="000000"/>
              </a:solidFill>
              <a:latin typeface="Helvetica 55 Roman" panose="000B0500000000000000" pitchFamily="34" charset="0"/>
            </a:endParaRPr>
          </a:p>
        </p:txBody>
      </p:sp>
      <p:sp>
        <p:nvSpPr>
          <p:cNvPr id="269" name="Rectangle 268"/>
          <p:cNvSpPr/>
          <p:nvPr/>
        </p:nvSpPr>
        <p:spPr>
          <a:xfrm>
            <a:off x="6077520" y="2592652"/>
            <a:ext cx="712754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/>
            <a:r>
              <a:rPr lang="fr-FR" sz="1050" spc="-50" dirty="0">
                <a:solidFill>
                  <a:srgbClr val="000000"/>
                </a:solidFill>
              </a:rPr>
              <a:t>2018</a:t>
            </a:r>
            <a:endParaRPr lang="fr-FR" sz="700" spc="-50" dirty="0">
              <a:solidFill>
                <a:srgbClr val="000000"/>
              </a:solidFill>
              <a:latin typeface="Helvetica 55 Roman" panose="000B0500000000000000" pitchFamily="34" charset="0"/>
            </a:endParaRPr>
          </a:p>
        </p:txBody>
      </p:sp>
      <p:sp>
        <p:nvSpPr>
          <p:cNvPr id="270" name="Rectangle 269"/>
          <p:cNvSpPr/>
          <p:nvPr/>
        </p:nvSpPr>
        <p:spPr>
          <a:xfrm>
            <a:off x="6790274" y="2592652"/>
            <a:ext cx="712754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/>
            <a:r>
              <a:rPr lang="fr-FR" sz="1050" spc="-50" dirty="0">
                <a:solidFill>
                  <a:srgbClr val="000000"/>
                </a:solidFill>
              </a:rPr>
              <a:t>2019</a:t>
            </a:r>
            <a:endParaRPr lang="fr-FR" sz="700" spc="-50" dirty="0">
              <a:solidFill>
                <a:srgbClr val="000000"/>
              </a:solidFill>
              <a:latin typeface="Helvetica 55 Roman" panose="000B0500000000000000" pitchFamily="34" charset="0"/>
            </a:endParaRPr>
          </a:p>
        </p:txBody>
      </p:sp>
      <p:sp>
        <p:nvSpPr>
          <p:cNvPr id="271" name="Rectangle 270"/>
          <p:cNvSpPr/>
          <p:nvPr/>
        </p:nvSpPr>
        <p:spPr>
          <a:xfrm>
            <a:off x="7503028" y="2592652"/>
            <a:ext cx="712754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/>
            <a:r>
              <a:rPr lang="fr-FR" sz="1050" spc="-50" dirty="0">
                <a:solidFill>
                  <a:srgbClr val="000000"/>
                </a:solidFill>
              </a:rPr>
              <a:t>2020</a:t>
            </a:r>
            <a:endParaRPr lang="fr-FR" sz="700" spc="-50" dirty="0">
              <a:solidFill>
                <a:srgbClr val="000000"/>
              </a:solidFill>
              <a:latin typeface="Helvetica 55 Roman" panose="000B0500000000000000" pitchFamily="34" charset="0"/>
            </a:endParaRPr>
          </a:p>
        </p:txBody>
      </p:sp>
      <p:sp>
        <p:nvSpPr>
          <p:cNvPr id="275" name="TextBox 274"/>
          <p:cNvSpPr txBox="1"/>
          <p:nvPr/>
        </p:nvSpPr>
        <p:spPr>
          <a:xfrm>
            <a:off x="2676626" y="1206500"/>
            <a:ext cx="1206073" cy="107721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000" dirty="0"/>
              <a:t>Titre </a:t>
            </a:r>
          </a:p>
          <a:p>
            <a:pPr lvl="0">
              <a:spcBef>
                <a:spcPts val="600"/>
              </a:spcBef>
            </a:pP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. Sed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dimentum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fr-FR" sz="1000" dirty="0"/>
              <a:t>Jan 2013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4431956" y="1206500"/>
            <a:ext cx="1206073" cy="107721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000" dirty="0"/>
              <a:t>Titre </a:t>
            </a:r>
          </a:p>
          <a:p>
            <a:pPr lvl="0">
              <a:spcBef>
                <a:spcPts val="600"/>
              </a:spcBef>
            </a:pP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. Sed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dimentum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fr-FR" sz="1000" dirty="0" err="1"/>
              <a:t>Jul</a:t>
            </a:r>
            <a:r>
              <a:rPr lang="fr-FR" sz="1000" dirty="0"/>
              <a:t> 2015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1377963" y="3291830"/>
            <a:ext cx="1206073" cy="107721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000" dirty="0"/>
              <a:t>Titre </a:t>
            </a:r>
          </a:p>
          <a:p>
            <a:pPr lvl="0">
              <a:spcBef>
                <a:spcPts val="600"/>
              </a:spcBef>
            </a:pP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. Sed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dimentum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fr-FR" sz="1000" dirty="0"/>
              <a:t>Mar 2011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3292195" y="3291830"/>
            <a:ext cx="1206073" cy="107721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000" dirty="0"/>
              <a:t>Titre </a:t>
            </a:r>
          </a:p>
          <a:p>
            <a:pPr lvl="0">
              <a:spcBef>
                <a:spcPts val="600"/>
              </a:spcBef>
            </a:pP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. Sed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dimentum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fr-FR" sz="1000" dirty="0" err="1"/>
              <a:t>Dec</a:t>
            </a:r>
            <a:r>
              <a:rPr lang="fr-FR" sz="1000" dirty="0"/>
              <a:t> 2013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5255038" y="3291830"/>
            <a:ext cx="1206073" cy="107721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000" dirty="0"/>
              <a:t>Titre </a:t>
            </a:r>
          </a:p>
          <a:p>
            <a:pPr>
              <a:spcBef>
                <a:spcPts val="600"/>
              </a:spcBef>
            </a:pP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Lorem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ipsum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dolor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sit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amet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consectetur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adipiscing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elit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. Sed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rhoncus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, </a:t>
            </a:r>
            <a:r>
              <a:rPr lang="fr-FR" sz="1000" dirty="0" err="1">
                <a:solidFill>
                  <a:srgbClr val="000000"/>
                </a:solidFill>
                <a:latin typeface="Helvetica 55 Roman" panose="020B0604020202020204" pitchFamily="34" charset="0"/>
              </a:rPr>
              <a:t>dimentum</a:t>
            </a:r>
            <a:r>
              <a:rPr lang="fr-FR" sz="1000" dirty="0">
                <a:solidFill>
                  <a:srgbClr val="000000"/>
                </a:solidFill>
                <a:latin typeface="Helvetica 55 Roman" panose="020B0604020202020204" pitchFamily="34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fr-FR" sz="1000" dirty="0"/>
              <a:t>Sep 2016</a:t>
            </a:r>
          </a:p>
        </p:txBody>
      </p:sp>
      <p:cxnSp>
        <p:nvCxnSpPr>
          <p:cNvPr id="287" name="Straight Connector 286"/>
          <p:cNvCxnSpPr/>
          <p:nvPr/>
        </p:nvCxnSpPr>
        <p:spPr>
          <a:xfrm>
            <a:off x="2567518" y="1235075"/>
            <a:ext cx="0" cy="1230060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/>
          <p:cNvCxnSpPr/>
          <p:nvPr/>
        </p:nvCxnSpPr>
        <p:spPr>
          <a:xfrm>
            <a:off x="4323492" y="1235075"/>
            <a:ext cx="0" cy="1230060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/>
          <p:cNvCxnSpPr/>
          <p:nvPr/>
        </p:nvCxnSpPr>
        <p:spPr>
          <a:xfrm flipV="1">
            <a:off x="1268439" y="3091255"/>
            <a:ext cx="0" cy="1230060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/>
          <p:cNvCxnSpPr/>
          <p:nvPr/>
        </p:nvCxnSpPr>
        <p:spPr>
          <a:xfrm flipV="1">
            <a:off x="3182964" y="3091255"/>
            <a:ext cx="0" cy="1230060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/>
          <p:cNvCxnSpPr/>
          <p:nvPr/>
        </p:nvCxnSpPr>
        <p:spPr>
          <a:xfrm flipV="1">
            <a:off x="5145114" y="3091255"/>
            <a:ext cx="0" cy="1230060"/>
          </a:xfrm>
          <a:prstGeom prst="line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337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Tableau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517136"/>
              </p:ext>
            </p:extLst>
          </p:nvPr>
        </p:nvGraphicFramePr>
        <p:xfrm>
          <a:off x="323528" y="1046330"/>
          <a:ext cx="8496945" cy="3507234"/>
        </p:xfrm>
        <a:graphic>
          <a:graphicData uri="http://schemas.openxmlformats.org/drawingml/2006/table">
            <a:tbl>
              <a:tblPr/>
              <a:tblGrid>
                <a:gridCol w="706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69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69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69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69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69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69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69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69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698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63717">
                <a:tc gridSpan="12">
                  <a:txBody>
                    <a:bodyPr/>
                    <a:lstStyle/>
                    <a:p>
                      <a:pPr marL="0" marR="0" indent="0" algn="l" defTabSz="5143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noProof="0" dirty="0">
                          <a:solidFill>
                            <a:schemeClr val="tx1"/>
                          </a:solidFill>
                        </a:rPr>
                        <a:t>Titre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 dirty="0"/>
                    </a:p>
                  </a:txBody>
                  <a:tcPr marL="7575" marR="7575" marT="757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/>
                    </a:p>
                  </a:txBody>
                  <a:tcPr marL="7575" marR="7575" marT="757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/>
                    </a:p>
                  </a:txBody>
                  <a:tcPr marL="7575" marR="7575" marT="757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/>
                    </a:p>
                  </a:txBody>
                  <a:tcPr marL="7575" marR="7575" marT="757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/>
                    </a:p>
                  </a:txBody>
                  <a:tcPr marL="7575" marR="7575" marT="757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/>
                    </a:p>
                  </a:txBody>
                  <a:tcPr marL="7575" marR="7575" marT="757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/>
                    </a:p>
                  </a:txBody>
                  <a:tcPr marL="7575" marR="7575" marT="757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/>
                    </a:p>
                  </a:txBody>
                  <a:tcPr marL="7575" marR="7575" marT="757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/>
                    </a:p>
                  </a:txBody>
                  <a:tcPr marL="7575" marR="7575" marT="757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/>
                    </a:p>
                  </a:txBody>
                  <a:tcPr marL="7575" marR="7575" marT="757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 dirty="0"/>
                    </a:p>
                  </a:txBody>
                  <a:tcPr marL="7575" marR="7575" marT="757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Texte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Texte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Texte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Texte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Texte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Texte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Texte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Texte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Texte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Texte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Texte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Texte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927"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/>
                        <a:t>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927"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/>
                        <a:t>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927"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/>
                        <a:t>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927"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927"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noProof="0" dirty="0">
                          <a:solidFill>
                            <a:schemeClr val="bg1"/>
                          </a:solidFill>
                        </a:rPr>
                        <a:t>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927"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927"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927"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927"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9927"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9927"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noProof="0" dirty="0">
                          <a:solidFill>
                            <a:schemeClr val="tx1"/>
                          </a:solidFill>
                          <a:latin typeface="+mn-lt"/>
                        </a:rPr>
                        <a:t>00.00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noProof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25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dirty="0"/>
              <a:t>Orange</a:t>
            </a:r>
          </a:p>
          <a:p>
            <a:pPr lvl="1"/>
            <a:r>
              <a:rPr lang="fr-FR" dirty="0"/>
              <a:t>Tuiles et aplats</a:t>
            </a:r>
          </a:p>
        </p:txBody>
      </p:sp>
    </p:spTree>
    <p:extLst>
      <p:ext uri="{BB962C8B-B14F-4D97-AF65-F5344CB8AC3E}">
        <p14:creationId xmlns:p14="http://schemas.microsoft.com/office/powerpoint/2010/main" val="2214116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/>
          <p:cNvSpPr/>
          <p:nvPr/>
        </p:nvSpPr>
        <p:spPr>
          <a:xfrm>
            <a:off x="1" y="2571750"/>
            <a:ext cx="9143999" cy="2571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314795" y="236541"/>
            <a:ext cx="1984027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fr-FR" sz="2800" spc="-20" dirty="0">
                <a:latin typeface="Helvetica 75 Bold" panose="020B0804020202020204" pitchFamily="34" charset="0"/>
                <a:ea typeface="+mj-ea"/>
                <a:cs typeface="+mj-cs"/>
              </a:rPr>
              <a:t>Texte avec illustration</a:t>
            </a:r>
            <a:endParaRPr lang="fr-FR" sz="2400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314795" y="2845493"/>
            <a:ext cx="3968055" cy="175348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357188" indent="-176213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38163" indent="-18097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Sed </a:t>
            </a:r>
            <a:r>
              <a:rPr lang="fr-FR" dirty="0" err="1"/>
              <a:t>rhoncus</a:t>
            </a:r>
            <a:r>
              <a:rPr lang="fr-FR" dirty="0"/>
              <a:t>, </a:t>
            </a:r>
            <a:r>
              <a:rPr lang="fr-FR" dirty="0" err="1"/>
              <a:t>nisi</a:t>
            </a:r>
            <a:r>
              <a:rPr lang="fr-FR" dirty="0"/>
              <a:t> eu </a:t>
            </a:r>
            <a:r>
              <a:rPr lang="fr-FR" dirty="0" err="1"/>
              <a:t>facilisis</a:t>
            </a:r>
            <a:r>
              <a:rPr lang="fr-FR" dirty="0"/>
              <a:t> </a:t>
            </a:r>
            <a:r>
              <a:rPr lang="fr-FR" dirty="0" err="1"/>
              <a:t>condimentum</a:t>
            </a:r>
            <a:r>
              <a:rPr lang="fr-FR" dirty="0"/>
              <a:t>, </a:t>
            </a:r>
            <a:r>
              <a:rPr lang="fr-FR" dirty="0" err="1"/>
              <a:t>ligula</a:t>
            </a:r>
            <a:r>
              <a:rPr lang="fr-FR" dirty="0"/>
              <a:t> </a:t>
            </a:r>
            <a:r>
              <a:rPr lang="fr-FR" dirty="0" err="1"/>
              <a:t>augue</a:t>
            </a:r>
            <a:r>
              <a:rPr lang="fr-FR" dirty="0"/>
              <a:t> </a:t>
            </a:r>
            <a:r>
              <a:rPr lang="fr-FR" dirty="0" err="1"/>
              <a:t>porttitor</a:t>
            </a:r>
            <a:r>
              <a:rPr lang="fr-FR" dirty="0"/>
              <a:t> </a:t>
            </a:r>
            <a:r>
              <a:rPr lang="fr-FR" dirty="0" err="1"/>
              <a:t>lacus</a:t>
            </a:r>
            <a:r>
              <a:rPr lang="fr-FR" dirty="0"/>
              <a:t>.</a:t>
            </a:r>
          </a:p>
          <a:p>
            <a:pPr lvl="1"/>
            <a:r>
              <a:rPr lang="fr-FR" dirty="0" err="1">
                <a:solidFill>
                  <a:srgbClr val="FFFFFF"/>
                </a:solidFill>
              </a:rPr>
              <a:t>Nulla</a:t>
            </a:r>
            <a:r>
              <a:rPr lang="fr-FR" dirty="0">
                <a:solidFill>
                  <a:srgbClr val="FFFFFF"/>
                </a:solidFill>
              </a:rPr>
              <a:t> </a:t>
            </a:r>
            <a:r>
              <a:rPr lang="fr-FR" dirty="0" err="1">
                <a:solidFill>
                  <a:srgbClr val="FFFFFF"/>
                </a:solidFill>
              </a:rPr>
              <a:t>sit</a:t>
            </a:r>
            <a:r>
              <a:rPr lang="fr-FR" dirty="0">
                <a:solidFill>
                  <a:srgbClr val="FFFFFF"/>
                </a:solidFill>
              </a:rPr>
              <a:t> </a:t>
            </a:r>
            <a:r>
              <a:rPr lang="fr-FR" dirty="0" err="1">
                <a:solidFill>
                  <a:srgbClr val="FFFFFF"/>
                </a:solidFill>
              </a:rPr>
              <a:t>amet</a:t>
            </a:r>
            <a:r>
              <a:rPr lang="fr-FR" dirty="0">
                <a:solidFill>
                  <a:srgbClr val="FFFFFF"/>
                </a:solidFill>
              </a:rPr>
              <a:t> </a:t>
            </a:r>
            <a:r>
              <a:rPr lang="fr-FR" dirty="0" err="1">
                <a:solidFill>
                  <a:srgbClr val="FFFFFF"/>
                </a:solidFill>
              </a:rPr>
              <a:t>quam</a:t>
            </a:r>
            <a:r>
              <a:rPr lang="fr-FR" dirty="0">
                <a:solidFill>
                  <a:srgbClr val="FFFFFF"/>
                </a:solidFill>
              </a:rPr>
              <a:t> </a:t>
            </a:r>
            <a:r>
              <a:rPr lang="fr-FR" dirty="0" err="1">
                <a:solidFill>
                  <a:srgbClr val="FFFFFF"/>
                </a:solidFill>
              </a:rPr>
              <a:t>justo</a:t>
            </a:r>
            <a:r>
              <a:rPr lang="fr-FR" dirty="0">
                <a:solidFill>
                  <a:srgbClr val="FFFFFF"/>
                </a:solidFill>
              </a:rPr>
              <a:t>:</a:t>
            </a:r>
          </a:p>
          <a:p>
            <a:pPr lvl="2"/>
            <a:r>
              <a:rPr lang="fr-FR" dirty="0">
                <a:solidFill>
                  <a:srgbClr val="FFFFFF"/>
                </a:solidFill>
              </a:rPr>
              <a:t>Eu </a:t>
            </a:r>
            <a:r>
              <a:rPr lang="fr-FR" dirty="0" err="1">
                <a:solidFill>
                  <a:srgbClr val="FFFFFF"/>
                </a:solidFill>
              </a:rPr>
              <a:t>iaculis</a:t>
            </a:r>
            <a:r>
              <a:rPr lang="fr-FR" dirty="0">
                <a:solidFill>
                  <a:srgbClr val="FFFFFF"/>
                </a:solidFill>
              </a:rPr>
              <a:t> </a:t>
            </a:r>
            <a:r>
              <a:rPr lang="fr-FR" dirty="0" err="1">
                <a:solidFill>
                  <a:srgbClr val="FFFFFF"/>
                </a:solidFill>
              </a:rPr>
              <a:t>tortor</a:t>
            </a:r>
            <a:r>
              <a:rPr lang="fr-FR" dirty="0">
                <a:solidFill>
                  <a:srgbClr val="FFFFFF"/>
                </a:solidFill>
              </a:rPr>
              <a:t> </a:t>
            </a:r>
            <a:r>
              <a:rPr lang="fr-FR" dirty="0" err="1">
                <a:solidFill>
                  <a:srgbClr val="FFFFFF"/>
                </a:solidFill>
              </a:rPr>
              <a:t>nisi</a:t>
            </a:r>
            <a:r>
              <a:rPr lang="fr-FR" dirty="0">
                <a:solidFill>
                  <a:srgbClr val="FFFFFF"/>
                </a:solidFill>
              </a:rPr>
              <a:t> a </a:t>
            </a:r>
            <a:r>
              <a:rPr lang="fr-FR" dirty="0" err="1">
                <a:solidFill>
                  <a:srgbClr val="FFFFFF"/>
                </a:solidFill>
              </a:rPr>
              <a:t>augue</a:t>
            </a:r>
            <a:endParaRPr lang="fr-FR" dirty="0">
              <a:solidFill>
                <a:srgbClr val="FFFFFF"/>
              </a:solidFill>
            </a:endParaRPr>
          </a:p>
          <a:p>
            <a:pPr lvl="2"/>
            <a:r>
              <a:rPr lang="fr-FR" dirty="0" err="1">
                <a:solidFill>
                  <a:srgbClr val="FFFFFF"/>
                </a:solidFill>
              </a:rPr>
              <a:t>Phasellus</a:t>
            </a:r>
            <a:r>
              <a:rPr lang="fr-FR" dirty="0">
                <a:solidFill>
                  <a:srgbClr val="FFFFFF"/>
                </a:solidFill>
              </a:rPr>
              <a:t> </a:t>
            </a:r>
            <a:r>
              <a:rPr lang="fr-FR" dirty="0" err="1">
                <a:solidFill>
                  <a:srgbClr val="FFFFFF"/>
                </a:solidFill>
              </a:rPr>
              <a:t>ullamcorper</a:t>
            </a:r>
            <a:r>
              <a:rPr lang="fr-FR" dirty="0">
                <a:solidFill>
                  <a:srgbClr val="FFFFFF"/>
                </a:solidFill>
              </a:rPr>
              <a:t> </a:t>
            </a:r>
            <a:r>
              <a:rPr lang="fr-FR" dirty="0" err="1">
                <a:solidFill>
                  <a:srgbClr val="FFFFFF"/>
                </a:solidFill>
              </a:rPr>
              <a:t>orci</a:t>
            </a:r>
            <a:r>
              <a:rPr lang="fr-FR" dirty="0">
                <a:solidFill>
                  <a:srgbClr val="FFFFFF"/>
                </a:solidFill>
              </a:rPr>
              <a:t> </a:t>
            </a:r>
            <a:r>
              <a:rPr lang="fr-FR" dirty="0" err="1">
                <a:solidFill>
                  <a:srgbClr val="FFFFFF"/>
                </a:solidFill>
              </a:rPr>
              <a:t>sit</a:t>
            </a:r>
            <a:r>
              <a:rPr lang="fr-FR" dirty="0">
                <a:solidFill>
                  <a:srgbClr val="FFFFFF"/>
                </a:solidFill>
              </a:rPr>
              <a:t> </a:t>
            </a:r>
            <a:r>
              <a:rPr lang="fr-FR" dirty="0" err="1">
                <a:solidFill>
                  <a:srgbClr val="FFFFFF"/>
                </a:solidFill>
              </a:rPr>
              <a:t>amet</a:t>
            </a:r>
            <a:r>
              <a:rPr lang="fr-FR" dirty="0">
                <a:solidFill>
                  <a:srgbClr val="FFFFFF"/>
                </a:solidFill>
              </a:rPr>
              <a:t> ante</a:t>
            </a:r>
          </a:p>
          <a:p>
            <a:pPr lvl="2"/>
            <a:r>
              <a:rPr lang="fr-FR" dirty="0">
                <a:solidFill>
                  <a:srgbClr val="FFFFFF"/>
                </a:solidFill>
              </a:rPr>
              <a:t>In </a:t>
            </a:r>
            <a:r>
              <a:rPr lang="fr-FR" dirty="0" err="1">
                <a:solidFill>
                  <a:srgbClr val="FFFFFF"/>
                </a:solidFill>
              </a:rPr>
              <a:t>euismod</a:t>
            </a:r>
            <a:r>
              <a:rPr lang="fr-FR" dirty="0">
                <a:solidFill>
                  <a:srgbClr val="FFFFFF"/>
                </a:solidFill>
              </a:rPr>
              <a:t> est </a:t>
            </a:r>
            <a:r>
              <a:rPr lang="fr-FR" dirty="0" err="1">
                <a:solidFill>
                  <a:srgbClr val="FFFFFF"/>
                </a:solidFill>
              </a:rPr>
              <a:t>varius</a:t>
            </a:r>
            <a:endParaRPr lang="fr-FR" dirty="0">
              <a:solidFill>
                <a:srgbClr val="FFFFFF"/>
              </a:solidFill>
            </a:endParaRPr>
          </a:p>
        </p:txBody>
      </p:sp>
      <p:sp>
        <p:nvSpPr>
          <p:cNvPr id="17" name="Content Placeholder 3"/>
          <p:cNvSpPr txBox="1">
            <a:spLocks/>
          </p:cNvSpPr>
          <p:nvPr/>
        </p:nvSpPr>
        <p:spPr>
          <a:xfrm>
            <a:off x="4869558" y="2845493"/>
            <a:ext cx="3968055" cy="175348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357188" indent="-176213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38163" indent="-18097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Sed </a:t>
            </a:r>
            <a:r>
              <a:rPr lang="fr-FR" dirty="0" err="1"/>
              <a:t>rhoncus</a:t>
            </a:r>
            <a:r>
              <a:rPr lang="fr-FR" dirty="0"/>
              <a:t>, </a:t>
            </a:r>
            <a:r>
              <a:rPr lang="fr-FR" dirty="0" err="1"/>
              <a:t>nisi</a:t>
            </a:r>
            <a:r>
              <a:rPr lang="fr-FR" dirty="0"/>
              <a:t> eu </a:t>
            </a:r>
            <a:r>
              <a:rPr lang="fr-FR" dirty="0" err="1"/>
              <a:t>facilisis</a:t>
            </a:r>
            <a:r>
              <a:rPr lang="fr-FR" dirty="0"/>
              <a:t> </a:t>
            </a:r>
            <a:r>
              <a:rPr lang="fr-FR" dirty="0" err="1"/>
              <a:t>condimentum</a:t>
            </a:r>
            <a:r>
              <a:rPr lang="fr-FR" dirty="0"/>
              <a:t>, </a:t>
            </a:r>
            <a:r>
              <a:rPr lang="fr-FR" dirty="0" err="1"/>
              <a:t>ligula</a:t>
            </a:r>
            <a:r>
              <a:rPr lang="fr-FR" dirty="0"/>
              <a:t> </a:t>
            </a:r>
            <a:r>
              <a:rPr lang="fr-FR" dirty="0" err="1"/>
              <a:t>augue</a:t>
            </a:r>
            <a:r>
              <a:rPr lang="fr-FR" dirty="0"/>
              <a:t> </a:t>
            </a:r>
            <a:r>
              <a:rPr lang="fr-FR" dirty="0" err="1"/>
              <a:t>porttitor</a:t>
            </a:r>
            <a:r>
              <a:rPr lang="fr-FR" dirty="0"/>
              <a:t> </a:t>
            </a:r>
            <a:r>
              <a:rPr lang="fr-FR" dirty="0" err="1"/>
              <a:t>lacus</a:t>
            </a:r>
            <a:r>
              <a:rPr lang="fr-FR" dirty="0"/>
              <a:t>.</a:t>
            </a:r>
          </a:p>
          <a:p>
            <a:pPr lvl="1"/>
            <a:r>
              <a:rPr lang="fr-FR" dirty="0" err="1">
                <a:solidFill>
                  <a:srgbClr val="FFFFFF"/>
                </a:solidFill>
              </a:rPr>
              <a:t>Nulla</a:t>
            </a:r>
            <a:r>
              <a:rPr lang="fr-FR" dirty="0">
                <a:solidFill>
                  <a:srgbClr val="FFFFFF"/>
                </a:solidFill>
              </a:rPr>
              <a:t> </a:t>
            </a:r>
            <a:r>
              <a:rPr lang="fr-FR" dirty="0" err="1">
                <a:solidFill>
                  <a:srgbClr val="FFFFFF"/>
                </a:solidFill>
              </a:rPr>
              <a:t>sit</a:t>
            </a:r>
            <a:r>
              <a:rPr lang="fr-FR" dirty="0">
                <a:solidFill>
                  <a:srgbClr val="FFFFFF"/>
                </a:solidFill>
              </a:rPr>
              <a:t> </a:t>
            </a:r>
            <a:r>
              <a:rPr lang="fr-FR" dirty="0" err="1">
                <a:solidFill>
                  <a:srgbClr val="FFFFFF"/>
                </a:solidFill>
              </a:rPr>
              <a:t>amet</a:t>
            </a:r>
            <a:r>
              <a:rPr lang="fr-FR" dirty="0">
                <a:solidFill>
                  <a:srgbClr val="FFFFFF"/>
                </a:solidFill>
              </a:rPr>
              <a:t> </a:t>
            </a:r>
            <a:r>
              <a:rPr lang="fr-FR" dirty="0" err="1">
                <a:solidFill>
                  <a:srgbClr val="FFFFFF"/>
                </a:solidFill>
              </a:rPr>
              <a:t>quam</a:t>
            </a:r>
            <a:r>
              <a:rPr lang="fr-FR" dirty="0">
                <a:solidFill>
                  <a:srgbClr val="FFFFFF"/>
                </a:solidFill>
              </a:rPr>
              <a:t> </a:t>
            </a:r>
            <a:r>
              <a:rPr lang="fr-FR" dirty="0" err="1">
                <a:solidFill>
                  <a:srgbClr val="FFFFFF"/>
                </a:solidFill>
              </a:rPr>
              <a:t>justo</a:t>
            </a:r>
            <a:r>
              <a:rPr lang="fr-FR" dirty="0">
                <a:solidFill>
                  <a:srgbClr val="FFFFFF"/>
                </a:solidFill>
              </a:rPr>
              <a:t>:</a:t>
            </a:r>
          </a:p>
          <a:p>
            <a:pPr lvl="2"/>
            <a:r>
              <a:rPr lang="fr-FR" dirty="0">
                <a:solidFill>
                  <a:srgbClr val="FFFFFF"/>
                </a:solidFill>
              </a:rPr>
              <a:t>Eu </a:t>
            </a:r>
            <a:r>
              <a:rPr lang="fr-FR" dirty="0" err="1">
                <a:solidFill>
                  <a:srgbClr val="FFFFFF"/>
                </a:solidFill>
              </a:rPr>
              <a:t>iaculis</a:t>
            </a:r>
            <a:r>
              <a:rPr lang="fr-FR" dirty="0">
                <a:solidFill>
                  <a:srgbClr val="FFFFFF"/>
                </a:solidFill>
              </a:rPr>
              <a:t> </a:t>
            </a:r>
            <a:r>
              <a:rPr lang="fr-FR" dirty="0" err="1">
                <a:solidFill>
                  <a:srgbClr val="FFFFFF"/>
                </a:solidFill>
              </a:rPr>
              <a:t>tortor</a:t>
            </a:r>
            <a:r>
              <a:rPr lang="fr-FR" dirty="0">
                <a:solidFill>
                  <a:srgbClr val="FFFFFF"/>
                </a:solidFill>
              </a:rPr>
              <a:t> </a:t>
            </a:r>
            <a:r>
              <a:rPr lang="fr-FR" dirty="0" err="1">
                <a:solidFill>
                  <a:srgbClr val="FFFFFF"/>
                </a:solidFill>
              </a:rPr>
              <a:t>nisi</a:t>
            </a:r>
            <a:r>
              <a:rPr lang="fr-FR" dirty="0">
                <a:solidFill>
                  <a:srgbClr val="FFFFFF"/>
                </a:solidFill>
              </a:rPr>
              <a:t> a </a:t>
            </a:r>
            <a:r>
              <a:rPr lang="fr-FR" dirty="0" err="1">
                <a:solidFill>
                  <a:srgbClr val="FFFFFF"/>
                </a:solidFill>
              </a:rPr>
              <a:t>augue</a:t>
            </a:r>
            <a:endParaRPr lang="fr-FR" dirty="0">
              <a:solidFill>
                <a:srgbClr val="FFFFFF"/>
              </a:solidFill>
            </a:endParaRPr>
          </a:p>
          <a:p>
            <a:pPr lvl="2"/>
            <a:r>
              <a:rPr lang="fr-FR" dirty="0" err="1">
                <a:solidFill>
                  <a:srgbClr val="FFFFFF"/>
                </a:solidFill>
              </a:rPr>
              <a:t>Phasellus</a:t>
            </a:r>
            <a:r>
              <a:rPr lang="fr-FR" dirty="0">
                <a:solidFill>
                  <a:srgbClr val="FFFFFF"/>
                </a:solidFill>
              </a:rPr>
              <a:t> </a:t>
            </a:r>
            <a:r>
              <a:rPr lang="fr-FR" dirty="0" err="1">
                <a:solidFill>
                  <a:srgbClr val="FFFFFF"/>
                </a:solidFill>
              </a:rPr>
              <a:t>ullamcorper</a:t>
            </a:r>
            <a:r>
              <a:rPr lang="fr-FR" dirty="0">
                <a:solidFill>
                  <a:srgbClr val="FFFFFF"/>
                </a:solidFill>
              </a:rPr>
              <a:t> </a:t>
            </a:r>
            <a:r>
              <a:rPr lang="fr-FR" dirty="0" err="1">
                <a:solidFill>
                  <a:srgbClr val="FFFFFF"/>
                </a:solidFill>
              </a:rPr>
              <a:t>orci</a:t>
            </a:r>
            <a:r>
              <a:rPr lang="fr-FR" dirty="0">
                <a:solidFill>
                  <a:srgbClr val="FFFFFF"/>
                </a:solidFill>
              </a:rPr>
              <a:t> </a:t>
            </a:r>
            <a:r>
              <a:rPr lang="fr-FR" dirty="0" err="1">
                <a:solidFill>
                  <a:srgbClr val="FFFFFF"/>
                </a:solidFill>
              </a:rPr>
              <a:t>sit</a:t>
            </a:r>
            <a:r>
              <a:rPr lang="fr-FR" dirty="0">
                <a:solidFill>
                  <a:srgbClr val="FFFFFF"/>
                </a:solidFill>
              </a:rPr>
              <a:t> </a:t>
            </a:r>
            <a:r>
              <a:rPr lang="fr-FR" dirty="0" err="1">
                <a:solidFill>
                  <a:srgbClr val="FFFFFF"/>
                </a:solidFill>
              </a:rPr>
              <a:t>amet</a:t>
            </a:r>
            <a:r>
              <a:rPr lang="fr-FR" dirty="0">
                <a:solidFill>
                  <a:srgbClr val="FFFFFF"/>
                </a:solidFill>
              </a:rPr>
              <a:t> ante </a:t>
            </a:r>
          </a:p>
          <a:p>
            <a:pPr lvl="2"/>
            <a:r>
              <a:rPr lang="fr-FR" dirty="0">
                <a:solidFill>
                  <a:srgbClr val="FFFFFF"/>
                </a:solidFill>
              </a:rPr>
              <a:t>In </a:t>
            </a:r>
            <a:r>
              <a:rPr lang="fr-FR" dirty="0" err="1">
                <a:solidFill>
                  <a:srgbClr val="FFFFFF"/>
                </a:solidFill>
              </a:rPr>
              <a:t>euismod</a:t>
            </a:r>
            <a:r>
              <a:rPr lang="fr-FR" dirty="0">
                <a:solidFill>
                  <a:srgbClr val="FFFFFF"/>
                </a:solidFill>
              </a:rPr>
              <a:t> est </a:t>
            </a:r>
            <a:r>
              <a:rPr lang="fr-FR" dirty="0" err="1">
                <a:solidFill>
                  <a:srgbClr val="FFFFFF"/>
                </a:solidFill>
              </a:rPr>
              <a:t>varius</a:t>
            </a:r>
            <a:endParaRPr lang="fr-FR" dirty="0">
              <a:solidFill>
                <a:srgbClr val="FFFFFF"/>
              </a:solidFill>
            </a:endParaRP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B9CCD1C7-B8E3-4E44-81C2-7075F9E5DB8E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4602200" y="69503"/>
            <a:ext cx="4248150" cy="236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7931F236-1DFE-432B-91B8-8FAC42D09151}"/>
              </a:ext>
            </a:extLst>
          </p:cNvPr>
          <p:cNvSpPr>
            <a:spLocks/>
          </p:cNvSpPr>
          <p:nvPr/>
        </p:nvSpPr>
        <p:spPr bwMode="auto">
          <a:xfrm>
            <a:off x="4600613" y="1282353"/>
            <a:ext cx="1851025" cy="1176338"/>
          </a:xfrm>
          <a:custGeom>
            <a:avLst/>
            <a:gdLst>
              <a:gd name="T0" fmla="*/ 14 w 769"/>
              <a:gd name="T1" fmla="*/ 0 h 488"/>
              <a:gd name="T2" fmla="*/ 2 w 769"/>
              <a:gd name="T3" fmla="*/ 35 h 488"/>
              <a:gd name="T4" fmla="*/ 6 w 769"/>
              <a:gd name="T5" fmla="*/ 57 h 488"/>
              <a:gd name="T6" fmla="*/ 215 w 769"/>
              <a:gd name="T7" fmla="*/ 454 h 488"/>
              <a:gd name="T8" fmla="*/ 304 w 769"/>
              <a:gd name="T9" fmla="*/ 459 h 488"/>
              <a:gd name="T10" fmla="*/ 732 w 769"/>
              <a:gd name="T11" fmla="*/ 218 h 488"/>
              <a:gd name="T12" fmla="*/ 752 w 769"/>
              <a:gd name="T13" fmla="*/ 152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69" h="488">
                <a:moveTo>
                  <a:pt x="14" y="0"/>
                </a:moveTo>
                <a:cubicBezTo>
                  <a:pt x="2" y="35"/>
                  <a:pt x="2" y="35"/>
                  <a:pt x="2" y="35"/>
                </a:cubicBezTo>
                <a:cubicBezTo>
                  <a:pt x="2" y="35"/>
                  <a:pt x="0" y="45"/>
                  <a:pt x="6" y="57"/>
                </a:cubicBezTo>
                <a:cubicBezTo>
                  <a:pt x="12" y="69"/>
                  <a:pt x="207" y="441"/>
                  <a:pt x="215" y="454"/>
                </a:cubicBezTo>
                <a:cubicBezTo>
                  <a:pt x="230" y="479"/>
                  <a:pt x="247" y="488"/>
                  <a:pt x="304" y="459"/>
                </a:cubicBezTo>
                <a:cubicBezTo>
                  <a:pt x="369" y="425"/>
                  <a:pt x="732" y="218"/>
                  <a:pt x="732" y="218"/>
                </a:cubicBezTo>
                <a:cubicBezTo>
                  <a:pt x="749" y="211"/>
                  <a:pt x="769" y="182"/>
                  <a:pt x="752" y="152"/>
                </a:cubicBez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D7931EBA-7E84-45E4-BDF9-D83CDF2CCB40}"/>
              </a:ext>
            </a:extLst>
          </p:cNvPr>
          <p:cNvSpPr>
            <a:spLocks/>
          </p:cNvSpPr>
          <p:nvPr/>
        </p:nvSpPr>
        <p:spPr bwMode="auto">
          <a:xfrm>
            <a:off x="4614900" y="779116"/>
            <a:ext cx="1822450" cy="1622425"/>
          </a:xfrm>
          <a:custGeom>
            <a:avLst/>
            <a:gdLst>
              <a:gd name="T0" fmla="*/ 24 w 757"/>
              <a:gd name="T1" fmla="*/ 194 h 673"/>
              <a:gd name="T2" fmla="*/ 524 w 757"/>
              <a:gd name="T3" fmla="*/ 4 h 673"/>
              <a:gd name="T4" fmla="*/ 553 w 757"/>
              <a:gd name="T5" fmla="*/ 15 h 673"/>
              <a:gd name="T6" fmla="*/ 750 w 757"/>
              <a:gd name="T7" fmla="*/ 366 h 673"/>
              <a:gd name="T8" fmla="*/ 739 w 757"/>
              <a:gd name="T9" fmla="*/ 403 h 673"/>
              <a:gd name="T10" fmla="*/ 274 w 757"/>
              <a:gd name="T11" fmla="*/ 663 h 673"/>
              <a:gd name="T12" fmla="*/ 225 w 757"/>
              <a:gd name="T13" fmla="*/ 649 h 673"/>
              <a:gd name="T14" fmla="*/ 8 w 757"/>
              <a:gd name="T15" fmla="*/ 237 h 673"/>
              <a:gd name="T16" fmla="*/ 24 w 757"/>
              <a:gd name="T17" fmla="*/ 194 h 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57" h="673">
                <a:moveTo>
                  <a:pt x="24" y="194"/>
                </a:moveTo>
                <a:cubicBezTo>
                  <a:pt x="524" y="4"/>
                  <a:pt x="524" y="4"/>
                  <a:pt x="524" y="4"/>
                </a:cubicBezTo>
                <a:cubicBezTo>
                  <a:pt x="535" y="0"/>
                  <a:pt x="548" y="5"/>
                  <a:pt x="553" y="15"/>
                </a:cubicBezTo>
                <a:cubicBezTo>
                  <a:pt x="750" y="366"/>
                  <a:pt x="750" y="366"/>
                  <a:pt x="750" y="366"/>
                </a:cubicBezTo>
                <a:cubicBezTo>
                  <a:pt x="757" y="379"/>
                  <a:pt x="752" y="396"/>
                  <a:pt x="739" y="403"/>
                </a:cubicBezTo>
                <a:cubicBezTo>
                  <a:pt x="274" y="663"/>
                  <a:pt x="274" y="663"/>
                  <a:pt x="274" y="663"/>
                </a:cubicBezTo>
                <a:cubicBezTo>
                  <a:pt x="256" y="673"/>
                  <a:pt x="235" y="666"/>
                  <a:pt x="225" y="649"/>
                </a:cubicBezTo>
                <a:cubicBezTo>
                  <a:pt x="8" y="237"/>
                  <a:pt x="8" y="237"/>
                  <a:pt x="8" y="237"/>
                </a:cubicBezTo>
                <a:cubicBezTo>
                  <a:pt x="0" y="221"/>
                  <a:pt x="7" y="201"/>
                  <a:pt x="24" y="194"/>
                </a:cubicBezTo>
                <a:close/>
              </a:path>
            </a:pathLst>
          </a:custGeom>
          <a:solidFill>
            <a:srgbClr val="4BB4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1A815710-5A1A-4B2D-B556-D8C2BB601705}"/>
              </a:ext>
            </a:extLst>
          </p:cNvPr>
          <p:cNvSpPr>
            <a:spLocks/>
          </p:cNvSpPr>
          <p:nvPr/>
        </p:nvSpPr>
        <p:spPr bwMode="auto">
          <a:xfrm>
            <a:off x="5329275" y="779116"/>
            <a:ext cx="1108075" cy="1557338"/>
          </a:xfrm>
          <a:custGeom>
            <a:avLst/>
            <a:gdLst>
              <a:gd name="T0" fmla="*/ 453 w 460"/>
              <a:gd name="T1" fmla="*/ 366 h 646"/>
              <a:gd name="T2" fmla="*/ 256 w 460"/>
              <a:gd name="T3" fmla="*/ 15 h 646"/>
              <a:gd name="T4" fmla="*/ 227 w 460"/>
              <a:gd name="T5" fmla="*/ 4 h 646"/>
              <a:gd name="T6" fmla="*/ 139 w 460"/>
              <a:gd name="T7" fmla="*/ 38 h 646"/>
              <a:gd name="T8" fmla="*/ 139 w 460"/>
              <a:gd name="T9" fmla="*/ 38 h 646"/>
              <a:gd name="T10" fmla="*/ 8 w 460"/>
              <a:gd name="T11" fmla="*/ 646 h 646"/>
              <a:gd name="T12" fmla="*/ 442 w 460"/>
              <a:gd name="T13" fmla="*/ 403 h 646"/>
              <a:gd name="T14" fmla="*/ 453 w 460"/>
              <a:gd name="T15" fmla="*/ 366 h 6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60" h="646">
                <a:moveTo>
                  <a:pt x="453" y="366"/>
                </a:moveTo>
                <a:cubicBezTo>
                  <a:pt x="256" y="15"/>
                  <a:pt x="256" y="15"/>
                  <a:pt x="256" y="15"/>
                </a:cubicBezTo>
                <a:cubicBezTo>
                  <a:pt x="251" y="5"/>
                  <a:pt x="238" y="0"/>
                  <a:pt x="227" y="4"/>
                </a:cubicBezTo>
                <a:cubicBezTo>
                  <a:pt x="139" y="38"/>
                  <a:pt x="139" y="38"/>
                  <a:pt x="139" y="38"/>
                </a:cubicBezTo>
                <a:cubicBezTo>
                  <a:pt x="139" y="38"/>
                  <a:pt x="139" y="38"/>
                  <a:pt x="139" y="38"/>
                </a:cubicBezTo>
                <a:cubicBezTo>
                  <a:pt x="272" y="232"/>
                  <a:pt x="0" y="496"/>
                  <a:pt x="8" y="646"/>
                </a:cubicBezTo>
                <a:cubicBezTo>
                  <a:pt x="442" y="403"/>
                  <a:pt x="442" y="403"/>
                  <a:pt x="442" y="403"/>
                </a:cubicBezTo>
                <a:cubicBezTo>
                  <a:pt x="455" y="396"/>
                  <a:pt x="460" y="379"/>
                  <a:pt x="453" y="366"/>
                </a:cubicBezTo>
                <a:close/>
              </a:path>
            </a:pathLst>
          </a:custGeom>
          <a:solidFill>
            <a:srgbClr val="085EB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FA61F2F-DB9D-43F7-ADA7-5607BFD0EE16}"/>
              </a:ext>
            </a:extLst>
          </p:cNvPr>
          <p:cNvSpPr>
            <a:spLocks/>
          </p:cNvSpPr>
          <p:nvPr/>
        </p:nvSpPr>
        <p:spPr bwMode="auto">
          <a:xfrm>
            <a:off x="4729200" y="869603"/>
            <a:ext cx="1606550" cy="1411288"/>
          </a:xfrm>
          <a:custGeom>
            <a:avLst/>
            <a:gdLst>
              <a:gd name="T0" fmla="*/ 0 w 1012"/>
              <a:gd name="T1" fmla="*/ 290 h 889"/>
              <a:gd name="T2" fmla="*/ 732 w 1012"/>
              <a:gd name="T3" fmla="*/ 0 h 889"/>
              <a:gd name="T4" fmla="*/ 1012 w 1012"/>
              <a:gd name="T5" fmla="*/ 521 h 889"/>
              <a:gd name="T6" fmla="*/ 311 w 1012"/>
              <a:gd name="T7" fmla="*/ 889 h 889"/>
              <a:gd name="T8" fmla="*/ 0 w 1012"/>
              <a:gd name="T9" fmla="*/ 290 h 8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12" h="889">
                <a:moveTo>
                  <a:pt x="0" y="290"/>
                </a:moveTo>
                <a:lnTo>
                  <a:pt x="732" y="0"/>
                </a:lnTo>
                <a:lnTo>
                  <a:pt x="1012" y="521"/>
                </a:lnTo>
                <a:lnTo>
                  <a:pt x="311" y="889"/>
                </a:lnTo>
                <a:lnTo>
                  <a:pt x="0" y="29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D66241CA-DCF5-487E-A8FB-AF3595A6D7D4}"/>
              </a:ext>
            </a:extLst>
          </p:cNvPr>
          <p:cNvSpPr>
            <a:spLocks/>
          </p:cNvSpPr>
          <p:nvPr/>
        </p:nvSpPr>
        <p:spPr bwMode="auto">
          <a:xfrm>
            <a:off x="5362613" y="869603"/>
            <a:ext cx="973138" cy="1338263"/>
          </a:xfrm>
          <a:custGeom>
            <a:avLst/>
            <a:gdLst>
              <a:gd name="T0" fmla="*/ 219 w 404"/>
              <a:gd name="T1" fmla="*/ 0 h 555"/>
              <a:gd name="T2" fmla="*/ 143 w 404"/>
              <a:gd name="T3" fmla="*/ 30 h 555"/>
              <a:gd name="T4" fmla="*/ 0 w 404"/>
              <a:gd name="T5" fmla="*/ 555 h 555"/>
              <a:gd name="T6" fmla="*/ 404 w 404"/>
              <a:gd name="T7" fmla="*/ 343 h 555"/>
              <a:gd name="T8" fmla="*/ 219 w 404"/>
              <a:gd name="T9" fmla="*/ 0 h 5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4" h="555">
                <a:moveTo>
                  <a:pt x="219" y="0"/>
                </a:moveTo>
                <a:cubicBezTo>
                  <a:pt x="143" y="30"/>
                  <a:pt x="143" y="30"/>
                  <a:pt x="143" y="30"/>
                </a:cubicBezTo>
                <a:cubicBezTo>
                  <a:pt x="221" y="199"/>
                  <a:pt x="38" y="410"/>
                  <a:pt x="0" y="555"/>
                </a:cubicBezTo>
                <a:cubicBezTo>
                  <a:pt x="404" y="343"/>
                  <a:pt x="404" y="343"/>
                  <a:pt x="404" y="343"/>
                </a:cubicBezTo>
                <a:lnTo>
                  <a:pt x="2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04A5EBC-5CAB-451B-9FA6-3A27B8CB51AA}"/>
              </a:ext>
            </a:extLst>
          </p:cNvPr>
          <p:cNvSpPr>
            <a:spLocks/>
          </p:cNvSpPr>
          <p:nvPr/>
        </p:nvSpPr>
        <p:spPr bwMode="auto">
          <a:xfrm>
            <a:off x="5356263" y="1417291"/>
            <a:ext cx="3219450" cy="584200"/>
          </a:xfrm>
          <a:custGeom>
            <a:avLst/>
            <a:gdLst>
              <a:gd name="T0" fmla="*/ 1326 w 1337"/>
              <a:gd name="T1" fmla="*/ 73 h 242"/>
              <a:gd name="T2" fmla="*/ 105 w 1337"/>
              <a:gd name="T3" fmla="*/ 178 h 242"/>
              <a:gd name="T4" fmla="*/ 206 w 1337"/>
              <a:gd name="T5" fmla="*/ 242 h 242"/>
              <a:gd name="T6" fmla="*/ 55 w 1337"/>
              <a:gd name="T7" fmla="*/ 156 h 242"/>
              <a:gd name="T8" fmla="*/ 1337 w 1337"/>
              <a:gd name="T9" fmla="*/ 12 h 242"/>
              <a:gd name="T10" fmla="*/ 1326 w 1337"/>
              <a:gd name="T11" fmla="*/ 73 h 2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337" h="242">
                <a:moveTo>
                  <a:pt x="1326" y="73"/>
                </a:moveTo>
                <a:cubicBezTo>
                  <a:pt x="348" y="57"/>
                  <a:pt x="156" y="144"/>
                  <a:pt x="105" y="178"/>
                </a:cubicBezTo>
                <a:cubicBezTo>
                  <a:pt x="53" y="211"/>
                  <a:pt x="206" y="242"/>
                  <a:pt x="206" y="242"/>
                </a:cubicBezTo>
                <a:cubicBezTo>
                  <a:pt x="69" y="210"/>
                  <a:pt x="0" y="197"/>
                  <a:pt x="55" y="156"/>
                </a:cubicBezTo>
                <a:cubicBezTo>
                  <a:pt x="111" y="115"/>
                  <a:pt x="386" y="0"/>
                  <a:pt x="1337" y="12"/>
                </a:cubicBezTo>
                <a:lnTo>
                  <a:pt x="1326" y="73"/>
                </a:ln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4813A43-BA9F-4E76-8464-FEF58F566798}"/>
              </a:ext>
            </a:extLst>
          </p:cNvPr>
          <p:cNvSpPr>
            <a:spLocks/>
          </p:cNvSpPr>
          <p:nvPr/>
        </p:nvSpPr>
        <p:spPr bwMode="auto">
          <a:xfrm>
            <a:off x="5072100" y="826741"/>
            <a:ext cx="3741738" cy="1209675"/>
          </a:xfrm>
          <a:custGeom>
            <a:avLst/>
            <a:gdLst>
              <a:gd name="T0" fmla="*/ 333 w 1554"/>
              <a:gd name="T1" fmla="*/ 502 h 502"/>
              <a:gd name="T2" fmla="*/ 30 w 1554"/>
              <a:gd name="T3" fmla="*/ 367 h 502"/>
              <a:gd name="T4" fmla="*/ 1554 w 1554"/>
              <a:gd name="T5" fmla="*/ 46 h 502"/>
              <a:gd name="T6" fmla="*/ 1536 w 1554"/>
              <a:gd name="T7" fmla="*/ 129 h 502"/>
              <a:gd name="T8" fmla="*/ 94 w 1554"/>
              <a:gd name="T9" fmla="*/ 365 h 502"/>
              <a:gd name="T10" fmla="*/ 333 w 1554"/>
              <a:gd name="T11" fmla="*/ 502 h 5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54" h="502">
                <a:moveTo>
                  <a:pt x="333" y="502"/>
                </a:moveTo>
                <a:cubicBezTo>
                  <a:pt x="52" y="472"/>
                  <a:pt x="0" y="421"/>
                  <a:pt x="30" y="367"/>
                </a:cubicBezTo>
                <a:cubicBezTo>
                  <a:pt x="60" y="313"/>
                  <a:pt x="295" y="0"/>
                  <a:pt x="1554" y="46"/>
                </a:cubicBezTo>
                <a:cubicBezTo>
                  <a:pt x="1536" y="129"/>
                  <a:pt x="1536" y="129"/>
                  <a:pt x="1536" y="129"/>
                </a:cubicBezTo>
                <a:cubicBezTo>
                  <a:pt x="383" y="97"/>
                  <a:pt x="138" y="323"/>
                  <a:pt x="94" y="365"/>
                </a:cubicBezTo>
                <a:cubicBezTo>
                  <a:pt x="50" y="407"/>
                  <a:pt x="37" y="458"/>
                  <a:pt x="333" y="502"/>
                </a:cubicBezTo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9482DCEB-DCB8-4E53-B1EB-9EE915308A8A}"/>
              </a:ext>
            </a:extLst>
          </p:cNvPr>
          <p:cNvSpPr>
            <a:spLocks/>
          </p:cNvSpPr>
          <p:nvPr/>
        </p:nvSpPr>
        <p:spPr bwMode="auto">
          <a:xfrm>
            <a:off x="6256375" y="636241"/>
            <a:ext cx="1979613" cy="265113"/>
          </a:xfrm>
          <a:custGeom>
            <a:avLst/>
            <a:gdLst>
              <a:gd name="T0" fmla="*/ 0 w 822"/>
              <a:gd name="T1" fmla="*/ 110 h 110"/>
              <a:gd name="T2" fmla="*/ 822 w 822"/>
              <a:gd name="T3" fmla="*/ 0 h 11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22" h="110">
                <a:moveTo>
                  <a:pt x="0" y="110"/>
                </a:moveTo>
                <a:cubicBezTo>
                  <a:pt x="250" y="43"/>
                  <a:pt x="601" y="5"/>
                  <a:pt x="822" y="0"/>
                </a:cubicBezTo>
              </a:path>
            </a:pathLst>
          </a:custGeom>
          <a:noFill/>
          <a:ln w="28575" cap="rnd">
            <a:solidFill>
              <a:srgbClr val="FF79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A3798AE-5298-4E87-8479-B897B948DF53}"/>
              </a:ext>
            </a:extLst>
          </p:cNvPr>
          <p:cNvSpPr>
            <a:spLocks/>
          </p:cNvSpPr>
          <p:nvPr/>
        </p:nvSpPr>
        <p:spPr bwMode="auto">
          <a:xfrm>
            <a:off x="5230850" y="1106141"/>
            <a:ext cx="3503613" cy="906463"/>
          </a:xfrm>
          <a:custGeom>
            <a:avLst/>
            <a:gdLst>
              <a:gd name="T0" fmla="*/ 1440 w 1455"/>
              <a:gd name="T1" fmla="*/ 109 h 376"/>
              <a:gd name="T2" fmla="*/ 95 w 1455"/>
              <a:gd name="T3" fmla="*/ 267 h 376"/>
              <a:gd name="T4" fmla="*/ 259 w 1455"/>
              <a:gd name="T5" fmla="*/ 376 h 376"/>
              <a:gd name="T6" fmla="*/ 48 w 1455"/>
              <a:gd name="T7" fmla="*/ 262 h 376"/>
              <a:gd name="T8" fmla="*/ 1455 w 1455"/>
              <a:gd name="T9" fmla="*/ 35 h 376"/>
              <a:gd name="T10" fmla="*/ 1440 w 1455"/>
              <a:gd name="T11" fmla="*/ 109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455" h="376">
                <a:moveTo>
                  <a:pt x="1440" y="109"/>
                </a:moveTo>
                <a:cubicBezTo>
                  <a:pt x="542" y="80"/>
                  <a:pt x="168" y="211"/>
                  <a:pt x="95" y="267"/>
                </a:cubicBezTo>
                <a:cubicBezTo>
                  <a:pt x="21" y="323"/>
                  <a:pt x="83" y="334"/>
                  <a:pt x="259" y="376"/>
                </a:cubicBezTo>
                <a:cubicBezTo>
                  <a:pt x="67" y="349"/>
                  <a:pt x="0" y="321"/>
                  <a:pt x="48" y="262"/>
                </a:cubicBezTo>
                <a:cubicBezTo>
                  <a:pt x="96" y="202"/>
                  <a:pt x="498" y="0"/>
                  <a:pt x="1455" y="35"/>
                </a:cubicBezTo>
                <a:lnTo>
                  <a:pt x="1440" y="109"/>
                </a:ln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D0E493-F02C-4D64-B4A0-D747252BD34D}"/>
              </a:ext>
            </a:extLst>
          </p:cNvPr>
          <p:cNvSpPr>
            <a:spLocks/>
          </p:cNvSpPr>
          <p:nvPr/>
        </p:nvSpPr>
        <p:spPr bwMode="auto">
          <a:xfrm>
            <a:off x="5262600" y="1014066"/>
            <a:ext cx="946150" cy="398463"/>
          </a:xfrm>
          <a:custGeom>
            <a:avLst/>
            <a:gdLst>
              <a:gd name="T0" fmla="*/ 0 w 393"/>
              <a:gd name="T1" fmla="*/ 165 h 165"/>
              <a:gd name="T2" fmla="*/ 393 w 393"/>
              <a:gd name="T3" fmla="*/ 0 h 16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93" h="165">
                <a:moveTo>
                  <a:pt x="0" y="165"/>
                </a:moveTo>
                <a:cubicBezTo>
                  <a:pt x="98" y="89"/>
                  <a:pt x="276" y="26"/>
                  <a:pt x="393" y="0"/>
                </a:cubicBezTo>
              </a:path>
            </a:pathLst>
          </a:custGeom>
          <a:noFill/>
          <a:ln w="38100" cap="rnd">
            <a:solidFill>
              <a:srgbClr val="FF79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8" name="Freeform 15">
            <a:extLst>
              <a:ext uri="{FF2B5EF4-FFF2-40B4-BE49-F238E27FC236}">
                <a16:creationId xmlns:a16="http://schemas.microsoft.com/office/drawing/2014/main" id="{81E6EA6D-1DF2-4B1A-81A9-0D965C6D3222}"/>
              </a:ext>
            </a:extLst>
          </p:cNvPr>
          <p:cNvSpPr>
            <a:spLocks/>
          </p:cNvSpPr>
          <p:nvPr/>
        </p:nvSpPr>
        <p:spPr bwMode="auto">
          <a:xfrm>
            <a:off x="7918488" y="766416"/>
            <a:ext cx="754063" cy="19050"/>
          </a:xfrm>
          <a:custGeom>
            <a:avLst/>
            <a:gdLst>
              <a:gd name="T0" fmla="*/ 0 w 313"/>
              <a:gd name="T1" fmla="*/ 8 h 8"/>
              <a:gd name="T2" fmla="*/ 313 w 313"/>
              <a:gd name="T3" fmla="*/ 2 h 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13" h="8">
                <a:moveTo>
                  <a:pt x="0" y="8"/>
                </a:moveTo>
                <a:cubicBezTo>
                  <a:pt x="138" y="0"/>
                  <a:pt x="313" y="2"/>
                  <a:pt x="313" y="2"/>
                </a:cubicBezTo>
              </a:path>
            </a:pathLst>
          </a:custGeom>
          <a:noFill/>
          <a:ln w="49213" cap="rnd">
            <a:solidFill>
              <a:srgbClr val="FFB4E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0EB84B14-8877-423D-8E5D-76EA461C6D57}"/>
              </a:ext>
            </a:extLst>
          </p:cNvPr>
          <p:cNvSpPr>
            <a:spLocks/>
          </p:cNvSpPr>
          <p:nvPr/>
        </p:nvSpPr>
        <p:spPr bwMode="auto">
          <a:xfrm>
            <a:off x="4624425" y="799753"/>
            <a:ext cx="1257300" cy="1527175"/>
          </a:xfrm>
          <a:custGeom>
            <a:avLst/>
            <a:gdLst>
              <a:gd name="T0" fmla="*/ 522 w 522"/>
              <a:gd name="T1" fmla="*/ 0 h 633"/>
              <a:gd name="T2" fmla="*/ 24 w 522"/>
              <a:gd name="T3" fmla="*/ 188 h 633"/>
              <a:gd name="T4" fmla="*/ 13 w 522"/>
              <a:gd name="T5" fmla="*/ 238 h 633"/>
              <a:gd name="T6" fmla="*/ 223 w 522"/>
              <a:gd name="T7" fmla="*/ 633 h 6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2" h="633">
                <a:moveTo>
                  <a:pt x="522" y="0"/>
                </a:moveTo>
                <a:cubicBezTo>
                  <a:pt x="522" y="0"/>
                  <a:pt x="48" y="179"/>
                  <a:pt x="24" y="188"/>
                </a:cubicBezTo>
                <a:cubicBezTo>
                  <a:pt x="0" y="197"/>
                  <a:pt x="3" y="219"/>
                  <a:pt x="13" y="238"/>
                </a:cubicBezTo>
                <a:cubicBezTo>
                  <a:pt x="22" y="256"/>
                  <a:pt x="223" y="633"/>
                  <a:pt x="223" y="633"/>
                </a:cubicBezTo>
              </a:path>
            </a:pathLst>
          </a:custGeom>
          <a:noFill/>
          <a:ln w="28575" cap="rnd">
            <a:solidFill>
              <a:srgbClr val="FFB4E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" name="Freeform 17">
            <a:extLst>
              <a:ext uri="{FF2B5EF4-FFF2-40B4-BE49-F238E27FC236}">
                <a16:creationId xmlns:a16="http://schemas.microsoft.com/office/drawing/2014/main" id="{789703F9-6B12-4F05-85B9-E520F5264F32}"/>
              </a:ext>
            </a:extLst>
          </p:cNvPr>
          <p:cNvSpPr>
            <a:spLocks noEditPoints="1"/>
          </p:cNvSpPr>
          <p:nvPr/>
        </p:nvSpPr>
        <p:spPr bwMode="auto">
          <a:xfrm>
            <a:off x="6396075" y="277466"/>
            <a:ext cx="236538" cy="206375"/>
          </a:xfrm>
          <a:custGeom>
            <a:avLst/>
            <a:gdLst>
              <a:gd name="T0" fmla="*/ 1 w 98"/>
              <a:gd name="T1" fmla="*/ 41 h 86"/>
              <a:gd name="T2" fmla="*/ 35 w 98"/>
              <a:gd name="T3" fmla="*/ 3 h 86"/>
              <a:gd name="T4" fmla="*/ 73 w 98"/>
              <a:gd name="T5" fmla="*/ 16 h 86"/>
              <a:gd name="T6" fmla="*/ 94 w 98"/>
              <a:gd name="T7" fmla="*/ 39 h 86"/>
              <a:gd name="T8" fmla="*/ 93 w 98"/>
              <a:gd name="T9" fmla="*/ 53 h 86"/>
              <a:gd name="T10" fmla="*/ 69 w 98"/>
              <a:gd name="T11" fmla="*/ 74 h 86"/>
              <a:gd name="T12" fmla="*/ 47 w 98"/>
              <a:gd name="T13" fmla="*/ 85 h 86"/>
              <a:gd name="T14" fmla="*/ 12 w 98"/>
              <a:gd name="T15" fmla="*/ 72 h 86"/>
              <a:gd name="T16" fmla="*/ 1 w 98"/>
              <a:gd name="T17" fmla="*/ 48 h 86"/>
              <a:gd name="T18" fmla="*/ 0 w 98"/>
              <a:gd name="T19" fmla="*/ 41 h 86"/>
              <a:gd name="T20" fmla="*/ 1 w 98"/>
              <a:gd name="T21" fmla="*/ 41 h 86"/>
              <a:gd name="T22" fmla="*/ 34 w 98"/>
              <a:gd name="T23" fmla="*/ 34 h 86"/>
              <a:gd name="T24" fmla="*/ 56 w 98"/>
              <a:gd name="T25" fmla="*/ 30 h 86"/>
              <a:gd name="T26" fmla="*/ 55 w 98"/>
              <a:gd name="T27" fmla="*/ 44 h 86"/>
              <a:gd name="T28" fmla="*/ 55 w 98"/>
              <a:gd name="T29" fmla="*/ 44 h 86"/>
              <a:gd name="T30" fmla="*/ 46 w 98"/>
              <a:gd name="T31" fmla="*/ 52 h 86"/>
              <a:gd name="T32" fmla="*/ 54 w 98"/>
              <a:gd name="T33" fmla="*/ 59 h 86"/>
              <a:gd name="T34" fmla="*/ 61 w 98"/>
              <a:gd name="T35" fmla="*/ 52 h 86"/>
              <a:gd name="T36" fmla="*/ 63 w 98"/>
              <a:gd name="T37" fmla="*/ 24 h 86"/>
              <a:gd name="T38" fmla="*/ 62 w 98"/>
              <a:gd name="T39" fmla="*/ 21 h 86"/>
              <a:gd name="T40" fmla="*/ 57 w 98"/>
              <a:gd name="T41" fmla="*/ 19 h 86"/>
              <a:gd name="T42" fmla="*/ 33 w 98"/>
              <a:gd name="T43" fmla="*/ 24 h 86"/>
              <a:gd name="T44" fmla="*/ 29 w 98"/>
              <a:gd name="T45" fmla="*/ 25 h 86"/>
              <a:gd name="T46" fmla="*/ 27 w 98"/>
              <a:gd name="T47" fmla="*/ 51 h 86"/>
              <a:gd name="T48" fmla="*/ 25 w 98"/>
              <a:gd name="T49" fmla="*/ 51 h 86"/>
              <a:gd name="T50" fmla="*/ 18 w 98"/>
              <a:gd name="T51" fmla="*/ 59 h 86"/>
              <a:gd name="T52" fmla="*/ 25 w 98"/>
              <a:gd name="T53" fmla="*/ 66 h 86"/>
              <a:gd name="T54" fmla="*/ 33 w 98"/>
              <a:gd name="T55" fmla="*/ 59 h 86"/>
              <a:gd name="T56" fmla="*/ 34 w 98"/>
              <a:gd name="T57" fmla="*/ 35 h 86"/>
              <a:gd name="T58" fmla="*/ 34 w 98"/>
              <a:gd name="T59" fmla="*/ 34 h 86"/>
              <a:gd name="T60" fmla="*/ 73 w 98"/>
              <a:gd name="T61" fmla="*/ 30 h 86"/>
              <a:gd name="T62" fmla="*/ 72 w 98"/>
              <a:gd name="T63" fmla="*/ 60 h 86"/>
              <a:gd name="T64" fmla="*/ 88 w 98"/>
              <a:gd name="T65" fmla="*/ 46 h 86"/>
              <a:gd name="T66" fmla="*/ 73 w 98"/>
              <a:gd name="T67" fmla="*/ 30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8" h="86">
                <a:moveTo>
                  <a:pt x="1" y="41"/>
                </a:moveTo>
                <a:cubicBezTo>
                  <a:pt x="2" y="22"/>
                  <a:pt x="16" y="6"/>
                  <a:pt x="35" y="3"/>
                </a:cubicBezTo>
                <a:cubicBezTo>
                  <a:pt x="50" y="0"/>
                  <a:pt x="63" y="5"/>
                  <a:pt x="73" y="16"/>
                </a:cubicBezTo>
                <a:cubicBezTo>
                  <a:pt x="80" y="24"/>
                  <a:pt x="87" y="31"/>
                  <a:pt x="94" y="39"/>
                </a:cubicBezTo>
                <a:cubicBezTo>
                  <a:pt x="98" y="43"/>
                  <a:pt x="97" y="49"/>
                  <a:pt x="93" y="53"/>
                </a:cubicBezTo>
                <a:cubicBezTo>
                  <a:pt x="85" y="60"/>
                  <a:pt x="77" y="67"/>
                  <a:pt x="69" y="74"/>
                </a:cubicBezTo>
                <a:cubicBezTo>
                  <a:pt x="63" y="80"/>
                  <a:pt x="55" y="84"/>
                  <a:pt x="47" y="85"/>
                </a:cubicBezTo>
                <a:cubicBezTo>
                  <a:pt x="33" y="86"/>
                  <a:pt x="22" y="82"/>
                  <a:pt x="12" y="72"/>
                </a:cubicBezTo>
                <a:cubicBezTo>
                  <a:pt x="6" y="65"/>
                  <a:pt x="2" y="57"/>
                  <a:pt x="1" y="48"/>
                </a:cubicBezTo>
                <a:cubicBezTo>
                  <a:pt x="0" y="46"/>
                  <a:pt x="1" y="44"/>
                  <a:pt x="0" y="41"/>
                </a:cubicBezTo>
                <a:cubicBezTo>
                  <a:pt x="0" y="41"/>
                  <a:pt x="0" y="41"/>
                  <a:pt x="1" y="41"/>
                </a:cubicBezTo>
                <a:close/>
                <a:moveTo>
                  <a:pt x="34" y="34"/>
                </a:moveTo>
                <a:cubicBezTo>
                  <a:pt x="42" y="33"/>
                  <a:pt x="49" y="31"/>
                  <a:pt x="56" y="30"/>
                </a:cubicBezTo>
                <a:cubicBezTo>
                  <a:pt x="56" y="34"/>
                  <a:pt x="56" y="39"/>
                  <a:pt x="55" y="44"/>
                </a:cubicBezTo>
                <a:cubicBezTo>
                  <a:pt x="55" y="44"/>
                  <a:pt x="55" y="44"/>
                  <a:pt x="55" y="44"/>
                </a:cubicBezTo>
                <a:cubicBezTo>
                  <a:pt x="50" y="43"/>
                  <a:pt x="46" y="47"/>
                  <a:pt x="46" y="52"/>
                </a:cubicBezTo>
                <a:cubicBezTo>
                  <a:pt x="47" y="56"/>
                  <a:pt x="50" y="59"/>
                  <a:pt x="54" y="59"/>
                </a:cubicBezTo>
                <a:cubicBezTo>
                  <a:pt x="58" y="59"/>
                  <a:pt x="61" y="56"/>
                  <a:pt x="61" y="52"/>
                </a:cubicBezTo>
                <a:cubicBezTo>
                  <a:pt x="62" y="42"/>
                  <a:pt x="62" y="33"/>
                  <a:pt x="63" y="24"/>
                </a:cubicBezTo>
                <a:cubicBezTo>
                  <a:pt x="63" y="23"/>
                  <a:pt x="63" y="22"/>
                  <a:pt x="62" y="21"/>
                </a:cubicBezTo>
                <a:cubicBezTo>
                  <a:pt x="61" y="19"/>
                  <a:pt x="59" y="19"/>
                  <a:pt x="57" y="19"/>
                </a:cubicBezTo>
                <a:cubicBezTo>
                  <a:pt x="49" y="21"/>
                  <a:pt x="41" y="22"/>
                  <a:pt x="33" y="24"/>
                </a:cubicBezTo>
                <a:cubicBezTo>
                  <a:pt x="32" y="24"/>
                  <a:pt x="30" y="25"/>
                  <a:pt x="29" y="25"/>
                </a:cubicBezTo>
                <a:cubicBezTo>
                  <a:pt x="28" y="34"/>
                  <a:pt x="28" y="42"/>
                  <a:pt x="27" y="51"/>
                </a:cubicBezTo>
                <a:cubicBezTo>
                  <a:pt x="26" y="51"/>
                  <a:pt x="26" y="51"/>
                  <a:pt x="25" y="51"/>
                </a:cubicBezTo>
                <a:cubicBezTo>
                  <a:pt x="21" y="51"/>
                  <a:pt x="18" y="55"/>
                  <a:pt x="18" y="59"/>
                </a:cubicBezTo>
                <a:cubicBezTo>
                  <a:pt x="18" y="63"/>
                  <a:pt x="21" y="66"/>
                  <a:pt x="25" y="66"/>
                </a:cubicBezTo>
                <a:cubicBezTo>
                  <a:pt x="29" y="67"/>
                  <a:pt x="33" y="63"/>
                  <a:pt x="33" y="59"/>
                </a:cubicBezTo>
                <a:cubicBezTo>
                  <a:pt x="34" y="51"/>
                  <a:pt x="34" y="43"/>
                  <a:pt x="34" y="35"/>
                </a:cubicBezTo>
                <a:cubicBezTo>
                  <a:pt x="34" y="35"/>
                  <a:pt x="34" y="35"/>
                  <a:pt x="34" y="34"/>
                </a:cubicBezTo>
                <a:close/>
                <a:moveTo>
                  <a:pt x="73" y="30"/>
                </a:moveTo>
                <a:cubicBezTo>
                  <a:pt x="73" y="40"/>
                  <a:pt x="72" y="50"/>
                  <a:pt x="72" y="60"/>
                </a:cubicBezTo>
                <a:cubicBezTo>
                  <a:pt x="77" y="55"/>
                  <a:pt x="83" y="51"/>
                  <a:pt x="88" y="46"/>
                </a:cubicBezTo>
                <a:cubicBezTo>
                  <a:pt x="83" y="41"/>
                  <a:pt x="78" y="36"/>
                  <a:pt x="73" y="3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1" name="Freeform 18">
            <a:extLst>
              <a:ext uri="{FF2B5EF4-FFF2-40B4-BE49-F238E27FC236}">
                <a16:creationId xmlns:a16="http://schemas.microsoft.com/office/drawing/2014/main" id="{C09D8D1C-E418-4D87-BBCD-00B8CE79AE9B}"/>
              </a:ext>
            </a:extLst>
          </p:cNvPr>
          <p:cNvSpPr>
            <a:spLocks noEditPoints="1"/>
          </p:cNvSpPr>
          <p:nvPr/>
        </p:nvSpPr>
        <p:spPr bwMode="auto">
          <a:xfrm>
            <a:off x="5572163" y="520353"/>
            <a:ext cx="185738" cy="200025"/>
          </a:xfrm>
          <a:custGeom>
            <a:avLst/>
            <a:gdLst>
              <a:gd name="T0" fmla="*/ 22 w 77"/>
              <a:gd name="T1" fmla="*/ 83 h 83"/>
              <a:gd name="T2" fmla="*/ 0 w 77"/>
              <a:gd name="T3" fmla="*/ 13 h 83"/>
              <a:gd name="T4" fmla="*/ 56 w 77"/>
              <a:gd name="T5" fmla="*/ 1 h 83"/>
              <a:gd name="T6" fmla="*/ 77 w 77"/>
              <a:gd name="T7" fmla="*/ 70 h 83"/>
              <a:gd name="T8" fmla="*/ 50 w 77"/>
              <a:gd name="T9" fmla="*/ 39 h 83"/>
              <a:gd name="T10" fmla="*/ 10 w 77"/>
              <a:gd name="T11" fmla="*/ 22 h 83"/>
              <a:gd name="T12" fmla="*/ 12 w 77"/>
              <a:gd name="T13" fmla="*/ 15 h 83"/>
              <a:gd name="T14" fmla="*/ 6 w 77"/>
              <a:gd name="T15" fmla="*/ 17 h 83"/>
              <a:gd name="T16" fmla="*/ 10 w 77"/>
              <a:gd name="T17" fmla="*/ 22 h 83"/>
              <a:gd name="T18" fmla="*/ 58 w 77"/>
              <a:gd name="T19" fmla="*/ 5 h 83"/>
              <a:gd name="T20" fmla="*/ 54 w 77"/>
              <a:gd name="T21" fmla="*/ 13 h 83"/>
              <a:gd name="T22" fmla="*/ 60 w 77"/>
              <a:gd name="T23" fmla="*/ 11 h 83"/>
              <a:gd name="T24" fmla="*/ 15 w 77"/>
              <a:gd name="T25" fmla="*/ 33 h 83"/>
              <a:gd name="T26" fmla="*/ 14 w 77"/>
              <a:gd name="T27" fmla="*/ 26 h 83"/>
              <a:gd name="T28" fmla="*/ 9 w 77"/>
              <a:gd name="T29" fmla="*/ 34 h 83"/>
              <a:gd name="T30" fmla="*/ 62 w 77"/>
              <a:gd name="T31" fmla="*/ 20 h 83"/>
              <a:gd name="T32" fmla="*/ 55 w 77"/>
              <a:gd name="T33" fmla="*/ 17 h 83"/>
              <a:gd name="T34" fmla="*/ 56 w 77"/>
              <a:gd name="T35" fmla="*/ 24 h 83"/>
              <a:gd name="T36" fmla="*/ 62 w 77"/>
              <a:gd name="T37" fmla="*/ 20 h 83"/>
              <a:gd name="T38" fmla="*/ 12 w 77"/>
              <a:gd name="T39" fmla="*/ 45 h 83"/>
              <a:gd name="T40" fmla="*/ 17 w 77"/>
              <a:gd name="T41" fmla="*/ 38 h 83"/>
              <a:gd name="T42" fmla="*/ 10 w 77"/>
              <a:gd name="T43" fmla="*/ 39 h 83"/>
              <a:gd name="T44" fmla="*/ 65 w 77"/>
              <a:gd name="T45" fmla="*/ 34 h 83"/>
              <a:gd name="T46" fmla="*/ 63 w 77"/>
              <a:gd name="T47" fmla="*/ 27 h 83"/>
              <a:gd name="T48" fmla="*/ 58 w 77"/>
              <a:gd name="T49" fmla="*/ 35 h 83"/>
              <a:gd name="T50" fmla="*/ 13 w 77"/>
              <a:gd name="T51" fmla="*/ 53 h 83"/>
              <a:gd name="T52" fmla="*/ 20 w 77"/>
              <a:gd name="T53" fmla="*/ 55 h 83"/>
              <a:gd name="T54" fmla="*/ 19 w 77"/>
              <a:gd name="T55" fmla="*/ 48 h 83"/>
              <a:gd name="T56" fmla="*/ 13 w 77"/>
              <a:gd name="T57" fmla="*/ 53 h 83"/>
              <a:gd name="T58" fmla="*/ 67 w 77"/>
              <a:gd name="T59" fmla="*/ 45 h 83"/>
              <a:gd name="T60" fmla="*/ 60 w 77"/>
              <a:gd name="T61" fmla="*/ 40 h 83"/>
              <a:gd name="T62" fmla="*/ 61 w 77"/>
              <a:gd name="T63" fmla="*/ 46 h 83"/>
              <a:gd name="T64" fmla="*/ 23 w 77"/>
              <a:gd name="T65" fmla="*/ 66 h 83"/>
              <a:gd name="T66" fmla="*/ 21 w 77"/>
              <a:gd name="T67" fmla="*/ 59 h 83"/>
              <a:gd name="T68" fmla="*/ 16 w 77"/>
              <a:gd name="T69" fmla="*/ 67 h 83"/>
              <a:gd name="T70" fmla="*/ 62 w 77"/>
              <a:gd name="T71" fmla="*/ 54 h 83"/>
              <a:gd name="T72" fmla="*/ 69 w 77"/>
              <a:gd name="T73" fmla="*/ 56 h 83"/>
              <a:gd name="T74" fmla="*/ 68 w 77"/>
              <a:gd name="T75" fmla="*/ 50 h 83"/>
              <a:gd name="T76" fmla="*/ 62 w 77"/>
              <a:gd name="T77" fmla="*/ 54 h 83"/>
              <a:gd name="T78" fmla="*/ 23 w 77"/>
              <a:gd name="T79" fmla="*/ 71 h 83"/>
              <a:gd name="T80" fmla="*/ 19 w 77"/>
              <a:gd name="T81" fmla="*/ 78 h 83"/>
              <a:gd name="T82" fmla="*/ 25 w 77"/>
              <a:gd name="T83" fmla="*/ 77 h 83"/>
              <a:gd name="T84" fmla="*/ 72 w 77"/>
              <a:gd name="T85" fmla="*/ 67 h 83"/>
              <a:gd name="T86" fmla="*/ 70 w 77"/>
              <a:gd name="T87" fmla="*/ 61 h 83"/>
              <a:gd name="T88" fmla="*/ 65 w 77"/>
              <a:gd name="T89" fmla="*/ 68 h 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77" h="83">
                <a:moveTo>
                  <a:pt x="77" y="71"/>
                </a:moveTo>
                <a:cubicBezTo>
                  <a:pt x="77" y="71"/>
                  <a:pt x="77" y="71"/>
                  <a:pt x="77" y="71"/>
                </a:cubicBezTo>
                <a:cubicBezTo>
                  <a:pt x="59" y="75"/>
                  <a:pt x="40" y="79"/>
                  <a:pt x="22" y="83"/>
                </a:cubicBezTo>
                <a:cubicBezTo>
                  <a:pt x="19" y="83"/>
                  <a:pt x="15" y="82"/>
                  <a:pt x="14" y="78"/>
                </a:cubicBezTo>
                <a:cubicBezTo>
                  <a:pt x="14" y="78"/>
                  <a:pt x="14" y="78"/>
                  <a:pt x="14" y="77"/>
                </a:cubicBezTo>
                <a:cubicBezTo>
                  <a:pt x="9" y="56"/>
                  <a:pt x="5" y="35"/>
                  <a:pt x="0" y="13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3"/>
                  <a:pt x="0" y="13"/>
                  <a:pt x="1" y="13"/>
                </a:cubicBezTo>
                <a:cubicBezTo>
                  <a:pt x="19" y="9"/>
                  <a:pt x="38" y="5"/>
                  <a:pt x="56" y="1"/>
                </a:cubicBezTo>
                <a:cubicBezTo>
                  <a:pt x="59" y="0"/>
                  <a:pt x="62" y="2"/>
                  <a:pt x="64" y="5"/>
                </a:cubicBezTo>
                <a:cubicBezTo>
                  <a:pt x="64" y="5"/>
                  <a:pt x="64" y="6"/>
                  <a:pt x="64" y="6"/>
                </a:cubicBezTo>
                <a:cubicBezTo>
                  <a:pt x="68" y="28"/>
                  <a:pt x="73" y="49"/>
                  <a:pt x="77" y="70"/>
                </a:cubicBezTo>
                <a:cubicBezTo>
                  <a:pt x="77" y="70"/>
                  <a:pt x="77" y="71"/>
                  <a:pt x="77" y="71"/>
                </a:cubicBezTo>
                <a:close/>
                <a:moveTo>
                  <a:pt x="35" y="54"/>
                </a:moveTo>
                <a:cubicBezTo>
                  <a:pt x="40" y="49"/>
                  <a:pt x="45" y="44"/>
                  <a:pt x="50" y="39"/>
                </a:cubicBezTo>
                <a:cubicBezTo>
                  <a:pt x="43" y="37"/>
                  <a:pt x="37" y="35"/>
                  <a:pt x="30" y="32"/>
                </a:cubicBezTo>
                <a:cubicBezTo>
                  <a:pt x="31" y="40"/>
                  <a:pt x="33" y="47"/>
                  <a:pt x="35" y="54"/>
                </a:cubicBezTo>
                <a:close/>
                <a:moveTo>
                  <a:pt x="10" y="22"/>
                </a:moveTo>
                <a:cubicBezTo>
                  <a:pt x="11" y="22"/>
                  <a:pt x="12" y="22"/>
                  <a:pt x="13" y="22"/>
                </a:cubicBezTo>
                <a:cubicBezTo>
                  <a:pt x="13" y="22"/>
                  <a:pt x="14" y="21"/>
                  <a:pt x="14" y="21"/>
                </a:cubicBezTo>
                <a:cubicBezTo>
                  <a:pt x="13" y="19"/>
                  <a:pt x="13" y="17"/>
                  <a:pt x="12" y="15"/>
                </a:cubicBezTo>
                <a:cubicBezTo>
                  <a:pt x="12" y="15"/>
                  <a:pt x="12" y="15"/>
                  <a:pt x="12" y="15"/>
                </a:cubicBezTo>
                <a:cubicBezTo>
                  <a:pt x="10" y="15"/>
                  <a:pt x="8" y="16"/>
                  <a:pt x="6" y="16"/>
                </a:cubicBezTo>
                <a:cubicBezTo>
                  <a:pt x="6" y="16"/>
                  <a:pt x="6" y="16"/>
                  <a:pt x="6" y="17"/>
                </a:cubicBezTo>
                <a:cubicBezTo>
                  <a:pt x="6" y="19"/>
                  <a:pt x="7" y="21"/>
                  <a:pt x="7" y="23"/>
                </a:cubicBezTo>
                <a:cubicBezTo>
                  <a:pt x="7" y="23"/>
                  <a:pt x="7" y="23"/>
                  <a:pt x="7" y="23"/>
                </a:cubicBezTo>
                <a:cubicBezTo>
                  <a:pt x="8" y="23"/>
                  <a:pt x="9" y="22"/>
                  <a:pt x="10" y="22"/>
                </a:cubicBezTo>
                <a:close/>
                <a:moveTo>
                  <a:pt x="60" y="8"/>
                </a:moveTo>
                <a:cubicBezTo>
                  <a:pt x="59" y="7"/>
                  <a:pt x="59" y="6"/>
                  <a:pt x="59" y="6"/>
                </a:cubicBezTo>
                <a:cubicBezTo>
                  <a:pt x="59" y="5"/>
                  <a:pt x="59" y="5"/>
                  <a:pt x="58" y="5"/>
                </a:cubicBezTo>
                <a:cubicBezTo>
                  <a:pt x="57" y="6"/>
                  <a:pt x="55" y="6"/>
                  <a:pt x="53" y="6"/>
                </a:cubicBezTo>
                <a:cubicBezTo>
                  <a:pt x="52" y="6"/>
                  <a:pt x="52" y="6"/>
                  <a:pt x="52" y="7"/>
                </a:cubicBezTo>
                <a:cubicBezTo>
                  <a:pt x="53" y="9"/>
                  <a:pt x="53" y="11"/>
                  <a:pt x="54" y="13"/>
                </a:cubicBezTo>
                <a:cubicBezTo>
                  <a:pt x="54" y="13"/>
                  <a:pt x="54" y="13"/>
                  <a:pt x="54" y="13"/>
                </a:cubicBezTo>
                <a:cubicBezTo>
                  <a:pt x="56" y="13"/>
                  <a:pt x="58" y="12"/>
                  <a:pt x="60" y="12"/>
                </a:cubicBezTo>
                <a:cubicBezTo>
                  <a:pt x="60" y="12"/>
                  <a:pt x="60" y="12"/>
                  <a:pt x="60" y="11"/>
                </a:cubicBezTo>
                <a:cubicBezTo>
                  <a:pt x="60" y="10"/>
                  <a:pt x="60" y="9"/>
                  <a:pt x="60" y="8"/>
                </a:cubicBezTo>
                <a:close/>
                <a:moveTo>
                  <a:pt x="13" y="33"/>
                </a:moveTo>
                <a:cubicBezTo>
                  <a:pt x="14" y="33"/>
                  <a:pt x="15" y="33"/>
                  <a:pt x="15" y="33"/>
                </a:cubicBezTo>
                <a:cubicBezTo>
                  <a:pt x="16" y="33"/>
                  <a:pt x="16" y="33"/>
                  <a:pt x="16" y="32"/>
                </a:cubicBezTo>
                <a:cubicBezTo>
                  <a:pt x="15" y="30"/>
                  <a:pt x="15" y="28"/>
                  <a:pt x="15" y="26"/>
                </a:cubicBezTo>
                <a:cubicBezTo>
                  <a:pt x="15" y="26"/>
                  <a:pt x="15" y="26"/>
                  <a:pt x="14" y="26"/>
                </a:cubicBezTo>
                <a:cubicBezTo>
                  <a:pt x="12" y="27"/>
                  <a:pt x="10" y="27"/>
                  <a:pt x="8" y="27"/>
                </a:cubicBezTo>
                <a:cubicBezTo>
                  <a:pt x="8" y="27"/>
                  <a:pt x="8" y="27"/>
                  <a:pt x="8" y="28"/>
                </a:cubicBezTo>
                <a:cubicBezTo>
                  <a:pt x="8" y="30"/>
                  <a:pt x="9" y="32"/>
                  <a:pt x="9" y="34"/>
                </a:cubicBezTo>
                <a:cubicBezTo>
                  <a:pt x="9" y="34"/>
                  <a:pt x="9" y="34"/>
                  <a:pt x="10" y="34"/>
                </a:cubicBezTo>
                <a:cubicBezTo>
                  <a:pt x="11" y="34"/>
                  <a:pt x="12" y="34"/>
                  <a:pt x="13" y="33"/>
                </a:cubicBezTo>
                <a:close/>
                <a:moveTo>
                  <a:pt x="62" y="20"/>
                </a:moveTo>
                <a:cubicBezTo>
                  <a:pt x="62" y="19"/>
                  <a:pt x="62" y="18"/>
                  <a:pt x="61" y="17"/>
                </a:cubicBezTo>
                <a:cubicBezTo>
                  <a:pt x="61" y="16"/>
                  <a:pt x="61" y="16"/>
                  <a:pt x="61" y="16"/>
                </a:cubicBezTo>
                <a:cubicBezTo>
                  <a:pt x="59" y="17"/>
                  <a:pt x="57" y="17"/>
                  <a:pt x="55" y="17"/>
                </a:cubicBezTo>
                <a:cubicBezTo>
                  <a:pt x="55" y="18"/>
                  <a:pt x="55" y="18"/>
                  <a:pt x="55" y="18"/>
                </a:cubicBezTo>
                <a:cubicBezTo>
                  <a:pt x="55" y="20"/>
                  <a:pt x="56" y="22"/>
                  <a:pt x="56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58" y="24"/>
                  <a:pt x="60" y="23"/>
                  <a:pt x="62" y="23"/>
                </a:cubicBezTo>
                <a:cubicBezTo>
                  <a:pt x="63" y="23"/>
                  <a:pt x="63" y="23"/>
                  <a:pt x="63" y="22"/>
                </a:cubicBezTo>
                <a:cubicBezTo>
                  <a:pt x="62" y="21"/>
                  <a:pt x="62" y="20"/>
                  <a:pt x="62" y="20"/>
                </a:cubicBezTo>
                <a:close/>
                <a:moveTo>
                  <a:pt x="11" y="42"/>
                </a:moveTo>
                <a:cubicBezTo>
                  <a:pt x="11" y="43"/>
                  <a:pt x="11" y="44"/>
                  <a:pt x="12" y="45"/>
                </a:cubicBezTo>
                <a:cubicBezTo>
                  <a:pt x="12" y="45"/>
                  <a:pt x="12" y="45"/>
                  <a:pt x="12" y="45"/>
                </a:cubicBezTo>
                <a:cubicBezTo>
                  <a:pt x="14" y="45"/>
                  <a:pt x="16" y="44"/>
                  <a:pt x="18" y="44"/>
                </a:cubicBezTo>
                <a:cubicBezTo>
                  <a:pt x="18" y="44"/>
                  <a:pt x="18" y="44"/>
                  <a:pt x="18" y="43"/>
                </a:cubicBezTo>
                <a:cubicBezTo>
                  <a:pt x="18" y="41"/>
                  <a:pt x="17" y="39"/>
                  <a:pt x="17" y="38"/>
                </a:cubicBezTo>
                <a:cubicBezTo>
                  <a:pt x="17" y="37"/>
                  <a:pt x="17" y="37"/>
                  <a:pt x="17" y="37"/>
                </a:cubicBezTo>
                <a:cubicBezTo>
                  <a:pt x="15" y="38"/>
                  <a:pt x="13" y="38"/>
                  <a:pt x="11" y="38"/>
                </a:cubicBezTo>
                <a:cubicBezTo>
                  <a:pt x="10" y="39"/>
                  <a:pt x="10" y="39"/>
                  <a:pt x="10" y="39"/>
                </a:cubicBezTo>
                <a:cubicBezTo>
                  <a:pt x="11" y="40"/>
                  <a:pt x="11" y="41"/>
                  <a:pt x="11" y="42"/>
                </a:cubicBezTo>
                <a:close/>
                <a:moveTo>
                  <a:pt x="62" y="35"/>
                </a:moveTo>
                <a:cubicBezTo>
                  <a:pt x="63" y="34"/>
                  <a:pt x="64" y="34"/>
                  <a:pt x="65" y="34"/>
                </a:cubicBezTo>
                <a:cubicBezTo>
                  <a:pt x="65" y="34"/>
                  <a:pt x="65" y="34"/>
                  <a:pt x="65" y="34"/>
                </a:cubicBezTo>
                <a:cubicBezTo>
                  <a:pt x="64" y="32"/>
                  <a:pt x="64" y="30"/>
                  <a:pt x="64" y="28"/>
                </a:cubicBezTo>
                <a:cubicBezTo>
                  <a:pt x="64" y="27"/>
                  <a:pt x="63" y="27"/>
                  <a:pt x="63" y="27"/>
                </a:cubicBezTo>
                <a:cubicBezTo>
                  <a:pt x="61" y="28"/>
                  <a:pt x="59" y="28"/>
                  <a:pt x="57" y="29"/>
                </a:cubicBezTo>
                <a:cubicBezTo>
                  <a:pt x="57" y="29"/>
                  <a:pt x="57" y="29"/>
                  <a:pt x="57" y="29"/>
                </a:cubicBezTo>
                <a:cubicBezTo>
                  <a:pt x="57" y="31"/>
                  <a:pt x="58" y="33"/>
                  <a:pt x="58" y="35"/>
                </a:cubicBezTo>
                <a:cubicBezTo>
                  <a:pt x="58" y="35"/>
                  <a:pt x="58" y="35"/>
                  <a:pt x="59" y="35"/>
                </a:cubicBezTo>
                <a:cubicBezTo>
                  <a:pt x="60" y="35"/>
                  <a:pt x="61" y="35"/>
                  <a:pt x="62" y="35"/>
                </a:cubicBezTo>
                <a:close/>
                <a:moveTo>
                  <a:pt x="13" y="53"/>
                </a:moveTo>
                <a:cubicBezTo>
                  <a:pt x="14" y="54"/>
                  <a:pt x="14" y="55"/>
                  <a:pt x="14" y="56"/>
                </a:cubicBezTo>
                <a:cubicBezTo>
                  <a:pt x="14" y="56"/>
                  <a:pt x="14" y="56"/>
                  <a:pt x="14" y="56"/>
                </a:cubicBezTo>
                <a:cubicBezTo>
                  <a:pt x="16" y="56"/>
                  <a:pt x="18" y="55"/>
                  <a:pt x="20" y="55"/>
                </a:cubicBezTo>
                <a:cubicBezTo>
                  <a:pt x="21" y="55"/>
                  <a:pt x="21" y="55"/>
                  <a:pt x="21" y="54"/>
                </a:cubicBezTo>
                <a:cubicBezTo>
                  <a:pt x="20" y="53"/>
                  <a:pt x="20" y="51"/>
                  <a:pt x="19" y="49"/>
                </a:cubicBezTo>
                <a:cubicBezTo>
                  <a:pt x="19" y="48"/>
                  <a:pt x="19" y="48"/>
                  <a:pt x="19" y="48"/>
                </a:cubicBezTo>
                <a:cubicBezTo>
                  <a:pt x="17" y="49"/>
                  <a:pt x="15" y="49"/>
                  <a:pt x="13" y="50"/>
                </a:cubicBezTo>
                <a:cubicBezTo>
                  <a:pt x="13" y="50"/>
                  <a:pt x="13" y="50"/>
                  <a:pt x="13" y="50"/>
                </a:cubicBezTo>
                <a:cubicBezTo>
                  <a:pt x="13" y="51"/>
                  <a:pt x="13" y="52"/>
                  <a:pt x="13" y="53"/>
                </a:cubicBezTo>
                <a:close/>
                <a:moveTo>
                  <a:pt x="64" y="46"/>
                </a:moveTo>
                <a:cubicBezTo>
                  <a:pt x="65" y="45"/>
                  <a:pt x="66" y="45"/>
                  <a:pt x="67" y="45"/>
                </a:cubicBezTo>
                <a:cubicBezTo>
                  <a:pt x="67" y="45"/>
                  <a:pt x="67" y="45"/>
                  <a:pt x="67" y="45"/>
                </a:cubicBezTo>
                <a:cubicBezTo>
                  <a:pt x="67" y="43"/>
                  <a:pt x="66" y="41"/>
                  <a:pt x="66" y="39"/>
                </a:cubicBezTo>
                <a:cubicBezTo>
                  <a:pt x="66" y="38"/>
                  <a:pt x="66" y="38"/>
                  <a:pt x="65" y="38"/>
                </a:cubicBezTo>
                <a:cubicBezTo>
                  <a:pt x="64" y="39"/>
                  <a:pt x="62" y="39"/>
                  <a:pt x="60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60" y="42"/>
                  <a:pt x="60" y="44"/>
                  <a:pt x="61" y="46"/>
                </a:cubicBezTo>
                <a:cubicBezTo>
                  <a:pt x="61" y="46"/>
                  <a:pt x="61" y="46"/>
                  <a:pt x="61" y="46"/>
                </a:cubicBezTo>
                <a:cubicBezTo>
                  <a:pt x="62" y="46"/>
                  <a:pt x="63" y="46"/>
                  <a:pt x="64" y="46"/>
                </a:cubicBezTo>
                <a:close/>
                <a:moveTo>
                  <a:pt x="20" y="67"/>
                </a:moveTo>
                <a:cubicBezTo>
                  <a:pt x="21" y="66"/>
                  <a:pt x="22" y="66"/>
                  <a:pt x="23" y="66"/>
                </a:cubicBezTo>
                <a:cubicBezTo>
                  <a:pt x="23" y="66"/>
                  <a:pt x="23" y="66"/>
                  <a:pt x="23" y="65"/>
                </a:cubicBezTo>
                <a:cubicBezTo>
                  <a:pt x="22" y="64"/>
                  <a:pt x="22" y="62"/>
                  <a:pt x="22" y="60"/>
                </a:cubicBezTo>
                <a:cubicBezTo>
                  <a:pt x="22" y="59"/>
                  <a:pt x="22" y="59"/>
                  <a:pt x="21" y="59"/>
                </a:cubicBezTo>
                <a:cubicBezTo>
                  <a:pt x="19" y="60"/>
                  <a:pt x="17" y="60"/>
                  <a:pt x="15" y="61"/>
                </a:cubicBezTo>
                <a:cubicBezTo>
                  <a:pt x="15" y="61"/>
                  <a:pt x="15" y="61"/>
                  <a:pt x="15" y="61"/>
                </a:cubicBezTo>
                <a:cubicBezTo>
                  <a:pt x="16" y="63"/>
                  <a:pt x="16" y="65"/>
                  <a:pt x="16" y="67"/>
                </a:cubicBezTo>
                <a:cubicBezTo>
                  <a:pt x="16" y="67"/>
                  <a:pt x="17" y="67"/>
                  <a:pt x="17" y="67"/>
                </a:cubicBezTo>
                <a:cubicBezTo>
                  <a:pt x="18" y="67"/>
                  <a:pt x="19" y="67"/>
                  <a:pt x="20" y="67"/>
                </a:cubicBezTo>
                <a:close/>
                <a:moveTo>
                  <a:pt x="62" y="54"/>
                </a:moveTo>
                <a:cubicBezTo>
                  <a:pt x="63" y="55"/>
                  <a:pt x="63" y="56"/>
                  <a:pt x="63" y="57"/>
                </a:cubicBezTo>
                <a:cubicBezTo>
                  <a:pt x="63" y="57"/>
                  <a:pt x="63" y="57"/>
                  <a:pt x="64" y="57"/>
                </a:cubicBezTo>
                <a:cubicBezTo>
                  <a:pt x="65" y="57"/>
                  <a:pt x="67" y="57"/>
                  <a:pt x="69" y="56"/>
                </a:cubicBezTo>
                <a:cubicBezTo>
                  <a:pt x="70" y="56"/>
                  <a:pt x="70" y="56"/>
                  <a:pt x="70" y="56"/>
                </a:cubicBezTo>
                <a:cubicBezTo>
                  <a:pt x="69" y="54"/>
                  <a:pt x="69" y="52"/>
                  <a:pt x="68" y="50"/>
                </a:cubicBezTo>
                <a:cubicBezTo>
                  <a:pt x="68" y="50"/>
                  <a:pt x="68" y="49"/>
                  <a:pt x="68" y="50"/>
                </a:cubicBezTo>
                <a:cubicBezTo>
                  <a:pt x="66" y="50"/>
                  <a:pt x="64" y="50"/>
                  <a:pt x="62" y="51"/>
                </a:cubicBezTo>
                <a:cubicBezTo>
                  <a:pt x="62" y="51"/>
                  <a:pt x="62" y="51"/>
                  <a:pt x="62" y="51"/>
                </a:cubicBezTo>
                <a:cubicBezTo>
                  <a:pt x="62" y="52"/>
                  <a:pt x="62" y="53"/>
                  <a:pt x="62" y="54"/>
                </a:cubicBezTo>
                <a:close/>
                <a:moveTo>
                  <a:pt x="25" y="74"/>
                </a:moveTo>
                <a:cubicBezTo>
                  <a:pt x="24" y="73"/>
                  <a:pt x="24" y="72"/>
                  <a:pt x="24" y="71"/>
                </a:cubicBezTo>
                <a:cubicBezTo>
                  <a:pt x="24" y="71"/>
                  <a:pt x="24" y="70"/>
                  <a:pt x="23" y="71"/>
                </a:cubicBezTo>
                <a:cubicBezTo>
                  <a:pt x="22" y="71"/>
                  <a:pt x="20" y="71"/>
                  <a:pt x="18" y="72"/>
                </a:cubicBezTo>
                <a:cubicBezTo>
                  <a:pt x="17" y="72"/>
                  <a:pt x="17" y="72"/>
                  <a:pt x="17" y="72"/>
                </a:cubicBezTo>
                <a:cubicBezTo>
                  <a:pt x="18" y="74"/>
                  <a:pt x="18" y="76"/>
                  <a:pt x="19" y="78"/>
                </a:cubicBezTo>
                <a:cubicBezTo>
                  <a:pt x="19" y="78"/>
                  <a:pt x="19" y="78"/>
                  <a:pt x="19" y="78"/>
                </a:cubicBezTo>
                <a:cubicBezTo>
                  <a:pt x="21" y="78"/>
                  <a:pt x="23" y="78"/>
                  <a:pt x="25" y="77"/>
                </a:cubicBezTo>
                <a:cubicBezTo>
                  <a:pt x="25" y="77"/>
                  <a:pt x="25" y="77"/>
                  <a:pt x="25" y="77"/>
                </a:cubicBezTo>
                <a:cubicBezTo>
                  <a:pt x="25" y="76"/>
                  <a:pt x="25" y="75"/>
                  <a:pt x="25" y="74"/>
                </a:cubicBezTo>
                <a:close/>
                <a:moveTo>
                  <a:pt x="69" y="68"/>
                </a:moveTo>
                <a:cubicBezTo>
                  <a:pt x="70" y="68"/>
                  <a:pt x="71" y="67"/>
                  <a:pt x="72" y="67"/>
                </a:cubicBezTo>
                <a:cubicBezTo>
                  <a:pt x="72" y="67"/>
                  <a:pt x="72" y="67"/>
                  <a:pt x="72" y="67"/>
                </a:cubicBezTo>
                <a:cubicBezTo>
                  <a:pt x="72" y="65"/>
                  <a:pt x="71" y="63"/>
                  <a:pt x="71" y="61"/>
                </a:cubicBezTo>
                <a:cubicBezTo>
                  <a:pt x="71" y="61"/>
                  <a:pt x="71" y="61"/>
                  <a:pt x="70" y="61"/>
                </a:cubicBezTo>
                <a:cubicBezTo>
                  <a:pt x="68" y="61"/>
                  <a:pt x="66" y="62"/>
                  <a:pt x="65" y="62"/>
                </a:cubicBezTo>
                <a:cubicBezTo>
                  <a:pt x="64" y="62"/>
                  <a:pt x="64" y="62"/>
                  <a:pt x="64" y="62"/>
                </a:cubicBezTo>
                <a:cubicBezTo>
                  <a:pt x="65" y="64"/>
                  <a:pt x="65" y="66"/>
                  <a:pt x="65" y="68"/>
                </a:cubicBezTo>
                <a:cubicBezTo>
                  <a:pt x="65" y="68"/>
                  <a:pt x="66" y="69"/>
                  <a:pt x="66" y="69"/>
                </a:cubicBezTo>
                <a:cubicBezTo>
                  <a:pt x="67" y="68"/>
                  <a:pt x="68" y="68"/>
                  <a:pt x="69" y="6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2" name="Freeform 19">
            <a:extLst>
              <a:ext uri="{FF2B5EF4-FFF2-40B4-BE49-F238E27FC236}">
                <a16:creationId xmlns:a16="http://schemas.microsoft.com/office/drawing/2014/main" id="{BD123BED-18E2-4B58-A621-ED9731CB626A}"/>
              </a:ext>
            </a:extLst>
          </p:cNvPr>
          <p:cNvSpPr>
            <a:spLocks noEditPoints="1"/>
          </p:cNvSpPr>
          <p:nvPr/>
        </p:nvSpPr>
        <p:spPr bwMode="auto">
          <a:xfrm>
            <a:off x="5278475" y="729903"/>
            <a:ext cx="174625" cy="130175"/>
          </a:xfrm>
          <a:custGeom>
            <a:avLst/>
            <a:gdLst>
              <a:gd name="T0" fmla="*/ 29 w 72"/>
              <a:gd name="T1" fmla="*/ 4 h 54"/>
              <a:gd name="T2" fmla="*/ 43 w 72"/>
              <a:gd name="T3" fmla="*/ 1 h 54"/>
              <a:gd name="T4" fmla="*/ 55 w 72"/>
              <a:gd name="T5" fmla="*/ 6 h 54"/>
              <a:gd name="T6" fmla="*/ 69 w 72"/>
              <a:gd name="T7" fmla="*/ 27 h 54"/>
              <a:gd name="T8" fmla="*/ 64 w 72"/>
              <a:gd name="T9" fmla="*/ 44 h 54"/>
              <a:gd name="T10" fmla="*/ 53 w 72"/>
              <a:gd name="T11" fmla="*/ 43 h 54"/>
              <a:gd name="T12" fmla="*/ 50 w 72"/>
              <a:gd name="T13" fmla="*/ 39 h 54"/>
              <a:gd name="T14" fmla="*/ 47 w 72"/>
              <a:gd name="T15" fmla="*/ 36 h 54"/>
              <a:gd name="T16" fmla="*/ 43 w 72"/>
              <a:gd name="T17" fmla="*/ 35 h 54"/>
              <a:gd name="T18" fmla="*/ 28 w 72"/>
              <a:gd name="T19" fmla="*/ 38 h 54"/>
              <a:gd name="T20" fmla="*/ 23 w 72"/>
              <a:gd name="T21" fmla="*/ 42 h 54"/>
              <a:gd name="T22" fmla="*/ 22 w 72"/>
              <a:gd name="T23" fmla="*/ 45 h 54"/>
              <a:gd name="T24" fmla="*/ 15 w 72"/>
              <a:gd name="T25" fmla="*/ 53 h 54"/>
              <a:gd name="T26" fmla="*/ 5 w 72"/>
              <a:gd name="T27" fmla="*/ 52 h 54"/>
              <a:gd name="T28" fmla="*/ 1 w 72"/>
              <a:gd name="T29" fmla="*/ 40 h 54"/>
              <a:gd name="T30" fmla="*/ 6 w 72"/>
              <a:gd name="T31" fmla="*/ 15 h 54"/>
              <a:gd name="T32" fmla="*/ 14 w 72"/>
              <a:gd name="T33" fmla="*/ 7 h 54"/>
              <a:gd name="T34" fmla="*/ 29 w 72"/>
              <a:gd name="T35" fmla="*/ 4 h 54"/>
              <a:gd name="T36" fmla="*/ 21 w 72"/>
              <a:gd name="T37" fmla="*/ 20 h 54"/>
              <a:gd name="T38" fmla="*/ 21 w 72"/>
              <a:gd name="T39" fmla="*/ 20 h 54"/>
              <a:gd name="T40" fmla="*/ 21 w 72"/>
              <a:gd name="T41" fmla="*/ 16 h 54"/>
              <a:gd name="T42" fmla="*/ 17 w 72"/>
              <a:gd name="T43" fmla="*/ 14 h 54"/>
              <a:gd name="T44" fmla="*/ 15 w 72"/>
              <a:gd name="T45" fmla="*/ 17 h 54"/>
              <a:gd name="T46" fmla="*/ 15 w 72"/>
              <a:gd name="T47" fmla="*/ 21 h 54"/>
              <a:gd name="T48" fmla="*/ 15 w 72"/>
              <a:gd name="T49" fmla="*/ 21 h 54"/>
              <a:gd name="T50" fmla="*/ 11 w 72"/>
              <a:gd name="T51" fmla="*/ 22 h 54"/>
              <a:gd name="T52" fmla="*/ 9 w 72"/>
              <a:gd name="T53" fmla="*/ 26 h 54"/>
              <a:gd name="T54" fmla="*/ 12 w 72"/>
              <a:gd name="T55" fmla="*/ 28 h 54"/>
              <a:gd name="T56" fmla="*/ 15 w 72"/>
              <a:gd name="T57" fmla="*/ 28 h 54"/>
              <a:gd name="T58" fmla="*/ 16 w 72"/>
              <a:gd name="T59" fmla="*/ 27 h 54"/>
              <a:gd name="T60" fmla="*/ 17 w 72"/>
              <a:gd name="T61" fmla="*/ 28 h 54"/>
              <a:gd name="T62" fmla="*/ 17 w 72"/>
              <a:gd name="T63" fmla="*/ 32 h 54"/>
              <a:gd name="T64" fmla="*/ 21 w 72"/>
              <a:gd name="T65" fmla="*/ 34 h 54"/>
              <a:gd name="T66" fmla="*/ 23 w 72"/>
              <a:gd name="T67" fmla="*/ 30 h 54"/>
              <a:gd name="T68" fmla="*/ 23 w 72"/>
              <a:gd name="T69" fmla="*/ 27 h 54"/>
              <a:gd name="T70" fmla="*/ 23 w 72"/>
              <a:gd name="T71" fmla="*/ 26 h 54"/>
              <a:gd name="T72" fmla="*/ 23 w 72"/>
              <a:gd name="T73" fmla="*/ 26 h 54"/>
              <a:gd name="T74" fmla="*/ 27 w 72"/>
              <a:gd name="T75" fmla="*/ 26 h 54"/>
              <a:gd name="T76" fmla="*/ 28 w 72"/>
              <a:gd name="T77" fmla="*/ 25 h 54"/>
              <a:gd name="T78" fmla="*/ 29 w 72"/>
              <a:gd name="T79" fmla="*/ 22 h 54"/>
              <a:gd name="T80" fmla="*/ 26 w 72"/>
              <a:gd name="T81" fmla="*/ 19 h 54"/>
              <a:gd name="T82" fmla="*/ 21 w 72"/>
              <a:gd name="T83" fmla="*/ 20 h 54"/>
              <a:gd name="T84" fmla="*/ 56 w 72"/>
              <a:gd name="T85" fmla="*/ 17 h 54"/>
              <a:gd name="T86" fmla="*/ 52 w 72"/>
              <a:gd name="T87" fmla="*/ 14 h 54"/>
              <a:gd name="T88" fmla="*/ 50 w 72"/>
              <a:gd name="T89" fmla="*/ 18 h 54"/>
              <a:gd name="T90" fmla="*/ 53 w 72"/>
              <a:gd name="T91" fmla="*/ 21 h 54"/>
              <a:gd name="T92" fmla="*/ 56 w 72"/>
              <a:gd name="T93" fmla="*/ 17 h 54"/>
              <a:gd name="T94" fmla="*/ 47 w 72"/>
              <a:gd name="T95" fmla="*/ 11 h 54"/>
              <a:gd name="T96" fmla="*/ 44 w 72"/>
              <a:gd name="T97" fmla="*/ 9 h 54"/>
              <a:gd name="T98" fmla="*/ 41 w 72"/>
              <a:gd name="T99" fmla="*/ 12 h 54"/>
              <a:gd name="T100" fmla="*/ 45 w 72"/>
              <a:gd name="T101" fmla="*/ 15 h 54"/>
              <a:gd name="T102" fmla="*/ 47 w 72"/>
              <a:gd name="T103" fmla="*/ 11 h 54"/>
              <a:gd name="T104" fmla="*/ 50 w 72"/>
              <a:gd name="T105" fmla="*/ 25 h 54"/>
              <a:gd name="T106" fmla="*/ 46 w 72"/>
              <a:gd name="T107" fmla="*/ 23 h 54"/>
              <a:gd name="T108" fmla="*/ 44 w 72"/>
              <a:gd name="T109" fmla="*/ 26 h 54"/>
              <a:gd name="T110" fmla="*/ 48 w 72"/>
              <a:gd name="T111" fmla="*/ 29 h 54"/>
              <a:gd name="T112" fmla="*/ 50 w 72"/>
              <a:gd name="T113" fmla="*/ 25 h 54"/>
              <a:gd name="T114" fmla="*/ 42 w 72"/>
              <a:gd name="T115" fmla="*/ 20 h 54"/>
              <a:gd name="T116" fmla="*/ 38 w 72"/>
              <a:gd name="T117" fmla="*/ 17 h 54"/>
              <a:gd name="T118" fmla="*/ 35 w 72"/>
              <a:gd name="T119" fmla="*/ 21 h 54"/>
              <a:gd name="T120" fmla="*/ 39 w 72"/>
              <a:gd name="T121" fmla="*/ 23 h 54"/>
              <a:gd name="T122" fmla="*/ 42 w 72"/>
              <a:gd name="T123" fmla="*/ 20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72" h="54">
                <a:moveTo>
                  <a:pt x="29" y="4"/>
                </a:moveTo>
                <a:cubicBezTo>
                  <a:pt x="34" y="3"/>
                  <a:pt x="38" y="2"/>
                  <a:pt x="43" y="1"/>
                </a:cubicBezTo>
                <a:cubicBezTo>
                  <a:pt x="48" y="0"/>
                  <a:pt x="52" y="2"/>
                  <a:pt x="55" y="6"/>
                </a:cubicBezTo>
                <a:cubicBezTo>
                  <a:pt x="59" y="13"/>
                  <a:pt x="64" y="20"/>
                  <a:pt x="69" y="27"/>
                </a:cubicBezTo>
                <a:cubicBezTo>
                  <a:pt x="72" y="33"/>
                  <a:pt x="70" y="41"/>
                  <a:pt x="64" y="44"/>
                </a:cubicBezTo>
                <a:cubicBezTo>
                  <a:pt x="60" y="45"/>
                  <a:pt x="57" y="45"/>
                  <a:pt x="53" y="43"/>
                </a:cubicBezTo>
                <a:cubicBezTo>
                  <a:pt x="52" y="42"/>
                  <a:pt x="51" y="41"/>
                  <a:pt x="50" y="39"/>
                </a:cubicBezTo>
                <a:cubicBezTo>
                  <a:pt x="50" y="38"/>
                  <a:pt x="48" y="37"/>
                  <a:pt x="47" y="36"/>
                </a:cubicBezTo>
                <a:cubicBezTo>
                  <a:pt x="46" y="35"/>
                  <a:pt x="44" y="35"/>
                  <a:pt x="43" y="35"/>
                </a:cubicBezTo>
                <a:cubicBezTo>
                  <a:pt x="38" y="36"/>
                  <a:pt x="33" y="37"/>
                  <a:pt x="28" y="38"/>
                </a:cubicBezTo>
                <a:cubicBezTo>
                  <a:pt x="25" y="38"/>
                  <a:pt x="24" y="40"/>
                  <a:pt x="23" y="42"/>
                </a:cubicBezTo>
                <a:cubicBezTo>
                  <a:pt x="22" y="43"/>
                  <a:pt x="22" y="44"/>
                  <a:pt x="22" y="45"/>
                </a:cubicBezTo>
                <a:cubicBezTo>
                  <a:pt x="21" y="49"/>
                  <a:pt x="19" y="51"/>
                  <a:pt x="15" y="53"/>
                </a:cubicBezTo>
                <a:cubicBezTo>
                  <a:pt x="12" y="54"/>
                  <a:pt x="8" y="54"/>
                  <a:pt x="5" y="52"/>
                </a:cubicBezTo>
                <a:cubicBezTo>
                  <a:pt x="1" y="49"/>
                  <a:pt x="0" y="45"/>
                  <a:pt x="1" y="40"/>
                </a:cubicBezTo>
                <a:cubicBezTo>
                  <a:pt x="2" y="32"/>
                  <a:pt x="4" y="23"/>
                  <a:pt x="6" y="15"/>
                </a:cubicBezTo>
                <a:cubicBezTo>
                  <a:pt x="7" y="11"/>
                  <a:pt x="10" y="7"/>
                  <a:pt x="14" y="7"/>
                </a:cubicBezTo>
                <a:cubicBezTo>
                  <a:pt x="19" y="6"/>
                  <a:pt x="24" y="5"/>
                  <a:pt x="29" y="4"/>
                </a:cubicBezTo>
                <a:close/>
                <a:moveTo>
                  <a:pt x="21" y="20"/>
                </a:moveTo>
                <a:cubicBezTo>
                  <a:pt x="21" y="20"/>
                  <a:pt x="21" y="20"/>
                  <a:pt x="21" y="20"/>
                </a:cubicBezTo>
                <a:cubicBezTo>
                  <a:pt x="21" y="19"/>
                  <a:pt x="21" y="17"/>
                  <a:pt x="21" y="16"/>
                </a:cubicBezTo>
                <a:cubicBezTo>
                  <a:pt x="20" y="14"/>
                  <a:pt x="19" y="13"/>
                  <a:pt x="17" y="14"/>
                </a:cubicBezTo>
                <a:cubicBezTo>
                  <a:pt x="15" y="14"/>
                  <a:pt x="14" y="15"/>
                  <a:pt x="15" y="17"/>
                </a:cubicBezTo>
                <a:cubicBezTo>
                  <a:pt x="15" y="18"/>
                  <a:pt x="15" y="20"/>
                  <a:pt x="15" y="21"/>
                </a:cubicBezTo>
                <a:cubicBezTo>
                  <a:pt x="15" y="21"/>
                  <a:pt x="15" y="21"/>
                  <a:pt x="15" y="21"/>
                </a:cubicBezTo>
                <a:cubicBezTo>
                  <a:pt x="14" y="22"/>
                  <a:pt x="13" y="22"/>
                  <a:pt x="11" y="22"/>
                </a:cubicBezTo>
                <a:cubicBezTo>
                  <a:pt x="10" y="22"/>
                  <a:pt x="8" y="24"/>
                  <a:pt x="9" y="26"/>
                </a:cubicBezTo>
                <a:cubicBezTo>
                  <a:pt x="9" y="27"/>
                  <a:pt x="11" y="29"/>
                  <a:pt x="12" y="28"/>
                </a:cubicBezTo>
                <a:cubicBezTo>
                  <a:pt x="13" y="28"/>
                  <a:pt x="14" y="28"/>
                  <a:pt x="15" y="28"/>
                </a:cubicBezTo>
                <a:cubicBezTo>
                  <a:pt x="16" y="28"/>
                  <a:pt x="16" y="28"/>
                  <a:pt x="16" y="27"/>
                </a:cubicBezTo>
                <a:cubicBezTo>
                  <a:pt x="17" y="28"/>
                  <a:pt x="17" y="28"/>
                  <a:pt x="17" y="28"/>
                </a:cubicBezTo>
                <a:cubicBezTo>
                  <a:pt x="17" y="29"/>
                  <a:pt x="17" y="30"/>
                  <a:pt x="17" y="32"/>
                </a:cubicBezTo>
                <a:cubicBezTo>
                  <a:pt x="18" y="33"/>
                  <a:pt x="19" y="34"/>
                  <a:pt x="21" y="34"/>
                </a:cubicBezTo>
                <a:cubicBezTo>
                  <a:pt x="23" y="34"/>
                  <a:pt x="24" y="32"/>
                  <a:pt x="23" y="30"/>
                </a:cubicBezTo>
                <a:cubicBezTo>
                  <a:pt x="23" y="29"/>
                  <a:pt x="23" y="28"/>
                  <a:pt x="23" y="27"/>
                </a:cubicBezTo>
                <a:cubicBezTo>
                  <a:pt x="23" y="27"/>
                  <a:pt x="23" y="26"/>
                  <a:pt x="23" y="26"/>
                </a:cubicBezTo>
                <a:cubicBezTo>
                  <a:pt x="23" y="26"/>
                  <a:pt x="23" y="26"/>
                  <a:pt x="23" y="26"/>
                </a:cubicBezTo>
                <a:cubicBezTo>
                  <a:pt x="24" y="26"/>
                  <a:pt x="25" y="26"/>
                  <a:pt x="27" y="26"/>
                </a:cubicBezTo>
                <a:cubicBezTo>
                  <a:pt x="27" y="26"/>
                  <a:pt x="27" y="25"/>
                  <a:pt x="28" y="25"/>
                </a:cubicBezTo>
                <a:cubicBezTo>
                  <a:pt x="29" y="25"/>
                  <a:pt x="30" y="23"/>
                  <a:pt x="29" y="22"/>
                </a:cubicBezTo>
                <a:cubicBezTo>
                  <a:pt x="29" y="20"/>
                  <a:pt x="27" y="19"/>
                  <a:pt x="26" y="19"/>
                </a:cubicBezTo>
                <a:cubicBezTo>
                  <a:pt x="24" y="20"/>
                  <a:pt x="23" y="20"/>
                  <a:pt x="21" y="20"/>
                </a:cubicBezTo>
                <a:close/>
                <a:moveTo>
                  <a:pt x="56" y="17"/>
                </a:moveTo>
                <a:cubicBezTo>
                  <a:pt x="56" y="15"/>
                  <a:pt x="54" y="14"/>
                  <a:pt x="52" y="14"/>
                </a:cubicBezTo>
                <a:cubicBezTo>
                  <a:pt x="51" y="15"/>
                  <a:pt x="49" y="16"/>
                  <a:pt x="50" y="18"/>
                </a:cubicBezTo>
                <a:cubicBezTo>
                  <a:pt x="50" y="20"/>
                  <a:pt x="52" y="21"/>
                  <a:pt x="53" y="21"/>
                </a:cubicBezTo>
                <a:cubicBezTo>
                  <a:pt x="55" y="20"/>
                  <a:pt x="56" y="19"/>
                  <a:pt x="56" y="17"/>
                </a:cubicBezTo>
                <a:close/>
                <a:moveTo>
                  <a:pt x="47" y="11"/>
                </a:moveTo>
                <a:cubicBezTo>
                  <a:pt x="47" y="9"/>
                  <a:pt x="45" y="8"/>
                  <a:pt x="44" y="9"/>
                </a:cubicBezTo>
                <a:cubicBezTo>
                  <a:pt x="42" y="9"/>
                  <a:pt x="41" y="11"/>
                  <a:pt x="41" y="12"/>
                </a:cubicBezTo>
                <a:cubicBezTo>
                  <a:pt x="42" y="14"/>
                  <a:pt x="43" y="15"/>
                  <a:pt x="45" y="15"/>
                </a:cubicBezTo>
                <a:cubicBezTo>
                  <a:pt x="47" y="14"/>
                  <a:pt x="48" y="13"/>
                  <a:pt x="47" y="11"/>
                </a:cubicBezTo>
                <a:close/>
                <a:moveTo>
                  <a:pt x="50" y="25"/>
                </a:moveTo>
                <a:cubicBezTo>
                  <a:pt x="50" y="24"/>
                  <a:pt x="48" y="23"/>
                  <a:pt x="46" y="23"/>
                </a:cubicBezTo>
                <a:cubicBezTo>
                  <a:pt x="45" y="23"/>
                  <a:pt x="44" y="25"/>
                  <a:pt x="44" y="26"/>
                </a:cubicBezTo>
                <a:cubicBezTo>
                  <a:pt x="44" y="28"/>
                  <a:pt x="46" y="29"/>
                  <a:pt x="48" y="29"/>
                </a:cubicBezTo>
                <a:cubicBezTo>
                  <a:pt x="49" y="29"/>
                  <a:pt x="50" y="27"/>
                  <a:pt x="50" y="25"/>
                </a:cubicBezTo>
                <a:close/>
                <a:moveTo>
                  <a:pt x="42" y="20"/>
                </a:moveTo>
                <a:cubicBezTo>
                  <a:pt x="41" y="18"/>
                  <a:pt x="40" y="17"/>
                  <a:pt x="38" y="17"/>
                </a:cubicBezTo>
                <a:cubicBezTo>
                  <a:pt x="36" y="17"/>
                  <a:pt x="35" y="19"/>
                  <a:pt x="35" y="21"/>
                </a:cubicBezTo>
                <a:cubicBezTo>
                  <a:pt x="36" y="22"/>
                  <a:pt x="37" y="24"/>
                  <a:pt x="39" y="23"/>
                </a:cubicBezTo>
                <a:cubicBezTo>
                  <a:pt x="41" y="23"/>
                  <a:pt x="42" y="21"/>
                  <a:pt x="42" y="20"/>
                </a:cubicBez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3" name="Freeform 20">
            <a:extLst>
              <a:ext uri="{FF2B5EF4-FFF2-40B4-BE49-F238E27FC236}">
                <a16:creationId xmlns:a16="http://schemas.microsoft.com/office/drawing/2014/main" id="{661E5833-0D40-4E65-938D-C16A1165113F}"/>
              </a:ext>
            </a:extLst>
          </p:cNvPr>
          <p:cNvSpPr>
            <a:spLocks/>
          </p:cNvSpPr>
          <p:nvPr/>
        </p:nvSpPr>
        <p:spPr bwMode="auto">
          <a:xfrm>
            <a:off x="5259425" y="1045816"/>
            <a:ext cx="3549650" cy="639763"/>
          </a:xfrm>
          <a:custGeom>
            <a:avLst/>
            <a:gdLst>
              <a:gd name="T0" fmla="*/ 1455 w 1474"/>
              <a:gd name="T1" fmla="*/ 30 h 265"/>
              <a:gd name="T2" fmla="*/ 1474 w 1474"/>
              <a:gd name="T3" fmla="*/ 19 h 265"/>
              <a:gd name="T4" fmla="*/ 1444 w 1474"/>
              <a:gd name="T5" fmla="*/ 15 h 265"/>
              <a:gd name="T6" fmla="*/ 43 w 1474"/>
              <a:gd name="T7" fmla="*/ 216 h 265"/>
              <a:gd name="T8" fmla="*/ 0 w 1474"/>
              <a:gd name="T9" fmla="*/ 265 h 265"/>
              <a:gd name="T10" fmla="*/ 15 w 1474"/>
              <a:gd name="T11" fmla="*/ 261 h 265"/>
              <a:gd name="T12" fmla="*/ 1455 w 1474"/>
              <a:gd name="T13" fmla="*/ 30 h 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4" h="265">
                <a:moveTo>
                  <a:pt x="1455" y="30"/>
                </a:moveTo>
                <a:cubicBezTo>
                  <a:pt x="1474" y="19"/>
                  <a:pt x="1474" y="19"/>
                  <a:pt x="1474" y="19"/>
                </a:cubicBezTo>
                <a:cubicBezTo>
                  <a:pt x="1444" y="15"/>
                  <a:pt x="1444" y="15"/>
                  <a:pt x="1444" y="15"/>
                </a:cubicBezTo>
                <a:cubicBezTo>
                  <a:pt x="785" y="9"/>
                  <a:pt x="423" y="17"/>
                  <a:pt x="43" y="216"/>
                </a:cubicBezTo>
                <a:cubicBezTo>
                  <a:pt x="0" y="265"/>
                  <a:pt x="0" y="265"/>
                  <a:pt x="0" y="265"/>
                </a:cubicBezTo>
                <a:cubicBezTo>
                  <a:pt x="15" y="261"/>
                  <a:pt x="15" y="261"/>
                  <a:pt x="15" y="261"/>
                </a:cubicBezTo>
                <a:cubicBezTo>
                  <a:pt x="72" y="208"/>
                  <a:pt x="341" y="0"/>
                  <a:pt x="1455" y="3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4" name="Freeform 21">
            <a:extLst>
              <a:ext uri="{FF2B5EF4-FFF2-40B4-BE49-F238E27FC236}">
                <a16:creationId xmlns:a16="http://schemas.microsoft.com/office/drawing/2014/main" id="{799E7A65-8B09-4893-9CBE-F66488E61B26}"/>
              </a:ext>
            </a:extLst>
          </p:cNvPr>
          <p:cNvSpPr>
            <a:spLocks/>
          </p:cNvSpPr>
          <p:nvPr/>
        </p:nvSpPr>
        <p:spPr bwMode="auto">
          <a:xfrm>
            <a:off x="5124488" y="1285528"/>
            <a:ext cx="1108075" cy="750888"/>
          </a:xfrm>
          <a:custGeom>
            <a:avLst/>
            <a:gdLst>
              <a:gd name="T0" fmla="*/ 1 w 460"/>
              <a:gd name="T1" fmla="*/ 202 h 312"/>
              <a:gd name="T2" fmla="*/ 311 w 460"/>
              <a:gd name="T3" fmla="*/ 312 h 312"/>
              <a:gd name="T4" fmla="*/ 62 w 460"/>
              <a:gd name="T5" fmla="*/ 175 h 312"/>
              <a:gd name="T6" fmla="*/ 460 w 460"/>
              <a:gd name="T7" fmla="*/ 0 h 312"/>
              <a:gd name="T8" fmla="*/ 1 w 460"/>
              <a:gd name="T9" fmla="*/ 202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0" h="312">
                <a:moveTo>
                  <a:pt x="1" y="202"/>
                </a:moveTo>
                <a:cubicBezTo>
                  <a:pt x="0" y="247"/>
                  <a:pt x="75" y="287"/>
                  <a:pt x="311" y="312"/>
                </a:cubicBezTo>
                <a:cubicBezTo>
                  <a:pt x="15" y="268"/>
                  <a:pt x="18" y="217"/>
                  <a:pt x="62" y="175"/>
                </a:cubicBezTo>
                <a:cubicBezTo>
                  <a:pt x="86" y="152"/>
                  <a:pt x="197" y="60"/>
                  <a:pt x="460" y="0"/>
                </a:cubicBezTo>
                <a:cubicBezTo>
                  <a:pt x="258" y="42"/>
                  <a:pt x="1" y="135"/>
                  <a:pt x="1" y="202"/>
                </a:cubicBezTo>
                <a:close/>
              </a:path>
            </a:pathLst>
          </a:custGeom>
          <a:solidFill>
            <a:srgbClr val="4BB4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5" name="Freeform 22">
            <a:extLst>
              <a:ext uri="{FF2B5EF4-FFF2-40B4-BE49-F238E27FC236}">
                <a16:creationId xmlns:a16="http://schemas.microsoft.com/office/drawing/2014/main" id="{B8BD9E4F-64FC-412F-8E8E-08F132BCE06D}"/>
              </a:ext>
            </a:extLst>
          </p:cNvPr>
          <p:cNvSpPr>
            <a:spLocks/>
          </p:cNvSpPr>
          <p:nvPr/>
        </p:nvSpPr>
        <p:spPr bwMode="auto">
          <a:xfrm>
            <a:off x="5556288" y="888653"/>
            <a:ext cx="3257550" cy="495300"/>
          </a:xfrm>
          <a:custGeom>
            <a:avLst/>
            <a:gdLst>
              <a:gd name="T0" fmla="*/ 0 w 1353"/>
              <a:gd name="T1" fmla="*/ 205 h 205"/>
              <a:gd name="T2" fmla="*/ 1347 w 1353"/>
              <a:gd name="T3" fmla="*/ 45 h 205"/>
              <a:gd name="T4" fmla="*/ 1353 w 1353"/>
              <a:gd name="T5" fmla="*/ 29 h 205"/>
              <a:gd name="T6" fmla="*/ 0 w 1353"/>
              <a:gd name="T7" fmla="*/ 205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53" h="205">
                <a:moveTo>
                  <a:pt x="0" y="205"/>
                </a:moveTo>
                <a:cubicBezTo>
                  <a:pt x="362" y="40"/>
                  <a:pt x="949" y="26"/>
                  <a:pt x="1347" y="45"/>
                </a:cubicBezTo>
                <a:cubicBezTo>
                  <a:pt x="1353" y="29"/>
                  <a:pt x="1353" y="29"/>
                  <a:pt x="1353" y="29"/>
                </a:cubicBezTo>
                <a:cubicBezTo>
                  <a:pt x="577" y="0"/>
                  <a:pt x="190" y="111"/>
                  <a:pt x="0" y="20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6" name="Freeform 23">
            <a:extLst>
              <a:ext uri="{FF2B5EF4-FFF2-40B4-BE49-F238E27FC236}">
                <a16:creationId xmlns:a16="http://schemas.microsoft.com/office/drawing/2014/main" id="{8E95A717-4A45-49F4-8440-3D54BA78A165}"/>
              </a:ext>
            </a:extLst>
          </p:cNvPr>
          <p:cNvSpPr>
            <a:spLocks/>
          </p:cNvSpPr>
          <p:nvPr/>
        </p:nvSpPr>
        <p:spPr bwMode="auto">
          <a:xfrm>
            <a:off x="8729700" y="933103"/>
            <a:ext cx="128588" cy="209550"/>
          </a:xfrm>
          <a:custGeom>
            <a:avLst/>
            <a:gdLst>
              <a:gd name="T0" fmla="*/ 48 w 53"/>
              <a:gd name="T1" fmla="*/ 48 h 87"/>
              <a:gd name="T2" fmla="*/ 17 w 53"/>
              <a:gd name="T3" fmla="*/ 85 h 87"/>
              <a:gd name="T4" fmla="*/ 4 w 53"/>
              <a:gd name="T5" fmla="*/ 39 h 87"/>
              <a:gd name="T6" fmla="*/ 35 w 53"/>
              <a:gd name="T7" fmla="*/ 2 h 87"/>
              <a:gd name="T8" fmla="*/ 48 w 53"/>
              <a:gd name="T9" fmla="*/ 48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" h="87">
                <a:moveTo>
                  <a:pt x="48" y="48"/>
                </a:moveTo>
                <a:cubicBezTo>
                  <a:pt x="43" y="71"/>
                  <a:pt x="29" y="87"/>
                  <a:pt x="17" y="85"/>
                </a:cubicBezTo>
                <a:cubicBezTo>
                  <a:pt x="5" y="82"/>
                  <a:pt x="0" y="62"/>
                  <a:pt x="4" y="39"/>
                </a:cubicBezTo>
                <a:cubicBezTo>
                  <a:pt x="9" y="16"/>
                  <a:pt x="23" y="0"/>
                  <a:pt x="35" y="2"/>
                </a:cubicBezTo>
                <a:cubicBezTo>
                  <a:pt x="47" y="5"/>
                  <a:pt x="53" y="26"/>
                  <a:pt x="48" y="4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7" name="Freeform 24">
            <a:extLst>
              <a:ext uri="{FF2B5EF4-FFF2-40B4-BE49-F238E27FC236}">
                <a16:creationId xmlns:a16="http://schemas.microsoft.com/office/drawing/2014/main" id="{51675BE3-B6D7-4FCE-8436-03C2CA5D19C0}"/>
              </a:ext>
            </a:extLst>
          </p:cNvPr>
          <p:cNvSpPr>
            <a:spLocks/>
          </p:cNvSpPr>
          <p:nvPr/>
        </p:nvSpPr>
        <p:spPr bwMode="auto">
          <a:xfrm>
            <a:off x="8774150" y="958503"/>
            <a:ext cx="38100" cy="63500"/>
          </a:xfrm>
          <a:custGeom>
            <a:avLst/>
            <a:gdLst>
              <a:gd name="T0" fmla="*/ 15 w 16"/>
              <a:gd name="T1" fmla="*/ 15 h 26"/>
              <a:gd name="T2" fmla="*/ 6 w 16"/>
              <a:gd name="T3" fmla="*/ 25 h 26"/>
              <a:gd name="T4" fmla="*/ 2 w 16"/>
              <a:gd name="T5" fmla="*/ 12 h 26"/>
              <a:gd name="T6" fmla="*/ 11 w 16"/>
              <a:gd name="T7" fmla="*/ 1 h 26"/>
              <a:gd name="T8" fmla="*/ 15 w 16"/>
              <a:gd name="T9" fmla="*/ 15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" h="26">
                <a:moveTo>
                  <a:pt x="15" y="15"/>
                </a:moveTo>
                <a:cubicBezTo>
                  <a:pt x="13" y="21"/>
                  <a:pt x="9" y="26"/>
                  <a:pt x="6" y="25"/>
                </a:cubicBezTo>
                <a:cubicBezTo>
                  <a:pt x="2" y="25"/>
                  <a:pt x="0" y="19"/>
                  <a:pt x="2" y="12"/>
                </a:cubicBezTo>
                <a:cubicBezTo>
                  <a:pt x="3" y="5"/>
                  <a:pt x="7" y="0"/>
                  <a:pt x="11" y="1"/>
                </a:cubicBezTo>
                <a:cubicBezTo>
                  <a:pt x="14" y="2"/>
                  <a:pt x="16" y="8"/>
                  <a:pt x="15" y="15"/>
                </a:cubicBezTo>
                <a:close/>
              </a:path>
            </a:pathLst>
          </a:custGeom>
          <a:solidFill>
            <a:srgbClr val="FFB4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8" name="Freeform 25">
            <a:extLst>
              <a:ext uri="{FF2B5EF4-FFF2-40B4-BE49-F238E27FC236}">
                <a16:creationId xmlns:a16="http://schemas.microsoft.com/office/drawing/2014/main" id="{D4429E37-0406-41D9-880B-761E8FC1BAC7}"/>
              </a:ext>
            </a:extLst>
          </p:cNvPr>
          <p:cNvSpPr>
            <a:spLocks/>
          </p:cNvSpPr>
          <p:nvPr/>
        </p:nvSpPr>
        <p:spPr bwMode="auto">
          <a:xfrm>
            <a:off x="8799550" y="995016"/>
            <a:ext cx="38100" cy="63500"/>
          </a:xfrm>
          <a:custGeom>
            <a:avLst/>
            <a:gdLst>
              <a:gd name="T0" fmla="*/ 15 w 16"/>
              <a:gd name="T1" fmla="*/ 15 h 26"/>
              <a:gd name="T2" fmla="*/ 6 w 16"/>
              <a:gd name="T3" fmla="*/ 25 h 26"/>
              <a:gd name="T4" fmla="*/ 2 w 16"/>
              <a:gd name="T5" fmla="*/ 12 h 26"/>
              <a:gd name="T6" fmla="*/ 11 w 16"/>
              <a:gd name="T7" fmla="*/ 1 h 26"/>
              <a:gd name="T8" fmla="*/ 15 w 16"/>
              <a:gd name="T9" fmla="*/ 15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" h="26">
                <a:moveTo>
                  <a:pt x="15" y="15"/>
                </a:moveTo>
                <a:cubicBezTo>
                  <a:pt x="13" y="21"/>
                  <a:pt x="9" y="26"/>
                  <a:pt x="6" y="25"/>
                </a:cubicBezTo>
                <a:cubicBezTo>
                  <a:pt x="2" y="25"/>
                  <a:pt x="0" y="19"/>
                  <a:pt x="2" y="12"/>
                </a:cubicBezTo>
                <a:cubicBezTo>
                  <a:pt x="3" y="5"/>
                  <a:pt x="7" y="0"/>
                  <a:pt x="11" y="1"/>
                </a:cubicBezTo>
                <a:cubicBezTo>
                  <a:pt x="14" y="2"/>
                  <a:pt x="16" y="8"/>
                  <a:pt x="15" y="15"/>
                </a:cubicBezTo>
                <a:close/>
              </a:path>
            </a:pathLst>
          </a:custGeom>
          <a:solidFill>
            <a:srgbClr val="FFB4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9" name="Freeform 26">
            <a:extLst>
              <a:ext uri="{FF2B5EF4-FFF2-40B4-BE49-F238E27FC236}">
                <a16:creationId xmlns:a16="http://schemas.microsoft.com/office/drawing/2014/main" id="{AD85CD2D-F666-46CA-BB38-60C1DA29B54B}"/>
              </a:ext>
            </a:extLst>
          </p:cNvPr>
          <p:cNvSpPr>
            <a:spLocks/>
          </p:cNvSpPr>
          <p:nvPr/>
        </p:nvSpPr>
        <p:spPr bwMode="auto">
          <a:xfrm>
            <a:off x="8751925" y="1022003"/>
            <a:ext cx="38100" cy="61913"/>
          </a:xfrm>
          <a:custGeom>
            <a:avLst/>
            <a:gdLst>
              <a:gd name="T0" fmla="*/ 14 w 16"/>
              <a:gd name="T1" fmla="*/ 15 h 26"/>
              <a:gd name="T2" fmla="*/ 5 w 16"/>
              <a:gd name="T3" fmla="*/ 25 h 26"/>
              <a:gd name="T4" fmla="*/ 2 w 16"/>
              <a:gd name="T5" fmla="*/ 12 h 26"/>
              <a:gd name="T6" fmla="*/ 11 w 16"/>
              <a:gd name="T7" fmla="*/ 1 h 26"/>
              <a:gd name="T8" fmla="*/ 14 w 16"/>
              <a:gd name="T9" fmla="*/ 15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" h="26">
                <a:moveTo>
                  <a:pt x="14" y="15"/>
                </a:moveTo>
                <a:cubicBezTo>
                  <a:pt x="13" y="21"/>
                  <a:pt x="9" y="26"/>
                  <a:pt x="5" y="25"/>
                </a:cubicBezTo>
                <a:cubicBezTo>
                  <a:pt x="2" y="25"/>
                  <a:pt x="0" y="19"/>
                  <a:pt x="2" y="12"/>
                </a:cubicBezTo>
                <a:cubicBezTo>
                  <a:pt x="3" y="5"/>
                  <a:pt x="7" y="0"/>
                  <a:pt x="11" y="1"/>
                </a:cubicBezTo>
                <a:cubicBezTo>
                  <a:pt x="14" y="2"/>
                  <a:pt x="16" y="8"/>
                  <a:pt x="14" y="15"/>
                </a:cubicBezTo>
                <a:close/>
              </a:path>
            </a:pathLst>
          </a:custGeom>
          <a:solidFill>
            <a:srgbClr val="FFB4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0" name="Freeform 27">
            <a:extLst>
              <a:ext uri="{FF2B5EF4-FFF2-40B4-BE49-F238E27FC236}">
                <a16:creationId xmlns:a16="http://schemas.microsoft.com/office/drawing/2014/main" id="{2FE5FD23-C084-40B9-A4DE-4D83BB29DB3B}"/>
              </a:ext>
            </a:extLst>
          </p:cNvPr>
          <p:cNvSpPr>
            <a:spLocks/>
          </p:cNvSpPr>
          <p:nvPr/>
        </p:nvSpPr>
        <p:spPr bwMode="auto">
          <a:xfrm>
            <a:off x="8780500" y="1055341"/>
            <a:ext cx="38100" cy="63500"/>
          </a:xfrm>
          <a:custGeom>
            <a:avLst/>
            <a:gdLst>
              <a:gd name="T0" fmla="*/ 15 w 16"/>
              <a:gd name="T1" fmla="*/ 14 h 26"/>
              <a:gd name="T2" fmla="*/ 6 w 16"/>
              <a:gd name="T3" fmla="*/ 25 h 26"/>
              <a:gd name="T4" fmla="*/ 2 w 16"/>
              <a:gd name="T5" fmla="*/ 12 h 26"/>
              <a:gd name="T6" fmla="*/ 11 w 16"/>
              <a:gd name="T7" fmla="*/ 1 h 26"/>
              <a:gd name="T8" fmla="*/ 15 w 16"/>
              <a:gd name="T9" fmla="*/ 14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" h="26">
                <a:moveTo>
                  <a:pt x="15" y="14"/>
                </a:moveTo>
                <a:cubicBezTo>
                  <a:pt x="13" y="21"/>
                  <a:pt x="9" y="26"/>
                  <a:pt x="6" y="25"/>
                </a:cubicBezTo>
                <a:cubicBezTo>
                  <a:pt x="2" y="25"/>
                  <a:pt x="0" y="18"/>
                  <a:pt x="2" y="12"/>
                </a:cubicBezTo>
                <a:cubicBezTo>
                  <a:pt x="3" y="5"/>
                  <a:pt x="7" y="0"/>
                  <a:pt x="11" y="1"/>
                </a:cubicBezTo>
                <a:cubicBezTo>
                  <a:pt x="14" y="2"/>
                  <a:pt x="16" y="8"/>
                  <a:pt x="15" y="14"/>
                </a:cubicBezTo>
                <a:close/>
              </a:path>
            </a:pathLst>
          </a:custGeom>
          <a:solidFill>
            <a:srgbClr val="FFB4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1" name="Freeform 28">
            <a:extLst>
              <a:ext uri="{FF2B5EF4-FFF2-40B4-BE49-F238E27FC236}">
                <a16:creationId xmlns:a16="http://schemas.microsoft.com/office/drawing/2014/main" id="{2812FD00-9131-4F12-AEF7-88396F3A5E7A}"/>
              </a:ext>
            </a:extLst>
          </p:cNvPr>
          <p:cNvSpPr>
            <a:spLocks/>
          </p:cNvSpPr>
          <p:nvPr/>
        </p:nvSpPr>
        <p:spPr bwMode="auto">
          <a:xfrm>
            <a:off x="5383250" y="1277591"/>
            <a:ext cx="3325813" cy="508000"/>
          </a:xfrm>
          <a:custGeom>
            <a:avLst/>
            <a:gdLst>
              <a:gd name="T0" fmla="*/ 10 w 1381"/>
              <a:gd name="T1" fmla="*/ 200 h 211"/>
              <a:gd name="T2" fmla="*/ 0 w 1381"/>
              <a:gd name="T3" fmla="*/ 211 h 211"/>
              <a:gd name="T4" fmla="*/ 1377 w 1381"/>
              <a:gd name="T5" fmla="*/ 31 h 211"/>
              <a:gd name="T6" fmla="*/ 1381 w 1381"/>
              <a:gd name="T7" fmla="*/ 15 h 211"/>
              <a:gd name="T8" fmla="*/ 10 w 1381"/>
              <a:gd name="T9" fmla="*/ 200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81" h="211">
                <a:moveTo>
                  <a:pt x="10" y="200"/>
                </a:moveTo>
                <a:cubicBezTo>
                  <a:pt x="0" y="211"/>
                  <a:pt x="0" y="211"/>
                  <a:pt x="0" y="211"/>
                </a:cubicBezTo>
                <a:cubicBezTo>
                  <a:pt x="179" y="78"/>
                  <a:pt x="684" y="9"/>
                  <a:pt x="1377" y="31"/>
                </a:cubicBezTo>
                <a:cubicBezTo>
                  <a:pt x="1381" y="15"/>
                  <a:pt x="1381" y="15"/>
                  <a:pt x="1381" y="15"/>
                </a:cubicBezTo>
                <a:cubicBezTo>
                  <a:pt x="939" y="0"/>
                  <a:pt x="233" y="23"/>
                  <a:pt x="10" y="20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2" name="Freeform 29">
            <a:extLst>
              <a:ext uri="{FF2B5EF4-FFF2-40B4-BE49-F238E27FC236}">
                <a16:creationId xmlns:a16="http://schemas.microsoft.com/office/drawing/2014/main" id="{4D27EBBC-714A-4350-AC48-45289856FF2F}"/>
              </a:ext>
            </a:extLst>
          </p:cNvPr>
          <p:cNvSpPr>
            <a:spLocks/>
          </p:cNvSpPr>
          <p:nvPr/>
        </p:nvSpPr>
        <p:spPr bwMode="auto">
          <a:xfrm>
            <a:off x="5445163" y="1504603"/>
            <a:ext cx="3106738" cy="474663"/>
          </a:xfrm>
          <a:custGeom>
            <a:avLst/>
            <a:gdLst>
              <a:gd name="T0" fmla="*/ 145 w 1290"/>
              <a:gd name="T1" fmla="*/ 197 h 197"/>
              <a:gd name="T2" fmla="*/ 64 w 1290"/>
              <a:gd name="T3" fmla="*/ 137 h 197"/>
              <a:gd name="T4" fmla="*/ 1280 w 1290"/>
              <a:gd name="T5" fmla="*/ 30 h 197"/>
              <a:gd name="T6" fmla="*/ 1290 w 1290"/>
              <a:gd name="T7" fmla="*/ 9 h 197"/>
              <a:gd name="T8" fmla="*/ 1 w 1290"/>
              <a:gd name="T9" fmla="*/ 138 h 197"/>
              <a:gd name="T10" fmla="*/ 5 w 1290"/>
              <a:gd name="T11" fmla="*/ 137 h 197"/>
              <a:gd name="T12" fmla="*/ 0 w 1290"/>
              <a:gd name="T13" fmla="*/ 151 h 197"/>
              <a:gd name="T14" fmla="*/ 145 w 1290"/>
              <a:gd name="T15" fmla="*/ 197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90" h="197">
                <a:moveTo>
                  <a:pt x="145" y="197"/>
                </a:moveTo>
                <a:cubicBezTo>
                  <a:pt x="106" y="187"/>
                  <a:pt x="24" y="163"/>
                  <a:pt x="64" y="137"/>
                </a:cubicBezTo>
                <a:cubicBezTo>
                  <a:pt x="115" y="104"/>
                  <a:pt x="301" y="14"/>
                  <a:pt x="1280" y="30"/>
                </a:cubicBezTo>
                <a:cubicBezTo>
                  <a:pt x="1290" y="9"/>
                  <a:pt x="1290" y="9"/>
                  <a:pt x="1290" y="9"/>
                </a:cubicBezTo>
                <a:cubicBezTo>
                  <a:pt x="430" y="0"/>
                  <a:pt x="35" y="73"/>
                  <a:pt x="1" y="138"/>
                </a:cubicBezTo>
                <a:cubicBezTo>
                  <a:pt x="1" y="138"/>
                  <a:pt x="5" y="137"/>
                  <a:pt x="5" y="137"/>
                </a:cubicBezTo>
                <a:cubicBezTo>
                  <a:pt x="0" y="151"/>
                  <a:pt x="0" y="151"/>
                  <a:pt x="0" y="151"/>
                </a:cubicBezTo>
                <a:cubicBezTo>
                  <a:pt x="15" y="167"/>
                  <a:pt x="68" y="179"/>
                  <a:pt x="145" y="19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3" name="Freeform 30">
            <a:extLst>
              <a:ext uri="{FF2B5EF4-FFF2-40B4-BE49-F238E27FC236}">
                <a16:creationId xmlns:a16="http://schemas.microsoft.com/office/drawing/2014/main" id="{88C555BE-7364-4B7B-8D73-C9289059775B}"/>
              </a:ext>
            </a:extLst>
          </p:cNvPr>
          <p:cNvSpPr>
            <a:spLocks/>
          </p:cNvSpPr>
          <p:nvPr/>
        </p:nvSpPr>
        <p:spPr bwMode="auto">
          <a:xfrm>
            <a:off x="5437225" y="1607791"/>
            <a:ext cx="1200150" cy="381000"/>
          </a:xfrm>
          <a:custGeom>
            <a:avLst/>
            <a:gdLst>
              <a:gd name="T0" fmla="*/ 3 w 498"/>
              <a:gd name="T1" fmla="*/ 99 h 158"/>
              <a:gd name="T2" fmla="*/ 2 w 498"/>
              <a:gd name="T3" fmla="*/ 100 h 158"/>
              <a:gd name="T4" fmla="*/ 2 w 498"/>
              <a:gd name="T5" fmla="*/ 101 h 158"/>
              <a:gd name="T6" fmla="*/ 152 w 498"/>
              <a:gd name="T7" fmla="*/ 158 h 158"/>
              <a:gd name="T8" fmla="*/ 71 w 498"/>
              <a:gd name="T9" fmla="*/ 99 h 158"/>
              <a:gd name="T10" fmla="*/ 498 w 498"/>
              <a:gd name="T11" fmla="*/ 6 h 158"/>
              <a:gd name="T12" fmla="*/ 498 w 498"/>
              <a:gd name="T13" fmla="*/ 4 h 158"/>
              <a:gd name="T14" fmla="*/ 3 w 498"/>
              <a:gd name="T15" fmla="*/ 99 h 1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98" h="158">
                <a:moveTo>
                  <a:pt x="3" y="99"/>
                </a:moveTo>
                <a:cubicBezTo>
                  <a:pt x="3" y="99"/>
                  <a:pt x="2" y="100"/>
                  <a:pt x="2" y="100"/>
                </a:cubicBezTo>
                <a:cubicBezTo>
                  <a:pt x="2" y="100"/>
                  <a:pt x="2" y="101"/>
                  <a:pt x="2" y="101"/>
                </a:cubicBezTo>
                <a:cubicBezTo>
                  <a:pt x="0" y="123"/>
                  <a:pt x="58" y="136"/>
                  <a:pt x="152" y="158"/>
                </a:cubicBezTo>
                <a:cubicBezTo>
                  <a:pt x="113" y="148"/>
                  <a:pt x="31" y="124"/>
                  <a:pt x="71" y="99"/>
                </a:cubicBezTo>
                <a:cubicBezTo>
                  <a:pt x="102" y="78"/>
                  <a:pt x="210" y="24"/>
                  <a:pt x="498" y="6"/>
                </a:cubicBezTo>
                <a:cubicBezTo>
                  <a:pt x="498" y="6"/>
                  <a:pt x="498" y="0"/>
                  <a:pt x="498" y="4"/>
                </a:cubicBezTo>
                <a:cubicBezTo>
                  <a:pt x="397" y="8"/>
                  <a:pt x="18" y="50"/>
                  <a:pt x="3" y="99"/>
                </a:cubicBezTo>
                <a:close/>
              </a:path>
            </a:pathLst>
          </a:custGeom>
          <a:solidFill>
            <a:srgbClr val="FFC4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4" name="Freeform 31">
            <a:extLst>
              <a:ext uri="{FF2B5EF4-FFF2-40B4-BE49-F238E27FC236}">
                <a16:creationId xmlns:a16="http://schemas.microsoft.com/office/drawing/2014/main" id="{B4DC6AAC-EC71-4E5B-8EFD-D133DE11594C}"/>
              </a:ext>
            </a:extLst>
          </p:cNvPr>
          <p:cNvSpPr>
            <a:spLocks/>
          </p:cNvSpPr>
          <p:nvPr/>
        </p:nvSpPr>
        <p:spPr bwMode="auto">
          <a:xfrm>
            <a:off x="8513800" y="1441103"/>
            <a:ext cx="93663" cy="157163"/>
          </a:xfrm>
          <a:custGeom>
            <a:avLst/>
            <a:gdLst>
              <a:gd name="T0" fmla="*/ 36 w 39"/>
              <a:gd name="T1" fmla="*/ 36 h 65"/>
              <a:gd name="T2" fmla="*/ 13 w 39"/>
              <a:gd name="T3" fmla="*/ 63 h 65"/>
              <a:gd name="T4" fmla="*/ 4 w 39"/>
              <a:gd name="T5" fmla="*/ 29 h 65"/>
              <a:gd name="T6" fmla="*/ 26 w 39"/>
              <a:gd name="T7" fmla="*/ 2 h 65"/>
              <a:gd name="T8" fmla="*/ 36 w 39"/>
              <a:gd name="T9" fmla="*/ 36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" h="65">
                <a:moveTo>
                  <a:pt x="36" y="36"/>
                </a:moveTo>
                <a:cubicBezTo>
                  <a:pt x="32" y="53"/>
                  <a:pt x="22" y="65"/>
                  <a:pt x="13" y="63"/>
                </a:cubicBezTo>
                <a:cubicBezTo>
                  <a:pt x="4" y="61"/>
                  <a:pt x="0" y="46"/>
                  <a:pt x="4" y="29"/>
                </a:cubicBezTo>
                <a:cubicBezTo>
                  <a:pt x="7" y="12"/>
                  <a:pt x="17" y="0"/>
                  <a:pt x="26" y="2"/>
                </a:cubicBezTo>
                <a:cubicBezTo>
                  <a:pt x="35" y="4"/>
                  <a:pt x="39" y="19"/>
                  <a:pt x="36" y="36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5" name="Freeform 32">
            <a:extLst>
              <a:ext uri="{FF2B5EF4-FFF2-40B4-BE49-F238E27FC236}">
                <a16:creationId xmlns:a16="http://schemas.microsoft.com/office/drawing/2014/main" id="{C9397A61-BB52-481E-A53B-B543B7004B90}"/>
              </a:ext>
            </a:extLst>
          </p:cNvPr>
          <p:cNvSpPr>
            <a:spLocks/>
          </p:cNvSpPr>
          <p:nvPr/>
        </p:nvSpPr>
        <p:spPr bwMode="auto">
          <a:xfrm>
            <a:off x="8534438" y="1474441"/>
            <a:ext cx="53975" cy="90488"/>
          </a:xfrm>
          <a:custGeom>
            <a:avLst/>
            <a:gdLst>
              <a:gd name="T0" fmla="*/ 20 w 22"/>
              <a:gd name="T1" fmla="*/ 20 h 37"/>
              <a:gd name="T2" fmla="*/ 7 w 22"/>
              <a:gd name="T3" fmla="*/ 36 h 37"/>
              <a:gd name="T4" fmla="*/ 2 w 22"/>
              <a:gd name="T5" fmla="*/ 17 h 37"/>
              <a:gd name="T6" fmla="*/ 14 w 22"/>
              <a:gd name="T7" fmla="*/ 1 h 37"/>
              <a:gd name="T8" fmla="*/ 20 w 22"/>
              <a:gd name="T9" fmla="*/ 2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" h="37">
                <a:moveTo>
                  <a:pt x="20" y="20"/>
                </a:moveTo>
                <a:cubicBezTo>
                  <a:pt x="18" y="30"/>
                  <a:pt x="12" y="37"/>
                  <a:pt x="7" y="36"/>
                </a:cubicBezTo>
                <a:cubicBezTo>
                  <a:pt x="2" y="35"/>
                  <a:pt x="0" y="26"/>
                  <a:pt x="2" y="17"/>
                </a:cubicBezTo>
                <a:cubicBezTo>
                  <a:pt x="4" y="7"/>
                  <a:pt x="9" y="0"/>
                  <a:pt x="14" y="1"/>
                </a:cubicBezTo>
                <a:cubicBezTo>
                  <a:pt x="19" y="2"/>
                  <a:pt x="22" y="11"/>
                  <a:pt x="20" y="20"/>
                </a:cubicBez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6" name="Freeform 33">
            <a:extLst>
              <a:ext uri="{FF2B5EF4-FFF2-40B4-BE49-F238E27FC236}">
                <a16:creationId xmlns:a16="http://schemas.microsoft.com/office/drawing/2014/main" id="{C504741D-C260-4260-A33B-19186FB8B861}"/>
              </a:ext>
            </a:extLst>
          </p:cNvPr>
          <p:cNvSpPr>
            <a:spLocks/>
          </p:cNvSpPr>
          <p:nvPr/>
        </p:nvSpPr>
        <p:spPr bwMode="auto">
          <a:xfrm>
            <a:off x="5556288" y="1147416"/>
            <a:ext cx="3176588" cy="465138"/>
          </a:xfrm>
          <a:custGeom>
            <a:avLst/>
            <a:gdLst>
              <a:gd name="T0" fmla="*/ 0 w 1319"/>
              <a:gd name="T1" fmla="*/ 193 h 193"/>
              <a:gd name="T2" fmla="*/ 1297 w 1319"/>
              <a:gd name="T3" fmla="*/ 44 h 193"/>
              <a:gd name="T4" fmla="*/ 1316 w 1319"/>
              <a:gd name="T5" fmla="*/ 43 h 193"/>
              <a:gd name="T6" fmla="*/ 1319 w 1319"/>
              <a:gd name="T7" fmla="*/ 27 h 193"/>
              <a:gd name="T8" fmla="*/ 0 w 1319"/>
              <a:gd name="T9" fmla="*/ 193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19" h="193">
                <a:moveTo>
                  <a:pt x="0" y="193"/>
                </a:moveTo>
                <a:cubicBezTo>
                  <a:pt x="383" y="27"/>
                  <a:pt x="959" y="33"/>
                  <a:pt x="1297" y="44"/>
                </a:cubicBezTo>
                <a:cubicBezTo>
                  <a:pt x="1316" y="43"/>
                  <a:pt x="1316" y="43"/>
                  <a:pt x="1316" y="43"/>
                </a:cubicBezTo>
                <a:cubicBezTo>
                  <a:pt x="1319" y="27"/>
                  <a:pt x="1319" y="27"/>
                  <a:pt x="1319" y="27"/>
                </a:cubicBezTo>
                <a:cubicBezTo>
                  <a:pt x="575" y="0"/>
                  <a:pt x="168" y="109"/>
                  <a:pt x="0" y="193"/>
                </a:cubicBezTo>
                <a:close/>
              </a:path>
            </a:pathLst>
          </a:custGeom>
          <a:solidFill>
            <a:srgbClr val="4BB4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7" name="Freeform 34">
            <a:extLst>
              <a:ext uri="{FF2B5EF4-FFF2-40B4-BE49-F238E27FC236}">
                <a16:creationId xmlns:a16="http://schemas.microsoft.com/office/drawing/2014/main" id="{2407AA08-1926-48E3-84A2-AB0A040313FD}"/>
              </a:ext>
            </a:extLst>
          </p:cNvPr>
          <p:cNvSpPr>
            <a:spLocks/>
          </p:cNvSpPr>
          <p:nvPr/>
        </p:nvSpPr>
        <p:spPr bwMode="auto">
          <a:xfrm>
            <a:off x="8659850" y="1183928"/>
            <a:ext cx="114300" cy="190500"/>
          </a:xfrm>
          <a:custGeom>
            <a:avLst/>
            <a:gdLst>
              <a:gd name="T0" fmla="*/ 43 w 47"/>
              <a:gd name="T1" fmla="*/ 44 h 79"/>
              <a:gd name="T2" fmla="*/ 16 w 47"/>
              <a:gd name="T3" fmla="*/ 77 h 79"/>
              <a:gd name="T4" fmla="*/ 4 w 47"/>
              <a:gd name="T5" fmla="*/ 36 h 79"/>
              <a:gd name="T6" fmla="*/ 31 w 47"/>
              <a:gd name="T7" fmla="*/ 3 h 79"/>
              <a:gd name="T8" fmla="*/ 43 w 47"/>
              <a:gd name="T9" fmla="*/ 44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7" h="79">
                <a:moveTo>
                  <a:pt x="43" y="44"/>
                </a:moveTo>
                <a:cubicBezTo>
                  <a:pt x="38" y="64"/>
                  <a:pt x="26" y="79"/>
                  <a:pt x="16" y="77"/>
                </a:cubicBezTo>
                <a:cubicBezTo>
                  <a:pt x="5" y="74"/>
                  <a:pt x="0" y="56"/>
                  <a:pt x="4" y="36"/>
                </a:cubicBezTo>
                <a:cubicBezTo>
                  <a:pt x="9" y="15"/>
                  <a:pt x="21" y="0"/>
                  <a:pt x="31" y="3"/>
                </a:cubicBezTo>
                <a:cubicBezTo>
                  <a:pt x="42" y="5"/>
                  <a:pt x="47" y="23"/>
                  <a:pt x="43" y="44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8" name="Freeform 35">
            <a:extLst>
              <a:ext uri="{FF2B5EF4-FFF2-40B4-BE49-F238E27FC236}">
                <a16:creationId xmlns:a16="http://schemas.microsoft.com/office/drawing/2014/main" id="{D0CB5DCD-4983-495A-A265-4870C891A3EA}"/>
              </a:ext>
            </a:extLst>
          </p:cNvPr>
          <p:cNvSpPr>
            <a:spLocks/>
          </p:cNvSpPr>
          <p:nvPr/>
        </p:nvSpPr>
        <p:spPr bwMode="auto">
          <a:xfrm>
            <a:off x="8683663" y="1226791"/>
            <a:ext cx="65088" cy="106363"/>
          </a:xfrm>
          <a:custGeom>
            <a:avLst/>
            <a:gdLst>
              <a:gd name="T0" fmla="*/ 24 w 27"/>
              <a:gd name="T1" fmla="*/ 24 h 44"/>
              <a:gd name="T2" fmla="*/ 9 w 27"/>
              <a:gd name="T3" fmla="*/ 42 h 44"/>
              <a:gd name="T4" fmla="*/ 3 w 27"/>
              <a:gd name="T5" fmla="*/ 19 h 44"/>
              <a:gd name="T6" fmla="*/ 18 w 27"/>
              <a:gd name="T7" fmla="*/ 1 h 44"/>
              <a:gd name="T8" fmla="*/ 24 w 27"/>
              <a:gd name="T9" fmla="*/ 2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" h="44">
                <a:moveTo>
                  <a:pt x="24" y="24"/>
                </a:moveTo>
                <a:cubicBezTo>
                  <a:pt x="22" y="35"/>
                  <a:pt x="15" y="44"/>
                  <a:pt x="9" y="42"/>
                </a:cubicBezTo>
                <a:cubicBezTo>
                  <a:pt x="3" y="41"/>
                  <a:pt x="0" y="31"/>
                  <a:pt x="3" y="19"/>
                </a:cubicBezTo>
                <a:cubicBezTo>
                  <a:pt x="5" y="8"/>
                  <a:pt x="12" y="0"/>
                  <a:pt x="18" y="1"/>
                </a:cubicBezTo>
                <a:cubicBezTo>
                  <a:pt x="24" y="2"/>
                  <a:pt x="27" y="12"/>
                  <a:pt x="24" y="24"/>
                </a:cubicBezTo>
                <a:close/>
              </a:path>
            </a:pathLst>
          </a:custGeom>
          <a:solidFill>
            <a:srgbClr val="4BB4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9" name="Freeform 36">
            <a:extLst>
              <a:ext uri="{FF2B5EF4-FFF2-40B4-BE49-F238E27FC236}">
                <a16:creationId xmlns:a16="http://schemas.microsoft.com/office/drawing/2014/main" id="{51A543FC-0F7E-496E-810F-0989D03C0DB8}"/>
              </a:ext>
            </a:extLst>
          </p:cNvPr>
          <p:cNvSpPr>
            <a:spLocks/>
          </p:cNvSpPr>
          <p:nvPr/>
        </p:nvSpPr>
        <p:spPr bwMode="auto">
          <a:xfrm>
            <a:off x="5630900" y="1915766"/>
            <a:ext cx="349250" cy="241300"/>
          </a:xfrm>
          <a:custGeom>
            <a:avLst/>
            <a:gdLst>
              <a:gd name="T0" fmla="*/ 0 w 220"/>
              <a:gd name="T1" fmla="*/ 96 h 152"/>
              <a:gd name="T2" fmla="*/ 180 w 220"/>
              <a:gd name="T3" fmla="*/ 0 h 152"/>
              <a:gd name="T4" fmla="*/ 220 w 220"/>
              <a:gd name="T5" fmla="*/ 41 h 152"/>
              <a:gd name="T6" fmla="*/ 24 w 220"/>
              <a:gd name="T7" fmla="*/ 152 h 152"/>
              <a:gd name="T8" fmla="*/ 0 w 220"/>
              <a:gd name="T9" fmla="*/ 96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0" h="152">
                <a:moveTo>
                  <a:pt x="0" y="96"/>
                </a:moveTo>
                <a:lnTo>
                  <a:pt x="180" y="0"/>
                </a:lnTo>
                <a:lnTo>
                  <a:pt x="220" y="41"/>
                </a:lnTo>
                <a:lnTo>
                  <a:pt x="24" y="152"/>
                </a:lnTo>
                <a:lnTo>
                  <a:pt x="0" y="96"/>
                </a:lnTo>
                <a:close/>
              </a:path>
            </a:pathLst>
          </a:custGeom>
          <a:solidFill>
            <a:srgbClr val="005EB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0" name="Freeform 37">
            <a:extLst>
              <a:ext uri="{FF2B5EF4-FFF2-40B4-BE49-F238E27FC236}">
                <a16:creationId xmlns:a16="http://schemas.microsoft.com/office/drawing/2014/main" id="{8D93614E-7221-415D-8893-13BE7CEFF984}"/>
              </a:ext>
            </a:extLst>
          </p:cNvPr>
          <p:cNvSpPr>
            <a:spLocks/>
          </p:cNvSpPr>
          <p:nvPr/>
        </p:nvSpPr>
        <p:spPr bwMode="auto">
          <a:xfrm>
            <a:off x="5970625" y="426691"/>
            <a:ext cx="374650" cy="153988"/>
          </a:xfrm>
          <a:custGeom>
            <a:avLst/>
            <a:gdLst>
              <a:gd name="T0" fmla="*/ 156 w 156"/>
              <a:gd name="T1" fmla="*/ 0 h 64"/>
              <a:gd name="T2" fmla="*/ 0 w 156"/>
              <a:gd name="T3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56" h="64">
                <a:moveTo>
                  <a:pt x="156" y="0"/>
                </a:moveTo>
                <a:cubicBezTo>
                  <a:pt x="105" y="13"/>
                  <a:pt x="29" y="45"/>
                  <a:pt x="0" y="64"/>
                </a:cubicBezTo>
              </a:path>
            </a:pathLst>
          </a:custGeom>
          <a:noFill/>
          <a:ln w="19050" cap="rnd">
            <a:solidFill>
              <a:srgbClr val="58C1EB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1" name="Freeform 38">
            <a:extLst>
              <a:ext uri="{FF2B5EF4-FFF2-40B4-BE49-F238E27FC236}">
                <a16:creationId xmlns:a16="http://schemas.microsoft.com/office/drawing/2014/main" id="{E53172CA-78C7-4FB0-8EAA-D5E1D952E8CD}"/>
              </a:ext>
            </a:extLst>
          </p:cNvPr>
          <p:cNvSpPr>
            <a:spLocks/>
          </p:cNvSpPr>
          <p:nvPr/>
        </p:nvSpPr>
        <p:spPr bwMode="auto">
          <a:xfrm>
            <a:off x="6962813" y="233016"/>
            <a:ext cx="722313" cy="404813"/>
          </a:xfrm>
          <a:custGeom>
            <a:avLst/>
            <a:gdLst>
              <a:gd name="T0" fmla="*/ 0 w 455"/>
              <a:gd name="T1" fmla="*/ 88 h 255"/>
              <a:gd name="T2" fmla="*/ 426 w 455"/>
              <a:gd name="T3" fmla="*/ 0 h 255"/>
              <a:gd name="T4" fmla="*/ 455 w 455"/>
              <a:gd name="T5" fmla="*/ 91 h 255"/>
              <a:gd name="T6" fmla="*/ 51 w 455"/>
              <a:gd name="T7" fmla="*/ 255 h 255"/>
              <a:gd name="T8" fmla="*/ 0 w 455"/>
              <a:gd name="T9" fmla="*/ 88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5" h="255">
                <a:moveTo>
                  <a:pt x="0" y="88"/>
                </a:moveTo>
                <a:lnTo>
                  <a:pt x="426" y="0"/>
                </a:lnTo>
                <a:lnTo>
                  <a:pt x="455" y="91"/>
                </a:lnTo>
                <a:lnTo>
                  <a:pt x="51" y="255"/>
                </a:lnTo>
                <a:lnTo>
                  <a:pt x="0" y="88"/>
                </a:ln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2" name="Freeform 39">
            <a:extLst>
              <a:ext uri="{FF2B5EF4-FFF2-40B4-BE49-F238E27FC236}">
                <a16:creationId xmlns:a16="http://schemas.microsoft.com/office/drawing/2014/main" id="{15C8C395-2A01-4FAA-93A1-E252633C147F}"/>
              </a:ext>
            </a:extLst>
          </p:cNvPr>
          <p:cNvSpPr>
            <a:spLocks/>
          </p:cNvSpPr>
          <p:nvPr/>
        </p:nvSpPr>
        <p:spPr bwMode="auto">
          <a:xfrm>
            <a:off x="7062825" y="233016"/>
            <a:ext cx="576263" cy="114300"/>
          </a:xfrm>
          <a:custGeom>
            <a:avLst/>
            <a:gdLst>
              <a:gd name="T0" fmla="*/ 363 w 363"/>
              <a:gd name="T1" fmla="*/ 0 h 72"/>
              <a:gd name="T2" fmla="*/ 0 w 363"/>
              <a:gd name="T3" fmla="*/ 72 h 72"/>
              <a:gd name="T4" fmla="*/ 363 w 363"/>
              <a:gd name="T5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3" h="72">
                <a:moveTo>
                  <a:pt x="363" y="0"/>
                </a:moveTo>
                <a:lnTo>
                  <a:pt x="0" y="72"/>
                </a:lnTo>
                <a:lnTo>
                  <a:pt x="36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3" name="Line 40">
            <a:extLst>
              <a:ext uri="{FF2B5EF4-FFF2-40B4-BE49-F238E27FC236}">
                <a16:creationId xmlns:a16="http://schemas.microsoft.com/office/drawing/2014/main" id="{A1C37115-1C6F-4F55-9180-8A81C14377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62825" y="233016"/>
            <a:ext cx="576263" cy="114300"/>
          </a:xfrm>
          <a:prstGeom prst="line">
            <a:avLst/>
          </a:prstGeom>
          <a:noFill/>
          <a:ln w="19050" cap="flat">
            <a:solidFill>
              <a:srgbClr val="F4AAB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4" name="Freeform 41">
            <a:extLst>
              <a:ext uri="{FF2B5EF4-FFF2-40B4-BE49-F238E27FC236}">
                <a16:creationId xmlns:a16="http://schemas.microsoft.com/office/drawing/2014/main" id="{A5808544-C410-4EBF-ACF3-A178A281E89A}"/>
              </a:ext>
            </a:extLst>
          </p:cNvPr>
          <p:cNvSpPr>
            <a:spLocks/>
          </p:cNvSpPr>
          <p:nvPr/>
        </p:nvSpPr>
        <p:spPr bwMode="auto">
          <a:xfrm>
            <a:off x="7167600" y="377478"/>
            <a:ext cx="458788" cy="176213"/>
          </a:xfrm>
          <a:custGeom>
            <a:avLst/>
            <a:gdLst>
              <a:gd name="T0" fmla="*/ 21 w 191"/>
              <a:gd name="T1" fmla="*/ 73 h 73"/>
              <a:gd name="T2" fmla="*/ 0 w 191"/>
              <a:gd name="T3" fmla="*/ 36 h 73"/>
              <a:gd name="T4" fmla="*/ 69 w 191"/>
              <a:gd name="T5" fmla="*/ 32 h 73"/>
              <a:gd name="T6" fmla="*/ 134 w 191"/>
              <a:gd name="T7" fmla="*/ 12 h 73"/>
              <a:gd name="T8" fmla="*/ 191 w 191"/>
              <a:gd name="T9" fmla="*/ 5 h 73"/>
              <a:gd name="T10" fmla="*/ 21 w 191"/>
              <a:gd name="T11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1" h="73">
                <a:moveTo>
                  <a:pt x="21" y="73"/>
                </a:moveTo>
                <a:cubicBezTo>
                  <a:pt x="0" y="36"/>
                  <a:pt x="0" y="36"/>
                  <a:pt x="0" y="36"/>
                </a:cubicBezTo>
                <a:cubicBezTo>
                  <a:pt x="0" y="36"/>
                  <a:pt x="73" y="1"/>
                  <a:pt x="69" y="32"/>
                </a:cubicBezTo>
                <a:cubicBezTo>
                  <a:pt x="64" y="64"/>
                  <a:pt x="117" y="23"/>
                  <a:pt x="134" y="12"/>
                </a:cubicBezTo>
                <a:cubicBezTo>
                  <a:pt x="150" y="0"/>
                  <a:pt x="172" y="11"/>
                  <a:pt x="191" y="5"/>
                </a:cubicBezTo>
                <a:lnTo>
                  <a:pt x="21" y="7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5" name="Freeform 42">
            <a:extLst>
              <a:ext uri="{FF2B5EF4-FFF2-40B4-BE49-F238E27FC236}">
                <a16:creationId xmlns:a16="http://schemas.microsoft.com/office/drawing/2014/main" id="{D6E473D2-9982-411D-A0D1-E553DD0B2BFE}"/>
              </a:ext>
            </a:extLst>
          </p:cNvPr>
          <p:cNvSpPr>
            <a:spLocks/>
          </p:cNvSpPr>
          <p:nvPr/>
        </p:nvSpPr>
        <p:spPr bwMode="auto">
          <a:xfrm>
            <a:off x="7647025" y="213966"/>
            <a:ext cx="184150" cy="125413"/>
          </a:xfrm>
          <a:custGeom>
            <a:avLst/>
            <a:gdLst>
              <a:gd name="T0" fmla="*/ 0 w 77"/>
              <a:gd name="T1" fmla="*/ 17 h 52"/>
              <a:gd name="T2" fmla="*/ 19 w 77"/>
              <a:gd name="T3" fmla="*/ 13 h 52"/>
              <a:gd name="T4" fmla="*/ 58 w 77"/>
              <a:gd name="T5" fmla="*/ 1 h 52"/>
              <a:gd name="T6" fmla="*/ 77 w 77"/>
              <a:gd name="T7" fmla="*/ 25 h 52"/>
              <a:gd name="T8" fmla="*/ 66 w 77"/>
              <a:gd name="T9" fmla="*/ 50 h 52"/>
              <a:gd name="T10" fmla="*/ 39 w 77"/>
              <a:gd name="T11" fmla="*/ 49 h 52"/>
              <a:gd name="T12" fmla="*/ 36 w 77"/>
              <a:gd name="T13" fmla="*/ 43 h 52"/>
              <a:gd name="T14" fmla="*/ 10 w 77"/>
              <a:gd name="T15" fmla="*/ 49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7" h="52">
                <a:moveTo>
                  <a:pt x="0" y="17"/>
                </a:moveTo>
                <a:cubicBezTo>
                  <a:pt x="19" y="13"/>
                  <a:pt x="19" y="13"/>
                  <a:pt x="19" y="13"/>
                </a:cubicBezTo>
                <a:cubicBezTo>
                  <a:pt x="19" y="13"/>
                  <a:pt x="51" y="0"/>
                  <a:pt x="58" y="1"/>
                </a:cubicBezTo>
                <a:cubicBezTo>
                  <a:pt x="64" y="3"/>
                  <a:pt x="77" y="18"/>
                  <a:pt x="77" y="25"/>
                </a:cubicBezTo>
                <a:cubicBezTo>
                  <a:pt x="77" y="31"/>
                  <a:pt x="69" y="49"/>
                  <a:pt x="66" y="50"/>
                </a:cubicBezTo>
                <a:cubicBezTo>
                  <a:pt x="62" y="52"/>
                  <a:pt x="42" y="50"/>
                  <a:pt x="39" y="49"/>
                </a:cubicBezTo>
                <a:cubicBezTo>
                  <a:pt x="36" y="48"/>
                  <a:pt x="36" y="43"/>
                  <a:pt x="36" y="43"/>
                </a:cubicBezTo>
                <a:cubicBezTo>
                  <a:pt x="10" y="49"/>
                  <a:pt x="10" y="49"/>
                  <a:pt x="10" y="49"/>
                </a:cubicBezTo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7" name="Freeform 43">
            <a:extLst>
              <a:ext uri="{FF2B5EF4-FFF2-40B4-BE49-F238E27FC236}">
                <a16:creationId xmlns:a16="http://schemas.microsoft.com/office/drawing/2014/main" id="{F6838863-9695-41FC-978F-FC323656F9F9}"/>
              </a:ext>
            </a:extLst>
          </p:cNvPr>
          <p:cNvSpPr>
            <a:spLocks/>
          </p:cNvSpPr>
          <p:nvPr/>
        </p:nvSpPr>
        <p:spPr bwMode="auto">
          <a:xfrm>
            <a:off x="7647025" y="213966"/>
            <a:ext cx="184150" cy="125413"/>
          </a:xfrm>
          <a:custGeom>
            <a:avLst/>
            <a:gdLst>
              <a:gd name="T0" fmla="*/ 0 w 77"/>
              <a:gd name="T1" fmla="*/ 17 h 52"/>
              <a:gd name="T2" fmla="*/ 19 w 77"/>
              <a:gd name="T3" fmla="*/ 13 h 52"/>
              <a:gd name="T4" fmla="*/ 58 w 77"/>
              <a:gd name="T5" fmla="*/ 1 h 52"/>
              <a:gd name="T6" fmla="*/ 77 w 77"/>
              <a:gd name="T7" fmla="*/ 25 h 52"/>
              <a:gd name="T8" fmla="*/ 66 w 77"/>
              <a:gd name="T9" fmla="*/ 50 h 52"/>
              <a:gd name="T10" fmla="*/ 39 w 77"/>
              <a:gd name="T11" fmla="*/ 49 h 52"/>
              <a:gd name="T12" fmla="*/ 36 w 77"/>
              <a:gd name="T13" fmla="*/ 43 h 52"/>
              <a:gd name="T14" fmla="*/ 10 w 77"/>
              <a:gd name="T15" fmla="*/ 49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7" h="52">
                <a:moveTo>
                  <a:pt x="0" y="17"/>
                </a:moveTo>
                <a:cubicBezTo>
                  <a:pt x="19" y="13"/>
                  <a:pt x="19" y="13"/>
                  <a:pt x="19" y="13"/>
                </a:cubicBezTo>
                <a:cubicBezTo>
                  <a:pt x="19" y="13"/>
                  <a:pt x="51" y="0"/>
                  <a:pt x="58" y="1"/>
                </a:cubicBezTo>
                <a:cubicBezTo>
                  <a:pt x="64" y="3"/>
                  <a:pt x="77" y="18"/>
                  <a:pt x="77" y="25"/>
                </a:cubicBezTo>
                <a:cubicBezTo>
                  <a:pt x="77" y="31"/>
                  <a:pt x="69" y="49"/>
                  <a:pt x="66" y="50"/>
                </a:cubicBezTo>
                <a:cubicBezTo>
                  <a:pt x="62" y="52"/>
                  <a:pt x="42" y="50"/>
                  <a:pt x="39" y="49"/>
                </a:cubicBezTo>
                <a:cubicBezTo>
                  <a:pt x="36" y="48"/>
                  <a:pt x="36" y="43"/>
                  <a:pt x="36" y="43"/>
                </a:cubicBezTo>
                <a:cubicBezTo>
                  <a:pt x="10" y="49"/>
                  <a:pt x="10" y="49"/>
                  <a:pt x="10" y="49"/>
                </a:cubicBez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8" name="Freeform 44">
            <a:extLst>
              <a:ext uri="{FF2B5EF4-FFF2-40B4-BE49-F238E27FC236}">
                <a16:creationId xmlns:a16="http://schemas.microsoft.com/office/drawing/2014/main" id="{8555E151-8E97-4244-A06F-19F0EA95A4FB}"/>
              </a:ext>
            </a:extLst>
          </p:cNvPr>
          <p:cNvSpPr>
            <a:spLocks/>
          </p:cNvSpPr>
          <p:nvPr/>
        </p:nvSpPr>
        <p:spPr bwMode="auto">
          <a:xfrm>
            <a:off x="7013613" y="129828"/>
            <a:ext cx="268288" cy="303213"/>
          </a:xfrm>
          <a:custGeom>
            <a:avLst/>
            <a:gdLst>
              <a:gd name="T0" fmla="*/ 82 w 112"/>
              <a:gd name="T1" fmla="*/ 25 h 126"/>
              <a:gd name="T2" fmla="*/ 112 w 112"/>
              <a:gd name="T3" fmla="*/ 84 h 126"/>
              <a:gd name="T4" fmla="*/ 102 w 112"/>
              <a:gd name="T5" fmla="*/ 117 h 126"/>
              <a:gd name="T6" fmla="*/ 87 w 112"/>
              <a:gd name="T7" fmla="*/ 122 h 126"/>
              <a:gd name="T8" fmla="*/ 49 w 112"/>
              <a:gd name="T9" fmla="*/ 102 h 126"/>
              <a:gd name="T10" fmla="*/ 34 w 112"/>
              <a:gd name="T11" fmla="*/ 93 h 126"/>
              <a:gd name="T12" fmla="*/ 46 w 112"/>
              <a:gd name="T13" fmla="*/ 75 h 126"/>
              <a:gd name="T14" fmla="*/ 13 w 112"/>
              <a:gd name="T15" fmla="*/ 20 h 126"/>
              <a:gd name="T16" fmla="*/ 82 w 112"/>
              <a:gd name="T17" fmla="*/ 25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2" h="126">
                <a:moveTo>
                  <a:pt x="82" y="25"/>
                </a:moveTo>
                <a:cubicBezTo>
                  <a:pt x="100" y="39"/>
                  <a:pt x="112" y="84"/>
                  <a:pt x="112" y="84"/>
                </a:cubicBezTo>
                <a:cubicBezTo>
                  <a:pt x="102" y="117"/>
                  <a:pt x="102" y="117"/>
                  <a:pt x="102" y="117"/>
                </a:cubicBezTo>
                <a:cubicBezTo>
                  <a:pt x="100" y="123"/>
                  <a:pt x="94" y="126"/>
                  <a:pt x="87" y="122"/>
                </a:cubicBezTo>
                <a:cubicBezTo>
                  <a:pt x="75" y="115"/>
                  <a:pt x="54" y="104"/>
                  <a:pt x="49" y="102"/>
                </a:cubicBezTo>
                <a:cubicBezTo>
                  <a:pt x="42" y="98"/>
                  <a:pt x="34" y="93"/>
                  <a:pt x="34" y="93"/>
                </a:cubicBezTo>
                <a:cubicBezTo>
                  <a:pt x="46" y="75"/>
                  <a:pt x="46" y="75"/>
                  <a:pt x="46" y="75"/>
                </a:cubicBezTo>
                <a:cubicBezTo>
                  <a:pt x="46" y="75"/>
                  <a:pt x="0" y="41"/>
                  <a:pt x="13" y="20"/>
                </a:cubicBezTo>
                <a:cubicBezTo>
                  <a:pt x="26" y="0"/>
                  <a:pt x="72" y="17"/>
                  <a:pt x="82" y="25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9" name="Freeform 45">
            <a:extLst>
              <a:ext uri="{FF2B5EF4-FFF2-40B4-BE49-F238E27FC236}">
                <a16:creationId xmlns:a16="http://schemas.microsoft.com/office/drawing/2014/main" id="{2520A547-1801-48D7-9B4F-8222B7413A22}"/>
              </a:ext>
            </a:extLst>
          </p:cNvPr>
          <p:cNvSpPr>
            <a:spLocks/>
          </p:cNvSpPr>
          <p:nvPr/>
        </p:nvSpPr>
        <p:spPr bwMode="auto">
          <a:xfrm>
            <a:off x="7043775" y="190153"/>
            <a:ext cx="207963" cy="238125"/>
          </a:xfrm>
          <a:custGeom>
            <a:avLst/>
            <a:gdLst>
              <a:gd name="T0" fmla="*/ 35 w 86"/>
              <a:gd name="T1" fmla="*/ 50 h 99"/>
              <a:gd name="T2" fmla="*/ 22 w 86"/>
              <a:gd name="T3" fmla="*/ 68 h 99"/>
              <a:gd name="T4" fmla="*/ 42 w 86"/>
              <a:gd name="T5" fmla="*/ 77 h 99"/>
              <a:gd name="T6" fmla="*/ 75 w 86"/>
              <a:gd name="T7" fmla="*/ 96 h 99"/>
              <a:gd name="T8" fmla="*/ 86 w 86"/>
              <a:gd name="T9" fmla="*/ 93 h 99"/>
              <a:gd name="T10" fmla="*/ 66 w 86"/>
              <a:gd name="T11" fmla="*/ 53 h 99"/>
              <a:gd name="T12" fmla="*/ 31 w 86"/>
              <a:gd name="T13" fmla="*/ 3 h 99"/>
              <a:gd name="T14" fmla="*/ 7 w 86"/>
              <a:gd name="T15" fmla="*/ 0 h 99"/>
              <a:gd name="T16" fmla="*/ 0 w 86"/>
              <a:gd name="T17" fmla="*/ 11 h 99"/>
              <a:gd name="T18" fmla="*/ 35 w 86"/>
              <a:gd name="T19" fmla="*/ 50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6" h="99">
                <a:moveTo>
                  <a:pt x="35" y="50"/>
                </a:moveTo>
                <a:cubicBezTo>
                  <a:pt x="22" y="68"/>
                  <a:pt x="22" y="68"/>
                  <a:pt x="22" y="68"/>
                </a:cubicBezTo>
                <a:cubicBezTo>
                  <a:pt x="22" y="68"/>
                  <a:pt x="35" y="74"/>
                  <a:pt x="42" y="77"/>
                </a:cubicBezTo>
                <a:cubicBezTo>
                  <a:pt x="47" y="79"/>
                  <a:pt x="63" y="90"/>
                  <a:pt x="75" y="96"/>
                </a:cubicBezTo>
                <a:cubicBezTo>
                  <a:pt x="82" y="99"/>
                  <a:pt x="86" y="93"/>
                  <a:pt x="86" y="93"/>
                </a:cubicBezTo>
                <a:cubicBezTo>
                  <a:pt x="73" y="95"/>
                  <a:pt x="60" y="69"/>
                  <a:pt x="66" y="53"/>
                </a:cubicBezTo>
                <a:cubicBezTo>
                  <a:pt x="72" y="38"/>
                  <a:pt x="62" y="34"/>
                  <a:pt x="31" y="3"/>
                </a:cubicBezTo>
                <a:cubicBezTo>
                  <a:pt x="7" y="0"/>
                  <a:pt x="7" y="0"/>
                  <a:pt x="7" y="0"/>
                </a:cubicBezTo>
                <a:cubicBezTo>
                  <a:pt x="0" y="11"/>
                  <a:pt x="0" y="11"/>
                  <a:pt x="0" y="11"/>
                </a:cubicBezTo>
                <a:cubicBezTo>
                  <a:pt x="7" y="30"/>
                  <a:pt x="35" y="50"/>
                  <a:pt x="35" y="50"/>
                </a:cubicBez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0" name="Freeform 46">
            <a:extLst>
              <a:ext uri="{FF2B5EF4-FFF2-40B4-BE49-F238E27FC236}">
                <a16:creationId xmlns:a16="http://schemas.microsoft.com/office/drawing/2014/main" id="{C7A54F16-6D19-4B46-BFBE-60188BB96E41}"/>
              </a:ext>
            </a:extLst>
          </p:cNvPr>
          <p:cNvSpPr>
            <a:spLocks/>
          </p:cNvSpPr>
          <p:nvPr/>
        </p:nvSpPr>
        <p:spPr bwMode="auto">
          <a:xfrm>
            <a:off x="6856450" y="66328"/>
            <a:ext cx="406400" cy="290513"/>
          </a:xfrm>
          <a:custGeom>
            <a:avLst/>
            <a:gdLst>
              <a:gd name="T0" fmla="*/ 166 w 169"/>
              <a:gd name="T1" fmla="*/ 73 h 120"/>
              <a:gd name="T2" fmla="*/ 128 w 169"/>
              <a:gd name="T3" fmla="*/ 9 h 120"/>
              <a:gd name="T4" fmla="*/ 126 w 169"/>
              <a:gd name="T5" fmla="*/ 17 h 120"/>
              <a:gd name="T6" fmla="*/ 54 w 169"/>
              <a:gd name="T7" fmla="*/ 2 h 120"/>
              <a:gd name="T8" fmla="*/ 42 w 169"/>
              <a:gd name="T9" fmla="*/ 49 h 120"/>
              <a:gd name="T10" fmla="*/ 22 w 169"/>
              <a:gd name="T11" fmla="*/ 69 h 120"/>
              <a:gd name="T12" fmla="*/ 64 w 169"/>
              <a:gd name="T13" fmla="*/ 94 h 120"/>
              <a:gd name="T14" fmla="*/ 101 w 169"/>
              <a:gd name="T15" fmla="*/ 116 h 120"/>
              <a:gd name="T16" fmla="*/ 116 w 169"/>
              <a:gd name="T17" fmla="*/ 94 h 120"/>
              <a:gd name="T18" fmla="*/ 108 w 169"/>
              <a:gd name="T19" fmla="*/ 76 h 120"/>
              <a:gd name="T20" fmla="*/ 124 w 169"/>
              <a:gd name="T21" fmla="*/ 78 h 120"/>
              <a:gd name="T22" fmla="*/ 137 w 169"/>
              <a:gd name="T23" fmla="*/ 74 h 120"/>
              <a:gd name="T24" fmla="*/ 135 w 169"/>
              <a:gd name="T25" fmla="*/ 56 h 120"/>
              <a:gd name="T26" fmla="*/ 166 w 169"/>
              <a:gd name="T27" fmla="*/ 73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9" h="120">
                <a:moveTo>
                  <a:pt x="166" y="73"/>
                </a:moveTo>
                <a:cubicBezTo>
                  <a:pt x="169" y="64"/>
                  <a:pt x="151" y="20"/>
                  <a:pt x="128" y="9"/>
                </a:cubicBezTo>
                <a:cubicBezTo>
                  <a:pt x="120" y="6"/>
                  <a:pt x="126" y="17"/>
                  <a:pt x="126" y="17"/>
                </a:cubicBezTo>
                <a:cubicBezTo>
                  <a:pt x="126" y="17"/>
                  <a:pt x="93" y="3"/>
                  <a:pt x="54" y="2"/>
                </a:cubicBezTo>
                <a:cubicBezTo>
                  <a:pt x="5" y="0"/>
                  <a:pt x="0" y="32"/>
                  <a:pt x="42" y="49"/>
                </a:cubicBezTo>
                <a:cubicBezTo>
                  <a:pt x="42" y="49"/>
                  <a:pt x="19" y="57"/>
                  <a:pt x="22" y="69"/>
                </a:cubicBezTo>
                <a:cubicBezTo>
                  <a:pt x="25" y="81"/>
                  <a:pt x="46" y="87"/>
                  <a:pt x="64" y="94"/>
                </a:cubicBezTo>
                <a:cubicBezTo>
                  <a:pt x="64" y="94"/>
                  <a:pt x="55" y="120"/>
                  <a:pt x="101" y="116"/>
                </a:cubicBezTo>
                <a:cubicBezTo>
                  <a:pt x="116" y="94"/>
                  <a:pt x="116" y="94"/>
                  <a:pt x="116" y="94"/>
                </a:cubicBezTo>
                <a:cubicBezTo>
                  <a:pt x="116" y="94"/>
                  <a:pt x="102" y="88"/>
                  <a:pt x="108" y="76"/>
                </a:cubicBezTo>
                <a:cubicBezTo>
                  <a:pt x="114" y="63"/>
                  <a:pt x="124" y="78"/>
                  <a:pt x="124" y="78"/>
                </a:cubicBezTo>
                <a:cubicBezTo>
                  <a:pt x="124" y="78"/>
                  <a:pt x="135" y="80"/>
                  <a:pt x="137" y="74"/>
                </a:cubicBezTo>
                <a:cubicBezTo>
                  <a:pt x="139" y="69"/>
                  <a:pt x="131" y="63"/>
                  <a:pt x="135" y="56"/>
                </a:cubicBezTo>
                <a:cubicBezTo>
                  <a:pt x="139" y="48"/>
                  <a:pt x="166" y="73"/>
                  <a:pt x="166" y="7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1" name="Freeform 47">
            <a:extLst>
              <a:ext uri="{FF2B5EF4-FFF2-40B4-BE49-F238E27FC236}">
                <a16:creationId xmlns:a16="http://schemas.microsoft.com/office/drawing/2014/main" id="{5034D41D-C1C9-49A3-9A53-1442BF62EE2C}"/>
              </a:ext>
            </a:extLst>
          </p:cNvPr>
          <p:cNvSpPr>
            <a:spLocks/>
          </p:cNvSpPr>
          <p:nvPr/>
        </p:nvSpPr>
        <p:spPr bwMode="auto">
          <a:xfrm>
            <a:off x="6883438" y="107603"/>
            <a:ext cx="215900" cy="249238"/>
          </a:xfrm>
          <a:custGeom>
            <a:avLst/>
            <a:gdLst>
              <a:gd name="T0" fmla="*/ 3 w 90"/>
              <a:gd name="T1" fmla="*/ 0 h 103"/>
              <a:gd name="T2" fmla="*/ 31 w 90"/>
              <a:gd name="T3" fmla="*/ 32 h 103"/>
              <a:gd name="T4" fmla="*/ 11 w 90"/>
              <a:gd name="T5" fmla="*/ 52 h 103"/>
              <a:gd name="T6" fmla="*/ 53 w 90"/>
              <a:gd name="T7" fmla="*/ 77 h 103"/>
              <a:gd name="T8" fmla="*/ 90 w 90"/>
              <a:gd name="T9" fmla="*/ 99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0" h="103">
                <a:moveTo>
                  <a:pt x="3" y="0"/>
                </a:moveTo>
                <a:cubicBezTo>
                  <a:pt x="0" y="10"/>
                  <a:pt x="9" y="23"/>
                  <a:pt x="31" y="32"/>
                </a:cubicBezTo>
                <a:cubicBezTo>
                  <a:pt x="31" y="32"/>
                  <a:pt x="8" y="40"/>
                  <a:pt x="11" y="52"/>
                </a:cubicBezTo>
                <a:cubicBezTo>
                  <a:pt x="14" y="64"/>
                  <a:pt x="35" y="70"/>
                  <a:pt x="53" y="77"/>
                </a:cubicBezTo>
                <a:cubicBezTo>
                  <a:pt x="53" y="77"/>
                  <a:pt x="44" y="103"/>
                  <a:pt x="90" y="99"/>
                </a:cubicBezTo>
              </a:path>
            </a:pathLst>
          </a:custGeom>
          <a:noFill/>
          <a:ln w="28575" cap="rnd">
            <a:solidFill>
              <a:srgbClr val="085EB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2" name="Freeform 48">
            <a:extLst>
              <a:ext uri="{FF2B5EF4-FFF2-40B4-BE49-F238E27FC236}">
                <a16:creationId xmlns:a16="http://schemas.microsoft.com/office/drawing/2014/main" id="{C1B72DD6-0211-4188-ADD0-0662B97EFF6D}"/>
              </a:ext>
            </a:extLst>
          </p:cNvPr>
          <p:cNvSpPr>
            <a:spLocks/>
          </p:cNvSpPr>
          <p:nvPr/>
        </p:nvSpPr>
        <p:spPr bwMode="auto">
          <a:xfrm>
            <a:off x="6991388" y="301278"/>
            <a:ext cx="177800" cy="144463"/>
          </a:xfrm>
          <a:custGeom>
            <a:avLst/>
            <a:gdLst>
              <a:gd name="T0" fmla="*/ 52 w 74"/>
              <a:gd name="T1" fmla="*/ 0 h 60"/>
              <a:gd name="T2" fmla="*/ 9 w 74"/>
              <a:gd name="T3" fmla="*/ 27 h 60"/>
              <a:gd name="T4" fmla="*/ 37 w 74"/>
              <a:gd name="T5" fmla="*/ 60 h 60"/>
              <a:gd name="T6" fmla="*/ 74 w 74"/>
              <a:gd name="T7" fmla="*/ 4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4" h="60">
                <a:moveTo>
                  <a:pt x="52" y="0"/>
                </a:moveTo>
                <a:cubicBezTo>
                  <a:pt x="52" y="0"/>
                  <a:pt x="17" y="25"/>
                  <a:pt x="9" y="27"/>
                </a:cubicBezTo>
                <a:cubicBezTo>
                  <a:pt x="0" y="29"/>
                  <a:pt x="37" y="60"/>
                  <a:pt x="37" y="60"/>
                </a:cubicBezTo>
                <a:cubicBezTo>
                  <a:pt x="37" y="60"/>
                  <a:pt x="66" y="29"/>
                  <a:pt x="74" y="40"/>
                </a:cubicBezTo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3" name="Freeform 49">
            <a:extLst>
              <a:ext uri="{FF2B5EF4-FFF2-40B4-BE49-F238E27FC236}">
                <a16:creationId xmlns:a16="http://schemas.microsoft.com/office/drawing/2014/main" id="{9D6FDD41-CC78-4BBD-B8EC-C9C054E8C1D9}"/>
              </a:ext>
            </a:extLst>
          </p:cNvPr>
          <p:cNvSpPr>
            <a:spLocks/>
          </p:cNvSpPr>
          <p:nvPr/>
        </p:nvSpPr>
        <p:spPr bwMode="auto">
          <a:xfrm>
            <a:off x="6991388" y="301278"/>
            <a:ext cx="177800" cy="144463"/>
          </a:xfrm>
          <a:custGeom>
            <a:avLst/>
            <a:gdLst>
              <a:gd name="T0" fmla="*/ 52 w 74"/>
              <a:gd name="T1" fmla="*/ 0 h 60"/>
              <a:gd name="T2" fmla="*/ 9 w 74"/>
              <a:gd name="T3" fmla="*/ 27 h 60"/>
              <a:gd name="T4" fmla="*/ 37 w 74"/>
              <a:gd name="T5" fmla="*/ 60 h 60"/>
              <a:gd name="T6" fmla="*/ 74 w 74"/>
              <a:gd name="T7" fmla="*/ 4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4" h="60">
                <a:moveTo>
                  <a:pt x="52" y="0"/>
                </a:moveTo>
                <a:cubicBezTo>
                  <a:pt x="52" y="0"/>
                  <a:pt x="17" y="25"/>
                  <a:pt x="9" y="27"/>
                </a:cubicBezTo>
                <a:cubicBezTo>
                  <a:pt x="0" y="29"/>
                  <a:pt x="37" y="60"/>
                  <a:pt x="37" y="60"/>
                </a:cubicBezTo>
                <a:cubicBezTo>
                  <a:pt x="37" y="60"/>
                  <a:pt x="66" y="29"/>
                  <a:pt x="74" y="40"/>
                </a:cubicBez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4" name="Freeform 50">
            <a:extLst>
              <a:ext uri="{FF2B5EF4-FFF2-40B4-BE49-F238E27FC236}">
                <a16:creationId xmlns:a16="http://schemas.microsoft.com/office/drawing/2014/main" id="{449E6E92-AAA9-472A-A71B-BEA626D506FA}"/>
              </a:ext>
            </a:extLst>
          </p:cNvPr>
          <p:cNvSpPr>
            <a:spLocks/>
          </p:cNvSpPr>
          <p:nvPr/>
        </p:nvSpPr>
        <p:spPr bwMode="auto">
          <a:xfrm>
            <a:off x="7085050" y="320328"/>
            <a:ext cx="82550" cy="117475"/>
          </a:xfrm>
          <a:custGeom>
            <a:avLst/>
            <a:gdLst>
              <a:gd name="T0" fmla="*/ 0 w 34"/>
              <a:gd name="T1" fmla="*/ 49 h 49"/>
              <a:gd name="T2" fmla="*/ 21 w 34"/>
              <a:gd name="T3" fmla="*/ 5 h 49"/>
              <a:gd name="T4" fmla="*/ 34 w 34"/>
              <a:gd name="T5" fmla="*/ 28 h 49"/>
              <a:gd name="T6" fmla="*/ 0 w 34"/>
              <a:gd name="T7" fmla="*/ 49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" h="49">
                <a:moveTo>
                  <a:pt x="0" y="49"/>
                </a:moveTo>
                <a:cubicBezTo>
                  <a:pt x="8" y="33"/>
                  <a:pt x="20" y="0"/>
                  <a:pt x="21" y="5"/>
                </a:cubicBezTo>
                <a:cubicBezTo>
                  <a:pt x="22" y="10"/>
                  <a:pt x="34" y="28"/>
                  <a:pt x="34" y="28"/>
                </a:cubicBezTo>
                <a:cubicBezTo>
                  <a:pt x="34" y="28"/>
                  <a:pt x="24" y="22"/>
                  <a:pt x="0" y="49"/>
                </a:cubicBez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5" name="Freeform 51">
            <a:extLst>
              <a:ext uri="{FF2B5EF4-FFF2-40B4-BE49-F238E27FC236}">
                <a16:creationId xmlns:a16="http://schemas.microsoft.com/office/drawing/2014/main" id="{97E8B4BD-5949-4537-8C50-5361DA0E9BA9}"/>
              </a:ext>
            </a:extLst>
          </p:cNvPr>
          <p:cNvSpPr>
            <a:spLocks/>
          </p:cNvSpPr>
          <p:nvPr/>
        </p:nvSpPr>
        <p:spPr bwMode="auto">
          <a:xfrm>
            <a:off x="7053300" y="182216"/>
            <a:ext cx="161925" cy="160338"/>
          </a:xfrm>
          <a:custGeom>
            <a:avLst/>
            <a:gdLst>
              <a:gd name="T0" fmla="*/ 8 w 67"/>
              <a:gd name="T1" fmla="*/ 20 h 66"/>
              <a:gd name="T2" fmla="*/ 20 w 67"/>
              <a:gd name="T3" fmla="*/ 59 h 66"/>
              <a:gd name="T4" fmla="*/ 59 w 67"/>
              <a:gd name="T5" fmla="*/ 46 h 66"/>
              <a:gd name="T6" fmla="*/ 47 w 67"/>
              <a:gd name="T7" fmla="*/ 7 h 66"/>
              <a:gd name="T8" fmla="*/ 8 w 67"/>
              <a:gd name="T9" fmla="*/ 20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" h="66">
                <a:moveTo>
                  <a:pt x="8" y="20"/>
                </a:moveTo>
                <a:cubicBezTo>
                  <a:pt x="0" y="34"/>
                  <a:pt x="6" y="52"/>
                  <a:pt x="20" y="59"/>
                </a:cubicBezTo>
                <a:cubicBezTo>
                  <a:pt x="35" y="66"/>
                  <a:pt x="52" y="61"/>
                  <a:pt x="59" y="46"/>
                </a:cubicBezTo>
                <a:cubicBezTo>
                  <a:pt x="67" y="32"/>
                  <a:pt x="61" y="15"/>
                  <a:pt x="47" y="7"/>
                </a:cubicBezTo>
                <a:cubicBezTo>
                  <a:pt x="32" y="0"/>
                  <a:pt x="15" y="6"/>
                  <a:pt x="8" y="2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7" name="Freeform 52">
            <a:extLst>
              <a:ext uri="{FF2B5EF4-FFF2-40B4-BE49-F238E27FC236}">
                <a16:creationId xmlns:a16="http://schemas.microsoft.com/office/drawing/2014/main" id="{51BB69ED-8F59-4174-AF3E-EBD64953506C}"/>
              </a:ext>
            </a:extLst>
          </p:cNvPr>
          <p:cNvSpPr>
            <a:spLocks/>
          </p:cNvSpPr>
          <p:nvPr/>
        </p:nvSpPr>
        <p:spPr bwMode="auto">
          <a:xfrm>
            <a:off x="7062825" y="182216"/>
            <a:ext cx="133350" cy="85725"/>
          </a:xfrm>
          <a:custGeom>
            <a:avLst/>
            <a:gdLst>
              <a:gd name="T0" fmla="*/ 55 w 55"/>
              <a:gd name="T1" fmla="*/ 19 h 35"/>
              <a:gd name="T2" fmla="*/ 43 w 55"/>
              <a:gd name="T3" fmla="*/ 7 h 35"/>
              <a:gd name="T4" fmla="*/ 4 w 55"/>
              <a:gd name="T5" fmla="*/ 20 h 35"/>
              <a:gd name="T6" fmla="*/ 1 w 55"/>
              <a:gd name="T7" fmla="*/ 35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5" h="35">
                <a:moveTo>
                  <a:pt x="55" y="19"/>
                </a:moveTo>
                <a:cubicBezTo>
                  <a:pt x="52" y="14"/>
                  <a:pt x="48" y="10"/>
                  <a:pt x="43" y="7"/>
                </a:cubicBezTo>
                <a:cubicBezTo>
                  <a:pt x="28" y="0"/>
                  <a:pt x="11" y="6"/>
                  <a:pt x="4" y="20"/>
                </a:cubicBezTo>
                <a:cubicBezTo>
                  <a:pt x="1" y="25"/>
                  <a:pt x="0" y="30"/>
                  <a:pt x="1" y="35"/>
                </a:cubicBezTo>
              </a:path>
            </a:pathLst>
          </a:custGeom>
          <a:noFill/>
          <a:ln w="9525" cap="rnd">
            <a:solidFill>
              <a:srgbClr val="FF79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8" name="Freeform 53">
            <a:extLst>
              <a:ext uri="{FF2B5EF4-FFF2-40B4-BE49-F238E27FC236}">
                <a16:creationId xmlns:a16="http://schemas.microsoft.com/office/drawing/2014/main" id="{809F6FF5-3494-4D0C-8E1D-E5953DFBBF48}"/>
              </a:ext>
            </a:extLst>
          </p:cNvPr>
          <p:cNvSpPr>
            <a:spLocks/>
          </p:cNvSpPr>
          <p:nvPr/>
        </p:nvSpPr>
        <p:spPr bwMode="auto">
          <a:xfrm>
            <a:off x="7083463" y="209203"/>
            <a:ext cx="103188" cy="106363"/>
          </a:xfrm>
          <a:custGeom>
            <a:avLst/>
            <a:gdLst>
              <a:gd name="T0" fmla="*/ 4 w 43"/>
              <a:gd name="T1" fmla="*/ 14 h 44"/>
              <a:gd name="T2" fmla="*/ 13 w 43"/>
              <a:gd name="T3" fmla="*/ 39 h 44"/>
              <a:gd name="T4" fmla="*/ 39 w 43"/>
              <a:gd name="T5" fmla="*/ 31 h 44"/>
              <a:gd name="T6" fmla="*/ 30 w 43"/>
              <a:gd name="T7" fmla="*/ 5 h 44"/>
              <a:gd name="T8" fmla="*/ 4 w 43"/>
              <a:gd name="T9" fmla="*/ 1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" h="44">
                <a:moveTo>
                  <a:pt x="4" y="14"/>
                </a:moveTo>
                <a:cubicBezTo>
                  <a:pt x="0" y="23"/>
                  <a:pt x="3" y="35"/>
                  <a:pt x="13" y="39"/>
                </a:cubicBezTo>
                <a:cubicBezTo>
                  <a:pt x="22" y="44"/>
                  <a:pt x="34" y="40"/>
                  <a:pt x="39" y="31"/>
                </a:cubicBezTo>
                <a:cubicBezTo>
                  <a:pt x="43" y="22"/>
                  <a:pt x="40" y="10"/>
                  <a:pt x="30" y="5"/>
                </a:cubicBezTo>
                <a:cubicBezTo>
                  <a:pt x="21" y="0"/>
                  <a:pt x="9" y="4"/>
                  <a:pt x="4" y="14"/>
                </a:cubicBez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9" name="Freeform 54">
            <a:extLst>
              <a:ext uri="{FF2B5EF4-FFF2-40B4-BE49-F238E27FC236}">
                <a16:creationId xmlns:a16="http://schemas.microsoft.com/office/drawing/2014/main" id="{A98256DD-4675-43CA-B5E4-507763988A74}"/>
              </a:ext>
            </a:extLst>
          </p:cNvPr>
          <p:cNvSpPr>
            <a:spLocks/>
          </p:cNvSpPr>
          <p:nvPr/>
        </p:nvSpPr>
        <p:spPr bwMode="auto">
          <a:xfrm>
            <a:off x="6584988" y="691803"/>
            <a:ext cx="442913" cy="144463"/>
          </a:xfrm>
          <a:custGeom>
            <a:avLst/>
            <a:gdLst>
              <a:gd name="T0" fmla="*/ 5 w 184"/>
              <a:gd name="T1" fmla="*/ 3 h 60"/>
              <a:gd name="T2" fmla="*/ 184 w 184"/>
              <a:gd name="T3" fmla="*/ 60 h 60"/>
              <a:gd name="T4" fmla="*/ 5 w 184"/>
              <a:gd name="T5" fmla="*/ 3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4" h="60">
                <a:moveTo>
                  <a:pt x="5" y="3"/>
                </a:moveTo>
                <a:cubicBezTo>
                  <a:pt x="0" y="23"/>
                  <a:pt x="100" y="48"/>
                  <a:pt x="184" y="60"/>
                </a:cubicBezTo>
                <a:cubicBezTo>
                  <a:pt x="184" y="60"/>
                  <a:pt x="120" y="0"/>
                  <a:pt x="5" y="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0" name="Line 55">
            <a:extLst>
              <a:ext uri="{FF2B5EF4-FFF2-40B4-BE49-F238E27FC236}">
                <a16:creationId xmlns:a16="http://schemas.microsoft.com/office/drawing/2014/main" id="{188FE355-486B-4C77-9C8F-72AD33ABDAD2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7450" y="307628"/>
            <a:ext cx="0" cy="0"/>
          </a:xfrm>
          <a:prstGeom prst="line">
            <a:avLst/>
          </a:prstGeom>
          <a:noFill/>
          <a:ln w="1905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1" name="Freeform 56">
            <a:extLst>
              <a:ext uri="{FF2B5EF4-FFF2-40B4-BE49-F238E27FC236}">
                <a16:creationId xmlns:a16="http://schemas.microsoft.com/office/drawing/2014/main" id="{1E66D4C6-2B1B-465A-A53A-0E3A7B470A22}"/>
              </a:ext>
            </a:extLst>
          </p:cNvPr>
          <p:cNvSpPr>
            <a:spLocks/>
          </p:cNvSpPr>
          <p:nvPr/>
        </p:nvSpPr>
        <p:spPr bwMode="auto">
          <a:xfrm>
            <a:off x="6608800" y="706091"/>
            <a:ext cx="863600" cy="831850"/>
          </a:xfrm>
          <a:custGeom>
            <a:avLst/>
            <a:gdLst>
              <a:gd name="T0" fmla="*/ 23 w 359"/>
              <a:gd name="T1" fmla="*/ 0 h 345"/>
              <a:gd name="T2" fmla="*/ 306 w 359"/>
              <a:gd name="T3" fmla="*/ 95 h 345"/>
              <a:gd name="T4" fmla="*/ 290 w 359"/>
              <a:gd name="T5" fmla="*/ 235 h 345"/>
              <a:gd name="T6" fmla="*/ 69 w 359"/>
              <a:gd name="T7" fmla="*/ 345 h 345"/>
              <a:gd name="T8" fmla="*/ 27 w 359"/>
              <a:gd name="T9" fmla="*/ 287 h 345"/>
              <a:gd name="T10" fmla="*/ 62 w 359"/>
              <a:gd name="T11" fmla="*/ 230 h 345"/>
              <a:gd name="T12" fmla="*/ 144 w 359"/>
              <a:gd name="T13" fmla="*/ 192 h 345"/>
              <a:gd name="T14" fmla="*/ 191 w 359"/>
              <a:gd name="T15" fmla="*/ 154 h 345"/>
              <a:gd name="T16" fmla="*/ 83 w 359"/>
              <a:gd name="T17" fmla="*/ 135 h 345"/>
              <a:gd name="T18" fmla="*/ 23 w 359"/>
              <a:gd name="T19" fmla="*/ 0 h 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59" h="345">
                <a:moveTo>
                  <a:pt x="23" y="0"/>
                </a:moveTo>
                <a:cubicBezTo>
                  <a:pt x="23" y="0"/>
                  <a:pt x="255" y="80"/>
                  <a:pt x="306" y="95"/>
                </a:cubicBezTo>
                <a:cubicBezTo>
                  <a:pt x="356" y="111"/>
                  <a:pt x="359" y="180"/>
                  <a:pt x="290" y="235"/>
                </a:cubicBezTo>
                <a:cubicBezTo>
                  <a:pt x="221" y="290"/>
                  <a:pt x="69" y="345"/>
                  <a:pt x="69" y="345"/>
                </a:cubicBezTo>
                <a:cubicBezTo>
                  <a:pt x="27" y="287"/>
                  <a:pt x="27" y="287"/>
                  <a:pt x="27" y="287"/>
                </a:cubicBezTo>
                <a:cubicBezTo>
                  <a:pt x="27" y="287"/>
                  <a:pt x="35" y="255"/>
                  <a:pt x="62" y="230"/>
                </a:cubicBezTo>
                <a:cubicBezTo>
                  <a:pt x="89" y="206"/>
                  <a:pt x="118" y="228"/>
                  <a:pt x="144" y="192"/>
                </a:cubicBezTo>
                <a:cubicBezTo>
                  <a:pt x="169" y="156"/>
                  <a:pt x="191" y="154"/>
                  <a:pt x="191" y="154"/>
                </a:cubicBezTo>
                <a:cubicBezTo>
                  <a:pt x="191" y="154"/>
                  <a:pt x="112" y="138"/>
                  <a:pt x="83" y="135"/>
                </a:cubicBezTo>
                <a:cubicBezTo>
                  <a:pt x="54" y="133"/>
                  <a:pt x="0" y="81"/>
                  <a:pt x="23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2" name="Freeform 57">
            <a:extLst>
              <a:ext uri="{FF2B5EF4-FFF2-40B4-BE49-F238E27FC236}">
                <a16:creationId xmlns:a16="http://schemas.microsoft.com/office/drawing/2014/main" id="{57A3C6A3-154B-4252-8DC7-EE3F60D8F4A2}"/>
              </a:ext>
            </a:extLst>
          </p:cNvPr>
          <p:cNvSpPr>
            <a:spLocks/>
          </p:cNvSpPr>
          <p:nvPr/>
        </p:nvSpPr>
        <p:spPr bwMode="auto">
          <a:xfrm>
            <a:off x="6596100" y="325091"/>
            <a:ext cx="698500" cy="511175"/>
          </a:xfrm>
          <a:custGeom>
            <a:avLst/>
            <a:gdLst>
              <a:gd name="T0" fmla="*/ 0 w 290"/>
              <a:gd name="T1" fmla="*/ 155 h 212"/>
              <a:gd name="T2" fmla="*/ 82 w 290"/>
              <a:gd name="T3" fmla="*/ 40 h 212"/>
              <a:gd name="T4" fmla="*/ 211 w 290"/>
              <a:gd name="T5" fmla="*/ 39 h 212"/>
              <a:gd name="T6" fmla="*/ 179 w 290"/>
              <a:gd name="T7" fmla="*/ 212 h 212"/>
              <a:gd name="T8" fmla="*/ 0 w 290"/>
              <a:gd name="T9" fmla="*/ 155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0" h="212">
                <a:moveTo>
                  <a:pt x="0" y="155"/>
                </a:moveTo>
                <a:cubicBezTo>
                  <a:pt x="12" y="101"/>
                  <a:pt x="51" y="60"/>
                  <a:pt x="82" y="40"/>
                </a:cubicBezTo>
                <a:cubicBezTo>
                  <a:pt x="117" y="17"/>
                  <a:pt x="158" y="0"/>
                  <a:pt x="211" y="39"/>
                </a:cubicBezTo>
                <a:cubicBezTo>
                  <a:pt x="290" y="97"/>
                  <a:pt x="197" y="134"/>
                  <a:pt x="179" y="212"/>
                </a:cubicBezTo>
                <a:cubicBezTo>
                  <a:pt x="179" y="212"/>
                  <a:pt x="76" y="157"/>
                  <a:pt x="0" y="155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FFB4E6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3" name="Freeform 58">
            <a:extLst>
              <a:ext uri="{FF2B5EF4-FFF2-40B4-BE49-F238E27FC236}">
                <a16:creationId xmlns:a16="http://schemas.microsoft.com/office/drawing/2014/main" id="{5BAC7719-01BE-459C-BDA9-3E9A9BE75BEB}"/>
              </a:ext>
            </a:extLst>
          </p:cNvPr>
          <p:cNvSpPr>
            <a:spLocks/>
          </p:cNvSpPr>
          <p:nvPr/>
        </p:nvSpPr>
        <p:spPr bwMode="auto">
          <a:xfrm>
            <a:off x="6567525" y="1436341"/>
            <a:ext cx="201613" cy="333375"/>
          </a:xfrm>
          <a:custGeom>
            <a:avLst/>
            <a:gdLst>
              <a:gd name="T0" fmla="*/ 58 w 84"/>
              <a:gd name="T1" fmla="*/ 0 h 138"/>
              <a:gd name="T2" fmla="*/ 0 w 84"/>
              <a:gd name="T3" fmla="*/ 47 h 138"/>
              <a:gd name="T4" fmla="*/ 30 w 84"/>
              <a:gd name="T5" fmla="*/ 134 h 138"/>
              <a:gd name="T6" fmla="*/ 38 w 84"/>
              <a:gd name="T7" fmla="*/ 138 h 138"/>
              <a:gd name="T8" fmla="*/ 58 w 84"/>
              <a:gd name="T9" fmla="*/ 54 h 138"/>
              <a:gd name="T10" fmla="*/ 84 w 84"/>
              <a:gd name="T11" fmla="*/ 36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4" h="138">
                <a:moveTo>
                  <a:pt x="58" y="0"/>
                </a:moveTo>
                <a:cubicBezTo>
                  <a:pt x="58" y="0"/>
                  <a:pt x="1" y="33"/>
                  <a:pt x="0" y="47"/>
                </a:cubicBezTo>
                <a:cubicBezTo>
                  <a:pt x="0" y="59"/>
                  <a:pt x="21" y="114"/>
                  <a:pt x="30" y="134"/>
                </a:cubicBezTo>
                <a:cubicBezTo>
                  <a:pt x="31" y="137"/>
                  <a:pt x="38" y="138"/>
                  <a:pt x="38" y="138"/>
                </a:cubicBezTo>
                <a:cubicBezTo>
                  <a:pt x="55" y="138"/>
                  <a:pt x="58" y="65"/>
                  <a:pt x="58" y="54"/>
                </a:cubicBezTo>
                <a:cubicBezTo>
                  <a:pt x="57" y="43"/>
                  <a:pt x="84" y="36"/>
                  <a:pt x="84" y="36"/>
                </a:cubicBezTo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4" name="Freeform 59">
            <a:extLst>
              <a:ext uri="{FF2B5EF4-FFF2-40B4-BE49-F238E27FC236}">
                <a16:creationId xmlns:a16="http://schemas.microsoft.com/office/drawing/2014/main" id="{EE4AC123-33FF-464B-A256-F31B4BE7050D}"/>
              </a:ext>
            </a:extLst>
          </p:cNvPr>
          <p:cNvSpPr>
            <a:spLocks/>
          </p:cNvSpPr>
          <p:nvPr/>
        </p:nvSpPr>
        <p:spPr bwMode="auto">
          <a:xfrm>
            <a:off x="6567525" y="1436341"/>
            <a:ext cx="201613" cy="333375"/>
          </a:xfrm>
          <a:custGeom>
            <a:avLst/>
            <a:gdLst>
              <a:gd name="T0" fmla="*/ 58 w 84"/>
              <a:gd name="T1" fmla="*/ 0 h 138"/>
              <a:gd name="T2" fmla="*/ 0 w 84"/>
              <a:gd name="T3" fmla="*/ 47 h 138"/>
              <a:gd name="T4" fmla="*/ 30 w 84"/>
              <a:gd name="T5" fmla="*/ 134 h 138"/>
              <a:gd name="T6" fmla="*/ 38 w 84"/>
              <a:gd name="T7" fmla="*/ 138 h 138"/>
              <a:gd name="T8" fmla="*/ 58 w 84"/>
              <a:gd name="T9" fmla="*/ 54 h 138"/>
              <a:gd name="T10" fmla="*/ 84 w 84"/>
              <a:gd name="T11" fmla="*/ 36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4" h="138">
                <a:moveTo>
                  <a:pt x="58" y="0"/>
                </a:moveTo>
                <a:cubicBezTo>
                  <a:pt x="58" y="0"/>
                  <a:pt x="1" y="33"/>
                  <a:pt x="0" y="47"/>
                </a:cubicBezTo>
                <a:cubicBezTo>
                  <a:pt x="0" y="59"/>
                  <a:pt x="21" y="114"/>
                  <a:pt x="30" y="134"/>
                </a:cubicBezTo>
                <a:cubicBezTo>
                  <a:pt x="31" y="137"/>
                  <a:pt x="38" y="138"/>
                  <a:pt x="38" y="138"/>
                </a:cubicBezTo>
                <a:cubicBezTo>
                  <a:pt x="55" y="138"/>
                  <a:pt x="58" y="65"/>
                  <a:pt x="58" y="54"/>
                </a:cubicBezTo>
                <a:cubicBezTo>
                  <a:pt x="57" y="43"/>
                  <a:pt x="84" y="36"/>
                  <a:pt x="84" y="36"/>
                </a:cubicBez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5" name="Freeform 60">
            <a:extLst>
              <a:ext uri="{FF2B5EF4-FFF2-40B4-BE49-F238E27FC236}">
                <a16:creationId xmlns:a16="http://schemas.microsoft.com/office/drawing/2014/main" id="{22525341-0E27-4F4A-AD66-C9ECBA7E17BE}"/>
              </a:ext>
            </a:extLst>
          </p:cNvPr>
          <p:cNvSpPr>
            <a:spLocks/>
          </p:cNvSpPr>
          <p:nvPr/>
        </p:nvSpPr>
        <p:spPr bwMode="auto">
          <a:xfrm>
            <a:off x="6673888" y="1464916"/>
            <a:ext cx="55563" cy="80963"/>
          </a:xfrm>
          <a:custGeom>
            <a:avLst/>
            <a:gdLst>
              <a:gd name="T0" fmla="*/ 0 w 35"/>
              <a:gd name="T1" fmla="*/ 0 h 51"/>
              <a:gd name="T2" fmla="*/ 35 w 35"/>
              <a:gd name="T3" fmla="*/ 51 h 51"/>
              <a:gd name="T4" fmla="*/ 0 w 35"/>
              <a:gd name="T5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5" h="51">
                <a:moveTo>
                  <a:pt x="0" y="0"/>
                </a:moveTo>
                <a:lnTo>
                  <a:pt x="35" y="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7" name="Line 61">
            <a:extLst>
              <a:ext uri="{FF2B5EF4-FFF2-40B4-BE49-F238E27FC236}">
                <a16:creationId xmlns:a16="http://schemas.microsoft.com/office/drawing/2014/main" id="{180441C2-413B-48DC-9DC1-A1F65DBBD1CF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3888" y="1464916"/>
            <a:ext cx="55563" cy="80963"/>
          </a:xfrm>
          <a:prstGeom prst="line">
            <a:avLst/>
          </a:prstGeom>
          <a:noFill/>
          <a:ln w="19050" cap="flat">
            <a:solidFill>
              <a:srgbClr val="1734E7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8" name="Freeform 62">
            <a:extLst>
              <a:ext uri="{FF2B5EF4-FFF2-40B4-BE49-F238E27FC236}">
                <a16:creationId xmlns:a16="http://schemas.microsoft.com/office/drawing/2014/main" id="{53D89B81-1404-4FDB-BD70-4DC0CB2136DA}"/>
              </a:ext>
            </a:extLst>
          </p:cNvPr>
          <p:cNvSpPr>
            <a:spLocks/>
          </p:cNvSpPr>
          <p:nvPr/>
        </p:nvSpPr>
        <p:spPr bwMode="auto">
          <a:xfrm>
            <a:off x="6615150" y="1436341"/>
            <a:ext cx="152400" cy="82550"/>
          </a:xfrm>
          <a:custGeom>
            <a:avLst/>
            <a:gdLst>
              <a:gd name="T0" fmla="*/ 63 w 63"/>
              <a:gd name="T1" fmla="*/ 34 h 34"/>
              <a:gd name="T2" fmla="*/ 13 w 63"/>
              <a:gd name="T3" fmla="*/ 18 h 34"/>
              <a:gd name="T4" fmla="*/ 39 w 63"/>
              <a:gd name="T5" fmla="*/ 0 h 34"/>
              <a:gd name="T6" fmla="*/ 63 w 63"/>
              <a:gd name="T7" fmla="*/ 34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3" h="34">
                <a:moveTo>
                  <a:pt x="63" y="34"/>
                </a:moveTo>
                <a:cubicBezTo>
                  <a:pt x="56" y="25"/>
                  <a:pt x="27" y="11"/>
                  <a:pt x="13" y="18"/>
                </a:cubicBezTo>
                <a:cubicBezTo>
                  <a:pt x="0" y="25"/>
                  <a:pt x="39" y="0"/>
                  <a:pt x="39" y="0"/>
                </a:cubicBezTo>
                <a:lnTo>
                  <a:pt x="63" y="3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9" name="Freeform 63">
            <a:extLst>
              <a:ext uri="{FF2B5EF4-FFF2-40B4-BE49-F238E27FC236}">
                <a16:creationId xmlns:a16="http://schemas.microsoft.com/office/drawing/2014/main" id="{9B37954E-242E-40C2-B2DD-2A1C6E205E4F}"/>
              </a:ext>
            </a:extLst>
          </p:cNvPr>
          <p:cNvSpPr>
            <a:spLocks/>
          </p:cNvSpPr>
          <p:nvPr/>
        </p:nvSpPr>
        <p:spPr bwMode="auto">
          <a:xfrm>
            <a:off x="7547013" y="1139478"/>
            <a:ext cx="223838" cy="160338"/>
          </a:xfrm>
          <a:custGeom>
            <a:avLst/>
            <a:gdLst>
              <a:gd name="T0" fmla="*/ 0 w 93"/>
              <a:gd name="T1" fmla="*/ 25 h 66"/>
              <a:gd name="T2" fmla="*/ 47 w 93"/>
              <a:gd name="T3" fmla="*/ 66 h 66"/>
              <a:gd name="T4" fmla="*/ 77 w 93"/>
              <a:gd name="T5" fmla="*/ 54 h 66"/>
              <a:gd name="T6" fmla="*/ 60 w 93"/>
              <a:gd name="T7" fmla="*/ 19 h 66"/>
              <a:gd name="T8" fmla="*/ 87 w 93"/>
              <a:gd name="T9" fmla="*/ 24 h 66"/>
              <a:gd name="T10" fmla="*/ 69 w 93"/>
              <a:gd name="T11" fmla="*/ 3 h 66"/>
              <a:gd name="T12" fmla="*/ 38 w 93"/>
              <a:gd name="T13" fmla="*/ 0 h 66"/>
              <a:gd name="T14" fmla="*/ 0 w 93"/>
              <a:gd name="T15" fmla="*/ 25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3" h="66">
                <a:moveTo>
                  <a:pt x="0" y="25"/>
                </a:moveTo>
                <a:cubicBezTo>
                  <a:pt x="8" y="38"/>
                  <a:pt x="27" y="66"/>
                  <a:pt x="47" y="66"/>
                </a:cubicBezTo>
                <a:cubicBezTo>
                  <a:pt x="61" y="66"/>
                  <a:pt x="89" y="62"/>
                  <a:pt x="77" y="54"/>
                </a:cubicBezTo>
                <a:cubicBezTo>
                  <a:pt x="50" y="36"/>
                  <a:pt x="55" y="22"/>
                  <a:pt x="60" y="19"/>
                </a:cubicBezTo>
                <a:cubicBezTo>
                  <a:pt x="65" y="16"/>
                  <a:pt x="80" y="26"/>
                  <a:pt x="87" y="24"/>
                </a:cubicBezTo>
                <a:cubicBezTo>
                  <a:pt x="93" y="22"/>
                  <a:pt x="78" y="6"/>
                  <a:pt x="69" y="3"/>
                </a:cubicBezTo>
                <a:cubicBezTo>
                  <a:pt x="61" y="1"/>
                  <a:pt x="38" y="0"/>
                  <a:pt x="38" y="0"/>
                </a:cubicBezTo>
                <a:lnTo>
                  <a:pt x="0" y="25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0" name="Freeform 64">
            <a:extLst>
              <a:ext uri="{FF2B5EF4-FFF2-40B4-BE49-F238E27FC236}">
                <a16:creationId xmlns:a16="http://schemas.microsoft.com/office/drawing/2014/main" id="{52035C30-7BED-419C-8D6C-4AA6463DEF24}"/>
              </a:ext>
            </a:extLst>
          </p:cNvPr>
          <p:cNvSpPr>
            <a:spLocks/>
          </p:cNvSpPr>
          <p:nvPr/>
        </p:nvSpPr>
        <p:spPr bwMode="auto">
          <a:xfrm>
            <a:off x="6813588" y="594966"/>
            <a:ext cx="220663" cy="228600"/>
          </a:xfrm>
          <a:custGeom>
            <a:avLst/>
            <a:gdLst>
              <a:gd name="T0" fmla="*/ 92 w 92"/>
              <a:gd name="T1" fmla="*/ 75 h 95"/>
              <a:gd name="T2" fmla="*/ 18 w 92"/>
              <a:gd name="T3" fmla="*/ 0 h 95"/>
              <a:gd name="T4" fmla="*/ 16 w 92"/>
              <a:gd name="T5" fmla="*/ 31 h 95"/>
              <a:gd name="T6" fmla="*/ 19 w 92"/>
              <a:gd name="T7" fmla="*/ 64 h 95"/>
              <a:gd name="T8" fmla="*/ 86 w 92"/>
              <a:gd name="T9" fmla="*/ 95 h 95"/>
              <a:gd name="T10" fmla="*/ 92 w 92"/>
              <a:gd name="T11" fmla="*/ 75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2" h="95">
                <a:moveTo>
                  <a:pt x="92" y="75"/>
                </a:moveTo>
                <a:cubicBezTo>
                  <a:pt x="18" y="0"/>
                  <a:pt x="18" y="0"/>
                  <a:pt x="18" y="0"/>
                </a:cubicBezTo>
                <a:cubicBezTo>
                  <a:pt x="18" y="0"/>
                  <a:pt x="0" y="12"/>
                  <a:pt x="16" y="31"/>
                </a:cubicBezTo>
                <a:cubicBezTo>
                  <a:pt x="32" y="49"/>
                  <a:pt x="19" y="64"/>
                  <a:pt x="19" y="64"/>
                </a:cubicBezTo>
                <a:cubicBezTo>
                  <a:pt x="86" y="95"/>
                  <a:pt x="86" y="95"/>
                  <a:pt x="86" y="95"/>
                </a:cubicBezTo>
                <a:cubicBezTo>
                  <a:pt x="86" y="95"/>
                  <a:pt x="87" y="85"/>
                  <a:pt x="92" y="75"/>
                </a:cubicBez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1" name="Freeform 65">
            <a:extLst>
              <a:ext uri="{FF2B5EF4-FFF2-40B4-BE49-F238E27FC236}">
                <a16:creationId xmlns:a16="http://schemas.microsoft.com/office/drawing/2014/main" id="{C7A6BD7C-BDD2-454B-B41D-C187244FF0CC}"/>
              </a:ext>
            </a:extLst>
          </p:cNvPr>
          <p:cNvSpPr>
            <a:spLocks/>
          </p:cNvSpPr>
          <p:nvPr/>
        </p:nvSpPr>
        <p:spPr bwMode="auto">
          <a:xfrm>
            <a:off x="6764375" y="901353"/>
            <a:ext cx="414338" cy="176213"/>
          </a:xfrm>
          <a:custGeom>
            <a:avLst/>
            <a:gdLst>
              <a:gd name="T0" fmla="*/ 126 w 172"/>
              <a:gd name="T1" fmla="*/ 73 h 73"/>
              <a:gd name="T2" fmla="*/ 172 w 172"/>
              <a:gd name="T3" fmla="*/ 36 h 73"/>
              <a:gd name="T4" fmla="*/ 114 w 172"/>
              <a:gd name="T5" fmla="*/ 18 h 73"/>
              <a:gd name="T6" fmla="*/ 63 w 172"/>
              <a:gd name="T7" fmla="*/ 34 h 73"/>
              <a:gd name="T8" fmla="*/ 9 w 172"/>
              <a:gd name="T9" fmla="*/ 53 h 73"/>
              <a:gd name="T10" fmla="*/ 126 w 172"/>
              <a:gd name="T11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2" h="73">
                <a:moveTo>
                  <a:pt x="126" y="73"/>
                </a:moveTo>
                <a:cubicBezTo>
                  <a:pt x="172" y="36"/>
                  <a:pt x="172" y="36"/>
                  <a:pt x="172" y="36"/>
                </a:cubicBezTo>
                <a:cubicBezTo>
                  <a:pt x="172" y="36"/>
                  <a:pt x="109" y="0"/>
                  <a:pt x="114" y="18"/>
                </a:cubicBezTo>
                <a:cubicBezTo>
                  <a:pt x="119" y="37"/>
                  <a:pt x="89" y="52"/>
                  <a:pt x="63" y="34"/>
                </a:cubicBezTo>
                <a:cubicBezTo>
                  <a:pt x="37" y="17"/>
                  <a:pt x="0" y="51"/>
                  <a:pt x="9" y="53"/>
                </a:cubicBezTo>
                <a:lnTo>
                  <a:pt x="126" y="7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2" name="Freeform 66">
            <a:extLst>
              <a:ext uri="{FF2B5EF4-FFF2-40B4-BE49-F238E27FC236}">
                <a16:creationId xmlns:a16="http://schemas.microsoft.com/office/drawing/2014/main" id="{69CBDD1C-C095-4400-BB88-9241B502D920}"/>
              </a:ext>
            </a:extLst>
          </p:cNvPr>
          <p:cNvSpPr>
            <a:spLocks/>
          </p:cNvSpPr>
          <p:nvPr/>
        </p:nvSpPr>
        <p:spPr bwMode="auto">
          <a:xfrm>
            <a:off x="7043775" y="836266"/>
            <a:ext cx="390525" cy="330200"/>
          </a:xfrm>
          <a:custGeom>
            <a:avLst/>
            <a:gdLst>
              <a:gd name="T0" fmla="*/ 0 w 162"/>
              <a:gd name="T1" fmla="*/ 0 h 137"/>
              <a:gd name="T2" fmla="*/ 148 w 162"/>
              <a:gd name="T3" fmla="*/ 137 h 137"/>
              <a:gd name="T4" fmla="*/ 159 w 162"/>
              <a:gd name="T5" fmla="*/ 111 h 137"/>
              <a:gd name="T6" fmla="*/ 50 w 162"/>
              <a:gd name="T7" fmla="*/ 16 h 137"/>
              <a:gd name="T8" fmla="*/ 0 w 162"/>
              <a:gd name="T9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" h="137">
                <a:moveTo>
                  <a:pt x="0" y="0"/>
                </a:moveTo>
                <a:cubicBezTo>
                  <a:pt x="148" y="137"/>
                  <a:pt x="148" y="137"/>
                  <a:pt x="148" y="137"/>
                </a:cubicBezTo>
                <a:cubicBezTo>
                  <a:pt x="148" y="137"/>
                  <a:pt x="157" y="123"/>
                  <a:pt x="159" y="111"/>
                </a:cubicBezTo>
                <a:cubicBezTo>
                  <a:pt x="162" y="99"/>
                  <a:pt x="50" y="16"/>
                  <a:pt x="50" y="16"/>
                </a:cubicBez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3" name="Line 67">
            <a:extLst>
              <a:ext uri="{FF2B5EF4-FFF2-40B4-BE49-F238E27FC236}">
                <a16:creationId xmlns:a16="http://schemas.microsoft.com/office/drawing/2014/main" id="{AA6CA396-54B2-407A-B867-BA8D3FD3037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2825" y="812453"/>
            <a:ext cx="0" cy="0"/>
          </a:xfrm>
          <a:prstGeom prst="line">
            <a:avLst/>
          </a:prstGeom>
          <a:noFill/>
          <a:ln w="9525" cap="flat">
            <a:solidFill>
              <a:srgbClr val="FFFFF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4" name="Line 68">
            <a:extLst>
              <a:ext uri="{FF2B5EF4-FFF2-40B4-BE49-F238E27FC236}">
                <a16:creationId xmlns:a16="http://schemas.microsoft.com/office/drawing/2014/main" id="{BFFEB4A5-6EDA-4B67-AC14-BE94FB37BEF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38" y="594966"/>
            <a:ext cx="0" cy="0"/>
          </a:xfrm>
          <a:prstGeom prst="line">
            <a:avLst/>
          </a:prstGeom>
          <a:noFill/>
          <a:ln w="9525" cap="flat">
            <a:solidFill>
              <a:srgbClr val="FFFFF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5" name="Freeform 69">
            <a:extLst>
              <a:ext uri="{FF2B5EF4-FFF2-40B4-BE49-F238E27FC236}">
                <a16:creationId xmlns:a16="http://schemas.microsoft.com/office/drawing/2014/main" id="{F7882508-B809-4999-9CA2-DA7D709F0A82}"/>
              </a:ext>
            </a:extLst>
          </p:cNvPr>
          <p:cNvSpPr>
            <a:spLocks/>
          </p:cNvSpPr>
          <p:nvPr/>
        </p:nvSpPr>
        <p:spPr bwMode="auto">
          <a:xfrm>
            <a:off x="6608800" y="390178"/>
            <a:ext cx="261938" cy="320675"/>
          </a:xfrm>
          <a:custGeom>
            <a:avLst/>
            <a:gdLst>
              <a:gd name="T0" fmla="*/ 109 w 109"/>
              <a:gd name="T1" fmla="*/ 0 h 133"/>
              <a:gd name="T2" fmla="*/ 0 w 109"/>
              <a:gd name="T3" fmla="*/ 124 h 133"/>
              <a:gd name="T4" fmla="*/ 50 w 109"/>
              <a:gd name="T5" fmla="*/ 133 h 133"/>
              <a:gd name="T6" fmla="*/ 109 w 109"/>
              <a:gd name="T7" fmla="*/ 0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9" h="133">
                <a:moveTo>
                  <a:pt x="109" y="0"/>
                </a:moveTo>
                <a:cubicBezTo>
                  <a:pt x="53" y="23"/>
                  <a:pt x="13" y="74"/>
                  <a:pt x="0" y="124"/>
                </a:cubicBezTo>
                <a:cubicBezTo>
                  <a:pt x="0" y="124"/>
                  <a:pt x="21" y="126"/>
                  <a:pt x="50" y="133"/>
                </a:cubicBezTo>
                <a:cubicBezTo>
                  <a:pt x="50" y="133"/>
                  <a:pt x="26" y="69"/>
                  <a:pt x="109" y="0"/>
                </a:cubicBez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6" name="Freeform 70">
            <a:extLst>
              <a:ext uri="{FF2B5EF4-FFF2-40B4-BE49-F238E27FC236}">
                <a16:creationId xmlns:a16="http://schemas.microsoft.com/office/drawing/2014/main" id="{47762BEE-68C4-4C9A-915B-9A08045A76D7}"/>
              </a:ext>
            </a:extLst>
          </p:cNvPr>
          <p:cNvSpPr>
            <a:spLocks/>
          </p:cNvSpPr>
          <p:nvPr/>
        </p:nvSpPr>
        <p:spPr bwMode="auto">
          <a:xfrm>
            <a:off x="6673888" y="1077566"/>
            <a:ext cx="388938" cy="347663"/>
          </a:xfrm>
          <a:custGeom>
            <a:avLst/>
            <a:gdLst>
              <a:gd name="T0" fmla="*/ 124 w 162"/>
              <a:gd name="T1" fmla="*/ 58 h 144"/>
              <a:gd name="T2" fmla="*/ 162 w 162"/>
              <a:gd name="T3" fmla="*/ 0 h 144"/>
              <a:gd name="T4" fmla="*/ 117 w 162"/>
              <a:gd name="T5" fmla="*/ 38 h 144"/>
              <a:gd name="T6" fmla="*/ 35 w 162"/>
              <a:gd name="T7" fmla="*/ 76 h 144"/>
              <a:gd name="T8" fmla="*/ 0 w 162"/>
              <a:gd name="T9" fmla="*/ 133 h 144"/>
              <a:gd name="T10" fmla="*/ 9 w 162"/>
              <a:gd name="T11" fmla="*/ 144 h 144"/>
              <a:gd name="T12" fmla="*/ 124 w 162"/>
              <a:gd name="T13" fmla="*/ 58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62" h="144">
                <a:moveTo>
                  <a:pt x="124" y="58"/>
                </a:moveTo>
                <a:cubicBezTo>
                  <a:pt x="133" y="33"/>
                  <a:pt x="147" y="15"/>
                  <a:pt x="162" y="0"/>
                </a:cubicBezTo>
                <a:cubicBezTo>
                  <a:pt x="156" y="1"/>
                  <a:pt x="138" y="8"/>
                  <a:pt x="117" y="38"/>
                </a:cubicBezTo>
                <a:cubicBezTo>
                  <a:pt x="91" y="74"/>
                  <a:pt x="62" y="52"/>
                  <a:pt x="35" y="76"/>
                </a:cubicBezTo>
                <a:cubicBezTo>
                  <a:pt x="8" y="101"/>
                  <a:pt x="0" y="133"/>
                  <a:pt x="0" y="133"/>
                </a:cubicBezTo>
                <a:cubicBezTo>
                  <a:pt x="9" y="144"/>
                  <a:pt x="9" y="144"/>
                  <a:pt x="9" y="144"/>
                </a:cubicBezTo>
                <a:cubicBezTo>
                  <a:pt x="41" y="67"/>
                  <a:pt x="108" y="108"/>
                  <a:pt x="124" y="5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7" name="Freeform 71">
            <a:extLst>
              <a:ext uri="{FF2B5EF4-FFF2-40B4-BE49-F238E27FC236}">
                <a16:creationId xmlns:a16="http://schemas.microsoft.com/office/drawing/2014/main" id="{7B76137E-4D45-499D-B7CB-89C256CDA13B}"/>
              </a:ext>
            </a:extLst>
          </p:cNvPr>
          <p:cNvSpPr>
            <a:spLocks/>
          </p:cNvSpPr>
          <p:nvPr/>
        </p:nvSpPr>
        <p:spPr bwMode="auto">
          <a:xfrm>
            <a:off x="6813588" y="1064866"/>
            <a:ext cx="334963" cy="166688"/>
          </a:xfrm>
          <a:custGeom>
            <a:avLst/>
            <a:gdLst>
              <a:gd name="T0" fmla="*/ 139 w 139"/>
              <a:gd name="T1" fmla="*/ 0 h 69"/>
              <a:gd name="T2" fmla="*/ 66 w 139"/>
              <a:gd name="T3" fmla="*/ 35 h 69"/>
              <a:gd name="T4" fmla="*/ 0 w 139"/>
              <a:gd name="T5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9" h="69">
                <a:moveTo>
                  <a:pt x="139" y="0"/>
                </a:moveTo>
                <a:cubicBezTo>
                  <a:pt x="106" y="5"/>
                  <a:pt x="85" y="5"/>
                  <a:pt x="66" y="35"/>
                </a:cubicBezTo>
                <a:cubicBezTo>
                  <a:pt x="47" y="64"/>
                  <a:pt x="25" y="66"/>
                  <a:pt x="0" y="69"/>
                </a:cubicBezTo>
              </a:path>
            </a:pathLst>
          </a:custGeom>
          <a:noFill/>
          <a:ln w="19050" cap="rnd">
            <a:solidFill>
              <a:srgbClr val="58C1EB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8" name="Freeform 72">
            <a:extLst>
              <a:ext uri="{FF2B5EF4-FFF2-40B4-BE49-F238E27FC236}">
                <a16:creationId xmlns:a16="http://schemas.microsoft.com/office/drawing/2014/main" id="{B20B1902-8A0E-4765-A318-71558725E98E}"/>
              </a:ext>
            </a:extLst>
          </p:cNvPr>
          <p:cNvSpPr>
            <a:spLocks/>
          </p:cNvSpPr>
          <p:nvPr/>
        </p:nvSpPr>
        <p:spPr bwMode="auto">
          <a:xfrm>
            <a:off x="6869150" y="393353"/>
            <a:ext cx="792163" cy="825500"/>
          </a:xfrm>
          <a:custGeom>
            <a:avLst/>
            <a:gdLst>
              <a:gd name="T0" fmla="*/ 78 w 329"/>
              <a:gd name="T1" fmla="*/ 0 h 343"/>
              <a:gd name="T2" fmla="*/ 163 w 329"/>
              <a:gd name="T3" fmla="*/ 118 h 343"/>
              <a:gd name="T4" fmla="*/ 329 w 329"/>
              <a:gd name="T5" fmla="*/ 304 h 343"/>
              <a:gd name="T6" fmla="*/ 270 w 329"/>
              <a:gd name="T7" fmla="*/ 343 h 343"/>
              <a:gd name="T8" fmla="*/ 0 w 329"/>
              <a:gd name="T9" fmla="*/ 95 h 3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9" h="343">
                <a:moveTo>
                  <a:pt x="78" y="0"/>
                </a:moveTo>
                <a:cubicBezTo>
                  <a:pt x="116" y="8"/>
                  <a:pt x="144" y="76"/>
                  <a:pt x="163" y="118"/>
                </a:cubicBezTo>
                <a:cubicBezTo>
                  <a:pt x="204" y="206"/>
                  <a:pt x="329" y="304"/>
                  <a:pt x="329" y="304"/>
                </a:cubicBezTo>
                <a:cubicBezTo>
                  <a:pt x="270" y="343"/>
                  <a:pt x="270" y="343"/>
                  <a:pt x="270" y="343"/>
                </a:cubicBezTo>
                <a:cubicBezTo>
                  <a:pt x="135" y="262"/>
                  <a:pt x="0" y="95"/>
                  <a:pt x="0" y="95"/>
                </a:cubicBezTo>
              </a:path>
            </a:pathLst>
          </a:custGeom>
          <a:solidFill>
            <a:srgbClr val="FFFFFF"/>
          </a:solidFill>
          <a:ln w="28575" cap="rnd">
            <a:solidFill>
              <a:srgbClr val="085EB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9" name="Freeform 73">
            <a:extLst>
              <a:ext uri="{FF2B5EF4-FFF2-40B4-BE49-F238E27FC236}">
                <a16:creationId xmlns:a16="http://schemas.microsoft.com/office/drawing/2014/main" id="{4A5A1DFA-B000-48E5-90FF-810F991E5D3B}"/>
              </a:ext>
            </a:extLst>
          </p:cNvPr>
          <p:cNvSpPr>
            <a:spLocks/>
          </p:cNvSpPr>
          <p:nvPr/>
        </p:nvSpPr>
        <p:spPr bwMode="auto">
          <a:xfrm>
            <a:off x="6869150" y="393353"/>
            <a:ext cx="792163" cy="825500"/>
          </a:xfrm>
          <a:custGeom>
            <a:avLst/>
            <a:gdLst>
              <a:gd name="T0" fmla="*/ 78 w 329"/>
              <a:gd name="T1" fmla="*/ 0 h 343"/>
              <a:gd name="T2" fmla="*/ 163 w 329"/>
              <a:gd name="T3" fmla="*/ 118 h 343"/>
              <a:gd name="T4" fmla="*/ 329 w 329"/>
              <a:gd name="T5" fmla="*/ 304 h 343"/>
              <a:gd name="T6" fmla="*/ 270 w 329"/>
              <a:gd name="T7" fmla="*/ 343 h 343"/>
              <a:gd name="T8" fmla="*/ 0 w 329"/>
              <a:gd name="T9" fmla="*/ 95 h 3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9" h="343">
                <a:moveTo>
                  <a:pt x="78" y="0"/>
                </a:moveTo>
                <a:cubicBezTo>
                  <a:pt x="116" y="8"/>
                  <a:pt x="144" y="76"/>
                  <a:pt x="163" y="118"/>
                </a:cubicBezTo>
                <a:cubicBezTo>
                  <a:pt x="204" y="206"/>
                  <a:pt x="329" y="304"/>
                  <a:pt x="329" y="304"/>
                </a:cubicBezTo>
                <a:cubicBezTo>
                  <a:pt x="270" y="343"/>
                  <a:pt x="270" y="343"/>
                  <a:pt x="270" y="343"/>
                </a:cubicBezTo>
                <a:cubicBezTo>
                  <a:pt x="135" y="262"/>
                  <a:pt x="0" y="95"/>
                  <a:pt x="0" y="95"/>
                </a:cubicBezTo>
              </a:path>
            </a:pathLst>
          </a:custGeom>
          <a:noFill/>
          <a:ln w="28575" cap="rnd">
            <a:solidFill>
              <a:srgbClr val="085EB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0" name="Freeform 74">
            <a:extLst>
              <a:ext uri="{FF2B5EF4-FFF2-40B4-BE49-F238E27FC236}">
                <a16:creationId xmlns:a16="http://schemas.microsoft.com/office/drawing/2014/main" id="{10B29B52-08B8-49A4-9DB4-072DB0D6A2AA}"/>
              </a:ext>
            </a:extLst>
          </p:cNvPr>
          <p:cNvSpPr>
            <a:spLocks/>
          </p:cNvSpPr>
          <p:nvPr/>
        </p:nvSpPr>
        <p:spPr bwMode="auto">
          <a:xfrm>
            <a:off x="6856450" y="594966"/>
            <a:ext cx="744538" cy="612775"/>
          </a:xfrm>
          <a:custGeom>
            <a:avLst/>
            <a:gdLst>
              <a:gd name="T0" fmla="*/ 275 w 309"/>
              <a:gd name="T1" fmla="*/ 254 h 254"/>
              <a:gd name="T2" fmla="*/ 0 w 309"/>
              <a:gd name="T3" fmla="*/ 0 h 254"/>
              <a:gd name="T4" fmla="*/ 309 w 309"/>
              <a:gd name="T5" fmla="*/ 232 h 254"/>
              <a:gd name="T6" fmla="*/ 275 w 309"/>
              <a:gd name="T7" fmla="*/ 254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09" h="254">
                <a:moveTo>
                  <a:pt x="275" y="254"/>
                </a:moveTo>
                <a:cubicBezTo>
                  <a:pt x="121" y="156"/>
                  <a:pt x="0" y="0"/>
                  <a:pt x="0" y="0"/>
                </a:cubicBezTo>
                <a:cubicBezTo>
                  <a:pt x="0" y="0"/>
                  <a:pt x="216" y="198"/>
                  <a:pt x="309" y="232"/>
                </a:cubicBezTo>
                <a:lnTo>
                  <a:pt x="275" y="254"/>
                </a:ln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1" name="Freeform 75">
            <a:extLst>
              <a:ext uri="{FF2B5EF4-FFF2-40B4-BE49-F238E27FC236}">
                <a16:creationId xmlns:a16="http://schemas.microsoft.com/office/drawing/2014/main" id="{78FF1FA8-BB97-4CFC-90DD-D1F0E70540B8}"/>
              </a:ext>
            </a:extLst>
          </p:cNvPr>
          <p:cNvSpPr>
            <a:spLocks noEditPoints="1"/>
          </p:cNvSpPr>
          <p:nvPr/>
        </p:nvSpPr>
        <p:spPr bwMode="auto">
          <a:xfrm>
            <a:off x="6096038" y="577503"/>
            <a:ext cx="214313" cy="201613"/>
          </a:xfrm>
          <a:custGeom>
            <a:avLst/>
            <a:gdLst>
              <a:gd name="T0" fmla="*/ 20 w 89"/>
              <a:gd name="T1" fmla="*/ 83 h 83"/>
              <a:gd name="T2" fmla="*/ 20 w 89"/>
              <a:gd name="T3" fmla="*/ 82 h 83"/>
              <a:gd name="T4" fmla="*/ 23 w 89"/>
              <a:gd name="T5" fmla="*/ 66 h 83"/>
              <a:gd name="T6" fmla="*/ 23 w 89"/>
              <a:gd name="T7" fmla="*/ 65 h 83"/>
              <a:gd name="T8" fmla="*/ 6 w 89"/>
              <a:gd name="T9" fmla="*/ 50 h 83"/>
              <a:gd name="T10" fmla="*/ 1 w 89"/>
              <a:gd name="T11" fmla="*/ 34 h 83"/>
              <a:gd name="T12" fmla="*/ 8 w 89"/>
              <a:gd name="T13" fmla="*/ 13 h 83"/>
              <a:gd name="T14" fmla="*/ 25 w 89"/>
              <a:gd name="T15" fmla="*/ 2 h 83"/>
              <a:gd name="T16" fmla="*/ 44 w 89"/>
              <a:gd name="T17" fmla="*/ 0 h 83"/>
              <a:gd name="T18" fmla="*/ 72 w 89"/>
              <a:gd name="T19" fmla="*/ 9 h 83"/>
              <a:gd name="T20" fmla="*/ 86 w 89"/>
              <a:gd name="T21" fmla="*/ 25 h 83"/>
              <a:gd name="T22" fmla="*/ 89 w 89"/>
              <a:gd name="T23" fmla="*/ 41 h 83"/>
              <a:gd name="T24" fmla="*/ 81 w 89"/>
              <a:gd name="T25" fmla="*/ 58 h 83"/>
              <a:gd name="T26" fmla="*/ 65 w 89"/>
              <a:gd name="T27" fmla="*/ 69 h 83"/>
              <a:gd name="T28" fmla="*/ 46 w 89"/>
              <a:gd name="T29" fmla="*/ 71 h 83"/>
              <a:gd name="T30" fmla="*/ 39 w 89"/>
              <a:gd name="T31" fmla="*/ 70 h 83"/>
              <a:gd name="T32" fmla="*/ 38 w 89"/>
              <a:gd name="T33" fmla="*/ 71 h 83"/>
              <a:gd name="T34" fmla="*/ 20 w 89"/>
              <a:gd name="T35" fmla="*/ 83 h 83"/>
              <a:gd name="T36" fmla="*/ 20 w 89"/>
              <a:gd name="T37" fmla="*/ 83 h 83"/>
              <a:gd name="T38" fmla="*/ 20 w 89"/>
              <a:gd name="T39" fmla="*/ 83 h 83"/>
              <a:gd name="T40" fmla="*/ 29 w 89"/>
              <a:gd name="T41" fmla="*/ 33 h 83"/>
              <a:gd name="T42" fmla="*/ 24 w 89"/>
              <a:gd name="T43" fmla="*/ 25 h 83"/>
              <a:gd name="T44" fmla="*/ 16 w 89"/>
              <a:gd name="T45" fmla="*/ 30 h 83"/>
              <a:gd name="T46" fmla="*/ 22 w 89"/>
              <a:gd name="T47" fmla="*/ 38 h 83"/>
              <a:gd name="T48" fmla="*/ 29 w 89"/>
              <a:gd name="T49" fmla="*/ 33 h 83"/>
              <a:gd name="T50" fmla="*/ 73 w 89"/>
              <a:gd name="T51" fmla="*/ 41 h 83"/>
              <a:gd name="T52" fmla="*/ 68 w 89"/>
              <a:gd name="T53" fmla="*/ 33 h 83"/>
              <a:gd name="T54" fmla="*/ 60 w 89"/>
              <a:gd name="T55" fmla="*/ 38 h 83"/>
              <a:gd name="T56" fmla="*/ 65 w 89"/>
              <a:gd name="T57" fmla="*/ 46 h 83"/>
              <a:gd name="T58" fmla="*/ 73 w 89"/>
              <a:gd name="T59" fmla="*/ 41 h 83"/>
              <a:gd name="T60" fmla="*/ 51 w 89"/>
              <a:gd name="T61" fmla="*/ 37 h 83"/>
              <a:gd name="T62" fmla="*/ 46 w 89"/>
              <a:gd name="T63" fmla="*/ 29 h 83"/>
              <a:gd name="T64" fmla="*/ 38 w 89"/>
              <a:gd name="T65" fmla="*/ 34 h 83"/>
              <a:gd name="T66" fmla="*/ 44 w 89"/>
              <a:gd name="T67" fmla="*/ 42 h 83"/>
              <a:gd name="T68" fmla="*/ 51 w 89"/>
              <a:gd name="T69" fmla="*/ 37 h 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89" h="83">
                <a:moveTo>
                  <a:pt x="20" y="83"/>
                </a:moveTo>
                <a:cubicBezTo>
                  <a:pt x="20" y="83"/>
                  <a:pt x="20" y="82"/>
                  <a:pt x="20" y="82"/>
                </a:cubicBezTo>
                <a:cubicBezTo>
                  <a:pt x="21" y="77"/>
                  <a:pt x="22" y="71"/>
                  <a:pt x="23" y="66"/>
                </a:cubicBezTo>
                <a:cubicBezTo>
                  <a:pt x="23" y="65"/>
                  <a:pt x="23" y="65"/>
                  <a:pt x="23" y="65"/>
                </a:cubicBezTo>
                <a:cubicBezTo>
                  <a:pt x="16" y="61"/>
                  <a:pt x="10" y="57"/>
                  <a:pt x="6" y="50"/>
                </a:cubicBezTo>
                <a:cubicBezTo>
                  <a:pt x="3" y="45"/>
                  <a:pt x="1" y="40"/>
                  <a:pt x="1" y="34"/>
                </a:cubicBezTo>
                <a:cubicBezTo>
                  <a:pt x="0" y="26"/>
                  <a:pt x="3" y="19"/>
                  <a:pt x="8" y="13"/>
                </a:cubicBezTo>
                <a:cubicBezTo>
                  <a:pt x="13" y="8"/>
                  <a:pt x="19" y="5"/>
                  <a:pt x="25" y="2"/>
                </a:cubicBezTo>
                <a:cubicBezTo>
                  <a:pt x="31" y="0"/>
                  <a:pt x="37" y="0"/>
                  <a:pt x="44" y="0"/>
                </a:cubicBezTo>
                <a:cubicBezTo>
                  <a:pt x="54" y="1"/>
                  <a:pt x="64" y="4"/>
                  <a:pt x="72" y="9"/>
                </a:cubicBezTo>
                <a:cubicBezTo>
                  <a:pt x="78" y="14"/>
                  <a:pt x="83" y="19"/>
                  <a:pt x="86" y="25"/>
                </a:cubicBezTo>
                <a:cubicBezTo>
                  <a:pt x="88" y="30"/>
                  <a:pt x="89" y="36"/>
                  <a:pt x="89" y="41"/>
                </a:cubicBezTo>
                <a:cubicBezTo>
                  <a:pt x="88" y="48"/>
                  <a:pt x="86" y="53"/>
                  <a:pt x="81" y="58"/>
                </a:cubicBezTo>
                <a:cubicBezTo>
                  <a:pt x="77" y="63"/>
                  <a:pt x="71" y="67"/>
                  <a:pt x="65" y="69"/>
                </a:cubicBezTo>
                <a:cubicBezTo>
                  <a:pt x="59" y="71"/>
                  <a:pt x="52" y="72"/>
                  <a:pt x="46" y="71"/>
                </a:cubicBezTo>
                <a:cubicBezTo>
                  <a:pt x="43" y="71"/>
                  <a:pt x="41" y="71"/>
                  <a:pt x="39" y="70"/>
                </a:cubicBezTo>
                <a:cubicBezTo>
                  <a:pt x="38" y="70"/>
                  <a:pt x="38" y="71"/>
                  <a:pt x="38" y="71"/>
                </a:cubicBezTo>
                <a:cubicBezTo>
                  <a:pt x="32" y="75"/>
                  <a:pt x="26" y="79"/>
                  <a:pt x="20" y="83"/>
                </a:cubicBezTo>
                <a:cubicBezTo>
                  <a:pt x="20" y="83"/>
                  <a:pt x="20" y="83"/>
                  <a:pt x="20" y="83"/>
                </a:cubicBezTo>
                <a:cubicBezTo>
                  <a:pt x="20" y="83"/>
                  <a:pt x="20" y="83"/>
                  <a:pt x="20" y="83"/>
                </a:cubicBezTo>
                <a:close/>
                <a:moveTo>
                  <a:pt x="29" y="33"/>
                </a:moveTo>
                <a:cubicBezTo>
                  <a:pt x="30" y="29"/>
                  <a:pt x="28" y="26"/>
                  <a:pt x="24" y="25"/>
                </a:cubicBezTo>
                <a:cubicBezTo>
                  <a:pt x="21" y="24"/>
                  <a:pt x="17" y="27"/>
                  <a:pt x="16" y="30"/>
                </a:cubicBezTo>
                <a:cubicBezTo>
                  <a:pt x="16" y="34"/>
                  <a:pt x="18" y="37"/>
                  <a:pt x="22" y="38"/>
                </a:cubicBezTo>
                <a:cubicBezTo>
                  <a:pt x="25" y="39"/>
                  <a:pt x="29" y="36"/>
                  <a:pt x="29" y="33"/>
                </a:cubicBezTo>
                <a:close/>
                <a:moveTo>
                  <a:pt x="73" y="41"/>
                </a:moveTo>
                <a:cubicBezTo>
                  <a:pt x="74" y="37"/>
                  <a:pt x="71" y="34"/>
                  <a:pt x="68" y="33"/>
                </a:cubicBezTo>
                <a:cubicBezTo>
                  <a:pt x="64" y="33"/>
                  <a:pt x="61" y="35"/>
                  <a:pt x="60" y="38"/>
                </a:cubicBezTo>
                <a:cubicBezTo>
                  <a:pt x="60" y="42"/>
                  <a:pt x="62" y="45"/>
                  <a:pt x="65" y="46"/>
                </a:cubicBezTo>
                <a:cubicBezTo>
                  <a:pt x="69" y="47"/>
                  <a:pt x="72" y="44"/>
                  <a:pt x="73" y="41"/>
                </a:cubicBezTo>
                <a:close/>
                <a:moveTo>
                  <a:pt x="51" y="37"/>
                </a:moveTo>
                <a:cubicBezTo>
                  <a:pt x="52" y="33"/>
                  <a:pt x="49" y="30"/>
                  <a:pt x="46" y="29"/>
                </a:cubicBezTo>
                <a:cubicBezTo>
                  <a:pt x="42" y="29"/>
                  <a:pt x="39" y="31"/>
                  <a:pt x="38" y="34"/>
                </a:cubicBezTo>
                <a:cubicBezTo>
                  <a:pt x="38" y="38"/>
                  <a:pt x="40" y="41"/>
                  <a:pt x="44" y="42"/>
                </a:cubicBezTo>
                <a:cubicBezTo>
                  <a:pt x="47" y="43"/>
                  <a:pt x="51" y="40"/>
                  <a:pt x="51" y="37"/>
                </a:cubicBez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2" name="Freeform 76">
            <a:extLst>
              <a:ext uri="{FF2B5EF4-FFF2-40B4-BE49-F238E27FC236}">
                <a16:creationId xmlns:a16="http://schemas.microsoft.com/office/drawing/2014/main" id="{31BDE970-D39B-446D-835F-3165EEBDF117}"/>
              </a:ext>
            </a:extLst>
          </p:cNvPr>
          <p:cNvSpPr>
            <a:spLocks/>
          </p:cNvSpPr>
          <p:nvPr/>
        </p:nvSpPr>
        <p:spPr bwMode="auto">
          <a:xfrm>
            <a:off x="6637375" y="793403"/>
            <a:ext cx="171450" cy="238125"/>
          </a:xfrm>
          <a:custGeom>
            <a:avLst/>
            <a:gdLst>
              <a:gd name="T0" fmla="*/ 71 w 71"/>
              <a:gd name="T1" fmla="*/ 99 h 99"/>
              <a:gd name="T2" fmla="*/ 4 w 71"/>
              <a:gd name="T3" fmla="*/ 0 h 9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1" h="99">
                <a:moveTo>
                  <a:pt x="71" y="99"/>
                </a:moveTo>
                <a:cubicBezTo>
                  <a:pt x="46" y="97"/>
                  <a:pt x="0" y="63"/>
                  <a:pt x="4" y="0"/>
                </a:cubicBezTo>
              </a:path>
            </a:pathLst>
          </a:custGeom>
          <a:noFill/>
          <a:ln w="28575" cap="rnd">
            <a:solidFill>
              <a:srgbClr val="085EB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3" name="Freeform 77">
            <a:extLst>
              <a:ext uri="{FF2B5EF4-FFF2-40B4-BE49-F238E27FC236}">
                <a16:creationId xmlns:a16="http://schemas.microsoft.com/office/drawing/2014/main" id="{1799E47D-52C2-4713-8654-288E60FC7CC4}"/>
              </a:ext>
            </a:extLst>
          </p:cNvPr>
          <p:cNvSpPr>
            <a:spLocks/>
          </p:cNvSpPr>
          <p:nvPr/>
        </p:nvSpPr>
        <p:spPr bwMode="auto">
          <a:xfrm>
            <a:off x="7696238" y="1185516"/>
            <a:ext cx="125413" cy="22225"/>
          </a:xfrm>
          <a:custGeom>
            <a:avLst/>
            <a:gdLst>
              <a:gd name="T0" fmla="*/ 0 w 52"/>
              <a:gd name="T1" fmla="*/ 2 h 9"/>
              <a:gd name="T2" fmla="*/ 52 w 52"/>
              <a:gd name="T3" fmla="*/ 0 h 9"/>
              <a:gd name="T4" fmla="*/ 52 w 52"/>
              <a:gd name="T5" fmla="*/ 7 h 9"/>
              <a:gd name="T6" fmla="*/ 18 w 52"/>
              <a:gd name="T7" fmla="*/ 9 h 9"/>
              <a:gd name="T8" fmla="*/ 0 w 52"/>
              <a:gd name="T9" fmla="*/ 2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" h="9">
                <a:moveTo>
                  <a:pt x="0" y="2"/>
                </a:moveTo>
                <a:cubicBezTo>
                  <a:pt x="13" y="2"/>
                  <a:pt x="52" y="0"/>
                  <a:pt x="52" y="0"/>
                </a:cubicBezTo>
                <a:cubicBezTo>
                  <a:pt x="52" y="7"/>
                  <a:pt x="52" y="7"/>
                  <a:pt x="52" y="7"/>
                </a:cubicBezTo>
                <a:cubicBezTo>
                  <a:pt x="18" y="9"/>
                  <a:pt x="18" y="9"/>
                  <a:pt x="18" y="9"/>
                </a:cubicBezTo>
                <a:lnTo>
                  <a:pt x="0" y="2"/>
                </a:ln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4" name="Freeform 78">
            <a:extLst>
              <a:ext uri="{FF2B5EF4-FFF2-40B4-BE49-F238E27FC236}">
                <a16:creationId xmlns:a16="http://schemas.microsoft.com/office/drawing/2014/main" id="{2795078F-80F7-4D61-B598-50A6979C546B}"/>
              </a:ext>
            </a:extLst>
          </p:cNvPr>
          <p:cNvSpPr>
            <a:spLocks/>
          </p:cNvSpPr>
          <p:nvPr/>
        </p:nvSpPr>
        <p:spPr bwMode="auto">
          <a:xfrm>
            <a:off x="6685000" y="1185516"/>
            <a:ext cx="703263" cy="352425"/>
          </a:xfrm>
          <a:custGeom>
            <a:avLst/>
            <a:gdLst>
              <a:gd name="T0" fmla="*/ 292 w 292"/>
              <a:gd name="T1" fmla="*/ 0 h 146"/>
              <a:gd name="T2" fmla="*/ 176 w 292"/>
              <a:gd name="T3" fmla="*/ 86 h 146"/>
              <a:gd name="T4" fmla="*/ 37 w 292"/>
              <a:gd name="T5" fmla="*/ 146 h 146"/>
              <a:gd name="T6" fmla="*/ 0 w 292"/>
              <a:gd name="T7" fmla="*/ 94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92" h="146">
                <a:moveTo>
                  <a:pt x="292" y="0"/>
                </a:moveTo>
                <a:cubicBezTo>
                  <a:pt x="261" y="39"/>
                  <a:pt x="205" y="69"/>
                  <a:pt x="176" y="86"/>
                </a:cubicBezTo>
                <a:cubicBezTo>
                  <a:pt x="141" y="106"/>
                  <a:pt x="37" y="146"/>
                  <a:pt x="37" y="146"/>
                </a:cubicBezTo>
                <a:cubicBezTo>
                  <a:pt x="0" y="94"/>
                  <a:pt x="0" y="94"/>
                  <a:pt x="0" y="94"/>
                </a:cubicBezTo>
              </a:path>
            </a:pathLst>
          </a:custGeom>
          <a:noFill/>
          <a:ln w="19050" cap="rnd">
            <a:solidFill>
              <a:srgbClr val="FFB4E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9706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0096" y="301109"/>
            <a:ext cx="4104456" cy="21582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85000"/>
              </a:lnSpc>
            </a:pPr>
            <a:r>
              <a:rPr lang="fr-FR" sz="5500" spc="-20" dirty="0">
                <a:latin typeface="Helvetica 75 Bold" panose="020B0804020202020204" pitchFamily="34" charset="0"/>
              </a:rPr>
              <a:t>Message clé avec illustration</a:t>
            </a:r>
          </a:p>
        </p:txBody>
      </p:sp>
      <p:sp>
        <p:nvSpPr>
          <p:cNvPr id="410" name="Content Placeholder 3">
            <a:extLst>
              <a:ext uri="{FF2B5EF4-FFF2-40B4-BE49-F238E27FC236}">
                <a16:creationId xmlns:a16="http://schemas.microsoft.com/office/drawing/2014/main" id="{24F0B2C0-5066-4842-BD79-A6C57A9304AC}"/>
              </a:ext>
            </a:extLst>
          </p:cNvPr>
          <p:cNvSpPr txBox="1">
            <a:spLocks/>
          </p:cNvSpPr>
          <p:nvPr/>
        </p:nvSpPr>
        <p:spPr>
          <a:xfrm>
            <a:off x="4893256" y="771550"/>
            <a:ext cx="3684007" cy="1395266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357188" indent="-176213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38163" indent="-18097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 dirty="0">
                <a:solidFill>
                  <a:srgbClr val="000000"/>
                </a:solidFill>
              </a:rPr>
              <a:t>Optional supporting text. Lorem ipsum </a:t>
            </a:r>
            <a:r>
              <a:rPr lang="en-GB" dirty="0" err="1">
                <a:solidFill>
                  <a:srgbClr val="000000"/>
                </a:solidFill>
              </a:rPr>
              <a:t>dolor</a:t>
            </a:r>
            <a:r>
              <a:rPr lang="en-GB" dirty="0">
                <a:solidFill>
                  <a:srgbClr val="000000"/>
                </a:solidFill>
              </a:rPr>
              <a:t> sit </a:t>
            </a:r>
            <a:r>
              <a:rPr lang="en-GB" dirty="0" err="1">
                <a:solidFill>
                  <a:srgbClr val="000000"/>
                </a:solidFill>
              </a:rPr>
              <a:t>amet</a:t>
            </a:r>
            <a:r>
              <a:rPr lang="en-GB" dirty="0">
                <a:solidFill>
                  <a:srgbClr val="000000"/>
                </a:solidFill>
              </a:rPr>
              <a:t>, </a:t>
            </a:r>
            <a:r>
              <a:rPr lang="en-GB" dirty="0" err="1">
                <a:solidFill>
                  <a:srgbClr val="000000"/>
                </a:solidFill>
              </a:rPr>
              <a:t>consectetur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 err="1">
                <a:solidFill>
                  <a:srgbClr val="000000"/>
                </a:solidFill>
              </a:rPr>
              <a:t>adipiscing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 err="1">
                <a:solidFill>
                  <a:srgbClr val="000000"/>
                </a:solidFill>
              </a:rPr>
              <a:t>elit</a:t>
            </a:r>
            <a:r>
              <a:rPr lang="en-GB" dirty="0">
                <a:solidFill>
                  <a:srgbClr val="000000"/>
                </a:solidFill>
              </a:rPr>
              <a:t>. </a:t>
            </a:r>
            <a:r>
              <a:rPr lang="en-GB" dirty="0" err="1">
                <a:solidFill>
                  <a:srgbClr val="000000"/>
                </a:solidFill>
              </a:rPr>
              <a:t>Sed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 err="1">
                <a:solidFill>
                  <a:srgbClr val="000000"/>
                </a:solidFill>
              </a:rPr>
              <a:t>rhoncus</a:t>
            </a:r>
            <a:r>
              <a:rPr lang="en-GB" dirty="0">
                <a:solidFill>
                  <a:srgbClr val="000000"/>
                </a:solidFill>
              </a:rPr>
              <a:t>, nisi </a:t>
            </a:r>
            <a:r>
              <a:rPr lang="en-GB" dirty="0" err="1">
                <a:solidFill>
                  <a:srgbClr val="000000"/>
                </a:solidFill>
              </a:rPr>
              <a:t>eu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 err="1">
                <a:solidFill>
                  <a:srgbClr val="000000"/>
                </a:solidFill>
              </a:rPr>
              <a:t>facilisis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 err="1">
                <a:solidFill>
                  <a:srgbClr val="000000"/>
                </a:solidFill>
              </a:rPr>
              <a:t>condimentum</a:t>
            </a:r>
            <a:r>
              <a:rPr lang="en-GB" dirty="0">
                <a:solidFill>
                  <a:srgbClr val="000000"/>
                </a:solidFill>
              </a:rPr>
              <a:t>, ligula </a:t>
            </a:r>
            <a:r>
              <a:rPr lang="en-GB" dirty="0" err="1">
                <a:solidFill>
                  <a:srgbClr val="000000"/>
                </a:solidFill>
              </a:rPr>
              <a:t>augue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 err="1">
                <a:solidFill>
                  <a:srgbClr val="000000"/>
                </a:solidFill>
              </a:rPr>
              <a:t>porttitor</a:t>
            </a:r>
            <a:r>
              <a:rPr lang="en-GB" dirty="0">
                <a:solidFill>
                  <a:srgbClr val="000000"/>
                </a:solidFill>
              </a:rPr>
              <a:t> lacus.</a:t>
            </a:r>
          </a:p>
          <a:p>
            <a:pPr lvl="1"/>
            <a:r>
              <a:rPr lang="en-GB" dirty="0" err="1">
                <a:solidFill>
                  <a:srgbClr val="000000"/>
                </a:solidFill>
              </a:rPr>
              <a:t>Nulla</a:t>
            </a:r>
            <a:r>
              <a:rPr lang="en-GB" dirty="0">
                <a:solidFill>
                  <a:srgbClr val="000000"/>
                </a:solidFill>
              </a:rPr>
              <a:t> sit </a:t>
            </a:r>
            <a:r>
              <a:rPr lang="en-GB" dirty="0" err="1">
                <a:solidFill>
                  <a:srgbClr val="000000"/>
                </a:solidFill>
              </a:rPr>
              <a:t>amet</a:t>
            </a:r>
            <a:r>
              <a:rPr lang="en-GB" dirty="0">
                <a:solidFill>
                  <a:srgbClr val="000000"/>
                </a:solidFill>
              </a:rPr>
              <a:t> quam </a:t>
            </a:r>
            <a:r>
              <a:rPr lang="en-GB" dirty="0" err="1">
                <a:solidFill>
                  <a:srgbClr val="000000"/>
                </a:solidFill>
              </a:rPr>
              <a:t>justo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 err="1">
                <a:solidFill>
                  <a:srgbClr val="000000"/>
                </a:solidFill>
              </a:rPr>
              <a:t>eu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 err="1">
                <a:solidFill>
                  <a:srgbClr val="000000"/>
                </a:solidFill>
              </a:rPr>
              <a:t>iaculis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 err="1">
                <a:solidFill>
                  <a:srgbClr val="000000"/>
                </a:solidFill>
              </a:rPr>
              <a:t>tortor</a:t>
            </a:r>
            <a:r>
              <a:rPr lang="en-GB" dirty="0">
                <a:solidFill>
                  <a:srgbClr val="000000"/>
                </a:solidFill>
              </a:rPr>
              <a:t> nisi a </a:t>
            </a:r>
            <a:r>
              <a:rPr lang="en-GB" dirty="0" err="1">
                <a:solidFill>
                  <a:srgbClr val="000000"/>
                </a:solidFill>
              </a:rPr>
              <a:t>augue</a:t>
            </a:r>
            <a:r>
              <a:rPr lang="en-GB" dirty="0">
                <a:solidFill>
                  <a:srgbClr val="000000"/>
                </a:solidFill>
              </a:rPr>
              <a:t>.</a:t>
            </a:r>
          </a:p>
          <a:p>
            <a:pPr lvl="1"/>
            <a:endParaRPr lang="en-GB" dirty="0">
              <a:solidFill>
                <a:srgbClr val="000000"/>
              </a:solidFill>
            </a:endParaRPr>
          </a:p>
        </p:txBody>
      </p:sp>
      <p:grpSp>
        <p:nvGrpSpPr>
          <p:cNvPr id="411" name="Group 4">
            <a:extLst>
              <a:ext uri="{FF2B5EF4-FFF2-40B4-BE49-F238E27FC236}">
                <a16:creationId xmlns:a16="http://schemas.microsoft.com/office/drawing/2014/main" id="{AB19DDBA-B805-43A8-A54F-6784F892890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830763" y="2305075"/>
            <a:ext cx="3998912" cy="2038350"/>
            <a:chOff x="2789" y="1722"/>
            <a:chExt cx="2519" cy="1284"/>
          </a:xfrm>
        </p:grpSpPr>
        <p:sp>
          <p:nvSpPr>
            <p:cNvPr id="412" name="AutoShape 3">
              <a:extLst>
                <a:ext uri="{FF2B5EF4-FFF2-40B4-BE49-F238E27FC236}">
                  <a16:creationId xmlns:a16="http://schemas.microsoft.com/office/drawing/2014/main" id="{E08B7426-F3E0-43CE-B623-F64E63D7719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789" y="1722"/>
              <a:ext cx="2519" cy="1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3" name="Freeform 5">
              <a:extLst>
                <a:ext uri="{FF2B5EF4-FFF2-40B4-BE49-F238E27FC236}">
                  <a16:creationId xmlns:a16="http://schemas.microsoft.com/office/drawing/2014/main" id="{90BAD539-5338-417E-9D13-3B7831C38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3" y="2517"/>
              <a:ext cx="1952" cy="481"/>
            </a:xfrm>
            <a:custGeom>
              <a:avLst/>
              <a:gdLst>
                <a:gd name="T0" fmla="*/ 1538 w 1544"/>
                <a:gd name="T1" fmla="*/ 144 h 380"/>
                <a:gd name="T2" fmla="*/ 781 w 1544"/>
                <a:gd name="T3" fmla="*/ 354 h 380"/>
                <a:gd name="T4" fmla="*/ 5 w 1544"/>
                <a:gd name="T5" fmla="*/ 236 h 380"/>
                <a:gd name="T6" fmla="*/ 762 w 1544"/>
                <a:gd name="T7" fmla="*/ 26 h 380"/>
                <a:gd name="T8" fmla="*/ 1538 w 1544"/>
                <a:gd name="T9" fmla="*/ 144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4" h="380">
                  <a:moveTo>
                    <a:pt x="1538" y="144"/>
                  </a:moveTo>
                  <a:cubicBezTo>
                    <a:pt x="1544" y="235"/>
                    <a:pt x="1205" y="329"/>
                    <a:pt x="781" y="354"/>
                  </a:cubicBezTo>
                  <a:cubicBezTo>
                    <a:pt x="358" y="380"/>
                    <a:pt x="11" y="327"/>
                    <a:pt x="5" y="236"/>
                  </a:cubicBezTo>
                  <a:cubicBezTo>
                    <a:pt x="0" y="145"/>
                    <a:pt x="338" y="51"/>
                    <a:pt x="762" y="26"/>
                  </a:cubicBezTo>
                  <a:cubicBezTo>
                    <a:pt x="1185" y="0"/>
                    <a:pt x="1533" y="53"/>
                    <a:pt x="1538" y="144"/>
                  </a:cubicBezTo>
                  <a:close/>
                </a:path>
              </a:pathLst>
            </a:custGeom>
            <a:solidFill>
              <a:srgbClr val="000000"/>
            </a:solidFill>
            <a:ln w="3333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4" name="Oval 6">
              <a:extLst>
                <a:ext uri="{FF2B5EF4-FFF2-40B4-BE49-F238E27FC236}">
                  <a16:creationId xmlns:a16="http://schemas.microsoft.com/office/drawing/2014/main" id="{ECE7D037-45E5-4070-98A3-3AF242B9D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3" y="2835"/>
              <a:ext cx="504" cy="129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5" name="Freeform 7">
              <a:extLst>
                <a:ext uri="{FF2B5EF4-FFF2-40B4-BE49-F238E27FC236}">
                  <a16:creationId xmlns:a16="http://schemas.microsoft.com/office/drawing/2014/main" id="{2FEFF22C-08C8-473B-86DB-E2CBF90DF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7" y="2810"/>
              <a:ext cx="208" cy="66"/>
            </a:xfrm>
            <a:custGeom>
              <a:avLst/>
              <a:gdLst>
                <a:gd name="T0" fmla="*/ 164 w 165"/>
                <a:gd name="T1" fmla="*/ 21 h 52"/>
                <a:gd name="T2" fmla="*/ 84 w 165"/>
                <a:gd name="T3" fmla="*/ 49 h 52"/>
                <a:gd name="T4" fmla="*/ 1 w 165"/>
                <a:gd name="T5" fmla="*/ 31 h 52"/>
                <a:gd name="T6" fmla="*/ 81 w 165"/>
                <a:gd name="T7" fmla="*/ 3 h 52"/>
                <a:gd name="T8" fmla="*/ 164 w 165"/>
                <a:gd name="T9" fmla="*/ 2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" h="52">
                  <a:moveTo>
                    <a:pt x="164" y="21"/>
                  </a:moveTo>
                  <a:cubicBezTo>
                    <a:pt x="165" y="34"/>
                    <a:pt x="129" y="46"/>
                    <a:pt x="84" y="49"/>
                  </a:cubicBezTo>
                  <a:cubicBezTo>
                    <a:pt x="39" y="52"/>
                    <a:pt x="2" y="44"/>
                    <a:pt x="1" y="31"/>
                  </a:cubicBezTo>
                  <a:cubicBezTo>
                    <a:pt x="0" y="18"/>
                    <a:pt x="36" y="5"/>
                    <a:pt x="81" y="3"/>
                  </a:cubicBezTo>
                  <a:cubicBezTo>
                    <a:pt x="126" y="0"/>
                    <a:pt x="163" y="8"/>
                    <a:pt x="164" y="2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6" name="Line 8">
              <a:extLst>
                <a:ext uri="{FF2B5EF4-FFF2-40B4-BE49-F238E27FC236}">
                  <a16:creationId xmlns:a16="http://schemas.microsoft.com/office/drawing/2014/main" id="{BEAA1C95-7675-4A7C-8583-6E3CEC11FD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71" y="2581"/>
              <a:ext cx="1633" cy="307"/>
            </a:xfrm>
            <a:prstGeom prst="line">
              <a:avLst/>
            </a:prstGeom>
            <a:noFill/>
            <a:ln w="412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7" name="Freeform 9">
              <a:extLst>
                <a:ext uri="{FF2B5EF4-FFF2-40B4-BE49-F238E27FC236}">
                  <a16:creationId xmlns:a16="http://schemas.microsoft.com/office/drawing/2014/main" id="{A0B8F2C8-CD39-45DB-8335-ECC99421FA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2288"/>
              <a:ext cx="444" cy="400"/>
            </a:xfrm>
            <a:custGeom>
              <a:avLst/>
              <a:gdLst>
                <a:gd name="T0" fmla="*/ 21 w 351"/>
                <a:gd name="T1" fmla="*/ 0 h 316"/>
                <a:gd name="T2" fmla="*/ 171 w 351"/>
                <a:gd name="T3" fmla="*/ 9 h 316"/>
                <a:gd name="T4" fmla="*/ 185 w 351"/>
                <a:gd name="T5" fmla="*/ 28 h 316"/>
                <a:gd name="T6" fmla="*/ 185 w 351"/>
                <a:gd name="T7" fmla="*/ 103 h 316"/>
                <a:gd name="T8" fmla="*/ 205 w 351"/>
                <a:gd name="T9" fmla="*/ 122 h 316"/>
                <a:gd name="T10" fmla="*/ 330 w 351"/>
                <a:gd name="T11" fmla="*/ 140 h 316"/>
                <a:gd name="T12" fmla="*/ 351 w 351"/>
                <a:gd name="T13" fmla="*/ 162 h 316"/>
                <a:gd name="T14" fmla="*/ 351 w 351"/>
                <a:gd name="T15" fmla="*/ 298 h 316"/>
                <a:gd name="T16" fmla="*/ 328 w 351"/>
                <a:gd name="T17" fmla="*/ 313 h 316"/>
                <a:gd name="T18" fmla="*/ 14 w 351"/>
                <a:gd name="T19" fmla="*/ 250 h 316"/>
                <a:gd name="T20" fmla="*/ 0 w 351"/>
                <a:gd name="T21" fmla="*/ 226 h 316"/>
                <a:gd name="T22" fmla="*/ 0 w 351"/>
                <a:gd name="T23" fmla="*/ 16 h 316"/>
                <a:gd name="T24" fmla="*/ 21 w 351"/>
                <a:gd name="T25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1" h="316">
                  <a:moveTo>
                    <a:pt x="21" y="0"/>
                  </a:moveTo>
                  <a:cubicBezTo>
                    <a:pt x="44" y="1"/>
                    <a:pt x="157" y="8"/>
                    <a:pt x="171" y="9"/>
                  </a:cubicBezTo>
                  <a:cubicBezTo>
                    <a:pt x="185" y="10"/>
                    <a:pt x="185" y="18"/>
                    <a:pt x="185" y="28"/>
                  </a:cubicBezTo>
                  <a:cubicBezTo>
                    <a:pt x="185" y="37"/>
                    <a:pt x="185" y="94"/>
                    <a:pt x="185" y="103"/>
                  </a:cubicBezTo>
                  <a:cubicBezTo>
                    <a:pt x="185" y="113"/>
                    <a:pt x="191" y="120"/>
                    <a:pt x="205" y="122"/>
                  </a:cubicBezTo>
                  <a:cubicBezTo>
                    <a:pt x="219" y="124"/>
                    <a:pt x="317" y="138"/>
                    <a:pt x="330" y="140"/>
                  </a:cubicBezTo>
                  <a:cubicBezTo>
                    <a:pt x="343" y="142"/>
                    <a:pt x="351" y="149"/>
                    <a:pt x="351" y="162"/>
                  </a:cubicBezTo>
                  <a:cubicBezTo>
                    <a:pt x="351" y="175"/>
                    <a:pt x="351" y="289"/>
                    <a:pt x="351" y="298"/>
                  </a:cubicBezTo>
                  <a:cubicBezTo>
                    <a:pt x="351" y="308"/>
                    <a:pt x="345" y="316"/>
                    <a:pt x="328" y="313"/>
                  </a:cubicBezTo>
                  <a:cubicBezTo>
                    <a:pt x="311" y="309"/>
                    <a:pt x="22" y="251"/>
                    <a:pt x="14" y="250"/>
                  </a:cubicBezTo>
                  <a:cubicBezTo>
                    <a:pt x="7" y="249"/>
                    <a:pt x="0" y="239"/>
                    <a:pt x="0" y="226"/>
                  </a:cubicBezTo>
                  <a:cubicBezTo>
                    <a:pt x="0" y="212"/>
                    <a:pt x="0" y="28"/>
                    <a:pt x="0" y="16"/>
                  </a:cubicBezTo>
                  <a:cubicBezTo>
                    <a:pt x="0" y="5"/>
                    <a:pt x="11" y="0"/>
                    <a:pt x="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8" name="Freeform 10">
              <a:extLst>
                <a:ext uri="{FF2B5EF4-FFF2-40B4-BE49-F238E27FC236}">
                  <a16:creationId xmlns:a16="http://schemas.microsoft.com/office/drawing/2014/main" id="{4477C24D-0303-4077-9AEE-7ADCCF852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6" y="2292"/>
              <a:ext cx="1081" cy="543"/>
            </a:xfrm>
            <a:custGeom>
              <a:avLst/>
              <a:gdLst>
                <a:gd name="T0" fmla="*/ 232 w 855"/>
                <a:gd name="T1" fmla="*/ 429 h 429"/>
                <a:gd name="T2" fmla="*/ 855 w 855"/>
                <a:gd name="T3" fmla="*/ 309 h 429"/>
                <a:gd name="T4" fmla="*/ 520 w 855"/>
                <a:gd name="T5" fmla="*/ 0 h 429"/>
                <a:gd name="T6" fmla="*/ 0 w 855"/>
                <a:gd name="T7" fmla="*/ 67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55" h="429">
                  <a:moveTo>
                    <a:pt x="232" y="429"/>
                  </a:moveTo>
                  <a:cubicBezTo>
                    <a:pt x="233" y="427"/>
                    <a:pt x="855" y="309"/>
                    <a:pt x="855" y="309"/>
                  </a:cubicBezTo>
                  <a:cubicBezTo>
                    <a:pt x="520" y="0"/>
                    <a:pt x="520" y="0"/>
                    <a:pt x="520" y="0"/>
                  </a:cubicBezTo>
                  <a:cubicBezTo>
                    <a:pt x="0" y="67"/>
                    <a:pt x="0" y="67"/>
                    <a:pt x="0" y="67"/>
                  </a:cubicBezTo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9" name="Freeform 11">
              <a:extLst>
                <a:ext uri="{FF2B5EF4-FFF2-40B4-BE49-F238E27FC236}">
                  <a16:creationId xmlns:a16="http://schemas.microsoft.com/office/drawing/2014/main" id="{23E65945-1866-4A30-8ECB-5E9213313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8" y="2512"/>
              <a:ext cx="720" cy="104"/>
            </a:xfrm>
            <a:custGeom>
              <a:avLst/>
              <a:gdLst>
                <a:gd name="T0" fmla="*/ 156 w 720"/>
                <a:gd name="T1" fmla="*/ 104 h 104"/>
                <a:gd name="T2" fmla="*/ 720 w 720"/>
                <a:gd name="T3" fmla="*/ 26 h 104"/>
                <a:gd name="T4" fmla="*/ 511 w 720"/>
                <a:gd name="T5" fmla="*/ 0 h 104"/>
                <a:gd name="T6" fmla="*/ 0 w 720"/>
                <a:gd name="T7" fmla="*/ 72 h 104"/>
                <a:gd name="T8" fmla="*/ 156 w 720"/>
                <a:gd name="T9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0" h="104">
                  <a:moveTo>
                    <a:pt x="156" y="104"/>
                  </a:moveTo>
                  <a:lnTo>
                    <a:pt x="720" y="26"/>
                  </a:lnTo>
                  <a:lnTo>
                    <a:pt x="511" y="0"/>
                  </a:lnTo>
                  <a:lnTo>
                    <a:pt x="0" y="72"/>
                  </a:lnTo>
                  <a:lnTo>
                    <a:pt x="156" y="104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0" name="Freeform 12">
              <a:extLst>
                <a:ext uri="{FF2B5EF4-FFF2-40B4-BE49-F238E27FC236}">
                  <a16:creationId xmlns:a16="http://schemas.microsoft.com/office/drawing/2014/main" id="{62B81AAE-EE16-4374-89AE-590D47FFF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0" y="2364"/>
              <a:ext cx="324" cy="428"/>
            </a:xfrm>
            <a:custGeom>
              <a:avLst/>
              <a:gdLst>
                <a:gd name="T0" fmla="*/ 15 w 256"/>
                <a:gd name="T1" fmla="*/ 1 h 338"/>
                <a:gd name="T2" fmla="*/ 125 w 256"/>
                <a:gd name="T3" fmla="*/ 9 h 338"/>
                <a:gd name="T4" fmla="*/ 135 w 256"/>
                <a:gd name="T5" fmla="*/ 28 h 338"/>
                <a:gd name="T6" fmla="*/ 135 w 256"/>
                <a:gd name="T7" fmla="*/ 104 h 338"/>
                <a:gd name="T8" fmla="*/ 149 w 256"/>
                <a:gd name="T9" fmla="*/ 123 h 338"/>
                <a:gd name="T10" fmla="*/ 241 w 256"/>
                <a:gd name="T11" fmla="*/ 141 h 338"/>
                <a:gd name="T12" fmla="*/ 256 w 256"/>
                <a:gd name="T13" fmla="*/ 163 h 338"/>
                <a:gd name="T14" fmla="*/ 256 w 256"/>
                <a:gd name="T15" fmla="*/ 320 h 338"/>
                <a:gd name="T16" fmla="*/ 239 w 256"/>
                <a:gd name="T17" fmla="*/ 334 h 338"/>
                <a:gd name="T18" fmla="*/ 10 w 256"/>
                <a:gd name="T19" fmla="*/ 300 h 338"/>
                <a:gd name="T20" fmla="*/ 0 w 256"/>
                <a:gd name="T21" fmla="*/ 275 h 338"/>
                <a:gd name="T22" fmla="*/ 0 w 256"/>
                <a:gd name="T23" fmla="*/ 17 h 338"/>
                <a:gd name="T24" fmla="*/ 15 w 256"/>
                <a:gd name="T25" fmla="*/ 1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338">
                  <a:moveTo>
                    <a:pt x="15" y="1"/>
                  </a:moveTo>
                  <a:cubicBezTo>
                    <a:pt x="32" y="2"/>
                    <a:pt x="114" y="8"/>
                    <a:pt x="125" y="9"/>
                  </a:cubicBezTo>
                  <a:cubicBezTo>
                    <a:pt x="135" y="10"/>
                    <a:pt x="135" y="19"/>
                    <a:pt x="135" y="28"/>
                  </a:cubicBezTo>
                  <a:cubicBezTo>
                    <a:pt x="135" y="38"/>
                    <a:pt x="135" y="94"/>
                    <a:pt x="135" y="104"/>
                  </a:cubicBezTo>
                  <a:cubicBezTo>
                    <a:pt x="135" y="113"/>
                    <a:pt x="139" y="121"/>
                    <a:pt x="149" y="123"/>
                  </a:cubicBezTo>
                  <a:cubicBezTo>
                    <a:pt x="160" y="125"/>
                    <a:pt x="232" y="139"/>
                    <a:pt x="241" y="141"/>
                  </a:cubicBezTo>
                  <a:cubicBezTo>
                    <a:pt x="251" y="143"/>
                    <a:pt x="256" y="149"/>
                    <a:pt x="256" y="163"/>
                  </a:cubicBezTo>
                  <a:cubicBezTo>
                    <a:pt x="256" y="176"/>
                    <a:pt x="256" y="311"/>
                    <a:pt x="256" y="320"/>
                  </a:cubicBezTo>
                  <a:cubicBezTo>
                    <a:pt x="256" y="330"/>
                    <a:pt x="252" y="338"/>
                    <a:pt x="239" y="334"/>
                  </a:cubicBezTo>
                  <a:cubicBezTo>
                    <a:pt x="227" y="331"/>
                    <a:pt x="16" y="301"/>
                    <a:pt x="10" y="300"/>
                  </a:cubicBezTo>
                  <a:cubicBezTo>
                    <a:pt x="5" y="299"/>
                    <a:pt x="0" y="288"/>
                    <a:pt x="0" y="275"/>
                  </a:cubicBezTo>
                  <a:cubicBezTo>
                    <a:pt x="0" y="262"/>
                    <a:pt x="0" y="28"/>
                    <a:pt x="0" y="17"/>
                  </a:cubicBezTo>
                  <a:cubicBezTo>
                    <a:pt x="0" y="5"/>
                    <a:pt x="8" y="0"/>
                    <a:pt x="15" y="1"/>
                  </a:cubicBezTo>
                  <a:close/>
                </a:path>
              </a:pathLst>
            </a:custGeom>
            <a:solidFill>
              <a:srgbClr val="F6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1" name="Freeform 13">
              <a:extLst>
                <a:ext uri="{FF2B5EF4-FFF2-40B4-BE49-F238E27FC236}">
                  <a16:creationId xmlns:a16="http://schemas.microsoft.com/office/drawing/2014/main" id="{082D94A4-F878-44DC-A451-EAA429AB9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6" y="2517"/>
              <a:ext cx="239" cy="41"/>
            </a:xfrm>
            <a:custGeom>
              <a:avLst/>
              <a:gdLst>
                <a:gd name="T0" fmla="*/ 81 w 189"/>
                <a:gd name="T1" fmla="*/ 32 h 32"/>
                <a:gd name="T2" fmla="*/ 189 w 189"/>
                <a:gd name="T3" fmla="*/ 20 h 32"/>
                <a:gd name="T4" fmla="*/ 189 w 189"/>
                <a:gd name="T5" fmla="*/ 20 h 32"/>
                <a:gd name="T6" fmla="*/ 97 w 189"/>
                <a:gd name="T7" fmla="*/ 2 h 32"/>
                <a:gd name="T8" fmla="*/ 92 w 189"/>
                <a:gd name="T9" fmla="*/ 0 h 32"/>
                <a:gd name="T10" fmla="*/ 0 w 189"/>
                <a:gd name="T11" fmla="*/ 10 h 32"/>
                <a:gd name="T12" fmla="*/ 81 w 189"/>
                <a:gd name="T1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9" h="32">
                  <a:moveTo>
                    <a:pt x="81" y="32"/>
                  </a:moveTo>
                  <a:cubicBezTo>
                    <a:pt x="189" y="20"/>
                    <a:pt x="189" y="20"/>
                    <a:pt x="189" y="20"/>
                  </a:cubicBezTo>
                  <a:cubicBezTo>
                    <a:pt x="189" y="20"/>
                    <a:pt x="189" y="20"/>
                    <a:pt x="189" y="20"/>
                  </a:cubicBezTo>
                  <a:cubicBezTo>
                    <a:pt x="179" y="18"/>
                    <a:pt x="107" y="4"/>
                    <a:pt x="97" y="2"/>
                  </a:cubicBezTo>
                  <a:cubicBezTo>
                    <a:pt x="95" y="1"/>
                    <a:pt x="93" y="1"/>
                    <a:pt x="92" y="0"/>
                  </a:cubicBezTo>
                  <a:cubicBezTo>
                    <a:pt x="0" y="10"/>
                    <a:pt x="0" y="10"/>
                    <a:pt x="0" y="10"/>
                  </a:cubicBezTo>
                  <a:lnTo>
                    <a:pt x="81" y="32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2" name="Freeform 14">
              <a:extLst>
                <a:ext uri="{FF2B5EF4-FFF2-40B4-BE49-F238E27FC236}">
                  <a16:creationId xmlns:a16="http://schemas.microsoft.com/office/drawing/2014/main" id="{EFD98B28-CCF1-4676-AC22-C3EB0BF3B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" y="2375"/>
              <a:ext cx="325" cy="464"/>
            </a:xfrm>
            <a:custGeom>
              <a:avLst/>
              <a:gdLst>
                <a:gd name="T0" fmla="*/ 15 w 257"/>
                <a:gd name="T1" fmla="*/ 1 h 366"/>
                <a:gd name="T2" fmla="*/ 125 w 257"/>
                <a:gd name="T3" fmla="*/ 9 h 366"/>
                <a:gd name="T4" fmla="*/ 135 w 257"/>
                <a:gd name="T5" fmla="*/ 28 h 366"/>
                <a:gd name="T6" fmla="*/ 135 w 257"/>
                <a:gd name="T7" fmla="*/ 104 h 366"/>
                <a:gd name="T8" fmla="*/ 150 w 257"/>
                <a:gd name="T9" fmla="*/ 123 h 366"/>
                <a:gd name="T10" fmla="*/ 241 w 257"/>
                <a:gd name="T11" fmla="*/ 141 h 366"/>
                <a:gd name="T12" fmla="*/ 257 w 257"/>
                <a:gd name="T13" fmla="*/ 162 h 366"/>
                <a:gd name="T14" fmla="*/ 257 w 257"/>
                <a:gd name="T15" fmla="*/ 348 h 366"/>
                <a:gd name="T16" fmla="*/ 240 w 257"/>
                <a:gd name="T17" fmla="*/ 362 h 366"/>
                <a:gd name="T18" fmla="*/ 11 w 257"/>
                <a:gd name="T19" fmla="*/ 300 h 366"/>
                <a:gd name="T20" fmla="*/ 0 w 257"/>
                <a:gd name="T21" fmla="*/ 275 h 366"/>
                <a:gd name="T22" fmla="*/ 0 w 257"/>
                <a:gd name="T23" fmla="*/ 17 h 366"/>
                <a:gd name="T24" fmla="*/ 15 w 257"/>
                <a:gd name="T25" fmla="*/ 1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7" h="366">
                  <a:moveTo>
                    <a:pt x="15" y="1"/>
                  </a:moveTo>
                  <a:cubicBezTo>
                    <a:pt x="32" y="2"/>
                    <a:pt x="115" y="8"/>
                    <a:pt x="125" y="9"/>
                  </a:cubicBezTo>
                  <a:cubicBezTo>
                    <a:pt x="135" y="10"/>
                    <a:pt x="135" y="19"/>
                    <a:pt x="135" y="28"/>
                  </a:cubicBezTo>
                  <a:cubicBezTo>
                    <a:pt x="135" y="37"/>
                    <a:pt x="135" y="94"/>
                    <a:pt x="135" y="104"/>
                  </a:cubicBezTo>
                  <a:cubicBezTo>
                    <a:pt x="135" y="113"/>
                    <a:pt x="139" y="121"/>
                    <a:pt x="150" y="123"/>
                  </a:cubicBezTo>
                  <a:cubicBezTo>
                    <a:pt x="160" y="125"/>
                    <a:pt x="232" y="139"/>
                    <a:pt x="241" y="141"/>
                  </a:cubicBezTo>
                  <a:cubicBezTo>
                    <a:pt x="251" y="143"/>
                    <a:pt x="257" y="149"/>
                    <a:pt x="257" y="162"/>
                  </a:cubicBezTo>
                  <a:cubicBezTo>
                    <a:pt x="257" y="176"/>
                    <a:pt x="257" y="338"/>
                    <a:pt x="257" y="348"/>
                  </a:cubicBezTo>
                  <a:cubicBezTo>
                    <a:pt x="257" y="357"/>
                    <a:pt x="252" y="366"/>
                    <a:pt x="240" y="362"/>
                  </a:cubicBezTo>
                  <a:cubicBezTo>
                    <a:pt x="227" y="358"/>
                    <a:pt x="16" y="301"/>
                    <a:pt x="11" y="300"/>
                  </a:cubicBezTo>
                  <a:cubicBezTo>
                    <a:pt x="5" y="299"/>
                    <a:pt x="0" y="288"/>
                    <a:pt x="0" y="275"/>
                  </a:cubicBezTo>
                  <a:cubicBezTo>
                    <a:pt x="0" y="262"/>
                    <a:pt x="0" y="28"/>
                    <a:pt x="0" y="17"/>
                  </a:cubicBezTo>
                  <a:cubicBezTo>
                    <a:pt x="0" y="5"/>
                    <a:pt x="8" y="0"/>
                    <a:pt x="15" y="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3" name="Freeform 15">
              <a:extLst>
                <a:ext uri="{FF2B5EF4-FFF2-40B4-BE49-F238E27FC236}">
                  <a16:creationId xmlns:a16="http://schemas.microsoft.com/office/drawing/2014/main" id="{1CCD61ED-174A-4355-A43C-89420DFFA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6" y="2288"/>
              <a:ext cx="865" cy="99"/>
            </a:xfrm>
            <a:custGeom>
              <a:avLst/>
              <a:gdLst>
                <a:gd name="T0" fmla="*/ 110 w 684"/>
                <a:gd name="T1" fmla="*/ 78 h 78"/>
                <a:gd name="T2" fmla="*/ 195 w 684"/>
                <a:gd name="T3" fmla="*/ 70 h 78"/>
                <a:gd name="T4" fmla="*/ 684 w 684"/>
                <a:gd name="T5" fmla="*/ 9 h 78"/>
                <a:gd name="T6" fmla="*/ 534 w 684"/>
                <a:gd name="T7" fmla="*/ 0 h 78"/>
                <a:gd name="T8" fmla="*/ 506 w 684"/>
                <a:gd name="T9" fmla="*/ 3 h 78"/>
                <a:gd name="T10" fmla="*/ 0 w 684"/>
                <a:gd name="T11" fmla="*/ 70 h 78"/>
                <a:gd name="T12" fmla="*/ 110 w 684"/>
                <a:gd name="T13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4" h="78">
                  <a:moveTo>
                    <a:pt x="110" y="78"/>
                  </a:moveTo>
                  <a:cubicBezTo>
                    <a:pt x="195" y="70"/>
                    <a:pt x="195" y="70"/>
                    <a:pt x="195" y="70"/>
                  </a:cubicBezTo>
                  <a:cubicBezTo>
                    <a:pt x="684" y="9"/>
                    <a:pt x="684" y="9"/>
                    <a:pt x="684" y="9"/>
                  </a:cubicBezTo>
                  <a:cubicBezTo>
                    <a:pt x="684" y="9"/>
                    <a:pt x="540" y="0"/>
                    <a:pt x="534" y="0"/>
                  </a:cubicBezTo>
                  <a:cubicBezTo>
                    <a:pt x="528" y="1"/>
                    <a:pt x="511" y="2"/>
                    <a:pt x="506" y="3"/>
                  </a:cubicBezTo>
                  <a:cubicBezTo>
                    <a:pt x="501" y="3"/>
                    <a:pt x="0" y="70"/>
                    <a:pt x="0" y="70"/>
                  </a:cubicBezTo>
                  <a:lnTo>
                    <a:pt x="110" y="78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4" name="Freeform 16">
              <a:extLst>
                <a:ext uri="{FF2B5EF4-FFF2-40B4-BE49-F238E27FC236}">
                  <a16:creationId xmlns:a16="http://schemas.microsoft.com/office/drawing/2014/main" id="{A16B051D-9496-4061-B584-B5D44C301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3" y="2443"/>
              <a:ext cx="249" cy="36"/>
            </a:xfrm>
            <a:custGeom>
              <a:avLst/>
              <a:gdLst>
                <a:gd name="T0" fmla="*/ 249 w 249"/>
                <a:gd name="T1" fmla="*/ 22 h 36"/>
                <a:gd name="T2" fmla="*/ 146 w 249"/>
                <a:gd name="T3" fmla="*/ 36 h 36"/>
                <a:gd name="T4" fmla="*/ 0 w 249"/>
                <a:gd name="T5" fmla="*/ 15 h 36"/>
                <a:gd name="T6" fmla="*/ 91 w 249"/>
                <a:gd name="T7" fmla="*/ 0 h 36"/>
                <a:gd name="T8" fmla="*/ 249 w 249"/>
                <a:gd name="T9" fmla="*/ 2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9" h="36">
                  <a:moveTo>
                    <a:pt x="249" y="22"/>
                  </a:moveTo>
                  <a:lnTo>
                    <a:pt x="146" y="36"/>
                  </a:lnTo>
                  <a:lnTo>
                    <a:pt x="0" y="15"/>
                  </a:lnTo>
                  <a:lnTo>
                    <a:pt x="91" y="0"/>
                  </a:lnTo>
                  <a:lnTo>
                    <a:pt x="249" y="22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5" name="Freeform 17">
              <a:extLst>
                <a:ext uri="{FF2B5EF4-FFF2-40B4-BE49-F238E27FC236}">
                  <a16:creationId xmlns:a16="http://schemas.microsoft.com/office/drawing/2014/main" id="{8F9DD8A7-AEFD-4343-82BE-197CA8181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2597"/>
              <a:ext cx="173" cy="176"/>
            </a:xfrm>
            <a:custGeom>
              <a:avLst/>
              <a:gdLst>
                <a:gd name="T0" fmla="*/ 0 w 137"/>
                <a:gd name="T1" fmla="*/ 6 h 139"/>
                <a:gd name="T2" fmla="*/ 103 w 137"/>
                <a:gd name="T3" fmla="*/ 139 h 139"/>
                <a:gd name="T4" fmla="*/ 137 w 137"/>
                <a:gd name="T5" fmla="*/ 134 h 139"/>
                <a:gd name="T6" fmla="*/ 47 w 137"/>
                <a:gd name="T7" fmla="*/ 0 h 139"/>
                <a:gd name="T8" fmla="*/ 0 w 137"/>
                <a:gd name="T9" fmla="*/ 6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7" h="139">
                  <a:moveTo>
                    <a:pt x="0" y="6"/>
                  </a:moveTo>
                  <a:cubicBezTo>
                    <a:pt x="0" y="6"/>
                    <a:pt x="21" y="62"/>
                    <a:pt x="103" y="139"/>
                  </a:cubicBezTo>
                  <a:cubicBezTo>
                    <a:pt x="137" y="134"/>
                    <a:pt x="137" y="134"/>
                    <a:pt x="137" y="134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0" y="6"/>
                    <a:pt x="0" y="6"/>
                    <a:pt x="0" y="6"/>
                  </a:cubicBezTo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6" name="Freeform 18">
              <a:extLst>
                <a:ext uri="{FF2B5EF4-FFF2-40B4-BE49-F238E27FC236}">
                  <a16:creationId xmlns:a16="http://schemas.microsoft.com/office/drawing/2014/main" id="{836AEB9E-79C8-484E-A6A0-09C28524FB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5" y="2568"/>
              <a:ext cx="137" cy="168"/>
            </a:xfrm>
            <a:custGeom>
              <a:avLst/>
              <a:gdLst>
                <a:gd name="T0" fmla="*/ 0 w 137"/>
                <a:gd name="T1" fmla="*/ 6 h 168"/>
                <a:gd name="T2" fmla="*/ 87 w 137"/>
                <a:gd name="T3" fmla="*/ 168 h 168"/>
                <a:gd name="T4" fmla="*/ 137 w 137"/>
                <a:gd name="T5" fmla="*/ 158 h 168"/>
                <a:gd name="T6" fmla="*/ 53 w 137"/>
                <a:gd name="T7" fmla="*/ 20 h 168"/>
                <a:gd name="T8" fmla="*/ 40 w 137"/>
                <a:gd name="T9" fmla="*/ 0 h 168"/>
                <a:gd name="T10" fmla="*/ 0 w 137"/>
                <a:gd name="T11" fmla="*/ 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7" h="168">
                  <a:moveTo>
                    <a:pt x="0" y="6"/>
                  </a:moveTo>
                  <a:lnTo>
                    <a:pt x="87" y="168"/>
                  </a:lnTo>
                  <a:lnTo>
                    <a:pt x="137" y="158"/>
                  </a:lnTo>
                  <a:lnTo>
                    <a:pt x="53" y="20"/>
                  </a:lnTo>
                  <a:lnTo>
                    <a:pt x="4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7" name="Freeform 19">
              <a:extLst>
                <a:ext uri="{FF2B5EF4-FFF2-40B4-BE49-F238E27FC236}">
                  <a16:creationId xmlns:a16="http://schemas.microsoft.com/office/drawing/2014/main" id="{446F045F-2653-4CD7-8856-D9D2B3FAF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2325"/>
              <a:ext cx="108" cy="228"/>
            </a:xfrm>
            <a:custGeom>
              <a:avLst/>
              <a:gdLst>
                <a:gd name="T0" fmla="*/ 42 w 86"/>
                <a:gd name="T1" fmla="*/ 5 h 180"/>
                <a:gd name="T2" fmla="*/ 2 w 86"/>
                <a:gd name="T3" fmla="*/ 62 h 180"/>
                <a:gd name="T4" fmla="*/ 33 w 86"/>
                <a:gd name="T5" fmla="*/ 162 h 180"/>
                <a:gd name="T6" fmla="*/ 50 w 86"/>
                <a:gd name="T7" fmla="*/ 162 h 180"/>
                <a:gd name="T8" fmla="*/ 28 w 86"/>
                <a:gd name="T9" fmla="*/ 64 h 180"/>
                <a:gd name="T10" fmla="*/ 86 w 86"/>
                <a:gd name="T11" fmla="*/ 0 h 180"/>
                <a:gd name="T12" fmla="*/ 42 w 86"/>
                <a:gd name="T13" fmla="*/ 5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" h="180">
                  <a:moveTo>
                    <a:pt x="42" y="5"/>
                  </a:moveTo>
                  <a:cubicBezTo>
                    <a:pt x="25" y="21"/>
                    <a:pt x="4" y="56"/>
                    <a:pt x="2" y="62"/>
                  </a:cubicBezTo>
                  <a:cubicBezTo>
                    <a:pt x="0" y="67"/>
                    <a:pt x="19" y="145"/>
                    <a:pt x="33" y="162"/>
                  </a:cubicBezTo>
                  <a:cubicBezTo>
                    <a:pt x="48" y="180"/>
                    <a:pt x="50" y="162"/>
                    <a:pt x="50" y="162"/>
                  </a:cubicBezTo>
                  <a:cubicBezTo>
                    <a:pt x="28" y="64"/>
                    <a:pt x="28" y="64"/>
                    <a:pt x="28" y="64"/>
                  </a:cubicBezTo>
                  <a:cubicBezTo>
                    <a:pt x="86" y="0"/>
                    <a:pt x="86" y="0"/>
                    <a:pt x="86" y="0"/>
                  </a:cubicBezTo>
                  <a:lnTo>
                    <a:pt x="42" y="5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8" name="Freeform 20">
              <a:extLst>
                <a:ext uri="{FF2B5EF4-FFF2-40B4-BE49-F238E27FC236}">
                  <a16:creationId xmlns:a16="http://schemas.microsoft.com/office/drawing/2014/main" id="{EBE0D3E5-D69A-42CC-9305-8BACCC16E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6" y="2807"/>
              <a:ext cx="135" cy="95"/>
            </a:xfrm>
            <a:custGeom>
              <a:avLst/>
              <a:gdLst>
                <a:gd name="T0" fmla="*/ 27 w 107"/>
                <a:gd name="T1" fmla="*/ 0 h 75"/>
                <a:gd name="T2" fmla="*/ 72 w 107"/>
                <a:gd name="T3" fmla="*/ 49 h 75"/>
                <a:gd name="T4" fmla="*/ 102 w 107"/>
                <a:gd name="T5" fmla="*/ 56 h 75"/>
                <a:gd name="T6" fmla="*/ 107 w 107"/>
                <a:gd name="T7" fmla="*/ 66 h 75"/>
                <a:gd name="T8" fmla="*/ 84 w 107"/>
                <a:gd name="T9" fmla="*/ 75 h 75"/>
                <a:gd name="T10" fmla="*/ 40 w 107"/>
                <a:gd name="T11" fmla="*/ 70 h 75"/>
                <a:gd name="T12" fmla="*/ 29 w 107"/>
                <a:gd name="T13" fmla="*/ 67 h 75"/>
                <a:gd name="T14" fmla="*/ 29 w 107"/>
                <a:gd name="T15" fmla="*/ 42 h 75"/>
                <a:gd name="T16" fmla="*/ 0 w 107"/>
                <a:gd name="T17" fmla="*/ 5 h 75"/>
                <a:gd name="T18" fmla="*/ 27 w 107"/>
                <a:gd name="T1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7" h="75">
                  <a:moveTo>
                    <a:pt x="27" y="0"/>
                  </a:moveTo>
                  <a:cubicBezTo>
                    <a:pt x="32" y="11"/>
                    <a:pt x="72" y="49"/>
                    <a:pt x="72" y="49"/>
                  </a:cubicBezTo>
                  <a:cubicBezTo>
                    <a:pt x="72" y="49"/>
                    <a:pt x="96" y="53"/>
                    <a:pt x="102" y="56"/>
                  </a:cubicBezTo>
                  <a:cubicBezTo>
                    <a:pt x="107" y="58"/>
                    <a:pt x="107" y="66"/>
                    <a:pt x="107" y="66"/>
                  </a:cubicBezTo>
                  <a:cubicBezTo>
                    <a:pt x="107" y="66"/>
                    <a:pt x="98" y="75"/>
                    <a:pt x="84" y="75"/>
                  </a:cubicBezTo>
                  <a:cubicBezTo>
                    <a:pt x="70" y="75"/>
                    <a:pt x="43" y="70"/>
                    <a:pt x="40" y="70"/>
                  </a:cubicBezTo>
                  <a:cubicBezTo>
                    <a:pt x="35" y="69"/>
                    <a:pt x="29" y="67"/>
                    <a:pt x="29" y="67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0" y="5"/>
                    <a:pt x="0" y="5"/>
                    <a:pt x="0" y="5"/>
                  </a:cubicBezTo>
                  <a:lnTo>
                    <a:pt x="27" y="0"/>
                  </a:ln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9" name="Freeform 21">
              <a:extLst>
                <a:ext uri="{FF2B5EF4-FFF2-40B4-BE49-F238E27FC236}">
                  <a16:creationId xmlns:a16="http://schemas.microsoft.com/office/drawing/2014/main" id="{6EF55FDE-5884-4693-A36B-64825F7E5C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2" y="2470"/>
              <a:ext cx="279" cy="299"/>
            </a:xfrm>
            <a:custGeom>
              <a:avLst/>
              <a:gdLst>
                <a:gd name="T0" fmla="*/ 28 w 221"/>
                <a:gd name="T1" fmla="*/ 0 h 236"/>
                <a:gd name="T2" fmla="*/ 203 w 221"/>
                <a:gd name="T3" fmla="*/ 23 h 236"/>
                <a:gd name="T4" fmla="*/ 210 w 221"/>
                <a:gd name="T5" fmla="*/ 71 h 236"/>
                <a:gd name="T6" fmla="*/ 101 w 221"/>
                <a:gd name="T7" fmla="*/ 236 h 236"/>
                <a:gd name="T8" fmla="*/ 61 w 221"/>
                <a:gd name="T9" fmla="*/ 225 h 236"/>
                <a:gd name="T10" fmla="*/ 129 w 221"/>
                <a:gd name="T11" fmla="*/ 70 h 236"/>
                <a:gd name="T12" fmla="*/ 0 w 221"/>
                <a:gd name="T13" fmla="*/ 70 h 236"/>
                <a:gd name="T14" fmla="*/ 28 w 221"/>
                <a:gd name="T15" fmla="*/ 0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1" h="236">
                  <a:moveTo>
                    <a:pt x="28" y="0"/>
                  </a:moveTo>
                  <a:cubicBezTo>
                    <a:pt x="28" y="0"/>
                    <a:pt x="153" y="1"/>
                    <a:pt x="203" y="23"/>
                  </a:cubicBezTo>
                  <a:cubicBezTo>
                    <a:pt x="221" y="33"/>
                    <a:pt x="216" y="61"/>
                    <a:pt x="210" y="71"/>
                  </a:cubicBezTo>
                  <a:cubicBezTo>
                    <a:pt x="201" y="86"/>
                    <a:pt x="187" y="103"/>
                    <a:pt x="101" y="236"/>
                  </a:cubicBezTo>
                  <a:cubicBezTo>
                    <a:pt x="61" y="225"/>
                    <a:pt x="61" y="225"/>
                    <a:pt x="61" y="225"/>
                  </a:cubicBezTo>
                  <a:cubicBezTo>
                    <a:pt x="61" y="225"/>
                    <a:pt x="81" y="153"/>
                    <a:pt x="129" y="70"/>
                  </a:cubicBezTo>
                  <a:cubicBezTo>
                    <a:pt x="0" y="70"/>
                    <a:pt x="0" y="70"/>
                    <a:pt x="0" y="70"/>
                  </a:cubicBezTo>
                  <a:lnTo>
                    <a:pt x="28" y="0"/>
                  </a:ln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0" name="Freeform 22">
              <a:extLst>
                <a:ext uri="{FF2B5EF4-FFF2-40B4-BE49-F238E27FC236}">
                  <a16:creationId xmlns:a16="http://schemas.microsoft.com/office/drawing/2014/main" id="{84E813A0-D827-4CC0-A85E-B04124784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2470"/>
              <a:ext cx="238" cy="38"/>
            </a:xfrm>
            <a:custGeom>
              <a:avLst/>
              <a:gdLst>
                <a:gd name="T0" fmla="*/ 186 w 188"/>
                <a:gd name="T1" fmla="*/ 26 h 30"/>
                <a:gd name="T2" fmla="*/ 6 w 188"/>
                <a:gd name="T3" fmla="*/ 0 h 30"/>
                <a:gd name="T4" fmla="*/ 0 w 188"/>
                <a:gd name="T5" fmla="*/ 16 h 30"/>
                <a:gd name="T6" fmla="*/ 188 w 188"/>
                <a:gd name="T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8" h="30">
                  <a:moveTo>
                    <a:pt x="186" y="26"/>
                  </a:moveTo>
                  <a:cubicBezTo>
                    <a:pt x="136" y="3"/>
                    <a:pt x="6" y="0"/>
                    <a:pt x="6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74" y="5"/>
                    <a:pt x="177" y="22"/>
                    <a:pt x="188" y="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1" name="Freeform 23">
              <a:extLst>
                <a:ext uri="{FF2B5EF4-FFF2-40B4-BE49-F238E27FC236}">
                  <a16:creationId xmlns:a16="http://schemas.microsoft.com/office/drawing/2014/main" id="{6E8FB365-DE00-4389-A636-AB8606CCC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3" y="2517"/>
              <a:ext cx="183" cy="256"/>
            </a:xfrm>
            <a:custGeom>
              <a:avLst/>
              <a:gdLst>
                <a:gd name="T0" fmla="*/ 145 w 145"/>
                <a:gd name="T1" fmla="*/ 16 h 202"/>
                <a:gd name="T2" fmla="*/ 31 w 145"/>
                <a:gd name="T3" fmla="*/ 0 h 202"/>
                <a:gd name="T4" fmla="*/ 11 w 145"/>
                <a:gd name="T5" fmla="*/ 6 h 202"/>
                <a:gd name="T6" fmla="*/ 0 w 145"/>
                <a:gd name="T7" fmla="*/ 33 h 202"/>
                <a:gd name="T8" fmla="*/ 128 w 145"/>
                <a:gd name="T9" fmla="*/ 33 h 202"/>
                <a:gd name="T10" fmla="*/ 56 w 145"/>
                <a:gd name="T11" fmla="*/ 199 h 202"/>
                <a:gd name="T12" fmla="*/ 67 w 145"/>
                <a:gd name="T13" fmla="*/ 202 h 202"/>
                <a:gd name="T14" fmla="*/ 67 w 145"/>
                <a:gd name="T15" fmla="*/ 199 h 202"/>
                <a:gd name="T16" fmla="*/ 145 w 145"/>
                <a:gd name="T17" fmla="*/ 16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5" h="202">
                  <a:moveTo>
                    <a:pt x="145" y="16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81" y="116"/>
                    <a:pt x="56" y="199"/>
                    <a:pt x="56" y="199"/>
                  </a:cubicBezTo>
                  <a:cubicBezTo>
                    <a:pt x="67" y="202"/>
                    <a:pt x="67" y="202"/>
                    <a:pt x="67" y="202"/>
                  </a:cubicBezTo>
                  <a:cubicBezTo>
                    <a:pt x="67" y="201"/>
                    <a:pt x="67" y="200"/>
                    <a:pt x="67" y="199"/>
                  </a:cubicBezTo>
                  <a:cubicBezTo>
                    <a:pt x="79" y="137"/>
                    <a:pt x="145" y="16"/>
                    <a:pt x="145" y="1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2" name="Freeform 24">
              <a:extLst>
                <a:ext uri="{FF2B5EF4-FFF2-40B4-BE49-F238E27FC236}">
                  <a16:creationId xmlns:a16="http://schemas.microsoft.com/office/drawing/2014/main" id="{ADA935B8-F6EE-4C27-93DD-599FA0FED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1" y="2207"/>
              <a:ext cx="40" cy="29"/>
            </a:xfrm>
            <a:custGeom>
              <a:avLst/>
              <a:gdLst>
                <a:gd name="T0" fmla="*/ 21 w 40"/>
                <a:gd name="T1" fmla="*/ 0 h 29"/>
                <a:gd name="T2" fmla="*/ 9 w 40"/>
                <a:gd name="T3" fmla="*/ 14 h 29"/>
                <a:gd name="T4" fmla="*/ 0 w 40"/>
                <a:gd name="T5" fmla="*/ 24 h 29"/>
                <a:gd name="T6" fmla="*/ 7 w 40"/>
                <a:gd name="T7" fmla="*/ 29 h 29"/>
                <a:gd name="T8" fmla="*/ 40 w 40"/>
                <a:gd name="T9" fmla="*/ 13 h 29"/>
                <a:gd name="T10" fmla="*/ 21 w 40"/>
                <a:gd name="T1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29">
                  <a:moveTo>
                    <a:pt x="21" y="0"/>
                  </a:moveTo>
                  <a:lnTo>
                    <a:pt x="9" y="14"/>
                  </a:lnTo>
                  <a:lnTo>
                    <a:pt x="0" y="24"/>
                  </a:lnTo>
                  <a:lnTo>
                    <a:pt x="7" y="29"/>
                  </a:lnTo>
                  <a:lnTo>
                    <a:pt x="40" y="13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3" name="Freeform 25">
              <a:extLst>
                <a:ext uri="{FF2B5EF4-FFF2-40B4-BE49-F238E27FC236}">
                  <a16:creationId xmlns:a16="http://schemas.microsoft.com/office/drawing/2014/main" id="{4615BDBE-C3BA-4408-BEF4-727752B54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1" y="2207"/>
              <a:ext cx="40" cy="29"/>
            </a:xfrm>
            <a:custGeom>
              <a:avLst/>
              <a:gdLst>
                <a:gd name="T0" fmla="*/ 21 w 40"/>
                <a:gd name="T1" fmla="*/ 0 h 29"/>
                <a:gd name="T2" fmla="*/ 9 w 40"/>
                <a:gd name="T3" fmla="*/ 14 h 29"/>
                <a:gd name="T4" fmla="*/ 0 w 40"/>
                <a:gd name="T5" fmla="*/ 24 h 29"/>
                <a:gd name="T6" fmla="*/ 7 w 40"/>
                <a:gd name="T7" fmla="*/ 29 h 29"/>
                <a:gd name="T8" fmla="*/ 40 w 40"/>
                <a:gd name="T9" fmla="*/ 1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29">
                  <a:moveTo>
                    <a:pt x="21" y="0"/>
                  </a:moveTo>
                  <a:lnTo>
                    <a:pt x="9" y="14"/>
                  </a:lnTo>
                  <a:lnTo>
                    <a:pt x="0" y="24"/>
                  </a:lnTo>
                  <a:lnTo>
                    <a:pt x="7" y="29"/>
                  </a:lnTo>
                  <a:lnTo>
                    <a:pt x="40" y="1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4" name="Freeform 26">
              <a:extLst>
                <a:ext uri="{FF2B5EF4-FFF2-40B4-BE49-F238E27FC236}">
                  <a16:creationId xmlns:a16="http://schemas.microsoft.com/office/drawing/2014/main" id="{B5D658BD-0937-47AF-ACB1-EA99EEAA3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2" y="2346"/>
              <a:ext cx="204" cy="141"/>
            </a:xfrm>
            <a:custGeom>
              <a:avLst/>
              <a:gdLst>
                <a:gd name="T0" fmla="*/ 117 w 161"/>
                <a:gd name="T1" fmla="*/ 73 h 111"/>
                <a:gd name="T2" fmla="*/ 66 w 161"/>
                <a:gd name="T3" fmla="*/ 51 h 111"/>
                <a:gd name="T4" fmla="*/ 27 w 161"/>
                <a:gd name="T5" fmla="*/ 0 h 111"/>
                <a:gd name="T6" fmla="*/ 0 w 161"/>
                <a:gd name="T7" fmla="*/ 19 h 111"/>
                <a:gd name="T8" fmla="*/ 45 w 161"/>
                <a:gd name="T9" fmla="*/ 70 h 111"/>
                <a:gd name="T10" fmla="*/ 106 w 161"/>
                <a:gd name="T11" fmla="*/ 87 h 111"/>
                <a:gd name="T12" fmla="*/ 105 w 161"/>
                <a:gd name="T13" fmla="*/ 99 h 111"/>
                <a:gd name="T14" fmla="*/ 111 w 161"/>
                <a:gd name="T15" fmla="*/ 107 h 111"/>
                <a:gd name="T16" fmla="*/ 119 w 161"/>
                <a:gd name="T17" fmla="*/ 105 h 111"/>
                <a:gd name="T18" fmla="*/ 118 w 161"/>
                <a:gd name="T19" fmla="*/ 94 h 111"/>
                <a:gd name="T20" fmla="*/ 128 w 161"/>
                <a:gd name="T21" fmla="*/ 92 h 111"/>
                <a:gd name="T22" fmla="*/ 138 w 161"/>
                <a:gd name="T23" fmla="*/ 97 h 111"/>
                <a:gd name="T24" fmla="*/ 143 w 161"/>
                <a:gd name="T25" fmla="*/ 109 h 111"/>
                <a:gd name="T26" fmla="*/ 161 w 161"/>
                <a:gd name="T27" fmla="*/ 105 h 111"/>
                <a:gd name="T28" fmla="*/ 156 w 161"/>
                <a:gd name="T29" fmla="*/ 83 h 111"/>
                <a:gd name="T30" fmla="*/ 138 w 161"/>
                <a:gd name="T31" fmla="*/ 75 h 111"/>
                <a:gd name="T32" fmla="*/ 117 w 161"/>
                <a:gd name="T33" fmla="*/ 7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1" h="111">
                  <a:moveTo>
                    <a:pt x="117" y="73"/>
                  </a:moveTo>
                  <a:cubicBezTo>
                    <a:pt x="85" y="58"/>
                    <a:pt x="66" y="51"/>
                    <a:pt x="66" y="51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26" y="47"/>
                    <a:pt x="40" y="64"/>
                    <a:pt x="45" y="70"/>
                  </a:cubicBezTo>
                  <a:cubicBezTo>
                    <a:pt x="49" y="75"/>
                    <a:pt x="91" y="84"/>
                    <a:pt x="106" y="87"/>
                  </a:cubicBezTo>
                  <a:cubicBezTo>
                    <a:pt x="108" y="88"/>
                    <a:pt x="105" y="97"/>
                    <a:pt x="105" y="99"/>
                  </a:cubicBezTo>
                  <a:cubicBezTo>
                    <a:pt x="104" y="102"/>
                    <a:pt x="107" y="104"/>
                    <a:pt x="111" y="107"/>
                  </a:cubicBezTo>
                  <a:cubicBezTo>
                    <a:pt x="113" y="108"/>
                    <a:pt x="121" y="109"/>
                    <a:pt x="119" y="105"/>
                  </a:cubicBezTo>
                  <a:cubicBezTo>
                    <a:pt x="116" y="100"/>
                    <a:pt x="118" y="94"/>
                    <a:pt x="118" y="94"/>
                  </a:cubicBezTo>
                  <a:cubicBezTo>
                    <a:pt x="128" y="92"/>
                    <a:pt x="128" y="92"/>
                    <a:pt x="128" y="92"/>
                  </a:cubicBezTo>
                  <a:cubicBezTo>
                    <a:pt x="128" y="92"/>
                    <a:pt x="137" y="95"/>
                    <a:pt x="138" y="97"/>
                  </a:cubicBezTo>
                  <a:cubicBezTo>
                    <a:pt x="140" y="99"/>
                    <a:pt x="142" y="106"/>
                    <a:pt x="143" y="109"/>
                  </a:cubicBezTo>
                  <a:cubicBezTo>
                    <a:pt x="143" y="111"/>
                    <a:pt x="161" y="109"/>
                    <a:pt x="161" y="105"/>
                  </a:cubicBezTo>
                  <a:cubicBezTo>
                    <a:pt x="161" y="100"/>
                    <a:pt x="160" y="87"/>
                    <a:pt x="156" y="83"/>
                  </a:cubicBezTo>
                  <a:cubicBezTo>
                    <a:pt x="153" y="78"/>
                    <a:pt x="138" y="75"/>
                    <a:pt x="138" y="75"/>
                  </a:cubicBezTo>
                  <a:lnTo>
                    <a:pt x="117" y="73"/>
                  </a:ln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5" name="Freeform 27">
              <a:extLst>
                <a:ext uri="{FF2B5EF4-FFF2-40B4-BE49-F238E27FC236}">
                  <a16:creationId xmlns:a16="http://schemas.microsoft.com/office/drawing/2014/main" id="{3EE1BDE5-3B91-4664-A41A-26B96B3E4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" y="2179"/>
              <a:ext cx="191" cy="172"/>
            </a:xfrm>
            <a:custGeom>
              <a:avLst/>
              <a:gdLst>
                <a:gd name="T0" fmla="*/ 44 w 151"/>
                <a:gd name="T1" fmla="*/ 33 h 136"/>
                <a:gd name="T2" fmla="*/ 104 w 151"/>
                <a:gd name="T3" fmla="*/ 63 h 136"/>
                <a:gd name="T4" fmla="*/ 39 w 151"/>
                <a:gd name="T5" fmla="*/ 100 h 136"/>
                <a:gd name="T6" fmla="*/ 64 w 151"/>
                <a:gd name="T7" fmla="*/ 136 h 136"/>
                <a:gd name="T8" fmla="*/ 140 w 151"/>
                <a:gd name="T9" fmla="*/ 75 h 136"/>
                <a:gd name="T10" fmla="*/ 127 w 151"/>
                <a:gd name="T11" fmla="*/ 39 h 136"/>
                <a:gd name="T12" fmla="*/ 67 w 151"/>
                <a:gd name="T13" fmla="*/ 18 h 136"/>
                <a:gd name="T14" fmla="*/ 35 w 151"/>
                <a:gd name="T15" fmla="*/ 0 h 136"/>
                <a:gd name="T16" fmla="*/ 10 w 151"/>
                <a:gd name="T17" fmla="*/ 4 h 136"/>
                <a:gd name="T18" fmla="*/ 0 w 151"/>
                <a:gd name="T19" fmla="*/ 21 h 136"/>
                <a:gd name="T20" fmla="*/ 9 w 151"/>
                <a:gd name="T21" fmla="*/ 24 h 136"/>
                <a:gd name="T22" fmla="*/ 19 w 151"/>
                <a:gd name="T23" fmla="*/ 16 h 136"/>
                <a:gd name="T24" fmla="*/ 36 w 151"/>
                <a:gd name="T25" fmla="*/ 25 h 136"/>
                <a:gd name="T26" fmla="*/ 44 w 151"/>
                <a:gd name="T27" fmla="*/ 33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1" h="136">
                  <a:moveTo>
                    <a:pt x="44" y="33"/>
                  </a:moveTo>
                  <a:cubicBezTo>
                    <a:pt x="75" y="33"/>
                    <a:pt x="104" y="63"/>
                    <a:pt x="104" y="63"/>
                  </a:cubicBezTo>
                  <a:cubicBezTo>
                    <a:pt x="69" y="83"/>
                    <a:pt x="39" y="100"/>
                    <a:pt x="39" y="100"/>
                  </a:cubicBezTo>
                  <a:cubicBezTo>
                    <a:pt x="64" y="136"/>
                    <a:pt x="64" y="136"/>
                    <a:pt x="64" y="136"/>
                  </a:cubicBezTo>
                  <a:cubicBezTo>
                    <a:pt x="99" y="107"/>
                    <a:pt x="129" y="82"/>
                    <a:pt x="140" y="75"/>
                  </a:cubicBezTo>
                  <a:cubicBezTo>
                    <a:pt x="151" y="68"/>
                    <a:pt x="144" y="43"/>
                    <a:pt x="127" y="39"/>
                  </a:cubicBezTo>
                  <a:cubicBezTo>
                    <a:pt x="105" y="33"/>
                    <a:pt x="67" y="18"/>
                    <a:pt x="67" y="18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36" y="25"/>
                    <a:pt x="36" y="25"/>
                    <a:pt x="36" y="25"/>
                  </a:cubicBezTo>
                  <a:lnTo>
                    <a:pt x="44" y="33"/>
                  </a:ln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6" name="Freeform 28">
              <a:extLst>
                <a:ext uri="{FF2B5EF4-FFF2-40B4-BE49-F238E27FC236}">
                  <a16:creationId xmlns:a16="http://schemas.microsoft.com/office/drawing/2014/main" id="{A6CEBC48-1218-48E1-B555-609CEEB3C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3" y="2242"/>
              <a:ext cx="266" cy="236"/>
            </a:xfrm>
            <a:custGeom>
              <a:avLst/>
              <a:gdLst>
                <a:gd name="T0" fmla="*/ 0 w 210"/>
                <a:gd name="T1" fmla="*/ 41 h 186"/>
                <a:gd name="T2" fmla="*/ 112 w 210"/>
                <a:gd name="T3" fmla="*/ 6 h 186"/>
                <a:gd name="T4" fmla="*/ 146 w 210"/>
                <a:gd name="T5" fmla="*/ 20 h 186"/>
                <a:gd name="T6" fmla="*/ 195 w 210"/>
                <a:gd name="T7" fmla="*/ 72 h 186"/>
                <a:gd name="T8" fmla="*/ 165 w 210"/>
                <a:gd name="T9" fmla="*/ 109 h 186"/>
                <a:gd name="T10" fmla="*/ 153 w 210"/>
                <a:gd name="T11" fmla="*/ 102 h 186"/>
                <a:gd name="T12" fmla="*/ 136 w 210"/>
                <a:gd name="T13" fmla="*/ 125 h 186"/>
                <a:gd name="T14" fmla="*/ 157 w 210"/>
                <a:gd name="T15" fmla="*/ 155 h 186"/>
                <a:gd name="T16" fmla="*/ 153 w 210"/>
                <a:gd name="T17" fmla="*/ 180 h 186"/>
                <a:gd name="T18" fmla="*/ 39 w 210"/>
                <a:gd name="T19" fmla="*/ 186 h 186"/>
                <a:gd name="T20" fmla="*/ 49 w 210"/>
                <a:gd name="T21" fmla="*/ 101 h 186"/>
                <a:gd name="T22" fmla="*/ 0 w 210"/>
                <a:gd name="T23" fmla="*/ 41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0" h="186">
                  <a:moveTo>
                    <a:pt x="0" y="41"/>
                  </a:moveTo>
                  <a:cubicBezTo>
                    <a:pt x="20" y="26"/>
                    <a:pt x="75" y="0"/>
                    <a:pt x="112" y="6"/>
                  </a:cubicBezTo>
                  <a:cubicBezTo>
                    <a:pt x="123" y="8"/>
                    <a:pt x="134" y="11"/>
                    <a:pt x="146" y="20"/>
                  </a:cubicBezTo>
                  <a:cubicBezTo>
                    <a:pt x="171" y="39"/>
                    <a:pt x="195" y="72"/>
                    <a:pt x="195" y="72"/>
                  </a:cubicBezTo>
                  <a:cubicBezTo>
                    <a:pt x="210" y="86"/>
                    <a:pt x="172" y="115"/>
                    <a:pt x="165" y="109"/>
                  </a:cubicBezTo>
                  <a:cubicBezTo>
                    <a:pt x="158" y="103"/>
                    <a:pt x="153" y="102"/>
                    <a:pt x="153" y="102"/>
                  </a:cubicBezTo>
                  <a:cubicBezTo>
                    <a:pt x="153" y="102"/>
                    <a:pt x="138" y="118"/>
                    <a:pt x="136" y="125"/>
                  </a:cubicBezTo>
                  <a:cubicBezTo>
                    <a:pt x="134" y="131"/>
                    <a:pt x="157" y="155"/>
                    <a:pt x="157" y="155"/>
                  </a:cubicBezTo>
                  <a:cubicBezTo>
                    <a:pt x="153" y="180"/>
                    <a:pt x="153" y="180"/>
                    <a:pt x="153" y="180"/>
                  </a:cubicBezTo>
                  <a:cubicBezTo>
                    <a:pt x="39" y="186"/>
                    <a:pt x="39" y="186"/>
                    <a:pt x="39" y="186"/>
                  </a:cubicBezTo>
                  <a:cubicBezTo>
                    <a:pt x="39" y="186"/>
                    <a:pt x="34" y="142"/>
                    <a:pt x="49" y="101"/>
                  </a:cubicBezTo>
                  <a:lnTo>
                    <a:pt x="0" y="41"/>
                  </a:lnTo>
                  <a:close/>
                </a:path>
              </a:pathLst>
            </a:custGeom>
            <a:solidFill>
              <a:srgbClr val="FF7900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7" name="Freeform 29">
              <a:extLst>
                <a:ext uri="{FF2B5EF4-FFF2-40B4-BE49-F238E27FC236}">
                  <a16:creationId xmlns:a16="http://schemas.microsoft.com/office/drawing/2014/main" id="{8191E14C-B431-468F-B8E9-BA14980E9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3" y="2349"/>
              <a:ext cx="43" cy="113"/>
            </a:xfrm>
            <a:custGeom>
              <a:avLst/>
              <a:gdLst>
                <a:gd name="T0" fmla="*/ 34 w 34"/>
                <a:gd name="T1" fmla="*/ 0 h 89"/>
                <a:gd name="T2" fmla="*/ 17 w 34"/>
                <a:gd name="T3" fmla="*/ 30 h 89"/>
                <a:gd name="T4" fmla="*/ 11 w 34"/>
                <a:gd name="T5" fmla="*/ 45 h 89"/>
                <a:gd name="T6" fmla="*/ 31 w 34"/>
                <a:gd name="T7" fmla="*/ 71 h 89"/>
                <a:gd name="T8" fmla="*/ 28 w 34"/>
                <a:gd name="T9" fmla="*/ 89 h 89"/>
                <a:gd name="T10" fmla="*/ 2 w 34"/>
                <a:gd name="T11" fmla="*/ 71 h 89"/>
                <a:gd name="T12" fmla="*/ 21 w 34"/>
                <a:gd name="T13" fmla="*/ 69 h 89"/>
                <a:gd name="T14" fmla="*/ 3 w 34"/>
                <a:gd name="T15" fmla="*/ 46 h 89"/>
                <a:gd name="T16" fmla="*/ 34 w 34"/>
                <a:gd name="T1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89">
                  <a:moveTo>
                    <a:pt x="34" y="0"/>
                  </a:moveTo>
                  <a:cubicBezTo>
                    <a:pt x="27" y="18"/>
                    <a:pt x="17" y="30"/>
                    <a:pt x="17" y="30"/>
                  </a:cubicBezTo>
                  <a:cubicBezTo>
                    <a:pt x="17" y="30"/>
                    <a:pt x="7" y="39"/>
                    <a:pt x="11" y="45"/>
                  </a:cubicBezTo>
                  <a:cubicBezTo>
                    <a:pt x="15" y="52"/>
                    <a:pt x="31" y="71"/>
                    <a:pt x="31" y="71"/>
                  </a:cubicBezTo>
                  <a:cubicBezTo>
                    <a:pt x="28" y="89"/>
                    <a:pt x="28" y="89"/>
                    <a:pt x="28" y="89"/>
                  </a:cubicBezTo>
                  <a:cubicBezTo>
                    <a:pt x="28" y="89"/>
                    <a:pt x="13" y="73"/>
                    <a:pt x="2" y="71"/>
                  </a:cubicBezTo>
                  <a:cubicBezTo>
                    <a:pt x="2" y="71"/>
                    <a:pt x="21" y="73"/>
                    <a:pt x="21" y="69"/>
                  </a:cubicBezTo>
                  <a:cubicBezTo>
                    <a:pt x="22" y="65"/>
                    <a:pt x="0" y="56"/>
                    <a:pt x="3" y="46"/>
                  </a:cubicBezTo>
                  <a:cubicBezTo>
                    <a:pt x="5" y="36"/>
                    <a:pt x="34" y="0"/>
                    <a:pt x="3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8" name="Freeform 30">
              <a:extLst>
                <a:ext uri="{FF2B5EF4-FFF2-40B4-BE49-F238E27FC236}">
                  <a16:creationId xmlns:a16="http://schemas.microsoft.com/office/drawing/2014/main" id="{9E5B848F-5BF0-49AE-913C-906B16DBF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2759"/>
              <a:ext cx="85" cy="119"/>
            </a:xfrm>
            <a:custGeom>
              <a:avLst/>
              <a:gdLst>
                <a:gd name="T0" fmla="*/ 20 w 67"/>
                <a:gd name="T1" fmla="*/ 0 h 94"/>
                <a:gd name="T2" fmla="*/ 2 w 67"/>
                <a:gd name="T3" fmla="*/ 55 h 94"/>
                <a:gd name="T4" fmla="*/ 21 w 67"/>
                <a:gd name="T5" fmla="*/ 77 h 94"/>
                <a:gd name="T6" fmla="*/ 42 w 67"/>
                <a:gd name="T7" fmla="*/ 93 h 94"/>
                <a:gd name="T8" fmla="*/ 64 w 67"/>
                <a:gd name="T9" fmla="*/ 83 h 94"/>
                <a:gd name="T10" fmla="*/ 46 w 67"/>
                <a:gd name="T11" fmla="*/ 62 h 94"/>
                <a:gd name="T12" fmla="*/ 36 w 67"/>
                <a:gd name="T13" fmla="*/ 27 h 94"/>
                <a:gd name="T14" fmla="*/ 49 w 67"/>
                <a:gd name="T15" fmla="*/ 8 h 94"/>
                <a:gd name="T16" fmla="*/ 20 w 67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94">
                  <a:moveTo>
                    <a:pt x="20" y="0"/>
                  </a:moveTo>
                  <a:cubicBezTo>
                    <a:pt x="18" y="13"/>
                    <a:pt x="3" y="47"/>
                    <a:pt x="2" y="55"/>
                  </a:cubicBezTo>
                  <a:cubicBezTo>
                    <a:pt x="0" y="64"/>
                    <a:pt x="14" y="66"/>
                    <a:pt x="21" y="77"/>
                  </a:cubicBezTo>
                  <a:cubicBezTo>
                    <a:pt x="28" y="88"/>
                    <a:pt x="34" y="93"/>
                    <a:pt x="42" y="93"/>
                  </a:cubicBezTo>
                  <a:cubicBezTo>
                    <a:pt x="50" y="94"/>
                    <a:pt x="67" y="93"/>
                    <a:pt x="64" y="83"/>
                  </a:cubicBezTo>
                  <a:cubicBezTo>
                    <a:pt x="61" y="74"/>
                    <a:pt x="50" y="67"/>
                    <a:pt x="46" y="62"/>
                  </a:cubicBezTo>
                  <a:cubicBezTo>
                    <a:pt x="43" y="57"/>
                    <a:pt x="30" y="36"/>
                    <a:pt x="36" y="27"/>
                  </a:cubicBezTo>
                  <a:cubicBezTo>
                    <a:pt x="42" y="17"/>
                    <a:pt x="49" y="8"/>
                    <a:pt x="49" y="8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9" name="Freeform 31">
              <a:extLst>
                <a:ext uri="{FF2B5EF4-FFF2-40B4-BE49-F238E27FC236}">
                  <a16:creationId xmlns:a16="http://schemas.microsoft.com/office/drawing/2014/main" id="{CD6011C8-C585-4132-91C8-69CF4413A4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3" y="2436"/>
              <a:ext cx="379" cy="379"/>
            </a:xfrm>
            <a:custGeom>
              <a:avLst/>
              <a:gdLst>
                <a:gd name="T0" fmla="*/ 8 w 300"/>
                <a:gd name="T1" fmla="*/ 33 h 299"/>
                <a:gd name="T2" fmla="*/ 89 w 300"/>
                <a:gd name="T3" fmla="*/ 3 h 299"/>
                <a:gd name="T4" fmla="*/ 139 w 300"/>
                <a:gd name="T5" fmla="*/ 39 h 299"/>
                <a:gd name="T6" fmla="*/ 300 w 300"/>
                <a:gd name="T7" fmla="*/ 270 h 299"/>
                <a:gd name="T8" fmla="*/ 256 w 300"/>
                <a:gd name="T9" fmla="*/ 299 h 299"/>
                <a:gd name="T10" fmla="*/ 76 w 300"/>
                <a:gd name="T11" fmla="*/ 96 h 299"/>
                <a:gd name="T12" fmla="*/ 33 w 300"/>
                <a:gd name="T13" fmla="*/ 96 h 299"/>
                <a:gd name="T14" fmla="*/ 14 w 300"/>
                <a:gd name="T15" fmla="*/ 87 h 299"/>
                <a:gd name="T16" fmla="*/ 1 w 300"/>
                <a:gd name="T17" fmla="*/ 63 h 299"/>
                <a:gd name="T18" fmla="*/ 8 w 300"/>
                <a:gd name="T19" fmla="*/ 33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0" h="299">
                  <a:moveTo>
                    <a:pt x="8" y="33"/>
                  </a:moveTo>
                  <a:cubicBezTo>
                    <a:pt x="8" y="33"/>
                    <a:pt x="78" y="5"/>
                    <a:pt x="89" y="3"/>
                  </a:cubicBezTo>
                  <a:cubicBezTo>
                    <a:pt x="99" y="0"/>
                    <a:pt x="124" y="15"/>
                    <a:pt x="139" y="39"/>
                  </a:cubicBezTo>
                  <a:cubicBezTo>
                    <a:pt x="153" y="63"/>
                    <a:pt x="300" y="270"/>
                    <a:pt x="300" y="270"/>
                  </a:cubicBezTo>
                  <a:cubicBezTo>
                    <a:pt x="256" y="299"/>
                    <a:pt x="256" y="299"/>
                    <a:pt x="256" y="299"/>
                  </a:cubicBezTo>
                  <a:cubicBezTo>
                    <a:pt x="76" y="96"/>
                    <a:pt x="76" y="96"/>
                    <a:pt x="76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26" y="96"/>
                    <a:pt x="19" y="92"/>
                    <a:pt x="14" y="87"/>
                  </a:cubicBezTo>
                  <a:cubicBezTo>
                    <a:pt x="9" y="79"/>
                    <a:pt x="1" y="68"/>
                    <a:pt x="1" y="63"/>
                  </a:cubicBezTo>
                  <a:cubicBezTo>
                    <a:pt x="0" y="53"/>
                    <a:pt x="8" y="33"/>
                    <a:pt x="8" y="33"/>
                  </a:cubicBez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0" name="Line 32">
              <a:extLst>
                <a:ext uri="{FF2B5EF4-FFF2-40B4-BE49-F238E27FC236}">
                  <a16:creationId xmlns:a16="http://schemas.microsoft.com/office/drawing/2014/main" id="{82628214-CBA9-478B-9AEF-5874A3D627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5" y="2692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1" name="Line 33">
              <a:extLst>
                <a:ext uri="{FF2B5EF4-FFF2-40B4-BE49-F238E27FC236}">
                  <a16:creationId xmlns:a16="http://schemas.microsoft.com/office/drawing/2014/main" id="{19061A8E-5CD3-47F3-AE6E-0D3BC9FB0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5" y="2692"/>
              <a:ext cx="0" cy="0"/>
            </a:xfrm>
            <a:prstGeom prst="line">
              <a:avLst/>
            </a:pr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2" name="Line 34">
              <a:extLst>
                <a:ext uri="{FF2B5EF4-FFF2-40B4-BE49-F238E27FC236}">
                  <a16:creationId xmlns:a16="http://schemas.microsoft.com/office/drawing/2014/main" id="{C6980EA4-E132-49A9-A36B-B705AEFE59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9" y="2967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3" name="Line 35">
              <a:extLst>
                <a:ext uri="{FF2B5EF4-FFF2-40B4-BE49-F238E27FC236}">
                  <a16:creationId xmlns:a16="http://schemas.microsoft.com/office/drawing/2014/main" id="{58E9F6A5-B19E-4494-94AB-5717E20C25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9" y="2967"/>
              <a:ext cx="0" cy="0"/>
            </a:xfrm>
            <a:prstGeom prst="line">
              <a:avLst/>
            </a:pr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4" name="Freeform 36">
              <a:extLst>
                <a:ext uri="{FF2B5EF4-FFF2-40B4-BE49-F238E27FC236}">
                  <a16:creationId xmlns:a16="http://schemas.microsoft.com/office/drawing/2014/main" id="{87895B12-7C20-48BE-8629-FC684A7EFD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" y="2287"/>
              <a:ext cx="76" cy="93"/>
            </a:xfrm>
            <a:custGeom>
              <a:avLst/>
              <a:gdLst>
                <a:gd name="T0" fmla="*/ 37 w 60"/>
                <a:gd name="T1" fmla="*/ 31 h 74"/>
                <a:gd name="T2" fmla="*/ 56 w 60"/>
                <a:gd name="T3" fmla="*/ 71 h 74"/>
                <a:gd name="T4" fmla="*/ 22 w 60"/>
                <a:gd name="T5" fmla="*/ 43 h 74"/>
                <a:gd name="T6" fmla="*/ 4 w 60"/>
                <a:gd name="T7" fmla="*/ 4 h 74"/>
                <a:gd name="T8" fmla="*/ 37 w 60"/>
                <a:gd name="T9" fmla="*/ 3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74">
                  <a:moveTo>
                    <a:pt x="37" y="31"/>
                  </a:moveTo>
                  <a:cubicBezTo>
                    <a:pt x="52" y="50"/>
                    <a:pt x="60" y="68"/>
                    <a:pt x="56" y="71"/>
                  </a:cubicBezTo>
                  <a:cubicBezTo>
                    <a:pt x="52" y="74"/>
                    <a:pt x="37" y="62"/>
                    <a:pt x="22" y="43"/>
                  </a:cubicBezTo>
                  <a:cubicBezTo>
                    <a:pt x="8" y="25"/>
                    <a:pt x="0" y="7"/>
                    <a:pt x="4" y="4"/>
                  </a:cubicBezTo>
                  <a:cubicBezTo>
                    <a:pt x="8" y="0"/>
                    <a:pt x="23" y="13"/>
                    <a:pt x="37" y="3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5" name="Freeform 37">
              <a:extLst>
                <a:ext uri="{FF2B5EF4-FFF2-40B4-BE49-F238E27FC236}">
                  <a16:creationId xmlns:a16="http://schemas.microsoft.com/office/drawing/2014/main" id="{3AB1A985-B28A-4E0D-92C8-F0BECEA376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8" y="2308"/>
              <a:ext cx="91" cy="281"/>
            </a:xfrm>
            <a:custGeom>
              <a:avLst/>
              <a:gdLst>
                <a:gd name="T0" fmla="*/ 43 w 72"/>
                <a:gd name="T1" fmla="*/ 173 h 222"/>
                <a:gd name="T2" fmla="*/ 30 w 72"/>
                <a:gd name="T3" fmla="*/ 85 h 222"/>
                <a:gd name="T4" fmla="*/ 64 w 72"/>
                <a:gd name="T5" fmla="*/ 32 h 222"/>
                <a:gd name="T6" fmla="*/ 42 w 72"/>
                <a:gd name="T7" fmla="*/ 5 h 222"/>
                <a:gd name="T8" fmla="*/ 3 w 72"/>
                <a:gd name="T9" fmla="*/ 66 h 222"/>
                <a:gd name="T10" fmla="*/ 28 w 72"/>
                <a:gd name="T11" fmla="*/ 181 h 222"/>
                <a:gd name="T12" fmla="*/ 17 w 72"/>
                <a:gd name="T13" fmla="*/ 191 h 222"/>
                <a:gd name="T14" fmla="*/ 13 w 72"/>
                <a:gd name="T15" fmla="*/ 210 h 222"/>
                <a:gd name="T16" fmla="*/ 24 w 72"/>
                <a:gd name="T17" fmla="*/ 220 h 222"/>
                <a:gd name="T18" fmla="*/ 38 w 72"/>
                <a:gd name="T19" fmla="*/ 217 h 222"/>
                <a:gd name="T20" fmla="*/ 47 w 72"/>
                <a:gd name="T21" fmla="*/ 192 h 222"/>
                <a:gd name="T22" fmla="*/ 54 w 72"/>
                <a:gd name="T23" fmla="*/ 190 h 222"/>
                <a:gd name="T24" fmla="*/ 60 w 72"/>
                <a:gd name="T25" fmla="*/ 192 h 222"/>
                <a:gd name="T26" fmla="*/ 63 w 72"/>
                <a:gd name="T27" fmla="*/ 185 h 222"/>
                <a:gd name="T28" fmla="*/ 47 w 72"/>
                <a:gd name="T29" fmla="*/ 178 h 222"/>
                <a:gd name="T30" fmla="*/ 43 w 72"/>
                <a:gd name="T31" fmla="*/ 173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2" h="222">
                  <a:moveTo>
                    <a:pt x="43" y="173"/>
                  </a:moveTo>
                  <a:cubicBezTo>
                    <a:pt x="30" y="85"/>
                    <a:pt x="30" y="85"/>
                    <a:pt x="30" y="85"/>
                  </a:cubicBezTo>
                  <a:cubicBezTo>
                    <a:pt x="33" y="69"/>
                    <a:pt x="59" y="39"/>
                    <a:pt x="64" y="32"/>
                  </a:cubicBezTo>
                  <a:cubicBezTo>
                    <a:pt x="70" y="25"/>
                    <a:pt x="46" y="0"/>
                    <a:pt x="42" y="5"/>
                  </a:cubicBezTo>
                  <a:cubicBezTo>
                    <a:pt x="38" y="10"/>
                    <a:pt x="7" y="60"/>
                    <a:pt x="3" y="66"/>
                  </a:cubicBezTo>
                  <a:cubicBezTo>
                    <a:pt x="0" y="71"/>
                    <a:pt x="13" y="151"/>
                    <a:pt x="28" y="181"/>
                  </a:cubicBezTo>
                  <a:cubicBezTo>
                    <a:pt x="17" y="191"/>
                    <a:pt x="17" y="191"/>
                    <a:pt x="17" y="191"/>
                  </a:cubicBezTo>
                  <a:cubicBezTo>
                    <a:pt x="13" y="210"/>
                    <a:pt x="13" y="210"/>
                    <a:pt x="13" y="210"/>
                  </a:cubicBezTo>
                  <a:cubicBezTo>
                    <a:pt x="13" y="210"/>
                    <a:pt x="14" y="219"/>
                    <a:pt x="24" y="220"/>
                  </a:cubicBezTo>
                  <a:cubicBezTo>
                    <a:pt x="33" y="222"/>
                    <a:pt x="38" y="217"/>
                    <a:pt x="38" y="217"/>
                  </a:cubicBezTo>
                  <a:cubicBezTo>
                    <a:pt x="47" y="192"/>
                    <a:pt x="47" y="192"/>
                    <a:pt x="47" y="192"/>
                  </a:cubicBezTo>
                  <a:cubicBezTo>
                    <a:pt x="54" y="190"/>
                    <a:pt x="54" y="190"/>
                    <a:pt x="54" y="190"/>
                  </a:cubicBezTo>
                  <a:cubicBezTo>
                    <a:pt x="60" y="192"/>
                    <a:pt x="60" y="192"/>
                    <a:pt x="60" y="192"/>
                  </a:cubicBezTo>
                  <a:cubicBezTo>
                    <a:pt x="60" y="192"/>
                    <a:pt x="72" y="189"/>
                    <a:pt x="63" y="185"/>
                  </a:cubicBezTo>
                  <a:cubicBezTo>
                    <a:pt x="54" y="181"/>
                    <a:pt x="47" y="178"/>
                    <a:pt x="47" y="178"/>
                  </a:cubicBezTo>
                  <a:lnTo>
                    <a:pt x="43" y="173"/>
                  </a:ln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6" name="Freeform 38">
              <a:extLst>
                <a:ext uri="{FF2B5EF4-FFF2-40B4-BE49-F238E27FC236}">
                  <a16:creationId xmlns:a16="http://schemas.microsoft.com/office/drawing/2014/main" id="{95425D28-2B39-4D4A-BC20-311D75FF6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5" y="2241"/>
              <a:ext cx="50" cy="86"/>
            </a:xfrm>
            <a:custGeom>
              <a:avLst/>
              <a:gdLst>
                <a:gd name="T0" fmla="*/ 38 w 39"/>
                <a:gd name="T1" fmla="*/ 43 h 68"/>
                <a:gd name="T2" fmla="*/ 38 w 39"/>
                <a:gd name="T3" fmla="*/ 11 h 68"/>
                <a:gd name="T4" fmla="*/ 6 w 39"/>
                <a:gd name="T5" fmla="*/ 0 h 68"/>
                <a:gd name="T6" fmla="*/ 3 w 39"/>
                <a:gd name="T7" fmla="*/ 27 h 68"/>
                <a:gd name="T8" fmla="*/ 38 w 39"/>
                <a:gd name="T9" fmla="*/ 43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68">
                  <a:moveTo>
                    <a:pt x="38" y="43"/>
                  </a:moveTo>
                  <a:cubicBezTo>
                    <a:pt x="38" y="11"/>
                    <a:pt x="38" y="11"/>
                    <a:pt x="38" y="1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4" y="13"/>
                    <a:pt x="3" y="27"/>
                    <a:pt x="3" y="27"/>
                  </a:cubicBezTo>
                  <a:cubicBezTo>
                    <a:pt x="0" y="48"/>
                    <a:pt x="39" y="68"/>
                    <a:pt x="38" y="43"/>
                  </a:cubicBez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7" name="Freeform 39">
              <a:extLst>
                <a:ext uri="{FF2B5EF4-FFF2-40B4-BE49-F238E27FC236}">
                  <a16:creationId xmlns:a16="http://schemas.microsoft.com/office/drawing/2014/main" id="{D1542FD1-7EF6-437A-8630-0BACBA4D7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0" y="2127"/>
              <a:ext cx="111" cy="145"/>
            </a:xfrm>
            <a:custGeom>
              <a:avLst/>
              <a:gdLst>
                <a:gd name="T0" fmla="*/ 77 w 88"/>
                <a:gd name="T1" fmla="*/ 9 h 114"/>
                <a:gd name="T2" fmla="*/ 88 w 88"/>
                <a:gd name="T3" fmla="*/ 37 h 114"/>
                <a:gd name="T4" fmla="*/ 87 w 88"/>
                <a:gd name="T5" fmla="*/ 82 h 114"/>
                <a:gd name="T6" fmla="*/ 64 w 88"/>
                <a:gd name="T7" fmla="*/ 111 h 114"/>
                <a:gd name="T8" fmla="*/ 41 w 88"/>
                <a:gd name="T9" fmla="*/ 108 h 114"/>
                <a:gd name="T10" fmla="*/ 10 w 88"/>
                <a:gd name="T11" fmla="*/ 90 h 114"/>
                <a:gd name="T12" fmla="*/ 0 w 88"/>
                <a:gd name="T13" fmla="*/ 37 h 114"/>
                <a:gd name="T14" fmla="*/ 32 w 88"/>
                <a:gd name="T15" fmla="*/ 2 h 114"/>
                <a:gd name="T16" fmla="*/ 77 w 88"/>
                <a:gd name="T17" fmla="*/ 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4">
                  <a:moveTo>
                    <a:pt x="77" y="9"/>
                  </a:moveTo>
                  <a:cubicBezTo>
                    <a:pt x="88" y="14"/>
                    <a:pt x="88" y="24"/>
                    <a:pt x="88" y="37"/>
                  </a:cubicBezTo>
                  <a:cubicBezTo>
                    <a:pt x="88" y="50"/>
                    <a:pt x="87" y="74"/>
                    <a:pt x="87" y="82"/>
                  </a:cubicBezTo>
                  <a:cubicBezTo>
                    <a:pt x="87" y="90"/>
                    <a:pt x="69" y="108"/>
                    <a:pt x="64" y="111"/>
                  </a:cubicBezTo>
                  <a:cubicBezTo>
                    <a:pt x="60" y="114"/>
                    <a:pt x="47" y="111"/>
                    <a:pt x="41" y="108"/>
                  </a:cubicBezTo>
                  <a:cubicBezTo>
                    <a:pt x="34" y="106"/>
                    <a:pt x="13" y="98"/>
                    <a:pt x="10" y="90"/>
                  </a:cubicBezTo>
                  <a:cubicBezTo>
                    <a:pt x="7" y="82"/>
                    <a:pt x="0" y="47"/>
                    <a:pt x="0" y="37"/>
                  </a:cubicBezTo>
                  <a:cubicBezTo>
                    <a:pt x="1" y="27"/>
                    <a:pt x="14" y="3"/>
                    <a:pt x="32" y="2"/>
                  </a:cubicBezTo>
                  <a:cubicBezTo>
                    <a:pt x="50" y="0"/>
                    <a:pt x="70" y="3"/>
                    <a:pt x="77" y="9"/>
                  </a:cubicBez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8" name="Freeform 40">
              <a:extLst>
                <a:ext uri="{FF2B5EF4-FFF2-40B4-BE49-F238E27FC236}">
                  <a16:creationId xmlns:a16="http://schemas.microsoft.com/office/drawing/2014/main" id="{BA17A28B-FE70-4BB1-8551-16D53F34B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0" y="2132"/>
              <a:ext cx="82" cy="137"/>
            </a:xfrm>
            <a:custGeom>
              <a:avLst/>
              <a:gdLst>
                <a:gd name="T0" fmla="*/ 40 w 65"/>
                <a:gd name="T1" fmla="*/ 56 h 108"/>
                <a:gd name="T2" fmla="*/ 34 w 65"/>
                <a:gd name="T3" fmla="*/ 21 h 108"/>
                <a:gd name="T4" fmla="*/ 25 w 65"/>
                <a:gd name="T5" fmla="*/ 0 h 108"/>
                <a:gd name="T6" fmla="*/ 1 w 65"/>
                <a:gd name="T7" fmla="*/ 33 h 108"/>
                <a:gd name="T8" fmla="*/ 10 w 65"/>
                <a:gd name="T9" fmla="*/ 86 h 108"/>
                <a:gd name="T10" fmla="*/ 41 w 65"/>
                <a:gd name="T11" fmla="*/ 103 h 108"/>
                <a:gd name="T12" fmla="*/ 65 w 65"/>
                <a:gd name="T13" fmla="*/ 105 h 108"/>
                <a:gd name="T14" fmla="*/ 46 w 65"/>
                <a:gd name="T15" fmla="*/ 94 h 108"/>
                <a:gd name="T16" fmla="*/ 40 w 65"/>
                <a:gd name="T17" fmla="*/ 5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5" h="108">
                  <a:moveTo>
                    <a:pt x="40" y="56"/>
                  </a:moveTo>
                  <a:cubicBezTo>
                    <a:pt x="43" y="42"/>
                    <a:pt x="33" y="45"/>
                    <a:pt x="34" y="21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1" y="6"/>
                    <a:pt x="1" y="24"/>
                    <a:pt x="1" y="33"/>
                  </a:cubicBezTo>
                  <a:cubicBezTo>
                    <a:pt x="0" y="43"/>
                    <a:pt x="7" y="78"/>
                    <a:pt x="10" y="86"/>
                  </a:cubicBezTo>
                  <a:cubicBezTo>
                    <a:pt x="14" y="94"/>
                    <a:pt x="35" y="100"/>
                    <a:pt x="41" y="103"/>
                  </a:cubicBezTo>
                  <a:cubicBezTo>
                    <a:pt x="48" y="106"/>
                    <a:pt x="60" y="108"/>
                    <a:pt x="65" y="105"/>
                  </a:cubicBezTo>
                  <a:cubicBezTo>
                    <a:pt x="65" y="105"/>
                    <a:pt x="55" y="103"/>
                    <a:pt x="46" y="94"/>
                  </a:cubicBezTo>
                  <a:cubicBezTo>
                    <a:pt x="37" y="85"/>
                    <a:pt x="38" y="70"/>
                    <a:pt x="40" y="56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9" name="Freeform 41">
              <a:extLst>
                <a:ext uri="{FF2B5EF4-FFF2-40B4-BE49-F238E27FC236}">
                  <a16:creationId xmlns:a16="http://schemas.microsoft.com/office/drawing/2014/main" id="{0E258A6E-DB17-4079-946E-D8261D1F6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2098"/>
              <a:ext cx="166" cy="134"/>
            </a:xfrm>
            <a:custGeom>
              <a:avLst/>
              <a:gdLst>
                <a:gd name="T0" fmla="*/ 100 w 131"/>
                <a:gd name="T1" fmla="*/ 31 h 106"/>
                <a:gd name="T2" fmla="*/ 120 w 131"/>
                <a:gd name="T3" fmla="*/ 40 h 106"/>
                <a:gd name="T4" fmla="*/ 131 w 131"/>
                <a:gd name="T5" fmla="*/ 43 h 106"/>
                <a:gd name="T6" fmla="*/ 113 w 131"/>
                <a:gd name="T7" fmla="*/ 25 h 106"/>
                <a:gd name="T8" fmla="*/ 42 w 131"/>
                <a:gd name="T9" fmla="*/ 24 h 106"/>
                <a:gd name="T10" fmla="*/ 17 w 131"/>
                <a:gd name="T11" fmla="*/ 74 h 106"/>
                <a:gd name="T12" fmla="*/ 38 w 131"/>
                <a:gd name="T13" fmla="*/ 106 h 106"/>
                <a:gd name="T14" fmla="*/ 44 w 131"/>
                <a:gd name="T15" fmla="*/ 90 h 106"/>
                <a:gd name="T16" fmla="*/ 36 w 131"/>
                <a:gd name="T17" fmla="*/ 67 h 106"/>
                <a:gd name="T18" fmla="*/ 58 w 131"/>
                <a:gd name="T19" fmla="*/ 58 h 106"/>
                <a:gd name="T20" fmla="*/ 100 w 131"/>
                <a:gd name="T21" fmla="*/ 31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1" h="106">
                  <a:moveTo>
                    <a:pt x="100" y="31"/>
                  </a:moveTo>
                  <a:cubicBezTo>
                    <a:pt x="112" y="31"/>
                    <a:pt x="121" y="63"/>
                    <a:pt x="120" y="40"/>
                  </a:cubicBezTo>
                  <a:cubicBezTo>
                    <a:pt x="120" y="40"/>
                    <a:pt x="123" y="39"/>
                    <a:pt x="131" y="43"/>
                  </a:cubicBezTo>
                  <a:cubicBezTo>
                    <a:pt x="131" y="43"/>
                    <a:pt x="127" y="28"/>
                    <a:pt x="113" y="25"/>
                  </a:cubicBezTo>
                  <a:cubicBezTo>
                    <a:pt x="113" y="25"/>
                    <a:pt x="79" y="0"/>
                    <a:pt x="42" y="24"/>
                  </a:cubicBezTo>
                  <a:cubicBezTo>
                    <a:pt x="42" y="24"/>
                    <a:pt x="0" y="33"/>
                    <a:pt x="17" y="74"/>
                  </a:cubicBezTo>
                  <a:cubicBezTo>
                    <a:pt x="38" y="106"/>
                    <a:pt x="38" y="106"/>
                    <a:pt x="38" y="106"/>
                  </a:cubicBezTo>
                  <a:cubicBezTo>
                    <a:pt x="44" y="90"/>
                    <a:pt x="44" y="90"/>
                    <a:pt x="44" y="90"/>
                  </a:cubicBezTo>
                  <a:cubicBezTo>
                    <a:pt x="44" y="90"/>
                    <a:pt x="25" y="71"/>
                    <a:pt x="36" y="67"/>
                  </a:cubicBezTo>
                  <a:cubicBezTo>
                    <a:pt x="48" y="64"/>
                    <a:pt x="53" y="70"/>
                    <a:pt x="58" y="58"/>
                  </a:cubicBezTo>
                  <a:cubicBezTo>
                    <a:pt x="67" y="40"/>
                    <a:pt x="100" y="31"/>
                    <a:pt x="100" y="3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50" name="Freeform 42">
              <a:extLst>
                <a:ext uri="{FF2B5EF4-FFF2-40B4-BE49-F238E27FC236}">
                  <a16:creationId xmlns:a16="http://schemas.microsoft.com/office/drawing/2014/main" id="{5D453249-BD78-4106-99EA-4491300FF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" y="2092"/>
              <a:ext cx="84" cy="38"/>
            </a:xfrm>
            <a:custGeom>
              <a:avLst/>
              <a:gdLst>
                <a:gd name="T0" fmla="*/ 66 w 66"/>
                <a:gd name="T1" fmla="*/ 30 h 30"/>
                <a:gd name="T2" fmla="*/ 44 w 66"/>
                <a:gd name="T3" fmla="*/ 3 h 30"/>
                <a:gd name="T4" fmla="*/ 0 w 66"/>
                <a:gd name="T5" fmla="*/ 2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" h="30">
                  <a:moveTo>
                    <a:pt x="66" y="30"/>
                  </a:moveTo>
                  <a:cubicBezTo>
                    <a:pt x="66" y="30"/>
                    <a:pt x="60" y="6"/>
                    <a:pt x="44" y="3"/>
                  </a:cubicBezTo>
                  <a:cubicBezTo>
                    <a:pt x="29" y="0"/>
                    <a:pt x="34" y="8"/>
                    <a:pt x="0" y="2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51" name="Freeform 43">
              <a:extLst>
                <a:ext uri="{FF2B5EF4-FFF2-40B4-BE49-F238E27FC236}">
                  <a16:creationId xmlns:a16="http://schemas.microsoft.com/office/drawing/2014/main" id="{24EFBF9C-6366-4765-B7AA-4B159DD267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2098"/>
              <a:ext cx="99" cy="134"/>
            </a:xfrm>
            <a:custGeom>
              <a:avLst/>
              <a:gdLst>
                <a:gd name="T0" fmla="*/ 78 w 78"/>
                <a:gd name="T1" fmla="*/ 0 h 106"/>
                <a:gd name="T2" fmla="*/ 47 w 78"/>
                <a:gd name="T3" fmla="*/ 21 h 106"/>
                <a:gd name="T4" fmla="*/ 47 w 78"/>
                <a:gd name="T5" fmla="*/ 21 h 106"/>
                <a:gd name="T6" fmla="*/ 42 w 78"/>
                <a:gd name="T7" fmla="*/ 24 h 106"/>
                <a:gd name="T8" fmla="*/ 17 w 78"/>
                <a:gd name="T9" fmla="*/ 74 h 106"/>
                <a:gd name="T10" fmla="*/ 38 w 78"/>
                <a:gd name="T11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" h="106">
                  <a:moveTo>
                    <a:pt x="78" y="0"/>
                  </a:moveTo>
                  <a:cubicBezTo>
                    <a:pt x="73" y="3"/>
                    <a:pt x="66" y="1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5" y="22"/>
                    <a:pt x="44" y="23"/>
                    <a:pt x="42" y="24"/>
                  </a:cubicBezTo>
                  <a:cubicBezTo>
                    <a:pt x="42" y="24"/>
                    <a:pt x="0" y="33"/>
                    <a:pt x="17" y="74"/>
                  </a:cubicBezTo>
                  <a:cubicBezTo>
                    <a:pt x="38" y="106"/>
                    <a:pt x="38" y="106"/>
                    <a:pt x="38" y="106"/>
                  </a:cubicBezTo>
                </a:path>
              </a:pathLst>
            </a:custGeom>
            <a:noFill/>
            <a:ln w="7938" cap="rnd">
              <a:solidFill>
                <a:srgbClr val="085EB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52" name="Freeform 44">
              <a:extLst>
                <a:ext uri="{FF2B5EF4-FFF2-40B4-BE49-F238E27FC236}">
                  <a16:creationId xmlns:a16="http://schemas.microsoft.com/office/drawing/2014/main" id="{343672DD-0026-4908-AEDD-FC2FC1F6F5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1" y="2483"/>
              <a:ext cx="444" cy="324"/>
            </a:xfrm>
            <a:custGeom>
              <a:avLst/>
              <a:gdLst>
                <a:gd name="T0" fmla="*/ 96 w 351"/>
                <a:gd name="T1" fmla="*/ 0 h 256"/>
                <a:gd name="T2" fmla="*/ 211 w 351"/>
                <a:gd name="T3" fmla="*/ 32 h 256"/>
                <a:gd name="T4" fmla="*/ 351 w 351"/>
                <a:gd name="T5" fmla="*/ 242 h 256"/>
                <a:gd name="T6" fmla="*/ 303 w 351"/>
                <a:gd name="T7" fmla="*/ 256 h 256"/>
                <a:gd name="T8" fmla="*/ 181 w 351"/>
                <a:gd name="T9" fmla="*/ 100 h 256"/>
                <a:gd name="T10" fmla="*/ 102 w 351"/>
                <a:gd name="T11" fmla="*/ 80 h 256"/>
                <a:gd name="T12" fmla="*/ 0 w 351"/>
                <a:gd name="T13" fmla="*/ 35 h 256"/>
                <a:gd name="T14" fmla="*/ 96 w 351"/>
                <a:gd name="T15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1" h="256">
                  <a:moveTo>
                    <a:pt x="96" y="0"/>
                  </a:moveTo>
                  <a:cubicBezTo>
                    <a:pt x="149" y="14"/>
                    <a:pt x="206" y="25"/>
                    <a:pt x="211" y="32"/>
                  </a:cubicBezTo>
                  <a:cubicBezTo>
                    <a:pt x="216" y="39"/>
                    <a:pt x="351" y="242"/>
                    <a:pt x="351" y="242"/>
                  </a:cubicBezTo>
                  <a:cubicBezTo>
                    <a:pt x="303" y="256"/>
                    <a:pt x="303" y="256"/>
                    <a:pt x="303" y="256"/>
                  </a:cubicBezTo>
                  <a:cubicBezTo>
                    <a:pt x="303" y="256"/>
                    <a:pt x="203" y="140"/>
                    <a:pt x="181" y="100"/>
                  </a:cubicBezTo>
                  <a:cubicBezTo>
                    <a:pt x="181" y="100"/>
                    <a:pt x="152" y="89"/>
                    <a:pt x="102" y="80"/>
                  </a:cubicBezTo>
                  <a:cubicBezTo>
                    <a:pt x="53" y="71"/>
                    <a:pt x="0" y="35"/>
                    <a:pt x="0" y="35"/>
                  </a:cubicBezTo>
                  <a:lnTo>
                    <a:pt x="96" y="0"/>
                  </a:ln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53" name="Freeform 45">
              <a:extLst>
                <a:ext uri="{FF2B5EF4-FFF2-40B4-BE49-F238E27FC236}">
                  <a16:creationId xmlns:a16="http://schemas.microsoft.com/office/drawing/2014/main" id="{7F73EA84-E3A3-4F5F-9A30-EF046B3E2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2" y="2540"/>
              <a:ext cx="358" cy="281"/>
            </a:xfrm>
            <a:custGeom>
              <a:avLst/>
              <a:gdLst>
                <a:gd name="T0" fmla="*/ 133 w 283"/>
                <a:gd name="T1" fmla="*/ 55 h 222"/>
                <a:gd name="T2" fmla="*/ 262 w 283"/>
                <a:gd name="T3" fmla="*/ 222 h 222"/>
                <a:gd name="T4" fmla="*/ 283 w 283"/>
                <a:gd name="T5" fmla="*/ 216 h 222"/>
                <a:gd name="T6" fmla="*/ 142 w 283"/>
                <a:gd name="T7" fmla="*/ 38 h 222"/>
                <a:gd name="T8" fmla="*/ 41 w 283"/>
                <a:gd name="T9" fmla="*/ 0 h 222"/>
                <a:gd name="T10" fmla="*/ 0 w 283"/>
                <a:gd name="T11" fmla="*/ 17 h 222"/>
                <a:gd name="T12" fmla="*/ 54 w 283"/>
                <a:gd name="T13" fmla="*/ 35 h 222"/>
                <a:gd name="T14" fmla="*/ 133 w 283"/>
                <a:gd name="T15" fmla="*/ 55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3" h="222">
                  <a:moveTo>
                    <a:pt x="133" y="55"/>
                  </a:moveTo>
                  <a:cubicBezTo>
                    <a:pt x="155" y="95"/>
                    <a:pt x="262" y="222"/>
                    <a:pt x="262" y="222"/>
                  </a:cubicBezTo>
                  <a:cubicBezTo>
                    <a:pt x="283" y="216"/>
                    <a:pt x="283" y="216"/>
                    <a:pt x="283" y="216"/>
                  </a:cubicBezTo>
                  <a:cubicBezTo>
                    <a:pt x="269" y="200"/>
                    <a:pt x="142" y="38"/>
                    <a:pt x="142" y="38"/>
                  </a:cubicBezTo>
                  <a:cubicBezTo>
                    <a:pt x="142" y="38"/>
                    <a:pt x="99" y="13"/>
                    <a:pt x="41" y="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7" y="24"/>
                    <a:pt x="36" y="32"/>
                    <a:pt x="54" y="35"/>
                  </a:cubicBezTo>
                  <a:cubicBezTo>
                    <a:pt x="104" y="44"/>
                    <a:pt x="133" y="55"/>
                    <a:pt x="133" y="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54" name="Freeform 46">
              <a:extLst>
                <a:ext uri="{FF2B5EF4-FFF2-40B4-BE49-F238E27FC236}">
                  <a16:creationId xmlns:a16="http://schemas.microsoft.com/office/drawing/2014/main" id="{DA606A42-B75D-4E36-807A-B1951CBFA3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" y="2313"/>
              <a:ext cx="69" cy="219"/>
            </a:xfrm>
            <a:custGeom>
              <a:avLst/>
              <a:gdLst>
                <a:gd name="T0" fmla="*/ 55 w 55"/>
                <a:gd name="T1" fmla="*/ 15 h 173"/>
                <a:gd name="T2" fmla="*/ 19 w 55"/>
                <a:gd name="T3" fmla="*/ 41 h 173"/>
                <a:gd name="T4" fmla="*/ 5 w 55"/>
                <a:gd name="T5" fmla="*/ 68 h 173"/>
                <a:gd name="T6" fmla="*/ 25 w 55"/>
                <a:gd name="T7" fmla="*/ 173 h 173"/>
                <a:gd name="T8" fmla="*/ 0 w 55"/>
                <a:gd name="T9" fmla="*/ 62 h 173"/>
                <a:gd name="T10" fmla="*/ 39 w 55"/>
                <a:gd name="T11" fmla="*/ 1 h 173"/>
                <a:gd name="T12" fmla="*/ 55 w 55"/>
                <a:gd name="T13" fmla="*/ 15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173">
                  <a:moveTo>
                    <a:pt x="55" y="15"/>
                  </a:moveTo>
                  <a:cubicBezTo>
                    <a:pt x="46" y="3"/>
                    <a:pt x="26" y="30"/>
                    <a:pt x="19" y="41"/>
                  </a:cubicBezTo>
                  <a:cubicBezTo>
                    <a:pt x="13" y="53"/>
                    <a:pt x="5" y="65"/>
                    <a:pt x="5" y="68"/>
                  </a:cubicBezTo>
                  <a:cubicBezTo>
                    <a:pt x="5" y="71"/>
                    <a:pt x="14" y="146"/>
                    <a:pt x="25" y="173"/>
                  </a:cubicBezTo>
                  <a:cubicBezTo>
                    <a:pt x="25" y="173"/>
                    <a:pt x="4" y="135"/>
                    <a:pt x="0" y="62"/>
                  </a:cubicBezTo>
                  <a:cubicBezTo>
                    <a:pt x="9" y="47"/>
                    <a:pt x="39" y="1"/>
                    <a:pt x="39" y="1"/>
                  </a:cubicBezTo>
                  <a:cubicBezTo>
                    <a:pt x="39" y="1"/>
                    <a:pt x="47" y="0"/>
                    <a:pt x="55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55" name="Freeform 47">
              <a:extLst>
                <a:ext uri="{FF2B5EF4-FFF2-40B4-BE49-F238E27FC236}">
                  <a16:creationId xmlns:a16="http://schemas.microsoft.com/office/drawing/2014/main" id="{53942DED-508D-48BC-BBA7-CB193299F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2359"/>
              <a:ext cx="132" cy="97"/>
            </a:xfrm>
            <a:custGeom>
              <a:avLst/>
              <a:gdLst>
                <a:gd name="T0" fmla="*/ 27 w 104"/>
                <a:gd name="T1" fmla="*/ 0 h 77"/>
                <a:gd name="T2" fmla="*/ 22 w 104"/>
                <a:gd name="T3" fmla="*/ 29 h 77"/>
                <a:gd name="T4" fmla="*/ 43 w 104"/>
                <a:gd name="T5" fmla="*/ 59 h 77"/>
                <a:gd name="T6" fmla="*/ 104 w 104"/>
                <a:gd name="T7" fmla="*/ 77 h 77"/>
                <a:gd name="T8" fmla="*/ 66 w 104"/>
                <a:gd name="T9" fmla="*/ 71 h 77"/>
                <a:gd name="T10" fmla="*/ 37 w 104"/>
                <a:gd name="T11" fmla="*/ 61 h 77"/>
                <a:gd name="T12" fmla="*/ 12 w 104"/>
                <a:gd name="T13" fmla="*/ 33 h 77"/>
                <a:gd name="T14" fmla="*/ 0 w 104"/>
                <a:gd name="T15" fmla="*/ 17 h 77"/>
                <a:gd name="T16" fmla="*/ 27 w 104"/>
                <a:gd name="T17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4" h="77">
                  <a:moveTo>
                    <a:pt x="27" y="0"/>
                  </a:moveTo>
                  <a:cubicBezTo>
                    <a:pt x="19" y="12"/>
                    <a:pt x="15" y="21"/>
                    <a:pt x="22" y="29"/>
                  </a:cubicBezTo>
                  <a:cubicBezTo>
                    <a:pt x="28" y="38"/>
                    <a:pt x="40" y="55"/>
                    <a:pt x="43" y="59"/>
                  </a:cubicBezTo>
                  <a:cubicBezTo>
                    <a:pt x="46" y="64"/>
                    <a:pt x="101" y="67"/>
                    <a:pt x="104" y="77"/>
                  </a:cubicBezTo>
                  <a:cubicBezTo>
                    <a:pt x="104" y="77"/>
                    <a:pt x="73" y="73"/>
                    <a:pt x="66" y="71"/>
                  </a:cubicBezTo>
                  <a:cubicBezTo>
                    <a:pt x="58" y="70"/>
                    <a:pt x="40" y="64"/>
                    <a:pt x="37" y="61"/>
                  </a:cubicBezTo>
                  <a:cubicBezTo>
                    <a:pt x="31" y="56"/>
                    <a:pt x="20" y="45"/>
                    <a:pt x="12" y="33"/>
                  </a:cubicBezTo>
                  <a:cubicBezTo>
                    <a:pt x="4" y="21"/>
                    <a:pt x="0" y="17"/>
                    <a:pt x="0" y="17"/>
                  </a:cubicBezTo>
                  <a:lnTo>
                    <a:pt x="2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56" name="Freeform 48">
              <a:extLst>
                <a:ext uri="{FF2B5EF4-FFF2-40B4-BE49-F238E27FC236}">
                  <a16:creationId xmlns:a16="http://schemas.microsoft.com/office/drawing/2014/main" id="{F89B860E-A114-4E43-A645-88925742D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2759"/>
              <a:ext cx="83" cy="119"/>
            </a:xfrm>
            <a:custGeom>
              <a:avLst/>
              <a:gdLst>
                <a:gd name="T0" fmla="*/ 26 w 66"/>
                <a:gd name="T1" fmla="*/ 3 h 94"/>
                <a:gd name="T2" fmla="*/ 17 w 66"/>
                <a:gd name="T3" fmla="*/ 47 h 94"/>
                <a:gd name="T4" fmla="*/ 35 w 66"/>
                <a:gd name="T5" fmla="*/ 71 h 94"/>
                <a:gd name="T6" fmla="*/ 46 w 66"/>
                <a:gd name="T7" fmla="*/ 83 h 94"/>
                <a:gd name="T8" fmla="*/ 61 w 66"/>
                <a:gd name="T9" fmla="*/ 82 h 94"/>
                <a:gd name="T10" fmla="*/ 62 w 66"/>
                <a:gd name="T11" fmla="*/ 90 h 94"/>
                <a:gd name="T12" fmla="*/ 41 w 66"/>
                <a:gd name="T13" fmla="*/ 93 h 94"/>
                <a:gd name="T14" fmla="*/ 23 w 66"/>
                <a:gd name="T15" fmla="*/ 81 h 94"/>
                <a:gd name="T16" fmla="*/ 11 w 66"/>
                <a:gd name="T17" fmla="*/ 67 h 94"/>
                <a:gd name="T18" fmla="*/ 2 w 66"/>
                <a:gd name="T19" fmla="*/ 54 h 94"/>
                <a:gd name="T20" fmla="*/ 16 w 66"/>
                <a:gd name="T21" fmla="*/ 0 h 94"/>
                <a:gd name="T22" fmla="*/ 26 w 66"/>
                <a:gd name="T23" fmla="*/ 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6" h="94">
                  <a:moveTo>
                    <a:pt x="26" y="3"/>
                  </a:moveTo>
                  <a:cubicBezTo>
                    <a:pt x="26" y="3"/>
                    <a:pt x="16" y="38"/>
                    <a:pt x="17" y="47"/>
                  </a:cubicBezTo>
                  <a:cubicBezTo>
                    <a:pt x="17" y="56"/>
                    <a:pt x="35" y="71"/>
                    <a:pt x="35" y="71"/>
                  </a:cubicBezTo>
                  <a:cubicBezTo>
                    <a:pt x="35" y="71"/>
                    <a:pt x="42" y="83"/>
                    <a:pt x="46" y="83"/>
                  </a:cubicBezTo>
                  <a:cubicBezTo>
                    <a:pt x="50" y="83"/>
                    <a:pt x="61" y="87"/>
                    <a:pt x="61" y="82"/>
                  </a:cubicBezTo>
                  <a:cubicBezTo>
                    <a:pt x="60" y="77"/>
                    <a:pt x="66" y="88"/>
                    <a:pt x="62" y="90"/>
                  </a:cubicBezTo>
                  <a:cubicBezTo>
                    <a:pt x="59" y="92"/>
                    <a:pt x="49" y="94"/>
                    <a:pt x="41" y="93"/>
                  </a:cubicBezTo>
                  <a:cubicBezTo>
                    <a:pt x="34" y="92"/>
                    <a:pt x="27" y="87"/>
                    <a:pt x="23" y="81"/>
                  </a:cubicBezTo>
                  <a:cubicBezTo>
                    <a:pt x="20" y="75"/>
                    <a:pt x="18" y="71"/>
                    <a:pt x="11" y="67"/>
                  </a:cubicBezTo>
                  <a:cubicBezTo>
                    <a:pt x="3" y="62"/>
                    <a:pt x="0" y="60"/>
                    <a:pt x="2" y="54"/>
                  </a:cubicBezTo>
                  <a:cubicBezTo>
                    <a:pt x="3" y="49"/>
                    <a:pt x="16" y="0"/>
                    <a:pt x="16" y="0"/>
                  </a:cubicBezTo>
                  <a:lnTo>
                    <a:pt x="26" y="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57" name="Freeform 49">
              <a:extLst>
                <a:ext uri="{FF2B5EF4-FFF2-40B4-BE49-F238E27FC236}">
                  <a16:creationId xmlns:a16="http://schemas.microsoft.com/office/drawing/2014/main" id="{E2BE21A8-9D68-4A2F-A9F5-8FCBF0CAD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3" y="2796"/>
              <a:ext cx="140" cy="80"/>
            </a:xfrm>
            <a:custGeom>
              <a:avLst/>
              <a:gdLst>
                <a:gd name="T0" fmla="*/ 15 w 111"/>
                <a:gd name="T1" fmla="*/ 34 h 63"/>
                <a:gd name="T2" fmla="*/ 47 w 111"/>
                <a:gd name="T3" fmla="*/ 58 h 63"/>
                <a:gd name="T4" fmla="*/ 89 w 111"/>
                <a:gd name="T5" fmla="*/ 62 h 63"/>
                <a:gd name="T6" fmla="*/ 110 w 111"/>
                <a:gd name="T7" fmla="*/ 43 h 63"/>
                <a:gd name="T8" fmla="*/ 89 w 111"/>
                <a:gd name="T9" fmla="*/ 34 h 63"/>
                <a:gd name="T10" fmla="*/ 56 w 111"/>
                <a:gd name="T11" fmla="*/ 27 h 63"/>
                <a:gd name="T12" fmla="*/ 35 w 111"/>
                <a:gd name="T13" fmla="*/ 17 h 63"/>
                <a:gd name="T14" fmla="*/ 21 w 111"/>
                <a:gd name="T15" fmla="*/ 0 h 63"/>
                <a:gd name="T16" fmla="*/ 0 w 111"/>
                <a:gd name="T17" fmla="*/ 14 h 63"/>
                <a:gd name="T18" fmla="*/ 15 w 111"/>
                <a:gd name="T19" fmla="*/ 3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1" h="63">
                  <a:moveTo>
                    <a:pt x="15" y="34"/>
                  </a:moveTo>
                  <a:cubicBezTo>
                    <a:pt x="22" y="43"/>
                    <a:pt x="40" y="55"/>
                    <a:pt x="47" y="58"/>
                  </a:cubicBezTo>
                  <a:cubicBezTo>
                    <a:pt x="54" y="61"/>
                    <a:pt x="79" y="63"/>
                    <a:pt x="89" y="62"/>
                  </a:cubicBezTo>
                  <a:cubicBezTo>
                    <a:pt x="99" y="61"/>
                    <a:pt x="109" y="50"/>
                    <a:pt x="110" y="43"/>
                  </a:cubicBezTo>
                  <a:cubicBezTo>
                    <a:pt x="111" y="37"/>
                    <a:pt x="95" y="34"/>
                    <a:pt x="89" y="34"/>
                  </a:cubicBezTo>
                  <a:cubicBezTo>
                    <a:pt x="79" y="33"/>
                    <a:pt x="64" y="31"/>
                    <a:pt x="56" y="27"/>
                  </a:cubicBezTo>
                  <a:cubicBezTo>
                    <a:pt x="49" y="24"/>
                    <a:pt x="35" y="17"/>
                    <a:pt x="35" y="17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5" y="34"/>
                    <a:pt x="15" y="34"/>
                    <a:pt x="15" y="34"/>
                  </a:cubicBezTo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58" name="Freeform 50">
              <a:extLst>
                <a:ext uri="{FF2B5EF4-FFF2-40B4-BE49-F238E27FC236}">
                  <a16:creationId xmlns:a16="http://schemas.microsoft.com/office/drawing/2014/main" id="{EEA8CB15-58CA-477D-AA51-7E248774B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3" y="2796"/>
              <a:ext cx="140" cy="80"/>
            </a:xfrm>
            <a:custGeom>
              <a:avLst/>
              <a:gdLst>
                <a:gd name="T0" fmla="*/ 15 w 111"/>
                <a:gd name="T1" fmla="*/ 34 h 63"/>
                <a:gd name="T2" fmla="*/ 47 w 111"/>
                <a:gd name="T3" fmla="*/ 58 h 63"/>
                <a:gd name="T4" fmla="*/ 89 w 111"/>
                <a:gd name="T5" fmla="*/ 62 h 63"/>
                <a:gd name="T6" fmla="*/ 110 w 111"/>
                <a:gd name="T7" fmla="*/ 43 h 63"/>
                <a:gd name="T8" fmla="*/ 89 w 111"/>
                <a:gd name="T9" fmla="*/ 34 h 63"/>
                <a:gd name="T10" fmla="*/ 56 w 111"/>
                <a:gd name="T11" fmla="*/ 27 h 63"/>
                <a:gd name="T12" fmla="*/ 35 w 111"/>
                <a:gd name="T13" fmla="*/ 17 h 63"/>
                <a:gd name="T14" fmla="*/ 21 w 111"/>
                <a:gd name="T15" fmla="*/ 0 h 63"/>
                <a:gd name="T16" fmla="*/ 0 w 111"/>
                <a:gd name="T17" fmla="*/ 14 h 63"/>
                <a:gd name="T18" fmla="*/ 15 w 111"/>
                <a:gd name="T19" fmla="*/ 3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1" h="63">
                  <a:moveTo>
                    <a:pt x="15" y="34"/>
                  </a:moveTo>
                  <a:cubicBezTo>
                    <a:pt x="22" y="43"/>
                    <a:pt x="40" y="55"/>
                    <a:pt x="47" y="58"/>
                  </a:cubicBezTo>
                  <a:cubicBezTo>
                    <a:pt x="54" y="61"/>
                    <a:pt x="79" y="63"/>
                    <a:pt x="89" y="62"/>
                  </a:cubicBezTo>
                  <a:cubicBezTo>
                    <a:pt x="99" y="61"/>
                    <a:pt x="109" y="50"/>
                    <a:pt x="110" y="43"/>
                  </a:cubicBezTo>
                  <a:cubicBezTo>
                    <a:pt x="111" y="37"/>
                    <a:pt x="95" y="34"/>
                    <a:pt x="89" y="34"/>
                  </a:cubicBezTo>
                  <a:cubicBezTo>
                    <a:pt x="79" y="33"/>
                    <a:pt x="64" y="31"/>
                    <a:pt x="56" y="27"/>
                  </a:cubicBezTo>
                  <a:cubicBezTo>
                    <a:pt x="49" y="24"/>
                    <a:pt x="35" y="17"/>
                    <a:pt x="35" y="17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5" y="34"/>
                    <a:pt x="15" y="34"/>
                    <a:pt x="15" y="34"/>
                  </a:cubicBezTo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59" name="Freeform 51">
              <a:extLst>
                <a:ext uri="{FF2B5EF4-FFF2-40B4-BE49-F238E27FC236}">
                  <a16:creationId xmlns:a16="http://schemas.microsoft.com/office/drawing/2014/main" id="{23184882-7B1D-4A15-A766-CE53D9242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2" y="2833"/>
              <a:ext cx="121" cy="44"/>
            </a:xfrm>
            <a:custGeom>
              <a:avLst/>
              <a:gdLst>
                <a:gd name="T0" fmla="*/ 5 w 96"/>
                <a:gd name="T1" fmla="*/ 0 h 35"/>
                <a:gd name="T2" fmla="*/ 43 w 96"/>
                <a:gd name="T3" fmla="*/ 19 h 35"/>
                <a:gd name="T4" fmla="*/ 78 w 96"/>
                <a:gd name="T5" fmla="*/ 23 h 35"/>
                <a:gd name="T6" fmla="*/ 93 w 96"/>
                <a:gd name="T7" fmla="*/ 11 h 35"/>
                <a:gd name="T8" fmla="*/ 94 w 96"/>
                <a:gd name="T9" fmla="*/ 18 h 35"/>
                <a:gd name="T10" fmla="*/ 76 w 96"/>
                <a:gd name="T11" fmla="*/ 33 h 35"/>
                <a:gd name="T12" fmla="*/ 44 w 96"/>
                <a:gd name="T13" fmla="*/ 32 h 35"/>
                <a:gd name="T14" fmla="*/ 23 w 96"/>
                <a:gd name="T15" fmla="*/ 24 h 35"/>
                <a:gd name="T16" fmla="*/ 2 w 96"/>
                <a:gd name="T17" fmla="*/ 6 h 35"/>
                <a:gd name="T18" fmla="*/ 0 w 96"/>
                <a:gd name="T19" fmla="*/ 3 h 35"/>
                <a:gd name="T20" fmla="*/ 5 w 96"/>
                <a:gd name="T2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6" h="35">
                  <a:moveTo>
                    <a:pt x="5" y="0"/>
                  </a:moveTo>
                  <a:cubicBezTo>
                    <a:pt x="17" y="12"/>
                    <a:pt x="37" y="18"/>
                    <a:pt x="43" y="19"/>
                  </a:cubicBezTo>
                  <a:cubicBezTo>
                    <a:pt x="49" y="20"/>
                    <a:pt x="74" y="23"/>
                    <a:pt x="78" y="23"/>
                  </a:cubicBezTo>
                  <a:cubicBezTo>
                    <a:pt x="82" y="23"/>
                    <a:pt x="93" y="15"/>
                    <a:pt x="93" y="11"/>
                  </a:cubicBezTo>
                  <a:cubicBezTo>
                    <a:pt x="93" y="11"/>
                    <a:pt x="96" y="13"/>
                    <a:pt x="94" y="18"/>
                  </a:cubicBezTo>
                  <a:cubicBezTo>
                    <a:pt x="91" y="22"/>
                    <a:pt x="83" y="32"/>
                    <a:pt x="76" y="33"/>
                  </a:cubicBezTo>
                  <a:cubicBezTo>
                    <a:pt x="69" y="34"/>
                    <a:pt x="57" y="35"/>
                    <a:pt x="44" y="32"/>
                  </a:cubicBezTo>
                  <a:cubicBezTo>
                    <a:pt x="32" y="29"/>
                    <a:pt x="28" y="27"/>
                    <a:pt x="23" y="24"/>
                  </a:cubicBezTo>
                  <a:cubicBezTo>
                    <a:pt x="17" y="20"/>
                    <a:pt x="2" y="6"/>
                    <a:pt x="2" y="6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60" name="Line 52">
              <a:extLst>
                <a:ext uri="{FF2B5EF4-FFF2-40B4-BE49-F238E27FC236}">
                  <a16:creationId xmlns:a16="http://schemas.microsoft.com/office/drawing/2014/main" id="{A3443C24-6B8C-485B-B9F4-0C0BA99A57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2" y="2574"/>
              <a:ext cx="133" cy="198"/>
            </a:xfrm>
            <a:prstGeom prst="line">
              <a:avLst/>
            </a:prstGeom>
            <a:noFill/>
            <a:ln w="17463" cap="rnd">
              <a:solidFill>
                <a:srgbClr val="FFA1D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61" name="Freeform 53">
              <a:extLst>
                <a:ext uri="{FF2B5EF4-FFF2-40B4-BE49-F238E27FC236}">
                  <a16:creationId xmlns:a16="http://schemas.microsoft.com/office/drawing/2014/main" id="{E7264068-8912-442C-8FD5-62AE4BD85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8" y="2798"/>
              <a:ext cx="23" cy="40"/>
            </a:xfrm>
            <a:custGeom>
              <a:avLst/>
              <a:gdLst>
                <a:gd name="T0" fmla="*/ 18 w 18"/>
                <a:gd name="T1" fmla="*/ 0 h 31"/>
                <a:gd name="T2" fmla="*/ 12 w 18"/>
                <a:gd name="T3" fmla="*/ 21 h 31"/>
                <a:gd name="T4" fmla="*/ 0 w 18"/>
                <a:gd name="T5" fmla="*/ 10 h 31"/>
                <a:gd name="T6" fmla="*/ 18 w 18"/>
                <a:gd name="T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1">
                  <a:moveTo>
                    <a:pt x="18" y="0"/>
                  </a:moveTo>
                  <a:cubicBezTo>
                    <a:pt x="14" y="3"/>
                    <a:pt x="7" y="12"/>
                    <a:pt x="12" y="21"/>
                  </a:cubicBezTo>
                  <a:cubicBezTo>
                    <a:pt x="17" y="31"/>
                    <a:pt x="0" y="10"/>
                    <a:pt x="0" y="10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62" name="Freeform 54">
              <a:extLst>
                <a:ext uri="{FF2B5EF4-FFF2-40B4-BE49-F238E27FC236}">
                  <a16:creationId xmlns:a16="http://schemas.microsoft.com/office/drawing/2014/main" id="{49A7BCBE-4354-4C9E-9488-A6AC672821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4" y="2759"/>
              <a:ext cx="30" cy="25"/>
            </a:xfrm>
            <a:custGeom>
              <a:avLst/>
              <a:gdLst>
                <a:gd name="T0" fmla="*/ 24 w 24"/>
                <a:gd name="T1" fmla="*/ 9 h 20"/>
                <a:gd name="T2" fmla="*/ 0 w 24"/>
                <a:gd name="T3" fmla="*/ 20 h 20"/>
                <a:gd name="T4" fmla="*/ 3 w 24"/>
                <a:gd name="T5" fmla="*/ 0 h 20"/>
                <a:gd name="T6" fmla="*/ 24 w 24"/>
                <a:gd name="T7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0">
                  <a:moveTo>
                    <a:pt x="24" y="9"/>
                  </a:moveTo>
                  <a:cubicBezTo>
                    <a:pt x="24" y="9"/>
                    <a:pt x="2" y="8"/>
                    <a:pt x="0" y="20"/>
                  </a:cubicBezTo>
                  <a:cubicBezTo>
                    <a:pt x="3" y="0"/>
                    <a:pt x="3" y="0"/>
                    <a:pt x="3" y="0"/>
                  </a:cubicBezTo>
                  <a:lnTo>
                    <a:pt x="24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63" name="Freeform 55">
              <a:extLst>
                <a:ext uri="{FF2B5EF4-FFF2-40B4-BE49-F238E27FC236}">
                  <a16:creationId xmlns:a16="http://schemas.microsoft.com/office/drawing/2014/main" id="{0E57C1E4-0482-432B-B3D9-A84894CEDB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1" y="2245"/>
              <a:ext cx="76" cy="53"/>
            </a:xfrm>
            <a:custGeom>
              <a:avLst/>
              <a:gdLst>
                <a:gd name="T0" fmla="*/ 59 w 60"/>
                <a:gd name="T1" fmla="*/ 42 h 42"/>
                <a:gd name="T2" fmla="*/ 0 w 60"/>
                <a:gd name="T3" fmla="*/ 9 h 42"/>
                <a:gd name="T4" fmla="*/ 41 w 60"/>
                <a:gd name="T5" fmla="*/ 4 h 42"/>
                <a:gd name="T6" fmla="*/ 55 w 60"/>
                <a:gd name="T7" fmla="*/ 10 h 42"/>
                <a:gd name="T8" fmla="*/ 54 w 60"/>
                <a:gd name="T9" fmla="*/ 30 h 42"/>
                <a:gd name="T10" fmla="*/ 59 w 60"/>
                <a:gd name="T1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42">
                  <a:moveTo>
                    <a:pt x="59" y="42"/>
                  </a:moveTo>
                  <a:cubicBezTo>
                    <a:pt x="47" y="27"/>
                    <a:pt x="0" y="9"/>
                    <a:pt x="0" y="9"/>
                  </a:cubicBezTo>
                  <a:cubicBezTo>
                    <a:pt x="0" y="9"/>
                    <a:pt x="22" y="0"/>
                    <a:pt x="41" y="4"/>
                  </a:cubicBezTo>
                  <a:cubicBezTo>
                    <a:pt x="60" y="7"/>
                    <a:pt x="55" y="10"/>
                    <a:pt x="55" y="10"/>
                  </a:cubicBezTo>
                  <a:cubicBezTo>
                    <a:pt x="55" y="10"/>
                    <a:pt x="53" y="23"/>
                    <a:pt x="54" y="30"/>
                  </a:cubicBezTo>
                  <a:cubicBezTo>
                    <a:pt x="56" y="36"/>
                    <a:pt x="59" y="42"/>
                    <a:pt x="59" y="4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64" name="Freeform 56">
              <a:extLst>
                <a:ext uri="{FF2B5EF4-FFF2-40B4-BE49-F238E27FC236}">
                  <a16:creationId xmlns:a16="http://schemas.microsoft.com/office/drawing/2014/main" id="{A8B1CF0D-ED1D-4AE3-BE9F-BC52F4FEB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" y="2322"/>
              <a:ext cx="56" cy="36"/>
            </a:xfrm>
            <a:custGeom>
              <a:avLst/>
              <a:gdLst>
                <a:gd name="T0" fmla="*/ 40 w 44"/>
                <a:gd name="T1" fmla="*/ 21 h 28"/>
                <a:gd name="T2" fmla="*/ 8 w 44"/>
                <a:gd name="T3" fmla="*/ 21 h 28"/>
                <a:gd name="T4" fmla="*/ 20 w 44"/>
                <a:gd name="T5" fmla="*/ 0 h 28"/>
                <a:gd name="T6" fmla="*/ 30 w 44"/>
                <a:gd name="T7" fmla="*/ 0 h 28"/>
                <a:gd name="T8" fmla="*/ 38 w 44"/>
                <a:gd name="T9" fmla="*/ 8 h 28"/>
                <a:gd name="T10" fmla="*/ 44 w 44"/>
                <a:gd name="T11" fmla="*/ 21 h 28"/>
                <a:gd name="T12" fmla="*/ 40 w 44"/>
                <a:gd name="T1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28">
                  <a:moveTo>
                    <a:pt x="40" y="21"/>
                  </a:moveTo>
                  <a:cubicBezTo>
                    <a:pt x="32" y="10"/>
                    <a:pt x="15" y="13"/>
                    <a:pt x="8" y="21"/>
                  </a:cubicBezTo>
                  <a:cubicBezTo>
                    <a:pt x="0" y="28"/>
                    <a:pt x="20" y="0"/>
                    <a:pt x="2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4" y="21"/>
                    <a:pt x="44" y="21"/>
                    <a:pt x="44" y="21"/>
                  </a:cubicBezTo>
                  <a:lnTo>
                    <a:pt x="40" y="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65" name="Freeform 57">
              <a:extLst>
                <a:ext uri="{FF2B5EF4-FFF2-40B4-BE49-F238E27FC236}">
                  <a16:creationId xmlns:a16="http://schemas.microsoft.com/office/drawing/2014/main" id="{2B5EE8B3-0EE3-43EC-BB09-0AE3FE2E5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9" y="2807"/>
              <a:ext cx="31" cy="33"/>
            </a:xfrm>
            <a:custGeom>
              <a:avLst/>
              <a:gdLst>
                <a:gd name="T0" fmla="*/ 25 w 25"/>
                <a:gd name="T1" fmla="*/ 5 h 26"/>
                <a:gd name="T2" fmla="*/ 14 w 25"/>
                <a:gd name="T3" fmla="*/ 26 h 26"/>
                <a:gd name="T4" fmla="*/ 0 w 25"/>
                <a:gd name="T5" fmla="*/ 8 h 26"/>
                <a:gd name="T6" fmla="*/ 25 w 25"/>
                <a:gd name="T7" fmla="*/ 0 h 26"/>
                <a:gd name="T8" fmla="*/ 25 w 25"/>
                <a:gd name="T9" fmla="*/ 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6">
                  <a:moveTo>
                    <a:pt x="25" y="5"/>
                  </a:moveTo>
                  <a:cubicBezTo>
                    <a:pt x="16" y="8"/>
                    <a:pt x="11" y="22"/>
                    <a:pt x="14" y="2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5" y="0"/>
                    <a:pt x="25" y="0"/>
                    <a:pt x="25" y="0"/>
                  </a:cubicBezTo>
                  <a:lnTo>
                    <a:pt x="25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66" name="Freeform 58">
              <a:extLst>
                <a:ext uri="{FF2B5EF4-FFF2-40B4-BE49-F238E27FC236}">
                  <a16:creationId xmlns:a16="http://schemas.microsoft.com/office/drawing/2014/main" id="{67AF8E59-52B1-45D3-AADF-5D721EABB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8" y="2101"/>
              <a:ext cx="139" cy="122"/>
            </a:xfrm>
            <a:custGeom>
              <a:avLst/>
              <a:gdLst>
                <a:gd name="T0" fmla="*/ 15 w 110"/>
                <a:gd name="T1" fmla="*/ 65 h 97"/>
                <a:gd name="T2" fmla="*/ 37 w 110"/>
                <a:gd name="T3" fmla="*/ 56 h 97"/>
                <a:gd name="T4" fmla="*/ 79 w 110"/>
                <a:gd name="T5" fmla="*/ 29 h 97"/>
                <a:gd name="T6" fmla="*/ 99 w 110"/>
                <a:gd name="T7" fmla="*/ 38 h 97"/>
                <a:gd name="T8" fmla="*/ 110 w 110"/>
                <a:gd name="T9" fmla="*/ 41 h 97"/>
                <a:gd name="T10" fmla="*/ 92 w 110"/>
                <a:gd name="T11" fmla="*/ 23 h 97"/>
                <a:gd name="T12" fmla="*/ 89 w 110"/>
                <a:gd name="T13" fmla="*/ 15 h 97"/>
                <a:gd name="T14" fmla="*/ 79 w 110"/>
                <a:gd name="T15" fmla="*/ 1 h 97"/>
                <a:gd name="T16" fmla="*/ 68 w 110"/>
                <a:gd name="T17" fmla="*/ 4 h 97"/>
                <a:gd name="T18" fmla="*/ 55 w 110"/>
                <a:gd name="T19" fmla="*/ 22 h 97"/>
                <a:gd name="T20" fmla="*/ 31 w 110"/>
                <a:gd name="T21" fmla="*/ 55 h 97"/>
                <a:gd name="T22" fmla="*/ 4 w 110"/>
                <a:gd name="T23" fmla="*/ 61 h 97"/>
                <a:gd name="T24" fmla="*/ 20 w 110"/>
                <a:gd name="T25" fmla="*/ 97 h 97"/>
                <a:gd name="T26" fmla="*/ 20 w 110"/>
                <a:gd name="T27" fmla="*/ 97 h 97"/>
                <a:gd name="T28" fmla="*/ 23 w 110"/>
                <a:gd name="T29" fmla="*/ 88 h 97"/>
                <a:gd name="T30" fmla="*/ 15 w 110"/>
                <a:gd name="T31" fmla="*/ 6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0" h="97">
                  <a:moveTo>
                    <a:pt x="15" y="65"/>
                  </a:moveTo>
                  <a:cubicBezTo>
                    <a:pt x="27" y="62"/>
                    <a:pt x="32" y="68"/>
                    <a:pt x="37" y="56"/>
                  </a:cubicBezTo>
                  <a:cubicBezTo>
                    <a:pt x="46" y="38"/>
                    <a:pt x="79" y="29"/>
                    <a:pt x="79" y="29"/>
                  </a:cubicBezTo>
                  <a:cubicBezTo>
                    <a:pt x="91" y="29"/>
                    <a:pt x="100" y="61"/>
                    <a:pt x="99" y="38"/>
                  </a:cubicBezTo>
                  <a:cubicBezTo>
                    <a:pt x="99" y="38"/>
                    <a:pt x="102" y="37"/>
                    <a:pt x="110" y="41"/>
                  </a:cubicBezTo>
                  <a:cubicBezTo>
                    <a:pt x="108" y="34"/>
                    <a:pt x="94" y="27"/>
                    <a:pt x="92" y="23"/>
                  </a:cubicBezTo>
                  <a:cubicBezTo>
                    <a:pt x="91" y="20"/>
                    <a:pt x="90" y="18"/>
                    <a:pt x="89" y="15"/>
                  </a:cubicBezTo>
                  <a:cubicBezTo>
                    <a:pt x="87" y="11"/>
                    <a:pt x="84" y="5"/>
                    <a:pt x="79" y="1"/>
                  </a:cubicBezTo>
                  <a:cubicBezTo>
                    <a:pt x="76" y="0"/>
                    <a:pt x="72" y="1"/>
                    <a:pt x="68" y="4"/>
                  </a:cubicBezTo>
                  <a:cubicBezTo>
                    <a:pt x="61" y="11"/>
                    <a:pt x="75" y="25"/>
                    <a:pt x="55" y="22"/>
                  </a:cubicBezTo>
                  <a:cubicBezTo>
                    <a:pt x="35" y="19"/>
                    <a:pt x="28" y="35"/>
                    <a:pt x="31" y="55"/>
                  </a:cubicBezTo>
                  <a:cubicBezTo>
                    <a:pt x="33" y="75"/>
                    <a:pt x="8" y="47"/>
                    <a:pt x="4" y="61"/>
                  </a:cubicBezTo>
                  <a:cubicBezTo>
                    <a:pt x="0" y="75"/>
                    <a:pt x="23" y="88"/>
                    <a:pt x="20" y="97"/>
                  </a:cubicBezTo>
                  <a:cubicBezTo>
                    <a:pt x="20" y="97"/>
                    <a:pt x="20" y="97"/>
                    <a:pt x="20" y="97"/>
                  </a:cubicBezTo>
                  <a:cubicBezTo>
                    <a:pt x="23" y="88"/>
                    <a:pt x="23" y="88"/>
                    <a:pt x="23" y="88"/>
                  </a:cubicBezTo>
                  <a:cubicBezTo>
                    <a:pt x="23" y="88"/>
                    <a:pt x="4" y="69"/>
                    <a:pt x="15" y="65"/>
                  </a:cubicBezTo>
                  <a:close/>
                </a:path>
              </a:pathLst>
            </a:custGeom>
            <a:solidFill>
              <a:srgbClr val="085E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67" name="Freeform 59">
              <a:extLst>
                <a:ext uri="{FF2B5EF4-FFF2-40B4-BE49-F238E27FC236}">
                  <a16:creationId xmlns:a16="http://schemas.microsoft.com/office/drawing/2014/main" id="{890F45D9-A3F7-4669-987C-117D2B432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4" y="2141"/>
              <a:ext cx="141" cy="85"/>
            </a:xfrm>
            <a:custGeom>
              <a:avLst/>
              <a:gdLst>
                <a:gd name="T0" fmla="*/ 4 w 112"/>
                <a:gd name="T1" fmla="*/ 36 h 67"/>
                <a:gd name="T2" fmla="*/ 35 w 112"/>
                <a:gd name="T3" fmla="*/ 14 h 67"/>
                <a:gd name="T4" fmla="*/ 107 w 112"/>
                <a:gd name="T5" fmla="*/ 16 h 67"/>
                <a:gd name="T6" fmla="*/ 106 w 112"/>
                <a:gd name="T7" fmla="*/ 57 h 67"/>
                <a:gd name="T8" fmla="*/ 87 w 112"/>
                <a:gd name="T9" fmla="*/ 62 h 67"/>
                <a:gd name="T10" fmla="*/ 73 w 112"/>
                <a:gd name="T11" fmla="*/ 60 h 67"/>
                <a:gd name="T12" fmla="*/ 58 w 112"/>
                <a:gd name="T13" fmla="*/ 64 h 67"/>
                <a:gd name="T14" fmla="*/ 8 w 112"/>
                <a:gd name="T15" fmla="*/ 62 h 67"/>
                <a:gd name="T16" fmla="*/ 4 w 112"/>
                <a:gd name="T17" fmla="*/ 36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2" h="67">
                  <a:moveTo>
                    <a:pt x="4" y="36"/>
                  </a:moveTo>
                  <a:cubicBezTo>
                    <a:pt x="9" y="24"/>
                    <a:pt x="24" y="15"/>
                    <a:pt x="35" y="14"/>
                  </a:cubicBezTo>
                  <a:cubicBezTo>
                    <a:pt x="46" y="12"/>
                    <a:pt x="103" y="0"/>
                    <a:pt x="107" y="16"/>
                  </a:cubicBezTo>
                  <a:cubicBezTo>
                    <a:pt x="112" y="32"/>
                    <a:pt x="111" y="55"/>
                    <a:pt x="106" y="57"/>
                  </a:cubicBezTo>
                  <a:cubicBezTo>
                    <a:pt x="102" y="60"/>
                    <a:pt x="93" y="62"/>
                    <a:pt x="87" y="62"/>
                  </a:cubicBezTo>
                  <a:cubicBezTo>
                    <a:pt x="82" y="62"/>
                    <a:pt x="78" y="60"/>
                    <a:pt x="73" y="60"/>
                  </a:cubicBezTo>
                  <a:cubicBezTo>
                    <a:pt x="68" y="61"/>
                    <a:pt x="65" y="63"/>
                    <a:pt x="58" y="64"/>
                  </a:cubicBezTo>
                  <a:cubicBezTo>
                    <a:pt x="52" y="66"/>
                    <a:pt x="16" y="67"/>
                    <a:pt x="8" y="62"/>
                  </a:cubicBezTo>
                  <a:cubicBezTo>
                    <a:pt x="0" y="56"/>
                    <a:pt x="4" y="36"/>
                    <a:pt x="4" y="3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68" name="Freeform 60">
              <a:extLst>
                <a:ext uri="{FF2B5EF4-FFF2-40B4-BE49-F238E27FC236}">
                  <a16:creationId xmlns:a16="http://schemas.microsoft.com/office/drawing/2014/main" id="{EB884B09-C9DA-4DF8-8C8E-7D6F00B13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" y="2141"/>
              <a:ext cx="111" cy="72"/>
            </a:xfrm>
            <a:custGeom>
              <a:avLst/>
              <a:gdLst>
                <a:gd name="T0" fmla="*/ 0 w 88"/>
                <a:gd name="T1" fmla="*/ 36 h 57"/>
                <a:gd name="T2" fmla="*/ 10 w 88"/>
                <a:gd name="T3" fmla="*/ 12 h 57"/>
                <a:gd name="T4" fmla="*/ 83 w 88"/>
                <a:gd name="T5" fmla="*/ 16 h 57"/>
                <a:gd name="T6" fmla="*/ 82 w 88"/>
                <a:gd name="T7" fmla="*/ 50 h 57"/>
                <a:gd name="T8" fmla="*/ 62 w 88"/>
                <a:gd name="T9" fmla="*/ 52 h 57"/>
                <a:gd name="T10" fmla="*/ 33 w 88"/>
                <a:gd name="T11" fmla="*/ 55 h 57"/>
                <a:gd name="T12" fmla="*/ 6 w 88"/>
                <a:gd name="T13" fmla="*/ 50 h 57"/>
                <a:gd name="T14" fmla="*/ 0 w 88"/>
                <a:gd name="T15" fmla="*/ 3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" h="57">
                  <a:moveTo>
                    <a:pt x="0" y="36"/>
                  </a:moveTo>
                  <a:cubicBezTo>
                    <a:pt x="0" y="24"/>
                    <a:pt x="0" y="15"/>
                    <a:pt x="10" y="12"/>
                  </a:cubicBezTo>
                  <a:cubicBezTo>
                    <a:pt x="19" y="10"/>
                    <a:pt x="79" y="0"/>
                    <a:pt x="83" y="16"/>
                  </a:cubicBezTo>
                  <a:cubicBezTo>
                    <a:pt x="88" y="32"/>
                    <a:pt x="86" y="48"/>
                    <a:pt x="82" y="50"/>
                  </a:cubicBezTo>
                  <a:cubicBezTo>
                    <a:pt x="78" y="53"/>
                    <a:pt x="68" y="53"/>
                    <a:pt x="62" y="52"/>
                  </a:cubicBezTo>
                  <a:cubicBezTo>
                    <a:pt x="57" y="52"/>
                    <a:pt x="41" y="54"/>
                    <a:pt x="33" y="55"/>
                  </a:cubicBezTo>
                  <a:cubicBezTo>
                    <a:pt x="26" y="56"/>
                    <a:pt x="14" y="57"/>
                    <a:pt x="6" y="50"/>
                  </a:cubicBezTo>
                  <a:cubicBezTo>
                    <a:pt x="0" y="45"/>
                    <a:pt x="0" y="36"/>
                    <a:pt x="0" y="36"/>
                  </a:cubicBezTo>
                  <a:close/>
                </a:path>
              </a:pathLst>
            </a:custGeom>
            <a:noFill/>
            <a:ln w="7938" cap="rnd">
              <a:solidFill>
                <a:srgbClr val="58C1E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69" name="Freeform 61">
              <a:extLst>
                <a:ext uri="{FF2B5EF4-FFF2-40B4-BE49-F238E27FC236}">
                  <a16:creationId xmlns:a16="http://schemas.microsoft.com/office/drawing/2014/main" id="{D8A33879-1723-4211-9405-43101DEFE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0" y="2374"/>
              <a:ext cx="324" cy="433"/>
            </a:xfrm>
            <a:custGeom>
              <a:avLst/>
              <a:gdLst>
                <a:gd name="T0" fmla="*/ 36 w 256"/>
                <a:gd name="T1" fmla="*/ 10 h 342"/>
                <a:gd name="T2" fmla="*/ 125 w 256"/>
                <a:gd name="T3" fmla="*/ 1 h 342"/>
                <a:gd name="T4" fmla="*/ 135 w 256"/>
                <a:gd name="T5" fmla="*/ 20 h 342"/>
                <a:gd name="T6" fmla="*/ 135 w 256"/>
                <a:gd name="T7" fmla="*/ 96 h 342"/>
                <a:gd name="T8" fmla="*/ 149 w 256"/>
                <a:gd name="T9" fmla="*/ 115 h 342"/>
                <a:gd name="T10" fmla="*/ 241 w 256"/>
                <a:gd name="T11" fmla="*/ 133 h 342"/>
                <a:gd name="T12" fmla="*/ 256 w 256"/>
                <a:gd name="T13" fmla="*/ 155 h 342"/>
                <a:gd name="T14" fmla="*/ 256 w 256"/>
                <a:gd name="T15" fmla="*/ 324 h 342"/>
                <a:gd name="T16" fmla="*/ 239 w 256"/>
                <a:gd name="T17" fmla="*/ 338 h 342"/>
                <a:gd name="T18" fmla="*/ 10 w 256"/>
                <a:gd name="T19" fmla="*/ 292 h 342"/>
                <a:gd name="T20" fmla="*/ 0 w 256"/>
                <a:gd name="T21" fmla="*/ 267 h 342"/>
                <a:gd name="T22" fmla="*/ 0 w 256"/>
                <a:gd name="T23" fmla="*/ 33 h 342"/>
                <a:gd name="T24" fmla="*/ 36 w 256"/>
                <a:gd name="T25" fmla="*/ 1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342">
                  <a:moveTo>
                    <a:pt x="36" y="10"/>
                  </a:moveTo>
                  <a:cubicBezTo>
                    <a:pt x="53" y="11"/>
                    <a:pt x="114" y="0"/>
                    <a:pt x="125" y="1"/>
                  </a:cubicBezTo>
                  <a:cubicBezTo>
                    <a:pt x="135" y="2"/>
                    <a:pt x="135" y="11"/>
                    <a:pt x="135" y="20"/>
                  </a:cubicBezTo>
                  <a:cubicBezTo>
                    <a:pt x="135" y="30"/>
                    <a:pt x="135" y="86"/>
                    <a:pt x="135" y="96"/>
                  </a:cubicBezTo>
                  <a:cubicBezTo>
                    <a:pt x="135" y="105"/>
                    <a:pt x="139" y="113"/>
                    <a:pt x="149" y="115"/>
                  </a:cubicBezTo>
                  <a:cubicBezTo>
                    <a:pt x="160" y="117"/>
                    <a:pt x="232" y="131"/>
                    <a:pt x="241" y="133"/>
                  </a:cubicBezTo>
                  <a:cubicBezTo>
                    <a:pt x="251" y="135"/>
                    <a:pt x="256" y="141"/>
                    <a:pt x="256" y="155"/>
                  </a:cubicBezTo>
                  <a:cubicBezTo>
                    <a:pt x="256" y="168"/>
                    <a:pt x="256" y="315"/>
                    <a:pt x="256" y="324"/>
                  </a:cubicBezTo>
                  <a:cubicBezTo>
                    <a:pt x="256" y="334"/>
                    <a:pt x="252" y="342"/>
                    <a:pt x="239" y="338"/>
                  </a:cubicBezTo>
                  <a:cubicBezTo>
                    <a:pt x="227" y="335"/>
                    <a:pt x="16" y="293"/>
                    <a:pt x="10" y="292"/>
                  </a:cubicBezTo>
                  <a:cubicBezTo>
                    <a:pt x="5" y="291"/>
                    <a:pt x="0" y="280"/>
                    <a:pt x="0" y="267"/>
                  </a:cubicBezTo>
                  <a:cubicBezTo>
                    <a:pt x="0" y="254"/>
                    <a:pt x="0" y="44"/>
                    <a:pt x="0" y="33"/>
                  </a:cubicBezTo>
                  <a:cubicBezTo>
                    <a:pt x="0" y="21"/>
                    <a:pt x="29" y="10"/>
                    <a:pt x="36" y="1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0" name="Freeform 62">
              <a:extLst>
                <a:ext uri="{FF2B5EF4-FFF2-40B4-BE49-F238E27FC236}">
                  <a16:creationId xmlns:a16="http://schemas.microsoft.com/office/drawing/2014/main" id="{96BB8FC6-B162-4C51-B997-B1E855BFF9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8" y="2525"/>
              <a:ext cx="102" cy="296"/>
            </a:xfrm>
            <a:custGeom>
              <a:avLst/>
              <a:gdLst>
                <a:gd name="T0" fmla="*/ 40 w 81"/>
                <a:gd name="T1" fmla="*/ 17 h 234"/>
                <a:gd name="T2" fmla="*/ 0 w 81"/>
                <a:gd name="T3" fmla="*/ 234 h 234"/>
                <a:gd name="T4" fmla="*/ 48 w 81"/>
                <a:gd name="T5" fmla="*/ 225 h 234"/>
                <a:gd name="T6" fmla="*/ 81 w 81"/>
                <a:gd name="T7" fmla="*/ 0 h 234"/>
                <a:gd name="T8" fmla="*/ 40 w 81"/>
                <a:gd name="T9" fmla="*/ 17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234">
                  <a:moveTo>
                    <a:pt x="40" y="17"/>
                  </a:moveTo>
                  <a:cubicBezTo>
                    <a:pt x="25" y="56"/>
                    <a:pt x="2" y="209"/>
                    <a:pt x="0" y="234"/>
                  </a:cubicBezTo>
                  <a:cubicBezTo>
                    <a:pt x="48" y="225"/>
                    <a:pt x="48" y="225"/>
                    <a:pt x="48" y="225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40" y="17"/>
                    <a:pt x="40" y="17"/>
                    <a:pt x="40" y="17"/>
                  </a:cubicBezTo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1" name="Freeform 63">
              <a:extLst>
                <a:ext uri="{FF2B5EF4-FFF2-40B4-BE49-F238E27FC236}">
                  <a16:creationId xmlns:a16="http://schemas.microsoft.com/office/drawing/2014/main" id="{48ADFC34-A881-4758-BE71-DC29822F2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" y="2375"/>
              <a:ext cx="325" cy="464"/>
            </a:xfrm>
            <a:custGeom>
              <a:avLst/>
              <a:gdLst>
                <a:gd name="T0" fmla="*/ 15 w 257"/>
                <a:gd name="T1" fmla="*/ 1 h 366"/>
                <a:gd name="T2" fmla="*/ 125 w 257"/>
                <a:gd name="T3" fmla="*/ 9 h 366"/>
                <a:gd name="T4" fmla="*/ 135 w 257"/>
                <a:gd name="T5" fmla="*/ 28 h 366"/>
                <a:gd name="T6" fmla="*/ 135 w 257"/>
                <a:gd name="T7" fmla="*/ 104 h 366"/>
                <a:gd name="T8" fmla="*/ 150 w 257"/>
                <a:gd name="T9" fmla="*/ 123 h 366"/>
                <a:gd name="T10" fmla="*/ 241 w 257"/>
                <a:gd name="T11" fmla="*/ 141 h 366"/>
                <a:gd name="T12" fmla="*/ 257 w 257"/>
                <a:gd name="T13" fmla="*/ 162 h 366"/>
                <a:gd name="T14" fmla="*/ 257 w 257"/>
                <a:gd name="T15" fmla="*/ 348 h 366"/>
                <a:gd name="T16" fmla="*/ 240 w 257"/>
                <a:gd name="T17" fmla="*/ 362 h 366"/>
                <a:gd name="T18" fmla="*/ 11 w 257"/>
                <a:gd name="T19" fmla="*/ 300 h 366"/>
                <a:gd name="T20" fmla="*/ 0 w 257"/>
                <a:gd name="T21" fmla="*/ 275 h 366"/>
                <a:gd name="T22" fmla="*/ 0 w 257"/>
                <a:gd name="T23" fmla="*/ 17 h 366"/>
                <a:gd name="T24" fmla="*/ 15 w 257"/>
                <a:gd name="T25" fmla="*/ 1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7" h="366">
                  <a:moveTo>
                    <a:pt x="15" y="1"/>
                  </a:moveTo>
                  <a:cubicBezTo>
                    <a:pt x="32" y="2"/>
                    <a:pt x="115" y="8"/>
                    <a:pt x="125" y="9"/>
                  </a:cubicBezTo>
                  <a:cubicBezTo>
                    <a:pt x="135" y="10"/>
                    <a:pt x="135" y="19"/>
                    <a:pt x="135" y="28"/>
                  </a:cubicBezTo>
                  <a:cubicBezTo>
                    <a:pt x="135" y="37"/>
                    <a:pt x="135" y="94"/>
                    <a:pt x="135" y="104"/>
                  </a:cubicBezTo>
                  <a:cubicBezTo>
                    <a:pt x="135" y="113"/>
                    <a:pt x="139" y="121"/>
                    <a:pt x="150" y="123"/>
                  </a:cubicBezTo>
                  <a:cubicBezTo>
                    <a:pt x="160" y="125"/>
                    <a:pt x="232" y="139"/>
                    <a:pt x="241" y="141"/>
                  </a:cubicBezTo>
                  <a:cubicBezTo>
                    <a:pt x="251" y="143"/>
                    <a:pt x="257" y="149"/>
                    <a:pt x="257" y="162"/>
                  </a:cubicBezTo>
                  <a:cubicBezTo>
                    <a:pt x="257" y="176"/>
                    <a:pt x="257" y="338"/>
                    <a:pt x="257" y="348"/>
                  </a:cubicBezTo>
                  <a:cubicBezTo>
                    <a:pt x="257" y="357"/>
                    <a:pt x="252" y="366"/>
                    <a:pt x="240" y="362"/>
                  </a:cubicBezTo>
                  <a:cubicBezTo>
                    <a:pt x="227" y="358"/>
                    <a:pt x="16" y="301"/>
                    <a:pt x="11" y="300"/>
                  </a:cubicBezTo>
                  <a:cubicBezTo>
                    <a:pt x="5" y="299"/>
                    <a:pt x="0" y="288"/>
                    <a:pt x="0" y="275"/>
                  </a:cubicBezTo>
                  <a:cubicBezTo>
                    <a:pt x="0" y="262"/>
                    <a:pt x="0" y="28"/>
                    <a:pt x="0" y="17"/>
                  </a:cubicBezTo>
                  <a:cubicBezTo>
                    <a:pt x="0" y="5"/>
                    <a:pt x="8" y="0"/>
                    <a:pt x="1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2" name="Freeform 64">
              <a:extLst>
                <a:ext uri="{FF2B5EF4-FFF2-40B4-BE49-F238E27FC236}">
                  <a16:creationId xmlns:a16="http://schemas.microsoft.com/office/drawing/2014/main" id="{D87524EF-F7BF-4EAC-8161-A6D2BA2C7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" y="2256"/>
              <a:ext cx="244" cy="292"/>
            </a:xfrm>
            <a:custGeom>
              <a:avLst/>
              <a:gdLst>
                <a:gd name="T0" fmla="*/ 0 w 193"/>
                <a:gd name="T1" fmla="*/ 89 h 230"/>
                <a:gd name="T2" fmla="*/ 146 w 193"/>
                <a:gd name="T3" fmla="*/ 10 h 230"/>
                <a:gd name="T4" fmla="*/ 180 w 193"/>
                <a:gd name="T5" fmla="*/ 51 h 230"/>
                <a:gd name="T6" fmla="*/ 144 w 193"/>
                <a:gd name="T7" fmla="*/ 149 h 230"/>
                <a:gd name="T8" fmla="*/ 193 w 193"/>
                <a:gd name="T9" fmla="*/ 184 h 230"/>
                <a:gd name="T10" fmla="*/ 89 w 193"/>
                <a:gd name="T11" fmla="*/ 230 h 230"/>
                <a:gd name="T12" fmla="*/ 0 w 193"/>
                <a:gd name="T13" fmla="*/ 89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3" h="230">
                  <a:moveTo>
                    <a:pt x="0" y="89"/>
                  </a:moveTo>
                  <a:cubicBezTo>
                    <a:pt x="39" y="61"/>
                    <a:pt x="123" y="20"/>
                    <a:pt x="146" y="10"/>
                  </a:cubicBezTo>
                  <a:cubicBezTo>
                    <a:pt x="169" y="0"/>
                    <a:pt x="190" y="41"/>
                    <a:pt x="180" y="51"/>
                  </a:cubicBezTo>
                  <a:cubicBezTo>
                    <a:pt x="171" y="60"/>
                    <a:pt x="140" y="97"/>
                    <a:pt x="144" y="149"/>
                  </a:cubicBezTo>
                  <a:cubicBezTo>
                    <a:pt x="193" y="184"/>
                    <a:pt x="193" y="184"/>
                    <a:pt x="193" y="184"/>
                  </a:cubicBezTo>
                  <a:cubicBezTo>
                    <a:pt x="89" y="230"/>
                    <a:pt x="89" y="230"/>
                    <a:pt x="89" y="230"/>
                  </a:cubicBezTo>
                  <a:cubicBezTo>
                    <a:pt x="89" y="230"/>
                    <a:pt x="0" y="218"/>
                    <a:pt x="0" y="89"/>
                  </a:cubicBezTo>
                  <a:close/>
                </a:path>
              </a:pathLst>
            </a:custGeom>
            <a:solidFill>
              <a:srgbClr val="FF7900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3" name="Freeform 65">
              <a:extLst>
                <a:ext uri="{FF2B5EF4-FFF2-40B4-BE49-F238E27FC236}">
                  <a16:creationId xmlns:a16="http://schemas.microsoft.com/office/drawing/2014/main" id="{F3AFF910-A831-4052-823F-F069A0C99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1" y="2174"/>
              <a:ext cx="134" cy="203"/>
            </a:xfrm>
            <a:custGeom>
              <a:avLst/>
              <a:gdLst>
                <a:gd name="T0" fmla="*/ 88 w 106"/>
                <a:gd name="T1" fmla="*/ 109 h 160"/>
                <a:gd name="T2" fmla="*/ 106 w 106"/>
                <a:gd name="T3" fmla="*/ 160 h 160"/>
                <a:gd name="T4" fmla="*/ 53 w 106"/>
                <a:gd name="T5" fmla="*/ 132 h 160"/>
                <a:gd name="T6" fmla="*/ 38 w 106"/>
                <a:gd name="T7" fmla="*/ 111 h 160"/>
                <a:gd name="T8" fmla="*/ 19 w 106"/>
                <a:gd name="T9" fmla="*/ 98 h 160"/>
                <a:gd name="T10" fmla="*/ 0 w 106"/>
                <a:gd name="T11" fmla="*/ 58 h 160"/>
                <a:gd name="T12" fmla="*/ 11 w 106"/>
                <a:gd name="T13" fmla="*/ 45 h 160"/>
                <a:gd name="T14" fmla="*/ 45 w 106"/>
                <a:gd name="T15" fmla="*/ 4 h 160"/>
                <a:gd name="T16" fmla="*/ 91 w 106"/>
                <a:gd name="T17" fmla="*/ 34 h 160"/>
                <a:gd name="T18" fmla="*/ 100 w 106"/>
                <a:gd name="T19" fmla="*/ 86 h 160"/>
                <a:gd name="T20" fmla="*/ 81 w 106"/>
                <a:gd name="T21" fmla="*/ 107 h 160"/>
                <a:gd name="T22" fmla="*/ 52 w 106"/>
                <a:gd name="T23" fmla="*/ 10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" h="160">
                  <a:moveTo>
                    <a:pt x="88" y="109"/>
                  </a:moveTo>
                  <a:cubicBezTo>
                    <a:pt x="106" y="160"/>
                    <a:pt x="106" y="160"/>
                    <a:pt x="106" y="160"/>
                  </a:cubicBezTo>
                  <a:cubicBezTo>
                    <a:pt x="106" y="160"/>
                    <a:pt x="69" y="152"/>
                    <a:pt x="53" y="132"/>
                  </a:cubicBezTo>
                  <a:cubicBezTo>
                    <a:pt x="47" y="125"/>
                    <a:pt x="42" y="118"/>
                    <a:pt x="38" y="111"/>
                  </a:cubicBezTo>
                  <a:cubicBezTo>
                    <a:pt x="34" y="104"/>
                    <a:pt x="34" y="106"/>
                    <a:pt x="19" y="98"/>
                  </a:cubicBezTo>
                  <a:cubicBezTo>
                    <a:pt x="4" y="90"/>
                    <a:pt x="0" y="58"/>
                    <a:pt x="0" y="58"/>
                  </a:cubicBezTo>
                  <a:cubicBezTo>
                    <a:pt x="0" y="58"/>
                    <a:pt x="13" y="60"/>
                    <a:pt x="11" y="45"/>
                  </a:cubicBezTo>
                  <a:cubicBezTo>
                    <a:pt x="9" y="30"/>
                    <a:pt x="26" y="6"/>
                    <a:pt x="45" y="4"/>
                  </a:cubicBezTo>
                  <a:cubicBezTo>
                    <a:pt x="72" y="0"/>
                    <a:pt x="87" y="14"/>
                    <a:pt x="91" y="34"/>
                  </a:cubicBezTo>
                  <a:cubicBezTo>
                    <a:pt x="95" y="53"/>
                    <a:pt x="99" y="81"/>
                    <a:pt x="100" y="86"/>
                  </a:cubicBezTo>
                  <a:cubicBezTo>
                    <a:pt x="100" y="90"/>
                    <a:pt x="86" y="106"/>
                    <a:pt x="81" y="107"/>
                  </a:cubicBezTo>
                  <a:cubicBezTo>
                    <a:pt x="76" y="107"/>
                    <a:pt x="61" y="109"/>
                    <a:pt x="52" y="106"/>
                  </a:cubicBezTo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4" name="Freeform 66">
              <a:extLst>
                <a:ext uri="{FF2B5EF4-FFF2-40B4-BE49-F238E27FC236}">
                  <a16:creationId xmlns:a16="http://schemas.microsoft.com/office/drawing/2014/main" id="{5E681BD2-2C84-4D58-8767-5EF086B05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1" y="2174"/>
              <a:ext cx="134" cy="203"/>
            </a:xfrm>
            <a:custGeom>
              <a:avLst/>
              <a:gdLst>
                <a:gd name="T0" fmla="*/ 88 w 106"/>
                <a:gd name="T1" fmla="*/ 109 h 160"/>
                <a:gd name="T2" fmla="*/ 106 w 106"/>
                <a:gd name="T3" fmla="*/ 160 h 160"/>
                <a:gd name="T4" fmla="*/ 53 w 106"/>
                <a:gd name="T5" fmla="*/ 132 h 160"/>
                <a:gd name="T6" fmla="*/ 38 w 106"/>
                <a:gd name="T7" fmla="*/ 111 h 160"/>
                <a:gd name="T8" fmla="*/ 19 w 106"/>
                <a:gd name="T9" fmla="*/ 98 h 160"/>
                <a:gd name="T10" fmla="*/ 0 w 106"/>
                <a:gd name="T11" fmla="*/ 58 h 160"/>
                <a:gd name="T12" fmla="*/ 11 w 106"/>
                <a:gd name="T13" fmla="*/ 45 h 160"/>
                <a:gd name="T14" fmla="*/ 45 w 106"/>
                <a:gd name="T15" fmla="*/ 4 h 160"/>
                <a:gd name="T16" fmla="*/ 91 w 106"/>
                <a:gd name="T17" fmla="*/ 34 h 160"/>
                <a:gd name="T18" fmla="*/ 100 w 106"/>
                <a:gd name="T19" fmla="*/ 86 h 160"/>
                <a:gd name="T20" fmla="*/ 81 w 106"/>
                <a:gd name="T21" fmla="*/ 107 h 160"/>
                <a:gd name="T22" fmla="*/ 52 w 106"/>
                <a:gd name="T23" fmla="*/ 10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" h="160">
                  <a:moveTo>
                    <a:pt x="88" y="109"/>
                  </a:moveTo>
                  <a:cubicBezTo>
                    <a:pt x="106" y="160"/>
                    <a:pt x="106" y="160"/>
                    <a:pt x="106" y="160"/>
                  </a:cubicBezTo>
                  <a:cubicBezTo>
                    <a:pt x="106" y="160"/>
                    <a:pt x="69" y="152"/>
                    <a:pt x="53" y="132"/>
                  </a:cubicBezTo>
                  <a:cubicBezTo>
                    <a:pt x="47" y="125"/>
                    <a:pt x="42" y="118"/>
                    <a:pt x="38" y="111"/>
                  </a:cubicBezTo>
                  <a:cubicBezTo>
                    <a:pt x="34" y="104"/>
                    <a:pt x="34" y="106"/>
                    <a:pt x="19" y="98"/>
                  </a:cubicBezTo>
                  <a:cubicBezTo>
                    <a:pt x="4" y="90"/>
                    <a:pt x="0" y="58"/>
                    <a:pt x="0" y="58"/>
                  </a:cubicBezTo>
                  <a:cubicBezTo>
                    <a:pt x="0" y="58"/>
                    <a:pt x="13" y="60"/>
                    <a:pt x="11" y="45"/>
                  </a:cubicBezTo>
                  <a:cubicBezTo>
                    <a:pt x="9" y="30"/>
                    <a:pt x="26" y="6"/>
                    <a:pt x="45" y="4"/>
                  </a:cubicBezTo>
                  <a:cubicBezTo>
                    <a:pt x="72" y="0"/>
                    <a:pt x="87" y="14"/>
                    <a:pt x="91" y="34"/>
                  </a:cubicBezTo>
                  <a:cubicBezTo>
                    <a:pt x="95" y="53"/>
                    <a:pt x="99" y="81"/>
                    <a:pt x="100" y="86"/>
                  </a:cubicBezTo>
                  <a:cubicBezTo>
                    <a:pt x="100" y="90"/>
                    <a:pt x="86" y="106"/>
                    <a:pt x="81" y="107"/>
                  </a:cubicBezTo>
                  <a:cubicBezTo>
                    <a:pt x="76" y="107"/>
                    <a:pt x="61" y="109"/>
                    <a:pt x="52" y="106"/>
                  </a:cubicBezTo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5" name="Freeform 67">
              <a:extLst>
                <a:ext uri="{FF2B5EF4-FFF2-40B4-BE49-F238E27FC236}">
                  <a16:creationId xmlns:a16="http://schemas.microsoft.com/office/drawing/2014/main" id="{D98E3462-B29D-438B-A31C-1BBD360DDD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1" y="2187"/>
              <a:ext cx="113" cy="180"/>
            </a:xfrm>
            <a:custGeom>
              <a:avLst/>
              <a:gdLst>
                <a:gd name="T0" fmla="*/ 52 w 89"/>
                <a:gd name="T1" fmla="*/ 96 h 142"/>
                <a:gd name="T2" fmla="*/ 70 w 89"/>
                <a:gd name="T3" fmla="*/ 96 h 142"/>
                <a:gd name="T4" fmla="*/ 81 w 89"/>
                <a:gd name="T5" fmla="*/ 95 h 142"/>
                <a:gd name="T6" fmla="*/ 81 w 89"/>
                <a:gd name="T7" fmla="*/ 95 h 142"/>
                <a:gd name="T8" fmla="*/ 56 w 89"/>
                <a:gd name="T9" fmla="*/ 89 h 142"/>
                <a:gd name="T10" fmla="*/ 30 w 89"/>
                <a:gd name="T11" fmla="*/ 64 h 142"/>
                <a:gd name="T12" fmla="*/ 33 w 89"/>
                <a:gd name="T13" fmla="*/ 7 h 142"/>
                <a:gd name="T14" fmla="*/ 30 w 89"/>
                <a:gd name="T15" fmla="*/ 0 h 142"/>
                <a:gd name="T16" fmla="*/ 11 w 89"/>
                <a:gd name="T17" fmla="*/ 34 h 142"/>
                <a:gd name="T18" fmla="*/ 0 w 89"/>
                <a:gd name="T19" fmla="*/ 47 h 142"/>
                <a:gd name="T20" fmla="*/ 19 w 89"/>
                <a:gd name="T21" fmla="*/ 88 h 142"/>
                <a:gd name="T22" fmla="*/ 38 w 89"/>
                <a:gd name="T23" fmla="*/ 100 h 142"/>
                <a:gd name="T24" fmla="*/ 53 w 89"/>
                <a:gd name="T25" fmla="*/ 122 h 142"/>
                <a:gd name="T26" fmla="*/ 68 w 89"/>
                <a:gd name="T27" fmla="*/ 134 h 142"/>
                <a:gd name="T28" fmla="*/ 89 w 89"/>
                <a:gd name="T29" fmla="*/ 142 h 142"/>
                <a:gd name="T30" fmla="*/ 52 w 89"/>
                <a:gd name="T31" fmla="*/ 96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9" h="142">
                  <a:moveTo>
                    <a:pt x="52" y="96"/>
                  </a:moveTo>
                  <a:cubicBezTo>
                    <a:pt x="52" y="96"/>
                    <a:pt x="65" y="96"/>
                    <a:pt x="70" y="96"/>
                  </a:cubicBezTo>
                  <a:cubicBezTo>
                    <a:pt x="75" y="96"/>
                    <a:pt x="80" y="95"/>
                    <a:pt x="81" y="95"/>
                  </a:cubicBezTo>
                  <a:cubicBezTo>
                    <a:pt x="82" y="94"/>
                    <a:pt x="81" y="95"/>
                    <a:pt x="81" y="95"/>
                  </a:cubicBezTo>
                  <a:cubicBezTo>
                    <a:pt x="81" y="95"/>
                    <a:pt x="62" y="92"/>
                    <a:pt x="56" y="89"/>
                  </a:cubicBezTo>
                  <a:cubicBezTo>
                    <a:pt x="50" y="85"/>
                    <a:pt x="36" y="68"/>
                    <a:pt x="30" y="64"/>
                  </a:cubicBezTo>
                  <a:cubicBezTo>
                    <a:pt x="24" y="60"/>
                    <a:pt x="14" y="19"/>
                    <a:pt x="33" y="7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18" y="8"/>
                    <a:pt x="9" y="23"/>
                    <a:pt x="11" y="34"/>
                  </a:cubicBezTo>
                  <a:cubicBezTo>
                    <a:pt x="13" y="50"/>
                    <a:pt x="0" y="47"/>
                    <a:pt x="0" y="47"/>
                  </a:cubicBezTo>
                  <a:cubicBezTo>
                    <a:pt x="0" y="47"/>
                    <a:pt x="4" y="79"/>
                    <a:pt x="19" y="88"/>
                  </a:cubicBezTo>
                  <a:cubicBezTo>
                    <a:pt x="34" y="96"/>
                    <a:pt x="34" y="93"/>
                    <a:pt x="38" y="100"/>
                  </a:cubicBezTo>
                  <a:cubicBezTo>
                    <a:pt x="42" y="107"/>
                    <a:pt x="47" y="115"/>
                    <a:pt x="53" y="122"/>
                  </a:cubicBezTo>
                  <a:cubicBezTo>
                    <a:pt x="57" y="127"/>
                    <a:pt x="62" y="131"/>
                    <a:pt x="68" y="134"/>
                  </a:cubicBezTo>
                  <a:cubicBezTo>
                    <a:pt x="77" y="137"/>
                    <a:pt x="83" y="140"/>
                    <a:pt x="89" y="142"/>
                  </a:cubicBezTo>
                  <a:cubicBezTo>
                    <a:pt x="61" y="126"/>
                    <a:pt x="52" y="96"/>
                    <a:pt x="52" y="96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6" name="Freeform 68">
              <a:extLst>
                <a:ext uri="{FF2B5EF4-FFF2-40B4-BE49-F238E27FC236}">
                  <a16:creationId xmlns:a16="http://schemas.microsoft.com/office/drawing/2014/main" id="{7FE62F23-3494-4A48-B786-B10F61625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6" y="2859"/>
              <a:ext cx="91" cy="148"/>
            </a:xfrm>
            <a:custGeom>
              <a:avLst/>
              <a:gdLst>
                <a:gd name="T0" fmla="*/ 13 w 72"/>
                <a:gd name="T1" fmla="*/ 42 h 117"/>
                <a:gd name="T2" fmla="*/ 1 w 72"/>
                <a:gd name="T3" fmla="*/ 63 h 117"/>
                <a:gd name="T4" fmla="*/ 0 w 72"/>
                <a:gd name="T5" fmla="*/ 77 h 117"/>
                <a:gd name="T6" fmla="*/ 17 w 72"/>
                <a:gd name="T7" fmla="*/ 96 h 117"/>
                <a:gd name="T8" fmla="*/ 36 w 72"/>
                <a:gd name="T9" fmla="*/ 112 h 117"/>
                <a:gd name="T10" fmla="*/ 65 w 72"/>
                <a:gd name="T11" fmla="*/ 97 h 117"/>
                <a:gd name="T12" fmla="*/ 38 w 72"/>
                <a:gd name="T13" fmla="*/ 53 h 117"/>
                <a:gd name="T14" fmla="*/ 37 w 72"/>
                <a:gd name="T15" fmla="*/ 2 h 117"/>
                <a:gd name="T16" fmla="*/ 14 w 72"/>
                <a:gd name="T17" fmla="*/ 1 h 117"/>
                <a:gd name="T18" fmla="*/ 13 w 72"/>
                <a:gd name="T19" fmla="*/ 42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117">
                  <a:moveTo>
                    <a:pt x="13" y="42"/>
                  </a:moveTo>
                  <a:cubicBezTo>
                    <a:pt x="13" y="45"/>
                    <a:pt x="3" y="60"/>
                    <a:pt x="1" y="63"/>
                  </a:cubicBezTo>
                  <a:cubicBezTo>
                    <a:pt x="0" y="66"/>
                    <a:pt x="0" y="73"/>
                    <a:pt x="0" y="77"/>
                  </a:cubicBezTo>
                  <a:cubicBezTo>
                    <a:pt x="1" y="81"/>
                    <a:pt x="13" y="93"/>
                    <a:pt x="17" y="96"/>
                  </a:cubicBezTo>
                  <a:cubicBezTo>
                    <a:pt x="21" y="100"/>
                    <a:pt x="33" y="111"/>
                    <a:pt x="36" y="112"/>
                  </a:cubicBezTo>
                  <a:cubicBezTo>
                    <a:pt x="51" y="117"/>
                    <a:pt x="72" y="107"/>
                    <a:pt x="65" y="97"/>
                  </a:cubicBezTo>
                  <a:cubicBezTo>
                    <a:pt x="51" y="78"/>
                    <a:pt x="43" y="80"/>
                    <a:pt x="38" y="53"/>
                  </a:cubicBezTo>
                  <a:cubicBezTo>
                    <a:pt x="37" y="45"/>
                    <a:pt x="42" y="4"/>
                    <a:pt x="37" y="2"/>
                  </a:cubicBezTo>
                  <a:cubicBezTo>
                    <a:pt x="33" y="0"/>
                    <a:pt x="18" y="0"/>
                    <a:pt x="14" y="1"/>
                  </a:cubicBezTo>
                  <a:lnTo>
                    <a:pt x="13" y="42"/>
                  </a:ln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7" name="Freeform 69">
              <a:extLst>
                <a:ext uri="{FF2B5EF4-FFF2-40B4-BE49-F238E27FC236}">
                  <a16:creationId xmlns:a16="http://schemas.microsoft.com/office/drawing/2014/main" id="{62054380-760F-4D78-9FB2-9F744A8FC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" y="1892"/>
              <a:ext cx="145" cy="172"/>
            </a:xfrm>
            <a:custGeom>
              <a:avLst/>
              <a:gdLst>
                <a:gd name="T0" fmla="*/ 10 w 115"/>
                <a:gd name="T1" fmla="*/ 34 h 136"/>
                <a:gd name="T2" fmla="*/ 0 w 115"/>
                <a:gd name="T3" fmla="*/ 87 h 136"/>
                <a:gd name="T4" fmla="*/ 19 w 115"/>
                <a:gd name="T5" fmla="*/ 133 h 136"/>
                <a:gd name="T6" fmla="*/ 85 w 115"/>
                <a:gd name="T7" fmla="*/ 115 h 136"/>
                <a:gd name="T8" fmla="*/ 115 w 115"/>
                <a:gd name="T9" fmla="*/ 84 h 136"/>
                <a:gd name="T10" fmla="*/ 75 w 115"/>
                <a:gd name="T11" fmla="*/ 3 h 136"/>
                <a:gd name="T12" fmla="*/ 10 w 115"/>
                <a:gd name="T13" fmla="*/ 34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5" h="136">
                  <a:moveTo>
                    <a:pt x="10" y="34"/>
                  </a:moveTo>
                  <a:cubicBezTo>
                    <a:pt x="0" y="87"/>
                    <a:pt x="0" y="87"/>
                    <a:pt x="0" y="87"/>
                  </a:cubicBezTo>
                  <a:cubicBezTo>
                    <a:pt x="0" y="87"/>
                    <a:pt x="13" y="129"/>
                    <a:pt x="19" y="133"/>
                  </a:cubicBezTo>
                  <a:cubicBezTo>
                    <a:pt x="26" y="136"/>
                    <a:pt x="85" y="115"/>
                    <a:pt x="85" y="115"/>
                  </a:cubicBezTo>
                  <a:cubicBezTo>
                    <a:pt x="115" y="84"/>
                    <a:pt x="115" y="84"/>
                    <a:pt x="115" y="84"/>
                  </a:cubicBezTo>
                  <a:cubicBezTo>
                    <a:pt x="115" y="84"/>
                    <a:pt x="99" y="7"/>
                    <a:pt x="75" y="3"/>
                  </a:cubicBezTo>
                  <a:cubicBezTo>
                    <a:pt x="51" y="0"/>
                    <a:pt x="10" y="34"/>
                    <a:pt x="10" y="34"/>
                  </a:cubicBez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8" name="Freeform 70">
              <a:extLst>
                <a:ext uri="{FF2B5EF4-FFF2-40B4-BE49-F238E27FC236}">
                  <a16:creationId xmlns:a16="http://schemas.microsoft.com/office/drawing/2014/main" id="{480396EF-B0BC-4153-84DE-F297450C7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6" y="1892"/>
              <a:ext cx="129" cy="166"/>
            </a:xfrm>
            <a:custGeom>
              <a:avLst/>
              <a:gdLst>
                <a:gd name="T0" fmla="*/ 102 w 102"/>
                <a:gd name="T1" fmla="*/ 84 h 131"/>
                <a:gd name="T2" fmla="*/ 62 w 102"/>
                <a:gd name="T3" fmla="*/ 3 h 131"/>
                <a:gd name="T4" fmla="*/ 0 w 102"/>
                <a:gd name="T5" fmla="*/ 35 h 131"/>
                <a:gd name="T6" fmla="*/ 10 w 102"/>
                <a:gd name="T7" fmla="*/ 79 h 131"/>
                <a:gd name="T8" fmla="*/ 23 w 102"/>
                <a:gd name="T9" fmla="*/ 98 h 131"/>
                <a:gd name="T10" fmla="*/ 15 w 102"/>
                <a:gd name="T11" fmla="*/ 131 h 131"/>
                <a:gd name="T12" fmla="*/ 15 w 102"/>
                <a:gd name="T13" fmla="*/ 131 h 131"/>
                <a:gd name="T14" fmla="*/ 72 w 102"/>
                <a:gd name="T15" fmla="*/ 115 h 131"/>
                <a:gd name="T16" fmla="*/ 102 w 102"/>
                <a:gd name="T17" fmla="*/ 84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131">
                  <a:moveTo>
                    <a:pt x="102" y="84"/>
                  </a:moveTo>
                  <a:cubicBezTo>
                    <a:pt x="102" y="84"/>
                    <a:pt x="87" y="7"/>
                    <a:pt x="62" y="3"/>
                  </a:cubicBezTo>
                  <a:cubicBezTo>
                    <a:pt x="40" y="0"/>
                    <a:pt x="4" y="32"/>
                    <a:pt x="0" y="35"/>
                  </a:cubicBezTo>
                  <a:cubicBezTo>
                    <a:pt x="25" y="34"/>
                    <a:pt x="10" y="79"/>
                    <a:pt x="10" y="79"/>
                  </a:cubicBezTo>
                  <a:cubicBezTo>
                    <a:pt x="10" y="79"/>
                    <a:pt x="23" y="88"/>
                    <a:pt x="23" y="98"/>
                  </a:cubicBezTo>
                  <a:cubicBezTo>
                    <a:pt x="23" y="108"/>
                    <a:pt x="15" y="131"/>
                    <a:pt x="15" y="131"/>
                  </a:cubicBezTo>
                  <a:cubicBezTo>
                    <a:pt x="15" y="131"/>
                    <a:pt x="15" y="131"/>
                    <a:pt x="15" y="131"/>
                  </a:cubicBezTo>
                  <a:cubicBezTo>
                    <a:pt x="31" y="129"/>
                    <a:pt x="72" y="115"/>
                    <a:pt x="72" y="115"/>
                  </a:cubicBezTo>
                  <a:lnTo>
                    <a:pt x="102" y="84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9" name="Freeform 71">
              <a:extLst>
                <a:ext uri="{FF2B5EF4-FFF2-40B4-BE49-F238E27FC236}">
                  <a16:creationId xmlns:a16="http://schemas.microsoft.com/office/drawing/2014/main" id="{0B06CE9E-0A86-4B92-9D76-820CEECD7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1" y="2440"/>
              <a:ext cx="132" cy="108"/>
            </a:xfrm>
            <a:custGeom>
              <a:avLst/>
              <a:gdLst>
                <a:gd name="T0" fmla="*/ 80 w 104"/>
                <a:gd name="T1" fmla="*/ 85 h 85"/>
                <a:gd name="T2" fmla="*/ 104 w 104"/>
                <a:gd name="T3" fmla="*/ 74 h 85"/>
                <a:gd name="T4" fmla="*/ 58 w 104"/>
                <a:gd name="T5" fmla="*/ 42 h 85"/>
                <a:gd name="T6" fmla="*/ 31 w 104"/>
                <a:gd name="T7" fmla="*/ 0 h 85"/>
                <a:gd name="T8" fmla="*/ 31 w 104"/>
                <a:gd name="T9" fmla="*/ 0 h 85"/>
                <a:gd name="T10" fmla="*/ 0 w 104"/>
                <a:gd name="T11" fmla="*/ 10 h 85"/>
                <a:gd name="T12" fmla="*/ 80 w 104"/>
                <a:gd name="T13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" h="85">
                  <a:moveTo>
                    <a:pt x="80" y="85"/>
                  </a:moveTo>
                  <a:cubicBezTo>
                    <a:pt x="104" y="74"/>
                    <a:pt x="104" y="74"/>
                    <a:pt x="104" y="74"/>
                  </a:cubicBezTo>
                  <a:cubicBezTo>
                    <a:pt x="83" y="63"/>
                    <a:pt x="62" y="50"/>
                    <a:pt x="58" y="42"/>
                  </a:cubicBezTo>
                  <a:cubicBezTo>
                    <a:pt x="47" y="23"/>
                    <a:pt x="31" y="0"/>
                    <a:pt x="31" y="0"/>
                  </a:cubicBezTo>
                  <a:cubicBezTo>
                    <a:pt x="31" y="0"/>
                    <a:pt x="45" y="3"/>
                    <a:pt x="31" y="0"/>
                  </a:cubicBezTo>
                  <a:cubicBezTo>
                    <a:pt x="29" y="20"/>
                    <a:pt x="1" y="10"/>
                    <a:pt x="0" y="10"/>
                  </a:cubicBezTo>
                  <a:cubicBezTo>
                    <a:pt x="24" y="77"/>
                    <a:pt x="80" y="85"/>
                    <a:pt x="80" y="8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0" name="Freeform 72">
              <a:extLst>
                <a:ext uri="{FF2B5EF4-FFF2-40B4-BE49-F238E27FC236}">
                  <a16:creationId xmlns:a16="http://schemas.microsoft.com/office/drawing/2014/main" id="{973EC627-42A1-4BE2-833B-1EE0E6BFB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1" y="2334"/>
              <a:ext cx="316" cy="380"/>
            </a:xfrm>
            <a:custGeom>
              <a:avLst/>
              <a:gdLst>
                <a:gd name="T0" fmla="*/ 42 w 250"/>
                <a:gd name="T1" fmla="*/ 0 h 300"/>
                <a:gd name="T2" fmla="*/ 3 w 250"/>
                <a:gd name="T3" fmla="*/ 83 h 300"/>
                <a:gd name="T4" fmla="*/ 18 w 250"/>
                <a:gd name="T5" fmla="*/ 118 h 300"/>
                <a:gd name="T6" fmla="*/ 236 w 250"/>
                <a:gd name="T7" fmla="*/ 300 h 300"/>
                <a:gd name="T8" fmla="*/ 250 w 250"/>
                <a:gd name="T9" fmla="*/ 294 h 300"/>
                <a:gd name="T10" fmla="*/ 74 w 250"/>
                <a:gd name="T11" fmla="*/ 78 h 300"/>
                <a:gd name="T12" fmla="*/ 133 w 250"/>
                <a:gd name="T13" fmla="*/ 31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300">
                  <a:moveTo>
                    <a:pt x="42" y="0"/>
                  </a:moveTo>
                  <a:cubicBezTo>
                    <a:pt x="24" y="23"/>
                    <a:pt x="12" y="65"/>
                    <a:pt x="3" y="83"/>
                  </a:cubicBezTo>
                  <a:cubicBezTo>
                    <a:pt x="3" y="83"/>
                    <a:pt x="0" y="103"/>
                    <a:pt x="18" y="118"/>
                  </a:cubicBezTo>
                  <a:cubicBezTo>
                    <a:pt x="37" y="133"/>
                    <a:pt x="236" y="300"/>
                    <a:pt x="236" y="300"/>
                  </a:cubicBezTo>
                  <a:cubicBezTo>
                    <a:pt x="250" y="294"/>
                    <a:pt x="250" y="294"/>
                    <a:pt x="250" y="294"/>
                  </a:cubicBezTo>
                  <a:cubicBezTo>
                    <a:pt x="133" y="180"/>
                    <a:pt x="156" y="116"/>
                    <a:pt x="74" y="78"/>
                  </a:cubicBezTo>
                  <a:cubicBezTo>
                    <a:pt x="133" y="31"/>
                    <a:pt x="133" y="31"/>
                    <a:pt x="133" y="31"/>
                  </a:cubicBezTo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1" name="Freeform 73">
              <a:extLst>
                <a:ext uri="{FF2B5EF4-FFF2-40B4-BE49-F238E27FC236}">
                  <a16:creationId xmlns:a16="http://schemas.microsoft.com/office/drawing/2014/main" id="{A84B1AA0-F1BC-45C1-AE7E-6A5EBA75E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1" y="2334"/>
              <a:ext cx="316" cy="380"/>
            </a:xfrm>
            <a:custGeom>
              <a:avLst/>
              <a:gdLst>
                <a:gd name="T0" fmla="*/ 42 w 250"/>
                <a:gd name="T1" fmla="*/ 0 h 300"/>
                <a:gd name="T2" fmla="*/ 3 w 250"/>
                <a:gd name="T3" fmla="*/ 83 h 300"/>
                <a:gd name="T4" fmla="*/ 18 w 250"/>
                <a:gd name="T5" fmla="*/ 118 h 300"/>
                <a:gd name="T6" fmla="*/ 236 w 250"/>
                <a:gd name="T7" fmla="*/ 300 h 300"/>
                <a:gd name="T8" fmla="*/ 250 w 250"/>
                <a:gd name="T9" fmla="*/ 294 h 300"/>
                <a:gd name="T10" fmla="*/ 74 w 250"/>
                <a:gd name="T11" fmla="*/ 78 h 300"/>
                <a:gd name="T12" fmla="*/ 133 w 250"/>
                <a:gd name="T13" fmla="*/ 31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300">
                  <a:moveTo>
                    <a:pt x="42" y="0"/>
                  </a:moveTo>
                  <a:cubicBezTo>
                    <a:pt x="24" y="23"/>
                    <a:pt x="12" y="65"/>
                    <a:pt x="3" y="83"/>
                  </a:cubicBezTo>
                  <a:cubicBezTo>
                    <a:pt x="3" y="83"/>
                    <a:pt x="0" y="103"/>
                    <a:pt x="18" y="118"/>
                  </a:cubicBezTo>
                  <a:cubicBezTo>
                    <a:pt x="37" y="133"/>
                    <a:pt x="236" y="300"/>
                    <a:pt x="236" y="300"/>
                  </a:cubicBezTo>
                  <a:cubicBezTo>
                    <a:pt x="250" y="294"/>
                    <a:pt x="250" y="294"/>
                    <a:pt x="250" y="294"/>
                  </a:cubicBezTo>
                  <a:cubicBezTo>
                    <a:pt x="133" y="180"/>
                    <a:pt x="156" y="116"/>
                    <a:pt x="74" y="78"/>
                  </a:cubicBezTo>
                  <a:cubicBezTo>
                    <a:pt x="133" y="31"/>
                    <a:pt x="133" y="31"/>
                    <a:pt x="133" y="31"/>
                  </a:cubicBezTo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2" name="Freeform 74">
              <a:extLst>
                <a:ext uri="{FF2B5EF4-FFF2-40B4-BE49-F238E27FC236}">
                  <a16:creationId xmlns:a16="http://schemas.microsoft.com/office/drawing/2014/main" id="{AC926353-7C16-4F62-A335-7652D66F8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7" y="2369"/>
              <a:ext cx="272" cy="342"/>
            </a:xfrm>
            <a:custGeom>
              <a:avLst/>
              <a:gdLst>
                <a:gd name="T0" fmla="*/ 39 w 215"/>
                <a:gd name="T1" fmla="*/ 50 h 270"/>
                <a:gd name="T2" fmla="*/ 89 w 215"/>
                <a:gd name="T3" fmla="*/ 10 h 270"/>
                <a:gd name="T4" fmla="*/ 83 w 215"/>
                <a:gd name="T5" fmla="*/ 0 h 270"/>
                <a:gd name="T6" fmla="*/ 38 w 215"/>
                <a:gd name="T7" fmla="*/ 14 h 270"/>
                <a:gd name="T8" fmla="*/ 0 w 215"/>
                <a:gd name="T9" fmla="*/ 77 h 270"/>
                <a:gd name="T10" fmla="*/ 100 w 215"/>
                <a:gd name="T11" fmla="*/ 143 h 270"/>
                <a:gd name="T12" fmla="*/ 206 w 215"/>
                <a:gd name="T13" fmla="*/ 270 h 270"/>
                <a:gd name="T14" fmla="*/ 215 w 215"/>
                <a:gd name="T15" fmla="*/ 266 h 270"/>
                <a:gd name="T16" fmla="*/ 39 w 215"/>
                <a:gd name="T17" fmla="*/ 5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5" h="270">
                  <a:moveTo>
                    <a:pt x="39" y="50"/>
                  </a:moveTo>
                  <a:cubicBezTo>
                    <a:pt x="89" y="10"/>
                    <a:pt x="89" y="10"/>
                    <a:pt x="89" y="1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40" y="46"/>
                    <a:pt x="0" y="77"/>
                    <a:pt x="0" y="77"/>
                  </a:cubicBezTo>
                  <a:cubicBezTo>
                    <a:pt x="0" y="77"/>
                    <a:pt x="52" y="59"/>
                    <a:pt x="100" y="143"/>
                  </a:cubicBezTo>
                  <a:cubicBezTo>
                    <a:pt x="142" y="216"/>
                    <a:pt x="193" y="260"/>
                    <a:pt x="206" y="270"/>
                  </a:cubicBezTo>
                  <a:cubicBezTo>
                    <a:pt x="215" y="266"/>
                    <a:pt x="215" y="266"/>
                    <a:pt x="215" y="266"/>
                  </a:cubicBezTo>
                  <a:cubicBezTo>
                    <a:pt x="99" y="152"/>
                    <a:pt x="121" y="88"/>
                    <a:pt x="39" y="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3" name="Freeform 75">
              <a:extLst>
                <a:ext uri="{FF2B5EF4-FFF2-40B4-BE49-F238E27FC236}">
                  <a16:creationId xmlns:a16="http://schemas.microsoft.com/office/drawing/2014/main" id="{7861B20B-E601-4909-9C35-26B55F541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6" y="2325"/>
              <a:ext cx="466" cy="509"/>
            </a:xfrm>
            <a:custGeom>
              <a:avLst/>
              <a:gdLst>
                <a:gd name="T0" fmla="*/ 15 w 369"/>
                <a:gd name="T1" fmla="*/ 95 h 402"/>
                <a:gd name="T2" fmla="*/ 90 w 369"/>
                <a:gd name="T3" fmla="*/ 176 h 402"/>
                <a:gd name="T4" fmla="*/ 299 w 369"/>
                <a:gd name="T5" fmla="*/ 355 h 402"/>
                <a:gd name="T6" fmla="*/ 316 w 369"/>
                <a:gd name="T7" fmla="*/ 345 h 402"/>
                <a:gd name="T8" fmla="*/ 202 w 369"/>
                <a:gd name="T9" fmla="*/ 188 h 402"/>
                <a:gd name="T10" fmla="*/ 133 w 369"/>
                <a:gd name="T11" fmla="*/ 134 h 402"/>
                <a:gd name="T12" fmla="*/ 77 w 369"/>
                <a:gd name="T13" fmla="*/ 19 h 402"/>
                <a:gd name="T14" fmla="*/ 15 w 369"/>
                <a:gd name="T15" fmla="*/ 95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9" h="402">
                  <a:moveTo>
                    <a:pt x="15" y="95"/>
                  </a:moveTo>
                  <a:cubicBezTo>
                    <a:pt x="50" y="142"/>
                    <a:pt x="79" y="159"/>
                    <a:pt x="90" y="176"/>
                  </a:cubicBezTo>
                  <a:cubicBezTo>
                    <a:pt x="101" y="192"/>
                    <a:pt x="299" y="355"/>
                    <a:pt x="299" y="355"/>
                  </a:cubicBezTo>
                  <a:cubicBezTo>
                    <a:pt x="299" y="355"/>
                    <a:pt x="369" y="402"/>
                    <a:pt x="316" y="345"/>
                  </a:cubicBezTo>
                  <a:cubicBezTo>
                    <a:pt x="263" y="287"/>
                    <a:pt x="219" y="215"/>
                    <a:pt x="202" y="188"/>
                  </a:cubicBezTo>
                  <a:cubicBezTo>
                    <a:pt x="184" y="162"/>
                    <a:pt x="152" y="172"/>
                    <a:pt x="133" y="134"/>
                  </a:cubicBezTo>
                  <a:cubicBezTo>
                    <a:pt x="114" y="96"/>
                    <a:pt x="88" y="38"/>
                    <a:pt x="77" y="19"/>
                  </a:cubicBezTo>
                  <a:cubicBezTo>
                    <a:pt x="66" y="0"/>
                    <a:pt x="0" y="67"/>
                    <a:pt x="15" y="9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4" name="Freeform 76">
              <a:extLst>
                <a:ext uri="{FF2B5EF4-FFF2-40B4-BE49-F238E27FC236}">
                  <a16:creationId xmlns:a16="http://schemas.microsoft.com/office/drawing/2014/main" id="{CC4548B4-58F8-4AEB-8C32-ECAB6D7FD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6" y="2326"/>
              <a:ext cx="459" cy="507"/>
            </a:xfrm>
            <a:custGeom>
              <a:avLst/>
              <a:gdLst>
                <a:gd name="T0" fmla="*/ 15 w 363"/>
                <a:gd name="T1" fmla="*/ 94 h 400"/>
                <a:gd name="T2" fmla="*/ 90 w 363"/>
                <a:gd name="T3" fmla="*/ 175 h 400"/>
                <a:gd name="T4" fmla="*/ 299 w 363"/>
                <a:gd name="T5" fmla="*/ 354 h 400"/>
                <a:gd name="T6" fmla="*/ 310 w 363"/>
                <a:gd name="T7" fmla="*/ 343 h 400"/>
                <a:gd name="T8" fmla="*/ 198 w 363"/>
                <a:gd name="T9" fmla="*/ 191 h 400"/>
                <a:gd name="T10" fmla="*/ 121 w 363"/>
                <a:gd name="T11" fmla="*/ 136 h 400"/>
                <a:gd name="T12" fmla="*/ 69 w 363"/>
                <a:gd name="T13" fmla="*/ 19 h 400"/>
                <a:gd name="T14" fmla="*/ 15 w 363"/>
                <a:gd name="T15" fmla="*/ 9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3" h="400">
                  <a:moveTo>
                    <a:pt x="15" y="94"/>
                  </a:moveTo>
                  <a:cubicBezTo>
                    <a:pt x="50" y="141"/>
                    <a:pt x="79" y="158"/>
                    <a:pt x="90" y="175"/>
                  </a:cubicBezTo>
                  <a:cubicBezTo>
                    <a:pt x="101" y="191"/>
                    <a:pt x="299" y="354"/>
                    <a:pt x="299" y="354"/>
                  </a:cubicBezTo>
                  <a:cubicBezTo>
                    <a:pt x="299" y="354"/>
                    <a:pt x="363" y="400"/>
                    <a:pt x="310" y="343"/>
                  </a:cubicBezTo>
                  <a:cubicBezTo>
                    <a:pt x="257" y="286"/>
                    <a:pt x="215" y="218"/>
                    <a:pt x="198" y="191"/>
                  </a:cubicBezTo>
                  <a:cubicBezTo>
                    <a:pt x="180" y="165"/>
                    <a:pt x="140" y="174"/>
                    <a:pt x="121" y="136"/>
                  </a:cubicBezTo>
                  <a:cubicBezTo>
                    <a:pt x="103" y="98"/>
                    <a:pt x="80" y="38"/>
                    <a:pt x="69" y="19"/>
                  </a:cubicBezTo>
                  <a:cubicBezTo>
                    <a:pt x="58" y="0"/>
                    <a:pt x="0" y="66"/>
                    <a:pt x="15" y="9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5" name="Freeform 77">
              <a:extLst>
                <a:ext uri="{FF2B5EF4-FFF2-40B4-BE49-F238E27FC236}">
                  <a16:creationId xmlns:a16="http://schemas.microsoft.com/office/drawing/2014/main" id="{3A6134E4-382F-4012-B2E9-47149212DC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" y="2188"/>
              <a:ext cx="237" cy="61"/>
            </a:xfrm>
            <a:custGeom>
              <a:avLst/>
              <a:gdLst>
                <a:gd name="T0" fmla="*/ 145 w 188"/>
                <a:gd name="T1" fmla="*/ 5 h 48"/>
                <a:gd name="T2" fmla="*/ 65 w 188"/>
                <a:gd name="T3" fmla="*/ 20 h 48"/>
                <a:gd name="T4" fmla="*/ 45 w 188"/>
                <a:gd name="T5" fmla="*/ 2 h 48"/>
                <a:gd name="T6" fmla="*/ 3 w 188"/>
                <a:gd name="T7" fmla="*/ 6 h 48"/>
                <a:gd name="T8" fmla="*/ 21 w 188"/>
                <a:gd name="T9" fmla="*/ 47 h 48"/>
                <a:gd name="T10" fmla="*/ 56 w 188"/>
                <a:gd name="T11" fmla="*/ 43 h 48"/>
                <a:gd name="T12" fmla="*/ 169 w 188"/>
                <a:gd name="T13" fmla="*/ 45 h 48"/>
                <a:gd name="T14" fmla="*/ 188 w 188"/>
                <a:gd name="T15" fmla="*/ 14 h 48"/>
                <a:gd name="T16" fmla="*/ 145 w 188"/>
                <a:gd name="T17" fmla="*/ 5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" h="48">
                  <a:moveTo>
                    <a:pt x="145" y="5"/>
                  </a:moveTo>
                  <a:cubicBezTo>
                    <a:pt x="145" y="5"/>
                    <a:pt x="71" y="21"/>
                    <a:pt x="65" y="20"/>
                  </a:cubicBezTo>
                  <a:cubicBezTo>
                    <a:pt x="59" y="19"/>
                    <a:pt x="54" y="2"/>
                    <a:pt x="45" y="2"/>
                  </a:cubicBezTo>
                  <a:cubicBezTo>
                    <a:pt x="36" y="2"/>
                    <a:pt x="7" y="0"/>
                    <a:pt x="3" y="6"/>
                  </a:cubicBezTo>
                  <a:cubicBezTo>
                    <a:pt x="0" y="11"/>
                    <a:pt x="14" y="46"/>
                    <a:pt x="21" y="47"/>
                  </a:cubicBezTo>
                  <a:cubicBezTo>
                    <a:pt x="29" y="48"/>
                    <a:pt x="51" y="48"/>
                    <a:pt x="56" y="43"/>
                  </a:cubicBezTo>
                  <a:cubicBezTo>
                    <a:pt x="62" y="37"/>
                    <a:pt x="169" y="45"/>
                    <a:pt x="169" y="45"/>
                  </a:cubicBezTo>
                  <a:cubicBezTo>
                    <a:pt x="188" y="14"/>
                    <a:pt x="188" y="14"/>
                    <a:pt x="188" y="14"/>
                  </a:cubicBezTo>
                  <a:lnTo>
                    <a:pt x="145" y="5"/>
                  </a:ln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6" name="Freeform 78">
              <a:extLst>
                <a:ext uri="{FF2B5EF4-FFF2-40B4-BE49-F238E27FC236}">
                  <a16:creationId xmlns:a16="http://schemas.microsoft.com/office/drawing/2014/main" id="{649AECCE-7040-47A3-BB5D-0B241B21B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7" y="2203"/>
              <a:ext cx="218" cy="55"/>
            </a:xfrm>
            <a:custGeom>
              <a:avLst/>
              <a:gdLst>
                <a:gd name="T0" fmla="*/ 141 w 172"/>
                <a:gd name="T1" fmla="*/ 4 h 43"/>
                <a:gd name="T2" fmla="*/ 40 w 172"/>
                <a:gd name="T3" fmla="*/ 22 h 43"/>
                <a:gd name="T4" fmla="*/ 29 w 172"/>
                <a:gd name="T5" fmla="*/ 4 h 43"/>
                <a:gd name="T6" fmla="*/ 22 w 172"/>
                <a:gd name="T7" fmla="*/ 28 h 43"/>
                <a:gd name="T8" fmla="*/ 1 w 172"/>
                <a:gd name="T9" fmla="*/ 35 h 43"/>
                <a:gd name="T10" fmla="*/ 1 w 172"/>
                <a:gd name="T11" fmla="*/ 35 h 43"/>
                <a:gd name="T12" fmla="*/ 23 w 172"/>
                <a:gd name="T13" fmla="*/ 35 h 43"/>
                <a:gd name="T14" fmla="*/ 36 w 172"/>
                <a:gd name="T15" fmla="*/ 31 h 43"/>
                <a:gd name="T16" fmla="*/ 56 w 172"/>
                <a:gd name="T17" fmla="*/ 29 h 43"/>
                <a:gd name="T18" fmla="*/ 136 w 172"/>
                <a:gd name="T19" fmla="*/ 32 h 43"/>
                <a:gd name="T20" fmla="*/ 172 w 172"/>
                <a:gd name="T21" fmla="*/ 31 h 43"/>
                <a:gd name="T22" fmla="*/ 141 w 172"/>
                <a:gd name="T23" fmla="*/ 4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2" h="43">
                  <a:moveTo>
                    <a:pt x="141" y="4"/>
                  </a:moveTo>
                  <a:cubicBezTo>
                    <a:pt x="58" y="19"/>
                    <a:pt x="40" y="22"/>
                    <a:pt x="40" y="22"/>
                  </a:cubicBezTo>
                  <a:cubicBezTo>
                    <a:pt x="40" y="22"/>
                    <a:pt x="34" y="0"/>
                    <a:pt x="29" y="4"/>
                  </a:cubicBezTo>
                  <a:cubicBezTo>
                    <a:pt x="25" y="9"/>
                    <a:pt x="29" y="28"/>
                    <a:pt x="22" y="28"/>
                  </a:cubicBezTo>
                  <a:cubicBezTo>
                    <a:pt x="14" y="28"/>
                    <a:pt x="3" y="27"/>
                    <a:pt x="1" y="35"/>
                  </a:cubicBezTo>
                  <a:cubicBezTo>
                    <a:pt x="0" y="43"/>
                    <a:pt x="1" y="35"/>
                    <a:pt x="1" y="35"/>
                  </a:cubicBezTo>
                  <a:cubicBezTo>
                    <a:pt x="1" y="35"/>
                    <a:pt x="15" y="37"/>
                    <a:pt x="23" y="35"/>
                  </a:cubicBezTo>
                  <a:cubicBezTo>
                    <a:pt x="32" y="33"/>
                    <a:pt x="34" y="32"/>
                    <a:pt x="36" y="31"/>
                  </a:cubicBezTo>
                  <a:cubicBezTo>
                    <a:pt x="39" y="29"/>
                    <a:pt x="47" y="29"/>
                    <a:pt x="56" y="29"/>
                  </a:cubicBezTo>
                  <a:cubicBezTo>
                    <a:pt x="66" y="29"/>
                    <a:pt x="116" y="30"/>
                    <a:pt x="136" y="32"/>
                  </a:cubicBezTo>
                  <a:cubicBezTo>
                    <a:pt x="156" y="34"/>
                    <a:pt x="172" y="31"/>
                    <a:pt x="172" y="31"/>
                  </a:cubicBezTo>
                  <a:lnTo>
                    <a:pt x="141" y="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7" name="Freeform 79">
              <a:extLst>
                <a:ext uri="{FF2B5EF4-FFF2-40B4-BE49-F238E27FC236}">
                  <a16:creationId xmlns:a16="http://schemas.microsoft.com/office/drawing/2014/main" id="{04D227B2-7F98-465A-A80F-E7FDCEF9C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7" y="1847"/>
              <a:ext cx="176" cy="157"/>
            </a:xfrm>
            <a:custGeom>
              <a:avLst/>
              <a:gdLst>
                <a:gd name="T0" fmla="*/ 6 w 139"/>
                <a:gd name="T1" fmla="*/ 69 h 124"/>
                <a:gd name="T2" fmla="*/ 28 w 139"/>
                <a:gd name="T3" fmla="*/ 11 h 124"/>
                <a:gd name="T4" fmla="*/ 47 w 139"/>
                <a:gd name="T5" fmla="*/ 20 h 124"/>
                <a:gd name="T6" fmla="*/ 125 w 139"/>
                <a:gd name="T7" fmla="*/ 24 h 124"/>
                <a:gd name="T8" fmla="*/ 126 w 139"/>
                <a:gd name="T9" fmla="*/ 74 h 124"/>
                <a:gd name="T10" fmla="*/ 77 w 139"/>
                <a:gd name="T11" fmla="*/ 122 h 124"/>
                <a:gd name="T12" fmla="*/ 64 w 139"/>
                <a:gd name="T13" fmla="*/ 117 h 124"/>
                <a:gd name="T14" fmla="*/ 64 w 139"/>
                <a:gd name="T15" fmla="*/ 89 h 124"/>
                <a:gd name="T16" fmla="*/ 47 w 139"/>
                <a:gd name="T17" fmla="*/ 114 h 124"/>
                <a:gd name="T18" fmla="*/ 34 w 139"/>
                <a:gd name="T19" fmla="*/ 110 h 124"/>
                <a:gd name="T20" fmla="*/ 42 w 139"/>
                <a:gd name="T21" fmla="*/ 61 h 124"/>
                <a:gd name="T22" fmla="*/ 6 w 139"/>
                <a:gd name="T23" fmla="*/ 69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4">
                  <a:moveTo>
                    <a:pt x="6" y="69"/>
                  </a:moveTo>
                  <a:cubicBezTo>
                    <a:pt x="0" y="44"/>
                    <a:pt x="16" y="11"/>
                    <a:pt x="28" y="11"/>
                  </a:cubicBezTo>
                  <a:cubicBezTo>
                    <a:pt x="41" y="10"/>
                    <a:pt x="20" y="34"/>
                    <a:pt x="47" y="20"/>
                  </a:cubicBezTo>
                  <a:cubicBezTo>
                    <a:pt x="74" y="7"/>
                    <a:pt x="138" y="0"/>
                    <a:pt x="125" y="24"/>
                  </a:cubicBezTo>
                  <a:cubicBezTo>
                    <a:pt x="111" y="48"/>
                    <a:pt x="114" y="77"/>
                    <a:pt x="126" y="74"/>
                  </a:cubicBezTo>
                  <a:cubicBezTo>
                    <a:pt x="139" y="72"/>
                    <a:pt x="77" y="122"/>
                    <a:pt x="77" y="122"/>
                  </a:cubicBezTo>
                  <a:cubicBezTo>
                    <a:pt x="77" y="122"/>
                    <a:pt x="64" y="124"/>
                    <a:pt x="64" y="117"/>
                  </a:cubicBezTo>
                  <a:cubicBezTo>
                    <a:pt x="64" y="110"/>
                    <a:pt x="78" y="102"/>
                    <a:pt x="64" y="89"/>
                  </a:cubicBezTo>
                  <a:cubicBezTo>
                    <a:pt x="50" y="77"/>
                    <a:pt x="47" y="114"/>
                    <a:pt x="47" y="114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4" y="110"/>
                    <a:pt x="53" y="71"/>
                    <a:pt x="42" y="61"/>
                  </a:cubicBezTo>
                  <a:cubicBezTo>
                    <a:pt x="30" y="52"/>
                    <a:pt x="6" y="69"/>
                    <a:pt x="6" y="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8" name="Freeform 80">
              <a:extLst>
                <a:ext uri="{FF2B5EF4-FFF2-40B4-BE49-F238E27FC236}">
                  <a16:creationId xmlns:a16="http://schemas.microsoft.com/office/drawing/2014/main" id="{3975497D-F9CC-4313-BD8A-720B1F85B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6" y="2365"/>
              <a:ext cx="65" cy="75"/>
            </a:xfrm>
            <a:custGeom>
              <a:avLst/>
              <a:gdLst>
                <a:gd name="T0" fmla="*/ 39 w 52"/>
                <a:gd name="T1" fmla="*/ 0 h 59"/>
                <a:gd name="T2" fmla="*/ 0 w 52"/>
                <a:gd name="T3" fmla="*/ 51 h 59"/>
                <a:gd name="T4" fmla="*/ 52 w 52"/>
                <a:gd name="T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59">
                  <a:moveTo>
                    <a:pt x="39" y="0"/>
                  </a:moveTo>
                  <a:cubicBezTo>
                    <a:pt x="14" y="15"/>
                    <a:pt x="0" y="51"/>
                    <a:pt x="0" y="51"/>
                  </a:cubicBezTo>
                  <a:cubicBezTo>
                    <a:pt x="52" y="59"/>
                    <a:pt x="52" y="59"/>
                    <a:pt x="52" y="59"/>
                  </a:cubicBezTo>
                </a:path>
              </a:pathLst>
            </a:custGeom>
            <a:solidFill>
              <a:srgbClr val="FF7900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9" name="Freeform 81">
              <a:extLst>
                <a:ext uri="{FF2B5EF4-FFF2-40B4-BE49-F238E27FC236}">
                  <a16:creationId xmlns:a16="http://schemas.microsoft.com/office/drawing/2014/main" id="{56EC7D7B-D4B3-4C14-9160-398C966D8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6" y="2365"/>
              <a:ext cx="65" cy="75"/>
            </a:xfrm>
            <a:custGeom>
              <a:avLst/>
              <a:gdLst>
                <a:gd name="T0" fmla="*/ 39 w 52"/>
                <a:gd name="T1" fmla="*/ 0 h 59"/>
                <a:gd name="T2" fmla="*/ 0 w 52"/>
                <a:gd name="T3" fmla="*/ 51 h 59"/>
                <a:gd name="T4" fmla="*/ 52 w 52"/>
                <a:gd name="T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59">
                  <a:moveTo>
                    <a:pt x="39" y="0"/>
                  </a:moveTo>
                  <a:cubicBezTo>
                    <a:pt x="14" y="15"/>
                    <a:pt x="0" y="51"/>
                    <a:pt x="0" y="51"/>
                  </a:cubicBezTo>
                  <a:cubicBezTo>
                    <a:pt x="52" y="59"/>
                    <a:pt x="52" y="59"/>
                    <a:pt x="52" y="59"/>
                  </a:cubicBezTo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0" name="Freeform 82">
              <a:extLst>
                <a:ext uri="{FF2B5EF4-FFF2-40B4-BE49-F238E27FC236}">
                  <a16:creationId xmlns:a16="http://schemas.microsoft.com/office/drawing/2014/main" id="{752CA5F8-3D94-469E-8649-AD42E7FC0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" y="2424"/>
              <a:ext cx="87" cy="32"/>
            </a:xfrm>
            <a:custGeom>
              <a:avLst/>
              <a:gdLst>
                <a:gd name="T0" fmla="*/ 68 w 69"/>
                <a:gd name="T1" fmla="*/ 21 h 26"/>
                <a:gd name="T2" fmla="*/ 33 w 69"/>
                <a:gd name="T3" fmla="*/ 22 h 26"/>
                <a:gd name="T4" fmla="*/ 1 w 69"/>
                <a:gd name="T5" fmla="*/ 6 h 26"/>
                <a:gd name="T6" fmla="*/ 37 w 69"/>
                <a:gd name="T7" fmla="*/ 5 h 26"/>
                <a:gd name="T8" fmla="*/ 68 w 69"/>
                <a:gd name="T9" fmla="*/ 2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26">
                  <a:moveTo>
                    <a:pt x="68" y="21"/>
                  </a:moveTo>
                  <a:cubicBezTo>
                    <a:pt x="67" y="26"/>
                    <a:pt x="51" y="26"/>
                    <a:pt x="33" y="22"/>
                  </a:cubicBezTo>
                  <a:cubicBezTo>
                    <a:pt x="14" y="18"/>
                    <a:pt x="0" y="11"/>
                    <a:pt x="1" y="6"/>
                  </a:cubicBezTo>
                  <a:cubicBezTo>
                    <a:pt x="2" y="1"/>
                    <a:pt x="18" y="0"/>
                    <a:pt x="37" y="5"/>
                  </a:cubicBezTo>
                  <a:cubicBezTo>
                    <a:pt x="55" y="9"/>
                    <a:pt x="69" y="16"/>
                    <a:pt x="68" y="2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1" name="Freeform 83">
              <a:extLst>
                <a:ext uri="{FF2B5EF4-FFF2-40B4-BE49-F238E27FC236}">
                  <a16:creationId xmlns:a16="http://schemas.microsoft.com/office/drawing/2014/main" id="{DD00A2AA-D628-40DB-BA77-4DCAAECEF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" y="2519"/>
              <a:ext cx="244" cy="35"/>
            </a:xfrm>
            <a:custGeom>
              <a:avLst/>
              <a:gdLst>
                <a:gd name="T0" fmla="*/ 95 w 193"/>
                <a:gd name="T1" fmla="*/ 28 h 28"/>
                <a:gd name="T2" fmla="*/ 193 w 193"/>
                <a:gd name="T3" fmla="*/ 17 h 28"/>
                <a:gd name="T4" fmla="*/ 193 w 193"/>
                <a:gd name="T5" fmla="*/ 17 h 28"/>
                <a:gd name="T6" fmla="*/ 83 w 193"/>
                <a:gd name="T7" fmla="*/ 2 h 28"/>
                <a:gd name="T8" fmla="*/ 76 w 193"/>
                <a:gd name="T9" fmla="*/ 0 h 28"/>
                <a:gd name="T10" fmla="*/ 0 w 193"/>
                <a:gd name="T11" fmla="*/ 9 h 28"/>
                <a:gd name="T12" fmla="*/ 95 w 193"/>
                <a:gd name="T13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3" h="28">
                  <a:moveTo>
                    <a:pt x="95" y="28"/>
                  </a:moveTo>
                  <a:cubicBezTo>
                    <a:pt x="193" y="17"/>
                    <a:pt x="193" y="17"/>
                    <a:pt x="193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80" y="16"/>
                    <a:pt x="93" y="3"/>
                    <a:pt x="83" y="2"/>
                  </a:cubicBezTo>
                  <a:cubicBezTo>
                    <a:pt x="81" y="1"/>
                    <a:pt x="77" y="1"/>
                    <a:pt x="76" y="0"/>
                  </a:cubicBezTo>
                  <a:cubicBezTo>
                    <a:pt x="0" y="9"/>
                    <a:pt x="0" y="9"/>
                    <a:pt x="0" y="9"/>
                  </a:cubicBezTo>
                  <a:lnTo>
                    <a:pt x="95" y="28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2" name="Freeform 84">
              <a:extLst>
                <a:ext uri="{FF2B5EF4-FFF2-40B4-BE49-F238E27FC236}">
                  <a16:creationId xmlns:a16="http://schemas.microsoft.com/office/drawing/2014/main" id="{11617BEB-A6E0-44EE-A103-E6F80F2CF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6" y="2427"/>
              <a:ext cx="148" cy="428"/>
            </a:xfrm>
            <a:custGeom>
              <a:avLst/>
              <a:gdLst>
                <a:gd name="T0" fmla="*/ 22 w 117"/>
                <a:gd name="T1" fmla="*/ 45 h 338"/>
                <a:gd name="T2" fmla="*/ 73 w 117"/>
                <a:gd name="T3" fmla="*/ 1 h 338"/>
                <a:gd name="T4" fmla="*/ 100 w 117"/>
                <a:gd name="T5" fmla="*/ 108 h 338"/>
                <a:gd name="T6" fmla="*/ 54 w 117"/>
                <a:gd name="T7" fmla="*/ 338 h 338"/>
                <a:gd name="T8" fmla="*/ 0 w 117"/>
                <a:gd name="T9" fmla="*/ 337 h 338"/>
                <a:gd name="T10" fmla="*/ 22 w 117"/>
                <a:gd name="T11" fmla="*/ 45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7" h="338">
                  <a:moveTo>
                    <a:pt x="22" y="45"/>
                  </a:moveTo>
                  <a:cubicBezTo>
                    <a:pt x="23" y="15"/>
                    <a:pt x="52" y="0"/>
                    <a:pt x="73" y="1"/>
                  </a:cubicBezTo>
                  <a:cubicBezTo>
                    <a:pt x="106" y="2"/>
                    <a:pt x="117" y="51"/>
                    <a:pt x="100" y="108"/>
                  </a:cubicBezTo>
                  <a:cubicBezTo>
                    <a:pt x="83" y="165"/>
                    <a:pt x="54" y="338"/>
                    <a:pt x="54" y="338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0" y="337"/>
                    <a:pt x="14" y="132"/>
                    <a:pt x="22" y="45"/>
                  </a:cubicBez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3" name="Freeform 85">
              <a:extLst>
                <a:ext uri="{FF2B5EF4-FFF2-40B4-BE49-F238E27FC236}">
                  <a16:creationId xmlns:a16="http://schemas.microsoft.com/office/drawing/2014/main" id="{B0E0ACC0-6B2A-43DC-86E2-367903CC8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1965"/>
              <a:ext cx="285" cy="333"/>
            </a:xfrm>
            <a:custGeom>
              <a:avLst/>
              <a:gdLst>
                <a:gd name="T0" fmla="*/ 38 w 226"/>
                <a:gd name="T1" fmla="*/ 28 h 263"/>
                <a:gd name="T2" fmla="*/ 21 w 226"/>
                <a:gd name="T3" fmla="*/ 129 h 263"/>
                <a:gd name="T4" fmla="*/ 139 w 226"/>
                <a:gd name="T5" fmla="*/ 230 h 263"/>
                <a:gd name="T6" fmla="*/ 201 w 226"/>
                <a:gd name="T7" fmla="*/ 160 h 263"/>
                <a:gd name="T8" fmla="*/ 90 w 226"/>
                <a:gd name="T9" fmla="*/ 19 h 263"/>
                <a:gd name="T10" fmla="*/ 38 w 226"/>
                <a:gd name="T11" fmla="*/ 28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6" h="263">
                  <a:moveTo>
                    <a:pt x="38" y="28"/>
                  </a:moveTo>
                  <a:cubicBezTo>
                    <a:pt x="20" y="56"/>
                    <a:pt x="0" y="109"/>
                    <a:pt x="21" y="129"/>
                  </a:cubicBezTo>
                  <a:cubicBezTo>
                    <a:pt x="35" y="144"/>
                    <a:pt x="115" y="196"/>
                    <a:pt x="139" y="230"/>
                  </a:cubicBezTo>
                  <a:cubicBezTo>
                    <a:pt x="163" y="263"/>
                    <a:pt x="226" y="214"/>
                    <a:pt x="201" y="160"/>
                  </a:cubicBezTo>
                  <a:cubicBezTo>
                    <a:pt x="176" y="106"/>
                    <a:pt x="114" y="39"/>
                    <a:pt x="90" y="19"/>
                  </a:cubicBezTo>
                  <a:cubicBezTo>
                    <a:pt x="66" y="0"/>
                    <a:pt x="38" y="28"/>
                    <a:pt x="38" y="2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4" name="Freeform 86">
              <a:extLst>
                <a:ext uri="{FF2B5EF4-FFF2-40B4-BE49-F238E27FC236}">
                  <a16:creationId xmlns:a16="http://schemas.microsoft.com/office/drawing/2014/main" id="{F666F691-5460-484C-A74B-61182B366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9" y="1993"/>
              <a:ext cx="100" cy="89"/>
            </a:xfrm>
            <a:custGeom>
              <a:avLst/>
              <a:gdLst>
                <a:gd name="T0" fmla="*/ 50 w 79"/>
                <a:gd name="T1" fmla="*/ 23 h 70"/>
                <a:gd name="T2" fmla="*/ 73 w 79"/>
                <a:gd name="T3" fmla="*/ 63 h 70"/>
                <a:gd name="T4" fmla="*/ 29 w 79"/>
                <a:gd name="T5" fmla="*/ 47 h 70"/>
                <a:gd name="T6" fmla="*/ 6 w 79"/>
                <a:gd name="T7" fmla="*/ 7 h 70"/>
                <a:gd name="T8" fmla="*/ 50 w 79"/>
                <a:gd name="T9" fmla="*/ 23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70">
                  <a:moveTo>
                    <a:pt x="50" y="23"/>
                  </a:moveTo>
                  <a:cubicBezTo>
                    <a:pt x="68" y="39"/>
                    <a:pt x="79" y="57"/>
                    <a:pt x="73" y="63"/>
                  </a:cubicBezTo>
                  <a:cubicBezTo>
                    <a:pt x="67" y="70"/>
                    <a:pt x="48" y="63"/>
                    <a:pt x="29" y="47"/>
                  </a:cubicBezTo>
                  <a:cubicBezTo>
                    <a:pt x="11" y="31"/>
                    <a:pt x="0" y="13"/>
                    <a:pt x="6" y="7"/>
                  </a:cubicBezTo>
                  <a:cubicBezTo>
                    <a:pt x="11" y="0"/>
                    <a:pt x="31" y="7"/>
                    <a:pt x="50" y="2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5" name="Freeform 87">
              <a:extLst>
                <a:ext uri="{FF2B5EF4-FFF2-40B4-BE49-F238E27FC236}">
                  <a16:creationId xmlns:a16="http://schemas.microsoft.com/office/drawing/2014/main" id="{2CF0EA8A-6499-4CCA-A00B-7A553771C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3" y="2439"/>
              <a:ext cx="187" cy="166"/>
            </a:xfrm>
            <a:custGeom>
              <a:avLst/>
              <a:gdLst>
                <a:gd name="T0" fmla="*/ 110 w 148"/>
                <a:gd name="T1" fmla="*/ 73 h 131"/>
                <a:gd name="T2" fmla="*/ 33 w 148"/>
                <a:gd name="T3" fmla="*/ 39 h 131"/>
                <a:gd name="T4" fmla="*/ 39 w 148"/>
                <a:gd name="T5" fmla="*/ 7 h 131"/>
                <a:gd name="T6" fmla="*/ 6 w 148"/>
                <a:gd name="T7" fmla="*/ 0 h 131"/>
                <a:gd name="T8" fmla="*/ 3 w 148"/>
                <a:gd name="T9" fmla="*/ 65 h 131"/>
                <a:gd name="T10" fmla="*/ 96 w 148"/>
                <a:gd name="T11" fmla="*/ 86 h 131"/>
                <a:gd name="T12" fmla="*/ 108 w 148"/>
                <a:gd name="T13" fmla="*/ 94 h 131"/>
                <a:gd name="T14" fmla="*/ 111 w 148"/>
                <a:gd name="T15" fmla="*/ 118 h 131"/>
                <a:gd name="T16" fmla="*/ 140 w 148"/>
                <a:gd name="T17" fmla="*/ 110 h 131"/>
                <a:gd name="T18" fmla="*/ 135 w 148"/>
                <a:gd name="T19" fmla="*/ 85 h 131"/>
                <a:gd name="T20" fmla="*/ 142 w 148"/>
                <a:gd name="T21" fmla="*/ 95 h 131"/>
                <a:gd name="T22" fmla="*/ 144 w 148"/>
                <a:gd name="T23" fmla="*/ 91 h 131"/>
                <a:gd name="T24" fmla="*/ 136 w 148"/>
                <a:gd name="T25" fmla="*/ 77 h 131"/>
                <a:gd name="T26" fmla="*/ 110 w 148"/>
                <a:gd name="T27" fmla="*/ 73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131">
                  <a:moveTo>
                    <a:pt x="110" y="73"/>
                  </a:moveTo>
                  <a:cubicBezTo>
                    <a:pt x="92" y="67"/>
                    <a:pt x="33" y="39"/>
                    <a:pt x="33" y="39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" y="19"/>
                    <a:pt x="0" y="60"/>
                    <a:pt x="3" y="65"/>
                  </a:cubicBezTo>
                  <a:cubicBezTo>
                    <a:pt x="7" y="71"/>
                    <a:pt x="29" y="75"/>
                    <a:pt x="96" y="86"/>
                  </a:cubicBezTo>
                  <a:cubicBezTo>
                    <a:pt x="96" y="86"/>
                    <a:pt x="104" y="86"/>
                    <a:pt x="108" y="94"/>
                  </a:cubicBezTo>
                  <a:cubicBezTo>
                    <a:pt x="109" y="97"/>
                    <a:pt x="111" y="114"/>
                    <a:pt x="111" y="118"/>
                  </a:cubicBezTo>
                  <a:cubicBezTo>
                    <a:pt x="114" y="131"/>
                    <a:pt x="142" y="123"/>
                    <a:pt x="140" y="110"/>
                  </a:cubicBezTo>
                  <a:cubicBezTo>
                    <a:pt x="139" y="106"/>
                    <a:pt x="137" y="86"/>
                    <a:pt x="135" y="85"/>
                  </a:cubicBezTo>
                  <a:cubicBezTo>
                    <a:pt x="133" y="84"/>
                    <a:pt x="135" y="85"/>
                    <a:pt x="142" y="95"/>
                  </a:cubicBezTo>
                  <a:cubicBezTo>
                    <a:pt x="142" y="95"/>
                    <a:pt x="148" y="97"/>
                    <a:pt x="144" y="91"/>
                  </a:cubicBezTo>
                  <a:cubicBezTo>
                    <a:pt x="141" y="84"/>
                    <a:pt x="140" y="80"/>
                    <a:pt x="136" y="77"/>
                  </a:cubicBezTo>
                  <a:cubicBezTo>
                    <a:pt x="131" y="75"/>
                    <a:pt x="110" y="73"/>
                    <a:pt x="110" y="73"/>
                  </a:cubicBez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6" name="Freeform 88">
              <a:extLst>
                <a:ext uri="{FF2B5EF4-FFF2-40B4-BE49-F238E27FC236}">
                  <a16:creationId xmlns:a16="http://schemas.microsoft.com/office/drawing/2014/main" id="{613165CB-DC7F-4A11-A110-843C54E73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2011"/>
              <a:ext cx="258" cy="276"/>
            </a:xfrm>
            <a:custGeom>
              <a:avLst/>
              <a:gdLst>
                <a:gd name="T0" fmla="*/ 30 w 204"/>
                <a:gd name="T1" fmla="*/ 0 h 218"/>
                <a:gd name="T2" fmla="*/ 19 w 204"/>
                <a:gd name="T3" fmla="*/ 91 h 218"/>
                <a:gd name="T4" fmla="*/ 137 w 204"/>
                <a:gd name="T5" fmla="*/ 191 h 218"/>
                <a:gd name="T6" fmla="*/ 204 w 204"/>
                <a:gd name="T7" fmla="*/ 153 h 218"/>
                <a:gd name="T8" fmla="*/ 162 w 204"/>
                <a:gd name="T9" fmla="*/ 141 h 218"/>
                <a:gd name="T10" fmla="*/ 30 w 204"/>
                <a:gd name="T11" fmla="*/ 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4" h="218">
                  <a:moveTo>
                    <a:pt x="30" y="0"/>
                  </a:moveTo>
                  <a:cubicBezTo>
                    <a:pt x="14" y="28"/>
                    <a:pt x="0" y="73"/>
                    <a:pt x="19" y="91"/>
                  </a:cubicBezTo>
                  <a:cubicBezTo>
                    <a:pt x="33" y="106"/>
                    <a:pt x="113" y="158"/>
                    <a:pt x="137" y="191"/>
                  </a:cubicBezTo>
                  <a:cubicBezTo>
                    <a:pt x="157" y="218"/>
                    <a:pt x="200" y="192"/>
                    <a:pt x="204" y="153"/>
                  </a:cubicBezTo>
                  <a:cubicBezTo>
                    <a:pt x="191" y="151"/>
                    <a:pt x="177" y="147"/>
                    <a:pt x="162" y="141"/>
                  </a:cubicBezTo>
                  <a:cubicBezTo>
                    <a:pt x="22" y="89"/>
                    <a:pt x="26" y="49"/>
                    <a:pt x="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7" name="Freeform 89">
              <a:extLst>
                <a:ext uri="{FF2B5EF4-FFF2-40B4-BE49-F238E27FC236}">
                  <a16:creationId xmlns:a16="http://schemas.microsoft.com/office/drawing/2014/main" id="{D6A35D56-56F1-4ABE-BC0A-670DF4740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" y="2168"/>
              <a:ext cx="384" cy="277"/>
            </a:xfrm>
            <a:custGeom>
              <a:avLst/>
              <a:gdLst>
                <a:gd name="T0" fmla="*/ 209 w 303"/>
                <a:gd name="T1" fmla="*/ 18 h 219"/>
                <a:gd name="T2" fmla="*/ 171 w 303"/>
                <a:gd name="T3" fmla="*/ 0 h 219"/>
                <a:gd name="T4" fmla="*/ 19 w 303"/>
                <a:gd name="T5" fmla="*/ 125 h 219"/>
                <a:gd name="T6" fmla="*/ 106 w 303"/>
                <a:gd name="T7" fmla="*/ 183 h 219"/>
                <a:gd name="T8" fmla="*/ 159 w 303"/>
                <a:gd name="T9" fmla="*/ 146 h 219"/>
                <a:gd name="T10" fmla="*/ 220 w 303"/>
                <a:gd name="T11" fmla="*/ 219 h 219"/>
                <a:gd name="T12" fmla="*/ 251 w 303"/>
                <a:gd name="T13" fmla="*/ 183 h 219"/>
                <a:gd name="T14" fmla="*/ 303 w 303"/>
                <a:gd name="T15" fmla="*/ 171 h 219"/>
                <a:gd name="T16" fmla="*/ 252 w 303"/>
                <a:gd name="T17" fmla="*/ 91 h 219"/>
                <a:gd name="T18" fmla="*/ 209 w 303"/>
                <a:gd name="T19" fmla="*/ 18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3" h="219">
                  <a:moveTo>
                    <a:pt x="209" y="18"/>
                  </a:moveTo>
                  <a:cubicBezTo>
                    <a:pt x="192" y="10"/>
                    <a:pt x="171" y="0"/>
                    <a:pt x="171" y="0"/>
                  </a:cubicBezTo>
                  <a:cubicBezTo>
                    <a:pt x="171" y="0"/>
                    <a:pt x="94" y="22"/>
                    <a:pt x="19" y="125"/>
                  </a:cubicBezTo>
                  <a:cubicBezTo>
                    <a:pt x="0" y="152"/>
                    <a:pt x="82" y="203"/>
                    <a:pt x="106" y="183"/>
                  </a:cubicBezTo>
                  <a:cubicBezTo>
                    <a:pt x="106" y="183"/>
                    <a:pt x="149" y="156"/>
                    <a:pt x="159" y="146"/>
                  </a:cubicBezTo>
                  <a:cubicBezTo>
                    <a:pt x="159" y="146"/>
                    <a:pt x="213" y="212"/>
                    <a:pt x="220" y="219"/>
                  </a:cubicBezTo>
                  <a:cubicBezTo>
                    <a:pt x="220" y="219"/>
                    <a:pt x="226" y="201"/>
                    <a:pt x="251" y="183"/>
                  </a:cubicBezTo>
                  <a:cubicBezTo>
                    <a:pt x="277" y="165"/>
                    <a:pt x="298" y="161"/>
                    <a:pt x="303" y="171"/>
                  </a:cubicBezTo>
                  <a:cubicBezTo>
                    <a:pt x="252" y="91"/>
                    <a:pt x="252" y="91"/>
                    <a:pt x="252" y="91"/>
                  </a:cubicBezTo>
                  <a:cubicBezTo>
                    <a:pt x="252" y="91"/>
                    <a:pt x="247" y="36"/>
                    <a:pt x="209" y="1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8" name="Freeform 90">
              <a:extLst>
                <a:ext uri="{FF2B5EF4-FFF2-40B4-BE49-F238E27FC236}">
                  <a16:creationId xmlns:a16="http://schemas.microsoft.com/office/drawing/2014/main" id="{282F04CF-F984-4F04-90CD-832C66316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3" y="2193"/>
              <a:ext cx="224" cy="196"/>
            </a:xfrm>
            <a:custGeom>
              <a:avLst/>
              <a:gdLst>
                <a:gd name="T0" fmla="*/ 133 w 177"/>
                <a:gd name="T1" fmla="*/ 0 h 155"/>
                <a:gd name="T2" fmla="*/ 131 w 177"/>
                <a:gd name="T3" fmla="*/ 0 h 155"/>
                <a:gd name="T4" fmla="*/ 10 w 177"/>
                <a:gd name="T5" fmla="*/ 99 h 155"/>
                <a:gd name="T6" fmla="*/ 43 w 177"/>
                <a:gd name="T7" fmla="*/ 155 h 155"/>
                <a:gd name="T8" fmla="*/ 40 w 177"/>
                <a:gd name="T9" fmla="*/ 153 h 155"/>
                <a:gd name="T10" fmla="*/ 133 w 177"/>
                <a:gd name="T11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7" h="155">
                  <a:moveTo>
                    <a:pt x="133" y="0"/>
                  </a:moveTo>
                  <a:cubicBezTo>
                    <a:pt x="131" y="0"/>
                    <a:pt x="131" y="0"/>
                    <a:pt x="131" y="0"/>
                  </a:cubicBezTo>
                  <a:cubicBezTo>
                    <a:pt x="101" y="16"/>
                    <a:pt x="54" y="40"/>
                    <a:pt x="10" y="99"/>
                  </a:cubicBezTo>
                  <a:cubicBezTo>
                    <a:pt x="0" y="113"/>
                    <a:pt x="19" y="142"/>
                    <a:pt x="43" y="155"/>
                  </a:cubicBezTo>
                  <a:cubicBezTo>
                    <a:pt x="42" y="154"/>
                    <a:pt x="41" y="154"/>
                    <a:pt x="40" y="153"/>
                  </a:cubicBezTo>
                  <a:cubicBezTo>
                    <a:pt x="0" y="115"/>
                    <a:pt x="177" y="18"/>
                    <a:pt x="1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9" name="Freeform 91">
              <a:extLst>
                <a:ext uri="{FF2B5EF4-FFF2-40B4-BE49-F238E27FC236}">
                  <a16:creationId xmlns:a16="http://schemas.microsoft.com/office/drawing/2014/main" id="{46049A3D-0CD2-4B28-9CF3-C2CE7B6D4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8" y="2283"/>
              <a:ext cx="116" cy="149"/>
            </a:xfrm>
            <a:custGeom>
              <a:avLst/>
              <a:gdLst>
                <a:gd name="T0" fmla="*/ 63 w 92"/>
                <a:gd name="T1" fmla="*/ 19 h 118"/>
                <a:gd name="T2" fmla="*/ 0 w 92"/>
                <a:gd name="T3" fmla="*/ 55 h 118"/>
                <a:gd name="T4" fmla="*/ 61 w 92"/>
                <a:gd name="T5" fmla="*/ 118 h 118"/>
                <a:gd name="T6" fmla="*/ 76 w 92"/>
                <a:gd name="T7" fmla="*/ 102 h 118"/>
                <a:gd name="T8" fmla="*/ 61 w 92"/>
                <a:gd name="T9" fmla="*/ 118 h 118"/>
                <a:gd name="T10" fmla="*/ 63 w 92"/>
                <a:gd name="T11" fmla="*/ 19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118">
                  <a:moveTo>
                    <a:pt x="63" y="19"/>
                  </a:moveTo>
                  <a:cubicBezTo>
                    <a:pt x="33" y="38"/>
                    <a:pt x="0" y="55"/>
                    <a:pt x="0" y="55"/>
                  </a:cubicBezTo>
                  <a:cubicBezTo>
                    <a:pt x="0" y="55"/>
                    <a:pt x="54" y="111"/>
                    <a:pt x="61" y="118"/>
                  </a:cubicBezTo>
                  <a:cubicBezTo>
                    <a:pt x="61" y="118"/>
                    <a:pt x="58" y="118"/>
                    <a:pt x="76" y="102"/>
                  </a:cubicBezTo>
                  <a:cubicBezTo>
                    <a:pt x="76" y="102"/>
                    <a:pt x="61" y="118"/>
                    <a:pt x="61" y="118"/>
                  </a:cubicBezTo>
                  <a:cubicBezTo>
                    <a:pt x="40" y="54"/>
                    <a:pt x="92" y="0"/>
                    <a:pt x="63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00" name="Freeform 92">
              <a:extLst>
                <a:ext uri="{FF2B5EF4-FFF2-40B4-BE49-F238E27FC236}">
                  <a16:creationId xmlns:a16="http://schemas.microsoft.com/office/drawing/2014/main" id="{8EA1107D-512A-491F-B7B5-1832473B0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2459"/>
              <a:ext cx="364" cy="385"/>
            </a:xfrm>
            <a:custGeom>
              <a:avLst/>
              <a:gdLst>
                <a:gd name="T0" fmla="*/ 1 w 288"/>
                <a:gd name="T1" fmla="*/ 45 h 304"/>
                <a:gd name="T2" fmla="*/ 22 w 288"/>
                <a:gd name="T3" fmla="*/ 70 h 304"/>
                <a:gd name="T4" fmla="*/ 76 w 288"/>
                <a:gd name="T5" fmla="*/ 70 h 304"/>
                <a:gd name="T6" fmla="*/ 281 w 288"/>
                <a:gd name="T7" fmla="*/ 304 h 304"/>
                <a:gd name="T8" fmla="*/ 288 w 288"/>
                <a:gd name="T9" fmla="*/ 299 h 304"/>
                <a:gd name="T10" fmla="*/ 92 w 288"/>
                <a:gd name="T11" fmla="*/ 40 h 304"/>
                <a:gd name="T12" fmla="*/ 33 w 288"/>
                <a:gd name="T13" fmla="*/ 35 h 304"/>
                <a:gd name="T14" fmla="*/ 43 w 288"/>
                <a:gd name="T15" fmla="*/ 2 h 304"/>
                <a:gd name="T16" fmla="*/ 4 w 288"/>
                <a:gd name="T17" fmla="*/ 15 h 304"/>
                <a:gd name="T18" fmla="*/ 1 w 288"/>
                <a:gd name="T19" fmla="*/ 45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8" h="304">
                  <a:moveTo>
                    <a:pt x="1" y="45"/>
                  </a:moveTo>
                  <a:cubicBezTo>
                    <a:pt x="1" y="54"/>
                    <a:pt x="22" y="70"/>
                    <a:pt x="22" y="70"/>
                  </a:cubicBezTo>
                  <a:cubicBezTo>
                    <a:pt x="76" y="70"/>
                    <a:pt x="76" y="70"/>
                    <a:pt x="76" y="70"/>
                  </a:cubicBezTo>
                  <a:cubicBezTo>
                    <a:pt x="281" y="304"/>
                    <a:pt x="281" y="304"/>
                    <a:pt x="281" y="304"/>
                  </a:cubicBezTo>
                  <a:cubicBezTo>
                    <a:pt x="288" y="299"/>
                    <a:pt x="288" y="299"/>
                    <a:pt x="288" y="299"/>
                  </a:cubicBezTo>
                  <a:cubicBezTo>
                    <a:pt x="263" y="266"/>
                    <a:pt x="101" y="51"/>
                    <a:pt x="92" y="40"/>
                  </a:cubicBezTo>
                  <a:cubicBezTo>
                    <a:pt x="82" y="27"/>
                    <a:pt x="64" y="31"/>
                    <a:pt x="33" y="35"/>
                  </a:cubicBezTo>
                  <a:cubicBezTo>
                    <a:pt x="10" y="37"/>
                    <a:pt x="12" y="15"/>
                    <a:pt x="43" y="2"/>
                  </a:cubicBezTo>
                  <a:cubicBezTo>
                    <a:pt x="46" y="0"/>
                    <a:pt x="7" y="14"/>
                    <a:pt x="4" y="15"/>
                  </a:cubicBezTo>
                  <a:cubicBezTo>
                    <a:pt x="4" y="15"/>
                    <a:pt x="0" y="35"/>
                    <a:pt x="1" y="4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01" name="Freeform 93">
              <a:extLst>
                <a:ext uri="{FF2B5EF4-FFF2-40B4-BE49-F238E27FC236}">
                  <a16:creationId xmlns:a16="http://schemas.microsoft.com/office/drawing/2014/main" id="{36196B1F-5D9F-426F-B7B4-25EAFBEC8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6" y="2427"/>
              <a:ext cx="84" cy="433"/>
            </a:xfrm>
            <a:custGeom>
              <a:avLst/>
              <a:gdLst>
                <a:gd name="T0" fmla="*/ 67 w 67"/>
                <a:gd name="T1" fmla="*/ 1 h 342"/>
                <a:gd name="T2" fmla="*/ 22 w 67"/>
                <a:gd name="T3" fmla="*/ 45 h 342"/>
                <a:gd name="T4" fmla="*/ 0 w 67"/>
                <a:gd name="T5" fmla="*/ 342 h 342"/>
                <a:gd name="T6" fmla="*/ 18 w 67"/>
                <a:gd name="T7" fmla="*/ 342 h 342"/>
                <a:gd name="T8" fmla="*/ 39 w 67"/>
                <a:gd name="T9" fmla="*/ 54 h 342"/>
                <a:gd name="T10" fmla="*/ 67 w 67"/>
                <a:gd name="T11" fmla="*/ 1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" h="342">
                  <a:moveTo>
                    <a:pt x="67" y="1"/>
                  </a:moveTo>
                  <a:cubicBezTo>
                    <a:pt x="47" y="0"/>
                    <a:pt x="23" y="15"/>
                    <a:pt x="22" y="45"/>
                  </a:cubicBezTo>
                  <a:cubicBezTo>
                    <a:pt x="14" y="132"/>
                    <a:pt x="0" y="342"/>
                    <a:pt x="0" y="342"/>
                  </a:cubicBezTo>
                  <a:cubicBezTo>
                    <a:pt x="18" y="342"/>
                    <a:pt x="18" y="342"/>
                    <a:pt x="18" y="342"/>
                  </a:cubicBezTo>
                  <a:cubicBezTo>
                    <a:pt x="18" y="342"/>
                    <a:pt x="39" y="62"/>
                    <a:pt x="39" y="54"/>
                  </a:cubicBezTo>
                  <a:cubicBezTo>
                    <a:pt x="39" y="45"/>
                    <a:pt x="40" y="24"/>
                    <a:pt x="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02" name="Freeform 94">
              <a:extLst>
                <a:ext uri="{FF2B5EF4-FFF2-40B4-BE49-F238E27FC236}">
                  <a16:creationId xmlns:a16="http://schemas.microsoft.com/office/drawing/2014/main" id="{9D0EA156-1C38-4EC8-BE5E-8E132F7CB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7" y="2440"/>
              <a:ext cx="86" cy="100"/>
            </a:xfrm>
            <a:custGeom>
              <a:avLst/>
              <a:gdLst>
                <a:gd name="T0" fmla="*/ 0 w 86"/>
                <a:gd name="T1" fmla="*/ 92 h 100"/>
                <a:gd name="T2" fmla="*/ 86 w 86"/>
                <a:gd name="T3" fmla="*/ 0 h 100"/>
                <a:gd name="T4" fmla="*/ 60 w 86"/>
                <a:gd name="T5" fmla="*/ 100 h 100"/>
                <a:gd name="T6" fmla="*/ 0 w 86"/>
                <a:gd name="T7" fmla="*/ 92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100">
                  <a:moveTo>
                    <a:pt x="0" y="92"/>
                  </a:moveTo>
                  <a:lnTo>
                    <a:pt x="86" y="0"/>
                  </a:lnTo>
                  <a:lnTo>
                    <a:pt x="60" y="10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03" name="Freeform 95">
              <a:extLst>
                <a:ext uri="{FF2B5EF4-FFF2-40B4-BE49-F238E27FC236}">
                  <a16:creationId xmlns:a16="http://schemas.microsoft.com/office/drawing/2014/main" id="{763A471C-E5CF-4219-9189-F4A402DE6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7" y="2440"/>
              <a:ext cx="86" cy="100"/>
            </a:xfrm>
            <a:custGeom>
              <a:avLst/>
              <a:gdLst>
                <a:gd name="T0" fmla="*/ 0 w 86"/>
                <a:gd name="T1" fmla="*/ 92 h 100"/>
                <a:gd name="T2" fmla="*/ 86 w 86"/>
                <a:gd name="T3" fmla="*/ 0 h 100"/>
                <a:gd name="T4" fmla="*/ 60 w 86"/>
                <a:gd name="T5" fmla="*/ 100 h 100"/>
                <a:gd name="T6" fmla="*/ 0 w 86"/>
                <a:gd name="T7" fmla="*/ 92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100">
                  <a:moveTo>
                    <a:pt x="0" y="92"/>
                  </a:moveTo>
                  <a:lnTo>
                    <a:pt x="86" y="0"/>
                  </a:lnTo>
                  <a:lnTo>
                    <a:pt x="60" y="100"/>
                  </a:lnTo>
                  <a:lnTo>
                    <a:pt x="0" y="9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04" name="Freeform 96">
              <a:extLst>
                <a:ext uri="{FF2B5EF4-FFF2-40B4-BE49-F238E27FC236}">
                  <a16:creationId xmlns:a16="http://schemas.microsoft.com/office/drawing/2014/main" id="{8409CE57-3713-4C07-BEDB-A3ABADD62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5" y="2377"/>
              <a:ext cx="72" cy="64"/>
            </a:xfrm>
            <a:custGeom>
              <a:avLst/>
              <a:gdLst>
                <a:gd name="T0" fmla="*/ 23 w 57"/>
                <a:gd name="T1" fmla="*/ 14 h 51"/>
                <a:gd name="T2" fmla="*/ 0 w 57"/>
                <a:gd name="T3" fmla="*/ 44 h 51"/>
                <a:gd name="T4" fmla="*/ 2 w 57"/>
                <a:gd name="T5" fmla="*/ 51 h 51"/>
                <a:gd name="T6" fmla="*/ 32 w 57"/>
                <a:gd name="T7" fmla="*/ 14 h 51"/>
                <a:gd name="T8" fmla="*/ 23 w 57"/>
                <a:gd name="T9" fmla="*/ 14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1">
                  <a:moveTo>
                    <a:pt x="23" y="14"/>
                  </a:moveTo>
                  <a:cubicBezTo>
                    <a:pt x="4" y="25"/>
                    <a:pt x="0" y="44"/>
                    <a:pt x="0" y="44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7" y="29"/>
                    <a:pt x="32" y="14"/>
                  </a:cubicBezTo>
                  <a:cubicBezTo>
                    <a:pt x="57" y="0"/>
                    <a:pt x="23" y="14"/>
                    <a:pt x="23" y="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05" name="Freeform 97">
              <a:extLst>
                <a:ext uri="{FF2B5EF4-FFF2-40B4-BE49-F238E27FC236}">
                  <a16:creationId xmlns:a16="http://schemas.microsoft.com/office/drawing/2014/main" id="{DD8F04A5-46A5-4E5C-B46A-17683B3D4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2" y="2372"/>
              <a:ext cx="28" cy="31"/>
            </a:xfrm>
            <a:custGeom>
              <a:avLst/>
              <a:gdLst>
                <a:gd name="T0" fmla="*/ 22 w 22"/>
                <a:gd name="T1" fmla="*/ 10 h 25"/>
                <a:gd name="T2" fmla="*/ 11 w 22"/>
                <a:gd name="T3" fmla="*/ 21 h 25"/>
                <a:gd name="T4" fmla="*/ 0 w 22"/>
                <a:gd name="T5" fmla="*/ 0 h 25"/>
                <a:gd name="T6" fmla="*/ 11 w 22"/>
                <a:gd name="T7" fmla="*/ 0 h 25"/>
                <a:gd name="T8" fmla="*/ 16 w 22"/>
                <a:gd name="T9" fmla="*/ 1 h 25"/>
                <a:gd name="T10" fmla="*/ 22 w 22"/>
                <a:gd name="T11" fmla="*/ 1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25">
                  <a:moveTo>
                    <a:pt x="22" y="10"/>
                  </a:moveTo>
                  <a:cubicBezTo>
                    <a:pt x="22" y="10"/>
                    <a:pt x="19" y="17"/>
                    <a:pt x="11" y="21"/>
                  </a:cubicBezTo>
                  <a:cubicBezTo>
                    <a:pt x="3" y="25"/>
                    <a:pt x="0" y="0"/>
                    <a:pt x="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6" y="1"/>
                    <a:pt x="16" y="1"/>
                    <a:pt x="16" y="1"/>
                  </a:cubicBezTo>
                  <a:lnTo>
                    <a:pt x="22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06" name="Freeform 98">
              <a:extLst>
                <a:ext uri="{FF2B5EF4-FFF2-40B4-BE49-F238E27FC236}">
                  <a16:creationId xmlns:a16="http://schemas.microsoft.com/office/drawing/2014/main" id="{3EC448A1-930D-484E-A17A-715F75B46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8" y="2258"/>
              <a:ext cx="262" cy="167"/>
            </a:xfrm>
            <a:custGeom>
              <a:avLst/>
              <a:gdLst>
                <a:gd name="T0" fmla="*/ 207 w 207"/>
                <a:gd name="T1" fmla="*/ 20 h 132"/>
                <a:gd name="T2" fmla="*/ 179 w 207"/>
                <a:gd name="T3" fmla="*/ 9 h 132"/>
                <a:gd name="T4" fmla="*/ 87 w 207"/>
                <a:gd name="T5" fmla="*/ 54 h 132"/>
                <a:gd name="T6" fmla="*/ 29 w 207"/>
                <a:gd name="T7" fmla="*/ 91 h 132"/>
                <a:gd name="T8" fmla="*/ 0 w 207"/>
                <a:gd name="T9" fmla="*/ 132 h 132"/>
                <a:gd name="T10" fmla="*/ 26 w 207"/>
                <a:gd name="T11" fmla="*/ 130 h 132"/>
                <a:gd name="T12" fmla="*/ 33 w 207"/>
                <a:gd name="T13" fmla="*/ 94 h 132"/>
                <a:gd name="T14" fmla="*/ 162 w 207"/>
                <a:gd name="T15" fmla="*/ 17 h 132"/>
                <a:gd name="T16" fmla="*/ 207 w 207"/>
                <a:gd name="T17" fmla="*/ 2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7" h="132">
                  <a:moveTo>
                    <a:pt x="207" y="20"/>
                  </a:moveTo>
                  <a:cubicBezTo>
                    <a:pt x="198" y="12"/>
                    <a:pt x="191" y="4"/>
                    <a:pt x="179" y="9"/>
                  </a:cubicBezTo>
                  <a:cubicBezTo>
                    <a:pt x="167" y="14"/>
                    <a:pt x="109" y="41"/>
                    <a:pt x="87" y="54"/>
                  </a:cubicBezTo>
                  <a:cubicBezTo>
                    <a:pt x="64" y="67"/>
                    <a:pt x="34" y="85"/>
                    <a:pt x="29" y="91"/>
                  </a:cubicBezTo>
                  <a:cubicBezTo>
                    <a:pt x="23" y="97"/>
                    <a:pt x="15" y="98"/>
                    <a:pt x="0" y="132"/>
                  </a:cubicBezTo>
                  <a:cubicBezTo>
                    <a:pt x="0" y="132"/>
                    <a:pt x="7" y="125"/>
                    <a:pt x="26" y="130"/>
                  </a:cubicBezTo>
                  <a:cubicBezTo>
                    <a:pt x="26" y="130"/>
                    <a:pt x="6" y="123"/>
                    <a:pt x="33" y="94"/>
                  </a:cubicBezTo>
                  <a:cubicBezTo>
                    <a:pt x="56" y="68"/>
                    <a:pt x="139" y="23"/>
                    <a:pt x="162" y="17"/>
                  </a:cubicBezTo>
                  <a:cubicBezTo>
                    <a:pt x="178" y="13"/>
                    <a:pt x="190" y="0"/>
                    <a:pt x="207" y="2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07" name="Freeform 99">
              <a:extLst>
                <a:ext uri="{FF2B5EF4-FFF2-40B4-BE49-F238E27FC236}">
                  <a16:creationId xmlns:a16="http://schemas.microsoft.com/office/drawing/2014/main" id="{C0BF5C13-3640-40E5-B875-2C09B5718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9" y="2340"/>
              <a:ext cx="116" cy="49"/>
            </a:xfrm>
            <a:custGeom>
              <a:avLst/>
              <a:gdLst>
                <a:gd name="T0" fmla="*/ 92 w 92"/>
                <a:gd name="T1" fmla="*/ 29 h 39"/>
                <a:gd name="T2" fmla="*/ 0 w 92"/>
                <a:gd name="T3" fmla="*/ 39 h 39"/>
                <a:gd name="T4" fmla="*/ 44 w 92"/>
                <a:gd name="T5" fmla="*/ 0 h 39"/>
                <a:gd name="T6" fmla="*/ 92 w 92"/>
                <a:gd name="T7" fmla="*/ 2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2" h="39">
                  <a:moveTo>
                    <a:pt x="92" y="29"/>
                  </a:moveTo>
                  <a:cubicBezTo>
                    <a:pt x="92" y="29"/>
                    <a:pt x="14" y="19"/>
                    <a:pt x="0" y="39"/>
                  </a:cubicBezTo>
                  <a:cubicBezTo>
                    <a:pt x="0" y="34"/>
                    <a:pt x="12" y="17"/>
                    <a:pt x="44" y="0"/>
                  </a:cubicBezTo>
                  <a:cubicBezTo>
                    <a:pt x="55" y="9"/>
                    <a:pt x="92" y="29"/>
                    <a:pt x="92" y="2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08" name="Freeform 100">
              <a:extLst>
                <a:ext uri="{FF2B5EF4-FFF2-40B4-BE49-F238E27FC236}">
                  <a16:creationId xmlns:a16="http://schemas.microsoft.com/office/drawing/2014/main" id="{89B35DAE-634A-481D-83C2-2C5BA5851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" y="2359"/>
              <a:ext cx="63" cy="119"/>
            </a:xfrm>
            <a:custGeom>
              <a:avLst/>
              <a:gdLst>
                <a:gd name="T0" fmla="*/ 18 w 50"/>
                <a:gd name="T1" fmla="*/ 14 h 94"/>
                <a:gd name="T2" fmla="*/ 36 w 50"/>
                <a:gd name="T3" fmla="*/ 0 h 94"/>
                <a:gd name="T4" fmla="*/ 50 w 50"/>
                <a:gd name="T5" fmla="*/ 77 h 94"/>
                <a:gd name="T6" fmla="*/ 7 w 50"/>
                <a:gd name="T7" fmla="*/ 94 h 94"/>
                <a:gd name="T8" fmla="*/ 18 w 50"/>
                <a:gd name="T9" fmla="*/ 1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94">
                  <a:moveTo>
                    <a:pt x="18" y="14"/>
                  </a:moveTo>
                  <a:cubicBezTo>
                    <a:pt x="18" y="14"/>
                    <a:pt x="30" y="8"/>
                    <a:pt x="36" y="0"/>
                  </a:cubicBezTo>
                  <a:cubicBezTo>
                    <a:pt x="36" y="0"/>
                    <a:pt x="14" y="57"/>
                    <a:pt x="50" y="77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94"/>
                    <a:pt x="0" y="36"/>
                    <a:pt x="18" y="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09" name="Freeform 101">
              <a:extLst>
                <a:ext uri="{FF2B5EF4-FFF2-40B4-BE49-F238E27FC236}">
                  <a16:creationId xmlns:a16="http://schemas.microsoft.com/office/drawing/2014/main" id="{06E297CD-FD35-494D-A380-218A778728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2" y="2503"/>
              <a:ext cx="66" cy="51"/>
            </a:xfrm>
            <a:custGeom>
              <a:avLst/>
              <a:gdLst>
                <a:gd name="T0" fmla="*/ 13 w 52"/>
                <a:gd name="T1" fmla="*/ 40 h 40"/>
                <a:gd name="T2" fmla="*/ 52 w 52"/>
                <a:gd name="T3" fmla="*/ 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2" h="40">
                  <a:moveTo>
                    <a:pt x="13" y="40"/>
                  </a:moveTo>
                  <a:cubicBezTo>
                    <a:pt x="0" y="25"/>
                    <a:pt x="39" y="0"/>
                    <a:pt x="52" y="7"/>
                  </a:cubicBezTo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10" name="Freeform 102">
              <a:extLst>
                <a:ext uri="{FF2B5EF4-FFF2-40B4-BE49-F238E27FC236}">
                  <a16:creationId xmlns:a16="http://schemas.microsoft.com/office/drawing/2014/main" id="{776599B9-884D-4BDF-8D77-F4F746A59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5" y="2229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11" name="Freeform 103">
              <a:extLst>
                <a:ext uri="{FF2B5EF4-FFF2-40B4-BE49-F238E27FC236}">
                  <a16:creationId xmlns:a16="http://schemas.microsoft.com/office/drawing/2014/main" id="{AB740324-0BF3-4FAF-ACB3-BBCB4440C7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4" y="2153"/>
              <a:ext cx="225" cy="225"/>
            </a:xfrm>
            <a:custGeom>
              <a:avLst/>
              <a:gdLst>
                <a:gd name="T0" fmla="*/ 155 w 178"/>
                <a:gd name="T1" fmla="*/ 130 h 178"/>
                <a:gd name="T2" fmla="*/ 47 w 178"/>
                <a:gd name="T3" fmla="*/ 155 h 178"/>
                <a:gd name="T4" fmla="*/ 23 w 178"/>
                <a:gd name="T5" fmla="*/ 47 h 178"/>
                <a:gd name="T6" fmla="*/ 130 w 178"/>
                <a:gd name="T7" fmla="*/ 22 h 178"/>
                <a:gd name="T8" fmla="*/ 155 w 178"/>
                <a:gd name="T9" fmla="*/ 13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178">
                  <a:moveTo>
                    <a:pt x="155" y="130"/>
                  </a:moveTo>
                  <a:cubicBezTo>
                    <a:pt x="132" y="167"/>
                    <a:pt x="84" y="178"/>
                    <a:pt x="47" y="155"/>
                  </a:cubicBezTo>
                  <a:cubicBezTo>
                    <a:pt x="11" y="132"/>
                    <a:pt x="0" y="84"/>
                    <a:pt x="23" y="47"/>
                  </a:cubicBezTo>
                  <a:cubicBezTo>
                    <a:pt x="45" y="11"/>
                    <a:pt x="94" y="0"/>
                    <a:pt x="130" y="22"/>
                  </a:cubicBezTo>
                  <a:cubicBezTo>
                    <a:pt x="167" y="45"/>
                    <a:pt x="178" y="93"/>
                    <a:pt x="155" y="1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12" name="Freeform 104">
              <a:extLst>
                <a:ext uri="{FF2B5EF4-FFF2-40B4-BE49-F238E27FC236}">
                  <a16:creationId xmlns:a16="http://schemas.microsoft.com/office/drawing/2014/main" id="{AD25758B-0BF2-413E-8B59-76ECD100BD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5" y="2153"/>
              <a:ext cx="171" cy="201"/>
            </a:xfrm>
            <a:custGeom>
              <a:avLst/>
              <a:gdLst>
                <a:gd name="T0" fmla="*/ 33 w 135"/>
                <a:gd name="T1" fmla="*/ 55 h 159"/>
                <a:gd name="T2" fmla="*/ 135 w 135"/>
                <a:gd name="T3" fmla="*/ 27 h 159"/>
                <a:gd name="T4" fmla="*/ 130 w 135"/>
                <a:gd name="T5" fmla="*/ 23 h 159"/>
                <a:gd name="T6" fmla="*/ 23 w 135"/>
                <a:gd name="T7" fmla="*/ 48 h 159"/>
                <a:gd name="T8" fmla="*/ 47 w 135"/>
                <a:gd name="T9" fmla="*/ 156 h 159"/>
                <a:gd name="T10" fmla="*/ 53 w 135"/>
                <a:gd name="T11" fmla="*/ 159 h 159"/>
                <a:gd name="T12" fmla="*/ 33 w 135"/>
                <a:gd name="T13" fmla="*/ 5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" h="159">
                  <a:moveTo>
                    <a:pt x="33" y="55"/>
                  </a:moveTo>
                  <a:cubicBezTo>
                    <a:pt x="55" y="20"/>
                    <a:pt x="100" y="8"/>
                    <a:pt x="135" y="27"/>
                  </a:cubicBezTo>
                  <a:cubicBezTo>
                    <a:pt x="134" y="25"/>
                    <a:pt x="132" y="24"/>
                    <a:pt x="130" y="23"/>
                  </a:cubicBezTo>
                  <a:cubicBezTo>
                    <a:pt x="94" y="0"/>
                    <a:pt x="45" y="11"/>
                    <a:pt x="23" y="48"/>
                  </a:cubicBezTo>
                  <a:cubicBezTo>
                    <a:pt x="0" y="85"/>
                    <a:pt x="11" y="133"/>
                    <a:pt x="47" y="156"/>
                  </a:cubicBezTo>
                  <a:cubicBezTo>
                    <a:pt x="49" y="157"/>
                    <a:pt x="51" y="158"/>
                    <a:pt x="53" y="159"/>
                  </a:cubicBezTo>
                  <a:cubicBezTo>
                    <a:pt x="21" y="135"/>
                    <a:pt x="12" y="89"/>
                    <a:pt x="33" y="55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13" name="Freeform 105">
              <a:extLst>
                <a:ext uri="{FF2B5EF4-FFF2-40B4-BE49-F238E27FC236}">
                  <a16:creationId xmlns:a16="http://schemas.microsoft.com/office/drawing/2014/main" id="{395E64C6-75D8-47CB-89F5-7284C5795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1" y="2198"/>
              <a:ext cx="66" cy="44"/>
            </a:xfrm>
            <a:custGeom>
              <a:avLst/>
              <a:gdLst>
                <a:gd name="T0" fmla="*/ 13 w 52"/>
                <a:gd name="T1" fmla="*/ 0 h 35"/>
                <a:gd name="T2" fmla="*/ 0 w 52"/>
                <a:gd name="T3" fmla="*/ 16 h 35"/>
                <a:gd name="T4" fmla="*/ 5 w 52"/>
                <a:gd name="T5" fmla="*/ 35 h 35"/>
                <a:gd name="T6" fmla="*/ 40 w 52"/>
                <a:gd name="T7" fmla="*/ 35 h 35"/>
                <a:gd name="T8" fmla="*/ 52 w 52"/>
                <a:gd name="T9" fmla="*/ 24 h 35"/>
                <a:gd name="T10" fmla="*/ 44 w 52"/>
                <a:gd name="T11" fmla="*/ 9 h 35"/>
                <a:gd name="T12" fmla="*/ 13 w 52"/>
                <a:gd name="T13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35">
                  <a:moveTo>
                    <a:pt x="13" y="0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52" y="24"/>
                    <a:pt x="50" y="15"/>
                    <a:pt x="44" y="9"/>
                  </a:cubicBezTo>
                  <a:cubicBezTo>
                    <a:pt x="39" y="4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14" name="Freeform 106">
              <a:extLst>
                <a:ext uri="{FF2B5EF4-FFF2-40B4-BE49-F238E27FC236}">
                  <a16:creationId xmlns:a16="http://schemas.microsoft.com/office/drawing/2014/main" id="{A03D7483-634B-4BDD-B672-15B3D6315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8" y="2173"/>
              <a:ext cx="57" cy="19"/>
            </a:xfrm>
            <a:custGeom>
              <a:avLst/>
              <a:gdLst>
                <a:gd name="T0" fmla="*/ 40 w 45"/>
                <a:gd name="T1" fmla="*/ 2 h 15"/>
                <a:gd name="T2" fmla="*/ 0 w 45"/>
                <a:gd name="T3" fmla="*/ 10 h 15"/>
                <a:gd name="T4" fmla="*/ 1 w 45"/>
                <a:gd name="T5" fmla="*/ 13 h 15"/>
                <a:gd name="T6" fmla="*/ 45 w 45"/>
                <a:gd name="T7" fmla="*/ 15 h 15"/>
                <a:gd name="T8" fmla="*/ 40 w 45"/>
                <a:gd name="T9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15">
                  <a:moveTo>
                    <a:pt x="40" y="2"/>
                  </a:moveTo>
                  <a:cubicBezTo>
                    <a:pt x="28" y="0"/>
                    <a:pt x="7" y="6"/>
                    <a:pt x="0" y="10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45" y="15"/>
                    <a:pt x="45" y="15"/>
                    <a:pt x="45" y="15"/>
                  </a:cubicBezTo>
                  <a:lnTo>
                    <a:pt x="40" y="2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15" name="Freeform 107">
              <a:extLst>
                <a:ext uri="{FF2B5EF4-FFF2-40B4-BE49-F238E27FC236}">
                  <a16:creationId xmlns:a16="http://schemas.microsoft.com/office/drawing/2014/main" id="{18F7DB30-C6D4-481F-A391-1FAC2AA9C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3" y="2204"/>
              <a:ext cx="51" cy="89"/>
            </a:xfrm>
            <a:custGeom>
              <a:avLst/>
              <a:gdLst>
                <a:gd name="T0" fmla="*/ 6 w 41"/>
                <a:gd name="T1" fmla="*/ 70 h 70"/>
                <a:gd name="T2" fmla="*/ 9 w 41"/>
                <a:gd name="T3" fmla="*/ 27 h 70"/>
                <a:gd name="T4" fmla="*/ 41 w 41"/>
                <a:gd name="T5" fmla="*/ 0 h 70"/>
                <a:gd name="T6" fmla="*/ 30 w 41"/>
                <a:gd name="T7" fmla="*/ 38 h 70"/>
                <a:gd name="T8" fmla="*/ 6 w 41"/>
                <a:gd name="T9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70">
                  <a:moveTo>
                    <a:pt x="6" y="70"/>
                  </a:moveTo>
                  <a:cubicBezTo>
                    <a:pt x="0" y="59"/>
                    <a:pt x="0" y="41"/>
                    <a:pt x="9" y="27"/>
                  </a:cubicBezTo>
                  <a:cubicBezTo>
                    <a:pt x="18" y="12"/>
                    <a:pt x="41" y="0"/>
                    <a:pt x="41" y="0"/>
                  </a:cubicBezTo>
                  <a:cubicBezTo>
                    <a:pt x="30" y="38"/>
                    <a:pt x="30" y="38"/>
                    <a:pt x="30" y="38"/>
                  </a:cubicBezTo>
                  <a:lnTo>
                    <a:pt x="6" y="7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16" name="Freeform 108">
              <a:extLst>
                <a:ext uri="{FF2B5EF4-FFF2-40B4-BE49-F238E27FC236}">
                  <a16:creationId xmlns:a16="http://schemas.microsoft.com/office/drawing/2014/main" id="{D93234F4-631D-4042-ACF7-9A061DEE8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1" y="2249"/>
              <a:ext cx="79" cy="85"/>
            </a:xfrm>
            <a:custGeom>
              <a:avLst/>
              <a:gdLst>
                <a:gd name="T0" fmla="*/ 0 w 79"/>
                <a:gd name="T1" fmla="*/ 9 h 85"/>
                <a:gd name="T2" fmla="*/ 34 w 79"/>
                <a:gd name="T3" fmla="*/ 0 h 85"/>
                <a:gd name="T4" fmla="*/ 57 w 79"/>
                <a:gd name="T5" fmla="*/ 12 h 85"/>
                <a:gd name="T6" fmla="*/ 79 w 79"/>
                <a:gd name="T7" fmla="*/ 85 h 85"/>
                <a:gd name="T8" fmla="*/ 16 w 79"/>
                <a:gd name="T9" fmla="*/ 67 h 85"/>
                <a:gd name="T10" fmla="*/ 0 w 79"/>
                <a:gd name="T11" fmla="*/ 9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9" h="85">
                  <a:moveTo>
                    <a:pt x="0" y="9"/>
                  </a:moveTo>
                  <a:lnTo>
                    <a:pt x="34" y="0"/>
                  </a:lnTo>
                  <a:lnTo>
                    <a:pt x="57" y="12"/>
                  </a:lnTo>
                  <a:lnTo>
                    <a:pt x="79" y="85"/>
                  </a:lnTo>
                  <a:lnTo>
                    <a:pt x="16" y="67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17" name="Freeform 109">
              <a:extLst>
                <a:ext uri="{FF2B5EF4-FFF2-40B4-BE49-F238E27FC236}">
                  <a16:creationId xmlns:a16="http://schemas.microsoft.com/office/drawing/2014/main" id="{27F124C1-1333-4BE4-83BC-BE17011BD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" y="2315"/>
              <a:ext cx="65" cy="41"/>
            </a:xfrm>
            <a:custGeom>
              <a:avLst/>
              <a:gdLst>
                <a:gd name="T0" fmla="*/ 0 w 51"/>
                <a:gd name="T1" fmla="*/ 1 h 33"/>
                <a:gd name="T2" fmla="*/ 8 w 51"/>
                <a:gd name="T3" fmla="*/ 0 h 33"/>
                <a:gd name="T4" fmla="*/ 22 w 51"/>
                <a:gd name="T5" fmla="*/ 12 h 33"/>
                <a:gd name="T6" fmla="*/ 46 w 51"/>
                <a:gd name="T7" fmla="*/ 16 h 33"/>
                <a:gd name="T8" fmla="*/ 51 w 51"/>
                <a:gd name="T9" fmla="*/ 30 h 33"/>
                <a:gd name="T10" fmla="*/ 37 w 51"/>
                <a:gd name="T11" fmla="*/ 33 h 33"/>
                <a:gd name="T12" fmla="*/ 0 w 51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33">
                  <a:moveTo>
                    <a:pt x="0" y="1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51" y="30"/>
                    <a:pt x="51" y="30"/>
                    <a:pt x="51" y="30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7" y="33"/>
                    <a:pt x="17" y="25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18" name="Freeform 110">
              <a:extLst>
                <a:ext uri="{FF2B5EF4-FFF2-40B4-BE49-F238E27FC236}">
                  <a16:creationId xmlns:a16="http://schemas.microsoft.com/office/drawing/2014/main" id="{63B8673E-DA34-4846-B986-CE68A75CAD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4" y="2269"/>
              <a:ext cx="65" cy="86"/>
            </a:xfrm>
            <a:custGeom>
              <a:avLst/>
              <a:gdLst>
                <a:gd name="T0" fmla="*/ 47 w 51"/>
                <a:gd name="T1" fmla="*/ 0 h 68"/>
                <a:gd name="T2" fmla="*/ 0 w 51"/>
                <a:gd name="T3" fmla="*/ 68 h 68"/>
                <a:gd name="T4" fmla="*/ 4 w 51"/>
                <a:gd name="T5" fmla="*/ 59 h 68"/>
                <a:gd name="T6" fmla="*/ 33 w 51"/>
                <a:gd name="T7" fmla="*/ 20 h 68"/>
                <a:gd name="T8" fmla="*/ 38 w 51"/>
                <a:gd name="T9" fmla="*/ 6 h 68"/>
                <a:gd name="T10" fmla="*/ 47 w 51"/>
                <a:gd name="T11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68">
                  <a:moveTo>
                    <a:pt x="47" y="0"/>
                  </a:moveTo>
                  <a:cubicBezTo>
                    <a:pt x="51" y="19"/>
                    <a:pt x="30" y="57"/>
                    <a:pt x="0" y="6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38" y="6"/>
                    <a:pt x="38" y="6"/>
                    <a:pt x="38" y="6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19" name="Freeform 111">
              <a:extLst>
                <a:ext uri="{FF2B5EF4-FFF2-40B4-BE49-F238E27FC236}">
                  <a16:creationId xmlns:a16="http://schemas.microsoft.com/office/drawing/2014/main" id="{8BEA835C-9CA1-45FD-A721-5AF52CC89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" y="2191"/>
              <a:ext cx="66" cy="45"/>
            </a:xfrm>
            <a:custGeom>
              <a:avLst/>
              <a:gdLst>
                <a:gd name="T0" fmla="*/ 12 w 52"/>
                <a:gd name="T1" fmla="*/ 0 h 36"/>
                <a:gd name="T2" fmla="*/ 0 w 52"/>
                <a:gd name="T3" fmla="*/ 17 h 36"/>
                <a:gd name="T4" fmla="*/ 5 w 52"/>
                <a:gd name="T5" fmla="*/ 36 h 36"/>
                <a:gd name="T6" fmla="*/ 39 w 52"/>
                <a:gd name="T7" fmla="*/ 36 h 36"/>
                <a:gd name="T8" fmla="*/ 52 w 52"/>
                <a:gd name="T9" fmla="*/ 25 h 36"/>
                <a:gd name="T10" fmla="*/ 44 w 52"/>
                <a:gd name="T11" fmla="*/ 10 h 36"/>
                <a:gd name="T12" fmla="*/ 12 w 52"/>
                <a:gd name="T13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36">
                  <a:moveTo>
                    <a:pt x="12" y="0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0" y="15"/>
                    <a:pt x="44" y="10"/>
                  </a:cubicBezTo>
                  <a:cubicBezTo>
                    <a:pt x="38" y="5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20" name="Freeform 112">
              <a:extLst>
                <a:ext uri="{FF2B5EF4-FFF2-40B4-BE49-F238E27FC236}">
                  <a16:creationId xmlns:a16="http://schemas.microsoft.com/office/drawing/2014/main" id="{96EC8713-8D5B-4154-8DCA-4698F9D2B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1" y="2165"/>
              <a:ext cx="57" cy="19"/>
            </a:xfrm>
            <a:custGeom>
              <a:avLst/>
              <a:gdLst>
                <a:gd name="T0" fmla="*/ 40 w 45"/>
                <a:gd name="T1" fmla="*/ 2 h 15"/>
                <a:gd name="T2" fmla="*/ 0 w 45"/>
                <a:gd name="T3" fmla="*/ 10 h 15"/>
                <a:gd name="T4" fmla="*/ 1 w 45"/>
                <a:gd name="T5" fmla="*/ 12 h 15"/>
                <a:gd name="T6" fmla="*/ 45 w 45"/>
                <a:gd name="T7" fmla="*/ 15 h 15"/>
                <a:gd name="T8" fmla="*/ 40 w 45"/>
                <a:gd name="T9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15">
                  <a:moveTo>
                    <a:pt x="40" y="2"/>
                  </a:moveTo>
                  <a:cubicBezTo>
                    <a:pt x="28" y="0"/>
                    <a:pt x="7" y="6"/>
                    <a:pt x="0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45" y="15"/>
                    <a:pt x="45" y="15"/>
                    <a:pt x="45" y="15"/>
                  </a:cubicBezTo>
                  <a:lnTo>
                    <a:pt x="40" y="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21" name="Freeform 113">
              <a:extLst>
                <a:ext uri="{FF2B5EF4-FFF2-40B4-BE49-F238E27FC236}">
                  <a16:creationId xmlns:a16="http://schemas.microsoft.com/office/drawing/2014/main" id="{8814A1CB-139B-4CAB-9947-04E34DAED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5" y="2197"/>
              <a:ext cx="52" cy="89"/>
            </a:xfrm>
            <a:custGeom>
              <a:avLst/>
              <a:gdLst>
                <a:gd name="T0" fmla="*/ 6 w 41"/>
                <a:gd name="T1" fmla="*/ 70 h 70"/>
                <a:gd name="T2" fmla="*/ 9 w 41"/>
                <a:gd name="T3" fmla="*/ 26 h 70"/>
                <a:gd name="T4" fmla="*/ 41 w 41"/>
                <a:gd name="T5" fmla="*/ 0 h 70"/>
                <a:gd name="T6" fmla="*/ 30 w 41"/>
                <a:gd name="T7" fmla="*/ 37 h 70"/>
                <a:gd name="T8" fmla="*/ 6 w 41"/>
                <a:gd name="T9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70">
                  <a:moveTo>
                    <a:pt x="6" y="70"/>
                  </a:moveTo>
                  <a:cubicBezTo>
                    <a:pt x="0" y="59"/>
                    <a:pt x="0" y="41"/>
                    <a:pt x="9" y="26"/>
                  </a:cubicBezTo>
                  <a:cubicBezTo>
                    <a:pt x="18" y="12"/>
                    <a:pt x="41" y="0"/>
                    <a:pt x="41" y="0"/>
                  </a:cubicBezTo>
                  <a:cubicBezTo>
                    <a:pt x="30" y="37"/>
                    <a:pt x="30" y="37"/>
                    <a:pt x="30" y="37"/>
                  </a:cubicBezTo>
                  <a:lnTo>
                    <a:pt x="6" y="7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22" name="Freeform 114">
              <a:extLst>
                <a:ext uri="{FF2B5EF4-FFF2-40B4-BE49-F238E27FC236}">
                  <a16:creationId xmlns:a16="http://schemas.microsoft.com/office/drawing/2014/main" id="{AFF4B832-02C0-4428-A21B-17AE45B884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3" y="2241"/>
              <a:ext cx="80" cy="84"/>
            </a:xfrm>
            <a:custGeom>
              <a:avLst/>
              <a:gdLst>
                <a:gd name="T0" fmla="*/ 0 w 80"/>
                <a:gd name="T1" fmla="*/ 9 h 84"/>
                <a:gd name="T2" fmla="*/ 34 w 80"/>
                <a:gd name="T3" fmla="*/ 0 h 84"/>
                <a:gd name="T4" fmla="*/ 57 w 80"/>
                <a:gd name="T5" fmla="*/ 13 h 84"/>
                <a:gd name="T6" fmla="*/ 80 w 80"/>
                <a:gd name="T7" fmla="*/ 84 h 84"/>
                <a:gd name="T8" fmla="*/ 17 w 80"/>
                <a:gd name="T9" fmla="*/ 67 h 84"/>
                <a:gd name="T10" fmla="*/ 0 w 80"/>
                <a:gd name="T11" fmla="*/ 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" h="84">
                  <a:moveTo>
                    <a:pt x="0" y="9"/>
                  </a:moveTo>
                  <a:lnTo>
                    <a:pt x="34" y="0"/>
                  </a:lnTo>
                  <a:lnTo>
                    <a:pt x="57" y="13"/>
                  </a:lnTo>
                  <a:lnTo>
                    <a:pt x="80" y="84"/>
                  </a:lnTo>
                  <a:lnTo>
                    <a:pt x="17" y="67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23" name="Line 115">
              <a:extLst>
                <a:ext uri="{FF2B5EF4-FFF2-40B4-BE49-F238E27FC236}">
                  <a16:creationId xmlns:a16="http://schemas.microsoft.com/office/drawing/2014/main" id="{715349B4-9FAE-4E40-9660-60F0830D48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79" y="1849"/>
              <a:ext cx="236" cy="206"/>
            </a:xfrm>
            <a:prstGeom prst="line">
              <a:avLst/>
            </a:prstGeom>
            <a:noFill/>
            <a:ln w="17463" cap="rnd">
              <a:solidFill>
                <a:srgbClr val="58C1E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24" name="Line 116">
              <a:extLst>
                <a:ext uri="{FF2B5EF4-FFF2-40B4-BE49-F238E27FC236}">
                  <a16:creationId xmlns:a16="http://schemas.microsoft.com/office/drawing/2014/main" id="{8758AD25-7066-47F5-B44D-9087C76945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75" y="2359"/>
              <a:ext cx="235" cy="205"/>
            </a:xfrm>
            <a:prstGeom prst="line">
              <a:avLst/>
            </a:prstGeom>
            <a:noFill/>
            <a:ln w="17463" cap="rnd">
              <a:solidFill>
                <a:srgbClr val="58C1E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25" name="Line 117">
              <a:extLst>
                <a:ext uri="{FF2B5EF4-FFF2-40B4-BE49-F238E27FC236}">
                  <a16:creationId xmlns:a16="http://schemas.microsoft.com/office/drawing/2014/main" id="{F76B635A-C399-41CB-9284-A424206A8D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64" y="2513"/>
              <a:ext cx="234" cy="206"/>
            </a:xfrm>
            <a:prstGeom prst="line">
              <a:avLst/>
            </a:prstGeom>
            <a:noFill/>
            <a:ln w="17463" cap="rnd">
              <a:solidFill>
                <a:srgbClr val="FF7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26" name="Line 118">
              <a:extLst>
                <a:ext uri="{FF2B5EF4-FFF2-40B4-BE49-F238E27FC236}">
                  <a16:creationId xmlns:a16="http://schemas.microsoft.com/office/drawing/2014/main" id="{D6C37A07-9EA0-48CF-BF81-D4001D364E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25" y="2329"/>
              <a:ext cx="117" cy="100"/>
            </a:xfrm>
            <a:prstGeom prst="line">
              <a:avLst/>
            </a:prstGeom>
            <a:noFill/>
            <a:ln w="17463" cap="rnd">
              <a:solidFill>
                <a:srgbClr val="FF7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27" name="Line 119">
              <a:extLst>
                <a:ext uri="{FF2B5EF4-FFF2-40B4-BE49-F238E27FC236}">
                  <a16:creationId xmlns:a16="http://schemas.microsoft.com/office/drawing/2014/main" id="{50421AA2-82C0-4008-970E-446A156854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73" y="2007"/>
              <a:ext cx="235" cy="205"/>
            </a:xfrm>
            <a:prstGeom prst="line">
              <a:avLst/>
            </a:prstGeom>
            <a:noFill/>
            <a:ln w="17463" cap="rnd">
              <a:solidFill>
                <a:srgbClr val="FFA1D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28" name="Freeform 120">
              <a:extLst>
                <a:ext uri="{FF2B5EF4-FFF2-40B4-BE49-F238E27FC236}">
                  <a16:creationId xmlns:a16="http://schemas.microsoft.com/office/drawing/2014/main" id="{5A96E7E9-B2D4-4143-BA98-FA7E4BB27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6" y="2145"/>
              <a:ext cx="148" cy="153"/>
            </a:xfrm>
            <a:custGeom>
              <a:avLst/>
              <a:gdLst>
                <a:gd name="T0" fmla="*/ 117 w 117"/>
                <a:gd name="T1" fmla="*/ 68 h 121"/>
                <a:gd name="T2" fmla="*/ 109 w 117"/>
                <a:gd name="T3" fmla="*/ 29 h 121"/>
                <a:gd name="T4" fmla="*/ 71 w 117"/>
                <a:gd name="T5" fmla="*/ 5 h 121"/>
                <a:gd name="T6" fmla="*/ 31 w 117"/>
                <a:gd name="T7" fmla="*/ 6 h 121"/>
                <a:gd name="T8" fmla="*/ 17 w 117"/>
                <a:gd name="T9" fmla="*/ 22 h 121"/>
                <a:gd name="T10" fmla="*/ 0 w 117"/>
                <a:gd name="T11" fmla="*/ 45 h 121"/>
                <a:gd name="T12" fmla="*/ 12 w 117"/>
                <a:gd name="T13" fmla="*/ 93 h 121"/>
                <a:gd name="T14" fmla="*/ 39 w 117"/>
                <a:gd name="T15" fmla="*/ 121 h 121"/>
                <a:gd name="T16" fmla="*/ 40 w 117"/>
                <a:gd name="T17" fmla="*/ 85 h 121"/>
                <a:gd name="T18" fmla="*/ 36 w 117"/>
                <a:gd name="T19" fmla="*/ 55 h 121"/>
                <a:gd name="T20" fmla="*/ 73 w 117"/>
                <a:gd name="T21" fmla="*/ 43 h 121"/>
                <a:gd name="T22" fmla="*/ 95 w 117"/>
                <a:gd name="T23" fmla="*/ 36 h 121"/>
                <a:gd name="T24" fmla="*/ 117 w 117"/>
                <a:gd name="T25" fmla="*/ 68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121">
                  <a:moveTo>
                    <a:pt x="117" y="68"/>
                  </a:moveTo>
                  <a:cubicBezTo>
                    <a:pt x="117" y="68"/>
                    <a:pt x="116" y="36"/>
                    <a:pt x="109" y="29"/>
                  </a:cubicBezTo>
                  <a:cubicBezTo>
                    <a:pt x="102" y="21"/>
                    <a:pt x="70" y="0"/>
                    <a:pt x="71" y="5"/>
                  </a:cubicBezTo>
                  <a:cubicBezTo>
                    <a:pt x="73" y="11"/>
                    <a:pt x="45" y="2"/>
                    <a:pt x="31" y="6"/>
                  </a:cubicBezTo>
                  <a:cubicBezTo>
                    <a:pt x="1" y="16"/>
                    <a:pt x="23" y="19"/>
                    <a:pt x="17" y="22"/>
                  </a:cubicBezTo>
                  <a:cubicBezTo>
                    <a:pt x="12" y="25"/>
                    <a:pt x="1" y="47"/>
                    <a:pt x="0" y="45"/>
                  </a:cubicBezTo>
                  <a:cubicBezTo>
                    <a:pt x="0" y="44"/>
                    <a:pt x="6" y="79"/>
                    <a:pt x="12" y="93"/>
                  </a:cubicBezTo>
                  <a:cubicBezTo>
                    <a:pt x="18" y="106"/>
                    <a:pt x="39" y="121"/>
                    <a:pt x="39" y="121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32" y="67"/>
                    <a:pt x="36" y="55"/>
                  </a:cubicBezTo>
                  <a:cubicBezTo>
                    <a:pt x="42" y="40"/>
                    <a:pt x="59" y="34"/>
                    <a:pt x="73" y="43"/>
                  </a:cubicBezTo>
                  <a:cubicBezTo>
                    <a:pt x="87" y="50"/>
                    <a:pt x="93" y="43"/>
                    <a:pt x="95" y="36"/>
                  </a:cubicBezTo>
                  <a:cubicBezTo>
                    <a:pt x="97" y="30"/>
                    <a:pt x="115" y="60"/>
                    <a:pt x="117" y="6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29" name="Freeform 121">
              <a:extLst>
                <a:ext uri="{FF2B5EF4-FFF2-40B4-BE49-F238E27FC236}">
                  <a16:creationId xmlns:a16="http://schemas.microsoft.com/office/drawing/2014/main" id="{F2D2990E-9012-4F68-8CEA-8D7EDF0B6B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6" y="2167"/>
              <a:ext cx="49" cy="131"/>
            </a:xfrm>
            <a:custGeom>
              <a:avLst/>
              <a:gdLst>
                <a:gd name="T0" fmla="*/ 15 w 39"/>
                <a:gd name="T1" fmla="*/ 0 h 104"/>
                <a:gd name="T2" fmla="*/ 17 w 39"/>
                <a:gd name="T3" fmla="*/ 5 h 104"/>
                <a:gd name="T4" fmla="*/ 1 w 39"/>
                <a:gd name="T5" fmla="*/ 28 h 104"/>
                <a:gd name="T6" fmla="*/ 12 w 39"/>
                <a:gd name="T7" fmla="*/ 76 h 104"/>
                <a:gd name="T8" fmla="*/ 39 w 39"/>
                <a:gd name="T9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04">
                  <a:moveTo>
                    <a:pt x="15" y="0"/>
                  </a:moveTo>
                  <a:cubicBezTo>
                    <a:pt x="16" y="2"/>
                    <a:pt x="20" y="3"/>
                    <a:pt x="17" y="5"/>
                  </a:cubicBezTo>
                  <a:cubicBezTo>
                    <a:pt x="12" y="8"/>
                    <a:pt x="1" y="30"/>
                    <a:pt x="1" y="28"/>
                  </a:cubicBezTo>
                  <a:cubicBezTo>
                    <a:pt x="0" y="27"/>
                    <a:pt x="6" y="62"/>
                    <a:pt x="12" y="76"/>
                  </a:cubicBezTo>
                  <a:cubicBezTo>
                    <a:pt x="18" y="89"/>
                    <a:pt x="39" y="104"/>
                    <a:pt x="39" y="104"/>
                  </a:cubicBezTo>
                </a:path>
              </a:pathLst>
            </a:custGeom>
            <a:noFill/>
            <a:ln w="7938" cap="rnd">
              <a:solidFill>
                <a:srgbClr val="085EB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30" name="Freeform 122">
              <a:extLst>
                <a:ext uri="{FF2B5EF4-FFF2-40B4-BE49-F238E27FC236}">
                  <a16:creationId xmlns:a16="http://schemas.microsoft.com/office/drawing/2014/main" id="{8F2AD4CE-F231-4ACB-8228-779EE4FCD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" y="2158"/>
              <a:ext cx="114" cy="119"/>
            </a:xfrm>
            <a:custGeom>
              <a:avLst/>
              <a:gdLst>
                <a:gd name="T0" fmla="*/ 9 w 90"/>
                <a:gd name="T1" fmla="*/ 45 h 94"/>
                <a:gd name="T2" fmla="*/ 46 w 90"/>
                <a:gd name="T3" fmla="*/ 33 h 94"/>
                <a:gd name="T4" fmla="*/ 68 w 90"/>
                <a:gd name="T5" fmla="*/ 26 h 94"/>
                <a:gd name="T6" fmla="*/ 90 w 90"/>
                <a:gd name="T7" fmla="*/ 58 h 94"/>
                <a:gd name="T8" fmla="*/ 66 w 90"/>
                <a:gd name="T9" fmla="*/ 10 h 94"/>
                <a:gd name="T10" fmla="*/ 49 w 90"/>
                <a:gd name="T11" fmla="*/ 1 h 94"/>
                <a:gd name="T12" fmla="*/ 40 w 90"/>
                <a:gd name="T13" fmla="*/ 5 h 94"/>
                <a:gd name="T14" fmla="*/ 11 w 90"/>
                <a:gd name="T15" fmla="*/ 7 h 94"/>
                <a:gd name="T16" fmla="*/ 1 w 90"/>
                <a:gd name="T17" fmla="*/ 47 h 94"/>
                <a:gd name="T18" fmla="*/ 13 w 90"/>
                <a:gd name="T19" fmla="*/ 94 h 94"/>
                <a:gd name="T20" fmla="*/ 13 w 90"/>
                <a:gd name="T21" fmla="*/ 75 h 94"/>
                <a:gd name="T22" fmla="*/ 9 w 90"/>
                <a:gd name="T23" fmla="*/ 45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94">
                  <a:moveTo>
                    <a:pt x="9" y="45"/>
                  </a:moveTo>
                  <a:cubicBezTo>
                    <a:pt x="15" y="30"/>
                    <a:pt x="32" y="24"/>
                    <a:pt x="46" y="33"/>
                  </a:cubicBezTo>
                  <a:cubicBezTo>
                    <a:pt x="60" y="40"/>
                    <a:pt x="66" y="33"/>
                    <a:pt x="68" y="26"/>
                  </a:cubicBezTo>
                  <a:cubicBezTo>
                    <a:pt x="70" y="20"/>
                    <a:pt x="88" y="50"/>
                    <a:pt x="90" y="58"/>
                  </a:cubicBezTo>
                  <a:cubicBezTo>
                    <a:pt x="85" y="18"/>
                    <a:pt x="72" y="17"/>
                    <a:pt x="66" y="10"/>
                  </a:cubicBezTo>
                  <a:cubicBezTo>
                    <a:pt x="60" y="3"/>
                    <a:pt x="49" y="1"/>
                    <a:pt x="49" y="1"/>
                  </a:cubicBezTo>
                  <a:cubicBezTo>
                    <a:pt x="49" y="1"/>
                    <a:pt x="54" y="10"/>
                    <a:pt x="40" y="5"/>
                  </a:cubicBezTo>
                  <a:cubicBezTo>
                    <a:pt x="25" y="0"/>
                    <a:pt x="11" y="7"/>
                    <a:pt x="11" y="7"/>
                  </a:cubicBezTo>
                  <a:cubicBezTo>
                    <a:pt x="34" y="10"/>
                    <a:pt x="1" y="27"/>
                    <a:pt x="1" y="47"/>
                  </a:cubicBezTo>
                  <a:cubicBezTo>
                    <a:pt x="0" y="67"/>
                    <a:pt x="13" y="75"/>
                    <a:pt x="13" y="94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3" y="75"/>
                    <a:pt x="5" y="57"/>
                    <a:pt x="9" y="45"/>
                  </a:cubicBezTo>
                  <a:close/>
                </a:path>
              </a:pathLst>
            </a:custGeom>
            <a:solidFill>
              <a:srgbClr val="085E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31" name="Freeform 123">
              <a:extLst>
                <a:ext uri="{FF2B5EF4-FFF2-40B4-BE49-F238E27FC236}">
                  <a16:creationId xmlns:a16="http://schemas.microsoft.com/office/drawing/2014/main" id="{87F8AEDB-74C5-4AC8-8C2E-8B615C0EE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2449"/>
              <a:ext cx="63" cy="33"/>
            </a:xfrm>
            <a:custGeom>
              <a:avLst/>
              <a:gdLst>
                <a:gd name="T0" fmla="*/ 0 w 50"/>
                <a:gd name="T1" fmla="*/ 19 h 26"/>
                <a:gd name="T2" fmla="*/ 50 w 50"/>
                <a:gd name="T3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" h="26">
                  <a:moveTo>
                    <a:pt x="0" y="19"/>
                  </a:moveTo>
                  <a:cubicBezTo>
                    <a:pt x="0" y="19"/>
                    <a:pt x="11" y="26"/>
                    <a:pt x="50" y="0"/>
                  </a:cubicBezTo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32" name="Freeform 124">
              <a:extLst>
                <a:ext uri="{FF2B5EF4-FFF2-40B4-BE49-F238E27FC236}">
                  <a16:creationId xmlns:a16="http://schemas.microsoft.com/office/drawing/2014/main" id="{44A9CAB9-6D07-48C9-B725-A44782BC2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2" y="2511"/>
              <a:ext cx="195" cy="187"/>
            </a:xfrm>
            <a:custGeom>
              <a:avLst/>
              <a:gdLst>
                <a:gd name="T0" fmla="*/ 0 w 154"/>
                <a:gd name="T1" fmla="*/ 3 h 148"/>
                <a:gd name="T2" fmla="*/ 20 w 154"/>
                <a:gd name="T3" fmla="*/ 1 h 148"/>
                <a:gd name="T4" fmla="*/ 58 w 154"/>
                <a:gd name="T5" fmla="*/ 25 h 148"/>
                <a:gd name="T6" fmla="*/ 102 w 154"/>
                <a:gd name="T7" fmla="*/ 70 h 148"/>
                <a:gd name="T8" fmla="*/ 154 w 154"/>
                <a:gd name="T9" fmla="*/ 148 h 148"/>
                <a:gd name="T10" fmla="*/ 68 w 154"/>
                <a:gd name="T11" fmla="*/ 53 h 148"/>
                <a:gd name="T12" fmla="*/ 0 w 154"/>
                <a:gd name="T13" fmla="*/ 3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4" h="148">
                  <a:moveTo>
                    <a:pt x="0" y="3"/>
                  </a:moveTo>
                  <a:cubicBezTo>
                    <a:pt x="6" y="1"/>
                    <a:pt x="14" y="0"/>
                    <a:pt x="20" y="1"/>
                  </a:cubicBezTo>
                  <a:cubicBezTo>
                    <a:pt x="20" y="1"/>
                    <a:pt x="33" y="17"/>
                    <a:pt x="58" y="25"/>
                  </a:cubicBezTo>
                  <a:cubicBezTo>
                    <a:pt x="80" y="31"/>
                    <a:pt x="85" y="44"/>
                    <a:pt x="102" y="70"/>
                  </a:cubicBezTo>
                  <a:cubicBezTo>
                    <a:pt x="119" y="97"/>
                    <a:pt x="154" y="148"/>
                    <a:pt x="154" y="148"/>
                  </a:cubicBezTo>
                  <a:cubicBezTo>
                    <a:pt x="154" y="148"/>
                    <a:pt x="102" y="70"/>
                    <a:pt x="68" y="53"/>
                  </a:cubicBezTo>
                  <a:cubicBezTo>
                    <a:pt x="32" y="34"/>
                    <a:pt x="1" y="25"/>
                    <a:pt x="0" y="3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33" name="Freeform 125">
              <a:extLst>
                <a:ext uri="{FF2B5EF4-FFF2-40B4-BE49-F238E27FC236}">
                  <a16:creationId xmlns:a16="http://schemas.microsoft.com/office/drawing/2014/main" id="{BE56FC43-0D83-4F23-BD6C-5750DB7D6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8" y="2435"/>
              <a:ext cx="156" cy="191"/>
            </a:xfrm>
            <a:custGeom>
              <a:avLst/>
              <a:gdLst>
                <a:gd name="T0" fmla="*/ 0 w 123"/>
                <a:gd name="T1" fmla="*/ 8 h 151"/>
                <a:gd name="T2" fmla="*/ 10 w 123"/>
                <a:gd name="T3" fmla="*/ 0 h 151"/>
                <a:gd name="T4" fmla="*/ 53 w 123"/>
                <a:gd name="T5" fmla="*/ 38 h 151"/>
                <a:gd name="T6" fmla="*/ 123 w 123"/>
                <a:gd name="T7" fmla="*/ 151 h 151"/>
                <a:gd name="T8" fmla="*/ 70 w 123"/>
                <a:gd name="T9" fmla="*/ 80 h 151"/>
                <a:gd name="T10" fmla="*/ 0 w 123"/>
                <a:gd name="T11" fmla="*/ 8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" h="151">
                  <a:moveTo>
                    <a:pt x="0" y="8"/>
                  </a:moveTo>
                  <a:cubicBezTo>
                    <a:pt x="0" y="8"/>
                    <a:pt x="5" y="4"/>
                    <a:pt x="10" y="0"/>
                  </a:cubicBezTo>
                  <a:cubicBezTo>
                    <a:pt x="10" y="0"/>
                    <a:pt x="41" y="19"/>
                    <a:pt x="53" y="38"/>
                  </a:cubicBezTo>
                  <a:cubicBezTo>
                    <a:pt x="66" y="56"/>
                    <a:pt x="96" y="119"/>
                    <a:pt x="123" y="151"/>
                  </a:cubicBezTo>
                  <a:cubicBezTo>
                    <a:pt x="123" y="151"/>
                    <a:pt x="87" y="113"/>
                    <a:pt x="70" y="80"/>
                  </a:cubicBezTo>
                  <a:cubicBezTo>
                    <a:pt x="53" y="48"/>
                    <a:pt x="28" y="19"/>
                    <a:pt x="0" y="8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34" name="Freeform 126">
              <a:extLst>
                <a:ext uri="{FF2B5EF4-FFF2-40B4-BE49-F238E27FC236}">
                  <a16:creationId xmlns:a16="http://schemas.microsoft.com/office/drawing/2014/main" id="{DAB85082-31DC-4B91-814A-356D20FA1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1" y="2049"/>
              <a:ext cx="150" cy="155"/>
            </a:xfrm>
            <a:custGeom>
              <a:avLst/>
              <a:gdLst>
                <a:gd name="T0" fmla="*/ 0 w 119"/>
                <a:gd name="T1" fmla="*/ 0 h 123"/>
                <a:gd name="T2" fmla="*/ 65 w 119"/>
                <a:gd name="T3" fmla="*/ 94 h 123"/>
                <a:gd name="T4" fmla="*/ 119 w 119"/>
                <a:gd name="T5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9" h="123">
                  <a:moveTo>
                    <a:pt x="0" y="0"/>
                  </a:moveTo>
                  <a:cubicBezTo>
                    <a:pt x="27" y="34"/>
                    <a:pt x="44" y="52"/>
                    <a:pt x="65" y="94"/>
                  </a:cubicBezTo>
                  <a:cubicBezTo>
                    <a:pt x="65" y="94"/>
                    <a:pt x="107" y="107"/>
                    <a:pt x="119" y="123"/>
                  </a:cubicBezTo>
                </a:path>
              </a:pathLst>
            </a:custGeom>
            <a:noFill/>
            <a:ln w="25400" cap="rnd">
              <a:solidFill>
                <a:srgbClr val="58C1E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35" name="Freeform 127">
              <a:extLst>
                <a:ext uri="{FF2B5EF4-FFF2-40B4-BE49-F238E27FC236}">
                  <a16:creationId xmlns:a16="http://schemas.microsoft.com/office/drawing/2014/main" id="{14821765-825F-428D-967C-8B6799BCFD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6" y="1725"/>
              <a:ext cx="23" cy="78"/>
            </a:xfrm>
            <a:custGeom>
              <a:avLst/>
              <a:gdLst>
                <a:gd name="T0" fmla="*/ 9 w 18"/>
                <a:gd name="T1" fmla="*/ 0 h 62"/>
                <a:gd name="T2" fmla="*/ 9 w 18"/>
                <a:gd name="T3" fmla="*/ 32 h 62"/>
                <a:gd name="T4" fmla="*/ 0 w 18"/>
                <a:gd name="T5" fmla="*/ 62 h 62"/>
                <a:gd name="T6" fmla="*/ 9 w 18"/>
                <a:gd name="T7" fmla="*/ 58 h 62"/>
                <a:gd name="T8" fmla="*/ 17 w 18"/>
                <a:gd name="T9" fmla="*/ 15 h 62"/>
                <a:gd name="T10" fmla="*/ 9 w 18"/>
                <a:gd name="T11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62">
                  <a:moveTo>
                    <a:pt x="9" y="0"/>
                  </a:moveTo>
                  <a:cubicBezTo>
                    <a:pt x="13" y="7"/>
                    <a:pt x="11" y="19"/>
                    <a:pt x="9" y="32"/>
                  </a:cubicBezTo>
                  <a:cubicBezTo>
                    <a:pt x="6" y="45"/>
                    <a:pt x="0" y="62"/>
                    <a:pt x="0" y="62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9" y="58"/>
                    <a:pt x="17" y="25"/>
                    <a:pt x="17" y="15"/>
                  </a:cubicBezTo>
                  <a:cubicBezTo>
                    <a:pt x="18" y="5"/>
                    <a:pt x="15" y="0"/>
                    <a:pt x="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36" name="Freeform 128">
              <a:extLst>
                <a:ext uri="{FF2B5EF4-FFF2-40B4-BE49-F238E27FC236}">
                  <a16:creationId xmlns:a16="http://schemas.microsoft.com/office/drawing/2014/main" id="{C90B76EE-EFEB-43F7-A96B-C83A3FA17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2329"/>
              <a:ext cx="39" cy="116"/>
            </a:xfrm>
            <a:custGeom>
              <a:avLst/>
              <a:gdLst>
                <a:gd name="T0" fmla="*/ 31 w 31"/>
                <a:gd name="T1" fmla="*/ 0 h 92"/>
                <a:gd name="T2" fmla="*/ 2 w 31"/>
                <a:gd name="T3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1" h="92">
                  <a:moveTo>
                    <a:pt x="31" y="0"/>
                  </a:moveTo>
                  <a:cubicBezTo>
                    <a:pt x="8" y="27"/>
                    <a:pt x="0" y="66"/>
                    <a:pt x="2" y="92"/>
                  </a:cubicBezTo>
                </a:path>
              </a:pathLst>
            </a:custGeom>
            <a:noFill/>
            <a:ln w="25400" cap="rnd">
              <a:solidFill>
                <a:srgbClr val="58C1E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37" name="Freeform 129">
              <a:extLst>
                <a:ext uri="{FF2B5EF4-FFF2-40B4-BE49-F238E27FC236}">
                  <a16:creationId xmlns:a16="http://schemas.microsoft.com/office/drawing/2014/main" id="{C448A803-4DB7-4719-AC2B-5CBCE5C59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0" y="2351"/>
              <a:ext cx="61" cy="62"/>
            </a:xfrm>
            <a:custGeom>
              <a:avLst/>
              <a:gdLst>
                <a:gd name="T0" fmla="*/ 0 w 49"/>
                <a:gd name="T1" fmla="*/ 49 h 49"/>
                <a:gd name="T2" fmla="*/ 49 w 49"/>
                <a:gd name="T3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9" h="49">
                  <a:moveTo>
                    <a:pt x="0" y="49"/>
                  </a:moveTo>
                  <a:cubicBezTo>
                    <a:pt x="11" y="31"/>
                    <a:pt x="17" y="16"/>
                    <a:pt x="49" y="0"/>
                  </a:cubicBezTo>
                </a:path>
              </a:pathLst>
            </a:custGeom>
            <a:noFill/>
            <a:ln w="17463" cap="rnd">
              <a:solidFill>
                <a:srgbClr val="FFA1D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38" name="Freeform 130">
              <a:extLst>
                <a:ext uri="{FF2B5EF4-FFF2-40B4-BE49-F238E27FC236}">
                  <a16:creationId xmlns:a16="http://schemas.microsoft.com/office/drawing/2014/main" id="{4CC32CE6-9AA6-43DC-9D77-81E597B086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2" y="2212"/>
              <a:ext cx="79" cy="48"/>
            </a:xfrm>
            <a:custGeom>
              <a:avLst/>
              <a:gdLst>
                <a:gd name="T0" fmla="*/ 0 w 63"/>
                <a:gd name="T1" fmla="*/ 7 h 38"/>
                <a:gd name="T2" fmla="*/ 21 w 63"/>
                <a:gd name="T3" fmla="*/ 3 h 38"/>
                <a:gd name="T4" fmla="*/ 63 w 63"/>
                <a:gd name="T5" fmla="*/ 38 h 38"/>
                <a:gd name="T6" fmla="*/ 0 w 63"/>
                <a:gd name="T7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38">
                  <a:moveTo>
                    <a:pt x="0" y="7"/>
                  </a:moveTo>
                  <a:cubicBezTo>
                    <a:pt x="8" y="0"/>
                    <a:pt x="21" y="3"/>
                    <a:pt x="21" y="3"/>
                  </a:cubicBezTo>
                  <a:cubicBezTo>
                    <a:pt x="21" y="3"/>
                    <a:pt x="60" y="17"/>
                    <a:pt x="63" y="38"/>
                  </a:cubicBezTo>
                  <a:cubicBezTo>
                    <a:pt x="63" y="38"/>
                    <a:pt x="40" y="12"/>
                    <a:pt x="0" y="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39" name="Freeform 131">
              <a:extLst>
                <a:ext uri="{FF2B5EF4-FFF2-40B4-BE49-F238E27FC236}">
                  <a16:creationId xmlns:a16="http://schemas.microsoft.com/office/drawing/2014/main" id="{9CCC12EC-A381-4514-AB00-181646D01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" y="2254"/>
              <a:ext cx="21" cy="13"/>
            </a:xfrm>
            <a:custGeom>
              <a:avLst/>
              <a:gdLst>
                <a:gd name="T0" fmla="*/ 0 w 17"/>
                <a:gd name="T1" fmla="*/ 10 h 10"/>
                <a:gd name="T2" fmla="*/ 17 w 17"/>
                <a:gd name="T3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" h="10">
                  <a:moveTo>
                    <a:pt x="0" y="10"/>
                  </a:moveTo>
                  <a:cubicBezTo>
                    <a:pt x="6" y="6"/>
                    <a:pt x="17" y="0"/>
                    <a:pt x="17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40" name="Freeform 132">
              <a:extLst>
                <a:ext uri="{FF2B5EF4-FFF2-40B4-BE49-F238E27FC236}">
                  <a16:creationId xmlns:a16="http://schemas.microsoft.com/office/drawing/2014/main" id="{0E98F676-446C-45AC-BE56-81EAAE46D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5" y="2429"/>
              <a:ext cx="131" cy="119"/>
            </a:xfrm>
            <a:custGeom>
              <a:avLst/>
              <a:gdLst>
                <a:gd name="T0" fmla="*/ 17 w 104"/>
                <a:gd name="T1" fmla="*/ 5 h 94"/>
                <a:gd name="T2" fmla="*/ 9 w 104"/>
                <a:gd name="T3" fmla="*/ 66 h 94"/>
                <a:gd name="T4" fmla="*/ 104 w 104"/>
                <a:gd name="T5" fmla="*/ 94 h 94"/>
                <a:gd name="T6" fmla="*/ 8 w 104"/>
                <a:gd name="T7" fmla="*/ 77 h 94"/>
                <a:gd name="T8" fmla="*/ 0 w 104"/>
                <a:gd name="T9" fmla="*/ 59 h 94"/>
                <a:gd name="T10" fmla="*/ 5 w 104"/>
                <a:gd name="T11" fmla="*/ 8 h 94"/>
                <a:gd name="T12" fmla="*/ 17 w 104"/>
                <a:gd name="T13" fmla="*/ 5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" h="94">
                  <a:moveTo>
                    <a:pt x="17" y="5"/>
                  </a:moveTo>
                  <a:cubicBezTo>
                    <a:pt x="11" y="25"/>
                    <a:pt x="7" y="64"/>
                    <a:pt x="9" y="66"/>
                  </a:cubicBezTo>
                  <a:cubicBezTo>
                    <a:pt x="11" y="69"/>
                    <a:pt x="104" y="94"/>
                    <a:pt x="104" y="94"/>
                  </a:cubicBezTo>
                  <a:cubicBezTo>
                    <a:pt x="104" y="94"/>
                    <a:pt x="33" y="86"/>
                    <a:pt x="8" y="77"/>
                  </a:cubicBezTo>
                  <a:cubicBezTo>
                    <a:pt x="2" y="75"/>
                    <a:pt x="0" y="73"/>
                    <a:pt x="0" y="59"/>
                  </a:cubicBezTo>
                  <a:cubicBezTo>
                    <a:pt x="0" y="45"/>
                    <a:pt x="3" y="16"/>
                    <a:pt x="5" y="8"/>
                  </a:cubicBezTo>
                  <a:cubicBezTo>
                    <a:pt x="7" y="0"/>
                    <a:pt x="17" y="5"/>
                    <a:pt x="17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41" name="Freeform 133">
              <a:extLst>
                <a:ext uri="{FF2B5EF4-FFF2-40B4-BE49-F238E27FC236}">
                  <a16:creationId xmlns:a16="http://schemas.microsoft.com/office/drawing/2014/main" id="{BC9B0278-F3B3-491A-939B-6E798090D0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9" y="2724"/>
              <a:ext cx="93" cy="111"/>
            </a:xfrm>
            <a:custGeom>
              <a:avLst/>
              <a:gdLst>
                <a:gd name="T0" fmla="*/ 12 w 74"/>
                <a:gd name="T1" fmla="*/ 11 h 88"/>
                <a:gd name="T2" fmla="*/ 8 w 74"/>
                <a:gd name="T3" fmla="*/ 28 h 88"/>
                <a:gd name="T4" fmla="*/ 16 w 74"/>
                <a:gd name="T5" fmla="*/ 47 h 88"/>
                <a:gd name="T6" fmla="*/ 49 w 74"/>
                <a:gd name="T7" fmla="*/ 85 h 88"/>
                <a:gd name="T8" fmla="*/ 69 w 74"/>
                <a:gd name="T9" fmla="*/ 83 h 88"/>
                <a:gd name="T10" fmla="*/ 72 w 74"/>
                <a:gd name="T11" fmla="*/ 62 h 88"/>
                <a:gd name="T12" fmla="*/ 52 w 74"/>
                <a:gd name="T13" fmla="*/ 40 h 88"/>
                <a:gd name="T14" fmla="*/ 12 w 74"/>
                <a:gd name="T15" fmla="*/ 11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88">
                  <a:moveTo>
                    <a:pt x="12" y="11"/>
                  </a:moveTo>
                  <a:cubicBezTo>
                    <a:pt x="7" y="6"/>
                    <a:pt x="16" y="29"/>
                    <a:pt x="8" y="28"/>
                  </a:cubicBezTo>
                  <a:cubicBezTo>
                    <a:pt x="0" y="27"/>
                    <a:pt x="9" y="42"/>
                    <a:pt x="16" y="47"/>
                  </a:cubicBezTo>
                  <a:cubicBezTo>
                    <a:pt x="23" y="53"/>
                    <a:pt x="41" y="72"/>
                    <a:pt x="49" y="85"/>
                  </a:cubicBezTo>
                  <a:cubicBezTo>
                    <a:pt x="49" y="85"/>
                    <a:pt x="64" y="88"/>
                    <a:pt x="69" y="83"/>
                  </a:cubicBezTo>
                  <a:cubicBezTo>
                    <a:pt x="74" y="79"/>
                    <a:pt x="72" y="62"/>
                    <a:pt x="72" y="62"/>
                  </a:cubicBezTo>
                  <a:cubicBezTo>
                    <a:pt x="72" y="62"/>
                    <a:pt x="54" y="52"/>
                    <a:pt x="52" y="40"/>
                  </a:cubicBezTo>
                  <a:cubicBezTo>
                    <a:pt x="49" y="28"/>
                    <a:pt x="30" y="0"/>
                    <a:pt x="12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42" name="Freeform 134">
              <a:extLst>
                <a:ext uri="{FF2B5EF4-FFF2-40B4-BE49-F238E27FC236}">
                  <a16:creationId xmlns:a16="http://schemas.microsoft.com/office/drawing/2014/main" id="{CEAF853C-82E5-45A2-9C74-E0F6D17AAE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5" y="2649"/>
              <a:ext cx="99" cy="118"/>
            </a:xfrm>
            <a:custGeom>
              <a:avLst/>
              <a:gdLst>
                <a:gd name="T0" fmla="*/ 12 w 78"/>
                <a:gd name="T1" fmla="*/ 11 h 93"/>
                <a:gd name="T2" fmla="*/ 9 w 78"/>
                <a:gd name="T3" fmla="*/ 30 h 93"/>
                <a:gd name="T4" fmla="*/ 17 w 78"/>
                <a:gd name="T5" fmla="*/ 50 h 93"/>
                <a:gd name="T6" fmla="*/ 52 w 78"/>
                <a:gd name="T7" fmla="*/ 90 h 93"/>
                <a:gd name="T8" fmla="*/ 73 w 78"/>
                <a:gd name="T9" fmla="*/ 88 h 93"/>
                <a:gd name="T10" fmla="*/ 76 w 78"/>
                <a:gd name="T11" fmla="*/ 66 h 93"/>
                <a:gd name="T12" fmla="*/ 54 w 78"/>
                <a:gd name="T13" fmla="*/ 42 h 93"/>
                <a:gd name="T14" fmla="*/ 12 w 78"/>
                <a:gd name="T15" fmla="*/ 1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" h="93">
                  <a:moveTo>
                    <a:pt x="12" y="11"/>
                  </a:moveTo>
                  <a:cubicBezTo>
                    <a:pt x="8" y="6"/>
                    <a:pt x="17" y="30"/>
                    <a:pt x="9" y="30"/>
                  </a:cubicBezTo>
                  <a:cubicBezTo>
                    <a:pt x="0" y="29"/>
                    <a:pt x="10" y="44"/>
                    <a:pt x="17" y="50"/>
                  </a:cubicBezTo>
                  <a:cubicBezTo>
                    <a:pt x="24" y="56"/>
                    <a:pt x="43" y="76"/>
                    <a:pt x="52" y="90"/>
                  </a:cubicBezTo>
                  <a:cubicBezTo>
                    <a:pt x="52" y="90"/>
                    <a:pt x="68" y="93"/>
                    <a:pt x="73" y="88"/>
                  </a:cubicBezTo>
                  <a:cubicBezTo>
                    <a:pt x="78" y="84"/>
                    <a:pt x="76" y="66"/>
                    <a:pt x="76" y="66"/>
                  </a:cubicBezTo>
                  <a:cubicBezTo>
                    <a:pt x="76" y="66"/>
                    <a:pt x="57" y="55"/>
                    <a:pt x="54" y="42"/>
                  </a:cubicBezTo>
                  <a:cubicBezTo>
                    <a:pt x="51" y="30"/>
                    <a:pt x="32" y="0"/>
                    <a:pt x="12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43" name="Line 135">
              <a:extLst>
                <a:ext uri="{FF2B5EF4-FFF2-40B4-BE49-F238E27FC236}">
                  <a16:creationId xmlns:a16="http://schemas.microsoft.com/office/drawing/2014/main" id="{60BF8D68-37CE-431D-A70B-B360B5EF90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0" y="2606"/>
              <a:ext cx="42" cy="238"/>
            </a:xfrm>
            <a:prstGeom prst="line">
              <a:avLst/>
            </a:prstGeom>
            <a:noFill/>
            <a:ln w="25400" cap="rnd">
              <a:solidFill>
                <a:srgbClr val="0074C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44" name="Line 136">
              <a:extLst>
                <a:ext uri="{FF2B5EF4-FFF2-40B4-BE49-F238E27FC236}">
                  <a16:creationId xmlns:a16="http://schemas.microsoft.com/office/drawing/2014/main" id="{0FF45202-A17F-433B-83E7-63335CD54E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41" y="2620"/>
              <a:ext cx="105" cy="153"/>
            </a:xfrm>
            <a:prstGeom prst="line">
              <a:avLst/>
            </a:prstGeom>
            <a:noFill/>
            <a:ln w="17463" cap="rnd">
              <a:solidFill>
                <a:srgbClr val="FFA1D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45" name="Freeform 137">
              <a:extLst>
                <a:ext uri="{FF2B5EF4-FFF2-40B4-BE49-F238E27FC236}">
                  <a16:creationId xmlns:a16="http://schemas.microsoft.com/office/drawing/2014/main" id="{ED7DEB24-D68D-4287-A5D8-2ABD4322D8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6" y="2311"/>
              <a:ext cx="36" cy="28"/>
            </a:xfrm>
            <a:custGeom>
              <a:avLst/>
              <a:gdLst>
                <a:gd name="T0" fmla="*/ 29 w 29"/>
                <a:gd name="T1" fmla="*/ 6 h 22"/>
                <a:gd name="T2" fmla="*/ 26 w 29"/>
                <a:gd name="T3" fmla="*/ 0 h 22"/>
                <a:gd name="T4" fmla="*/ 0 w 29"/>
                <a:gd name="T5" fmla="*/ 14 h 22"/>
                <a:gd name="T6" fmla="*/ 4 w 29"/>
                <a:gd name="T7" fmla="*/ 19 h 22"/>
                <a:gd name="T8" fmla="*/ 29 w 29"/>
                <a:gd name="T9" fmla="*/ 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22">
                  <a:moveTo>
                    <a:pt x="29" y="6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2" y="17"/>
                    <a:pt x="4" y="19"/>
                  </a:cubicBezTo>
                  <a:cubicBezTo>
                    <a:pt x="6" y="22"/>
                    <a:pt x="29" y="6"/>
                    <a:pt x="29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46" name="Freeform 138">
              <a:extLst>
                <a:ext uri="{FF2B5EF4-FFF2-40B4-BE49-F238E27FC236}">
                  <a16:creationId xmlns:a16="http://schemas.microsoft.com/office/drawing/2014/main" id="{FE10CC4B-AA6E-4789-8BA1-182F18103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3" y="2330"/>
              <a:ext cx="16" cy="11"/>
            </a:xfrm>
            <a:custGeom>
              <a:avLst/>
              <a:gdLst>
                <a:gd name="T0" fmla="*/ 0 w 16"/>
                <a:gd name="T1" fmla="*/ 5 h 11"/>
                <a:gd name="T2" fmla="*/ 5 w 16"/>
                <a:gd name="T3" fmla="*/ 11 h 11"/>
                <a:gd name="T4" fmla="*/ 16 w 16"/>
                <a:gd name="T5" fmla="*/ 4 h 11"/>
                <a:gd name="T6" fmla="*/ 14 w 16"/>
                <a:gd name="T7" fmla="*/ 0 h 11"/>
                <a:gd name="T8" fmla="*/ 0 w 16"/>
                <a:gd name="T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1">
                  <a:moveTo>
                    <a:pt x="0" y="5"/>
                  </a:moveTo>
                  <a:lnTo>
                    <a:pt x="5" y="11"/>
                  </a:lnTo>
                  <a:lnTo>
                    <a:pt x="16" y="4"/>
                  </a:lnTo>
                  <a:lnTo>
                    <a:pt x="14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47" name="Freeform 139">
              <a:extLst>
                <a:ext uri="{FF2B5EF4-FFF2-40B4-BE49-F238E27FC236}">
                  <a16:creationId xmlns:a16="http://schemas.microsoft.com/office/drawing/2014/main" id="{CC3ED61A-1409-49D4-8725-953C2B4C0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1" y="2862"/>
              <a:ext cx="45" cy="50"/>
            </a:xfrm>
            <a:custGeom>
              <a:avLst/>
              <a:gdLst>
                <a:gd name="T0" fmla="*/ 35 w 36"/>
                <a:gd name="T1" fmla="*/ 12 h 40"/>
                <a:gd name="T2" fmla="*/ 1 w 36"/>
                <a:gd name="T3" fmla="*/ 40 h 40"/>
                <a:gd name="T4" fmla="*/ 0 w 36"/>
                <a:gd name="T5" fmla="*/ 27 h 40"/>
                <a:gd name="T6" fmla="*/ 3 w 36"/>
                <a:gd name="T7" fmla="*/ 0 h 40"/>
                <a:gd name="T8" fmla="*/ 36 w 36"/>
                <a:gd name="T9" fmla="*/ 1 h 40"/>
                <a:gd name="T10" fmla="*/ 35 w 36"/>
                <a:gd name="T11" fmla="*/ 1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" h="40">
                  <a:moveTo>
                    <a:pt x="35" y="12"/>
                  </a:moveTo>
                  <a:cubicBezTo>
                    <a:pt x="26" y="12"/>
                    <a:pt x="2" y="24"/>
                    <a:pt x="1" y="4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6" y="1"/>
                    <a:pt x="36" y="1"/>
                    <a:pt x="36" y="1"/>
                  </a:cubicBezTo>
                  <a:lnTo>
                    <a:pt x="35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48" name="Freeform 140">
              <a:extLst>
                <a:ext uri="{FF2B5EF4-FFF2-40B4-BE49-F238E27FC236}">
                  <a16:creationId xmlns:a16="http://schemas.microsoft.com/office/drawing/2014/main" id="{A2E4A55A-216D-43FE-B18A-764CA01C2D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2" y="2439"/>
              <a:ext cx="39" cy="45"/>
            </a:xfrm>
            <a:custGeom>
              <a:avLst/>
              <a:gdLst>
                <a:gd name="T0" fmla="*/ 31 w 31"/>
                <a:gd name="T1" fmla="*/ 11 h 36"/>
                <a:gd name="T2" fmla="*/ 4 w 31"/>
                <a:gd name="T3" fmla="*/ 23 h 36"/>
                <a:gd name="T4" fmla="*/ 5 w 31"/>
                <a:gd name="T5" fmla="*/ 0 h 36"/>
                <a:gd name="T6" fmla="*/ 26 w 31"/>
                <a:gd name="T7" fmla="*/ 0 h 36"/>
                <a:gd name="T8" fmla="*/ 31 w 31"/>
                <a:gd name="T9" fmla="*/ 1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6">
                  <a:moveTo>
                    <a:pt x="31" y="11"/>
                  </a:moveTo>
                  <a:cubicBezTo>
                    <a:pt x="20" y="8"/>
                    <a:pt x="8" y="10"/>
                    <a:pt x="4" y="23"/>
                  </a:cubicBezTo>
                  <a:cubicBezTo>
                    <a:pt x="0" y="36"/>
                    <a:pt x="5" y="0"/>
                    <a:pt x="5" y="0"/>
                  </a:cubicBezTo>
                  <a:cubicBezTo>
                    <a:pt x="26" y="0"/>
                    <a:pt x="26" y="0"/>
                    <a:pt x="26" y="0"/>
                  </a:cubicBezTo>
                  <a:lnTo>
                    <a:pt x="31" y="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49" name="Freeform 141">
              <a:extLst>
                <a:ext uri="{FF2B5EF4-FFF2-40B4-BE49-F238E27FC236}">
                  <a16:creationId xmlns:a16="http://schemas.microsoft.com/office/drawing/2014/main" id="{D622E716-5775-47EA-8700-0FB165968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7" y="1847"/>
              <a:ext cx="174" cy="140"/>
            </a:xfrm>
            <a:custGeom>
              <a:avLst/>
              <a:gdLst>
                <a:gd name="T0" fmla="*/ 125 w 138"/>
                <a:gd name="T1" fmla="*/ 24 h 110"/>
                <a:gd name="T2" fmla="*/ 47 w 138"/>
                <a:gd name="T3" fmla="*/ 20 h 110"/>
                <a:gd name="T4" fmla="*/ 28 w 138"/>
                <a:gd name="T5" fmla="*/ 11 h 110"/>
                <a:gd name="T6" fmla="*/ 6 w 138"/>
                <a:gd name="T7" fmla="*/ 69 h 110"/>
                <a:gd name="T8" fmla="*/ 42 w 138"/>
                <a:gd name="T9" fmla="*/ 61 h 110"/>
                <a:gd name="T10" fmla="*/ 34 w 138"/>
                <a:gd name="T11" fmla="*/ 110 h 110"/>
                <a:gd name="T12" fmla="*/ 34 w 138"/>
                <a:gd name="T13" fmla="*/ 110 h 110"/>
                <a:gd name="T14" fmla="*/ 36 w 138"/>
                <a:gd name="T15" fmla="*/ 108 h 110"/>
                <a:gd name="T16" fmla="*/ 94 w 138"/>
                <a:gd name="T17" fmla="*/ 34 h 110"/>
                <a:gd name="T18" fmla="*/ 122 w 138"/>
                <a:gd name="T19" fmla="*/ 74 h 110"/>
                <a:gd name="T20" fmla="*/ 123 w 138"/>
                <a:gd name="T21" fmla="*/ 74 h 110"/>
                <a:gd name="T22" fmla="*/ 125 w 138"/>
                <a:gd name="T23" fmla="*/ 24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10">
                  <a:moveTo>
                    <a:pt x="125" y="24"/>
                  </a:moveTo>
                  <a:cubicBezTo>
                    <a:pt x="138" y="0"/>
                    <a:pt x="74" y="6"/>
                    <a:pt x="47" y="20"/>
                  </a:cubicBezTo>
                  <a:cubicBezTo>
                    <a:pt x="1" y="45"/>
                    <a:pt x="41" y="10"/>
                    <a:pt x="28" y="11"/>
                  </a:cubicBezTo>
                  <a:cubicBezTo>
                    <a:pt x="16" y="11"/>
                    <a:pt x="0" y="44"/>
                    <a:pt x="6" y="69"/>
                  </a:cubicBezTo>
                  <a:cubicBezTo>
                    <a:pt x="6" y="69"/>
                    <a:pt x="30" y="52"/>
                    <a:pt x="42" y="61"/>
                  </a:cubicBezTo>
                  <a:cubicBezTo>
                    <a:pt x="53" y="71"/>
                    <a:pt x="34" y="110"/>
                    <a:pt x="34" y="110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0"/>
                    <a:pt x="36" y="109"/>
                    <a:pt x="36" y="108"/>
                  </a:cubicBezTo>
                  <a:cubicBezTo>
                    <a:pt x="40" y="104"/>
                    <a:pt x="63" y="41"/>
                    <a:pt x="94" y="34"/>
                  </a:cubicBezTo>
                  <a:cubicBezTo>
                    <a:pt x="124" y="28"/>
                    <a:pt x="97" y="69"/>
                    <a:pt x="122" y="74"/>
                  </a:cubicBezTo>
                  <a:cubicBezTo>
                    <a:pt x="122" y="74"/>
                    <a:pt x="123" y="74"/>
                    <a:pt x="123" y="74"/>
                  </a:cubicBezTo>
                  <a:cubicBezTo>
                    <a:pt x="114" y="72"/>
                    <a:pt x="112" y="46"/>
                    <a:pt x="125" y="24"/>
                  </a:cubicBezTo>
                  <a:close/>
                </a:path>
              </a:pathLst>
            </a:custGeom>
            <a:solidFill>
              <a:srgbClr val="085E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0" name="Freeform 142">
              <a:extLst>
                <a:ext uri="{FF2B5EF4-FFF2-40B4-BE49-F238E27FC236}">
                  <a16:creationId xmlns:a16="http://schemas.microsoft.com/office/drawing/2014/main" id="{41D53E07-1DCE-46B6-97B4-629D77EB6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1812"/>
              <a:ext cx="175" cy="257"/>
            </a:xfrm>
            <a:custGeom>
              <a:avLst/>
              <a:gdLst>
                <a:gd name="T0" fmla="*/ 0 w 138"/>
                <a:gd name="T1" fmla="*/ 160 h 203"/>
                <a:gd name="T2" fmla="*/ 138 w 138"/>
                <a:gd name="T3" fmla="*/ 0 h 203"/>
                <a:gd name="T4" fmla="*/ 138 w 138"/>
                <a:gd name="T5" fmla="*/ 29 h 203"/>
                <a:gd name="T6" fmla="*/ 50 w 138"/>
                <a:gd name="T7" fmla="*/ 20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8" h="203">
                  <a:moveTo>
                    <a:pt x="0" y="160"/>
                  </a:moveTo>
                  <a:cubicBezTo>
                    <a:pt x="30" y="93"/>
                    <a:pt x="138" y="0"/>
                    <a:pt x="138" y="0"/>
                  </a:cubicBezTo>
                  <a:cubicBezTo>
                    <a:pt x="138" y="29"/>
                    <a:pt x="138" y="29"/>
                    <a:pt x="138" y="29"/>
                  </a:cubicBezTo>
                  <a:cubicBezTo>
                    <a:pt x="138" y="29"/>
                    <a:pt x="62" y="86"/>
                    <a:pt x="50" y="203"/>
                  </a:cubicBezTo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1" name="Freeform 143">
              <a:extLst>
                <a:ext uri="{FF2B5EF4-FFF2-40B4-BE49-F238E27FC236}">
                  <a16:creationId xmlns:a16="http://schemas.microsoft.com/office/drawing/2014/main" id="{FEEE9BD6-A647-4444-B086-E9881EB0C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1812"/>
              <a:ext cx="175" cy="257"/>
            </a:xfrm>
            <a:custGeom>
              <a:avLst/>
              <a:gdLst>
                <a:gd name="T0" fmla="*/ 0 w 138"/>
                <a:gd name="T1" fmla="*/ 160 h 203"/>
                <a:gd name="T2" fmla="*/ 138 w 138"/>
                <a:gd name="T3" fmla="*/ 0 h 203"/>
                <a:gd name="T4" fmla="*/ 138 w 138"/>
                <a:gd name="T5" fmla="*/ 29 h 203"/>
                <a:gd name="T6" fmla="*/ 50 w 138"/>
                <a:gd name="T7" fmla="*/ 20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8" h="203">
                  <a:moveTo>
                    <a:pt x="0" y="160"/>
                  </a:moveTo>
                  <a:cubicBezTo>
                    <a:pt x="30" y="93"/>
                    <a:pt x="138" y="0"/>
                    <a:pt x="138" y="0"/>
                  </a:cubicBezTo>
                  <a:cubicBezTo>
                    <a:pt x="138" y="29"/>
                    <a:pt x="138" y="29"/>
                    <a:pt x="138" y="29"/>
                  </a:cubicBezTo>
                  <a:cubicBezTo>
                    <a:pt x="138" y="29"/>
                    <a:pt x="62" y="86"/>
                    <a:pt x="50" y="203"/>
                  </a:cubicBezTo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2" name="Freeform 144">
              <a:extLst>
                <a:ext uri="{FF2B5EF4-FFF2-40B4-BE49-F238E27FC236}">
                  <a16:creationId xmlns:a16="http://schemas.microsoft.com/office/drawing/2014/main" id="{8A5F49BB-30F2-4390-BE2A-B12856342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5" y="1822"/>
              <a:ext cx="186" cy="238"/>
            </a:xfrm>
            <a:custGeom>
              <a:avLst/>
              <a:gdLst>
                <a:gd name="T0" fmla="*/ 142 w 147"/>
                <a:gd name="T1" fmla="*/ 21 h 188"/>
                <a:gd name="T2" fmla="*/ 147 w 147"/>
                <a:gd name="T3" fmla="*/ 0 h 188"/>
                <a:gd name="T4" fmla="*/ 39 w 147"/>
                <a:gd name="T5" fmla="*/ 171 h 188"/>
                <a:gd name="T6" fmla="*/ 40 w 147"/>
                <a:gd name="T7" fmla="*/ 183 h 188"/>
                <a:gd name="T8" fmla="*/ 46 w 147"/>
                <a:gd name="T9" fmla="*/ 188 h 188"/>
                <a:gd name="T10" fmla="*/ 55 w 147"/>
                <a:gd name="T11" fmla="*/ 188 h 188"/>
                <a:gd name="T12" fmla="*/ 142 w 147"/>
                <a:gd name="T13" fmla="*/ 21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" h="188">
                  <a:moveTo>
                    <a:pt x="142" y="21"/>
                  </a:moveTo>
                  <a:cubicBezTo>
                    <a:pt x="147" y="0"/>
                    <a:pt x="147" y="0"/>
                    <a:pt x="147" y="0"/>
                  </a:cubicBezTo>
                  <a:cubicBezTo>
                    <a:pt x="99" y="40"/>
                    <a:pt x="0" y="149"/>
                    <a:pt x="39" y="171"/>
                  </a:cubicBezTo>
                  <a:cubicBezTo>
                    <a:pt x="40" y="183"/>
                    <a:pt x="40" y="183"/>
                    <a:pt x="40" y="183"/>
                  </a:cubicBezTo>
                  <a:cubicBezTo>
                    <a:pt x="46" y="188"/>
                    <a:pt x="46" y="188"/>
                    <a:pt x="46" y="188"/>
                  </a:cubicBezTo>
                  <a:cubicBezTo>
                    <a:pt x="55" y="188"/>
                    <a:pt x="55" y="188"/>
                    <a:pt x="55" y="188"/>
                  </a:cubicBezTo>
                  <a:cubicBezTo>
                    <a:pt x="69" y="76"/>
                    <a:pt x="142" y="21"/>
                    <a:pt x="142" y="2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3" name="Freeform 145">
              <a:extLst>
                <a:ext uri="{FF2B5EF4-FFF2-40B4-BE49-F238E27FC236}">
                  <a16:creationId xmlns:a16="http://schemas.microsoft.com/office/drawing/2014/main" id="{57B85551-2156-498A-8E70-88A086DB0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8" y="1717"/>
              <a:ext cx="115" cy="186"/>
            </a:xfrm>
            <a:custGeom>
              <a:avLst/>
              <a:gdLst>
                <a:gd name="T0" fmla="*/ 16 w 91"/>
                <a:gd name="T1" fmla="*/ 147 h 147"/>
                <a:gd name="T2" fmla="*/ 16 w 91"/>
                <a:gd name="T3" fmla="*/ 138 h 147"/>
                <a:gd name="T4" fmla="*/ 20 w 91"/>
                <a:gd name="T5" fmla="*/ 92 h 147"/>
                <a:gd name="T6" fmla="*/ 3 w 91"/>
                <a:gd name="T7" fmla="*/ 37 h 147"/>
                <a:gd name="T8" fmla="*/ 11 w 91"/>
                <a:gd name="T9" fmla="*/ 34 h 147"/>
                <a:gd name="T10" fmla="*/ 30 w 91"/>
                <a:gd name="T11" fmla="*/ 68 h 147"/>
                <a:gd name="T12" fmla="*/ 30 w 91"/>
                <a:gd name="T13" fmla="*/ 19 h 147"/>
                <a:gd name="T14" fmla="*/ 39 w 91"/>
                <a:gd name="T15" fmla="*/ 13 h 147"/>
                <a:gd name="T16" fmla="*/ 47 w 91"/>
                <a:gd name="T17" fmla="*/ 57 h 147"/>
                <a:gd name="T18" fmla="*/ 62 w 91"/>
                <a:gd name="T19" fmla="*/ 9 h 147"/>
                <a:gd name="T20" fmla="*/ 72 w 91"/>
                <a:gd name="T21" fmla="*/ 18 h 147"/>
                <a:gd name="T22" fmla="*/ 65 w 91"/>
                <a:gd name="T23" fmla="*/ 54 h 147"/>
                <a:gd name="T24" fmla="*/ 84 w 91"/>
                <a:gd name="T25" fmla="*/ 28 h 147"/>
                <a:gd name="T26" fmla="*/ 91 w 91"/>
                <a:gd name="T27" fmla="*/ 29 h 147"/>
                <a:gd name="T28" fmla="*/ 74 w 91"/>
                <a:gd name="T29" fmla="*/ 65 h 147"/>
                <a:gd name="T30" fmla="*/ 38 w 91"/>
                <a:gd name="T31" fmla="*/ 109 h 147"/>
                <a:gd name="T32" fmla="*/ 16 w 91"/>
                <a:gd name="T33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1" h="147">
                  <a:moveTo>
                    <a:pt x="16" y="147"/>
                  </a:moveTo>
                  <a:cubicBezTo>
                    <a:pt x="14" y="143"/>
                    <a:pt x="16" y="142"/>
                    <a:pt x="16" y="138"/>
                  </a:cubicBezTo>
                  <a:cubicBezTo>
                    <a:pt x="17" y="133"/>
                    <a:pt x="25" y="112"/>
                    <a:pt x="20" y="92"/>
                  </a:cubicBezTo>
                  <a:cubicBezTo>
                    <a:pt x="15" y="72"/>
                    <a:pt x="6" y="44"/>
                    <a:pt x="3" y="37"/>
                  </a:cubicBezTo>
                  <a:cubicBezTo>
                    <a:pt x="0" y="29"/>
                    <a:pt x="8" y="30"/>
                    <a:pt x="11" y="34"/>
                  </a:cubicBezTo>
                  <a:cubicBezTo>
                    <a:pt x="14" y="38"/>
                    <a:pt x="26" y="53"/>
                    <a:pt x="30" y="68"/>
                  </a:cubicBezTo>
                  <a:cubicBezTo>
                    <a:pt x="30" y="68"/>
                    <a:pt x="37" y="51"/>
                    <a:pt x="30" y="19"/>
                  </a:cubicBezTo>
                  <a:cubicBezTo>
                    <a:pt x="28" y="12"/>
                    <a:pt x="34" y="7"/>
                    <a:pt x="39" y="13"/>
                  </a:cubicBezTo>
                  <a:cubicBezTo>
                    <a:pt x="44" y="20"/>
                    <a:pt x="47" y="48"/>
                    <a:pt x="47" y="57"/>
                  </a:cubicBezTo>
                  <a:cubicBezTo>
                    <a:pt x="47" y="57"/>
                    <a:pt x="61" y="36"/>
                    <a:pt x="62" y="9"/>
                  </a:cubicBezTo>
                  <a:cubicBezTo>
                    <a:pt x="63" y="0"/>
                    <a:pt x="72" y="9"/>
                    <a:pt x="72" y="18"/>
                  </a:cubicBezTo>
                  <a:cubicBezTo>
                    <a:pt x="71" y="27"/>
                    <a:pt x="65" y="54"/>
                    <a:pt x="65" y="54"/>
                  </a:cubicBezTo>
                  <a:cubicBezTo>
                    <a:pt x="65" y="54"/>
                    <a:pt x="83" y="35"/>
                    <a:pt x="84" y="28"/>
                  </a:cubicBezTo>
                  <a:cubicBezTo>
                    <a:pt x="86" y="22"/>
                    <a:pt x="91" y="27"/>
                    <a:pt x="91" y="29"/>
                  </a:cubicBezTo>
                  <a:cubicBezTo>
                    <a:pt x="91" y="32"/>
                    <a:pt x="83" y="59"/>
                    <a:pt x="74" y="65"/>
                  </a:cubicBezTo>
                  <a:cubicBezTo>
                    <a:pt x="64" y="72"/>
                    <a:pt x="42" y="90"/>
                    <a:pt x="38" y="109"/>
                  </a:cubicBezTo>
                  <a:cubicBezTo>
                    <a:pt x="33" y="127"/>
                    <a:pt x="32" y="144"/>
                    <a:pt x="16" y="147"/>
                  </a:cubicBez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4" name="Freeform 146">
              <a:extLst>
                <a:ext uri="{FF2B5EF4-FFF2-40B4-BE49-F238E27FC236}">
                  <a16:creationId xmlns:a16="http://schemas.microsoft.com/office/drawing/2014/main" id="{BCA24202-8CE8-4331-9006-C73AF1D19F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8" y="1750"/>
              <a:ext cx="95" cy="153"/>
            </a:xfrm>
            <a:custGeom>
              <a:avLst/>
              <a:gdLst>
                <a:gd name="T0" fmla="*/ 73 w 75"/>
                <a:gd name="T1" fmla="*/ 0 h 121"/>
                <a:gd name="T2" fmla="*/ 52 w 75"/>
                <a:gd name="T3" fmla="*/ 32 h 121"/>
                <a:gd name="T4" fmla="*/ 20 w 75"/>
                <a:gd name="T5" fmla="*/ 48 h 121"/>
                <a:gd name="T6" fmla="*/ 15 w 75"/>
                <a:gd name="T7" fmla="*/ 75 h 121"/>
                <a:gd name="T8" fmla="*/ 0 w 75"/>
                <a:gd name="T9" fmla="*/ 121 h 121"/>
                <a:gd name="T10" fmla="*/ 16 w 75"/>
                <a:gd name="T11" fmla="*/ 105 h 121"/>
                <a:gd name="T12" fmla="*/ 30 w 75"/>
                <a:gd name="T13" fmla="*/ 66 h 121"/>
                <a:gd name="T14" fmla="*/ 55 w 75"/>
                <a:gd name="T15" fmla="*/ 41 h 121"/>
                <a:gd name="T16" fmla="*/ 67 w 75"/>
                <a:gd name="T17" fmla="*/ 27 h 121"/>
                <a:gd name="T18" fmla="*/ 75 w 75"/>
                <a:gd name="T19" fmla="*/ 3 h 121"/>
                <a:gd name="T20" fmla="*/ 73 w 75"/>
                <a:gd name="T21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121">
                  <a:moveTo>
                    <a:pt x="73" y="0"/>
                  </a:moveTo>
                  <a:cubicBezTo>
                    <a:pt x="66" y="19"/>
                    <a:pt x="56" y="29"/>
                    <a:pt x="52" y="32"/>
                  </a:cubicBezTo>
                  <a:cubicBezTo>
                    <a:pt x="49" y="35"/>
                    <a:pt x="25" y="44"/>
                    <a:pt x="20" y="48"/>
                  </a:cubicBezTo>
                  <a:cubicBezTo>
                    <a:pt x="15" y="51"/>
                    <a:pt x="15" y="66"/>
                    <a:pt x="15" y="75"/>
                  </a:cubicBezTo>
                  <a:cubicBezTo>
                    <a:pt x="15" y="84"/>
                    <a:pt x="8" y="115"/>
                    <a:pt x="0" y="121"/>
                  </a:cubicBezTo>
                  <a:cubicBezTo>
                    <a:pt x="0" y="121"/>
                    <a:pt x="13" y="117"/>
                    <a:pt x="16" y="105"/>
                  </a:cubicBezTo>
                  <a:cubicBezTo>
                    <a:pt x="19" y="93"/>
                    <a:pt x="16" y="85"/>
                    <a:pt x="30" y="66"/>
                  </a:cubicBezTo>
                  <a:cubicBezTo>
                    <a:pt x="44" y="47"/>
                    <a:pt x="55" y="41"/>
                    <a:pt x="55" y="41"/>
                  </a:cubicBezTo>
                  <a:cubicBezTo>
                    <a:pt x="55" y="41"/>
                    <a:pt x="62" y="38"/>
                    <a:pt x="67" y="27"/>
                  </a:cubicBezTo>
                  <a:cubicBezTo>
                    <a:pt x="72" y="15"/>
                    <a:pt x="75" y="6"/>
                    <a:pt x="75" y="3"/>
                  </a:cubicBezTo>
                  <a:cubicBezTo>
                    <a:pt x="75" y="1"/>
                    <a:pt x="73" y="0"/>
                    <a:pt x="7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5" name="Freeform 147">
              <a:extLst>
                <a:ext uri="{FF2B5EF4-FFF2-40B4-BE49-F238E27FC236}">
                  <a16:creationId xmlns:a16="http://schemas.microsoft.com/office/drawing/2014/main" id="{B767F9AC-4979-40F4-B11D-EB42670A6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0" y="1727"/>
              <a:ext cx="18" cy="66"/>
            </a:xfrm>
            <a:custGeom>
              <a:avLst/>
              <a:gdLst>
                <a:gd name="T0" fmla="*/ 0 w 14"/>
                <a:gd name="T1" fmla="*/ 3 h 52"/>
                <a:gd name="T2" fmla="*/ 12 w 14"/>
                <a:gd name="T3" fmla="*/ 52 h 52"/>
                <a:gd name="T4" fmla="*/ 13 w 14"/>
                <a:gd name="T5" fmla="*/ 37 h 52"/>
                <a:gd name="T6" fmla="*/ 0 w 14"/>
                <a:gd name="T7" fmla="*/ 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52">
                  <a:moveTo>
                    <a:pt x="0" y="3"/>
                  </a:moveTo>
                  <a:cubicBezTo>
                    <a:pt x="4" y="12"/>
                    <a:pt x="12" y="52"/>
                    <a:pt x="12" y="52"/>
                  </a:cubicBezTo>
                  <a:cubicBezTo>
                    <a:pt x="12" y="52"/>
                    <a:pt x="14" y="47"/>
                    <a:pt x="13" y="37"/>
                  </a:cubicBezTo>
                  <a:cubicBezTo>
                    <a:pt x="12" y="26"/>
                    <a:pt x="9" y="0"/>
                    <a:pt x="0" y="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6" name="Freeform 148">
              <a:extLst>
                <a:ext uri="{FF2B5EF4-FFF2-40B4-BE49-F238E27FC236}">
                  <a16:creationId xmlns:a16="http://schemas.microsoft.com/office/drawing/2014/main" id="{74860859-06DA-41F2-90C5-393F8AD36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2" y="1749"/>
              <a:ext cx="35" cy="65"/>
            </a:xfrm>
            <a:custGeom>
              <a:avLst/>
              <a:gdLst>
                <a:gd name="T0" fmla="*/ 0 w 28"/>
                <a:gd name="T1" fmla="*/ 7 h 52"/>
                <a:gd name="T2" fmla="*/ 27 w 28"/>
                <a:gd name="T3" fmla="*/ 52 h 52"/>
                <a:gd name="T4" fmla="*/ 27 w 28"/>
                <a:gd name="T5" fmla="*/ 41 h 52"/>
                <a:gd name="T6" fmla="*/ 0 w 28"/>
                <a:gd name="T7" fmla="*/ 7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52">
                  <a:moveTo>
                    <a:pt x="0" y="7"/>
                  </a:moveTo>
                  <a:cubicBezTo>
                    <a:pt x="8" y="13"/>
                    <a:pt x="27" y="38"/>
                    <a:pt x="27" y="52"/>
                  </a:cubicBezTo>
                  <a:cubicBezTo>
                    <a:pt x="27" y="52"/>
                    <a:pt x="28" y="48"/>
                    <a:pt x="27" y="41"/>
                  </a:cubicBezTo>
                  <a:cubicBezTo>
                    <a:pt x="25" y="33"/>
                    <a:pt x="9" y="0"/>
                    <a:pt x="0" y="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7" name="Freeform 149">
              <a:extLst>
                <a:ext uri="{FF2B5EF4-FFF2-40B4-BE49-F238E27FC236}">
                  <a16:creationId xmlns:a16="http://schemas.microsoft.com/office/drawing/2014/main" id="{45B18FEE-507C-4C0D-9A69-639C46315C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" y="2001"/>
              <a:ext cx="97" cy="84"/>
            </a:xfrm>
            <a:custGeom>
              <a:avLst/>
              <a:gdLst>
                <a:gd name="T0" fmla="*/ 8 w 76"/>
                <a:gd name="T1" fmla="*/ 0 h 67"/>
                <a:gd name="T2" fmla="*/ 55 w 76"/>
                <a:gd name="T3" fmla="*/ 27 h 67"/>
                <a:gd name="T4" fmla="*/ 50 w 76"/>
                <a:gd name="T5" fmla="*/ 53 h 67"/>
                <a:gd name="T6" fmla="*/ 8 w 76"/>
                <a:gd name="T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67">
                  <a:moveTo>
                    <a:pt x="8" y="0"/>
                  </a:moveTo>
                  <a:cubicBezTo>
                    <a:pt x="0" y="14"/>
                    <a:pt x="51" y="43"/>
                    <a:pt x="55" y="27"/>
                  </a:cubicBezTo>
                  <a:cubicBezTo>
                    <a:pt x="59" y="10"/>
                    <a:pt x="76" y="67"/>
                    <a:pt x="50" y="53"/>
                  </a:cubicBezTo>
                  <a:cubicBezTo>
                    <a:pt x="13" y="33"/>
                    <a:pt x="0" y="13"/>
                    <a:pt x="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8" name="Freeform 150">
              <a:extLst>
                <a:ext uri="{FF2B5EF4-FFF2-40B4-BE49-F238E27FC236}">
                  <a16:creationId xmlns:a16="http://schemas.microsoft.com/office/drawing/2014/main" id="{AA9E54FD-95EC-4A36-895A-2AE71E1C8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9" y="2189"/>
              <a:ext cx="134" cy="90"/>
            </a:xfrm>
            <a:custGeom>
              <a:avLst/>
              <a:gdLst>
                <a:gd name="T0" fmla="*/ 4 w 106"/>
                <a:gd name="T1" fmla="*/ 46 h 71"/>
                <a:gd name="T2" fmla="*/ 27 w 106"/>
                <a:gd name="T3" fmla="*/ 17 h 71"/>
                <a:gd name="T4" fmla="*/ 94 w 106"/>
                <a:gd name="T5" fmla="*/ 1 h 71"/>
                <a:gd name="T6" fmla="*/ 106 w 106"/>
                <a:gd name="T7" fmla="*/ 41 h 71"/>
                <a:gd name="T8" fmla="*/ 104 w 106"/>
                <a:gd name="T9" fmla="*/ 50 h 71"/>
                <a:gd name="T10" fmla="*/ 87 w 106"/>
                <a:gd name="T11" fmla="*/ 55 h 71"/>
                <a:gd name="T12" fmla="*/ 66 w 106"/>
                <a:gd name="T13" fmla="*/ 62 h 71"/>
                <a:gd name="T14" fmla="*/ 35 w 106"/>
                <a:gd name="T15" fmla="*/ 70 h 71"/>
                <a:gd name="T16" fmla="*/ 0 w 106"/>
                <a:gd name="T17" fmla="*/ 68 h 71"/>
                <a:gd name="T18" fmla="*/ 4 w 106"/>
                <a:gd name="T19" fmla="*/ 4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" h="71">
                  <a:moveTo>
                    <a:pt x="4" y="46"/>
                  </a:moveTo>
                  <a:cubicBezTo>
                    <a:pt x="13" y="28"/>
                    <a:pt x="14" y="21"/>
                    <a:pt x="27" y="17"/>
                  </a:cubicBezTo>
                  <a:cubicBezTo>
                    <a:pt x="41" y="13"/>
                    <a:pt x="71" y="1"/>
                    <a:pt x="94" y="1"/>
                  </a:cubicBezTo>
                  <a:cubicBezTo>
                    <a:pt x="103" y="0"/>
                    <a:pt x="106" y="39"/>
                    <a:pt x="106" y="41"/>
                  </a:cubicBezTo>
                  <a:cubicBezTo>
                    <a:pt x="106" y="42"/>
                    <a:pt x="106" y="49"/>
                    <a:pt x="104" y="50"/>
                  </a:cubicBezTo>
                  <a:cubicBezTo>
                    <a:pt x="97" y="52"/>
                    <a:pt x="87" y="55"/>
                    <a:pt x="87" y="55"/>
                  </a:cubicBezTo>
                  <a:cubicBezTo>
                    <a:pt x="87" y="55"/>
                    <a:pt x="76" y="52"/>
                    <a:pt x="66" y="62"/>
                  </a:cubicBezTo>
                  <a:cubicBezTo>
                    <a:pt x="66" y="62"/>
                    <a:pt x="43" y="69"/>
                    <a:pt x="35" y="70"/>
                  </a:cubicBezTo>
                  <a:cubicBezTo>
                    <a:pt x="27" y="71"/>
                    <a:pt x="0" y="68"/>
                    <a:pt x="0" y="68"/>
                  </a:cubicBezTo>
                  <a:cubicBezTo>
                    <a:pt x="4" y="46"/>
                    <a:pt x="4" y="46"/>
                    <a:pt x="4" y="4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9" name="Freeform 151">
              <a:extLst>
                <a:ext uri="{FF2B5EF4-FFF2-40B4-BE49-F238E27FC236}">
                  <a16:creationId xmlns:a16="http://schemas.microsoft.com/office/drawing/2014/main" id="{8578E0F2-420F-40E4-B2CB-3E9C0DD31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9" y="2188"/>
              <a:ext cx="112" cy="75"/>
            </a:xfrm>
            <a:custGeom>
              <a:avLst/>
              <a:gdLst>
                <a:gd name="T0" fmla="*/ 11 w 89"/>
                <a:gd name="T1" fmla="*/ 18 h 59"/>
                <a:gd name="T2" fmla="*/ 74 w 89"/>
                <a:gd name="T3" fmla="*/ 1 h 59"/>
                <a:gd name="T4" fmla="*/ 89 w 89"/>
                <a:gd name="T5" fmla="*/ 32 h 59"/>
                <a:gd name="T6" fmla="*/ 84 w 89"/>
                <a:gd name="T7" fmla="*/ 41 h 59"/>
                <a:gd name="T8" fmla="*/ 18 w 89"/>
                <a:gd name="T9" fmla="*/ 59 h 59"/>
                <a:gd name="T10" fmla="*/ 5 w 89"/>
                <a:gd name="T11" fmla="*/ 43 h 59"/>
                <a:gd name="T12" fmla="*/ 11 w 89"/>
                <a:gd name="T13" fmla="*/ 18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9" h="59">
                  <a:moveTo>
                    <a:pt x="11" y="18"/>
                  </a:moveTo>
                  <a:cubicBezTo>
                    <a:pt x="25" y="14"/>
                    <a:pt x="64" y="2"/>
                    <a:pt x="74" y="1"/>
                  </a:cubicBezTo>
                  <a:cubicBezTo>
                    <a:pt x="84" y="0"/>
                    <a:pt x="89" y="30"/>
                    <a:pt x="89" y="32"/>
                  </a:cubicBezTo>
                  <a:cubicBezTo>
                    <a:pt x="89" y="33"/>
                    <a:pt x="87" y="40"/>
                    <a:pt x="84" y="41"/>
                  </a:cubicBezTo>
                  <a:cubicBezTo>
                    <a:pt x="78" y="43"/>
                    <a:pt x="27" y="58"/>
                    <a:pt x="18" y="59"/>
                  </a:cubicBezTo>
                  <a:cubicBezTo>
                    <a:pt x="10" y="59"/>
                    <a:pt x="5" y="43"/>
                    <a:pt x="5" y="43"/>
                  </a:cubicBezTo>
                  <a:cubicBezTo>
                    <a:pt x="0" y="30"/>
                    <a:pt x="1" y="21"/>
                    <a:pt x="11" y="18"/>
                  </a:cubicBezTo>
                  <a:close/>
                </a:path>
              </a:pathLst>
            </a:custGeom>
            <a:noFill/>
            <a:ln w="7938" cap="rnd">
              <a:solidFill>
                <a:srgbClr val="58C1E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60" name="Freeform 152">
              <a:extLst>
                <a:ext uri="{FF2B5EF4-FFF2-40B4-BE49-F238E27FC236}">
                  <a16:creationId xmlns:a16="http://schemas.microsoft.com/office/drawing/2014/main" id="{2698994F-B050-41C2-8DB5-2C2CB4423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2" y="2202"/>
              <a:ext cx="73" cy="46"/>
            </a:xfrm>
            <a:custGeom>
              <a:avLst/>
              <a:gdLst>
                <a:gd name="T0" fmla="*/ 51 w 58"/>
                <a:gd name="T1" fmla="*/ 23 h 36"/>
                <a:gd name="T2" fmla="*/ 13 w 58"/>
                <a:gd name="T3" fmla="*/ 35 h 36"/>
                <a:gd name="T4" fmla="*/ 2 w 58"/>
                <a:gd name="T5" fmla="*/ 28 h 36"/>
                <a:gd name="T6" fmla="*/ 1 w 58"/>
                <a:gd name="T7" fmla="*/ 25 h 36"/>
                <a:gd name="T8" fmla="*/ 8 w 58"/>
                <a:gd name="T9" fmla="*/ 13 h 36"/>
                <a:gd name="T10" fmla="*/ 46 w 58"/>
                <a:gd name="T11" fmla="*/ 2 h 36"/>
                <a:gd name="T12" fmla="*/ 57 w 58"/>
                <a:gd name="T13" fmla="*/ 8 h 36"/>
                <a:gd name="T14" fmla="*/ 57 w 58"/>
                <a:gd name="T15" fmla="*/ 12 h 36"/>
                <a:gd name="T16" fmla="*/ 51 w 58"/>
                <a:gd name="T17" fmla="*/ 2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36">
                  <a:moveTo>
                    <a:pt x="51" y="23"/>
                  </a:moveTo>
                  <a:cubicBezTo>
                    <a:pt x="13" y="35"/>
                    <a:pt x="13" y="35"/>
                    <a:pt x="13" y="35"/>
                  </a:cubicBezTo>
                  <a:cubicBezTo>
                    <a:pt x="8" y="36"/>
                    <a:pt x="3" y="33"/>
                    <a:pt x="2" y="28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0" y="20"/>
                    <a:pt x="3" y="15"/>
                    <a:pt x="8" y="13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51" y="0"/>
                    <a:pt x="55" y="3"/>
                    <a:pt x="57" y="8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58" y="17"/>
                    <a:pt x="56" y="22"/>
                    <a:pt x="51" y="23"/>
                  </a:cubicBezTo>
                  <a:close/>
                </a:path>
              </a:pathLst>
            </a:custGeom>
            <a:noFill/>
            <a:ln w="4763" cap="flat">
              <a:solidFill>
                <a:srgbClr val="FF79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61" name="Freeform 153">
              <a:extLst>
                <a:ext uri="{FF2B5EF4-FFF2-40B4-BE49-F238E27FC236}">
                  <a16:creationId xmlns:a16="http://schemas.microsoft.com/office/drawing/2014/main" id="{F6566C22-9DC6-47DD-97CA-A0B1A412A4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6" y="2250"/>
              <a:ext cx="42" cy="37"/>
            </a:xfrm>
            <a:custGeom>
              <a:avLst/>
              <a:gdLst>
                <a:gd name="T0" fmla="*/ 19 w 33"/>
                <a:gd name="T1" fmla="*/ 5 h 29"/>
                <a:gd name="T2" fmla="*/ 33 w 33"/>
                <a:gd name="T3" fmla="*/ 2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3" h="29">
                  <a:moveTo>
                    <a:pt x="19" y="5"/>
                  </a:moveTo>
                  <a:cubicBezTo>
                    <a:pt x="8" y="0"/>
                    <a:pt x="0" y="29"/>
                    <a:pt x="33" y="28"/>
                  </a:cubicBezTo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62" name="Freeform 154">
              <a:extLst>
                <a:ext uri="{FF2B5EF4-FFF2-40B4-BE49-F238E27FC236}">
                  <a16:creationId xmlns:a16="http://schemas.microsoft.com/office/drawing/2014/main" id="{8CC81D1C-99D6-47C7-9B2D-D4D5903D3F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6" y="2250"/>
              <a:ext cx="42" cy="37"/>
            </a:xfrm>
            <a:custGeom>
              <a:avLst/>
              <a:gdLst>
                <a:gd name="T0" fmla="*/ 19 w 33"/>
                <a:gd name="T1" fmla="*/ 5 h 29"/>
                <a:gd name="T2" fmla="*/ 33 w 33"/>
                <a:gd name="T3" fmla="*/ 2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3" h="29">
                  <a:moveTo>
                    <a:pt x="19" y="5"/>
                  </a:moveTo>
                  <a:cubicBezTo>
                    <a:pt x="8" y="0"/>
                    <a:pt x="0" y="29"/>
                    <a:pt x="33" y="28"/>
                  </a:cubicBezTo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63" name="Freeform 155">
              <a:extLst>
                <a:ext uri="{FF2B5EF4-FFF2-40B4-BE49-F238E27FC236}">
                  <a16:creationId xmlns:a16="http://schemas.microsoft.com/office/drawing/2014/main" id="{BFDEA19E-61E9-40F5-A448-6258935F9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2" y="2178"/>
              <a:ext cx="26" cy="44"/>
            </a:xfrm>
            <a:custGeom>
              <a:avLst/>
              <a:gdLst>
                <a:gd name="T0" fmla="*/ 13 w 20"/>
                <a:gd name="T1" fmla="*/ 9 h 35"/>
                <a:gd name="T2" fmla="*/ 4 w 20"/>
                <a:gd name="T3" fmla="*/ 24 h 35"/>
                <a:gd name="T4" fmla="*/ 20 w 20"/>
                <a:gd name="T5" fmla="*/ 3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35">
                  <a:moveTo>
                    <a:pt x="13" y="9"/>
                  </a:moveTo>
                  <a:cubicBezTo>
                    <a:pt x="0" y="0"/>
                    <a:pt x="0" y="18"/>
                    <a:pt x="4" y="24"/>
                  </a:cubicBezTo>
                  <a:cubicBezTo>
                    <a:pt x="8" y="30"/>
                    <a:pt x="13" y="35"/>
                    <a:pt x="20" y="32"/>
                  </a:cubicBezTo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64" name="Freeform 156">
              <a:extLst>
                <a:ext uri="{FF2B5EF4-FFF2-40B4-BE49-F238E27FC236}">
                  <a16:creationId xmlns:a16="http://schemas.microsoft.com/office/drawing/2014/main" id="{2130B7DC-F5C2-47B8-A096-B6E886CA2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2" y="2178"/>
              <a:ext cx="26" cy="44"/>
            </a:xfrm>
            <a:custGeom>
              <a:avLst/>
              <a:gdLst>
                <a:gd name="T0" fmla="*/ 13 w 20"/>
                <a:gd name="T1" fmla="*/ 9 h 35"/>
                <a:gd name="T2" fmla="*/ 4 w 20"/>
                <a:gd name="T3" fmla="*/ 24 h 35"/>
                <a:gd name="T4" fmla="*/ 20 w 20"/>
                <a:gd name="T5" fmla="*/ 3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35">
                  <a:moveTo>
                    <a:pt x="13" y="9"/>
                  </a:moveTo>
                  <a:cubicBezTo>
                    <a:pt x="0" y="0"/>
                    <a:pt x="0" y="18"/>
                    <a:pt x="4" y="24"/>
                  </a:cubicBezTo>
                  <a:cubicBezTo>
                    <a:pt x="8" y="30"/>
                    <a:pt x="13" y="35"/>
                    <a:pt x="20" y="32"/>
                  </a:cubicBezTo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65" name="Freeform 157">
              <a:extLst>
                <a:ext uri="{FF2B5EF4-FFF2-40B4-BE49-F238E27FC236}">
                  <a16:creationId xmlns:a16="http://schemas.microsoft.com/office/drawing/2014/main" id="{B527096D-430E-47B8-8D29-070149BD8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" y="2164"/>
              <a:ext cx="75" cy="33"/>
            </a:xfrm>
            <a:custGeom>
              <a:avLst/>
              <a:gdLst>
                <a:gd name="T0" fmla="*/ 51 w 59"/>
                <a:gd name="T1" fmla="*/ 23 h 26"/>
                <a:gd name="T2" fmla="*/ 9 w 59"/>
                <a:gd name="T3" fmla="*/ 25 h 26"/>
                <a:gd name="T4" fmla="*/ 0 w 59"/>
                <a:gd name="T5" fmla="*/ 17 h 26"/>
                <a:gd name="T6" fmla="*/ 0 w 59"/>
                <a:gd name="T7" fmla="*/ 13 h 26"/>
                <a:gd name="T8" fmla="*/ 8 w 59"/>
                <a:gd name="T9" fmla="*/ 3 h 26"/>
                <a:gd name="T10" fmla="*/ 50 w 59"/>
                <a:gd name="T11" fmla="*/ 1 h 26"/>
                <a:gd name="T12" fmla="*/ 58 w 59"/>
                <a:gd name="T13" fmla="*/ 10 h 26"/>
                <a:gd name="T14" fmla="*/ 59 w 59"/>
                <a:gd name="T15" fmla="*/ 13 h 26"/>
                <a:gd name="T16" fmla="*/ 51 w 59"/>
                <a:gd name="T17" fmla="*/ 2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26">
                  <a:moveTo>
                    <a:pt x="51" y="23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4" y="26"/>
                    <a:pt x="1" y="22"/>
                    <a:pt x="0" y="17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8"/>
                    <a:pt x="4" y="3"/>
                    <a:pt x="8" y="3"/>
                  </a:cubicBezTo>
                  <a:cubicBezTo>
                    <a:pt x="50" y="1"/>
                    <a:pt x="50" y="1"/>
                    <a:pt x="50" y="1"/>
                  </a:cubicBezTo>
                  <a:cubicBezTo>
                    <a:pt x="54" y="0"/>
                    <a:pt x="58" y="4"/>
                    <a:pt x="58" y="10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9" y="18"/>
                    <a:pt x="55" y="23"/>
                    <a:pt x="51" y="23"/>
                  </a:cubicBezTo>
                  <a:close/>
                </a:path>
              </a:pathLst>
            </a:custGeom>
            <a:noFill/>
            <a:ln w="4763" cap="flat">
              <a:solidFill>
                <a:srgbClr val="FF79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836719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0096" y="301109"/>
            <a:ext cx="4104456" cy="21582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85000"/>
              </a:lnSpc>
            </a:pPr>
            <a:r>
              <a:rPr lang="fr-FR" sz="5500" spc="-20" dirty="0">
                <a:latin typeface="Helvetica 75 Bold" panose="020B0804020202020204" pitchFamily="34" charset="0"/>
                <a:ea typeface="+mj-ea"/>
                <a:cs typeface="+mj-cs"/>
              </a:rPr>
              <a:t>Message clé avec photo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38" t="1866" r="9314" b="1866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64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/>
          <p:cNvGrpSpPr/>
          <p:nvPr/>
        </p:nvGrpSpPr>
        <p:grpSpPr>
          <a:xfrm>
            <a:off x="6858000" y="3854446"/>
            <a:ext cx="2286000" cy="1288564"/>
            <a:chOff x="561081" y="2888753"/>
            <a:chExt cx="3614353" cy="2037323"/>
          </a:xfrm>
        </p:grpSpPr>
        <p:sp>
          <p:nvSpPr>
            <p:cNvPr id="61" name="Rectangle 60"/>
            <p:cNvSpPr/>
            <p:nvPr/>
          </p:nvSpPr>
          <p:spPr>
            <a:xfrm>
              <a:off x="561081" y="2888753"/>
              <a:ext cx="3614353" cy="203732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>
                <a:solidFill>
                  <a:srgbClr val="000000"/>
                </a:solidFill>
              </a:endParaRPr>
            </a:p>
          </p:txBody>
        </p:sp>
        <p:grpSp>
          <p:nvGrpSpPr>
            <p:cNvPr id="62" name="Group 182"/>
            <p:cNvGrpSpPr>
              <a:grpSpLocks noChangeAspect="1"/>
            </p:cNvGrpSpPr>
            <p:nvPr/>
          </p:nvGrpSpPr>
          <p:grpSpPr bwMode="auto">
            <a:xfrm>
              <a:off x="3035059" y="3183354"/>
              <a:ext cx="788707" cy="1453695"/>
              <a:chOff x="2978" y="947"/>
              <a:chExt cx="969" cy="1786"/>
            </a:xfrm>
          </p:grpSpPr>
          <p:sp>
            <p:nvSpPr>
              <p:cNvPr id="63" name="Freeform 184"/>
              <p:cNvSpPr>
                <a:spLocks/>
              </p:cNvSpPr>
              <p:nvPr/>
            </p:nvSpPr>
            <p:spPr bwMode="auto">
              <a:xfrm>
                <a:off x="2978" y="947"/>
                <a:ext cx="969" cy="1786"/>
              </a:xfrm>
              <a:custGeom>
                <a:avLst/>
                <a:gdLst>
                  <a:gd name="T0" fmla="*/ 336 w 336"/>
                  <a:gd name="T1" fmla="*/ 589 h 619"/>
                  <a:gd name="T2" fmla="*/ 306 w 336"/>
                  <a:gd name="T3" fmla="*/ 619 h 619"/>
                  <a:gd name="T4" fmla="*/ 29 w 336"/>
                  <a:gd name="T5" fmla="*/ 619 h 619"/>
                  <a:gd name="T6" fmla="*/ 0 w 336"/>
                  <a:gd name="T7" fmla="*/ 589 h 619"/>
                  <a:gd name="T8" fmla="*/ 0 w 336"/>
                  <a:gd name="T9" fmla="*/ 29 h 619"/>
                  <a:gd name="T10" fmla="*/ 29 w 336"/>
                  <a:gd name="T11" fmla="*/ 0 h 619"/>
                  <a:gd name="T12" fmla="*/ 306 w 336"/>
                  <a:gd name="T13" fmla="*/ 0 h 619"/>
                  <a:gd name="T14" fmla="*/ 336 w 336"/>
                  <a:gd name="T15" fmla="*/ 29 h 619"/>
                  <a:gd name="T16" fmla="*/ 336 w 336"/>
                  <a:gd name="T17" fmla="*/ 589 h 6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36" h="619">
                    <a:moveTo>
                      <a:pt x="336" y="589"/>
                    </a:moveTo>
                    <a:cubicBezTo>
                      <a:pt x="336" y="606"/>
                      <a:pt x="322" y="619"/>
                      <a:pt x="306" y="619"/>
                    </a:cubicBezTo>
                    <a:cubicBezTo>
                      <a:pt x="29" y="619"/>
                      <a:pt x="29" y="619"/>
                      <a:pt x="29" y="619"/>
                    </a:cubicBezTo>
                    <a:cubicBezTo>
                      <a:pt x="13" y="619"/>
                      <a:pt x="0" y="606"/>
                      <a:pt x="0" y="58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306" y="0"/>
                      <a:pt x="306" y="0"/>
                      <a:pt x="306" y="0"/>
                    </a:cubicBezTo>
                    <a:cubicBezTo>
                      <a:pt x="322" y="0"/>
                      <a:pt x="336" y="13"/>
                      <a:pt x="336" y="29"/>
                    </a:cubicBezTo>
                    <a:lnTo>
                      <a:pt x="336" y="58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64" name="Rectangle 185"/>
              <p:cNvSpPr>
                <a:spLocks noChangeArrowheads="1"/>
              </p:cNvSpPr>
              <p:nvPr/>
            </p:nvSpPr>
            <p:spPr bwMode="auto">
              <a:xfrm>
                <a:off x="3038" y="1091"/>
                <a:ext cx="846" cy="132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65" name="Rectangle 186"/>
              <p:cNvSpPr>
                <a:spLocks noChangeArrowheads="1"/>
              </p:cNvSpPr>
              <p:nvPr/>
            </p:nvSpPr>
            <p:spPr bwMode="auto">
              <a:xfrm>
                <a:off x="3388" y="2482"/>
                <a:ext cx="150" cy="150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66" name="Line 187"/>
              <p:cNvSpPr>
                <a:spLocks noChangeShapeType="1"/>
              </p:cNvSpPr>
              <p:nvPr/>
            </p:nvSpPr>
            <p:spPr bwMode="auto">
              <a:xfrm>
                <a:off x="3884" y="2251"/>
                <a:ext cx="0" cy="0"/>
              </a:xfrm>
              <a:prstGeom prst="line">
                <a:avLst/>
              </a:prstGeom>
              <a:noFill/>
              <a:ln w="4763" cap="flat">
                <a:solidFill>
                  <a:srgbClr val="9C9B9C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67" name="Line 188"/>
              <p:cNvSpPr>
                <a:spLocks noChangeShapeType="1"/>
              </p:cNvSpPr>
              <p:nvPr/>
            </p:nvSpPr>
            <p:spPr bwMode="auto">
              <a:xfrm>
                <a:off x="3038" y="2251"/>
                <a:ext cx="0" cy="0"/>
              </a:xfrm>
              <a:prstGeom prst="line">
                <a:avLst/>
              </a:prstGeom>
              <a:noFill/>
              <a:ln w="4763" cap="flat">
                <a:solidFill>
                  <a:srgbClr val="9C9B9C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68" name="Freeform 189"/>
              <p:cNvSpPr>
                <a:spLocks/>
              </p:cNvSpPr>
              <p:nvPr/>
            </p:nvSpPr>
            <p:spPr bwMode="auto">
              <a:xfrm>
                <a:off x="3174" y="1345"/>
                <a:ext cx="606" cy="739"/>
              </a:xfrm>
              <a:custGeom>
                <a:avLst/>
                <a:gdLst>
                  <a:gd name="T0" fmla="*/ 606 w 606"/>
                  <a:gd name="T1" fmla="*/ 698 h 739"/>
                  <a:gd name="T2" fmla="*/ 606 w 606"/>
                  <a:gd name="T3" fmla="*/ 739 h 739"/>
                  <a:gd name="T4" fmla="*/ 0 w 606"/>
                  <a:gd name="T5" fmla="*/ 739 h 739"/>
                  <a:gd name="T6" fmla="*/ 0 w 606"/>
                  <a:gd name="T7" fmla="*/ 0 h 739"/>
                  <a:gd name="T8" fmla="*/ 40 w 606"/>
                  <a:gd name="T9" fmla="*/ 0 h 739"/>
                  <a:gd name="T10" fmla="*/ 40 w 606"/>
                  <a:gd name="T11" fmla="*/ 698 h 739"/>
                  <a:gd name="T12" fmla="*/ 606 w 606"/>
                  <a:gd name="T13" fmla="*/ 698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6" h="739">
                    <a:moveTo>
                      <a:pt x="606" y="698"/>
                    </a:moveTo>
                    <a:lnTo>
                      <a:pt x="606" y="739"/>
                    </a:lnTo>
                    <a:lnTo>
                      <a:pt x="0" y="739"/>
                    </a:lnTo>
                    <a:lnTo>
                      <a:pt x="0" y="0"/>
                    </a:lnTo>
                    <a:lnTo>
                      <a:pt x="40" y="0"/>
                    </a:lnTo>
                    <a:lnTo>
                      <a:pt x="40" y="698"/>
                    </a:lnTo>
                    <a:lnTo>
                      <a:pt x="606" y="698"/>
                    </a:lnTo>
                    <a:close/>
                  </a:path>
                </a:pathLst>
              </a:custGeom>
              <a:solidFill>
                <a:srgbClr val="8F8F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69" name="Rectangle 190"/>
              <p:cNvSpPr>
                <a:spLocks noChangeArrowheads="1"/>
              </p:cNvSpPr>
              <p:nvPr/>
            </p:nvSpPr>
            <p:spPr bwMode="auto">
              <a:xfrm>
                <a:off x="3235" y="1671"/>
                <a:ext cx="40" cy="355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70" name="Rectangle 191"/>
              <p:cNvSpPr>
                <a:spLocks noChangeArrowheads="1"/>
              </p:cNvSpPr>
              <p:nvPr/>
            </p:nvSpPr>
            <p:spPr bwMode="auto">
              <a:xfrm>
                <a:off x="3298" y="1778"/>
                <a:ext cx="69" cy="248"/>
              </a:xfrm>
              <a:prstGeom prst="rect">
                <a:avLst/>
              </a:prstGeom>
              <a:solidFill>
                <a:srgbClr val="FFB4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71" name="Rectangle 192"/>
              <p:cNvSpPr>
                <a:spLocks noChangeArrowheads="1"/>
              </p:cNvSpPr>
              <p:nvPr/>
            </p:nvSpPr>
            <p:spPr bwMode="auto">
              <a:xfrm>
                <a:off x="3465" y="1677"/>
                <a:ext cx="67" cy="349"/>
              </a:xfrm>
              <a:prstGeom prst="rect">
                <a:avLst/>
              </a:prstGeom>
              <a:solidFill>
                <a:srgbClr val="FFB4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72" name="Rectangle 193"/>
              <p:cNvSpPr>
                <a:spLocks noChangeArrowheads="1"/>
              </p:cNvSpPr>
              <p:nvPr/>
            </p:nvSpPr>
            <p:spPr bwMode="auto">
              <a:xfrm>
                <a:off x="3630" y="1466"/>
                <a:ext cx="69" cy="560"/>
              </a:xfrm>
              <a:prstGeom prst="rect">
                <a:avLst/>
              </a:prstGeom>
              <a:solidFill>
                <a:srgbClr val="FFB4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73" name="Rectangle 194"/>
              <p:cNvSpPr>
                <a:spLocks noChangeArrowheads="1"/>
              </p:cNvSpPr>
              <p:nvPr/>
            </p:nvSpPr>
            <p:spPr bwMode="auto">
              <a:xfrm>
                <a:off x="3399" y="1466"/>
                <a:ext cx="43" cy="560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74" name="Rectangle 195"/>
              <p:cNvSpPr>
                <a:spLocks noChangeArrowheads="1"/>
              </p:cNvSpPr>
              <p:nvPr/>
            </p:nvSpPr>
            <p:spPr bwMode="auto">
              <a:xfrm>
                <a:off x="3566" y="1550"/>
                <a:ext cx="41" cy="476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75" name="Rectangle 196"/>
              <p:cNvSpPr>
                <a:spLocks noChangeArrowheads="1"/>
              </p:cNvSpPr>
              <p:nvPr/>
            </p:nvSpPr>
            <p:spPr bwMode="auto">
              <a:xfrm>
                <a:off x="3731" y="1380"/>
                <a:ext cx="43" cy="646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76" name="Oval 197"/>
              <p:cNvSpPr>
                <a:spLocks noChangeArrowheads="1"/>
              </p:cNvSpPr>
              <p:nvPr/>
            </p:nvSpPr>
            <p:spPr bwMode="auto">
              <a:xfrm>
                <a:off x="3122" y="2098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77" name="Oval 198"/>
              <p:cNvSpPr>
                <a:spLocks noChangeArrowheads="1"/>
              </p:cNvSpPr>
              <p:nvPr/>
            </p:nvSpPr>
            <p:spPr bwMode="auto">
              <a:xfrm>
                <a:off x="3122" y="2014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78" name="Oval 199"/>
              <p:cNvSpPr>
                <a:spLocks noChangeArrowheads="1"/>
              </p:cNvSpPr>
              <p:nvPr/>
            </p:nvSpPr>
            <p:spPr bwMode="auto">
              <a:xfrm>
                <a:off x="3122" y="1931"/>
                <a:ext cx="29" cy="28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79" name="Oval 200"/>
              <p:cNvSpPr>
                <a:spLocks noChangeArrowheads="1"/>
              </p:cNvSpPr>
              <p:nvPr/>
            </p:nvSpPr>
            <p:spPr bwMode="auto">
              <a:xfrm>
                <a:off x="3122" y="1850"/>
                <a:ext cx="29" cy="26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80" name="Oval 201"/>
              <p:cNvSpPr>
                <a:spLocks noChangeArrowheads="1"/>
              </p:cNvSpPr>
              <p:nvPr/>
            </p:nvSpPr>
            <p:spPr bwMode="auto">
              <a:xfrm>
                <a:off x="3122" y="1766"/>
                <a:ext cx="29" cy="26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81" name="Oval 202"/>
              <p:cNvSpPr>
                <a:spLocks noChangeArrowheads="1"/>
              </p:cNvSpPr>
              <p:nvPr/>
            </p:nvSpPr>
            <p:spPr bwMode="auto">
              <a:xfrm>
                <a:off x="3122" y="1683"/>
                <a:ext cx="29" cy="25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82" name="Oval 203"/>
              <p:cNvSpPr>
                <a:spLocks noChangeArrowheads="1"/>
              </p:cNvSpPr>
              <p:nvPr/>
            </p:nvSpPr>
            <p:spPr bwMode="auto">
              <a:xfrm>
                <a:off x="3122" y="1599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83" name="Oval 204"/>
              <p:cNvSpPr>
                <a:spLocks noChangeArrowheads="1"/>
              </p:cNvSpPr>
              <p:nvPr/>
            </p:nvSpPr>
            <p:spPr bwMode="auto">
              <a:xfrm>
                <a:off x="3122" y="1515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84" name="Oval 205"/>
              <p:cNvSpPr>
                <a:spLocks noChangeArrowheads="1"/>
              </p:cNvSpPr>
              <p:nvPr/>
            </p:nvSpPr>
            <p:spPr bwMode="auto">
              <a:xfrm>
                <a:off x="3122" y="1434"/>
                <a:ext cx="29" cy="26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85" name="Oval 206"/>
              <p:cNvSpPr>
                <a:spLocks noChangeArrowheads="1"/>
              </p:cNvSpPr>
              <p:nvPr/>
            </p:nvSpPr>
            <p:spPr bwMode="auto">
              <a:xfrm>
                <a:off x="3122" y="1351"/>
                <a:ext cx="29" cy="26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86" name="Oval 207"/>
              <p:cNvSpPr>
                <a:spLocks noChangeArrowheads="1"/>
              </p:cNvSpPr>
              <p:nvPr/>
            </p:nvSpPr>
            <p:spPr bwMode="auto">
              <a:xfrm>
                <a:off x="3206" y="2098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87" name="Oval 208"/>
              <p:cNvSpPr>
                <a:spLocks noChangeArrowheads="1"/>
              </p:cNvSpPr>
              <p:nvPr/>
            </p:nvSpPr>
            <p:spPr bwMode="auto">
              <a:xfrm>
                <a:off x="3289" y="2098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88" name="Oval 209"/>
              <p:cNvSpPr>
                <a:spLocks noChangeArrowheads="1"/>
              </p:cNvSpPr>
              <p:nvPr/>
            </p:nvSpPr>
            <p:spPr bwMode="auto">
              <a:xfrm>
                <a:off x="3373" y="2098"/>
                <a:ext cx="26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89" name="Oval 210"/>
              <p:cNvSpPr>
                <a:spLocks noChangeArrowheads="1"/>
              </p:cNvSpPr>
              <p:nvPr/>
            </p:nvSpPr>
            <p:spPr bwMode="auto">
              <a:xfrm>
                <a:off x="3454" y="2098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90" name="Oval 211"/>
              <p:cNvSpPr>
                <a:spLocks noChangeArrowheads="1"/>
              </p:cNvSpPr>
              <p:nvPr/>
            </p:nvSpPr>
            <p:spPr bwMode="auto">
              <a:xfrm>
                <a:off x="3538" y="2098"/>
                <a:ext cx="28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91" name="Oval 212"/>
              <p:cNvSpPr>
                <a:spLocks noChangeArrowheads="1"/>
              </p:cNvSpPr>
              <p:nvPr/>
            </p:nvSpPr>
            <p:spPr bwMode="auto">
              <a:xfrm>
                <a:off x="3621" y="2098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92" name="Oval 213"/>
              <p:cNvSpPr>
                <a:spLocks noChangeArrowheads="1"/>
              </p:cNvSpPr>
              <p:nvPr/>
            </p:nvSpPr>
            <p:spPr bwMode="auto">
              <a:xfrm>
                <a:off x="3705" y="2098"/>
                <a:ext cx="26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93" name="Oval 214"/>
              <p:cNvSpPr>
                <a:spLocks noChangeArrowheads="1"/>
              </p:cNvSpPr>
              <p:nvPr/>
            </p:nvSpPr>
            <p:spPr bwMode="auto">
              <a:xfrm>
                <a:off x="3789" y="2098"/>
                <a:ext cx="25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</p:grpSp>
      </p:grpSp>
      <p:sp>
        <p:nvSpPr>
          <p:cNvPr id="139" name="Content Placeholder 2"/>
          <p:cNvSpPr txBox="1">
            <a:spLocks/>
          </p:cNvSpPr>
          <p:nvPr/>
        </p:nvSpPr>
        <p:spPr>
          <a:xfrm>
            <a:off x="313200" y="1183698"/>
            <a:ext cx="3968055" cy="3369252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tabLst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407988" indent="-1905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95313" indent="-173038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800100" indent="-1905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Helvetica 55 Roman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Sed </a:t>
            </a:r>
            <a:r>
              <a:rPr lang="fr-FR" dirty="0" err="1"/>
              <a:t>rhoncus</a:t>
            </a:r>
            <a:r>
              <a:rPr lang="fr-FR" dirty="0"/>
              <a:t>, </a:t>
            </a:r>
            <a:r>
              <a:rPr lang="fr-FR" dirty="0" err="1"/>
              <a:t>nisi</a:t>
            </a:r>
            <a:r>
              <a:rPr lang="fr-FR" dirty="0"/>
              <a:t> eu </a:t>
            </a:r>
            <a:r>
              <a:rPr lang="fr-FR" dirty="0" err="1"/>
              <a:t>facilisis</a:t>
            </a:r>
            <a:r>
              <a:rPr lang="fr-FR" dirty="0"/>
              <a:t> </a:t>
            </a:r>
            <a:r>
              <a:rPr lang="fr-FR" dirty="0" err="1"/>
              <a:t>condimentum</a:t>
            </a:r>
            <a:r>
              <a:rPr lang="fr-FR" dirty="0"/>
              <a:t>, </a:t>
            </a:r>
            <a:r>
              <a:rPr lang="fr-FR" dirty="0" err="1"/>
              <a:t>ligula</a:t>
            </a:r>
            <a:r>
              <a:rPr lang="fr-FR" dirty="0"/>
              <a:t> </a:t>
            </a:r>
            <a:r>
              <a:rPr lang="fr-FR" dirty="0" err="1"/>
              <a:t>augue</a:t>
            </a:r>
            <a:r>
              <a:rPr lang="fr-FR" dirty="0"/>
              <a:t> </a:t>
            </a:r>
            <a:r>
              <a:rPr lang="fr-FR" dirty="0" err="1"/>
              <a:t>porttitor</a:t>
            </a:r>
            <a:r>
              <a:rPr lang="fr-FR" dirty="0"/>
              <a:t> </a:t>
            </a:r>
            <a:r>
              <a:rPr lang="fr-FR" dirty="0" err="1"/>
              <a:t>lacus</a:t>
            </a:r>
            <a:r>
              <a:rPr lang="fr-FR" dirty="0"/>
              <a:t>.</a:t>
            </a:r>
          </a:p>
          <a:p>
            <a:pPr lvl="1"/>
            <a:r>
              <a:rPr lang="fr-FR" dirty="0" err="1"/>
              <a:t>Nulla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:</a:t>
            </a:r>
          </a:p>
          <a:p>
            <a:pPr lvl="2"/>
            <a:r>
              <a:rPr lang="fr-FR" dirty="0"/>
              <a:t>Eu </a:t>
            </a:r>
            <a:r>
              <a:rPr lang="fr-FR" dirty="0" err="1"/>
              <a:t>iaculis</a:t>
            </a:r>
            <a:r>
              <a:rPr lang="fr-FR" dirty="0"/>
              <a:t> </a:t>
            </a:r>
            <a:r>
              <a:rPr lang="fr-FR" dirty="0" err="1"/>
              <a:t>tortor</a:t>
            </a:r>
            <a:r>
              <a:rPr lang="fr-FR" dirty="0"/>
              <a:t> </a:t>
            </a:r>
            <a:r>
              <a:rPr lang="fr-FR" dirty="0" err="1"/>
              <a:t>nisi</a:t>
            </a:r>
            <a:r>
              <a:rPr lang="fr-FR" dirty="0"/>
              <a:t> a </a:t>
            </a:r>
            <a:r>
              <a:rPr lang="fr-FR" dirty="0" err="1"/>
              <a:t>augue</a:t>
            </a:r>
            <a:endParaRPr lang="fr-FR" dirty="0"/>
          </a:p>
          <a:p>
            <a:pPr lvl="3"/>
            <a:r>
              <a:rPr lang="fr-FR" dirty="0" err="1"/>
              <a:t>Phasellus</a:t>
            </a:r>
            <a:r>
              <a:rPr lang="fr-FR" dirty="0"/>
              <a:t> </a:t>
            </a:r>
            <a:r>
              <a:rPr lang="fr-FR" dirty="0" err="1"/>
              <a:t>ullamcorper</a:t>
            </a:r>
            <a:r>
              <a:rPr lang="fr-FR" dirty="0"/>
              <a:t> </a:t>
            </a:r>
            <a:r>
              <a:rPr lang="fr-FR" dirty="0" err="1"/>
              <a:t>orci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  <a:p>
            <a:pPr lvl="3"/>
            <a:r>
              <a:rPr lang="fr-FR" dirty="0" err="1"/>
              <a:t>Duismod</a:t>
            </a:r>
            <a:r>
              <a:rPr lang="fr-FR" dirty="0"/>
              <a:t> est </a:t>
            </a:r>
            <a:r>
              <a:rPr lang="fr-FR" dirty="0" err="1"/>
              <a:t>varius</a:t>
            </a:r>
            <a:endParaRPr lang="fr-FR" dirty="0"/>
          </a:p>
          <a:p>
            <a:pPr lvl="2"/>
            <a:r>
              <a:rPr lang="fr-FR" dirty="0" err="1"/>
              <a:t>Nullam</a:t>
            </a:r>
            <a:r>
              <a:rPr lang="fr-FR" dirty="0"/>
              <a:t> </a:t>
            </a:r>
            <a:r>
              <a:rPr lang="fr-FR" dirty="0" err="1"/>
              <a:t>condimentum</a:t>
            </a:r>
            <a:r>
              <a:rPr lang="fr-FR" dirty="0"/>
              <a:t> </a:t>
            </a:r>
            <a:r>
              <a:rPr lang="fr-FR" dirty="0" err="1"/>
              <a:t>commodo</a:t>
            </a:r>
            <a:r>
              <a:rPr lang="fr-FR" dirty="0"/>
              <a:t> </a:t>
            </a:r>
            <a:r>
              <a:rPr lang="fr-FR" dirty="0" err="1"/>
              <a:t>consequat</a:t>
            </a:r>
            <a:endParaRPr lang="fr-FR" dirty="0"/>
          </a:p>
          <a:p>
            <a:pPr lvl="2"/>
            <a:r>
              <a:rPr lang="fr-FR" dirty="0" err="1"/>
              <a:t>Aliquam</a:t>
            </a:r>
            <a:r>
              <a:rPr lang="fr-FR" dirty="0"/>
              <a:t> </a:t>
            </a:r>
            <a:r>
              <a:rPr lang="fr-FR" dirty="0" err="1"/>
              <a:t>leo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ultricies</a:t>
            </a:r>
            <a:r>
              <a:rPr lang="fr-FR" dirty="0"/>
              <a:t> </a:t>
            </a:r>
            <a:r>
              <a:rPr lang="fr-FR" dirty="0" err="1"/>
              <a:t>volutpat</a:t>
            </a:r>
            <a:r>
              <a:rPr lang="fr-FR" dirty="0"/>
              <a:t> </a:t>
            </a:r>
            <a:r>
              <a:rPr lang="fr-FR" dirty="0" err="1"/>
              <a:t>faucibus</a:t>
            </a:r>
            <a:r>
              <a:rPr lang="fr-FR" dirty="0"/>
              <a:t> id, </a:t>
            </a:r>
            <a:r>
              <a:rPr lang="fr-FR" dirty="0" err="1"/>
              <a:t>consequat</a:t>
            </a:r>
            <a:r>
              <a:rPr lang="fr-FR" dirty="0"/>
              <a:t> id mi</a:t>
            </a:r>
          </a:p>
          <a:p>
            <a:pPr lvl="2"/>
            <a:r>
              <a:rPr lang="fr-FR" dirty="0"/>
              <a:t>Ut </a:t>
            </a:r>
            <a:r>
              <a:rPr lang="fr-FR" dirty="0" err="1"/>
              <a:t>ac</a:t>
            </a:r>
            <a:r>
              <a:rPr lang="fr-FR" dirty="0"/>
              <a:t> </a:t>
            </a:r>
            <a:r>
              <a:rPr lang="fr-FR" dirty="0" err="1"/>
              <a:t>ultricies</a:t>
            </a:r>
            <a:r>
              <a:rPr lang="fr-FR" dirty="0"/>
              <a:t> </a:t>
            </a:r>
            <a:r>
              <a:rPr lang="fr-FR" dirty="0" err="1"/>
              <a:t>urna</a:t>
            </a:r>
            <a:r>
              <a:rPr lang="fr-FR" dirty="0"/>
              <a:t>, in </a:t>
            </a:r>
            <a:r>
              <a:rPr lang="fr-FR" dirty="0" err="1"/>
              <a:t>ullamcorper</a:t>
            </a:r>
            <a:r>
              <a:rPr lang="fr-FR" dirty="0"/>
              <a:t> </a:t>
            </a:r>
            <a:r>
              <a:rPr lang="fr-FR" dirty="0" err="1"/>
              <a:t>tortor</a:t>
            </a:r>
            <a:r>
              <a:rPr lang="fr-FR" dirty="0"/>
              <a:t> </a:t>
            </a:r>
          </a:p>
        </p:txBody>
      </p:sp>
      <p:sp>
        <p:nvSpPr>
          <p:cNvPr id="140" name="Title 1"/>
          <p:cNvSpPr txBox="1">
            <a:spLocks/>
          </p:cNvSpPr>
          <p:nvPr/>
        </p:nvSpPr>
        <p:spPr>
          <a:xfrm>
            <a:off x="313200" y="268288"/>
            <a:ext cx="8519650" cy="741362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dirty="0"/>
              <a:t>Texte avec images</a:t>
            </a:r>
          </a:p>
        </p:txBody>
      </p:sp>
      <p:pic>
        <p:nvPicPr>
          <p:cNvPr id="218" name="Picture 21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3" t="13905" r="6043" b="-1819"/>
          <a:stretch/>
        </p:blipFill>
        <p:spPr>
          <a:xfrm>
            <a:off x="4572000" y="0"/>
            <a:ext cx="4572000" cy="29289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0" y="2571750"/>
            <a:ext cx="4572000" cy="12826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Content Placeholder 3"/>
          <p:cNvSpPr txBox="1">
            <a:spLocks/>
          </p:cNvSpPr>
          <p:nvPr/>
        </p:nvSpPr>
        <p:spPr>
          <a:xfrm>
            <a:off x="4573066" y="2571751"/>
            <a:ext cx="1804873" cy="947190"/>
          </a:xfrm>
          <a:prstGeom prst="rect">
            <a:avLst/>
          </a:prstGeom>
        </p:spPr>
        <p:txBody>
          <a:bodyPr wrap="square" lIns="180000" tIns="180000" rIns="180000" bIns="18000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357188" indent="-176213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38163" indent="-18097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fr-FR" sz="5400" dirty="0">
                <a:solidFill>
                  <a:schemeClr val="bg2"/>
                </a:solidFill>
              </a:rPr>
              <a:t>30%</a:t>
            </a:r>
            <a:endParaRPr lang="fr-FR" sz="1600" dirty="0">
              <a:solidFill>
                <a:schemeClr val="bg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87440" y="2571750"/>
            <a:ext cx="2956559" cy="1225290"/>
          </a:xfrm>
          <a:prstGeom prst="rect">
            <a:avLst/>
          </a:prstGeom>
        </p:spPr>
        <p:txBody>
          <a:bodyPr wrap="square" lIns="180000" tIns="180000" rIns="180000" bIns="180000">
            <a:spAutoFit/>
          </a:bodyPr>
          <a:lstStyle/>
          <a:p>
            <a:pPr marL="0" lvl="1"/>
            <a:r>
              <a:rPr lang="fr-FR" sz="1400" dirty="0" err="1">
                <a:solidFill>
                  <a:schemeClr val="bg1"/>
                </a:solidFill>
              </a:rPr>
              <a:t>Lorem</a:t>
            </a:r>
            <a:r>
              <a:rPr lang="fr-FR" sz="1400" dirty="0">
                <a:solidFill>
                  <a:schemeClr val="bg1"/>
                </a:solidFill>
              </a:rPr>
              <a:t> </a:t>
            </a:r>
            <a:r>
              <a:rPr lang="fr-FR" sz="1400" dirty="0" err="1">
                <a:solidFill>
                  <a:schemeClr val="bg1"/>
                </a:solidFill>
              </a:rPr>
              <a:t>ipsum</a:t>
            </a:r>
            <a:r>
              <a:rPr lang="fr-FR" sz="1400" dirty="0">
                <a:solidFill>
                  <a:schemeClr val="bg1"/>
                </a:solidFill>
              </a:rPr>
              <a:t> </a:t>
            </a:r>
            <a:r>
              <a:rPr lang="fr-FR" sz="1400" dirty="0" err="1">
                <a:solidFill>
                  <a:schemeClr val="bg1"/>
                </a:solidFill>
              </a:rPr>
              <a:t>dolor</a:t>
            </a:r>
            <a:r>
              <a:rPr lang="fr-FR" sz="1400" dirty="0">
                <a:solidFill>
                  <a:schemeClr val="bg1"/>
                </a:solidFill>
              </a:rPr>
              <a:t> </a:t>
            </a:r>
            <a:r>
              <a:rPr lang="fr-FR" sz="1400" dirty="0" err="1">
                <a:solidFill>
                  <a:schemeClr val="bg1"/>
                </a:solidFill>
              </a:rPr>
              <a:t>sit</a:t>
            </a:r>
            <a:r>
              <a:rPr lang="fr-FR" sz="1400" dirty="0">
                <a:solidFill>
                  <a:schemeClr val="bg1"/>
                </a:solidFill>
              </a:rPr>
              <a:t> </a:t>
            </a:r>
            <a:r>
              <a:rPr lang="fr-FR" sz="1400" dirty="0" err="1">
                <a:solidFill>
                  <a:schemeClr val="bg1"/>
                </a:solidFill>
              </a:rPr>
              <a:t>amet</a:t>
            </a:r>
            <a:r>
              <a:rPr lang="fr-FR" sz="1400" dirty="0">
                <a:solidFill>
                  <a:schemeClr val="bg1"/>
                </a:solidFill>
              </a:rPr>
              <a:t>, </a:t>
            </a:r>
            <a:r>
              <a:rPr lang="fr-FR" sz="1400" dirty="0" err="1">
                <a:solidFill>
                  <a:schemeClr val="bg1"/>
                </a:solidFill>
              </a:rPr>
              <a:t>consectetur</a:t>
            </a:r>
            <a:r>
              <a:rPr lang="fr-FR" sz="1400" dirty="0">
                <a:solidFill>
                  <a:schemeClr val="bg1"/>
                </a:solidFill>
              </a:rPr>
              <a:t> </a:t>
            </a:r>
            <a:r>
              <a:rPr lang="fr-FR" sz="1400" dirty="0" err="1">
                <a:solidFill>
                  <a:schemeClr val="bg1"/>
                </a:solidFill>
              </a:rPr>
              <a:t>adipiscing</a:t>
            </a:r>
            <a:r>
              <a:rPr lang="fr-FR" sz="1400" dirty="0">
                <a:solidFill>
                  <a:schemeClr val="bg1"/>
                </a:solidFill>
              </a:rPr>
              <a:t> </a:t>
            </a:r>
            <a:r>
              <a:rPr lang="fr-FR" sz="1400" dirty="0" err="1">
                <a:solidFill>
                  <a:schemeClr val="bg1"/>
                </a:solidFill>
              </a:rPr>
              <a:t>elit</a:t>
            </a:r>
            <a:r>
              <a:rPr lang="fr-FR" sz="1400" dirty="0">
                <a:solidFill>
                  <a:schemeClr val="bg1"/>
                </a:solidFill>
              </a:rPr>
              <a:t> </a:t>
            </a:r>
            <a:br>
              <a:rPr lang="fr-FR" sz="1400" dirty="0">
                <a:solidFill>
                  <a:schemeClr val="bg1"/>
                </a:solidFill>
              </a:rPr>
            </a:br>
            <a:r>
              <a:rPr lang="fr-FR" sz="1400" dirty="0" err="1">
                <a:solidFill>
                  <a:schemeClr val="bg1"/>
                </a:solidFill>
              </a:rPr>
              <a:t>sed</a:t>
            </a:r>
            <a:r>
              <a:rPr lang="fr-FR" sz="1400" dirty="0">
                <a:solidFill>
                  <a:schemeClr val="bg1"/>
                </a:solidFill>
              </a:rPr>
              <a:t> </a:t>
            </a:r>
            <a:r>
              <a:rPr lang="fr-FR" sz="1400" dirty="0" err="1">
                <a:solidFill>
                  <a:schemeClr val="bg1"/>
                </a:solidFill>
              </a:rPr>
              <a:t>rhoncus</a:t>
            </a:r>
            <a:r>
              <a:rPr lang="fr-FR" sz="1400" dirty="0">
                <a:solidFill>
                  <a:schemeClr val="bg1"/>
                </a:solidFill>
              </a:rPr>
              <a:t>, </a:t>
            </a:r>
            <a:r>
              <a:rPr lang="fr-FR" sz="1400" dirty="0" err="1">
                <a:solidFill>
                  <a:schemeClr val="bg1"/>
                </a:solidFill>
              </a:rPr>
              <a:t>nisi</a:t>
            </a:r>
            <a:r>
              <a:rPr lang="fr-FR" sz="1400" dirty="0">
                <a:solidFill>
                  <a:schemeClr val="bg1"/>
                </a:solidFill>
              </a:rPr>
              <a:t> eu </a:t>
            </a:r>
            <a:r>
              <a:rPr lang="fr-FR" sz="1400" dirty="0" err="1">
                <a:solidFill>
                  <a:schemeClr val="bg1"/>
                </a:solidFill>
              </a:rPr>
              <a:t>facilisis</a:t>
            </a:r>
            <a:r>
              <a:rPr lang="fr-FR" sz="1400" dirty="0">
                <a:solidFill>
                  <a:schemeClr val="bg1"/>
                </a:solidFill>
              </a:rPr>
              <a:t> </a:t>
            </a:r>
            <a:r>
              <a:rPr lang="fr-FR" sz="1400" dirty="0" err="1">
                <a:solidFill>
                  <a:schemeClr val="bg1"/>
                </a:solidFill>
              </a:rPr>
              <a:t>condimentum</a:t>
            </a:r>
            <a:r>
              <a:rPr lang="fr-FR" sz="1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854446"/>
            <a:ext cx="2286000" cy="128905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08000" bIns="180000" rtlCol="0" anchor="t" anchorCtr="0"/>
          <a:lstStyle/>
          <a:p>
            <a:r>
              <a:rPr lang="fr-FR" sz="1400" dirty="0" err="1">
                <a:solidFill>
                  <a:srgbClr val="000000"/>
                </a:solidFill>
              </a:rPr>
              <a:t>Lorem</a:t>
            </a:r>
            <a:r>
              <a:rPr lang="fr-FR" sz="1400" dirty="0">
                <a:solidFill>
                  <a:srgbClr val="000000"/>
                </a:solidFill>
              </a:rPr>
              <a:t> </a:t>
            </a:r>
            <a:r>
              <a:rPr lang="fr-FR" sz="1400" dirty="0" err="1">
                <a:solidFill>
                  <a:srgbClr val="000000"/>
                </a:solidFill>
              </a:rPr>
              <a:t>ipsum</a:t>
            </a:r>
            <a:br>
              <a:rPr lang="fr-FR" sz="1400" dirty="0">
                <a:solidFill>
                  <a:srgbClr val="000000"/>
                </a:solidFill>
              </a:rPr>
            </a:br>
            <a:r>
              <a:rPr lang="fr-FR" sz="1400" dirty="0" err="1">
                <a:solidFill>
                  <a:srgbClr val="000000"/>
                </a:solidFill>
              </a:rPr>
              <a:t>dolor</a:t>
            </a:r>
            <a:r>
              <a:rPr lang="fr-FR" sz="1400" dirty="0">
                <a:solidFill>
                  <a:srgbClr val="000000"/>
                </a:solidFill>
              </a:rPr>
              <a:t> </a:t>
            </a:r>
            <a:r>
              <a:rPr lang="fr-FR" sz="1400" dirty="0" err="1">
                <a:solidFill>
                  <a:srgbClr val="000000"/>
                </a:solidFill>
              </a:rPr>
              <a:t>sit</a:t>
            </a:r>
            <a:r>
              <a:rPr lang="fr-FR" sz="1400" dirty="0">
                <a:solidFill>
                  <a:srgbClr val="000000"/>
                </a:solidFill>
              </a:rPr>
              <a:t> </a:t>
            </a:r>
            <a:r>
              <a:rPr lang="fr-FR" sz="1400" dirty="0" err="1">
                <a:solidFill>
                  <a:srgbClr val="000000"/>
                </a:solidFill>
              </a:rPr>
              <a:t>amet</a:t>
            </a:r>
            <a:r>
              <a:rPr lang="fr-FR" sz="1400" dirty="0">
                <a:solidFill>
                  <a:srgbClr val="000000"/>
                </a:solidFill>
              </a:rPr>
              <a:t>,</a:t>
            </a:r>
            <a:br>
              <a:rPr lang="fr-FR" sz="1400" dirty="0">
                <a:solidFill>
                  <a:srgbClr val="000000"/>
                </a:solidFill>
              </a:rPr>
            </a:br>
            <a:r>
              <a:rPr lang="fr-FR" sz="1400" dirty="0" err="1">
                <a:solidFill>
                  <a:srgbClr val="000000"/>
                </a:solidFill>
              </a:rPr>
              <a:t>consectetur</a:t>
            </a:r>
            <a:r>
              <a:rPr lang="fr-FR" sz="1400" dirty="0">
                <a:solidFill>
                  <a:srgbClr val="000000"/>
                </a:solidFill>
              </a:rPr>
              <a:t> </a:t>
            </a:r>
            <a:br>
              <a:rPr lang="fr-FR" sz="1400" dirty="0">
                <a:solidFill>
                  <a:srgbClr val="000000"/>
                </a:solidFill>
              </a:rPr>
            </a:br>
            <a:r>
              <a:rPr lang="fr-FR" sz="1400" dirty="0" err="1">
                <a:solidFill>
                  <a:srgbClr val="000000"/>
                </a:solidFill>
              </a:rPr>
              <a:t>adipiscing</a:t>
            </a:r>
            <a:r>
              <a:rPr lang="fr-FR" sz="14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3853956"/>
            <a:ext cx="2286000" cy="12890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08000" bIns="180000" rtlCol="0" anchor="t" anchorCtr="0"/>
          <a:lstStyle/>
          <a:p>
            <a:r>
              <a:rPr lang="fr-FR" sz="1400" dirty="0" err="1">
                <a:solidFill>
                  <a:srgbClr val="000000"/>
                </a:solidFill>
              </a:rPr>
              <a:t>Lorem</a:t>
            </a:r>
            <a:r>
              <a:rPr lang="fr-FR" sz="1400" dirty="0">
                <a:solidFill>
                  <a:srgbClr val="000000"/>
                </a:solidFill>
              </a:rPr>
              <a:t> </a:t>
            </a:r>
            <a:r>
              <a:rPr lang="fr-FR" sz="1400" dirty="0" err="1">
                <a:solidFill>
                  <a:srgbClr val="000000"/>
                </a:solidFill>
              </a:rPr>
              <a:t>ipsum</a:t>
            </a:r>
            <a:r>
              <a:rPr lang="fr-FR" sz="1400" dirty="0">
                <a:solidFill>
                  <a:srgbClr val="000000"/>
                </a:solidFill>
              </a:rPr>
              <a:t> </a:t>
            </a:r>
            <a:br>
              <a:rPr lang="fr-FR" sz="1400" dirty="0">
                <a:solidFill>
                  <a:srgbClr val="000000"/>
                </a:solidFill>
              </a:rPr>
            </a:br>
            <a:r>
              <a:rPr lang="fr-FR" sz="1400" dirty="0" err="1">
                <a:solidFill>
                  <a:srgbClr val="000000"/>
                </a:solidFill>
              </a:rPr>
              <a:t>dolor</a:t>
            </a:r>
            <a:r>
              <a:rPr lang="fr-FR" sz="1400" dirty="0">
                <a:solidFill>
                  <a:srgbClr val="000000"/>
                </a:solidFill>
              </a:rPr>
              <a:t> </a:t>
            </a:r>
            <a:r>
              <a:rPr lang="fr-FR" sz="1400" dirty="0" err="1">
                <a:solidFill>
                  <a:srgbClr val="000000"/>
                </a:solidFill>
              </a:rPr>
              <a:t>sit</a:t>
            </a:r>
            <a:r>
              <a:rPr lang="fr-FR" sz="1400" dirty="0">
                <a:solidFill>
                  <a:srgbClr val="000000"/>
                </a:solidFill>
              </a:rPr>
              <a:t> </a:t>
            </a:r>
            <a:r>
              <a:rPr lang="fr-FR" sz="1400" dirty="0" err="1">
                <a:solidFill>
                  <a:srgbClr val="000000"/>
                </a:solidFill>
              </a:rPr>
              <a:t>amet</a:t>
            </a:r>
            <a:r>
              <a:rPr lang="fr-FR" sz="1400" dirty="0">
                <a:solidFill>
                  <a:srgbClr val="000000"/>
                </a:solidFill>
              </a:rPr>
              <a:t>, </a:t>
            </a:r>
            <a:r>
              <a:rPr lang="fr-FR" sz="1400" dirty="0" err="1">
                <a:solidFill>
                  <a:srgbClr val="000000"/>
                </a:solidFill>
              </a:rPr>
              <a:t>consectetur</a:t>
            </a:r>
            <a:r>
              <a:rPr lang="fr-FR" sz="1400" dirty="0">
                <a:solidFill>
                  <a:srgbClr val="000000"/>
                </a:solidFill>
              </a:rPr>
              <a:t> </a:t>
            </a:r>
            <a:br>
              <a:rPr lang="fr-FR" sz="1400" dirty="0">
                <a:solidFill>
                  <a:srgbClr val="000000"/>
                </a:solidFill>
              </a:rPr>
            </a:br>
            <a:r>
              <a:rPr lang="fr-FR" sz="1400" dirty="0" err="1">
                <a:solidFill>
                  <a:srgbClr val="000000"/>
                </a:solidFill>
              </a:rPr>
              <a:t>adipiscing</a:t>
            </a:r>
            <a:r>
              <a:rPr lang="fr-FR" sz="1400" dirty="0">
                <a:solidFill>
                  <a:srgbClr val="000000"/>
                </a:solidFill>
              </a:rPr>
              <a:t>.</a:t>
            </a:r>
          </a:p>
        </p:txBody>
      </p:sp>
      <p:grpSp>
        <p:nvGrpSpPr>
          <p:cNvPr id="50" name="Group 217"/>
          <p:cNvGrpSpPr>
            <a:grpSpLocks noChangeAspect="1"/>
          </p:cNvGrpSpPr>
          <p:nvPr/>
        </p:nvGrpSpPr>
        <p:grpSpPr bwMode="auto">
          <a:xfrm>
            <a:off x="6217747" y="4069080"/>
            <a:ext cx="353372" cy="904850"/>
            <a:chOff x="2544" y="724"/>
            <a:chExt cx="701" cy="1795"/>
          </a:xfrm>
        </p:grpSpPr>
        <p:sp>
          <p:nvSpPr>
            <p:cNvPr id="51" name="Freeform 219"/>
            <p:cNvSpPr>
              <a:spLocks/>
            </p:cNvSpPr>
            <p:nvPr/>
          </p:nvSpPr>
          <p:spPr bwMode="auto">
            <a:xfrm>
              <a:off x="2651" y="724"/>
              <a:ext cx="470" cy="1001"/>
            </a:xfrm>
            <a:custGeom>
              <a:avLst/>
              <a:gdLst>
                <a:gd name="T0" fmla="*/ 0 w 470"/>
                <a:gd name="T1" fmla="*/ 0 h 1001"/>
                <a:gd name="T2" fmla="*/ 0 w 470"/>
                <a:gd name="T3" fmla="*/ 511 h 1001"/>
                <a:gd name="T4" fmla="*/ 0 w 470"/>
                <a:gd name="T5" fmla="*/ 1001 h 1001"/>
                <a:gd name="T6" fmla="*/ 470 w 470"/>
                <a:gd name="T7" fmla="*/ 1001 h 1001"/>
                <a:gd name="T8" fmla="*/ 470 w 470"/>
                <a:gd name="T9" fmla="*/ 271 h 1001"/>
                <a:gd name="T10" fmla="*/ 470 w 470"/>
                <a:gd name="T11" fmla="*/ 0 h 1001"/>
                <a:gd name="T12" fmla="*/ 0 w 470"/>
                <a:gd name="T13" fmla="*/ 0 h 10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0" h="1001">
                  <a:moveTo>
                    <a:pt x="0" y="0"/>
                  </a:moveTo>
                  <a:lnTo>
                    <a:pt x="0" y="511"/>
                  </a:lnTo>
                  <a:lnTo>
                    <a:pt x="0" y="1001"/>
                  </a:lnTo>
                  <a:lnTo>
                    <a:pt x="470" y="1001"/>
                  </a:lnTo>
                  <a:lnTo>
                    <a:pt x="470" y="271"/>
                  </a:lnTo>
                  <a:lnTo>
                    <a:pt x="4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F8F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  <p:sp>
          <p:nvSpPr>
            <p:cNvPr id="52" name="Rectangle 220"/>
            <p:cNvSpPr>
              <a:spLocks noChangeArrowheads="1"/>
            </p:cNvSpPr>
            <p:nvPr/>
          </p:nvSpPr>
          <p:spPr bwMode="auto">
            <a:xfrm>
              <a:off x="2711" y="920"/>
              <a:ext cx="104" cy="104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  <p:sp>
          <p:nvSpPr>
            <p:cNvPr id="53" name="Rectangle 221"/>
            <p:cNvSpPr>
              <a:spLocks noChangeArrowheads="1"/>
            </p:cNvSpPr>
            <p:nvPr/>
          </p:nvSpPr>
          <p:spPr bwMode="auto">
            <a:xfrm>
              <a:off x="2956" y="920"/>
              <a:ext cx="104" cy="104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  <p:sp>
          <p:nvSpPr>
            <p:cNvPr id="54" name="Freeform 222"/>
            <p:cNvSpPr>
              <a:spLocks/>
            </p:cNvSpPr>
            <p:nvPr/>
          </p:nvSpPr>
          <p:spPr bwMode="auto">
            <a:xfrm>
              <a:off x="2544" y="1137"/>
              <a:ext cx="684" cy="1382"/>
            </a:xfrm>
            <a:custGeom>
              <a:avLst/>
              <a:gdLst>
                <a:gd name="T0" fmla="*/ 2 w 237"/>
                <a:gd name="T1" fmla="*/ 383 h 479"/>
                <a:gd name="T2" fmla="*/ 87 w 237"/>
                <a:gd name="T3" fmla="*/ 475 h 479"/>
                <a:gd name="T4" fmla="*/ 119 w 237"/>
                <a:gd name="T5" fmla="*/ 479 h 479"/>
                <a:gd name="T6" fmla="*/ 150 w 237"/>
                <a:gd name="T7" fmla="*/ 475 h 479"/>
                <a:gd name="T8" fmla="*/ 237 w 237"/>
                <a:gd name="T9" fmla="*/ 361 h 479"/>
                <a:gd name="T10" fmla="*/ 237 w 237"/>
                <a:gd name="T11" fmla="*/ 182 h 479"/>
                <a:gd name="T12" fmla="*/ 237 w 237"/>
                <a:gd name="T13" fmla="*/ 182 h 479"/>
                <a:gd name="T14" fmla="*/ 237 w 237"/>
                <a:gd name="T15" fmla="*/ 20 h 479"/>
                <a:gd name="T16" fmla="*/ 217 w 237"/>
                <a:gd name="T17" fmla="*/ 0 h 479"/>
                <a:gd name="T18" fmla="*/ 20 w 237"/>
                <a:gd name="T19" fmla="*/ 0 h 479"/>
                <a:gd name="T20" fmla="*/ 0 w 237"/>
                <a:gd name="T21" fmla="*/ 20 h 479"/>
                <a:gd name="T22" fmla="*/ 0 w 237"/>
                <a:gd name="T23" fmla="*/ 361 h 479"/>
                <a:gd name="T24" fmla="*/ 2 w 237"/>
                <a:gd name="T25" fmla="*/ 383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7" h="479">
                  <a:moveTo>
                    <a:pt x="2" y="383"/>
                  </a:moveTo>
                  <a:cubicBezTo>
                    <a:pt x="11" y="427"/>
                    <a:pt x="44" y="463"/>
                    <a:pt x="87" y="475"/>
                  </a:cubicBezTo>
                  <a:cubicBezTo>
                    <a:pt x="97" y="478"/>
                    <a:pt x="108" y="479"/>
                    <a:pt x="119" y="479"/>
                  </a:cubicBezTo>
                  <a:cubicBezTo>
                    <a:pt x="130" y="479"/>
                    <a:pt x="140" y="478"/>
                    <a:pt x="150" y="475"/>
                  </a:cubicBezTo>
                  <a:cubicBezTo>
                    <a:pt x="200" y="461"/>
                    <a:pt x="237" y="415"/>
                    <a:pt x="237" y="361"/>
                  </a:cubicBezTo>
                  <a:cubicBezTo>
                    <a:pt x="237" y="182"/>
                    <a:pt x="237" y="182"/>
                    <a:pt x="237" y="182"/>
                  </a:cubicBezTo>
                  <a:cubicBezTo>
                    <a:pt x="237" y="182"/>
                    <a:pt x="237" y="182"/>
                    <a:pt x="237" y="182"/>
                  </a:cubicBezTo>
                  <a:cubicBezTo>
                    <a:pt x="237" y="20"/>
                    <a:pt x="237" y="20"/>
                    <a:pt x="237" y="20"/>
                  </a:cubicBezTo>
                  <a:cubicBezTo>
                    <a:pt x="237" y="9"/>
                    <a:pt x="228" y="0"/>
                    <a:pt x="217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61"/>
                    <a:pt x="0" y="361"/>
                    <a:pt x="0" y="361"/>
                  </a:cubicBezTo>
                  <a:cubicBezTo>
                    <a:pt x="0" y="368"/>
                    <a:pt x="1" y="376"/>
                    <a:pt x="2" y="38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  <p:sp>
          <p:nvSpPr>
            <p:cNvPr id="55" name="Freeform 223"/>
            <p:cNvSpPr>
              <a:spLocks/>
            </p:cNvSpPr>
            <p:nvPr/>
          </p:nvSpPr>
          <p:spPr bwMode="auto">
            <a:xfrm>
              <a:off x="2579" y="1301"/>
              <a:ext cx="614" cy="150"/>
            </a:xfrm>
            <a:custGeom>
              <a:avLst/>
              <a:gdLst>
                <a:gd name="T0" fmla="*/ 0 w 614"/>
                <a:gd name="T1" fmla="*/ 0 h 150"/>
                <a:gd name="T2" fmla="*/ 0 w 614"/>
                <a:gd name="T3" fmla="*/ 41 h 150"/>
                <a:gd name="T4" fmla="*/ 0 w 614"/>
                <a:gd name="T5" fmla="*/ 55 h 150"/>
                <a:gd name="T6" fmla="*/ 0 w 614"/>
                <a:gd name="T7" fmla="*/ 150 h 150"/>
                <a:gd name="T8" fmla="*/ 614 w 614"/>
                <a:gd name="T9" fmla="*/ 150 h 150"/>
                <a:gd name="T10" fmla="*/ 614 w 614"/>
                <a:gd name="T11" fmla="*/ 55 h 150"/>
                <a:gd name="T12" fmla="*/ 614 w 614"/>
                <a:gd name="T13" fmla="*/ 41 h 150"/>
                <a:gd name="T14" fmla="*/ 614 w 614"/>
                <a:gd name="T15" fmla="*/ 0 h 150"/>
                <a:gd name="T16" fmla="*/ 0 w 614"/>
                <a:gd name="T17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4" h="150">
                  <a:moveTo>
                    <a:pt x="0" y="0"/>
                  </a:moveTo>
                  <a:lnTo>
                    <a:pt x="0" y="41"/>
                  </a:lnTo>
                  <a:lnTo>
                    <a:pt x="0" y="55"/>
                  </a:lnTo>
                  <a:lnTo>
                    <a:pt x="0" y="150"/>
                  </a:lnTo>
                  <a:lnTo>
                    <a:pt x="614" y="150"/>
                  </a:lnTo>
                  <a:lnTo>
                    <a:pt x="614" y="55"/>
                  </a:lnTo>
                  <a:lnTo>
                    <a:pt x="614" y="41"/>
                  </a:lnTo>
                  <a:lnTo>
                    <a:pt x="6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  <p:sp>
          <p:nvSpPr>
            <p:cNvPr id="56" name="Line 224"/>
            <p:cNvSpPr>
              <a:spLocks noChangeShapeType="1"/>
            </p:cNvSpPr>
            <p:nvPr/>
          </p:nvSpPr>
          <p:spPr bwMode="auto">
            <a:xfrm>
              <a:off x="3089" y="776"/>
              <a:ext cx="0" cy="0"/>
            </a:xfrm>
            <a:prstGeom prst="line">
              <a:avLst/>
            </a:prstGeom>
            <a:noFill/>
            <a:ln w="4763" cap="flat">
              <a:solidFill>
                <a:srgbClr val="9C9B9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  <p:sp>
          <p:nvSpPr>
            <p:cNvPr id="57" name="Line 225"/>
            <p:cNvSpPr>
              <a:spLocks noChangeShapeType="1"/>
            </p:cNvSpPr>
            <p:nvPr/>
          </p:nvSpPr>
          <p:spPr bwMode="auto">
            <a:xfrm>
              <a:off x="2682" y="776"/>
              <a:ext cx="0" cy="0"/>
            </a:xfrm>
            <a:prstGeom prst="line">
              <a:avLst/>
            </a:prstGeom>
            <a:noFill/>
            <a:ln w="4763" cap="flat">
              <a:solidFill>
                <a:srgbClr val="9C9B9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  <p:sp>
          <p:nvSpPr>
            <p:cNvPr id="58" name="Line 226"/>
            <p:cNvSpPr>
              <a:spLocks noChangeShapeType="1"/>
            </p:cNvSpPr>
            <p:nvPr/>
          </p:nvSpPr>
          <p:spPr bwMode="auto">
            <a:xfrm>
              <a:off x="3245" y="1486"/>
              <a:ext cx="0" cy="0"/>
            </a:xfrm>
            <a:prstGeom prst="line">
              <a:avLst/>
            </a:prstGeom>
            <a:noFill/>
            <a:ln w="36513" cap="flat">
              <a:solidFill>
                <a:srgbClr val="1860A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  <p:sp>
          <p:nvSpPr>
            <p:cNvPr id="59" name="Freeform 227"/>
            <p:cNvSpPr>
              <a:spLocks/>
            </p:cNvSpPr>
            <p:nvPr/>
          </p:nvSpPr>
          <p:spPr bwMode="auto">
            <a:xfrm>
              <a:off x="2581" y="1503"/>
              <a:ext cx="277" cy="972"/>
            </a:xfrm>
            <a:custGeom>
              <a:avLst/>
              <a:gdLst>
                <a:gd name="T0" fmla="*/ 91 w 96"/>
                <a:gd name="T1" fmla="*/ 337 h 337"/>
                <a:gd name="T2" fmla="*/ 90 w 96"/>
                <a:gd name="T3" fmla="*/ 337 h 337"/>
                <a:gd name="T4" fmla="*/ 3 w 96"/>
                <a:gd name="T5" fmla="*/ 249 h 337"/>
                <a:gd name="T6" fmla="*/ 3 w 96"/>
                <a:gd name="T7" fmla="*/ 249 h 337"/>
                <a:gd name="T8" fmla="*/ 3 w 96"/>
                <a:gd name="T9" fmla="*/ 246 h 337"/>
                <a:gd name="T10" fmla="*/ 0 w 96"/>
                <a:gd name="T11" fmla="*/ 223 h 337"/>
                <a:gd name="T12" fmla="*/ 0 w 96"/>
                <a:gd name="T13" fmla="*/ 4 h 337"/>
                <a:gd name="T14" fmla="*/ 4 w 96"/>
                <a:gd name="T15" fmla="*/ 0 h 337"/>
                <a:gd name="T16" fmla="*/ 8 w 96"/>
                <a:gd name="T17" fmla="*/ 4 h 337"/>
                <a:gd name="T18" fmla="*/ 8 w 96"/>
                <a:gd name="T19" fmla="*/ 223 h 337"/>
                <a:gd name="T20" fmla="*/ 10 w 96"/>
                <a:gd name="T21" fmla="*/ 243 h 337"/>
                <a:gd name="T22" fmla="*/ 11 w 96"/>
                <a:gd name="T23" fmla="*/ 245 h 337"/>
                <a:gd name="T24" fmla="*/ 92 w 96"/>
                <a:gd name="T25" fmla="*/ 329 h 337"/>
                <a:gd name="T26" fmla="*/ 95 w 96"/>
                <a:gd name="T27" fmla="*/ 334 h 337"/>
                <a:gd name="T28" fmla="*/ 91 w 96"/>
                <a:gd name="T29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6" h="337">
                  <a:moveTo>
                    <a:pt x="91" y="337"/>
                  </a:moveTo>
                  <a:cubicBezTo>
                    <a:pt x="91" y="337"/>
                    <a:pt x="91" y="337"/>
                    <a:pt x="90" y="337"/>
                  </a:cubicBezTo>
                  <a:cubicBezTo>
                    <a:pt x="45" y="324"/>
                    <a:pt x="13" y="292"/>
                    <a:pt x="3" y="249"/>
                  </a:cubicBezTo>
                  <a:cubicBezTo>
                    <a:pt x="3" y="249"/>
                    <a:pt x="3" y="249"/>
                    <a:pt x="3" y="249"/>
                  </a:cubicBezTo>
                  <a:cubicBezTo>
                    <a:pt x="3" y="246"/>
                    <a:pt x="3" y="246"/>
                    <a:pt x="3" y="246"/>
                  </a:cubicBezTo>
                  <a:cubicBezTo>
                    <a:pt x="1" y="239"/>
                    <a:pt x="0" y="231"/>
                    <a:pt x="0" y="22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7" y="0"/>
                    <a:pt x="8" y="1"/>
                    <a:pt x="8" y="4"/>
                  </a:cubicBezTo>
                  <a:cubicBezTo>
                    <a:pt x="8" y="223"/>
                    <a:pt x="8" y="223"/>
                    <a:pt x="8" y="223"/>
                  </a:cubicBezTo>
                  <a:cubicBezTo>
                    <a:pt x="8" y="229"/>
                    <a:pt x="9" y="236"/>
                    <a:pt x="10" y="243"/>
                  </a:cubicBezTo>
                  <a:cubicBezTo>
                    <a:pt x="11" y="245"/>
                    <a:pt x="11" y="245"/>
                    <a:pt x="11" y="245"/>
                  </a:cubicBezTo>
                  <a:cubicBezTo>
                    <a:pt x="18" y="286"/>
                    <a:pt x="49" y="317"/>
                    <a:pt x="92" y="329"/>
                  </a:cubicBezTo>
                  <a:cubicBezTo>
                    <a:pt x="94" y="330"/>
                    <a:pt x="96" y="332"/>
                    <a:pt x="95" y="334"/>
                  </a:cubicBezTo>
                  <a:cubicBezTo>
                    <a:pt x="95" y="336"/>
                    <a:pt x="93" y="337"/>
                    <a:pt x="91" y="3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1288187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roup 144"/>
          <p:cNvGrpSpPr/>
          <p:nvPr/>
        </p:nvGrpSpPr>
        <p:grpSpPr>
          <a:xfrm>
            <a:off x="4572001" y="2571751"/>
            <a:ext cx="2286000" cy="2571750"/>
            <a:chOff x="2252227" y="2493913"/>
            <a:chExt cx="2334257" cy="2626036"/>
          </a:xfrm>
        </p:grpSpPr>
        <p:sp>
          <p:nvSpPr>
            <p:cNvPr id="146" name="Rectangle 145"/>
            <p:cNvSpPr/>
            <p:nvPr/>
          </p:nvSpPr>
          <p:spPr>
            <a:xfrm>
              <a:off x="2252227" y="2493913"/>
              <a:ext cx="2334257" cy="262603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>
                <a:solidFill>
                  <a:srgbClr val="000000"/>
                </a:solidFill>
              </a:endParaRPr>
            </a:p>
          </p:txBody>
        </p:sp>
        <p:grpSp>
          <p:nvGrpSpPr>
            <p:cNvPr id="147" name="Group 182"/>
            <p:cNvGrpSpPr>
              <a:grpSpLocks noChangeAspect="1"/>
            </p:cNvGrpSpPr>
            <p:nvPr/>
          </p:nvGrpSpPr>
          <p:grpSpPr bwMode="auto">
            <a:xfrm>
              <a:off x="3035059" y="3183354"/>
              <a:ext cx="788707" cy="1453695"/>
              <a:chOff x="2978" y="947"/>
              <a:chExt cx="969" cy="1786"/>
            </a:xfrm>
          </p:grpSpPr>
          <p:sp>
            <p:nvSpPr>
              <p:cNvPr id="148" name="Freeform 184"/>
              <p:cNvSpPr>
                <a:spLocks/>
              </p:cNvSpPr>
              <p:nvPr/>
            </p:nvSpPr>
            <p:spPr bwMode="auto">
              <a:xfrm>
                <a:off x="2978" y="947"/>
                <a:ext cx="969" cy="1786"/>
              </a:xfrm>
              <a:custGeom>
                <a:avLst/>
                <a:gdLst>
                  <a:gd name="T0" fmla="*/ 336 w 336"/>
                  <a:gd name="T1" fmla="*/ 589 h 619"/>
                  <a:gd name="T2" fmla="*/ 306 w 336"/>
                  <a:gd name="T3" fmla="*/ 619 h 619"/>
                  <a:gd name="T4" fmla="*/ 29 w 336"/>
                  <a:gd name="T5" fmla="*/ 619 h 619"/>
                  <a:gd name="T6" fmla="*/ 0 w 336"/>
                  <a:gd name="T7" fmla="*/ 589 h 619"/>
                  <a:gd name="T8" fmla="*/ 0 w 336"/>
                  <a:gd name="T9" fmla="*/ 29 h 619"/>
                  <a:gd name="T10" fmla="*/ 29 w 336"/>
                  <a:gd name="T11" fmla="*/ 0 h 619"/>
                  <a:gd name="T12" fmla="*/ 306 w 336"/>
                  <a:gd name="T13" fmla="*/ 0 h 619"/>
                  <a:gd name="T14" fmla="*/ 336 w 336"/>
                  <a:gd name="T15" fmla="*/ 29 h 619"/>
                  <a:gd name="T16" fmla="*/ 336 w 336"/>
                  <a:gd name="T17" fmla="*/ 589 h 6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36" h="619">
                    <a:moveTo>
                      <a:pt x="336" y="589"/>
                    </a:moveTo>
                    <a:cubicBezTo>
                      <a:pt x="336" y="606"/>
                      <a:pt x="322" y="619"/>
                      <a:pt x="306" y="619"/>
                    </a:cubicBezTo>
                    <a:cubicBezTo>
                      <a:pt x="29" y="619"/>
                      <a:pt x="29" y="619"/>
                      <a:pt x="29" y="619"/>
                    </a:cubicBezTo>
                    <a:cubicBezTo>
                      <a:pt x="13" y="619"/>
                      <a:pt x="0" y="606"/>
                      <a:pt x="0" y="58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306" y="0"/>
                      <a:pt x="306" y="0"/>
                      <a:pt x="306" y="0"/>
                    </a:cubicBezTo>
                    <a:cubicBezTo>
                      <a:pt x="322" y="0"/>
                      <a:pt x="336" y="13"/>
                      <a:pt x="336" y="29"/>
                    </a:cubicBezTo>
                    <a:lnTo>
                      <a:pt x="336" y="58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49" name="Rectangle 185"/>
              <p:cNvSpPr>
                <a:spLocks noChangeArrowheads="1"/>
              </p:cNvSpPr>
              <p:nvPr/>
            </p:nvSpPr>
            <p:spPr bwMode="auto">
              <a:xfrm>
                <a:off x="3038" y="1091"/>
                <a:ext cx="846" cy="132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50" name="Rectangle 186"/>
              <p:cNvSpPr>
                <a:spLocks noChangeArrowheads="1"/>
              </p:cNvSpPr>
              <p:nvPr/>
            </p:nvSpPr>
            <p:spPr bwMode="auto">
              <a:xfrm>
                <a:off x="3388" y="2482"/>
                <a:ext cx="150" cy="150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51" name="Line 187"/>
              <p:cNvSpPr>
                <a:spLocks noChangeShapeType="1"/>
              </p:cNvSpPr>
              <p:nvPr/>
            </p:nvSpPr>
            <p:spPr bwMode="auto">
              <a:xfrm>
                <a:off x="3884" y="2251"/>
                <a:ext cx="0" cy="0"/>
              </a:xfrm>
              <a:prstGeom prst="line">
                <a:avLst/>
              </a:prstGeom>
              <a:noFill/>
              <a:ln w="4763" cap="flat">
                <a:solidFill>
                  <a:srgbClr val="9C9B9C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52" name="Line 188"/>
              <p:cNvSpPr>
                <a:spLocks noChangeShapeType="1"/>
              </p:cNvSpPr>
              <p:nvPr/>
            </p:nvSpPr>
            <p:spPr bwMode="auto">
              <a:xfrm>
                <a:off x="3038" y="2251"/>
                <a:ext cx="0" cy="0"/>
              </a:xfrm>
              <a:prstGeom prst="line">
                <a:avLst/>
              </a:prstGeom>
              <a:noFill/>
              <a:ln w="4763" cap="flat">
                <a:solidFill>
                  <a:srgbClr val="9C9B9C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53" name="Freeform 189"/>
              <p:cNvSpPr>
                <a:spLocks/>
              </p:cNvSpPr>
              <p:nvPr/>
            </p:nvSpPr>
            <p:spPr bwMode="auto">
              <a:xfrm>
                <a:off x="3174" y="1345"/>
                <a:ext cx="606" cy="739"/>
              </a:xfrm>
              <a:custGeom>
                <a:avLst/>
                <a:gdLst>
                  <a:gd name="T0" fmla="*/ 606 w 606"/>
                  <a:gd name="T1" fmla="*/ 698 h 739"/>
                  <a:gd name="T2" fmla="*/ 606 w 606"/>
                  <a:gd name="T3" fmla="*/ 739 h 739"/>
                  <a:gd name="T4" fmla="*/ 0 w 606"/>
                  <a:gd name="T5" fmla="*/ 739 h 739"/>
                  <a:gd name="T6" fmla="*/ 0 w 606"/>
                  <a:gd name="T7" fmla="*/ 0 h 739"/>
                  <a:gd name="T8" fmla="*/ 40 w 606"/>
                  <a:gd name="T9" fmla="*/ 0 h 739"/>
                  <a:gd name="T10" fmla="*/ 40 w 606"/>
                  <a:gd name="T11" fmla="*/ 698 h 739"/>
                  <a:gd name="T12" fmla="*/ 606 w 606"/>
                  <a:gd name="T13" fmla="*/ 698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6" h="739">
                    <a:moveTo>
                      <a:pt x="606" y="698"/>
                    </a:moveTo>
                    <a:lnTo>
                      <a:pt x="606" y="739"/>
                    </a:lnTo>
                    <a:lnTo>
                      <a:pt x="0" y="739"/>
                    </a:lnTo>
                    <a:lnTo>
                      <a:pt x="0" y="0"/>
                    </a:lnTo>
                    <a:lnTo>
                      <a:pt x="40" y="0"/>
                    </a:lnTo>
                    <a:lnTo>
                      <a:pt x="40" y="698"/>
                    </a:lnTo>
                    <a:lnTo>
                      <a:pt x="606" y="698"/>
                    </a:lnTo>
                    <a:close/>
                  </a:path>
                </a:pathLst>
              </a:custGeom>
              <a:solidFill>
                <a:srgbClr val="8F8F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54" name="Rectangle 190"/>
              <p:cNvSpPr>
                <a:spLocks noChangeArrowheads="1"/>
              </p:cNvSpPr>
              <p:nvPr/>
            </p:nvSpPr>
            <p:spPr bwMode="auto">
              <a:xfrm>
                <a:off x="3235" y="1671"/>
                <a:ext cx="40" cy="355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55" name="Rectangle 191"/>
              <p:cNvSpPr>
                <a:spLocks noChangeArrowheads="1"/>
              </p:cNvSpPr>
              <p:nvPr/>
            </p:nvSpPr>
            <p:spPr bwMode="auto">
              <a:xfrm>
                <a:off x="3298" y="1778"/>
                <a:ext cx="69" cy="248"/>
              </a:xfrm>
              <a:prstGeom prst="rect">
                <a:avLst/>
              </a:prstGeom>
              <a:solidFill>
                <a:srgbClr val="FFB4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56" name="Rectangle 192"/>
              <p:cNvSpPr>
                <a:spLocks noChangeArrowheads="1"/>
              </p:cNvSpPr>
              <p:nvPr/>
            </p:nvSpPr>
            <p:spPr bwMode="auto">
              <a:xfrm>
                <a:off x="3465" y="1677"/>
                <a:ext cx="67" cy="349"/>
              </a:xfrm>
              <a:prstGeom prst="rect">
                <a:avLst/>
              </a:prstGeom>
              <a:solidFill>
                <a:srgbClr val="FFB4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57" name="Rectangle 193"/>
              <p:cNvSpPr>
                <a:spLocks noChangeArrowheads="1"/>
              </p:cNvSpPr>
              <p:nvPr/>
            </p:nvSpPr>
            <p:spPr bwMode="auto">
              <a:xfrm>
                <a:off x="3630" y="1466"/>
                <a:ext cx="69" cy="560"/>
              </a:xfrm>
              <a:prstGeom prst="rect">
                <a:avLst/>
              </a:prstGeom>
              <a:solidFill>
                <a:srgbClr val="FFB4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58" name="Rectangle 194"/>
              <p:cNvSpPr>
                <a:spLocks noChangeArrowheads="1"/>
              </p:cNvSpPr>
              <p:nvPr/>
            </p:nvSpPr>
            <p:spPr bwMode="auto">
              <a:xfrm>
                <a:off x="3399" y="1466"/>
                <a:ext cx="43" cy="560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59" name="Rectangle 195"/>
              <p:cNvSpPr>
                <a:spLocks noChangeArrowheads="1"/>
              </p:cNvSpPr>
              <p:nvPr/>
            </p:nvSpPr>
            <p:spPr bwMode="auto">
              <a:xfrm>
                <a:off x="3566" y="1550"/>
                <a:ext cx="41" cy="476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60" name="Rectangle 196"/>
              <p:cNvSpPr>
                <a:spLocks noChangeArrowheads="1"/>
              </p:cNvSpPr>
              <p:nvPr/>
            </p:nvSpPr>
            <p:spPr bwMode="auto">
              <a:xfrm>
                <a:off x="3731" y="1380"/>
                <a:ext cx="43" cy="646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61" name="Oval 197"/>
              <p:cNvSpPr>
                <a:spLocks noChangeArrowheads="1"/>
              </p:cNvSpPr>
              <p:nvPr/>
            </p:nvSpPr>
            <p:spPr bwMode="auto">
              <a:xfrm>
                <a:off x="3122" y="2098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62" name="Oval 198"/>
              <p:cNvSpPr>
                <a:spLocks noChangeArrowheads="1"/>
              </p:cNvSpPr>
              <p:nvPr/>
            </p:nvSpPr>
            <p:spPr bwMode="auto">
              <a:xfrm>
                <a:off x="3122" y="2014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63" name="Oval 199"/>
              <p:cNvSpPr>
                <a:spLocks noChangeArrowheads="1"/>
              </p:cNvSpPr>
              <p:nvPr/>
            </p:nvSpPr>
            <p:spPr bwMode="auto">
              <a:xfrm>
                <a:off x="3122" y="1931"/>
                <a:ext cx="29" cy="28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64" name="Oval 200"/>
              <p:cNvSpPr>
                <a:spLocks noChangeArrowheads="1"/>
              </p:cNvSpPr>
              <p:nvPr/>
            </p:nvSpPr>
            <p:spPr bwMode="auto">
              <a:xfrm>
                <a:off x="3122" y="1850"/>
                <a:ext cx="29" cy="26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65" name="Oval 201"/>
              <p:cNvSpPr>
                <a:spLocks noChangeArrowheads="1"/>
              </p:cNvSpPr>
              <p:nvPr/>
            </p:nvSpPr>
            <p:spPr bwMode="auto">
              <a:xfrm>
                <a:off x="3122" y="1766"/>
                <a:ext cx="29" cy="26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66" name="Oval 202"/>
              <p:cNvSpPr>
                <a:spLocks noChangeArrowheads="1"/>
              </p:cNvSpPr>
              <p:nvPr/>
            </p:nvSpPr>
            <p:spPr bwMode="auto">
              <a:xfrm>
                <a:off x="3122" y="1683"/>
                <a:ext cx="29" cy="25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67" name="Oval 203"/>
              <p:cNvSpPr>
                <a:spLocks noChangeArrowheads="1"/>
              </p:cNvSpPr>
              <p:nvPr/>
            </p:nvSpPr>
            <p:spPr bwMode="auto">
              <a:xfrm>
                <a:off x="3122" y="1599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68" name="Oval 204"/>
              <p:cNvSpPr>
                <a:spLocks noChangeArrowheads="1"/>
              </p:cNvSpPr>
              <p:nvPr/>
            </p:nvSpPr>
            <p:spPr bwMode="auto">
              <a:xfrm>
                <a:off x="3122" y="1515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69" name="Oval 205"/>
              <p:cNvSpPr>
                <a:spLocks noChangeArrowheads="1"/>
              </p:cNvSpPr>
              <p:nvPr/>
            </p:nvSpPr>
            <p:spPr bwMode="auto">
              <a:xfrm>
                <a:off x="3122" y="1434"/>
                <a:ext cx="29" cy="26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70" name="Oval 206"/>
              <p:cNvSpPr>
                <a:spLocks noChangeArrowheads="1"/>
              </p:cNvSpPr>
              <p:nvPr/>
            </p:nvSpPr>
            <p:spPr bwMode="auto">
              <a:xfrm>
                <a:off x="3122" y="1351"/>
                <a:ext cx="29" cy="26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71" name="Oval 207"/>
              <p:cNvSpPr>
                <a:spLocks noChangeArrowheads="1"/>
              </p:cNvSpPr>
              <p:nvPr/>
            </p:nvSpPr>
            <p:spPr bwMode="auto">
              <a:xfrm>
                <a:off x="3206" y="2098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72" name="Oval 208"/>
              <p:cNvSpPr>
                <a:spLocks noChangeArrowheads="1"/>
              </p:cNvSpPr>
              <p:nvPr/>
            </p:nvSpPr>
            <p:spPr bwMode="auto">
              <a:xfrm>
                <a:off x="3289" y="2098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73" name="Oval 209"/>
              <p:cNvSpPr>
                <a:spLocks noChangeArrowheads="1"/>
              </p:cNvSpPr>
              <p:nvPr/>
            </p:nvSpPr>
            <p:spPr bwMode="auto">
              <a:xfrm>
                <a:off x="3373" y="2098"/>
                <a:ext cx="26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74" name="Oval 210"/>
              <p:cNvSpPr>
                <a:spLocks noChangeArrowheads="1"/>
              </p:cNvSpPr>
              <p:nvPr/>
            </p:nvSpPr>
            <p:spPr bwMode="auto">
              <a:xfrm>
                <a:off x="3454" y="2098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75" name="Oval 211"/>
              <p:cNvSpPr>
                <a:spLocks noChangeArrowheads="1"/>
              </p:cNvSpPr>
              <p:nvPr/>
            </p:nvSpPr>
            <p:spPr bwMode="auto">
              <a:xfrm>
                <a:off x="3538" y="2098"/>
                <a:ext cx="28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76" name="Oval 212"/>
              <p:cNvSpPr>
                <a:spLocks noChangeArrowheads="1"/>
              </p:cNvSpPr>
              <p:nvPr/>
            </p:nvSpPr>
            <p:spPr bwMode="auto">
              <a:xfrm>
                <a:off x="3621" y="2098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77" name="Oval 213"/>
              <p:cNvSpPr>
                <a:spLocks noChangeArrowheads="1"/>
              </p:cNvSpPr>
              <p:nvPr/>
            </p:nvSpPr>
            <p:spPr bwMode="auto">
              <a:xfrm>
                <a:off x="3705" y="2098"/>
                <a:ext cx="26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78" name="Oval 214"/>
              <p:cNvSpPr>
                <a:spLocks noChangeArrowheads="1"/>
              </p:cNvSpPr>
              <p:nvPr/>
            </p:nvSpPr>
            <p:spPr bwMode="auto">
              <a:xfrm>
                <a:off x="3789" y="2098"/>
                <a:ext cx="25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</p:grp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Sed </a:t>
            </a:r>
            <a:r>
              <a:rPr lang="fr-FR" dirty="0" err="1"/>
              <a:t>rhoncus</a:t>
            </a:r>
            <a:r>
              <a:rPr lang="fr-FR" dirty="0"/>
              <a:t>, </a:t>
            </a:r>
            <a:r>
              <a:rPr lang="fr-FR" dirty="0" err="1"/>
              <a:t>nisi</a:t>
            </a:r>
            <a:r>
              <a:rPr lang="fr-FR" dirty="0"/>
              <a:t> eu </a:t>
            </a:r>
            <a:r>
              <a:rPr lang="fr-FR" dirty="0" err="1"/>
              <a:t>facilisis</a:t>
            </a:r>
            <a:r>
              <a:rPr lang="fr-FR" dirty="0"/>
              <a:t> </a:t>
            </a:r>
            <a:r>
              <a:rPr lang="fr-FR" dirty="0" err="1"/>
              <a:t>condimentum</a:t>
            </a:r>
            <a:r>
              <a:rPr lang="fr-FR" dirty="0"/>
              <a:t>, </a:t>
            </a:r>
            <a:r>
              <a:rPr lang="fr-FR" dirty="0" err="1"/>
              <a:t>ligula</a:t>
            </a:r>
            <a:r>
              <a:rPr lang="fr-FR" dirty="0"/>
              <a:t> </a:t>
            </a:r>
            <a:r>
              <a:rPr lang="fr-FR" dirty="0" err="1"/>
              <a:t>augue</a:t>
            </a:r>
            <a:r>
              <a:rPr lang="fr-FR" dirty="0"/>
              <a:t> </a:t>
            </a:r>
            <a:r>
              <a:rPr lang="fr-FR" dirty="0" err="1"/>
              <a:t>porttitor</a:t>
            </a:r>
            <a:r>
              <a:rPr lang="fr-FR" dirty="0"/>
              <a:t> </a:t>
            </a:r>
            <a:r>
              <a:rPr lang="fr-FR" dirty="0" err="1"/>
              <a:t>lacus</a:t>
            </a:r>
            <a:r>
              <a:rPr lang="fr-FR" dirty="0"/>
              <a:t>.</a:t>
            </a:r>
          </a:p>
          <a:p>
            <a:pPr lvl="1"/>
            <a:r>
              <a:rPr lang="fr-FR" dirty="0" err="1"/>
              <a:t>Nulla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:</a:t>
            </a:r>
          </a:p>
          <a:p>
            <a:pPr lvl="2"/>
            <a:r>
              <a:rPr lang="fr-FR" dirty="0"/>
              <a:t>Eu </a:t>
            </a:r>
            <a:r>
              <a:rPr lang="fr-FR" dirty="0" err="1"/>
              <a:t>iaculis</a:t>
            </a:r>
            <a:r>
              <a:rPr lang="fr-FR" dirty="0"/>
              <a:t> </a:t>
            </a:r>
            <a:r>
              <a:rPr lang="fr-FR" dirty="0" err="1"/>
              <a:t>tortor</a:t>
            </a:r>
            <a:r>
              <a:rPr lang="fr-FR" dirty="0"/>
              <a:t> </a:t>
            </a:r>
            <a:r>
              <a:rPr lang="fr-FR" dirty="0" err="1"/>
              <a:t>nisi</a:t>
            </a:r>
            <a:r>
              <a:rPr lang="fr-FR" dirty="0"/>
              <a:t> a </a:t>
            </a:r>
            <a:r>
              <a:rPr lang="fr-FR" dirty="0" err="1"/>
              <a:t>augue</a:t>
            </a:r>
            <a:endParaRPr lang="fr-FR" dirty="0"/>
          </a:p>
          <a:p>
            <a:pPr lvl="3"/>
            <a:r>
              <a:rPr lang="fr-FR" dirty="0" err="1"/>
              <a:t>Phasellus</a:t>
            </a:r>
            <a:r>
              <a:rPr lang="fr-FR" dirty="0"/>
              <a:t> </a:t>
            </a:r>
            <a:r>
              <a:rPr lang="fr-FR" dirty="0" err="1"/>
              <a:t>ullamcorper</a:t>
            </a:r>
            <a:r>
              <a:rPr lang="fr-FR" dirty="0"/>
              <a:t> </a:t>
            </a:r>
            <a:r>
              <a:rPr lang="fr-FR" dirty="0" err="1"/>
              <a:t>orci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  <a:p>
            <a:pPr lvl="3"/>
            <a:r>
              <a:rPr lang="fr-FR" dirty="0" err="1"/>
              <a:t>Duismod</a:t>
            </a:r>
            <a:r>
              <a:rPr lang="fr-FR" dirty="0"/>
              <a:t> est </a:t>
            </a:r>
            <a:r>
              <a:rPr lang="fr-FR" dirty="0" err="1"/>
              <a:t>varius</a:t>
            </a:r>
            <a:endParaRPr lang="fr-FR" dirty="0"/>
          </a:p>
          <a:p>
            <a:pPr lvl="2"/>
            <a:r>
              <a:rPr lang="fr-FR" dirty="0" err="1"/>
              <a:t>Nullam</a:t>
            </a:r>
            <a:r>
              <a:rPr lang="fr-FR" dirty="0"/>
              <a:t> </a:t>
            </a:r>
            <a:r>
              <a:rPr lang="fr-FR" dirty="0" err="1"/>
              <a:t>condimentum</a:t>
            </a:r>
            <a:r>
              <a:rPr lang="fr-FR" dirty="0"/>
              <a:t> </a:t>
            </a:r>
            <a:r>
              <a:rPr lang="fr-FR" dirty="0" err="1"/>
              <a:t>commodo</a:t>
            </a:r>
            <a:r>
              <a:rPr lang="fr-FR" dirty="0"/>
              <a:t> </a:t>
            </a:r>
            <a:r>
              <a:rPr lang="fr-FR" dirty="0" err="1"/>
              <a:t>consequat</a:t>
            </a:r>
            <a:endParaRPr lang="fr-FR" dirty="0"/>
          </a:p>
          <a:p>
            <a:pPr lvl="2"/>
            <a:r>
              <a:rPr lang="fr-FR" dirty="0" err="1"/>
              <a:t>Aliquam</a:t>
            </a:r>
            <a:r>
              <a:rPr lang="fr-FR" dirty="0"/>
              <a:t> </a:t>
            </a:r>
            <a:r>
              <a:rPr lang="fr-FR" dirty="0" err="1"/>
              <a:t>leo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ultricies</a:t>
            </a:r>
            <a:r>
              <a:rPr lang="fr-FR" dirty="0"/>
              <a:t> </a:t>
            </a:r>
            <a:r>
              <a:rPr lang="fr-FR" dirty="0" err="1"/>
              <a:t>volutpat</a:t>
            </a:r>
            <a:r>
              <a:rPr lang="fr-FR" dirty="0"/>
              <a:t> </a:t>
            </a:r>
            <a:r>
              <a:rPr lang="fr-FR" dirty="0" err="1"/>
              <a:t>faucibus</a:t>
            </a:r>
            <a:r>
              <a:rPr lang="fr-FR" dirty="0"/>
              <a:t> id, </a:t>
            </a:r>
            <a:r>
              <a:rPr lang="fr-FR" dirty="0" err="1"/>
              <a:t>consequat</a:t>
            </a:r>
            <a:r>
              <a:rPr lang="fr-FR" dirty="0"/>
              <a:t> id mi</a:t>
            </a:r>
          </a:p>
          <a:p>
            <a:pPr lvl="2"/>
            <a:r>
              <a:rPr lang="fr-FR" dirty="0"/>
              <a:t>Ut </a:t>
            </a:r>
            <a:r>
              <a:rPr lang="fr-FR" dirty="0" err="1"/>
              <a:t>ac</a:t>
            </a:r>
            <a:r>
              <a:rPr lang="fr-FR" dirty="0"/>
              <a:t> </a:t>
            </a:r>
            <a:r>
              <a:rPr lang="fr-FR" dirty="0" err="1"/>
              <a:t>ultricies</a:t>
            </a:r>
            <a:r>
              <a:rPr lang="fr-FR" dirty="0"/>
              <a:t> </a:t>
            </a:r>
            <a:r>
              <a:rPr lang="fr-FR" dirty="0" err="1"/>
              <a:t>urna</a:t>
            </a:r>
            <a:r>
              <a:rPr lang="fr-FR" dirty="0"/>
              <a:t>, in </a:t>
            </a:r>
            <a:r>
              <a:rPr lang="fr-FR" dirty="0" err="1"/>
              <a:t>ullamcorper</a:t>
            </a:r>
            <a:r>
              <a:rPr lang="fr-FR" dirty="0"/>
              <a:t> </a:t>
            </a:r>
            <a:r>
              <a:rPr lang="fr-FR" dirty="0" err="1"/>
              <a:t>tortor</a:t>
            </a:r>
            <a:r>
              <a:rPr lang="fr-FR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3498850" algn="l"/>
              </a:tabLst>
            </a:pPr>
            <a:r>
              <a:rPr lang="fr-FR" dirty="0"/>
              <a:t>Texte avec images</a:t>
            </a:r>
          </a:p>
        </p:txBody>
      </p:sp>
      <p:pic>
        <p:nvPicPr>
          <p:cNvPr id="66" name="Picture 6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" t="5170" r="779" b="14163"/>
          <a:stretch/>
        </p:blipFill>
        <p:spPr>
          <a:xfrm>
            <a:off x="4572001" y="1"/>
            <a:ext cx="4571998" cy="2571750"/>
          </a:xfrm>
          <a:prstGeom prst="rect">
            <a:avLst/>
          </a:prstGeom>
        </p:spPr>
      </p:pic>
      <p:sp>
        <p:nvSpPr>
          <p:cNvPr id="143" name="Content Placeholder 3"/>
          <p:cNvSpPr txBox="1">
            <a:spLocks/>
          </p:cNvSpPr>
          <p:nvPr/>
        </p:nvSpPr>
        <p:spPr>
          <a:xfrm>
            <a:off x="6858001" y="2571750"/>
            <a:ext cx="2285999" cy="2571750"/>
          </a:xfrm>
          <a:prstGeom prst="rect">
            <a:avLst/>
          </a:prstGeom>
          <a:solidFill>
            <a:schemeClr val="tx1"/>
          </a:solidFill>
        </p:spPr>
        <p:txBody>
          <a:bodyPr lIns="180000" tIns="180000" rIns="180000" bIns="18000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357188" indent="-176213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38163" indent="-18097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Texte complémentaire</a:t>
            </a:r>
          </a:p>
          <a:p>
            <a:pPr lvl="1"/>
            <a:r>
              <a:rPr lang="fr-FR" dirty="0" err="1">
                <a:solidFill>
                  <a:schemeClr val="bg1"/>
                </a:solidFill>
              </a:rPr>
              <a:t>Lorem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ipsum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dolor</a:t>
            </a:r>
            <a:r>
              <a:rPr lang="fr-FR" dirty="0">
                <a:solidFill>
                  <a:schemeClr val="bg1"/>
                </a:solidFill>
              </a:rPr>
              <a:t> 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 err="1">
                <a:solidFill>
                  <a:schemeClr val="bg1"/>
                </a:solidFill>
              </a:rPr>
              <a:t>sit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amet</a:t>
            </a:r>
            <a:r>
              <a:rPr lang="fr-FR" dirty="0">
                <a:solidFill>
                  <a:schemeClr val="bg1"/>
                </a:solidFill>
              </a:rPr>
              <a:t>, </a:t>
            </a:r>
            <a:r>
              <a:rPr lang="fr-FR" dirty="0" err="1">
                <a:solidFill>
                  <a:schemeClr val="bg1"/>
                </a:solidFill>
              </a:rPr>
              <a:t>conse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 err="1">
                <a:solidFill>
                  <a:schemeClr val="bg1"/>
                </a:solidFill>
              </a:rPr>
              <a:t>ctetur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adipiscing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elit</a:t>
            </a:r>
            <a:r>
              <a:rPr lang="fr-FR" dirty="0">
                <a:solidFill>
                  <a:schemeClr val="bg1"/>
                </a:solidFill>
              </a:rPr>
              <a:t>. </a:t>
            </a:r>
          </a:p>
          <a:p>
            <a:pPr lvl="1"/>
            <a:r>
              <a:rPr lang="fr-FR" dirty="0">
                <a:solidFill>
                  <a:schemeClr val="bg1"/>
                </a:solidFill>
              </a:rPr>
              <a:t>Sed </a:t>
            </a:r>
            <a:r>
              <a:rPr lang="fr-FR" dirty="0" err="1">
                <a:solidFill>
                  <a:schemeClr val="bg1"/>
                </a:solidFill>
              </a:rPr>
              <a:t>rhoncus</a:t>
            </a:r>
            <a:r>
              <a:rPr lang="fr-FR" dirty="0">
                <a:solidFill>
                  <a:schemeClr val="bg1"/>
                </a:solidFill>
              </a:rPr>
              <a:t>, </a:t>
            </a:r>
            <a:r>
              <a:rPr lang="fr-FR" dirty="0" err="1">
                <a:solidFill>
                  <a:schemeClr val="bg1"/>
                </a:solidFill>
              </a:rPr>
              <a:t>nisi</a:t>
            </a:r>
            <a:r>
              <a:rPr lang="fr-FR" dirty="0">
                <a:solidFill>
                  <a:schemeClr val="bg1"/>
                </a:solidFill>
              </a:rPr>
              <a:t> 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>
                <a:solidFill>
                  <a:schemeClr val="bg1"/>
                </a:solidFill>
              </a:rPr>
              <a:t>eu </a:t>
            </a:r>
            <a:r>
              <a:rPr lang="fr-FR" dirty="0" err="1">
                <a:solidFill>
                  <a:schemeClr val="bg1"/>
                </a:solidFill>
              </a:rPr>
              <a:t>facilisis</a:t>
            </a:r>
            <a:r>
              <a:rPr lang="fr-FR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44" name="Content Placeholder 3"/>
          <p:cNvSpPr txBox="1">
            <a:spLocks/>
          </p:cNvSpPr>
          <p:nvPr/>
        </p:nvSpPr>
        <p:spPr>
          <a:xfrm>
            <a:off x="4572001" y="2579626"/>
            <a:ext cx="2285999" cy="557415"/>
          </a:xfrm>
          <a:prstGeom prst="rect">
            <a:avLst/>
          </a:prstGeom>
        </p:spPr>
        <p:txBody>
          <a:bodyPr wrap="square" lIns="180000" tIns="180000" rIns="180000" bIns="18000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357188" indent="-176213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38163" indent="-18097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fr-FR" dirty="0">
                <a:solidFill>
                  <a:srgbClr val="000000"/>
                </a:solidFill>
              </a:rPr>
              <a:t>Titre/Mot clé</a:t>
            </a:r>
          </a:p>
        </p:txBody>
      </p:sp>
    </p:spTree>
    <p:extLst>
      <p:ext uri="{BB962C8B-B14F-4D97-AF65-F5344CB8AC3E}">
        <p14:creationId xmlns:p14="http://schemas.microsoft.com/office/powerpoint/2010/main" val="85310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Content Placeholder 3"/>
          <p:cNvSpPr txBox="1">
            <a:spLocks/>
          </p:cNvSpPr>
          <p:nvPr/>
        </p:nvSpPr>
        <p:spPr>
          <a:xfrm>
            <a:off x="2284122" y="2571750"/>
            <a:ext cx="2286000" cy="2571750"/>
          </a:xfrm>
          <a:prstGeom prst="rect">
            <a:avLst/>
          </a:prstGeom>
          <a:solidFill>
            <a:schemeClr val="bg1"/>
          </a:solidFill>
        </p:spPr>
        <p:txBody>
          <a:bodyPr wrap="square" lIns="180000" tIns="180000" rIns="180000" bIns="18000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357188" indent="-176213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38163" indent="-18097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Texte complémentaire</a:t>
            </a:r>
            <a:endParaRPr lang="fr-FR" dirty="0">
              <a:solidFill>
                <a:schemeClr val="tx1"/>
              </a:solidFill>
            </a:endParaRPr>
          </a:p>
          <a:p>
            <a:pPr lvl="1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</a:t>
            </a:r>
            <a:br>
              <a:rPr lang="fr-FR" dirty="0"/>
            </a:br>
            <a:r>
              <a:rPr lang="fr-FR" dirty="0" err="1"/>
              <a:t>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</a:p>
          <a:p>
            <a:pPr lvl="1"/>
            <a:r>
              <a:rPr lang="fr-FR" dirty="0"/>
              <a:t>Sed </a:t>
            </a:r>
            <a:r>
              <a:rPr lang="fr-FR" dirty="0" err="1"/>
              <a:t>rhoncus</a:t>
            </a:r>
            <a:r>
              <a:rPr lang="fr-FR" dirty="0"/>
              <a:t>, </a:t>
            </a:r>
            <a:r>
              <a:rPr lang="fr-FR" dirty="0" err="1"/>
              <a:t>nisi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eu </a:t>
            </a:r>
            <a:r>
              <a:rPr lang="fr-FR" dirty="0" err="1"/>
              <a:t>facilisis</a:t>
            </a:r>
            <a:r>
              <a:rPr lang="fr-FR" dirty="0"/>
              <a:t>.</a:t>
            </a:r>
          </a:p>
        </p:txBody>
      </p:sp>
      <p:grpSp>
        <p:nvGrpSpPr>
          <p:cNvPr id="126" name="Group 125"/>
          <p:cNvGrpSpPr/>
          <p:nvPr/>
        </p:nvGrpSpPr>
        <p:grpSpPr>
          <a:xfrm>
            <a:off x="4572001" y="2571751"/>
            <a:ext cx="2286000" cy="2571750"/>
            <a:chOff x="2252227" y="2493913"/>
            <a:chExt cx="2334257" cy="2626036"/>
          </a:xfrm>
        </p:grpSpPr>
        <p:sp>
          <p:nvSpPr>
            <p:cNvPr id="127" name="Rectangle 126"/>
            <p:cNvSpPr/>
            <p:nvPr/>
          </p:nvSpPr>
          <p:spPr>
            <a:xfrm>
              <a:off x="2252227" y="2493913"/>
              <a:ext cx="2334257" cy="262603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>
                <a:solidFill>
                  <a:srgbClr val="000000"/>
                </a:solidFill>
              </a:endParaRPr>
            </a:p>
          </p:txBody>
        </p:sp>
        <p:grpSp>
          <p:nvGrpSpPr>
            <p:cNvPr id="128" name="Group 182"/>
            <p:cNvGrpSpPr>
              <a:grpSpLocks noChangeAspect="1"/>
            </p:cNvGrpSpPr>
            <p:nvPr/>
          </p:nvGrpSpPr>
          <p:grpSpPr bwMode="auto">
            <a:xfrm>
              <a:off x="3035059" y="3183354"/>
              <a:ext cx="788707" cy="1453695"/>
              <a:chOff x="2978" y="947"/>
              <a:chExt cx="969" cy="1786"/>
            </a:xfrm>
          </p:grpSpPr>
          <p:sp>
            <p:nvSpPr>
              <p:cNvPr id="129" name="Freeform 184"/>
              <p:cNvSpPr>
                <a:spLocks/>
              </p:cNvSpPr>
              <p:nvPr/>
            </p:nvSpPr>
            <p:spPr bwMode="auto">
              <a:xfrm>
                <a:off x="2978" y="947"/>
                <a:ext cx="969" cy="1786"/>
              </a:xfrm>
              <a:custGeom>
                <a:avLst/>
                <a:gdLst>
                  <a:gd name="T0" fmla="*/ 336 w 336"/>
                  <a:gd name="T1" fmla="*/ 589 h 619"/>
                  <a:gd name="T2" fmla="*/ 306 w 336"/>
                  <a:gd name="T3" fmla="*/ 619 h 619"/>
                  <a:gd name="T4" fmla="*/ 29 w 336"/>
                  <a:gd name="T5" fmla="*/ 619 h 619"/>
                  <a:gd name="T6" fmla="*/ 0 w 336"/>
                  <a:gd name="T7" fmla="*/ 589 h 619"/>
                  <a:gd name="T8" fmla="*/ 0 w 336"/>
                  <a:gd name="T9" fmla="*/ 29 h 619"/>
                  <a:gd name="T10" fmla="*/ 29 w 336"/>
                  <a:gd name="T11" fmla="*/ 0 h 619"/>
                  <a:gd name="T12" fmla="*/ 306 w 336"/>
                  <a:gd name="T13" fmla="*/ 0 h 619"/>
                  <a:gd name="T14" fmla="*/ 336 w 336"/>
                  <a:gd name="T15" fmla="*/ 29 h 619"/>
                  <a:gd name="T16" fmla="*/ 336 w 336"/>
                  <a:gd name="T17" fmla="*/ 589 h 6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36" h="619">
                    <a:moveTo>
                      <a:pt x="336" y="589"/>
                    </a:moveTo>
                    <a:cubicBezTo>
                      <a:pt x="336" y="606"/>
                      <a:pt x="322" y="619"/>
                      <a:pt x="306" y="619"/>
                    </a:cubicBezTo>
                    <a:cubicBezTo>
                      <a:pt x="29" y="619"/>
                      <a:pt x="29" y="619"/>
                      <a:pt x="29" y="619"/>
                    </a:cubicBezTo>
                    <a:cubicBezTo>
                      <a:pt x="13" y="619"/>
                      <a:pt x="0" y="606"/>
                      <a:pt x="0" y="58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306" y="0"/>
                      <a:pt x="306" y="0"/>
                      <a:pt x="306" y="0"/>
                    </a:cubicBezTo>
                    <a:cubicBezTo>
                      <a:pt x="322" y="0"/>
                      <a:pt x="336" y="13"/>
                      <a:pt x="336" y="29"/>
                    </a:cubicBezTo>
                    <a:lnTo>
                      <a:pt x="336" y="58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30" name="Rectangle 185"/>
              <p:cNvSpPr>
                <a:spLocks noChangeArrowheads="1"/>
              </p:cNvSpPr>
              <p:nvPr/>
            </p:nvSpPr>
            <p:spPr bwMode="auto">
              <a:xfrm>
                <a:off x="3038" y="1091"/>
                <a:ext cx="846" cy="132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31" name="Rectangle 186"/>
              <p:cNvSpPr>
                <a:spLocks noChangeArrowheads="1"/>
              </p:cNvSpPr>
              <p:nvPr/>
            </p:nvSpPr>
            <p:spPr bwMode="auto">
              <a:xfrm>
                <a:off x="3388" y="2482"/>
                <a:ext cx="150" cy="150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32" name="Line 187"/>
              <p:cNvSpPr>
                <a:spLocks noChangeShapeType="1"/>
              </p:cNvSpPr>
              <p:nvPr/>
            </p:nvSpPr>
            <p:spPr bwMode="auto">
              <a:xfrm>
                <a:off x="3884" y="2251"/>
                <a:ext cx="0" cy="0"/>
              </a:xfrm>
              <a:prstGeom prst="line">
                <a:avLst/>
              </a:prstGeom>
              <a:noFill/>
              <a:ln w="4763" cap="flat">
                <a:solidFill>
                  <a:srgbClr val="9C9B9C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33" name="Line 188"/>
              <p:cNvSpPr>
                <a:spLocks noChangeShapeType="1"/>
              </p:cNvSpPr>
              <p:nvPr/>
            </p:nvSpPr>
            <p:spPr bwMode="auto">
              <a:xfrm>
                <a:off x="3038" y="2251"/>
                <a:ext cx="0" cy="0"/>
              </a:xfrm>
              <a:prstGeom prst="line">
                <a:avLst/>
              </a:prstGeom>
              <a:noFill/>
              <a:ln w="4763" cap="flat">
                <a:solidFill>
                  <a:srgbClr val="9C9B9C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34" name="Freeform 189"/>
              <p:cNvSpPr>
                <a:spLocks/>
              </p:cNvSpPr>
              <p:nvPr/>
            </p:nvSpPr>
            <p:spPr bwMode="auto">
              <a:xfrm>
                <a:off x="3174" y="1345"/>
                <a:ext cx="606" cy="739"/>
              </a:xfrm>
              <a:custGeom>
                <a:avLst/>
                <a:gdLst>
                  <a:gd name="T0" fmla="*/ 606 w 606"/>
                  <a:gd name="T1" fmla="*/ 698 h 739"/>
                  <a:gd name="T2" fmla="*/ 606 w 606"/>
                  <a:gd name="T3" fmla="*/ 739 h 739"/>
                  <a:gd name="T4" fmla="*/ 0 w 606"/>
                  <a:gd name="T5" fmla="*/ 739 h 739"/>
                  <a:gd name="T6" fmla="*/ 0 w 606"/>
                  <a:gd name="T7" fmla="*/ 0 h 739"/>
                  <a:gd name="T8" fmla="*/ 40 w 606"/>
                  <a:gd name="T9" fmla="*/ 0 h 739"/>
                  <a:gd name="T10" fmla="*/ 40 w 606"/>
                  <a:gd name="T11" fmla="*/ 698 h 739"/>
                  <a:gd name="T12" fmla="*/ 606 w 606"/>
                  <a:gd name="T13" fmla="*/ 698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6" h="739">
                    <a:moveTo>
                      <a:pt x="606" y="698"/>
                    </a:moveTo>
                    <a:lnTo>
                      <a:pt x="606" y="739"/>
                    </a:lnTo>
                    <a:lnTo>
                      <a:pt x="0" y="739"/>
                    </a:lnTo>
                    <a:lnTo>
                      <a:pt x="0" y="0"/>
                    </a:lnTo>
                    <a:lnTo>
                      <a:pt x="40" y="0"/>
                    </a:lnTo>
                    <a:lnTo>
                      <a:pt x="40" y="698"/>
                    </a:lnTo>
                    <a:lnTo>
                      <a:pt x="606" y="698"/>
                    </a:lnTo>
                    <a:close/>
                  </a:path>
                </a:pathLst>
              </a:custGeom>
              <a:solidFill>
                <a:srgbClr val="8F8F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35" name="Rectangle 190"/>
              <p:cNvSpPr>
                <a:spLocks noChangeArrowheads="1"/>
              </p:cNvSpPr>
              <p:nvPr/>
            </p:nvSpPr>
            <p:spPr bwMode="auto">
              <a:xfrm>
                <a:off x="3235" y="1671"/>
                <a:ext cx="40" cy="355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36" name="Rectangle 191"/>
              <p:cNvSpPr>
                <a:spLocks noChangeArrowheads="1"/>
              </p:cNvSpPr>
              <p:nvPr/>
            </p:nvSpPr>
            <p:spPr bwMode="auto">
              <a:xfrm>
                <a:off x="3298" y="1778"/>
                <a:ext cx="69" cy="248"/>
              </a:xfrm>
              <a:prstGeom prst="rect">
                <a:avLst/>
              </a:prstGeom>
              <a:solidFill>
                <a:srgbClr val="FFB4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37" name="Rectangle 192"/>
              <p:cNvSpPr>
                <a:spLocks noChangeArrowheads="1"/>
              </p:cNvSpPr>
              <p:nvPr/>
            </p:nvSpPr>
            <p:spPr bwMode="auto">
              <a:xfrm>
                <a:off x="3465" y="1677"/>
                <a:ext cx="67" cy="349"/>
              </a:xfrm>
              <a:prstGeom prst="rect">
                <a:avLst/>
              </a:prstGeom>
              <a:solidFill>
                <a:srgbClr val="FFB4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38" name="Rectangle 193"/>
              <p:cNvSpPr>
                <a:spLocks noChangeArrowheads="1"/>
              </p:cNvSpPr>
              <p:nvPr/>
            </p:nvSpPr>
            <p:spPr bwMode="auto">
              <a:xfrm>
                <a:off x="3630" y="1466"/>
                <a:ext cx="69" cy="560"/>
              </a:xfrm>
              <a:prstGeom prst="rect">
                <a:avLst/>
              </a:prstGeom>
              <a:solidFill>
                <a:srgbClr val="FFB4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39" name="Rectangle 194"/>
              <p:cNvSpPr>
                <a:spLocks noChangeArrowheads="1"/>
              </p:cNvSpPr>
              <p:nvPr/>
            </p:nvSpPr>
            <p:spPr bwMode="auto">
              <a:xfrm>
                <a:off x="3399" y="1466"/>
                <a:ext cx="43" cy="560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40" name="Rectangle 195"/>
              <p:cNvSpPr>
                <a:spLocks noChangeArrowheads="1"/>
              </p:cNvSpPr>
              <p:nvPr/>
            </p:nvSpPr>
            <p:spPr bwMode="auto">
              <a:xfrm>
                <a:off x="3566" y="1550"/>
                <a:ext cx="41" cy="476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41" name="Rectangle 196"/>
              <p:cNvSpPr>
                <a:spLocks noChangeArrowheads="1"/>
              </p:cNvSpPr>
              <p:nvPr/>
            </p:nvSpPr>
            <p:spPr bwMode="auto">
              <a:xfrm>
                <a:off x="3731" y="1380"/>
                <a:ext cx="43" cy="646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42" name="Oval 197"/>
              <p:cNvSpPr>
                <a:spLocks noChangeArrowheads="1"/>
              </p:cNvSpPr>
              <p:nvPr/>
            </p:nvSpPr>
            <p:spPr bwMode="auto">
              <a:xfrm>
                <a:off x="3122" y="2098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43" name="Oval 198"/>
              <p:cNvSpPr>
                <a:spLocks noChangeArrowheads="1"/>
              </p:cNvSpPr>
              <p:nvPr/>
            </p:nvSpPr>
            <p:spPr bwMode="auto">
              <a:xfrm>
                <a:off x="3122" y="2014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44" name="Oval 199"/>
              <p:cNvSpPr>
                <a:spLocks noChangeArrowheads="1"/>
              </p:cNvSpPr>
              <p:nvPr/>
            </p:nvSpPr>
            <p:spPr bwMode="auto">
              <a:xfrm>
                <a:off x="3122" y="1931"/>
                <a:ext cx="29" cy="28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45" name="Oval 200"/>
              <p:cNvSpPr>
                <a:spLocks noChangeArrowheads="1"/>
              </p:cNvSpPr>
              <p:nvPr/>
            </p:nvSpPr>
            <p:spPr bwMode="auto">
              <a:xfrm>
                <a:off x="3122" y="1850"/>
                <a:ext cx="29" cy="26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46" name="Oval 201"/>
              <p:cNvSpPr>
                <a:spLocks noChangeArrowheads="1"/>
              </p:cNvSpPr>
              <p:nvPr/>
            </p:nvSpPr>
            <p:spPr bwMode="auto">
              <a:xfrm>
                <a:off x="3122" y="1766"/>
                <a:ext cx="29" cy="26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47" name="Oval 202"/>
              <p:cNvSpPr>
                <a:spLocks noChangeArrowheads="1"/>
              </p:cNvSpPr>
              <p:nvPr/>
            </p:nvSpPr>
            <p:spPr bwMode="auto">
              <a:xfrm>
                <a:off x="3122" y="1683"/>
                <a:ext cx="29" cy="25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48" name="Oval 203"/>
              <p:cNvSpPr>
                <a:spLocks noChangeArrowheads="1"/>
              </p:cNvSpPr>
              <p:nvPr/>
            </p:nvSpPr>
            <p:spPr bwMode="auto">
              <a:xfrm>
                <a:off x="3122" y="1599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49" name="Oval 204"/>
              <p:cNvSpPr>
                <a:spLocks noChangeArrowheads="1"/>
              </p:cNvSpPr>
              <p:nvPr/>
            </p:nvSpPr>
            <p:spPr bwMode="auto">
              <a:xfrm>
                <a:off x="3122" y="1515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50" name="Oval 205"/>
              <p:cNvSpPr>
                <a:spLocks noChangeArrowheads="1"/>
              </p:cNvSpPr>
              <p:nvPr/>
            </p:nvSpPr>
            <p:spPr bwMode="auto">
              <a:xfrm>
                <a:off x="3122" y="1434"/>
                <a:ext cx="29" cy="26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51" name="Oval 206"/>
              <p:cNvSpPr>
                <a:spLocks noChangeArrowheads="1"/>
              </p:cNvSpPr>
              <p:nvPr/>
            </p:nvSpPr>
            <p:spPr bwMode="auto">
              <a:xfrm>
                <a:off x="3122" y="1351"/>
                <a:ext cx="29" cy="26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52" name="Oval 207"/>
              <p:cNvSpPr>
                <a:spLocks noChangeArrowheads="1"/>
              </p:cNvSpPr>
              <p:nvPr/>
            </p:nvSpPr>
            <p:spPr bwMode="auto">
              <a:xfrm>
                <a:off x="3206" y="2098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53" name="Oval 208"/>
              <p:cNvSpPr>
                <a:spLocks noChangeArrowheads="1"/>
              </p:cNvSpPr>
              <p:nvPr/>
            </p:nvSpPr>
            <p:spPr bwMode="auto">
              <a:xfrm>
                <a:off x="3289" y="2098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54" name="Oval 209"/>
              <p:cNvSpPr>
                <a:spLocks noChangeArrowheads="1"/>
              </p:cNvSpPr>
              <p:nvPr/>
            </p:nvSpPr>
            <p:spPr bwMode="auto">
              <a:xfrm>
                <a:off x="3373" y="2098"/>
                <a:ext cx="26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55" name="Oval 210"/>
              <p:cNvSpPr>
                <a:spLocks noChangeArrowheads="1"/>
              </p:cNvSpPr>
              <p:nvPr/>
            </p:nvSpPr>
            <p:spPr bwMode="auto">
              <a:xfrm>
                <a:off x="3454" y="2098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56" name="Oval 211"/>
              <p:cNvSpPr>
                <a:spLocks noChangeArrowheads="1"/>
              </p:cNvSpPr>
              <p:nvPr/>
            </p:nvSpPr>
            <p:spPr bwMode="auto">
              <a:xfrm>
                <a:off x="3538" y="2098"/>
                <a:ext cx="28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57" name="Oval 212"/>
              <p:cNvSpPr>
                <a:spLocks noChangeArrowheads="1"/>
              </p:cNvSpPr>
              <p:nvPr/>
            </p:nvSpPr>
            <p:spPr bwMode="auto">
              <a:xfrm>
                <a:off x="3621" y="2098"/>
                <a:ext cx="29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58" name="Oval 213"/>
              <p:cNvSpPr>
                <a:spLocks noChangeArrowheads="1"/>
              </p:cNvSpPr>
              <p:nvPr/>
            </p:nvSpPr>
            <p:spPr bwMode="auto">
              <a:xfrm>
                <a:off x="3705" y="2098"/>
                <a:ext cx="26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59" name="Oval 214"/>
              <p:cNvSpPr>
                <a:spLocks noChangeArrowheads="1"/>
              </p:cNvSpPr>
              <p:nvPr/>
            </p:nvSpPr>
            <p:spPr bwMode="auto">
              <a:xfrm>
                <a:off x="3789" y="2098"/>
                <a:ext cx="25" cy="29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</p:grpSp>
      </p:grpSp>
      <p:sp>
        <p:nvSpPr>
          <p:cNvPr id="160" name="Content Placeholder 3"/>
          <p:cNvSpPr txBox="1">
            <a:spLocks/>
          </p:cNvSpPr>
          <p:nvPr/>
        </p:nvSpPr>
        <p:spPr>
          <a:xfrm>
            <a:off x="4572001" y="2579626"/>
            <a:ext cx="2285999" cy="557415"/>
          </a:xfrm>
          <a:prstGeom prst="rect">
            <a:avLst/>
          </a:prstGeom>
        </p:spPr>
        <p:txBody>
          <a:bodyPr wrap="square" lIns="180000" tIns="180000" rIns="180000" bIns="18000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357188" indent="-176213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38163" indent="-18097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fr-FR" dirty="0">
                <a:solidFill>
                  <a:srgbClr val="000000"/>
                </a:solidFill>
              </a:rPr>
              <a:t>Titre/Mot clé</a:t>
            </a:r>
          </a:p>
        </p:txBody>
      </p:sp>
      <p:sp>
        <p:nvSpPr>
          <p:cNvPr id="212" name="Content Placeholder 3"/>
          <p:cNvSpPr txBox="1">
            <a:spLocks/>
          </p:cNvSpPr>
          <p:nvPr/>
        </p:nvSpPr>
        <p:spPr>
          <a:xfrm>
            <a:off x="6858000" y="2571750"/>
            <a:ext cx="2286000" cy="2571750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80000" rIns="180000" bIns="18000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357188" indent="-176213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38163" indent="-18097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Texte complémentaire</a:t>
            </a:r>
            <a:endParaRPr lang="fr-FR" dirty="0">
              <a:solidFill>
                <a:schemeClr val="tx1"/>
              </a:solidFill>
            </a:endParaRPr>
          </a:p>
          <a:p>
            <a:pPr lvl="1"/>
            <a:r>
              <a:rPr lang="fr-FR" dirty="0" err="1">
                <a:solidFill>
                  <a:schemeClr val="bg1"/>
                </a:solidFill>
              </a:rPr>
              <a:t>Lorem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ipsum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dolor</a:t>
            </a:r>
            <a:r>
              <a:rPr lang="fr-FR" dirty="0">
                <a:solidFill>
                  <a:schemeClr val="bg1"/>
                </a:solidFill>
              </a:rPr>
              <a:t> 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 err="1">
                <a:solidFill>
                  <a:schemeClr val="bg1"/>
                </a:solidFill>
              </a:rPr>
              <a:t>sit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amet</a:t>
            </a:r>
            <a:r>
              <a:rPr lang="fr-FR" dirty="0">
                <a:solidFill>
                  <a:schemeClr val="bg1"/>
                </a:solidFill>
              </a:rPr>
              <a:t>, </a:t>
            </a:r>
            <a:r>
              <a:rPr lang="fr-FR" dirty="0" err="1">
                <a:solidFill>
                  <a:schemeClr val="bg1"/>
                </a:solidFill>
              </a:rPr>
              <a:t>conse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 err="1">
                <a:solidFill>
                  <a:schemeClr val="bg1"/>
                </a:solidFill>
              </a:rPr>
              <a:t>ctetur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adipiscing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elit</a:t>
            </a:r>
            <a:r>
              <a:rPr lang="fr-FR" dirty="0">
                <a:solidFill>
                  <a:schemeClr val="bg1"/>
                </a:solidFill>
              </a:rPr>
              <a:t>. </a:t>
            </a:r>
          </a:p>
          <a:p>
            <a:pPr lvl="1"/>
            <a:r>
              <a:rPr lang="fr-FR" dirty="0">
                <a:solidFill>
                  <a:schemeClr val="bg1"/>
                </a:solidFill>
              </a:rPr>
              <a:t>Sed </a:t>
            </a:r>
            <a:r>
              <a:rPr lang="fr-FR" dirty="0" err="1">
                <a:solidFill>
                  <a:schemeClr val="bg1"/>
                </a:solidFill>
              </a:rPr>
              <a:t>rhoncus</a:t>
            </a:r>
            <a:r>
              <a:rPr lang="fr-FR" dirty="0">
                <a:solidFill>
                  <a:schemeClr val="bg1"/>
                </a:solidFill>
              </a:rPr>
              <a:t>, </a:t>
            </a:r>
            <a:r>
              <a:rPr lang="fr-FR" dirty="0" err="1">
                <a:solidFill>
                  <a:schemeClr val="bg1"/>
                </a:solidFill>
              </a:rPr>
              <a:t>nisi</a:t>
            </a:r>
            <a:r>
              <a:rPr lang="fr-FR" dirty="0">
                <a:solidFill>
                  <a:schemeClr val="bg1"/>
                </a:solidFill>
              </a:rPr>
              <a:t> 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>
                <a:solidFill>
                  <a:schemeClr val="bg1"/>
                </a:solidFill>
              </a:rPr>
              <a:t>eu </a:t>
            </a:r>
            <a:r>
              <a:rPr lang="fr-FR" dirty="0" err="1">
                <a:solidFill>
                  <a:schemeClr val="bg1"/>
                </a:solidFill>
              </a:rPr>
              <a:t>facilisis</a:t>
            </a:r>
            <a:r>
              <a:rPr lang="fr-FR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78" name="Content Placeholder 3"/>
          <p:cNvSpPr txBox="1">
            <a:spLocks/>
          </p:cNvSpPr>
          <p:nvPr/>
        </p:nvSpPr>
        <p:spPr>
          <a:xfrm>
            <a:off x="0" y="2571750"/>
            <a:ext cx="2286000" cy="2571750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46304" rIns="180000" bIns="18000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357188" indent="-176213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38163" indent="-18097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fr-FR" sz="4800" dirty="0">
                <a:solidFill>
                  <a:schemeClr val="bg2"/>
                </a:solidFill>
              </a:rPr>
              <a:t>83%</a:t>
            </a:r>
            <a:br>
              <a:rPr lang="fr-FR" sz="4800" dirty="0">
                <a:solidFill>
                  <a:schemeClr val="bg1"/>
                </a:solidFill>
              </a:rPr>
            </a:br>
            <a:r>
              <a:rPr lang="fr-FR" dirty="0" err="1">
                <a:solidFill>
                  <a:schemeClr val="bg1"/>
                </a:solidFill>
              </a:rPr>
              <a:t>Lorem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ipsum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dolor</a:t>
            </a:r>
            <a:r>
              <a:rPr lang="fr-FR" dirty="0">
                <a:solidFill>
                  <a:schemeClr val="bg1"/>
                </a:solidFill>
              </a:rPr>
              <a:t> 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 err="1">
                <a:solidFill>
                  <a:schemeClr val="bg1"/>
                </a:solidFill>
              </a:rPr>
              <a:t>sit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amet</a:t>
            </a:r>
            <a:r>
              <a:rPr lang="fr-FR" dirty="0">
                <a:solidFill>
                  <a:schemeClr val="bg1"/>
                </a:solidFill>
              </a:rPr>
              <a:t>, </a:t>
            </a:r>
            <a:r>
              <a:rPr lang="fr-FR" dirty="0" err="1">
                <a:solidFill>
                  <a:schemeClr val="bg1"/>
                </a:solidFill>
              </a:rPr>
              <a:t>conse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 err="1">
                <a:solidFill>
                  <a:schemeClr val="bg1"/>
                </a:solidFill>
              </a:rPr>
              <a:t>ctetur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adipiscing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elit</a:t>
            </a:r>
            <a:r>
              <a:rPr lang="fr-FR" dirty="0">
                <a:solidFill>
                  <a:schemeClr val="bg1"/>
                </a:solidFill>
              </a:rPr>
              <a:t>. </a:t>
            </a:r>
          </a:p>
          <a:p>
            <a:pPr lvl="1"/>
            <a:r>
              <a:rPr lang="fr-FR" dirty="0">
                <a:solidFill>
                  <a:schemeClr val="bg1"/>
                </a:solidFill>
              </a:rPr>
              <a:t>Sed </a:t>
            </a:r>
            <a:r>
              <a:rPr lang="fr-FR" dirty="0" err="1">
                <a:solidFill>
                  <a:schemeClr val="bg1"/>
                </a:solidFill>
              </a:rPr>
              <a:t>rhoncus</a:t>
            </a:r>
            <a:r>
              <a:rPr lang="fr-FR" dirty="0">
                <a:solidFill>
                  <a:schemeClr val="bg1"/>
                </a:solidFill>
              </a:rPr>
              <a:t>, </a:t>
            </a:r>
            <a:r>
              <a:rPr lang="fr-FR" dirty="0" err="1">
                <a:solidFill>
                  <a:schemeClr val="bg1"/>
                </a:solidFill>
              </a:rPr>
              <a:t>nisi</a:t>
            </a:r>
            <a:r>
              <a:rPr lang="fr-FR" dirty="0">
                <a:solidFill>
                  <a:schemeClr val="bg1"/>
                </a:solidFill>
              </a:rPr>
              <a:t> 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>
                <a:solidFill>
                  <a:schemeClr val="bg1"/>
                </a:solidFill>
              </a:rPr>
              <a:t>eu </a:t>
            </a:r>
            <a:r>
              <a:rPr lang="fr-FR" dirty="0" err="1">
                <a:solidFill>
                  <a:schemeClr val="bg1"/>
                </a:solidFill>
              </a:rPr>
              <a:t>facilisis</a:t>
            </a:r>
            <a:r>
              <a:rPr lang="fr-FR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76" name="Content Placeholder 3"/>
          <p:cNvSpPr txBox="1">
            <a:spLocks/>
          </p:cNvSpPr>
          <p:nvPr/>
        </p:nvSpPr>
        <p:spPr>
          <a:xfrm>
            <a:off x="4572000" y="0"/>
            <a:ext cx="2286000" cy="25717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182880" rIns="180000" bIns="18000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357188" indent="-176213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38163" indent="-18097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tx1"/>
                </a:solidFill>
              </a:rPr>
              <a:t>Texte complémentaire</a:t>
            </a:r>
          </a:p>
          <a:p>
            <a:pPr lvl="1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</a:t>
            </a:r>
            <a:br>
              <a:rPr lang="fr-FR" dirty="0"/>
            </a:br>
            <a:r>
              <a:rPr lang="fr-FR" dirty="0" err="1"/>
              <a:t>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</a:p>
          <a:p>
            <a:pPr lvl="1"/>
            <a:r>
              <a:rPr lang="fr-FR" dirty="0"/>
              <a:t>Sed </a:t>
            </a:r>
            <a:r>
              <a:rPr lang="fr-FR" dirty="0" err="1"/>
              <a:t>rhoncus</a:t>
            </a:r>
            <a:r>
              <a:rPr lang="fr-FR" dirty="0"/>
              <a:t>, </a:t>
            </a:r>
            <a:r>
              <a:rPr lang="fr-FR" dirty="0" err="1"/>
              <a:t>nisi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eu </a:t>
            </a:r>
            <a:r>
              <a:rPr lang="fr-FR" dirty="0" err="1"/>
              <a:t>facilisis</a:t>
            </a:r>
            <a:r>
              <a:rPr lang="fr-FR" dirty="0"/>
              <a:t>.</a:t>
            </a:r>
          </a:p>
        </p:txBody>
      </p:sp>
      <p:sp>
        <p:nvSpPr>
          <p:cNvPr id="77" name="Content Placeholder 3"/>
          <p:cNvSpPr txBox="1">
            <a:spLocks/>
          </p:cNvSpPr>
          <p:nvPr/>
        </p:nvSpPr>
        <p:spPr>
          <a:xfrm>
            <a:off x="6858000" y="0"/>
            <a:ext cx="2286000" cy="2571750"/>
          </a:xfrm>
          <a:prstGeom prst="rect">
            <a:avLst/>
          </a:prstGeom>
          <a:solidFill>
            <a:schemeClr val="bg1"/>
          </a:solidFill>
        </p:spPr>
        <p:txBody>
          <a:bodyPr wrap="square" lIns="180000" tIns="180000" rIns="180000" bIns="18000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357188" indent="-176213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38163" indent="-18097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Texte complémentaire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0" name="Content Placeholder 3"/>
          <p:cNvSpPr txBox="1">
            <a:spLocks/>
          </p:cNvSpPr>
          <p:nvPr/>
        </p:nvSpPr>
        <p:spPr>
          <a:xfrm>
            <a:off x="0" y="0"/>
            <a:ext cx="2286000" cy="25717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182880" rIns="180000" bIns="18000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357188" indent="-176213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38163" indent="-18097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fr-FR" dirty="0">
                <a:solidFill>
                  <a:srgbClr val="000000"/>
                </a:solidFill>
              </a:rPr>
              <a:t>Titre/Mot clé</a:t>
            </a:r>
          </a:p>
        </p:txBody>
      </p:sp>
      <p:sp>
        <p:nvSpPr>
          <p:cNvPr id="84" name="Content Placeholder 3"/>
          <p:cNvSpPr txBox="1">
            <a:spLocks/>
          </p:cNvSpPr>
          <p:nvPr/>
        </p:nvSpPr>
        <p:spPr>
          <a:xfrm>
            <a:off x="2286000" y="0"/>
            <a:ext cx="2298214" cy="2571750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44000" rIns="180000" bIns="18000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357188" indent="-176213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38163" indent="-18097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fr-FR" sz="4800" dirty="0">
                <a:solidFill>
                  <a:schemeClr val="bg2"/>
                </a:solidFill>
              </a:rPr>
              <a:t>30%</a:t>
            </a:r>
            <a:br>
              <a:rPr lang="fr-FR" sz="4800" dirty="0">
                <a:solidFill>
                  <a:schemeClr val="bg1"/>
                </a:solidFill>
              </a:rPr>
            </a:br>
            <a:r>
              <a:rPr lang="fr-FR" dirty="0" err="1">
                <a:solidFill>
                  <a:schemeClr val="bg1"/>
                </a:solidFill>
              </a:rPr>
              <a:t>Lorem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ipsum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dolor</a:t>
            </a:r>
            <a:r>
              <a:rPr lang="fr-FR" dirty="0">
                <a:solidFill>
                  <a:schemeClr val="bg1"/>
                </a:solidFill>
              </a:rPr>
              <a:t> 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 err="1">
                <a:solidFill>
                  <a:schemeClr val="bg1"/>
                </a:solidFill>
              </a:rPr>
              <a:t>sit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amet</a:t>
            </a:r>
            <a:r>
              <a:rPr lang="fr-FR" dirty="0">
                <a:solidFill>
                  <a:schemeClr val="bg1"/>
                </a:solidFill>
              </a:rPr>
              <a:t>, </a:t>
            </a:r>
            <a:r>
              <a:rPr lang="fr-FR" dirty="0" err="1">
                <a:solidFill>
                  <a:schemeClr val="bg1"/>
                </a:solidFill>
              </a:rPr>
              <a:t>conse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 err="1">
                <a:solidFill>
                  <a:schemeClr val="bg1"/>
                </a:solidFill>
              </a:rPr>
              <a:t>ctetur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adipiscing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elit</a:t>
            </a:r>
            <a:r>
              <a:rPr lang="fr-FR" dirty="0">
                <a:solidFill>
                  <a:schemeClr val="bg1"/>
                </a:solidFill>
              </a:rPr>
              <a:t>. </a:t>
            </a:r>
          </a:p>
          <a:p>
            <a:pPr lvl="1"/>
            <a:r>
              <a:rPr lang="fr-FR" dirty="0">
                <a:solidFill>
                  <a:schemeClr val="bg1"/>
                </a:solidFill>
              </a:rPr>
              <a:t>Sed </a:t>
            </a:r>
            <a:r>
              <a:rPr lang="fr-FR" dirty="0" err="1">
                <a:solidFill>
                  <a:schemeClr val="bg1"/>
                </a:solidFill>
              </a:rPr>
              <a:t>rhoncus</a:t>
            </a:r>
            <a:r>
              <a:rPr lang="fr-FR" dirty="0">
                <a:solidFill>
                  <a:schemeClr val="bg1"/>
                </a:solidFill>
              </a:rPr>
              <a:t>, </a:t>
            </a:r>
            <a:r>
              <a:rPr lang="fr-FR" dirty="0" err="1">
                <a:solidFill>
                  <a:schemeClr val="bg1"/>
                </a:solidFill>
              </a:rPr>
              <a:t>nisi</a:t>
            </a:r>
            <a:r>
              <a:rPr lang="fr-FR" dirty="0">
                <a:solidFill>
                  <a:schemeClr val="bg1"/>
                </a:solidFill>
              </a:rPr>
              <a:t> 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>
                <a:solidFill>
                  <a:schemeClr val="bg1"/>
                </a:solidFill>
              </a:rPr>
              <a:t>eu </a:t>
            </a:r>
            <a:r>
              <a:rPr lang="fr-FR" dirty="0" err="1">
                <a:solidFill>
                  <a:schemeClr val="bg1"/>
                </a:solidFill>
              </a:rPr>
              <a:t>facilisis</a:t>
            </a:r>
            <a:r>
              <a:rPr lang="fr-FR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8" name="Freeform 55"/>
          <p:cNvSpPr>
            <a:spLocks noEditPoints="1"/>
          </p:cNvSpPr>
          <p:nvPr/>
        </p:nvSpPr>
        <p:spPr bwMode="auto">
          <a:xfrm>
            <a:off x="621650" y="889000"/>
            <a:ext cx="850708" cy="850708"/>
          </a:xfrm>
          <a:custGeom>
            <a:avLst/>
            <a:gdLst>
              <a:gd name="T0" fmla="*/ 480 w 1034"/>
              <a:gd name="T1" fmla="*/ 636 h 1033"/>
              <a:gd name="T2" fmla="*/ 450 w 1034"/>
              <a:gd name="T3" fmla="*/ 496 h 1033"/>
              <a:gd name="T4" fmla="*/ 296 w 1034"/>
              <a:gd name="T5" fmla="*/ 477 h 1033"/>
              <a:gd name="T6" fmla="*/ 210 w 1034"/>
              <a:gd name="T7" fmla="*/ 611 h 1033"/>
              <a:gd name="T8" fmla="*/ 355 w 1034"/>
              <a:gd name="T9" fmla="*/ 536 h 1033"/>
              <a:gd name="T10" fmla="*/ 406 w 1034"/>
              <a:gd name="T11" fmla="*/ 620 h 1033"/>
              <a:gd name="T12" fmla="*/ 326 w 1034"/>
              <a:gd name="T13" fmla="*/ 644 h 1033"/>
              <a:gd name="T14" fmla="*/ 389 w 1034"/>
              <a:gd name="T15" fmla="*/ 711 h 1033"/>
              <a:gd name="T16" fmla="*/ 402 w 1034"/>
              <a:gd name="T17" fmla="*/ 813 h 1033"/>
              <a:gd name="T18" fmla="*/ 300 w 1034"/>
              <a:gd name="T19" fmla="*/ 807 h 1033"/>
              <a:gd name="T20" fmla="*/ 200 w 1034"/>
              <a:gd name="T21" fmla="*/ 749 h 1033"/>
              <a:gd name="T22" fmla="*/ 291 w 1034"/>
              <a:gd name="T23" fmla="*/ 890 h 1033"/>
              <a:gd name="T24" fmla="*/ 463 w 1034"/>
              <a:gd name="T25" fmla="*/ 865 h 1033"/>
              <a:gd name="T26" fmla="*/ 491 w 1034"/>
              <a:gd name="T27" fmla="*/ 702 h 1033"/>
              <a:gd name="T28" fmla="*/ 800 w 1034"/>
              <a:gd name="T29" fmla="*/ 100 h 1033"/>
              <a:gd name="T30" fmla="*/ 800 w 1034"/>
              <a:gd name="T31" fmla="*/ 50 h 1033"/>
              <a:gd name="T32" fmla="*/ 700 w 1034"/>
              <a:gd name="T33" fmla="*/ 100 h 1033"/>
              <a:gd name="T34" fmla="*/ 700 w 1034"/>
              <a:gd name="T35" fmla="*/ 150 h 1033"/>
              <a:gd name="T36" fmla="*/ 800 w 1034"/>
              <a:gd name="T37" fmla="*/ 217 h 1033"/>
              <a:gd name="T38" fmla="*/ 800 w 1034"/>
              <a:gd name="T39" fmla="*/ 150 h 1033"/>
              <a:gd name="T40" fmla="*/ 667 w 1034"/>
              <a:gd name="T41" fmla="*/ 217 h 1033"/>
              <a:gd name="T42" fmla="*/ 334 w 1034"/>
              <a:gd name="T43" fmla="*/ 100 h 1033"/>
              <a:gd name="T44" fmla="*/ 334 w 1034"/>
              <a:gd name="T45" fmla="*/ 50 h 1033"/>
              <a:gd name="T46" fmla="*/ 234 w 1034"/>
              <a:gd name="T47" fmla="*/ 100 h 1033"/>
              <a:gd name="T48" fmla="*/ 234 w 1034"/>
              <a:gd name="T49" fmla="*/ 150 h 1033"/>
              <a:gd name="T50" fmla="*/ 334 w 1034"/>
              <a:gd name="T51" fmla="*/ 217 h 1033"/>
              <a:gd name="T52" fmla="*/ 334 w 1034"/>
              <a:gd name="T53" fmla="*/ 150 h 1033"/>
              <a:gd name="T54" fmla="*/ 200 w 1034"/>
              <a:gd name="T55" fmla="*/ 217 h 1033"/>
              <a:gd name="T56" fmla="*/ 0 w 1034"/>
              <a:gd name="T57" fmla="*/ 100 h 1033"/>
              <a:gd name="T58" fmla="*/ 100 w 1034"/>
              <a:gd name="T59" fmla="*/ 1033 h 1033"/>
              <a:gd name="T60" fmla="*/ 934 w 1034"/>
              <a:gd name="T61" fmla="*/ 100 h 1033"/>
              <a:gd name="T62" fmla="*/ 116 w 1034"/>
              <a:gd name="T63" fmla="*/ 967 h 1033"/>
              <a:gd name="T64" fmla="*/ 67 w 1034"/>
              <a:gd name="T65" fmla="*/ 911 h 1033"/>
              <a:gd name="T66" fmla="*/ 867 w 1034"/>
              <a:gd name="T67" fmla="*/ 400 h 1033"/>
              <a:gd name="T68" fmla="*/ 967 w 1034"/>
              <a:gd name="T69" fmla="*/ 447 h 1033"/>
              <a:gd name="T70" fmla="*/ 741 w 1034"/>
              <a:gd name="T71" fmla="*/ 477 h 1033"/>
              <a:gd name="T72" fmla="*/ 578 w 1034"/>
              <a:gd name="T73" fmla="*/ 513 h 1033"/>
              <a:gd name="T74" fmla="*/ 546 w 1034"/>
              <a:gd name="T75" fmla="*/ 786 h 1033"/>
              <a:gd name="T76" fmla="*/ 683 w 1034"/>
              <a:gd name="T77" fmla="*/ 900 h 1033"/>
              <a:gd name="T78" fmla="*/ 822 w 1034"/>
              <a:gd name="T79" fmla="*/ 786 h 1033"/>
              <a:gd name="T80" fmla="*/ 789 w 1034"/>
              <a:gd name="T81" fmla="*/ 513 h 1033"/>
              <a:gd name="T82" fmla="*/ 722 w 1034"/>
              <a:gd name="T83" fmla="*/ 814 h 1033"/>
              <a:gd name="T84" fmla="*/ 625 w 1034"/>
              <a:gd name="T85" fmla="*/ 774 h 1033"/>
              <a:gd name="T86" fmla="*/ 617 w 1034"/>
              <a:gd name="T87" fmla="*/ 656 h 1033"/>
              <a:gd name="T88" fmla="*/ 636 w 1034"/>
              <a:gd name="T89" fmla="*/ 564 h 1033"/>
              <a:gd name="T90" fmla="*/ 712 w 1034"/>
              <a:gd name="T91" fmla="*/ 544 h 1033"/>
              <a:gd name="T92" fmla="*/ 748 w 1034"/>
              <a:gd name="T93" fmla="*/ 625 h 1033"/>
              <a:gd name="T94" fmla="*/ 750 w 1034"/>
              <a:gd name="T95" fmla="*/ 725 h 10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034" h="1033">
                <a:moveTo>
                  <a:pt x="436" y="669"/>
                </a:moveTo>
                <a:cubicBezTo>
                  <a:pt x="436" y="668"/>
                  <a:pt x="436" y="668"/>
                  <a:pt x="436" y="668"/>
                </a:cubicBezTo>
                <a:cubicBezTo>
                  <a:pt x="456" y="662"/>
                  <a:pt x="470" y="651"/>
                  <a:pt x="480" y="636"/>
                </a:cubicBezTo>
                <a:cubicBezTo>
                  <a:pt x="490" y="620"/>
                  <a:pt x="495" y="603"/>
                  <a:pt x="495" y="582"/>
                </a:cubicBezTo>
                <a:cubicBezTo>
                  <a:pt x="495" y="564"/>
                  <a:pt x="491" y="547"/>
                  <a:pt x="482" y="533"/>
                </a:cubicBezTo>
                <a:cubicBezTo>
                  <a:pt x="474" y="519"/>
                  <a:pt x="463" y="506"/>
                  <a:pt x="450" y="496"/>
                </a:cubicBezTo>
                <a:cubicBezTo>
                  <a:pt x="436" y="487"/>
                  <a:pt x="422" y="479"/>
                  <a:pt x="405" y="474"/>
                </a:cubicBezTo>
                <a:cubicBezTo>
                  <a:pt x="388" y="469"/>
                  <a:pt x="371" y="467"/>
                  <a:pt x="355" y="467"/>
                </a:cubicBezTo>
                <a:cubicBezTo>
                  <a:pt x="333" y="467"/>
                  <a:pt x="314" y="470"/>
                  <a:pt x="296" y="477"/>
                </a:cubicBezTo>
                <a:cubicBezTo>
                  <a:pt x="279" y="484"/>
                  <a:pt x="264" y="494"/>
                  <a:pt x="251" y="507"/>
                </a:cubicBezTo>
                <a:cubicBezTo>
                  <a:pt x="239" y="519"/>
                  <a:pt x="229" y="535"/>
                  <a:pt x="222" y="552"/>
                </a:cubicBezTo>
                <a:cubicBezTo>
                  <a:pt x="215" y="570"/>
                  <a:pt x="211" y="589"/>
                  <a:pt x="210" y="611"/>
                </a:cubicBezTo>
                <a:cubicBezTo>
                  <a:pt x="291" y="611"/>
                  <a:pt x="291" y="611"/>
                  <a:pt x="291" y="611"/>
                </a:cubicBezTo>
                <a:cubicBezTo>
                  <a:pt x="291" y="589"/>
                  <a:pt x="296" y="572"/>
                  <a:pt x="307" y="558"/>
                </a:cubicBezTo>
                <a:cubicBezTo>
                  <a:pt x="318" y="543"/>
                  <a:pt x="334" y="536"/>
                  <a:pt x="355" y="536"/>
                </a:cubicBezTo>
                <a:cubicBezTo>
                  <a:pt x="371" y="536"/>
                  <a:pt x="385" y="541"/>
                  <a:pt x="396" y="551"/>
                </a:cubicBezTo>
                <a:cubicBezTo>
                  <a:pt x="408" y="560"/>
                  <a:pt x="414" y="574"/>
                  <a:pt x="414" y="592"/>
                </a:cubicBezTo>
                <a:cubicBezTo>
                  <a:pt x="414" y="604"/>
                  <a:pt x="411" y="613"/>
                  <a:pt x="406" y="620"/>
                </a:cubicBezTo>
                <a:cubicBezTo>
                  <a:pt x="400" y="628"/>
                  <a:pt x="393" y="633"/>
                  <a:pt x="384" y="637"/>
                </a:cubicBezTo>
                <a:cubicBezTo>
                  <a:pt x="375" y="641"/>
                  <a:pt x="365" y="643"/>
                  <a:pt x="355" y="644"/>
                </a:cubicBezTo>
                <a:cubicBezTo>
                  <a:pt x="344" y="644"/>
                  <a:pt x="335" y="644"/>
                  <a:pt x="326" y="644"/>
                </a:cubicBezTo>
                <a:cubicBezTo>
                  <a:pt x="326" y="703"/>
                  <a:pt x="326" y="703"/>
                  <a:pt x="326" y="703"/>
                </a:cubicBezTo>
                <a:cubicBezTo>
                  <a:pt x="336" y="703"/>
                  <a:pt x="347" y="704"/>
                  <a:pt x="358" y="704"/>
                </a:cubicBezTo>
                <a:cubicBezTo>
                  <a:pt x="369" y="705"/>
                  <a:pt x="380" y="707"/>
                  <a:pt x="389" y="711"/>
                </a:cubicBezTo>
                <a:cubicBezTo>
                  <a:pt x="399" y="715"/>
                  <a:pt x="407" y="721"/>
                  <a:pt x="413" y="729"/>
                </a:cubicBezTo>
                <a:cubicBezTo>
                  <a:pt x="419" y="737"/>
                  <a:pt x="422" y="749"/>
                  <a:pt x="422" y="765"/>
                </a:cubicBezTo>
                <a:cubicBezTo>
                  <a:pt x="422" y="786"/>
                  <a:pt x="416" y="802"/>
                  <a:pt x="402" y="813"/>
                </a:cubicBezTo>
                <a:cubicBezTo>
                  <a:pt x="389" y="825"/>
                  <a:pt x="373" y="831"/>
                  <a:pt x="354" y="831"/>
                </a:cubicBezTo>
                <a:cubicBezTo>
                  <a:pt x="342" y="831"/>
                  <a:pt x="331" y="829"/>
                  <a:pt x="322" y="824"/>
                </a:cubicBezTo>
                <a:cubicBezTo>
                  <a:pt x="313" y="820"/>
                  <a:pt x="306" y="814"/>
                  <a:pt x="300" y="807"/>
                </a:cubicBezTo>
                <a:cubicBezTo>
                  <a:pt x="294" y="799"/>
                  <a:pt x="289" y="791"/>
                  <a:pt x="286" y="780"/>
                </a:cubicBezTo>
                <a:cubicBezTo>
                  <a:pt x="283" y="770"/>
                  <a:pt x="281" y="760"/>
                  <a:pt x="281" y="749"/>
                </a:cubicBezTo>
                <a:cubicBezTo>
                  <a:pt x="200" y="749"/>
                  <a:pt x="200" y="749"/>
                  <a:pt x="200" y="749"/>
                </a:cubicBezTo>
                <a:cubicBezTo>
                  <a:pt x="200" y="773"/>
                  <a:pt x="203" y="794"/>
                  <a:pt x="211" y="813"/>
                </a:cubicBezTo>
                <a:cubicBezTo>
                  <a:pt x="218" y="832"/>
                  <a:pt x="229" y="847"/>
                  <a:pt x="242" y="860"/>
                </a:cubicBezTo>
                <a:cubicBezTo>
                  <a:pt x="256" y="873"/>
                  <a:pt x="272" y="883"/>
                  <a:pt x="291" y="890"/>
                </a:cubicBezTo>
                <a:cubicBezTo>
                  <a:pt x="311" y="897"/>
                  <a:pt x="332" y="900"/>
                  <a:pt x="355" y="900"/>
                </a:cubicBezTo>
                <a:cubicBezTo>
                  <a:pt x="376" y="900"/>
                  <a:pt x="395" y="897"/>
                  <a:pt x="414" y="891"/>
                </a:cubicBezTo>
                <a:cubicBezTo>
                  <a:pt x="432" y="885"/>
                  <a:pt x="449" y="876"/>
                  <a:pt x="463" y="865"/>
                </a:cubicBezTo>
                <a:cubicBezTo>
                  <a:pt x="478" y="853"/>
                  <a:pt x="489" y="839"/>
                  <a:pt x="497" y="822"/>
                </a:cubicBezTo>
                <a:cubicBezTo>
                  <a:pt x="506" y="805"/>
                  <a:pt x="510" y="785"/>
                  <a:pt x="510" y="764"/>
                </a:cubicBezTo>
                <a:cubicBezTo>
                  <a:pt x="510" y="740"/>
                  <a:pt x="504" y="719"/>
                  <a:pt x="491" y="702"/>
                </a:cubicBezTo>
                <a:cubicBezTo>
                  <a:pt x="478" y="685"/>
                  <a:pt x="459" y="674"/>
                  <a:pt x="436" y="669"/>
                </a:cubicBezTo>
                <a:close/>
                <a:moveTo>
                  <a:pt x="934" y="100"/>
                </a:moveTo>
                <a:cubicBezTo>
                  <a:pt x="800" y="100"/>
                  <a:pt x="800" y="100"/>
                  <a:pt x="800" y="100"/>
                </a:cubicBezTo>
                <a:cubicBezTo>
                  <a:pt x="800" y="67"/>
                  <a:pt x="800" y="67"/>
                  <a:pt x="800" y="67"/>
                </a:cubicBezTo>
                <a:cubicBezTo>
                  <a:pt x="800" y="67"/>
                  <a:pt x="800" y="67"/>
                  <a:pt x="800" y="67"/>
                </a:cubicBezTo>
                <a:cubicBezTo>
                  <a:pt x="800" y="50"/>
                  <a:pt x="800" y="50"/>
                  <a:pt x="800" y="50"/>
                </a:cubicBezTo>
                <a:cubicBezTo>
                  <a:pt x="800" y="22"/>
                  <a:pt x="778" y="0"/>
                  <a:pt x="750" y="0"/>
                </a:cubicBezTo>
                <a:cubicBezTo>
                  <a:pt x="723" y="0"/>
                  <a:pt x="700" y="22"/>
                  <a:pt x="700" y="50"/>
                </a:cubicBezTo>
                <a:cubicBezTo>
                  <a:pt x="700" y="100"/>
                  <a:pt x="700" y="100"/>
                  <a:pt x="700" y="100"/>
                </a:cubicBezTo>
                <a:cubicBezTo>
                  <a:pt x="700" y="100"/>
                  <a:pt x="700" y="100"/>
                  <a:pt x="700" y="100"/>
                </a:cubicBezTo>
                <a:cubicBezTo>
                  <a:pt x="700" y="150"/>
                  <a:pt x="700" y="150"/>
                  <a:pt x="700" y="150"/>
                </a:cubicBezTo>
                <a:cubicBezTo>
                  <a:pt x="700" y="150"/>
                  <a:pt x="700" y="150"/>
                  <a:pt x="700" y="150"/>
                </a:cubicBezTo>
                <a:cubicBezTo>
                  <a:pt x="700" y="217"/>
                  <a:pt x="700" y="217"/>
                  <a:pt x="700" y="217"/>
                </a:cubicBezTo>
                <a:cubicBezTo>
                  <a:pt x="700" y="244"/>
                  <a:pt x="723" y="267"/>
                  <a:pt x="750" y="267"/>
                </a:cubicBezTo>
                <a:cubicBezTo>
                  <a:pt x="778" y="267"/>
                  <a:pt x="800" y="244"/>
                  <a:pt x="800" y="217"/>
                </a:cubicBezTo>
                <a:cubicBezTo>
                  <a:pt x="800" y="200"/>
                  <a:pt x="800" y="200"/>
                  <a:pt x="800" y="200"/>
                </a:cubicBezTo>
                <a:cubicBezTo>
                  <a:pt x="800" y="200"/>
                  <a:pt x="800" y="200"/>
                  <a:pt x="800" y="200"/>
                </a:cubicBezTo>
                <a:cubicBezTo>
                  <a:pt x="800" y="150"/>
                  <a:pt x="800" y="150"/>
                  <a:pt x="800" y="150"/>
                </a:cubicBezTo>
                <a:cubicBezTo>
                  <a:pt x="821" y="165"/>
                  <a:pt x="834" y="189"/>
                  <a:pt x="834" y="217"/>
                </a:cubicBezTo>
                <a:cubicBezTo>
                  <a:pt x="834" y="263"/>
                  <a:pt x="796" y="300"/>
                  <a:pt x="750" y="300"/>
                </a:cubicBezTo>
                <a:cubicBezTo>
                  <a:pt x="704" y="300"/>
                  <a:pt x="667" y="263"/>
                  <a:pt x="667" y="217"/>
                </a:cubicBezTo>
                <a:cubicBezTo>
                  <a:pt x="667" y="189"/>
                  <a:pt x="680" y="165"/>
                  <a:pt x="700" y="150"/>
                </a:cubicBezTo>
                <a:cubicBezTo>
                  <a:pt x="700" y="100"/>
                  <a:pt x="700" y="100"/>
                  <a:pt x="700" y="100"/>
                </a:cubicBezTo>
                <a:cubicBezTo>
                  <a:pt x="334" y="100"/>
                  <a:pt x="334" y="100"/>
                  <a:pt x="334" y="100"/>
                </a:cubicBezTo>
                <a:cubicBezTo>
                  <a:pt x="334" y="67"/>
                  <a:pt x="334" y="67"/>
                  <a:pt x="334" y="67"/>
                </a:cubicBezTo>
                <a:cubicBezTo>
                  <a:pt x="334" y="67"/>
                  <a:pt x="334" y="67"/>
                  <a:pt x="334" y="67"/>
                </a:cubicBezTo>
                <a:cubicBezTo>
                  <a:pt x="334" y="50"/>
                  <a:pt x="334" y="50"/>
                  <a:pt x="334" y="50"/>
                </a:cubicBezTo>
                <a:cubicBezTo>
                  <a:pt x="334" y="22"/>
                  <a:pt x="311" y="0"/>
                  <a:pt x="284" y="0"/>
                </a:cubicBezTo>
                <a:cubicBezTo>
                  <a:pt x="256" y="0"/>
                  <a:pt x="234" y="22"/>
                  <a:pt x="234" y="50"/>
                </a:cubicBezTo>
                <a:cubicBezTo>
                  <a:pt x="234" y="100"/>
                  <a:pt x="234" y="100"/>
                  <a:pt x="234" y="100"/>
                </a:cubicBezTo>
                <a:cubicBezTo>
                  <a:pt x="234" y="100"/>
                  <a:pt x="234" y="100"/>
                  <a:pt x="234" y="100"/>
                </a:cubicBezTo>
                <a:cubicBezTo>
                  <a:pt x="234" y="150"/>
                  <a:pt x="234" y="150"/>
                  <a:pt x="234" y="150"/>
                </a:cubicBezTo>
                <a:cubicBezTo>
                  <a:pt x="234" y="150"/>
                  <a:pt x="234" y="150"/>
                  <a:pt x="234" y="150"/>
                </a:cubicBezTo>
                <a:cubicBezTo>
                  <a:pt x="234" y="217"/>
                  <a:pt x="234" y="217"/>
                  <a:pt x="234" y="217"/>
                </a:cubicBezTo>
                <a:cubicBezTo>
                  <a:pt x="234" y="244"/>
                  <a:pt x="256" y="267"/>
                  <a:pt x="284" y="267"/>
                </a:cubicBezTo>
                <a:cubicBezTo>
                  <a:pt x="311" y="267"/>
                  <a:pt x="334" y="244"/>
                  <a:pt x="334" y="217"/>
                </a:cubicBezTo>
                <a:cubicBezTo>
                  <a:pt x="334" y="200"/>
                  <a:pt x="334" y="200"/>
                  <a:pt x="334" y="200"/>
                </a:cubicBezTo>
                <a:cubicBezTo>
                  <a:pt x="334" y="200"/>
                  <a:pt x="334" y="200"/>
                  <a:pt x="334" y="200"/>
                </a:cubicBezTo>
                <a:cubicBezTo>
                  <a:pt x="334" y="150"/>
                  <a:pt x="334" y="150"/>
                  <a:pt x="334" y="150"/>
                </a:cubicBezTo>
                <a:cubicBezTo>
                  <a:pt x="354" y="165"/>
                  <a:pt x="367" y="189"/>
                  <a:pt x="367" y="217"/>
                </a:cubicBezTo>
                <a:cubicBezTo>
                  <a:pt x="367" y="263"/>
                  <a:pt x="330" y="300"/>
                  <a:pt x="284" y="300"/>
                </a:cubicBezTo>
                <a:cubicBezTo>
                  <a:pt x="238" y="300"/>
                  <a:pt x="200" y="263"/>
                  <a:pt x="200" y="217"/>
                </a:cubicBezTo>
                <a:cubicBezTo>
                  <a:pt x="200" y="189"/>
                  <a:pt x="213" y="165"/>
                  <a:pt x="234" y="150"/>
                </a:cubicBezTo>
                <a:cubicBezTo>
                  <a:pt x="234" y="100"/>
                  <a:pt x="234" y="100"/>
                  <a:pt x="234" y="100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933"/>
                  <a:pt x="0" y="933"/>
                  <a:pt x="0" y="933"/>
                </a:cubicBezTo>
                <a:cubicBezTo>
                  <a:pt x="0" y="933"/>
                  <a:pt x="0" y="933"/>
                  <a:pt x="0" y="933"/>
                </a:cubicBezTo>
                <a:cubicBezTo>
                  <a:pt x="0" y="989"/>
                  <a:pt x="45" y="1033"/>
                  <a:pt x="100" y="1033"/>
                </a:cubicBezTo>
                <a:cubicBezTo>
                  <a:pt x="1034" y="1033"/>
                  <a:pt x="1034" y="1033"/>
                  <a:pt x="1034" y="1033"/>
                </a:cubicBezTo>
                <a:cubicBezTo>
                  <a:pt x="1034" y="200"/>
                  <a:pt x="1034" y="200"/>
                  <a:pt x="1034" y="200"/>
                </a:cubicBezTo>
                <a:cubicBezTo>
                  <a:pt x="1034" y="145"/>
                  <a:pt x="989" y="100"/>
                  <a:pt x="934" y="100"/>
                </a:cubicBezTo>
                <a:close/>
                <a:moveTo>
                  <a:pt x="967" y="967"/>
                </a:moveTo>
                <a:cubicBezTo>
                  <a:pt x="116" y="967"/>
                  <a:pt x="116" y="967"/>
                  <a:pt x="116" y="967"/>
                </a:cubicBezTo>
                <a:cubicBezTo>
                  <a:pt x="116" y="967"/>
                  <a:pt x="116" y="967"/>
                  <a:pt x="116" y="967"/>
                </a:cubicBezTo>
                <a:cubicBezTo>
                  <a:pt x="89" y="966"/>
                  <a:pt x="67" y="944"/>
                  <a:pt x="67" y="917"/>
                </a:cubicBezTo>
                <a:cubicBezTo>
                  <a:pt x="67" y="915"/>
                  <a:pt x="67" y="913"/>
                  <a:pt x="67" y="911"/>
                </a:cubicBezTo>
                <a:cubicBezTo>
                  <a:pt x="67" y="911"/>
                  <a:pt x="67" y="911"/>
                  <a:pt x="67" y="911"/>
                </a:cubicBezTo>
                <a:cubicBezTo>
                  <a:pt x="67" y="400"/>
                  <a:pt x="67" y="400"/>
                  <a:pt x="67" y="400"/>
                </a:cubicBezTo>
                <a:cubicBezTo>
                  <a:pt x="834" y="400"/>
                  <a:pt x="834" y="400"/>
                  <a:pt x="834" y="400"/>
                </a:cubicBezTo>
                <a:cubicBezTo>
                  <a:pt x="867" y="400"/>
                  <a:pt x="867" y="400"/>
                  <a:pt x="867" y="400"/>
                </a:cubicBezTo>
                <a:cubicBezTo>
                  <a:pt x="915" y="400"/>
                  <a:pt x="915" y="400"/>
                  <a:pt x="915" y="400"/>
                </a:cubicBezTo>
                <a:cubicBezTo>
                  <a:pt x="916" y="400"/>
                  <a:pt x="916" y="400"/>
                  <a:pt x="917" y="400"/>
                </a:cubicBezTo>
                <a:cubicBezTo>
                  <a:pt x="940" y="400"/>
                  <a:pt x="965" y="421"/>
                  <a:pt x="967" y="447"/>
                </a:cubicBezTo>
                <a:lnTo>
                  <a:pt x="967" y="967"/>
                </a:lnTo>
                <a:close/>
                <a:moveTo>
                  <a:pt x="789" y="513"/>
                </a:moveTo>
                <a:cubicBezTo>
                  <a:pt x="775" y="496"/>
                  <a:pt x="759" y="485"/>
                  <a:pt x="741" y="477"/>
                </a:cubicBezTo>
                <a:cubicBezTo>
                  <a:pt x="723" y="470"/>
                  <a:pt x="704" y="467"/>
                  <a:pt x="683" y="467"/>
                </a:cubicBezTo>
                <a:cubicBezTo>
                  <a:pt x="663" y="467"/>
                  <a:pt x="644" y="470"/>
                  <a:pt x="626" y="477"/>
                </a:cubicBezTo>
                <a:cubicBezTo>
                  <a:pt x="607" y="485"/>
                  <a:pt x="592" y="496"/>
                  <a:pt x="578" y="513"/>
                </a:cubicBezTo>
                <a:cubicBezTo>
                  <a:pt x="564" y="530"/>
                  <a:pt x="554" y="552"/>
                  <a:pt x="546" y="580"/>
                </a:cubicBezTo>
                <a:cubicBezTo>
                  <a:pt x="538" y="607"/>
                  <a:pt x="534" y="641"/>
                  <a:pt x="534" y="682"/>
                </a:cubicBezTo>
                <a:cubicBezTo>
                  <a:pt x="534" y="724"/>
                  <a:pt x="538" y="758"/>
                  <a:pt x="546" y="786"/>
                </a:cubicBezTo>
                <a:cubicBezTo>
                  <a:pt x="554" y="814"/>
                  <a:pt x="564" y="837"/>
                  <a:pt x="578" y="854"/>
                </a:cubicBezTo>
                <a:cubicBezTo>
                  <a:pt x="592" y="870"/>
                  <a:pt x="607" y="882"/>
                  <a:pt x="626" y="889"/>
                </a:cubicBezTo>
                <a:cubicBezTo>
                  <a:pt x="644" y="896"/>
                  <a:pt x="663" y="900"/>
                  <a:pt x="683" y="900"/>
                </a:cubicBezTo>
                <a:cubicBezTo>
                  <a:pt x="704" y="900"/>
                  <a:pt x="723" y="896"/>
                  <a:pt x="741" y="889"/>
                </a:cubicBezTo>
                <a:cubicBezTo>
                  <a:pt x="759" y="882"/>
                  <a:pt x="775" y="870"/>
                  <a:pt x="789" y="854"/>
                </a:cubicBezTo>
                <a:cubicBezTo>
                  <a:pt x="803" y="837"/>
                  <a:pt x="814" y="814"/>
                  <a:pt x="822" y="786"/>
                </a:cubicBezTo>
                <a:cubicBezTo>
                  <a:pt x="830" y="758"/>
                  <a:pt x="834" y="724"/>
                  <a:pt x="834" y="682"/>
                </a:cubicBezTo>
                <a:cubicBezTo>
                  <a:pt x="834" y="641"/>
                  <a:pt x="830" y="607"/>
                  <a:pt x="822" y="580"/>
                </a:cubicBezTo>
                <a:cubicBezTo>
                  <a:pt x="814" y="552"/>
                  <a:pt x="803" y="530"/>
                  <a:pt x="789" y="513"/>
                </a:cubicBezTo>
                <a:close/>
                <a:moveTo>
                  <a:pt x="750" y="725"/>
                </a:moveTo>
                <a:cubicBezTo>
                  <a:pt x="749" y="742"/>
                  <a:pt x="746" y="758"/>
                  <a:pt x="742" y="774"/>
                </a:cubicBezTo>
                <a:cubicBezTo>
                  <a:pt x="738" y="790"/>
                  <a:pt x="732" y="803"/>
                  <a:pt x="722" y="814"/>
                </a:cubicBezTo>
                <a:cubicBezTo>
                  <a:pt x="713" y="825"/>
                  <a:pt x="700" y="831"/>
                  <a:pt x="683" y="831"/>
                </a:cubicBezTo>
                <a:cubicBezTo>
                  <a:pt x="666" y="831"/>
                  <a:pt x="654" y="825"/>
                  <a:pt x="645" y="814"/>
                </a:cubicBezTo>
                <a:cubicBezTo>
                  <a:pt x="636" y="803"/>
                  <a:pt x="629" y="790"/>
                  <a:pt x="625" y="774"/>
                </a:cubicBezTo>
                <a:cubicBezTo>
                  <a:pt x="621" y="758"/>
                  <a:pt x="618" y="742"/>
                  <a:pt x="618" y="725"/>
                </a:cubicBezTo>
                <a:cubicBezTo>
                  <a:pt x="617" y="708"/>
                  <a:pt x="617" y="694"/>
                  <a:pt x="617" y="682"/>
                </a:cubicBezTo>
                <a:cubicBezTo>
                  <a:pt x="617" y="675"/>
                  <a:pt x="617" y="666"/>
                  <a:pt x="617" y="656"/>
                </a:cubicBezTo>
                <a:cubicBezTo>
                  <a:pt x="617" y="646"/>
                  <a:pt x="618" y="635"/>
                  <a:pt x="619" y="625"/>
                </a:cubicBezTo>
                <a:cubicBezTo>
                  <a:pt x="620" y="614"/>
                  <a:pt x="622" y="603"/>
                  <a:pt x="625" y="593"/>
                </a:cubicBezTo>
                <a:cubicBezTo>
                  <a:pt x="627" y="582"/>
                  <a:pt x="631" y="573"/>
                  <a:pt x="636" y="564"/>
                </a:cubicBezTo>
                <a:cubicBezTo>
                  <a:pt x="641" y="556"/>
                  <a:pt x="647" y="549"/>
                  <a:pt x="655" y="544"/>
                </a:cubicBezTo>
                <a:cubicBezTo>
                  <a:pt x="662" y="539"/>
                  <a:pt x="672" y="536"/>
                  <a:pt x="683" y="536"/>
                </a:cubicBezTo>
                <a:cubicBezTo>
                  <a:pt x="694" y="536"/>
                  <a:pt x="704" y="539"/>
                  <a:pt x="712" y="544"/>
                </a:cubicBezTo>
                <a:cubicBezTo>
                  <a:pt x="719" y="549"/>
                  <a:pt x="726" y="556"/>
                  <a:pt x="731" y="564"/>
                </a:cubicBezTo>
                <a:cubicBezTo>
                  <a:pt x="736" y="573"/>
                  <a:pt x="740" y="582"/>
                  <a:pt x="742" y="593"/>
                </a:cubicBezTo>
                <a:cubicBezTo>
                  <a:pt x="745" y="603"/>
                  <a:pt x="747" y="614"/>
                  <a:pt x="748" y="625"/>
                </a:cubicBezTo>
                <a:cubicBezTo>
                  <a:pt x="750" y="635"/>
                  <a:pt x="750" y="646"/>
                  <a:pt x="750" y="656"/>
                </a:cubicBezTo>
                <a:cubicBezTo>
                  <a:pt x="751" y="666"/>
                  <a:pt x="751" y="675"/>
                  <a:pt x="751" y="682"/>
                </a:cubicBezTo>
                <a:cubicBezTo>
                  <a:pt x="751" y="694"/>
                  <a:pt x="750" y="708"/>
                  <a:pt x="750" y="725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90" name="Freeform 90"/>
          <p:cNvSpPr>
            <a:spLocks noEditPoints="1"/>
          </p:cNvSpPr>
          <p:nvPr/>
        </p:nvSpPr>
        <p:spPr bwMode="auto">
          <a:xfrm>
            <a:off x="7548674" y="947021"/>
            <a:ext cx="904651" cy="904649"/>
          </a:xfrm>
          <a:custGeom>
            <a:avLst/>
            <a:gdLst>
              <a:gd name="T0" fmla="*/ 566 w 1132"/>
              <a:gd name="T1" fmla="*/ 0 h 1132"/>
              <a:gd name="T2" fmla="*/ 0 w 1132"/>
              <a:gd name="T3" fmla="*/ 566 h 1132"/>
              <a:gd name="T4" fmla="*/ 566 w 1132"/>
              <a:gd name="T5" fmla="*/ 1132 h 1132"/>
              <a:gd name="T6" fmla="*/ 1132 w 1132"/>
              <a:gd name="T7" fmla="*/ 566 h 1132"/>
              <a:gd name="T8" fmla="*/ 566 w 1132"/>
              <a:gd name="T9" fmla="*/ 0 h 1132"/>
              <a:gd name="T10" fmla="*/ 952 w 1132"/>
              <a:gd name="T11" fmla="*/ 887 h 1132"/>
              <a:gd name="T12" fmla="*/ 937 w 1132"/>
              <a:gd name="T13" fmla="*/ 790 h 1132"/>
              <a:gd name="T14" fmla="*/ 761 w 1132"/>
              <a:gd name="T15" fmla="*/ 835 h 1132"/>
              <a:gd name="T16" fmla="*/ 666 w 1132"/>
              <a:gd name="T17" fmla="*/ 987 h 1132"/>
              <a:gd name="T18" fmla="*/ 752 w 1132"/>
              <a:gd name="T19" fmla="*/ 1032 h 1132"/>
              <a:gd name="T20" fmla="*/ 567 w 1132"/>
              <a:gd name="T21" fmla="*/ 1068 h 1132"/>
              <a:gd name="T22" fmla="*/ 379 w 1132"/>
              <a:gd name="T23" fmla="*/ 1031 h 1132"/>
              <a:gd name="T24" fmla="*/ 466 w 1132"/>
              <a:gd name="T25" fmla="*/ 987 h 1132"/>
              <a:gd name="T26" fmla="*/ 369 w 1132"/>
              <a:gd name="T27" fmla="*/ 834 h 1132"/>
              <a:gd name="T28" fmla="*/ 195 w 1132"/>
              <a:gd name="T29" fmla="*/ 790 h 1132"/>
              <a:gd name="T30" fmla="*/ 180 w 1132"/>
              <a:gd name="T31" fmla="*/ 884 h 1132"/>
              <a:gd name="T32" fmla="*/ 67 w 1132"/>
              <a:gd name="T33" fmla="*/ 568 h 1132"/>
              <a:gd name="T34" fmla="*/ 68 w 1132"/>
              <a:gd name="T35" fmla="*/ 535 h 1132"/>
              <a:gd name="T36" fmla="*/ 134 w 1132"/>
              <a:gd name="T37" fmla="*/ 601 h 1132"/>
              <a:gd name="T38" fmla="*/ 249 w 1132"/>
              <a:gd name="T39" fmla="*/ 461 h 1132"/>
              <a:gd name="T40" fmla="*/ 237 w 1132"/>
              <a:gd name="T41" fmla="*/ 282 h 1132"/>
              <a:gd name="T42" fmla="*/ 147 w 1132"/>
              <a:gd name="T43" fmla="*/ 296 h 1132"/>
              <a:gd name="T44" fmla="*/ 440 w 1132"/>
              <a:gd name="T45" fmla="*/ 84 h 1132"/>
              <a:gd name="T46" fmla="*/ 398 w 1132"/>
              <a:gd name="T47" fmla="*/ 165 h 1132"/>
              <a:gd name="T48" fmla="*/ 567 w 1132"/>
              <a:gd name="T49" fmla="*/ 232 h 1132"/>
              <a:gd name="T50" fmla="*/ 733 w 1132"/>
              <a:gd name="T51" fmla="*/ 165 h 1132"/>
              <a:gd name="T52" fmla="*/ 693 w 1132"/>
              <a:gd name="T53" fmla="*/ 84 h 1132"/>
              <a:gd name="T54" fmla="*/ 987 w 1132"/>
              <a:gd name="T55" fmla="*/ 297 h 1132"/>
              <a:gd name="T56" fmla="*/ 895 w 1132"/>
              <a:gd name="T57" fmla="*/ 282 h 1132"/>
              <a:gd name="T58" fmla="*/ 883 w 1132"/>
              <a:gd name="T59" fmla="*/ 463 h 1132"/>
              <a:gd name="T60" fmla="*/ 998 w 1132"/>
              <a:gd name="T61" fmla="*/ 601 h 1132"/>
              <a:gd name="T62" fmla="*/ 1066 w 1132"/>
              <a:gd name="T63" fmla="*/ 534 h 1132"/>
              <a:gd name="T64" fmla="*/ 1067 w 1132"/>
              <a:gd name="T65" fmla="*/ 568 h 1132"/>
              <a:gd name="T66" fmla="*/ 952 w 1132"/>
              <a:gd name="T67" fmla="*/ 887 h 1132"/>
              <a:gd name="T68" fmla="*/ 400 w 1132"/>
              <a:gd name="T69" fmla="*/ 498 h 1132"/>
              <a:gd name="T70" fmla="*/ 467 w 1132"/>
              <a:gd name="T71" fmla="*/ 698 h 1132"/>
              <a:gd name="T72" fmla="*/ 667 w 1132"/>
              <a:gd name="T73" fmla="*/ 698 h 1132"/>
              <a:gd name="T74" fmla="*/ 733 w 1132"/>
              <a:gd name="T75" fmla="*/ 498 h 1132"/>
              <a:gd name="T76" fmla="*/ 567 w 1132"/>
              <a:gd name="T77" fmla="*/ 381 h 1132"/>
              <a:gd name="T78" fmla="*/ 400 w 1132"/>
              <a:gd name="T79" fmla="*/ 498 h 1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132" h="1132">
                <a:moveTo>
                  <a:pt x="566" y="0"/>
                </a:moveTo>
                <a:cubicBezTo>
                  <a:pt x="253" y="0"/>
                  <a:pt x="0" y="253"/>
                  <a:pt x="0" y="566"/>
                </a:cubicBezTo>
                <a:cubicBezTo>
                  <a:pt x="0" y="878"/>
                  <a:pt x="253" y="1132"/>
                  <a:pt x="566" y="1132"/>
                </a:cubicBezTo>
                <a:cubicBezTo>
                  <a:pt x="879" y="1132"/>
                  <a:pt x="1132" y="878"/>
                  <a:pt x="1132" y="566"/>
                </a:cubicBezTo>
                <a:cubicBezTo>
                  <a:pt x="1132" y="253"/>
                  <a:pt x="879" y="0"/>
                  <a:pt x="566" y="0"/>
                </a:cubicBezTo>
                <a:close/>
                <a:moveTo>
                  <a:pt x="952" y="887"/>
                </a:moveTo>
                <a:cubicBezTo>
                  <a:pt x="937" y="790"/>
                  <a:pt x="937" y="790"/>
                  <a:pt x="937" y="790"/>
                </a:cubicBezTo>
                <a:cubicBezTo>
                  <a:pt x="761" y="835"/>
                  <a:pt x="761" y="835"/>
                  <a:pt x="761" y="835"/>
                </a:cubicBezTo>
                <a:cubicBezTo>
                  <a:pt x="666" y="987"/>
                  <a:pt x="666" y="987"/>
                  <a:pt x="666" y="987"/>
                </a:cubicBezTo>
                <a:cubicBezTo>
                  <a:pt x="752" y="1032"/>
                  <a:pt x="752" y="1032"/>
                  <a:pt x="752" y="1032"/>
                </a:cubicBezTo>
                <a:cubicBezTo>
                  <a:pt x="695" y="1055"/>
                  <a:pt x="632" y="1068"/>
                  <a:pt x="567" y="1068"/>
                </a:cubicBezTo>
                <a:cubicBezTo>
                  <a:pt x="500" y="1068"/>
                  <a:pt x="437" y="1055"/>
                  <a:pt x="379" y="1031"/>
                </a:cubicBezTo>
                <a:cubicBezTo>
                  <a:pt x="466" y="987"/>
                  <a:pt x="466" y="987"/>
                  <a:pt x="466" y="987"/>
                </a:cubicBezTo>
                <a:cubicBezTo>
                  <a:pt x="369" y="834"/>
                  <a:pt x="369" y="834"/>
                  <a:pt x="369" y="834"/>
                </a:cubicBezTo>
                <a:cubicBezTo>
                  <a:pt x="195" y="790"/>
                  <a:pt x="195" y="790"/>
                  <a:pt x="195" y="790"/>
                </a:cubicBezTo>
                <a:cubicBezTo>
                  <a:pt x="180" y="884"/>
                  <a:pt x="180" y="884"/>
                  <a:pt x="180" y="884"/>
                </a:cubicBezTo>
                <a:cubicBezTo>
                  <a:pt x="109" y="798"/>
                  <a:pt x="67" y="688"/>
                  <a:pt x="67" y="568"/>
                </a:cubicBezTo>
                <a:cubicBezTo>
                  <a:pt x="67" y="557"/>
                  <a:pt x="67" y="545"/>
                  <a:pt x="68" y="535"/>
                </a:cubicBezTo>
                <a:cubicBezTo>
                  <a:pt x="134" y="601"/>
                  <a:pt x="134" y="601"/>
                  <a:pt x="134" y="601"/>
                </a:cubicBezTo>
                <a:cubicBezTo>
                  <a:pt x="249" y="461"/>
                  <a:pt x="249" y="461"/>
                  <a:pt x="249" y="461"/>
                </a:cubicBezTo>
                <a:cubicBezTo>
                  <a:pt x="237" y="282"/>
                  <a:pt x="237" y="282"/>
                  <a:pt x="237" y="282"/>
                </a:cubicBezTo>
                <a:cubicBezTo>
                  <a:pt x="147" y="296"/>
                  <a:pt x="147" y="296"/>
                  <a:pt x="147" y="296"/>
                </a:cubicBezTo>
                <a:cubicBezTo>
                  <a:pt x="214" y="193"/>
                  <a:pt x="318" y="116"/>
                  <a:pt x="440" y="84"/>
                </a:cubicBezTo>
                <a:cubicBezTo>
                  <a:pt x="398" y="165"/>
                  <a:pt x="398" y="165"/>
                  <a:pt x="398" y="165"/>
                </a:cubicBezTo>
                <a:cubicBezTo>
                  <a:pt x="567" y="232"/>
                  <a:pt x="567" y="232"/>
                  <a:pt x="567" y="232"/>
                </a:cubicBezTo>
                <a:cubicBezTo>
                  <a:pt x="733" y="165"/>
                  <a:pt x="733" y="165"/>
                  <a:pt x="733" y="165"/>
                </a:cubicBezTo>
                <a:cubicBezTo>
                  <a:pt x="693" y="84"/>
                  <a:pt x="693" y="84"/>
                  <a:pt x="693" y="84"/>
                </a:cubicBezTo>
                <a:cubicBezTo>
                  <a:pt x="816" y="116"/>
                  <a:pt x="920" y="193"/>
                  <a:pt x="987" y="297"/>
                </a:cubicBezTo>
                <a:cubicBezTo>
                  <a:pt x="895" y="282"/>
                  <a:pt x="895" y="282"/>
                  <a:pt x="895" y="282"/>
                </a:cubicBezTo>
                <a:cubicBezTo>
                  <a:pt x="883" y="463"/>
                  <a:pt x="883" y="463"/>
                  <a:pt x="883" y="463"/>
                </a:cubicBezTo>
                <a:cubicBezTo>
                  <a:pt x="998" y="601"/>
                  <a:pt x="998" y="601"/>
                  <a:pt x="998" y="601"/>
                </a:cubicBezTo>
                <a:cubicBezTo>
                  <a:pt x="1066" y="534"/>
                  <a:pt x="1066" y="534"/>
                  <a:pt x="1066" y="534"/>
                </a:cubicBezTo>
                <a:cubicBezTo>
                  <a:pt x="1066" y="545"/>
                  <a:pt x="1067" y="556"/>
                  <a:pt x="1067" y="568"/>
                </a:cubicBezTo>
                <a:cubicBezTo>
                  <a:pt x="1067" y="689"/>
                  <a:pt x="1023" y="800"/>
                  <a:pt x="952" y="887"/>
                </a:cubicBezTo>
                <a:close/>
                <a:moveTo>
                  <a:pt x="400" y="498"/>
                </a:moveTo>
                <a:cubicBezTo>
                  <a:pt x="467" y="698"/>
                  <a:pt x="467" y="698"/>
                  <a:pt x="467" y="698"/>
                </a:cubicBezTo>
                <a:cubicBezTo>
                  <a:pt x="667" y="698"/>
                  <a:pt x="667" y="698"/>
                  <a:pt x="667" y="698"/>
                </a:cubicBezTo>
                <a:cubicBezTo>
                  <a:pt x="733" y="498"/>
                  <a:pt x="733" y="498"/>
                  <a:pt x="733" y="498"/>
                </a:cubicBezTo>
                <a:cubicBezTo>
                  <a:pt x="567" y="381"/>
                  <a:pt x="567" y="381"/>
                  <a:pt x="567" y="381"/>
                </a:cubicBezTo>
                <a:lnTo>
                  <a:pt x="400" y="4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0144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29">
            <a:extLst>
              <a:ext uri="{FF2B5EF4-FFF2-40B4-BE49-F238E27FC236}">
                <a16:creationId xmlns:a16="http://schemas.microsoft.com/office/drawing/2014/main" id="{5B13B57D-36F2-4EA1-8E5F-2F5467DA58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97" t="11809" r="17807" b="28642"/>
          <a:stretch/>
        </p:blipFill>
        <p:spPr>
          <a:xfrm>
            <a:off x="4584689" y="-1"/>
            <a:ext cx="4561759" cy="2856645"/>
          </a:xfrm>
          <a:prstGeom prst="rect">
            <a:avLst/>
          </a:prstGeom>
        </p:spPr>
      </p:pic>
      <p:sp>
        <p:nvSpPr>
          <p:cNvPr id="5" name="Titre 4">
            <a:extLst>
              <a:ext uri="{FF2B5EF4-FFF2-40B4-BE49-F238E27FC236}">
                <a16:creationId xmlns:a16="http://schemas.microsoft.com/office/drawing/2014/main" id="{5311BDC7-AF37-4388-8D41-882425A85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768" y="267626"/>
            <a:ext cx="4828498" cy="2301874"/>
          </a:xfrm>
        </p:spPr>
        <p:txBody>
          <a:bodyPr/>
          <a:lstStyle/>
          <a:p>
            <a:r>
              <a:rPr lang="fr-FR" sz="5300" dirty="0"/>
              <a:t>Message clé texte</a:t>
            </a:r>
          </a:p>
        </p:txBody>
      </p:sp>
      <p:sp>
        <p:nvSpPr>
          <p:cNvPr id="6" name="Sous-titre 5">
            <a:extLst>
              <a:ext uri="{FF2B5EF4-FFF2-40B4-BE49-F238E27FC236}">
                <a16:creationId xmlns:a16="http://schemas.microsoft.com/office/drawing/2014/main" id="{9F7F4E3E-209E-43FB-936C-AE44276A77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E50025-76B0-4D56-866A-61272B6A55C4}"/>
              </a:ext>
            </a:extLst>
          </p:cNvPr>
          <p:cNvSpPr/>
          <p:nvPr/>
        </p:nvSpPr>
        <p:spPr>
          <a:xfrm>
            <a:off x="0" y="2569500"/>
            <a:ext cx="2286000" cy="2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133134-4BDD-48C8-92A3-F20505183E17}"/>
              </a:ext>
            </a:extLst>
          </p:cNvPr>
          <p:cNvSpPr/>
          <p:nvPr/>
        </p:nvSpPr>
        <p:spPr>
          <a:xfrm>
            <a:off x="2286000" y="2569500"/>
            <a:ext cx="2286000" cy="257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C013BE-7224-4F50-8AE5-B4B75FD58EE0}"/>
              </a:ext>
            </a:extLst>
          </p:cNvPr>
          <p:cNvSpPr/>
          <p:nvPr/>
        </p:nvSpPr>
        <p:spPr>
          <a:xfrm>
            <a:off x="4572000" y="2569500"/>
            <a:ext cx="2286000" cy="257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16" name="Titre 4">
            <a:extLst>
              <a:ext uri="{FF2B5EF4-FFF2-40B4-BE49-F238E27FC236}">
                <a16:creationId xmlns:a16="http://schemas.microsoft.com/office/drawing/2014/main" id="{745C6AF1-96E2-4256-A987-926B43B2ECD8}"/>
              </a:ext>
            </a:extLst>
          </p:cNvPr>
          <p:cNvSpPr txBox="1">
            <a:spLocks/>
          </p:cNvSpPr>
          <p:nvPr/>
        </p:nvSpPr>
        <p:spPr>
          <a:xfrm>
            <a:off x="197768" y="2718251"/>
            <a:ext cx="1619903" cy="658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dirty="0">
                <a:solidFill>
                  <a:srgbClr val="FF7900"/>
                </a:solidFill>
              </a:rPr>
              <a:t>83%</a:t>
            </a:r>
            <a:endParaRPr lang="fr-FR" dirty="0"/>
          </a:p>
        </p:txBody>
      </p:sp>
      <p:sp>
        <p:nvSpPr>
          <p:cNvPr id="17" name="Titre 4">
            <a:extLst>
              <a:ext uri="{FF2B5EF4-FFF2-40B4-BE49-F238E27FC236}">
                <a16:creationId xmlns:a16="http://schemas.microsoft.com/office/drawing/2014/main" id="{25A492A6-F11E-4991-878D-D9CE2764C890}"/>
              </a:ext>
            </a:extLst>
          </p:cNvPr>
          <p:cNvSpPr txBox="1">
            <a:spLocks/>
          </p:cNvSpPr>
          <p:nvPr/>
        </p:nvSpPr>
        <p:spPr>
          <a:xfrm>
            <a:off x="197768" y="3525277"/>
            <a:ext cx="1853952" cy="14227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chemeClr val="bg1"/>
                </a:solidFill>
              </a:rPr>
              <a:t>Lorem ipsum dolor sit amet, consectetuer adipiscing elit. Maecenas porttitor congue massa. Fusce posuere, magna sed pulvinar </a:t>
            </a:r>
            <a:r>
              <a:rPr lang="fr-FR" sz="1400" dirty="0" err="1">
                <a:solidFill>
                  <a:schemeClr val="bg1"/>
                </a:solidFill>
              </a:rPr>
              <a:t>ultricies</a:t>
            </a:r>
            <a:r>
              <a:rPr lang="fr-FR" sz="1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8" name="Titre 4">
            <a:extLst>
              <a:ext uri="{FF2B5EF4-FFF2-40B4-BE49-F238E27FC236}">
                <a16:creationId xmlns:a16="http://schemas.microsoft.com/office/drawing/2014/main" id="{94AED60A-6957-4DB5-8FC7-088AF2AA40A4}"/>
              </a:ext>
            </a:extLst>
          </p:cNvPr>
          <p:cNvSpPr txBox="1">
            <a:spLocks/>
          </p:cNvSpPr>
          <p:nvPr/>
        </p:nvSpPr>
        <p:spPr>
          <a:xfrm>
            <a:off x="2496457" y="2779741"/>
            <a:ext cx="1853952" cy="14227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chemeClr val="bg1"/>
                </a:solidFill>
              </a:rPr>
              <a:t>Titre / mot-clé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BE8753-D6C2-4CF9-8547-18D699981B28}"/>
              </a:ext>
            </a:extLst>
          </p:cNvPr>
          <p:cNvSpPr/>
          <p:nvPr/>
        </p:nvSpPr>
        <p:spPr>
          <a:xfrm>
            <a:off x="6858000" y="2569500"/>
            <a:ext cx="2286000" cy="2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21" name="Titre 4">
            <a:extLst>
              <a:ext uri="{FF2B5EF4-FFF2-40B4-BE49-F238E27FC236}">
                <a16:creationId xmlns:a16="http://schemas.microsoft.com/office/drawing/2014/main" id="{628E742F-3A34-4FFA-BB3E-2432B5754947}"/>
              </a:ext>
            </a:extLst>
          </p:cNvPr>
          <p:cNvSpPr txBox="1">
            <a:spLocks/>
          </p:cNvSpPr>
          <p:nvPr/>
        </p:nvSpPr>
        <p:spPr>
          <a:xfrm>
            <a:off x="7055768" y="2718251"/>
            <a:ext cx="1619903" cy="658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FF7900"/>
                </a:solidFill>
              </a:rPr>
              <a:t>Texte complémentaire</a:t>
            </a:r>
            <a:endParaRPr lang="fr-FR" sz="1400" dirty="0"/>
          </a:p>
        </p:txBody>
      </p:sp>
      <p:sp>
        <p:nvSpPr>
          <p:cNvPr id="22" name="Titre 4">
            <a:extLst>
              <a:ext uri="{FF2B5EF4-FFF2-40B4-BE49-F238E27FC236}">
                <a16:creationId xmlns:a16="http://schemas.microsoft.com/office/drawing/2014/main" id="{0D5B4804-1F5A-4D6C-8ABB-725252968BCB}"/>
              </a:ext>
            </a:extLst>
          </p:cNvPr>
          <p:cNvSpPr txBox="1">
            <a:spLocks/>
          </p:cNvSpPr>
          <p:nvPr/>
        </p:nvSpPr>
        <p:spPr>
          <a:xfrm>
            <a:off x="7055768" y="3291831"/>
            <a:ext cx="1853952" cy="165618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chemeClr val="bg1"/>
                </a:solidFill>
              </a:rPr>
              <a:t>Lorem ipsum dolor sit amet, consectetuer adipiscing elit. Maecenas porttitor congue massa. Fusce posuere, magna sed pulvinar ultricies, purus lectus </a:t>
            </a:r>
            <a:r>
              <a:rPr lang="fr-FR" sz="1400" dirty="0" err="1">
                <a:solidFill>
                  <a:schemeClr val="bg1"/>
                </a:solidFill>
              </a:rPr>
              <a:t>malesuada</a:t>
            </a:r>
            <a:r>
              <a:rPr lang="fr-FR" sz="1400" dirty="0">
                <a:solidFill>
                  <a:schemeClr val="bg1"/>
                </a:solidFill>
              </a:rPr>
              <a:t> libero.</a:t>
            </a:r>
          </a:p>
        </p:txBody>
      </p:sp>
      <p:sp>
        <p:nvSpPr>
          <p:cNvPr id="24" name="Titre 4">
            <a:extLst>
              <a:ext uri="{FF2B5EF4-FFF2-40B4-BE49-F238E27FC236}">
                <a16:creationId xmlns:a16="http://schemas.microsoft.com/office/drawing/2014/main" id="{002252B6-9666-4EC9-A800-124B3EFABC35}"/>
              </a:ext>
            </a:extLst>
          </p:cNvPr>
          <p:cNvSpPr txBox="1">
            <a:spLocks/>
          </p:cNvSpPr>
          <p:nvPr/>
        </p:nvSpPr>
        <p:spPr>
          <a:xfrm>
            <a:off x="4769768" y="2718251"/>
            <a:ext cx="1619903" cy="658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dirty="0">
                <a:solidFill>
                  <a:srgbClr val="FF7900"/>
                </a:solidFill>
              </a:rPr>
              <a:t>30%</a:t>
            </a:r>
            <a:endParaRPr lang="fr-FR" dirty="0"/>
          </a:p>
        </p:txBody>
      </p:sp>
      <p:sp>
        <p:nvSpPr>
          <p:cNvPr id="25" name="Titre 4">
            <a:extLst>
              <a:ext uri="{FF2B5EF4-FFF2-40B4-BE49-F238E27FC236}">
                <a16:creationId xmlns:a16="http://schemas.microsoft.com/office/drawing/2014/main" id="{54753FDF-945C-4087-8FAF-F835A13361F7}"/>
              </a:ext>
            </a:extLst>
          </p:cNvPr>
          <p:cNvSpPr txBox="1">
            <a:spLocks/>
          </p:cNvSpPr>
          <p:nvPr/>
        </p:nvSpPr>
        <p:spPr>
          <a:xfrm>
            <a:off x="4769768" y="3525277"/>
            <a:ext cx="1853952" cy="14227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000000"/>
                </a:solidFill>
              </a:rPr>
              <a:t>Lorem ipsum dolor sit amet, consectetuer adipiscing elit. Maecenas porttitor congue massa. Fusce posuere, magna sed pulvinar </a:t>
            </a:r>
            <a:r>
              <a:rPr lang="fr-FR" sz="1400" dirty="0" err="1">
                <a:solidFill>
                  <a:srgbClr val="000000"/>
                </a:solidFill>
              </a:rPr>
              <a:t>ultricies</a:t>
            </a:r>
            <a:r>
              <a:rPr lang="fr-FR" sz="1400" dirty="0">
                <a:solidFill>
                  <a:srgbClr val="000000"/>
                </a:solidFill>
              </a:rPr>
              <a:t>.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4C42554-0982-4BC6-A2CD-54FEB003758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46338" y="3187700"/>
            <a:ext cx="1911350" cy="1562100"/>
            <a:chOff x="1541" y="2008"/>
            <a:chExt cx="1204" cy="984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C291B67F-5D2B-47E8-AA27-126F6A9D2A98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541" y="2008"/>
              <a:ext cx="1204" cy="9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8E68451E-BF0C-478F-B91D-C090E376C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2675"/>
              <a:ext cx="122" cy="108"/>
            </a:xfrm>
            <a:custGeom>
              <a:avLst/>
              <a:gdLst>
                <a:gd name="T0" fmla="*/ 98 w 227"/>
                <a:gd name="T1" fmla="*/ 27 h 200"/>
                <a:gd name="T2" fmla="*/ 33 w 227"/>
                <a:gd name="T3" fmla="*/ 73 h 200"/>
                <a:gd name="T4" fmla="*/ 1 w 227"/>
                <a:gd name="T5" fmla="*/ 142 h 200"/>
                <a:gd name="T6" fmla="*/ 4 w 227"/>
                <a:gd name="T7" fmla="*/ 149 h 200"/>
                <a:gd name="T8" fmla="*/ 10 w 227"/>
                <a:gd name="T9" fmla="*/ 160 h 200"/>
                <a:gd name="T10" fmla="*/ 31 w 227"/>
                <a:gd name="T11" fmla="*/ 180 h 200"/>
                <a:gd name="T12" fmla="*/ 69 w 227"/>
                <a:gd name="T13" fmla="*/ 193 h 200"/>
                <a:gd name="T14" fmla="*/ 99 w 227"/>
                <a:gd name="T15" fmla="*/ 196 h 200"/>
                <a:gd name="T16" fmla="*/ 113 w 227"/>
                <a:gd name="T17" fmla="*/ 197 h 200"/>
                <a:gd name="T18" fmla="*/ 140 w 227"/>
                <a:gd name="T19" fmla="*/ 199 h 200"/>
                <a:gd name="T20" fmla="*/ 152 w 227"/>
                <a:gd name="T21" fmla="*/ 200 h 200"/>
                <a:gd name="T22" fmla="*/ 166 w 227"/>
                <a:gd name="T23" fmla="*/ 200 h 200"/>
                <a:gd name="T24" fmla="*/ 171 w 227"/>
                <a:gd name="T25" fmla="*/ 200 h 200"/>
                <a:gd name="T26" fmla="*/ 184 w 227"/>
                <a:gd name="T27" fmla="*/ 198 h 200"/>
                <a:gd name="T28" fmla="*/ 188 w 227"/>
                <a:gd name="T29" fmla="*/ 198 h 200"/>
                <a:gd name="T30" fmla="*/ 195 w 227"/>
                <a:gd name="T31" fmla="*/ 196 h 200"/>
                <a:gd name="T32" fmla="*/ 198 w 227"/>
                <a:gd name="T33" fmla="*/ 195 h 200"/>
                <a:gd name="T34" fmla="*/ 227 w 227"/>
                <a:gd name="T35" fmla="*/ 181 h 200"/>
                <a:gd name="T36" fmla="*/ 220 w 227"/>
                <a:gd name="T37" fmla="*/ 168 h 200"/>
                <a:gd name="T38" fmla="*/ 211 w 227"/>
                <a:gd name="T39" fmla="*/ 144 h 200"/>
                <a:gd name="T40" fmla="*/ 206 w 227"/>
                <a:gd name="T41" fmla="*/ 131 h 200"/>
                <a:gd name="T42" fmla="*/ 200 w 227"/>
                <a:gd name="T43" fmla="*/ 118 h 200"/>
                <a:gd name="T44" fmla="*/ 198 w 227"/>
                <a:gd name="T45" fmla="*/ 114 h 200"/>
                <a:gd name="T46" fmla="*/ 193 w 227"/>
                <a:gd name="T47" fmla="*/ 103 h 200"/>
                <a:gd name="T48" fmla="*/ 187 w 227"/>
                <a:gd name="T49" fmla="*/ 86 h 200"/>
                <a:gd name="T50" fmla="*/ 185 w 227"/>
                <a:gd name="T51" fmla="*/ 82 h 200"/>
                <a:gd name="T52" fmla="*/ 180 w 227"/>
                <a:gd name="T53" fmla="*/ 65 h 200"/>
                <a:gd name="T54" fmla="*/ 172 w 227"/>
                <a:gd name="T55" fmla="*/ 46 h 200"/>
                <a:gd name="T56" fmla="*/ 169 w 227"/>
                <a:gd name="T57" fmla="*/ 39 h 200"/>
                <a:gd name="T58" fmla="*/ 165 w 227"/>
                <a:gd name="T59" fmla="*/ 28 h 200"/>
                <a:gd name="T60" fmla="*/ 162 w 227"/>
                <a:gd name="T61" fmla="*/ 21 h 200"/>
                <a:gd name="T62" fmla="*/ 148 w 227"/>
                <a:gd name="T63" fmla="*/ 3 h 200"/>
                <a:gd name="T64" fmla="*/ 138 w 227"/>
                <a:gd name="T65" fmla="*/ 1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27" h="200">
                  <a:moveTo>
                    <a:pt x="138" y="1"/>
                  </a:moveTo>
                  <a:cubicBezTo>
                    <a:pt x="124" y="9"/>
                    <a:pt x="111" y="18"/>
                    <a:pt x="98" y="27"/>
                  </a:cubicBezTo>
                  <a:cubicBezTo>
                    <a:pt x="86" y="35"/>
                    <a:pt x="74" y="43"/>
                    <a:pt x="62" y="51"/>
                  </a:cubicBezTo>
                  <a:cubicBezTo>
                    <a:pt x="52" y="58"/>
                    <a:pt x="42" y="65"/>
                    <a:pt x="33" y="73"/>
                  </a:cubicBezTo>
                  <a:cubicBezTo>
                    <a:pt x="16" y="88"/>
                    <a:pt x="1" y="110"/>
                    <a:pt x="0" y="134"/>
                  </a:cubicBezTo>
                  <a:cubicBezTo>
                    <a:pt x="0" y="136"/>
                    <a:pt x="1" y="139"/>
                    <a:pt x="1" y="142"/>
                  </a:cubicBezTo>
                  <a:cubicBezTo>
                    <a:pt x="1" y="142"/>
                    <a:pt x="1" y="142"/>
                    <a:pt x="1" y="142"/>
                  </a:cubicBezTo>
                  <a:cubicBezTo>
                    <a:pt x="2" y="144"/>
                    <a:pt x="3" y="147"/>
                    <a:pt x="4" y="149"/>
                  </a:cubicBezTo>
                  <a:cubicBezTo>
                    <a:pt x="4" y="150"/>
                    <a:pt x="4" y="150"/>
                    <a:pt x="4" y="150"/>
                  </a:cubicBezTo>
                  <a:cubicBezTo>
                    <a:pt x="6" y="153"/>
                    <a:pt x="8" y="156"/>
                    <a:pt x="10" y="160"/>
                  </a:cubicBezTo>
                  <a:cubicBezTo>
                    <a:pt x="13" y="164"/>
                    <a:pt x="16" y="167"/>
                    <a:pt x="20" y="171"/>
                  </a:cubicBezTo>
                  <a:cubicBezTo>
                    <a:pt x="23" y="174"/>
                    <a:pt x="27" y="177"/>
                    <a:pt x="31" y="180"/>
                  </a:cubicBezTo>
                  <a:cubicBezTo>
                    <a:pt x="35" y="183"/>
                    <a:pt x="39" y="185"/>
                    <a:pt x="44" y="187"/>
                  </a:cubicBezTo>
                  <a:cubicBezTo>
                    <a:pt x="52" y="190"/>
                    <a:pt x="61" y="192"/>
                    <a:pt x="69" y="193"/>
                  </a:cubicBezTo>
                  <a:cubicBezTo>
                    <a:pt x="78" y="194"/>
                    <a:pt x="87" y="195"/>
                    <a:pt x="96" y="196"/>
                  </a:cubicBezTo>
                  <a:cubicBezTo>
                    <a:pt x="99" y="196"/>
                    <a:pt x="99" y="196"/>
                    <a:pt x="99" y="196"/>
                  </a:cubicBezTo>
                  <a:cubicBezTo>
                    <a:pt x="101" y="196"/>
                    <a:pt x="104" y="196"/>
                    <a:pt x="107" y="197"/>
                  </a:cubicBezTo>
                  <a:cubicBezTo>
                    <a:pt x="109" y="197"/>
                    <a:pt x="111" y="197"/>
                    <a:pt x="113" y="197"/>
                  </a:cubicBezTo>
                  <a:cubicBezTo>
                    <a:pt x="117" y="198"/>
                    <a:pt x="122" y="198"/>
                    <a:pt x="127" y="199"/>
                  </a:cubicBezTo>
                  <a:cubicBezTo>
                    <a:pt x="131" y="199"/>
                    <a:pt x="136" y="199"/>
                    <a:pt x="140" y="199"/>
                  </a:cubicBezTo>
                  <a:cubicBezTo>
                    <a:pt x="142" y="199"/>
                    <a:pt x="144" y="199"/>
                    <a:pt x="147" y="200"/>
                  </a:cubicBezTo>
                  <a:cubicBezTo>
                    <a:pt x="148" y="200"/>
                    <a:pt x="150" y="200"/>
                    <a:pt x="152" y="200"/>
                  </a:cubicBezTo>
                  <a:cubicBezTo>
                    <a:pt x="154" y="200"/>
                    <a:pt x="155" y="200"/>
                    <a:pt x="156" y="200"/>
                  </a:cubicBezTo>
                  <a:cubicBezTo>
                    <a:pt x="159" y="200"/>
                    <a:pt x="163" y="200"/>
                    <a:pt x="166" y="200"/>
                  </a:cubicBezTo>
                  <a:cubicBezTo>
                    <a:pt x="167" y="200"/>
                    <a:pt x="169" y="200"/>
                    <a:pt x="170" y="200"/>
                  </a:cubicBezTo>
                  <a:cubicBezTo>
                    <a:pt x="171" y="200"/>
                    <a:pt x="171" y="200"/>
                    <a:pt x="171" y="200"/>
                  </a:cubicBezTo>
                  <a:cubicBezTo>
                    <a:pt x="174" y="199"/>
                    <a:pt x="178" y="199"/>
                    <a:pt x="181" y="199"/>
                  </a:cubicBezTo>
                  <a:cubicBezTo>
                    <a:pt x="182" y="199"/>
                    <a:pt x="183" y="198"/>
                    <a:pt x="184" y="198"/>
                  </a:cubicBezTo>
                  <a:cubicBezTo>
                    <a:pt x="186" y="198"/>
                    <a:pt x="187" y="198"/>
                    <a:pt x="188" y="198"/>
                  </a:cubicBezTo>
                  <a:cubicBezTo>
                    <a:pt x="188" y="198"/>
                    <a:pt x="188" y="198"/>
                    <a:pt x="188" y="198"/>
                  </a:cubicBezTo>
                  <a:cubicBezTo>
                    <a:pt x="190" y="197"/>
                    <a:pt x="191" y="197"/>
                    <a:pt x="192" y="197"/>
                  </a:cubicBezTo>
                  <a:cubicBezTo>
                    <a:pt x="193" y="197"/>
                    <a:pt x="194" y="196"/>
                    <a:pt x="195" y="196"/>
                  </a:cubicBezTo>
                  <a:cubicBezTo>
                    <a:pt x="196" y="196"/>
                    <a:pt x="196" y="196"/>
                    <a:pt x="196" y="196"/>
                  </a:cubicBezTo>
                  <a:cubicBezTo>
                    <a:pt x="197" y="196"/>
                    <a:pt x="198" y="196"/>
                    <a:pt x="198" y="195"/>
                  </a:cubicBezTo>
                  <a:cubicBezTo>
                    <a:pt x="207" y="193"/>
                    <a:pt x="214" y="190"/>
                    <a:pt x="222" y="186"/>
                  </a:cubicBezTo>
                  <a:cubicBezTo>
                    <a:pt x="224" y="185"/>
                    <a:pt x="227" y="183"/>
                    <a:pt x="227" y="181"/>
                  </a:cubicBezTo>
                  <a:cubicBezTo>
                    <a:pt x="227" y="180"/>
                    <a:pt x="226" y="179"/>
                    <a:pt x="226" y="178"/>
                  </a:cubicBezTo>
                  <a:cubicBezTo>
                    <a:pt x="224" y="174"/>
                    <a:pt x="221" y="172"/>
                    <a:pt x="220" y="168"/>
                  </a:cubicBezTo>
                  <a:cubicBezTo>
                    <a:pt x="219" y="165"/>
                    <a:pt x="218" y="162"/>
                    <a:pt x="217" y="159"/>
                  </a:cubicBezTo>
                  <a:cubicBezTo>
                    <a:pt x="215" y="154"/>
                    <a:pt x="213" y="149"/>
                    <a:pt x="211" y="144"/>
                  </a:cubicBezTo>
                  <a:cubicBezTo>
                    <a:pt x="210" y="142"/>
                    <a:pt x="209" y="139"/>
                    <a:pt x="208" y="137"/>
                  </a:cubicBezTo>
                  <a:cubicBezTo>
                    <a:pt x="208" y="135"/>
                    <a:pt x="207" y="133"/>
                    <a:pt x="206" y="131"/>
                  </a:cubicBezTo>
                  <a:cubicBezTo>
                    <a:pt x="205" y="128"/>
                    <a:pt x="204" y="125"/>
                    <a:pt x="202" y="123"/>
                  </a:cubicBezTo>
                  <a:cubicBezTo>
                    <a:pt x="202" y="121"/>
                    <a:pt x="201" y="119"/>
                    <a:pt x="200" y="118"/>
                  </a:cubicBezTo>
                  <a:cubicBezTo>
                    <a:pt x="200" y="117"/>
                    <a:pt x="199" y="116"/>
                    <a:pt x="199" y="115"/>
                  </a:cubicBezTo>
                  <a:cubicBezTo>
                    <a:pt x="198" y="114"/>
                    <a:pt x="198" y="114"/>
                    <a:pt x="198" y="114"/>
                  </a:cubicBezTo>
                  <a:cubicBezTo>
                    <a:pt x="198" y="113"/>
                    <a:pt x="198" y="113"/>
                    <a:pt x="198" y="113"/>
                  </a:cubicBezTo>
                  <a:cubicBezTo>
                    <a:pt x="197" y="110"/>
                    <a:pt x="195" y="106"/>
                    <a:pt x="193" y="103"/>
                  </a:cubicBezTo>
                  <a:cubicBezTo>
                    <a:pt x="193" y="100"/>
                    <a:pt x="192" y="98"/>
                    <a:pt x="191" y="96"/>
                  </a:cubicBezTo>
                  <a:cubicBezTo>
                    <a:pt x="190" y="93"/>
                    <a:pt x="188" y="89"/>
                    <a:pt x="187" y="86"/>
                  </a:cubicBezTo>
                  <a:cubicBezTo>
                    <a:pt x="187" y="85"/>
                    <a:pt x="187" y="85"/>
                    <a:pt x="187" y="85"/>
                  </a:cubicBezTo>
                  <a:cubicBezTo>
                    <a:pt x="185" y="82"/>
                    <a:pt x="185" y="82"/>
                    <a:pt x="185" y="82"/>
                  </a:cubicBezTo>
                  <a:cubicBezTo>
                    <a:pt x="184" y="79"/>
                    <a:pt x="183" y="76"/>
                    <a:pt x="182" y="73"/>
                  </a:cubicBezTo>
                  <a:cubicBezTo>
                    <a:pt x="182" y="70"/>
                    <a:pt x="181" y="67"/>
                    <a:pt x="180" y="65"/>
                  </a:cubicBezTo>
                  <a:cubicBezTo>
                    <a:pt x="178" y="60"/>
                    <a:pt x="176" y="56"/>
                    <a:pt x="174" y="53"/>
                  </a:cubicBezTo>
                  <a:cubicBezTo>
                    <a:pt x="173" y="51"/>
                    <a:pt x="172" y="49"/>
                    <a:pt x="172" y="46"/>
                  </a:cubicBezTo>
                  <a:cubicBezTo>
                    <a:pt x="171" y="45"/>
                    <a:pt x="171" y="44"/>
                    <a:pt x="170" y="42"/>
                  </a:cubicBezTo>
                  <a:cubicBezTo>
                    <a:pt x="170" y="41"/>
                    <a:pt x="169" y="40"/>
                    <a:pt x="169" y="39"/>
                  </a:cubicBezTo>
                  <a:cubicBezTo>
                    <a:pt x="169" y="38"/>
                    <a:pt x="168" y="37"/>
                    <a:pt x="168" y="36"/>
                  </a:cubicBezTo>
                  <a:cubicBezTo>
                    <a:pt x="167" y="33"/>
                    <a:pt x="166" y="31"/>
                    <a:pt x="165" y="28"/>
                  </a:cubicBezTo>
                  <a:cubicBezTo>
                    <a:pt x="164" y="27"/>
                    <a:pt x="164" y="25"/>
                    <a:pt x="163" y="23"/>
                  </a:cubicBezTo>
                  <a:cubicBezTo>
                    <a:pt x="162" y="21"/>
                    <a:pt x="162" y="21"/>
                    <a:pt x="162" y="21"/>
                  </a:cubicBezTo>
                  <a:cubicBezTo>
                    <a:pt x="161" y="20"/>
                    <a:pt x="161" y="20"/>
                    <a:pt x="161" y="20"/>
                  </a:cubicBezTo>
                  <a:cubicBezTo>
                    <a:pt x="158" y="12"/>
                    <a:pt x="154" y="8"/>
                    <a:pt x="148" y="3"/>
                  </a:cubicBezTo>
                  <a:cubicBezTo>
                    <a:pt x="147" y="1"/>
                    <a:pt x="145" y="0"/>
                    <a:pt x="143" y="0"/>
                  </a:cubicBezTo>
                  <a:cubicBezTo>
                    <a:pt x="141" y="0"/>
                    <a:pt x="140" y="0"/>
                    <a:pt x="138" y="1"/>
                  </a:cubicBezTo>
                  <a:cubicBezTo>
                    <a:pt x="138" y="1"/>
                    <a:pt x="138" y="1"/>
                    <a:pt x="138" y="1"/>
                  </a:cubicBezTo>
                  <a:close/>
                </a:path>
              </a:pathLst>
            </a:custGeom>
            <a:solidFill>
              <a:srgbClr val="F4CF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E54536A7-EE5A-4B94-B673-E48CE49B8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8" y="2486"/>
              <a:ext cx="153" cy="125"/>
            </a:xfrm>
            <a:custGeom>
              <a:avLst/>
              <a:gdLst>
                <a:gd name="T0" fmla="*/ 187 w 283"/>
                <a:gd name="T1" fmla="*/ 0 h 231"/>
                <a:gd name="T2" fmla="*/ 186 w 283"/>
                <a:gd name="T3" fmla="*/ 0 h 231"/>
                <a:gd name="T4" fmla="*/ 107 w 283"/>
                <a:gd name="T5" fmla="*/ 45 h 231"/>
                <a:gd name="T6" fmla="*/ 26 w 283"/>
                <a:gd name="T7" fmla="*/ 101 h 231"/>
                <a:gd name="T8" fmla="*/ 6 w 283"/>
                <a:gd name="T9" fmla="*/ 126 h 231"/>
                <a:gd name="T10" fmla="*/ 2 w 283"/>
                <a:gd name="T11" fmla="*/ 144 h 231"/>
                <a:gd name="T12" fmla="*/ 0 w 283"/>
                <a:gd name="T13" fmla="*/ 160 h 231"/>
                <a:gd name="T14" fmla="*/ 1 w 283"/>
                <a:gd name="T15" fmla="*/ 167 h 231"/>
                <a:gd name="T16" fmla="*/ 4 w 283"/>
                <a:gd name="T17" fmla="*/ 175 h 231"/>
                <a:gd name="T18" fmla="*/ 12 w 283"/>
                <a:gd name="T19" fmla="*/ 187 h 231"/>
                <a:gd name="T20" fmla="*/ 23 w 283"/>
                <a:gd name="T21" fmla="*/ 196 h 231"/>
                <a:gd name="T22" fmla="*/ 34 w 283"/>
                <a:gd name="T23" fmla="*/ 202 h 231"/>
                <a:gd name="T24" fmla="*/ 47 w 283"/>
                <a:gd name="T25" fmla="*/ 207 h 231"/>
                <a:gd name="T26" fmla="*/ 64 w 283"/>
                <a:gd name="T27" fmla="*/ 212 h 231"/>
                <a:gd name="T28" fmla="*/ 71 w 283"/>
                <a:gd name="T29" fmla="*/ 214 h 231"/>
                <a:gd name="T30" fmla="*/ 96 w 283"/>
                <a:gd name="T31" fmla="*/ 220 h 231"/>
                <a:gd name="T32" fmla="*/ 108 w 283"/>
                <a:gd name="T33" fmla="*/ 223 h 231"/>
                <a:gd name="T34" fmla="*/ 118 w 283"/>
                <a:gd name="T35" fmla="*/ 224 h 231"/>
                <a:gd name="T36" fmla="*/ 122 w 283"/>
                <a:gd name="T37" fmla="*/ 224 h 231"/>
                <a:gd name="T38" fmla="*/ 132 w 283"/>
                <a:gd name="T39" fmla="*/ 226 h 231"/>
                <a:gd name="T40" fmla="*/ 134 w 283"/>
                <a:gd name="T41" fmla="*/ 226 h 231"/>
                <a:gd name="T42" fmla="*/ 146 w 283"/>
                <a:gd name="T43" fmla="*/ 228 h 231"/>
                <a:gd name="T44" fmla="*/ 153 w 283"/>
                <a:gd name="T45" fmla="*/ 228 h 231"/>
                <a:gd name="T46" fmla="*/ 158 w 283"/>
                <a:gd name="T47" fmla="*/ 229 h 231"/>
                <a:gd name="T48" fmla="*/ 165 w 283"/>
                <a:gd name="T49" fmla="*/ 229 h 231"/>
                <a:gd name="T50" fmla="*/ 172 w 283"/>
                <a:gd name="T51" fmla="*/ 230 h 231"/>
                <a:gd name="T52" fmla="*/ 185 w 283"/>
                <a:gd name="T53" fmla="*/ 231 h 231"/>
                <a:gd name="T54" fmla="*/ 192 w 283"/>
                <a:gd name="T55" fmla="*/ 231 h 231"/>
                <a:gd name="T56" fmla="*/ 198 w 283"/>
                <a:gd name="T57" fmla="*/ 231 h 231"/>
                <a:gd name="T58" fmla="*/ 208 w 283"/>
                <a:gd name="T59" fmla="*/ 230 h 231"/>
                <a:gd name="T60" fmla="*/ 211 w 283"/>
                <a:gd name="T61" fmla="*/ 230 h 231"/>
                <a:gd name="T62" fmla="*/ 220 w 283"/>
                <a:gd name="T63" fmla="*/ 229 h 231"/>
                <a:gd name="T64" fmla="*/ 224 w 283"/>
                <a:gd name="T65" fmla="*/ 228 h 231"/>
                <a:gd name="T66" fmla="*/ 232 w 283"/>
                <a:gd name="T67" fmla="*/ 227 h 231"/>
                <a:gd name="T68" fmla="*/ 237 w 283"/>
                <a:gd name="T69" fmla="*/ 227 h 231"/>
                <a:gd name="T70" fmla="*/ 237 w 283"/>
                <a:gd name="T71" fmla="*/ 227 h 231"/>
                <a:gd name="T72" fmla="*/ 248 w 283"/>
                <a:gd name="T73" fmla="*/ 225 h 231"/>
                <a:gd name="T74" fmla="*/ 279 w 283"/>
                <a:gd name="T75" fmla="*/ 215 h 231"/>
                <a:gd name="T76" fmla="*/ 283 w 283"/>
                <a:gd name="T77" fmla="*/ 212 h 231"/>
                <a:gd name="T78" fmla="*/ 283 w 283"/>
                <a:gd name="T79" fmla="*/ 208 h 231"/>
                <a:gd name="T80" fmla="*/ 275 w 283"/>
                <a:gd name="T81" fmla="*/ 185 h 231"/>
                <a:gd name="T82" fmla="*/ 274 w 283"/>
                <a:gd name="T83" fmla="*/ 183 h 231"/>
                <a:gd name="T84" fmla="*/ 265 w 283"/>
                <a:gd name="T85" fmla="*/ 165 h 231"/>
                <a:gd name="T86" fmla="*/ 256 w 283"/>
                <a:gd name="T87" fmla="*/ 146 h 231"/>
                <a:gd name="T88" fmla="*/ 245 w 283"/>
                <a:gd name="T89" fmla="*/ 123 h 231"/>
                <a:gd name="T90" fmla="*/ 238 w 283"/>
                <a:gd name="T91" fmla="*/ 104 h 231"/>
                <a:gd name="T92" fmla="*/ 234 w 283"/>
                <a:gd name="T93" fmla="*/ 95 h 231"/>
                <a:gd name="T94" fmla="*/ 232 w 283"/>
                <a:gd name="T95" fmla="*/ 94 h 231"/>
                <a:gd name="T96" fmla="*/ 227 w 283"/>
                <a:gd name="T97" fmla="*/ 89 h 231"/>
                <a:gd name="T98" fmla="*/ 222 w 283"/>
                <a:gd name="T99" fmla="*/ 74 h 231"/>
                <a:gd name="T100" fmla="*/ 220 w 283"/>
                <a:gd name="T101" fmla="*/ 69 h 231"/>
                <a:gd name="T102" fmla="*/ 218 w 283"/>
                <a:gd name="T103" fmla="*/ 64 h 231"/>
                <a:gd name="T104" fmla="*/ 211 w 283"/>
                <a:gd name="T105" fmla="*/ 50 h 231"/>
                <a:gd name="T106" fmla="*/ 200 w 283"/>
                <a:gd name="T107" fmla="*/ 22 h 231"/>
                <a:gd name="T108" fmla="*/ 187 w 283"/>
                <a:gd name="T109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83" h="231">
                  <a:moveTo>
                    <a:pt x="187" y="0"/>
                  </a:moveTo>
                  <a:cubicBezTo>
                    <a:pt x="187" y="0"/>
                    <a:pt x="187" y="0"/>
                    <a:pt x="186" y="0"/>
                  </a:cubicBezTo>
                  <a:cubicBezTo>
                    <a:pt x="176" y="1"/>
                    <a:pt x="124" y="35"/>
                    <a:pt x="107" y="45"/>
                  </a:cubicBezTo>
                  <a:cubicBezTo>
                    <a:pt x="77" y="60"/>
                    <a:pt x="51" y="81"/>
                    <a:pt x="26" y="101"/>
                  </a:cubicBezTo>
                  <a:cubicBezTo>
                    <a:pt x="17" y="108"/>
                    <a:pt x="9" y="116"/>
                    <a:pt x="6" y="126"/>
                  </a:cubicBezTo>
                  <a:cubicBezTo>
                    <a:pt x="5" y="132"/>
                    <a:pt x="3" y="138"/>
                    <a:pt x="2" y="144"/>
                  </a:cubicBezTo>
                  <a:cubicBezTo>
                    <a:pt x="1" y="149"/>
                    <a:pt x="0" y="155"/>
                    <a:pt x="0" y="160"/>
                  </a:cubicBezTo>
                  <a:cubicBezTo>
                    <a:pt x="1" y="162"/>
                    <a:pt x="1" y="165"/>
                    <a:pt x="1" y="167"/>
                  </a:cubicBezTo>
                  <a:cubicBezTo>
                    <a:pt x="2" y="170"/>
                    <a:pt x="3" y="173"/>
                    <a:pt x="4" y="175"/>
                  </a:cubicBezTo>
                  <a:cubicBezTo>
                    <a:pt x="6" y="179"/>
                    <a:pt x="9" y="183"/>
                    <a:pt x="12" y="187"/>
                  </a:cubicBezTo>
                  <a:cubicBezTo>
                    <a:pt x="15" y="190"/>
                    <a:pt x="18" y="193"/>
                    <a:pt x="23" y="196"/>
                  </a:cubicBezTo>
                  <a:cubicBezTo>
                    <a:pt x="27" y="198"/>
                    <a:pt x="30" y="200"/>
                    <a:pt x="34" y="202"/>
                  </a:cubicBezTo>
                  <a:cubicBezTo>
                    <a:pt x="38" y="204"/>
                    <a:pt x="42" y="206"/>
                    <a:pt x="47" y="207"/>
                  </a:cubicBezTo>
                  <a:cubicBezTo>
                    <a:pt x="52" y="209"/>
                    <a:pt x="58" y="211"/>
                    <a:pt x="64" y="212"/>
                  </a:cubicBezTo>
                  <a:cubicBezTo>
                    <a:pt x="66" y="213"/>
                    <a:pt x="69" y="213"/>
                    <a:pt x="71" y="214"/>
                  </a:cubicBezTo>
                  <a:cubicBezTo>
                    <a:pt x="79" y="216"/>
                    <a:pt x="87" y="218"/>
                    <a:pt x="96" y="220"/>
                  </a:cubicBezTo>
                  <a:cubicBezTo>
                    <a:pt x="100" y="221"/>
                    <a:pt x="104" y="222"/>
                    <a:pt x="108" y="223"/>
                  </a:cubicBezTo>
                  <a:cubicBezTo>
                    <a:pt x="111" y="223"/>
                    <a:pt x="115" y="224"/>
                    <a:pt x="118" y="224"/>
                  </a:cubicBezTo>
                  <a:cubicBezTo>
                    <a:pt x="119" y="224"/>
                    <a:pt x="120" y="224"/>
                    <a:pt x="122" y="224"/>
                  </a:cubicBezTo>
                  <a:cubicBezTo>
                    <a:pt x="125" y="225"/>
                    <a:pt x="129" y="225"/>
                    <a:pt x="132" y="226"/>
                  </a:cubicBezTo>
                  <a:cubicBezTo>
                    <a:pt x="134" y="226"/>
                    <a:pt x="134" y="226"/>
                    <a:pt x="134" y="226"/>
                  </a:cubicBezTo>
                  <a:cubicBezTo>
                    <a:pt x="138" y="227"/>
                    <a:pt x="142" y="227"/>
                    <a:pt x="146" y="228"/>
                  </a:cubicBezTo>
                  <a:cubicBezTo>
                    <a:pt x="148" y="228"/>
                    <a:pt x="151" y="228"/>
                    <a:pt x="153" y="228"/>
                  </a:cubicBezTo>
                  <a:cubicBezTo>
                    <a:pt x="155" y="228"/>
                    <a:pt x="157" y="229"/>
                    <a:pt x="158" y="229"/>
                  </a:cubicBezTo>
                  <a:cubicBezTo>
                    <a:pt x="161" y="229"/>
                    <a:pt x="163" y="229"/>
                    <a:pt x="165" y="229"/>
                  </a:cubicBezTo>
                  <a:cubicBezTo>
                    <a:pt x="167" y="230"/>
                    <a:pt x="170" y="230"/>
                    <a:pt x="172" y="230"/>
                  </a:cubicBezTo>
                  <a:cubicBezTo>
                    <a:pt x="176" y="230"/>
                    <a:pt x="180" y="231"/>
                    <a:pt x="185" y="231"/>
                  </a:cubicBezTo>
                  <a:cubicBezTo>
                    <a:pt x="187" y="231"/>
                    <a:pt x="189" y="231"/>
                    <a:pt x="192" y="231"/>
                  </a:cubicBezTo>
                  <a:cubicBezTo>
                    <a:pt x="194" y="231"/>
                    <a:pt x="196" y="231"/>
                    <a:pt x="198" y="231"/>
                  </a:cubicBezTo>
                  <a:cubicBezTo>
                    <a:pt x="201" y="231"/>
                    <a:pt x="205" y="230"/>
                    <a:pt x="208" y="230"/>
                  </a:cubicBezTo>
                  <a:cubicBezTo>
                    <a:pt x="211" y="230"/>
                    <a:pt x="211" y="230"/>
                    <a:pt x="211" y="230"/>
                  </a:cubicBezTo>
                  <a:cubicBezTo>
                    <a:pt x="214" y="230"/>
                    <a:pt x="217" y="229"/>
                    <a:pt x="220" y="229"/>
                  </a:cubicBezTo>
                  <a:cubicBezTo>
                    <a:pt x="221" y="229"/>
                    <a:pt x="223" y="229"/>
                    <a:pt x="224" y="228"/>
                  </a:cubicBezTo>
                  <a:cubicBezTo>
                    <a:pt x="227" y="228"/>
                    <a:pt x="230" y="228"/>
                    <a:pt x="232" y="227"/>
                  </a:cubicBezTo>
                  <a:cubicBezTo>
                    <a:pt x="234" y="227"/>
                    <a:pt x="235" y="227"/>
                    <a:pt x="237" y="227"/>
                  </a:cubicBezTo>
                  <a:cubicBezTo>
                    <a:pt x="237" y="227"/>
                    <a:pt x="237" y="227"/>
                    <a:pt x="237" y="227"/>
                  </a:cubicBezTo>
                  <a:cubicBezTo>
                    <a:pt x="241" y="226"/>
                    <a:pt x="244" y="226"/>
                    <a:pt x="248" y="225"/>
                  </a:cubicBezTo>
                  <a:cubicBezTo>
                    <a:pt x="259" y="223"/>
                    <a:pt x="269" y="219"/>
                    <a:pt x="279" y="215"/>
                  </a:cubicBezTo>
                  <a:cubicBezTo>
                    <a:pt x="281" y="214"/>
                    <a:pt x="283" y="214"/>
                    <a:pt x="283" y="212"/>
                  </a:cubicBezTo>
                  <a:cubicBezTo>
                    <a:pt x="283" y="211"/>
                    <a:pt x="283" y="210"/>
                    <a:pt x="283" y="208"/>
                  </a:cubicBezTo>
                  <a:cubicBezTo>
                    <a:pt x="280" y="201"/>
                    <a:pt x="278" y="193"/>
                    <a:pt x="275" y="185"/>
                  </a:cubicBezTo>
                  <a:cubicBezTo>
                    <a:pt x="274" y="185"/>
                    <a:pt x="274" y="184"/>
                    <a:pt x="274" y="183"/>
                  </a:cubicBezTo>
                  <a:cubicBezTo>
                    <a:pt x="271" y="177"/>
                    <a:pt x="268" y="171"/>
                    <a:pt x="265" y="165"/>
                  </a:cubicBezTo>
                  <a:cubicBezTo>
                    <a:pt x="262" y="159"/>
                    <a:pt x="259" y="152"/>
                    <a:pt x="256" y="146"/>
                  </a:cubicBezTo>
                  <a:cubicBezTo>
                    <a:pt x="252" y="138"/>
                    <a:pt x="248" y="131"/>
                    <a:pt x="245" y="123"/>
                  </a:cubicBezTo>
                  <a:cubicBezTo>
                    <a:pt x="243" y="116"/>
                    <a:pt x="240" y="110"/>
                    <a:pt x="238" y="104"/>
                  </a:cubicBezTo>
                  <a:cubicBezTo>
                    <a:pt x="237" y="101"/>
                    <a:pt x="235" y="98"/>
                    <a:pt x="234" y="95"/>
                  </a:cubicBezTo>
                  <a:cubicBezTo>
                    <a:pt x="233" y="95"/>
                    <a:pt x="233" y="94"/>
                    <a:pt x="232" y="94"/>
                  </a:cubicBezTo>
                  <a:cubicBezTo>
                    <a:pt x="230" y="93"/>
                    <a:pt x="228" y="91"/>
                    <a:pt x="227" y="89"/>
                  </a:cubicBezTo>
                  <a:cubicBezTo>
                    <a:pt x="224" y="84"/>
                    <a:pt x="223" y="79"/>
                    <a:pt x="222" y="74"/>
                  </a:cubicBezTo>
                  <a:cubicBezTo>
                    <a:pt x="221" y="72"/>
                    <a:pt x="220" y="71"/>
                    <a:pt x="220" y="69"/>
                  </a:cubicBezTo>
                  <a:cubicBezTo>
                    <a:pt x="219" y="67"/>
                    <a:pt x="218" y="66"/>
                    <a:pt x="218" y="64"/>
                  </a:cubicBezTo>
                  <a:cubicBezTo>
                    <a:pt x="215" y="60"/>
                    <a:pt x="213" y="55"/>
                    <a:pt x="211" y="50"/>
                  </a:cubicBezTo>
                  <a:cubicBezTo>
                    <a:pt x="207" y="41"/>
                    <a:pt x="203" y="31"/>
                    <a:pt x="200" y="22"/>
                  </a:cubicBezTo>
                  <a:cubicBezTo>
                    <a:pt x="197" y="16"/>
                    <a:pt x="194" y="0"/>
                    <a:pt x="187" y="0"/>
                  </a:cubicBezTo>
                  <a:close/>
                </a:path>
              </a:pathLst>
            </a:custGeom>
            <a:solidFill>
              <a:srgbClr val="F4CF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2DFD608D-3AC4-40A6-9B38-4CD8B7A25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2" y="2292"/>
              <a:ext cx="101" cy="91"/>
            </a:xfrm>
            <a:custGeom>
              <a:avLst/>
              <a:gdLst>
                <a:gd name="T0" fmla="*/ 77 w 188"/>
                <a:gd name="T1" fmla="*/ 10 h 169"/>
                <a:gd name="T2" fmla="*/ 47 w 188"/>
                <a:gd name="T3" fmla="*/ 18 h 169"/>
                <a:gd name="T4" fmla="*/ 35 w 188"/>
                <a:gd name="T5" fmla="*/ 22 h 169"/>
                <a:gd name="T6" fmla="*/ 23 w 188"/>
                <a:gd name="T7" fmla="*/ 27 h 169"/>
                <a:gd name="T8" fmla="*/ 12 w 188"/>
                <a:gd name="T9" fmla="*/ 35 h 169"/>
                <a:gd name="T10" fmla="*/ 4 w 188"/>
                <a:gd name="T11" fmla="*/ 47 h 169"/>
                <a:gd name="T12" fmla="*/ 1 w 188"/>
                <a:gd name="T13" fmla="*/ 54 h 169"/>
                <a:gd name="T14" fmla="*/ 0 w 188"/>
                <a:gd name="T15" fmla="*/ 62 h 169"/>
                <a:gd name="T16" fmla="*/ 0 w 188"/>
                <a:gd name="T17" fmla="*/ 75 h 169"/>
                <a:gd name="T18" fmla="*/ 3 w 188"/>
                <a:gd name="T19" fmla="*/ 88 h 169"/>
                <a:gd name="T20" fmla="*/ 7 w 188"/>
                <a:gd name="T21" fmla="*/ 100 h 169"/>
                <a:gd name="T22" fmla="*/ 14 w 188"/>
                <a:gd name="T23" fmla="*/ 111 h 169"/>
                <a:gd name="T24" fmla="*/ 20 w 188"/>
                <a:gd name="T25" fmla="*/ 119 h 169"/>
                <a:gd name="T26" fmla="*/ 25 w 188"/>
                <a:gd name="T27" fmla="*/ 123 h 169"/>
                <a:gd name="T28" fmla="*/ 41 w 188"/>
                <a:gd name="T29" fmla="*/ 133 h 169"/>
                <a:gd name="T30" fmla="*/ 52 w 188"/>
                <a:gd name="T31" fmla="*/ 138 h 169"/>
                <a:gd name="T32" fmla="*/ 56 w 188"/>
                <a:gd name="T33" fmla="*/ 140 h 169"/>
                <a:gd name="T34" fmla="*/ 71 w 188"/>
                <a:gd name="T35" fmla="*/ 147 h 169"/>
                <a:gd name="T36" fmla="*/ 85 w 188"/>
                <a:gd name="T37" fmla="*/ 154 h 169"/>
                <a:gd name="T38" fmla="*/ 105 w 188"/>
                <a:gd name="T39" fmla="*/ 162 h 169"/>
                <a:gd name="T40" fmla="*/ 113 w 188"/>
                <a:gd name="T41" fmla="*/ 164 h 169"/>
                <a:gd name="T42" fmla="*/ 114 w 188"/>
                <a:gd name="T43" fmla="*/ 164 h 169"/>
                <a:gd name="T44" fmla="*/ 124 w 188"/>
                <a:gd name="T45" fmla="*/ 166 h 169"/>
                <a:gd name="T46" fmla="*/ 128 w 188"/>
                <a:gd name="T47" fmla="*/ 167 h 169"/>
                <a:gd name="T48" fmla="*/ 138 w 188"/>
                <a:gd name="T49" fmla="*/ 168 h 169"/>
                <a:gd name="T50" fmla="*/ 148 w 188"/>
                <a:gd name="T51" fmla="*/ 169 h 169"/>
                <a:gd name="T52" fmla="*/ 188 w 188"/>
                <a:gd name="T53" fmla="*/ 165 h 169"/>
                <a:gd name="T54" fmla="*/ 181 w 188"/>
                <a:gd name="T55" fmla="*/ 139 h 169"/>
                <a:gd name="T56" fmla="*/ 169 w 188"/>
                <a:gd name="T57" fmla="*/ 107 h 169"/>
                <a:gd name="T58" fmla="*/ 146 w 188"/>
                <a:gd name="T59" fmla="*/ 43 h 169"/>
                <a:gd name="T60" fmla="*/ 145 w 188"/>
                <a:gd name="T61" fmla="*/ 38 h 169"/>
                <a:gd name="T62" fmla="*/ 141 w 188"/>
                <a:gd name="T63" fmla="*/ 30 h 169"/>
                <a:gd name="T64" fmla="*/ 140 w 188"/>
                <a:gd name="T65" fmla="*/ 28 h 169"/>
                <a:gd name="T66" fmla="*/ 138 w 188"/>
                <a:gd name="T67" fmla="*/ 24 h 169"/>
                <a:gd name="T68" fmla="*/ 129 w 188"/>
                <a:gd name="T69" fmla="*/ 7 h 169"/>
                <a:gd name="T70" fmla="*/ 126 w 188"/>
                <a:gd name="T71" fmla="*/ 3 h 169"/>
                <a:gd name="T72" fmla="*/ 116 w 188"/>
                <a:gd name="T73" fmla="*/ 2 h 169"/>
                <a:gd name="T74" fmla="*/ 77 w 188"/>
                <a:gd name="T75" fmla="*/ 1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69">
                  <a:moveTo>
                    <a:pt x="77" y="10"/>
                  </a:moveTo>
                  <a:cubicBezTo>
                    <a:pt x="67" y="13"/>
                    <a:pt x="57" y="15"/>
                    <a:pt x="47" y="18"/>
                  </a:cubicBezTo>
                  <a:cubicBezTo>
                    <a:pt x="43" y="19"/>
                    <a:pt x="39" y="20"/>
                    <a:pt x="35" y="22"/>
                  </a:cubicBezTo>
                  <a:cubicBezTo>
                    <a:pt x="31" y="23"/>
                    <a:pt x="27" y="24"/>
                    <a:pt x="23" y="27"/>
                  </a:cubicBezTo>
                  <a:cubicBezTo>
                    <a:pt x="19" y="29"/>
                    <a:pt x="15" y="32"/>
                    <a:pt x="12" y="35"/>
                  </a:cubicBezTo>
                  <a:cubicBezTo>
                    <a:pt x="9" y="38"/>
                    <a:pt x="6" y="42"/>
                    <a:pt x="4" y="47"/>
                  </a:cubicBezTo>
                  <a:cubicBezTo>
                    <a:pt x="3" y="50"/>
                    <a:pt x="2" y="52"/>
                    <a:pt x="1" y="54"/>
                  </a:cubicBezTo>
                  <a:cubicBezTo>
                    <a:pt x="1" y="56"/>
                    <a:pt x="0" y="59"/>
                    <a:pt x="0" y="62"/>
                  </a:cubicBezTo>
                  <a:cubicBezTo>
                    <a:pt x="0" y="67"/>
                    <a:pt x="0" y="71"/>
                    <a:pt x="0" y="75"/>
                  </a:cubicBezTo>
                  <a:cubicBezTo>
                    <a:pt x="1" y="80"/>
                    <a:pt x="2" y="84"/>
                    <a:pt x="3" y="88"/>
                  </a:cubicBezTo>
                  <a:cubicBezTo>
                    <a:pt x="4" y="93"/>
                    <a:pt x="6" y="97"/>
                    <a:pt x="7" y="100"/>
                  </a:cubicBezTo>
                  <a:cubicBezTo>
                    <a:pt x="9" y="105"/>
                    <a:pt x="11" y="108"/>
                    <a:pt x="14" y="111"/>
                  </a:cubicBezTo>
                  <a:cubicBezTo>
                    <a:pt x="15" y="113"/>
                    <a:pt x="17" y="116"/>
                    <a:pt x="20" y="119"/>
                  </a:cubicBezTo>
                  <a:cubicBezTo>
                    <a:pt x="22" y="120"/>
                    <a:pt x="23" y="121"/>
                    <a:pt x="25" y="123"/>
                  </a:cubicBezTo>
                  <a:cubicBezTo>
                    <a:pt x="30" y="127"/>
                    <a:pt x="35" y="130"/>
                    <a:pt x="41" y="133"/>
                  </a:cubicBezTo>
                  <a:cubicBezTo>
                    <a:pt x="44" y="135"/>
                    <a:pt x="48" y="137"/>
                    <a:pt x="52" y="138"/>
                  </a:cubicBezTo>
                  <a:cubicBezTo>
                    <a:pt x="53" y="139"/>
                    <a:pt x="54" y="140"/>
                    <a:pt x="56" y="140"/>
                  </a:cubicBezTo>
                  <a:cubicBezTo>
                    <a:pt x="60" y="142"/>
                    <a:pt x="65" y="145"/>
                    <a:pt x="71" y="147"/>
                  </a:cubicBezTo>
                  <a:cubicBezTo>
                    <a:pt x="75" y="149"/>
                    <a:pt x="80" y="151"/>
                    <a:pt x="85" y="154"/>
                  </a:cubicBezTo>
                  <a:cubicBezTo>
                    <a:pt x="93" y="157"/>
                    <a:pt x="99" y="160"/>
                    <a:pt x="105" y="162"/>
                  </a:cubicBezTo>
                  <a:cubicBezTo>
                    <a:pt x="108" y="163"/>
                    <a:pt x="111" y="163"/>
                    <a:pt x="113" y="164"/>
                  </a:cubicBezTo>
                  <a:cubicBezTo>
                    <a:pt x="114" y="164"/>
                    <a:pt x="114" y="164"/>
                    <a:pt x="114" y="164"/>
                  </a:cubicBezTo>
                  <a:cubicBezTo>
                    <a:pt x="117" y="165"/>
                    <a:pt x="120" y="166"/>
                    <a:pt x="124" y="166"/>
                  </a:cubicBezTo>
                  <a:cubicBezTo>
                    <a:pt x="126" y="166"/>
                    <a:pt x="127" y="167"/>
                    <a:pt x="128" y="167"/>
                  </a:cubicBezTo>
                  <a:cubicBezTo>
                    <a:pt x="131" y="167"/>
                    <a:pt x="135" y="168"/>
                    <a:pt x="138" y="168"/>
                  </a:cubicBezTo>
                  <a:cubicBezTo>
                    <a:pt x="141" y="169"/>
                    <a:pt x="144" y="169"/>
                    <a:pt x="148" y="169"/>
                  </a:cubicBezTo>
                  <a:cubicBezTo>
                    <a:pt x="162" y="169"/>
                    <a:pt x="175" y="169"/>
                    <a:pt x="188" y="165"/>
                  </a:cubicBezTo>
                  <a:cubicBezTo>
                    <a:pt x="185" y="156"/>
                    <a:pt x="184" y="148"/>
                    <a:pt x="181" y="139"/>
                  </a:cubicBezTo>
                  <a:cubicBezTo>
                    <a:pt x="177" y="128"/>
                    <a:pt x="173" y="117"/>
                    <a:pt x="169" y="107"/>
                  </a:cubicBezTo>
                  <a:cubicBezTo>
                    <a:pt x="161" y="86"/>
                    <a:pt x="153" y="64"/>
                    <a:pt x="146" y="43"/>
                  </a:cubicBezTo>
                  <a:cubicBezTo>
                    <a:pt x="146" y="42"/>
                    <a:pt x="145" y="39"/>
                    <a:pt x="145" y="38"/>
                  </a:cubicBezTo>
                  <a:cubicBezTo>
                    <a:pt x="144" y="35"/>
                    <a:pt x="142" y="32"/>
                    <a:pt x="141" y="30"/>
                  </a:cubicBezTo>
                  <a:cubicBezTo>
                    <a:pt x="140" y="28"/>
                    <a:pt x="140" y="28"/>
                    <a:pt x="140" y="28"/>
                  </a:cubicBezTo>
                  <a:cubicBezTo>
                    <a:pt x="140" y="27"/>
                    <a:pt x="139" y="25"/>
                    <a:pt x="138" y="24"/>
                  </a:cubicBezTo>
                  <a:cubicBezTo>
                    <a:pt x="135" y="18"/>
                    <a:pt x="132" y="13"/>
                    <a:pt x="129" y="7"/>
                  </a:cubicBezTo>
                  <a:cubicBezTo>
                    <a:pt x="128" y="6"/>
                    <a:pt x="127" y="4"/>
                    <a:pt x="126" y="3"/>
                  </a:cubicBezTo>
                  <a:cubicBezTo>
                    <a:pt x="123" y="0"/>
                    <a:pt x="119" y="1"/>
                    <a:pt x="116" y="2"/>
                  </a:cubicBezTo>
                  <a:cubicBezTo>
                    <a:pt x="103" y="5"/>
                    <a:pt x="90" y="7"/>
                    <a:pt x="77" y="10"/>
                  </a:cubicBezTo>
                  <a:close/>
                </a:path>
              </a:pathLst>
            </a:custGeom>
            <a:solidFill>
              <a:srgbClr val="F4CF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1C8E595F-16EF-4EAF-A206-B14A79E717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6" y="2841"/>
              <a:ext cx="61" cy="77"/>
            </a:xfrm>
            <a:custGeom>
              <a:avLst/>
              <a:gdLst>
                <a:gd name="T0" fmla="*/ 51 w 113"/>
                <a:gd name="T1" fmla="*/ 3 h 142"/>
                <a:gd name="T2" fmla="*/ 26 w 113"/>
                <a:gd name="T3" fmla="*/ 16 h 142"/>
                <a:gd name="T4" fmla="*/ 18 w 113"/>
                <a:gd name="T5" fmla="*/ 24 h 142"/>
                <a:gd name="T6" fmla="*/ 12 w 113"/>
                <a:gd name="T7" fmla="*/ 34 h 142"/>
                <a:gd name="T8" fmla="*/ 8 w 113"/>
                <a:gd name="T9" fmla="*/ 45 h 142"/>
                <a:gd name="T10" fmla="*/ 7 w 113"/>
                <a:gd name="T11" fmla="*/ 48 h 142"/>
                <a:gd name="T12" fmla="*/ 4 w 113"/>
                <a:gd name="T13" fmla="*/ 56 h 142"/>
                <a:gd name="T14" fmla="*/ 4 w 113"/>
                <a:gd name="T15" fmla="*/ 59 h 142"/>
                <a:gd name="T16" fmla="*/ 2 w 113"/>
                <a:gd name="T17" fmla="*/ 67 h 142"/>
                <a:gd name="T18" fmla="*/ 0 w 113"/>
                <a:gd name="T19" fmla="*/ 79 h 142"/>
                <a:gd name="T20" fmla="*/ 3 w 113"/>
                <a:gd name="T21" fmla="*/ 101 h 142"/>
                <a:gd name="T22" fmla="*/ 4 w 113"/>
                <a:gd name="T23" fmla="*/ 104 h 142"/>
                <a:gd name="T24" fmla="*/ 5 w 113"/>
                <a:gd name="T25" fmla="*/ 112 h 142"/>
                <a:gd name="T26" fmla="*/ 9 w 113"/>
                <a:gd name="T27" fmla="*/ 122 h 142"/>
                <a:gd name="T28" fmla="*/ 15 w 113"/>
                <a:gd name="T29" fmla="*/ 130 h 142"/>
                <a:gd name="T30" fmla="*/ 23 w 113"/>
                <a:gd name="T31" fmla="*/ 137 h 142"/>
                <a:gd name="T32" fmla="*/ 33 w 113"/>
                <a:gd name="T33" fmla="*/ 141 h 142"/>
                <a:gd name="T34" fmla="*/ 43 w 113"/>
                <a:gd name="T35" fmla="*/ 142 h 142"/>
                <a:gd name="T36" fmla="*/ 48 w 113"/>
                <a:gd name="T37" fmla="*/ 142 h 142"/>
                <a:gd name="T38" fmla="*/ 52 w 113"/>
                <a:gd name="T39" fmla="*/ 142 h 142"/>
                <a:gd name="T40" fmla="*/ 57 w 113"/>
                <a:gd name="T41" fmla="*/ 141 h 142"/>
                <a:gd name="T42" fmla="*/ 58 w 113"/>
                <a:gd name="T43" fmla="*/ 141 h 142"/>
                <a:gd name="T44" fmla="*/ 62 w 113"/>
                <a:gd name="T45" fmla="*/ 141 h 142"/>
                <a:gd name="T46" fmla="*/ 63 w 113"/>
                <a:gd name="T47" fmla="*/ 140 h 142"/>
                <a:gd name="T48" fmla="*/ 67 w 113"/>
                <a:gd name="T49" fmla="*/ 139 h 142"/>
                <a:gd name="T50" fmla="*/ 71 w 113"/>
                <a:gd name="T51" fmla="*/ 139 h 142"/>
                <a:gd name="T52" fmla="*/ 112 w 113"/>
                <a:gd name="T53" fmla="*/ 118 h 142"/>
                <a:gd name="T54" fmla="*/ 89 w 113"/>
                <a:gd name="T55" fmla="*/ 71 h 142"/>
                <a:gd name="T56" fmla="*/ 80 w 113"/>
                <a:gd name="T57" fmla="*/ 57 h 142"/>
                <a:gd name="T58" fmla="*/ 78 w 113"/>
                <a:gd name="T59" fmla="*/ 45 h 142"/>
                <a:gd name="T60" fmla="*/ 77 w 113"/>
                <a:gd name="T61" fmla="*/ 42 h 142"/>
                <a:gd name="T62" fmla="*/ 76 w 113"/>
                <a:gd name="T63" fmla="*/ 41 h 142"/>
                <a:gd name="T64" fmla="*/ 76 w 113"/>
                <a:gd name="T65" fmla="*/ 39 h 142"/>
                <a:gd name="T66" fmla="*/ 75 w 113"/>
                <a:gd name="T67" fmla="*/ 37 h 142"/>
                <a:gd name="T68" fmla="*/ 75 w 113"/>
                <a:gd name="T69" fmla="*/ 37 h 142"/>
                <a:gd name="T70" fmla="*/ 72 w 113"/>
                <a:gd name="T71" fmla="*/ 32 h 142"/>
                <a:gd name="T72" fmla="*/ 66 w 113"/>
                <a:gd name="T73" fmla="*/ 17 h 142"/>
                <a:gd name="T74" fmla="*/ 58 w 113"/>
                <a:gd name="T75" fmla="*/ 0 h 142"/>
                <a:gd name="T76" fmla="*/ 51 w 113"/>
                <a:gd name="T77" fmla="*/ 3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13" h="142">
                  <a:moveTo>
                    <a:pt x="51" y="3"/>
                  </a:moveTo>
                  <a:cubicBezTo>
                    <a:pt x="42" y="6"/>
                    <a:pt x="33" y="10"/>
                    <a:pt x="26" y="16"/>
                  </a:cubicBezTo>
                  <a:cubicBezTo>
                    <a:pt x="23" y="19"/>
                    <a:pt x="20" y="22"/>
                    <a:pt x="18" y="24"/>
                  </a:cubicBezTo>
                  <a:cubicBezTo>
                    <a:pt x="16" y="27"/>
                    <a:pt x="14" y="30"/>
                    <a:pt x="12" y="34"/>
                  </a:cubicBezTo>
                  <a:cubicBezTo>
                    <a:pt x="10" y="38"/>
                    <a:pt x="9" y="42"/>
                    <a:pt x="8" y="45"/>
                  </a:cubicBezTo>
                  <a:cubicBezTo>
                    <a:pt x="8" y="46"/>
                    <a:pt x="7" y="47"/>
                    <a:pt x="7" y="48"/>
                  </a:cubicBezTo>
                  <a:cubicBezTo>
                    <a:pt x="6" y="51"/>
                    <a:pt x="5" y="54"/>
                    <a:pt x="4" y="56"/>
                  </a:cubicBezTo>
                  <a:cubicBezTo>
                    <a:pt x="4" y="57"/>
                    <a:pt x="4" y="58"/>
                    <a:pt x="4" y="59"/>
                  </a:cubicBezTo>
                  <a:cubicBezTo>
                    <a:pt x="3" y="62"/>
                    <a:pt x="2" y="64"/>
                    <a:pt x="2" y="67"/>
                  </a:cubicBezTo>
                  <a:cubicBezTo>
                    <a:pt x="1" y="71"/>
                    <a:pt x="0" y="74"/>
                    <a:pt x="0" y="79"/>
                  </a:cubicBezTo>
                  <a:cubicBezTo>
                    <a:pt x="0" y="86"/>
                    <a:pt x="2" y="95"/>
                    <a:pt x="3" y="101"/>
                  </a:cubicBezTo>
                  <a:cubicBezTo>
                    <a:pt x="3" y="102"/>
                    <a:pt x="3" y="103"/>
                    <a:pt x="4" y="104"/>
                  </a:cubicBezTo>
                  <a:cubicBezTo>
                    <a:pt x="4" y="107"/>
                    <a:pt x="5" y="109"/>
                    <a:pt x="5" y="112"/>
                  </a:cubicBezTo>
                  <a:cubicBezTo>
                    <a:pt x="6" y="115"/>
                    <a:pt x="8" y="118"/>
                    <a:pt x="9" y="122"/>
                  </a:cubicBezTo>
                  <a:cubicBezTo>
                    <a:pt x="11" y="125"/>
                    <a:pt x="13" y="127"/>
                    <a:pt x="15" y="130"/>
                  </a:cubicBezTo>
                  <a:cubicBezTo>
                    <a:pt x="17" y="133"/>
                    <a:pt x="20" y="135"/>
                    <a:pt x="23" y="137"/>
                  </a:cubicBezTo>
                  <a:cubicBezTo>
                    <a:pt x="25" y="139"/>
                    <a:pt x="29" y="140"/>
                    <a:pt x="33" y="141"/>
                  </a:cubicBezTo>
                  <a:cubicBezTo>
                    <a:pt x="36" y="141"/>
                    <a:pt x="40" y="142"/>
                    <a:pt x="43" y="142"/>
                  </a:cubicBezTo>
                  <a:cubicBezTo>
                    <a:pt x="45" y="142"/>
                    <a:pt x="47" y="142"/>
                    <a:pt x="48" y="142"/>
                  </a:cubicBezTo>
                  <a:cubicBezTo>
                    <a:pt x="50" y="142"/>
                    <a:pt x="51" y="142"/>
                    <a:pt x="52" y="142"/>
                  </a:cubicBezTo>
                  <a:cubicBezTo>
                    <a:pt x="54" y="142"/>
                    <a:pt x="56" y="141"/>
                    <a:pt x="57" y="141"/>
                  </a:cubicBezTo>
                  <a:cubicBezTo>
                    <a:pt x="58" y="141"/>
                    <a:pt x="58" y="141"/>
                    <a:pt x="58" y="141"/>
                  </a:cubicBezTo>
                  <a:cubicBezTo>
                    <a:pt x="59" y="141"/>
                    <a:pt x="60" y="141"/>
                    <a:pt x="62" y="141"/>
                  </a:cubicBezTo>
                  <a:cubicBezTo>
                    <a:pt x="63" y="140"/>
                    <a:pt x="63" y="140"/>
                    <a:pt x="63" y="140"/>
                  </a:cubicBezTo>
                  <a:cubicBezTo>
                    <a:pt x="64" y="140"/>
                    <a:pt x="66" y="140"/>
                    <a:pt x="67" y="139"/>
                  </a:cubicBezTo>
                  <a:cubicBezTo>
                    <a:pt x="69" y="139"/>
                    <a:pt x="70" y="139"/>
                    <a:pt x="71" y="139"/>
                  </a:cubicBezTo>
                  <a:cubicBezTo>
                    <a:pt x="86" y="136"/>
                    <a:pt x="99" y="126"/>
                    <a:pt x="112" y="118"/>
                  </a:cubicBezTo>
                  <a:cubicBezTo>
                    <a:pt x="113" y="118"/>
                    <a:pt x="90" y="74"/>
                    <a:pt x="89" y="71"/>
                  </a:cubicBezTo>
                  <a:cubicBezTo>
                    <a:pt x="86" y="67"/>
                    <a:pt x="82" y="62"/>
                    <a:pt x="80" y="57"/>
                  </a:cubicBezTo>
                  <a:cubicBezTo>
                    <a:pt x="79" y="53"/>
                    <a:pt x="79" y="49"/>
                    <a:pt x="78" y="45"/>
                  </a:cubicBezTo>
                  <a:cubicBezTo>
                    <a:pt x="77" y="44"/>
                    <a:pt x="77" y="43"/>
                    <a:pt x="77" y="42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41"/>
                    <a:pt x="76" y="40"/>
                    <a:pt x="76" y="39"/>
                  </a:cubicBezTo>
                  <a:cubicBezTo>
                    <a:pt x="75" y="39"/>
                    <a:pt x="75" y="38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4" y="35"/>
                    <a:pt x="73" y="33"/>
                    <a:pt x="72" y="32"/>
                  </a:cubicBezTo>
                  <a:cubicBezTo>
                    <a:pt x="70" y="27"/>
                    <a:pt x="69" y="22"/>
                    <a:pt x="66" y="17"/>
                  </a:cubicBezTo>
                  <a:cubicBezTo>
                    <a:pt x="63" y="11"/>
                    <a:pt x="61" y="6"/>
                    <a:pt x="58" y="0"/>
                  </a:cubicBezTo>
                  <a:cubicBezTo>
                    <a:pt x="56" y="1"/>
                    <a:pt x="53" y="2"/>
                    <a:pt x="51" y="3"/>
                  </a:cubicBezTo>
                  <a:close/>
                </a:path>
              </a:pathLst>
            </a:custGeom>
            <a:solidFill>
              <a:srgbClr val="F4CF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00FD0580-F116-48C0-AEE8-900CAE6ED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4" y="2004"/>
              <a:ext cx="785" cy="992"/>
            </a:xfrm>
            <a:custGeom>
              <a:avLst/>
              <a:gdLst>
                <a:gd name="T0" fmla="*/ 1446 w 1458"/>
                <a:gd name="T1" fmla="*/ 1509 h 1841"/>
                <a:gd name="T2" fmla="*/ 1430 w 1458"/>
                <a:gd name="T3" fmla="*/ 1448 h 1841"/>
                <a:gd name="T4" fmla="*/ 806 w 1458"/>
                <a:gd name="T5" fmla="*/ 48 h 1841"/>
                <a:gd name="T6" fmla="*/ 728 w 1458"/>
                <a:gd name="T7" fmla="*/ 20 h 1841"/>
                <a:gd name="T8" fmla="*/ 629 w 1458"/>
                <a:gd name="T9" fmla="*/ 43 h 1841"/>
                <a:gd name="T10" fmla="*/ 416 w 1458"/>
                <a:gd name="T11" fmla="*/ 91 h 1841"/>
                <a:gd name="T12" fmla="*/ 204 w 1458"/>
                <a:gd name="T13" fmla="*/ 139 h 1841"/>
                <a:gd name="T14" fmla="*/ 133 w 1458"/>
                <a:gd name="T15" fmla="*/ 155 h 1841"/>
                <a:gd name="T16" fmla="*/ 39 w 1458"/>
                <a:gd name="T17" fmla="*/ 205 h 1841"/>
                <a:gd name="T18" fmla="*/ 15 w 1458"/>
                <a:gd name="T19" fmla="*/ 242 h 1841"/>
                <a:gd name="T20" fmla="*/ 15 w 1458"/>
                <a:gd name="T21" fmla="*/ 363 h 1841"/>
                <a:gd name="T22" fmla="*/ 57 w 1458"/>
                <a:gd name="T23" fmla="*/ 484 h 1841"/>
                <a:gd name="T24" fmla="*/ 153 w 1458"/>
                <a:gd name="T25" fmla="*/ 739 h 1841"/>
                <a:gd name="T26" fmla="*/ 282 w 1458"/>
                <a:gd name="T27" fmla="*/ 1073 h 1841"/>
                <a:gd name="T28" fmla="*/ 420 w 1458"/>
                <a:gd name="T29" fmla="*/ 1411 h 1841"/>
                <a:gd name="T30" fmla="*/ 542 w 1458"/>
                <a:gd name="T31" fmla="*/ 1680 h 1841"/>
                <a:gd name="T32" fmla="*/ 588 w 1458"/>
                <a:gd name="T33" fmla="*/ 1761 h 1841"/>
                <a:gd name="T34" fmla="*/ 797 w 1458"/>
                <a:gd name="T35" fmla="*/ 1828 h 1841"/>
                <a:gd name="T36" fmla="*/ 867 w 1458"/>
                <a:gd name="T37" fmla="*/ 1809 h 1841"/>
                <a:gd name="T38" fmla="*/ 1174 w 1458"/>
                <a:gd name="T39" fmla="*/ 1716 h 1841"/>
                <a:gd name="T40" fmla="*/ 1369 w 1458"/>
                <a:gd name="T41" fmla="*/ 1666 h 1841"/>
                <a:gd name="T42" fmla="*/ 1370 w 1458"/>
                <a:gd name="T43" fmla="*/ 1666 h 1841"/>
                <a:gd name="T44" fmla="*/ 1446 w 1458"/>
                <a:gd name="T45" fmla="*/ 1509 h 1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458" h="1841">
                  <a:moveTo>
                    <a:pt x="1446" y="1509"/>
                  </a:moveTo>
                  <a:cubicBezTo>
                    <a:pt x="1445" y="1476"/>
                    <a:pt x="1430" y="1448"/>
                    <a:pt x="1430" y="1448"/>
                  </a:cubicBezTo>
                  <a:cubicBezTo>
                    <a:pt x="1430" y="1448"/>
                    <a:pt x="836" y="97"/>
                    <a:pt x="806" y="48"/>
                  </a:cubicBezTo>
                  <a:cubicBezTo>
                    <a:pt x="776" y="0"/>
                    <a:pt x="728" y="20"/>
                    <a:pt x="728" y="20"/>
                  </a:cubicBezTo>
                  <a:cubicBezTo>
                    <a:pt x="695" y="28"/>
                    <a:pt x="662" y="35"/>
                    <a:pt x="629" y="43"/>
                  </a:cubicBezTo>
                  <a:cubicBezTo>
                    <a:pt x="558" y="59"/>
                    <a:pt x="487" y="75"/>
                    <a:pt x="416" y="91"/>
                  </a:cubicBezTo>
                  <a:cubicBezTo>
                    <a:pt x="346" y="107"/>
                    <a:pt x="275" y="123"/>
                    <a:pt x="204" y="139"/>
                  </a:cubicBezTo>
                  <a:cubicBezTo>
                    <a:pt x="180" y="145"/>
                    <a:pt x="157" y="150"/>
                    <a:pt x="133" y="155"/>
                  </a:cubicBezTo>
                  <a:cubicBezTo>
                    <a:pt x="96" y="164"/>
                    <a:pt x="66" y="176"/>
                    <a:pt x="39" y="205"/>
                  </a:cubicBezTo>
                  <a:cubicBezTo>
                    <a:pt x="30" y="216"/>
                    <a:pt x="21" y="228"/>
                    <a:pt x="15" y="242"/>
                  </a:cubicBezTo>
                  <a:cubicBezTo>
                    <a:pt x="0" y="279"/>
                    <a:pt x="7" y="325"/>
                    <a:pt x="15" y="363"/>
                  </a:cubicBezTo>
                  <a:cubicBezTo>
                    <a:pt x="25" y="405"/>
                    <a:pt x="42" y="444"/>
                    <a:pt x="57" y="484"/>
                  </a:cubicBezTo>
                  <a:cubicBezTo>
                    <a:pt x="89" y="569"/>
                    <a:pt x="121" y="654"/>
                    <a:pt x="153" y="739"/>
                  </a:cubicBezTo>
                  <a:cubicBezTo>
                    <a:pt x="195" y="850"/>
                    <a:pt x="238" y="962"/>
                    <a:pt x="282" y="1073"/>
                  </a:cubicBezTo>
                  <a:cubicBezTo>
                    <a:pt x="327" y="1186"/>
                    <a:pt x="372" y="1299"/>
                    <a:pt x="420" y="1411"/>
                  </a:cubicBezTo>
                  <a:cubicBezTo>
                    <a:pt x="459" y="1502"/>
                    <a:pt x="498" y="1592"/>
                    <a:pt x="542" y="1680"/>
                  </a:cubicBezTo>
                  <a:cubicBezTo>
                    <a:pt x="556" y="1707"/>
                    <a:pt x="570" y="1736"/>
                    <a:pt x="588" y="1761"/>
                  </a:cubicBezTo>
                  <a:cubicBezTo>
                    <a:pt x="633" y="1824"/>
                    <a:pt x="725" y="1841"/>
                    <a:pt x="797" y="1828"/>
                  </a:cubicBezTo>
                  <a:cubicBezTo>
                    <a:pt x="821" y="1824"/>
                    <a:pt x="844" y="1817"/>
                    <a:pt x="867" y="1809"/>
                  </a:cubicBezTo>
                  <a:cubicBezTo>
                    <a:pt x="969" y="1776"/>
                    <a:pt x="1071" y="1743"/>
                    <a:pt x="1174" y="1716"/>
                  </a:cubicBezTo>
                  <a:cubicBezTo>
                    <a:pt x="1239" y="1699"/>
                    <a:pt x="1304" y="1682"/>
                    <a:pt x="1369" y="1666"/>
                  </a:cubicBezTo>
                  <a:cubicBezTo>
                    <a:pt x="1369" y="1666"/>
                    <a:pt x="1370" y="1666"/>
                    <a:pt x="1370" y="1666"/>
                  </a:cubicBezTo>
                  <a:cubicBezTo>
                    <a:pt x="1370" y="1666"/>
                    <a:pt x="1458" y="1628"/>
                    <a:pt x="1446" y="1509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BC7B20D-3C25-4B09-BCB8-D007F75D4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8" y="2002"/>
              <a:ext cx="796" cy="956"/>
            </a:xfrm>
            <a:custGeom>
              <a:avLst/>
              <a:gdLst>
                <a:gd name="T0" fmla="*/ 89 w 1478"/>
                <a:gd name="T1" fmla="*/ 161 h 1774"/>
                <a:gd name="T2" fmla="*/ 712 w 1478"/>
                <a:gd name="T3" fmla="*/ 20 h 1774"/>
                <a:gd name="T4" fmla="*/ 790 w 1478"/>
                <a:gd name="T5" fmla="*/ 48 h 1774"/>
                <a:gd name="T6" fmla="*/ 1414 w 1478"/>
                <a:gd name="T7" fmla="*/ 1447 h 1774"/>
                <a:gd name="T8" fmla="*/ 1352 w 1478"/>
                <a:gd name="T9" fmla="*/ 1607 h 1774"/>
                <a:gd name="T10" fmla="*/ 1203 w 1478"/>
                <a:gd name="T11" fmla="*/ 1650 h 1774"/>
                <a:gd name="T12" fmla="*/ 960 w 1478"/>
                <a:gd name="T13" fmla="*/ 1713 h 1774"/>
                <a:gd name="T14" fmla="*/ 696 w 1478"/>
                <a:gd name="T15" fmla="*/ 1747 h 1774"/>
                <a:gd name="T16" fmla="*/ 545 w 1478"/>
                <a:gd name="T17" fmla="*/ 1548 h 1774"/>
                <a:gd name="T18" fmla="*/ 448 w 1478"/>
                <a:gd name="T19" fmla="*/ 1308 h 1774"/>
                <a:gd name="T20" fmla="*/ 320 w 1478"/>
                <a:gd name="T21" fmla="*/ 992 h 1774"/>
                <a:gd name="T22" fmla="*/ 191 w 1478"/>
                <a:gd name="T23" fmla="*/ 674 h 1774"/>
                <a:gd name="T24" fmla="*/ 92 w 1478"/>
                <a:gd name="T25" fmla="*/ 428 h 1774"/>
                <a:gd name="T26" fmla="*/ 52 w 1478"/>
                <a:gd name="T27" fmla="*/ 330 h 1774"/>
                <a:gd name="T28" fmla="*/ 89 w 1478"/>
                <a:gd name="T29" fmla="*/ 161 h 1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78" h="1774">
                  <a:moveTo>
                    <a:pt x="89" y="161"/>
                  </a:moveTo>
                  <a:cubicBezTo>
                    <a:pt x="712" y="20"/>
                    <a:pt x="712" y="20"/>
                    <a:pt x="712" y="20"/>
                  </a:cubicBezTo>
                  <a:cubicBezTo>
                    <a:pt x="712" y="20"/>
                    <a:pt x="760" y="0"/>
                    <a:pt x="790" y="48"/>
                  </a:cubicBezTo>
                  <a:cubicBezTo>
                    <a:pt x="820" y="96"/>
                    <a:pt x="1414" y="1447"/>
                    <a:pt x="1414" y="1447"/>
                  </a:cubicBezTo>
                  <a:cubicBezTo>
                    <a:pt x="1414" y="1447"/>
                    <a:pt x="1478" y="1563"/>
                    <a:pt x="1352" y="1607"/>
                  </a:cubicBezTo>
                  <a:cubicBezTo>
                    <a:pt x="1303" y="1624"/>
                    <a:pt x="1253" y="1637"/>
                    <a:pt x="1203" y="1650"/>
                  </a:cubicBezTo>
                  <a:cubicBezTo>
                    <a:pt x="1123" y="1672"/>
                    <a:pt x="1041" y="1693"/>
                    <a:pt x="960" y="1713"/>
                  </a:cubicBezTo>
                  <a:cubicBezTo>
                    <a:pt x="875" y="1734"/>
                    <a:pt x="784" y="1774"/>
                    <a:pt x="696" y="1747"/>
                  </a:cubicBezTo>
                  <a:cubicBezTo>
                    <a:pt x="604" y="1719"/>
                    <a:pt x="578" y="1628"/>
                    <a:pt x="545" y="1548"/>
                  </a:cubicBezTo>
                  <a:cubicBezTo>
                    <a:pt x="513" y="1468"/>
                    <a:pt x="480" y="1388"/>
                    <a:pt x="448" y="1308"/>
                  </a:cubicBezTo>
                  <a:cubicBezTo>
                    <a:pt x="405" y="1202"/>
                    <a:pt x="363" y="1097"/>
                    <a:pt x="320" y="992"/>
                  </a:cubicBezTo>
                  <a:cubicBezTo>
                    <a:pt x="277" y="886"/>
                    <a:pt x="234" y="780"/>
                    <a:pt x="191" y="674"/>
                  </a:cubicBezTo>
                  <a:cubicBezTo>
                    <a:pt x="158" y="592"/>
                    <a:pt x="125" y="510"/>
                    <a:pt x="92" y="428"/>
                  </a:cubicBezTo>
                  <a:cubicBezTo>
                    <a:pt x="78" y="396"/>
                    <a:pt x="65" y="363"/>
                    <a:pt x="52" y="330"/>
                  </a:cubicBezTo>
                  <a:cubicBezTo>
                    <a:pt x="52" y="330"/>
                    <a:pt x="0" y="191"/>
                    <a:pt x="89" y="161"/>
                  </a:cubicBez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F9564780-1F5A-4AD8-AA1E-CB0C7ED73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2096"/>
              <a:ext cx="783" cy="898"/>
            </a:xfrm>
            <a:custGeom>
              <a:avLst/>
              <a:gdLst>
                <a:gd name="T0" fmla="*/ 1441 w 1453"/>
                <a:gd name="T1" fmla="*/ 1334 h 1667"/>
                <a:gd name="T2" fmla="*/ 1365 w 1453"/>
                <a:gd name="T3" fmla="*/ 1491 h 1667"/>
                <a:gd name="T4" fmla="*/ 1364 w 1453"/>
                <a:gd name="T5" fmla="*/ 1492 h 1667"/>
                <a:gd name="T6" fmla="*/ 1169 w 1453"/>
                <a:gd name="T7" fmla="*/ 1541 h 1667"/>
                <a:gd name="T8" fmla="*/ 862 w 1453"/>
                <a:gd name="T9" fmla="*/ 1635 h 1667"/>
                <a:gd name="T10" fmla="*/ 792 w 1453"/>
                <a:gd name="T11" fmla="*/ 1654 h 1667"/>
                <a:gd name="T12" fmla="*/ 583 w 1453"/>
                <a:gd name="T13" fmla="*/ 1587 h 1667"/>
                <a:gd name="T14" fmla="*/ 538 w 1453"/>
                <a:gd name="T15" fmla="*/ 1505 h 1667"/>
                <a:gd name="T16" fmla="*/ 415 w 1453"/>
                <a:gd name="T17" fmla="*/ 1237 h 1667"/>
                <a:gd name="T18" fmla="*/ 277 w 1453"/>
                <a:gd name="T19" fmla="*/ 898 h 1667"/>
                <a:gd name="T20" fmla="*/ 148 w 1453"/>
                <a:gd name="T21" fmla="*/ 564 h 1667"/>
                <a:gd name="T22" fmla="*/ 52 w 1453"/>
                <a:gd name="T23" fmla="*/ 310 h 1667"/>
                <a:gd name="T24" fmla="*/ 3 w 1453"/>
                <a:gd name="T25" fmla="*/ 120 h 1667"/>
                <a:gd name="T26" fmla="*/ 24 w 1453"/>
                <a:gd name="T27" fmla="*/ 51 h 1667"/>
                <a:gd name="T28" fmla="*/ 76 w 1453"/>
                <a:gd name="T29" fmla="*/ 0 h 1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53" h="1667">
                  <a:moveTo>
                    <a:pt x="1441" y="1334"/>
                  </a:moveTo>
                  <a:cubicBezTo>
                    <a:pt x="1453" y="1454"/>
                    <a:pt x="1365" y="1491"/>
                    <a:pt x="1365" y="1491"/>
                  </a:cubicBezTo>
                  <a:cubicBezTo>
                    <a:pt x="1365" y="1491"/>
                    <a:pt x="1364" y="1492"/>
                    <a:pt x="1364" y="1492"/>
                  </a:cubicBezTo>
                  <a:cubicBezTo>
                    <a:pt x="1299" y="1508"/>
                    <a:pt x="1234" y="1525"/>
                    <a:pt x="1169" y="1541"/>
                  </a:cubicBezTo>
                  <a:cubicBezTo>
                    <a:pt x="1066" y="1568"/>
                    <a:pt x="964" y="1602"/>
                    <a:pt x="862" y="1635"/>
                  </a:cubicBezTo>
                  <a:cubicBezTo>
                    <a:pt x="839" y="1642"/>
                    <a:pt x="816" y="1649"/>
                    <a:pt x="792" y="1654"/>
                  </a:cubicBezTo>
                  <a:cubicBezTo>
                    <a:pt x="720" y="1667"/>
                    <a:pt x="628" y="1649"/>
                    <a:pt x="583" y="1587"/>
                  </a:cubicBezTo>
                  <a:cubicBezTo>
                    <a:pt x="565" y="1562"/>
                    <a:pt x="551" y="1533"/>
                    <a:pt x="538" y="1505"/>
                  </a:cubicBezTo>
                  <a:cubicBezTo>
                    <a:pt x="493" y="1418"/>
                    <a:pt x="454" y="1327"/>
                    <a:pt x="415" y="1237"/>
                  </a:cubicBezTo>
                  <a:cubicBezTo>
                    <a:pt x="368" y="1125"/>
                    <a:pt x="322" y="1012"/>
                    <a:pt x="277" y="898"/>
                  </a:cubicBezTo>
                  <a:cubicBezTo>
                    <a:pt x="233" y="787"/>
                    <a:pt x="190" y="676"/>
                    <a:pt x="148" y="564"/>
                  </a:cubicBezTo>
                  <a:cubicBezTo>
                    <a:pt x="116" y="480"/>
                    <a:pt x="84" y="395"/>
                    <a:pt x="52" y="310"/>
                  </a:cubicBezTo>
                  <a:cubicBezTo>
                    <a:pt x="30" y="250"/>
                    <a:pt x="0" y="185"/>
                    <a:pt x="3" y="120"/>
                  </a:cubicBezTo>
                  <a:cubicBezTo>
                    <a:pt x="4" y="96"/>
                    <a:pt x="10" y="70"/>
                    <a:pt x="24" y="51"/>
                  </a:cubicBezTo>
                  <a:cubicBezTo>
                    <a:pt x="32" y="39"/>
                    <a:pt x="65" y="9"/>
                    <a:pt x="76" y="0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F9EE4574-B253-4003-846C-A5A01F2FE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" y="2300"/>
              <a:ext cx="39" cy="92"/>
            </a:xfrm>
            <a:custGeom>
              <a:avLst/>
              <a:gdLst>
                <a:gd name="T0" fmla="*/ 3 w 73"/>
                <a:gd name="T1" fmla="*/ 10 h 169"/>
                <a:gd name="T2" fmla="*/ 59 w 73"/>
                <a:gd name="T3" fmla="*/ 162 h 169"/>
                <a:gd name="T4" fmla="*/ 71 w 73"/>
                <a:gd name="T5" fmla="*/ 159 h 169"/>
                <a:gd name="T6" fmla="*/ 14 w 73"/>
                <a:gd name="T7" fmla="*/ 7 h 169"/>
                <a:gd name="T8" fmla="*/ 3 w 73"/>
                <a:gd name="T9" fmla="*/ 1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169">
                  <a:moveTo>
                    <a:pt x="3" y="10"/>
                  </a:moveTo>
                  <a:cubicBezTo>
                    <a:pt x="22" y="61"/>
                    <a:pt x="40" y="111"/>
                    <a:pt x="59" y="162"/>
                  </a:cubicBezTo>
                  <a:cubicBezTo>
                    <a:pt x="62" y="169"/>
                    <a:pt x="73" y="166"/>
                    <a:pt x="71" y="159"/>
                  </a:cubicBezTo>
                  <a:cubicBezTo>
                    <a:pt x="52" y="108"/>
                    <a:pt x="33" y="58"/>
                    <a:pt x="14" y="7"/>
                  </a:cubicBezTo>
                  <a:cubicBezTo>
                    <a:pt x="12" y="0"/>
                    <a:pt x="0" y="3"/>
                    <a:pt x="3" y="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5BEF28CF-36CA-433C-990B-52E2F02EA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" y="2046"/>
              <a:ext cx="681" cy="842"/>
            </a:xfrm>
            <a:custGeom>
              <a:avLst/>
              <a:gdLst>
                <a:gd name="T0" fmla="*/ 602 w 1263"/>
                <a:gd name="T1" fmla="*/ 1563 h 1563"/>
                <a:gd name="T2" fmla="*/ 1263 w 1263"/>
                <a:gd name="T3" fmla="*/ 1364 h 1563"/>
                <a:gd name="T4" fmla="*/ 648 w 1263"/>
                <a:gd name="T5" fmla="*/ 0 h 1563"/>
                <a:gd name="T6" fmla="*/ 0 w 1263"/>
                <a:gd name="T7" fmla="*/ 167 h 1563"/>
                <a:gd name="T8" fmla="*/ 602 w 1263"/>
                <a:gd name="T9" fmla="*/ 1563 h 1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3" h="1563">
                  <a:moveTo>
                    <a:pt x="602" y="1563"/>
                  </a:moveTo>
                  <a:cubicBezTo>
                    <a:pt x="803" y="1493"/>
                    <a:pt x="1056" y="1417"/>
                    <a:pt x="1263" y="1364"/>
                  </a:cubicBezTo>
                  <a:cubicBezTo>
                    <a:pt x="648" y="0"/>
                    <a:pt x="648" y="0"/>
                    <a:pt x="648" y="0"/>
                  </a:cubicBezTo>
                  <a:cubicBezTo>
                    <a:pt x="461" y="49"/>
                    <a:pt x="189" y="131"/>
                    <a:pt x="0" y="167"/>
                  </a:cubicBezTo>
                  <a:lnTo>
                    <a:pt x="602" y="15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" name="Freeform 14">
              <a:extLst>
                <a:ext uri="{FF2B5EF4-FFF2-40B4-BE49-F238E27FC236}">
                  <a16:creationId xmlns:a16="http://schemas.microsoft.com/office/drawing/2014/main" id="{74AEAF7D-A1C0-4080-8FDD-4C3E96F38E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0" y="2045"/>
              <a:ext cx="684" cy="846"/>
            </a:xfrm>
            <a:custGeom>
              <a:avLst/>
              <a:gdLst>
                <a:gd name="T0" fmla="*/ 1125 w 1270"/>
                <a:gd name="T1" fmla="*/ 1408 h 1571"/>
                <a:gd name="T2" fmla="*/ 1269 w 1270"/>
                <a:gd name="T3" fmla="*/ 1365 h 1571"/>
                <a:gd name="T4" fmla="*/ 1208 w 1270"/>
                <a:gd name="T5" fmla="*/ 1229 h 1571"/>
                <a:gd name="T6" fmla="*/ 1061 w 1270"/>
                <a:gd name="T7" fmla="*/ 904 h 1571"/>
                <a:gd name="T8" fmla="*/ 883 w 1270"/>
                <a:gd name="T9" fmla="*/ 509 h 1571"/>
                <a:gd name="T10" fmla="*/ 729 w 1270"/>
                <a:gd name="T11" fmla="*/ 170 h 1571"/>
                <a:gd name="T12" fmla="*/ 654 w 1270"/>
                <a:gd name="T13" fmla="*/ 4 h 1571"/>
                <a:gd name="T14" fmla="*/ 650 w 1270"/>
                <a:gd name="T15" fmla="*/ 0 h 1571"/>
                <a:gd name="T16" fmla="*/ 137 w 1270"/>
                <a:gd name="T17" fmla="*/ 138 h 1571"/>
                <a:gd name="T18" fmla="*/ 0 w 1270"/>
                <a:gd name="T19" fmla="*/ 172 h 1571"/>
                <a:gd name="T20" fmla="*/ 60 w 1270"/>
                <a:gd name="T21" fmla="*/ 311 h 1571"/>
                <a:gd name="T22" fmla="*/ 204 w 1270"/>
                <a:gd name="T23" fmla="*/ 644 h 1571"/>
                <a:gd name="T24" fmla="*/ 378 w 1270"/>
                <a:gd name="T25" fmla="*/ 1047 h 1571"/>
                <a:gd name="T26" fmla="*/ 528 w 1270"/>
                <a:gd name="T27" fmla="*/ 1396 h 1571"/>
                <a:gd name="T28" fmla="*/ 601 w 1270"/>
                <a:gd name="T29" fmla="*/ 1565 h 1571"/>
                <a:gd name="T30" fmla="*/ 607 w 1270"/>
                <a:gd name="T31" fmla="*/ 1564 h 1571"/>
                <a:gd name="T32" fmla="*/ 547 w 1270"/>
                <a:gd name="T33" fmla="*/ 1426 h 1571"/>
                <a:gd name="T34" fmla="*/ 404 w 1270"/>
                <a:gd name="T35" fmla="*/ 1092 h 1571"/>
                <a:gd name="T36" fmla="*/ 230 w 1270"/>
                <a:gd name="T37" fmla="*/ 689 h 1571"/>
                <a:gd name="T38" fmla="*/ 79 w 1270"/>
                <a:gd name="T39" fmla="*/ 340 h 1571"/>
                <a:gd name="T40" fmla="*/ 14 w 1270"/>
                <a:gd name="T41" fmla="*/ 190 h 1571"/>
                <a:gd name="T42" fmla="*/ 5 w 1270"/>
                <a:gd name="T43" fmla="*/ 169 h 1571"/>
                <a:gd name="T44" fmla="*/ 253 w 1270"/>
                <a:gd name="T45" fmla="*/ 115 h 1571"/>
                <a:gd name="T46" fmla="*/ 652 w 1270"/>
                <a:gd name="T47" fmla="*/ 6 h 1571"/>
                <a:gd name="T48" fmla="*/ 665 w 1270"/>
                <a:gd name="T49" fmla="*/ 41 h 1571"/>
                <a:gd name="T50" fmla="*/ 776 w 1270"/>
                <a:gd name="T51" fmla="*/ 287 h 1571"/>
                <a:gd name="T52" fmla="*/ 945 w 1270"/>
                <a:gd name="T53" fmla="*/ 662 h 1571"/>
                <a:gd name="T54" fmla="*/ 1118 w 1270"/>
                <a:gd name="T55" fmla="*/ 1045 h 1571"/>
                <a:gd name="T56" fmla="*/ 1239 w 1270"/>
                <a:gd name="T57" fmla="*/ 1313 h 1571"/>
                <a:gd name="T58" fmla="*/ 1263 w 1270"/>
                <a:gd name="T59" fmla="*/ 1366 h 1571"/>
                <a:gd name="T60" fmla="*/ 1266 w 1270"/>
                <a:gd name="T61" fmla="*/ 1364 h 1571"/>
                <a:gd name="T62" fmla="*/ 604 w 1270"/>
                <a:gd name="T63" fmla="*/ 1563 h 1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0" h="1571">
                  <a:moveTo>
                    <a:pt x="605" y="1569"/>
                  </a:moveTo>
                  <a:cubicBezTo>
                    <a:pt x="777" y="1510"/>
                    <a:pt x="950" y="1456"/>
                    <a:pt x="1125" y="1408"/>
                  </a:cubicBezTo>
                  <a:cubicBezTo>
                    <a:pt x="1172" y="1395"/>
                    <a:pt x="1220" y="1382"/>
                    <a:pt x="1267" y="1370"/>
                  </a:cubicBezTo>
                  <a:cubicBezTo>
                    <a:pt x="1269" y="1369"/>
                    <a:pt x="1270" y="1367"/>
                    <a:pt x="1269" y="1365"/>
                  </a:cubicBezTo>
                  <a:cubicBezTo>
                    <a:pt x="1264" y="1353"/>
                    <a:pt x="1258" y="1341"/>
                    <a:pt x="1253" y="1329"/>
                  </a:cubicBezTo>
                  <a:cubicBezTo>
                    <a:pt x="1238" y="1295"/>
                    <a:pt x="1223" y="1262"/>
                    <a:pt x="1208" y="1229"/>
                  </a:cubicBezTo>
                  <a:cubicBezTo>
                    <a:pt x="1186" y="1180"/>
                    <a:pt x="1164" y="1131"/>
                    <a:pt x="1142" y="1083"/>
                  </a:cubicBezTo>
                  <a:cubicBezTo>
                    <a:pt x="1115" y="1023"/>
                    <a:pt x="1088" y="964"/>
                    <a:pt x="1061" y="904"/>
                  </a:cubicBezTo>
                  <a:cubicBezTo>
                    <a:pt x="1031" y="839"/>
                    <a:pt x="1002" y="773"/>
                    <a:pt x="972" y="708"/>
                  </a:cubicBezTo>
                  <a:cubicBezTo>
                    <a:pt x="942" y="642"/>
                    <a:pt x="913" y="576"/>
                    <a:pt x="883" y="509"/>
                  </a:cubicBezTo>
                  <a:cubicBezTo>
                    <a:pt x="855" y="448"/>
                    <a:pt x="827" y="387"/>
                    <a:pt x="800" y="325"/>
                  </a:cubicBezTo>
                  <a:cubicBezTo>
                    <a:pt x="776" y="273"/>
                    <a:pt x="753" y="222"/>
                    <a:pt x="729" y="170"/>
                  </a:cubicBezTo>
                  <a:cubicBezTo>
                    <a:pt x="712" y="132"/>
                    <a:pt x="695" y="95"/>
                    <a:pt x="678" y="57"/>
                  </a:cubicBezTo>
                  <a:cubicBezTo>
                    <a:pt x="670" y="40"/>
                    <a:pt x="663" y="22"/>
                    <a:pt x="654" y="4"/>
                  </a:cubicBezTo>
                  <a:cubicBezTo>
                    <a:pt x="654" y="3"/>
                    <a:pt x="654" y="3"/>
                    <a:pt x="653" y="2"/>
                  </a:cubicBezTo>
                  <a:cubicBezTo>
                    <a:pt x="653" y="1"/>
                    <a:pt x="651" y="0"/>
                    <a:pt x="650" y="0"/>
                  </a:cubicBezTo>
                  <a:cubicBezTo>
                    <a:pt x="567" y="22"/>
                    <a:pt x="485" y="45"/>
                    <a:pt x="403" y="68"/>
                  </a:cubicBezTo>
                  <a:cubicBezTo>
                    <a:pt x="314" y="92"/>
                    <a:pt x="226" y="116"/>
                    <a:pt x="137" y="138"/>
                  </a:cubicBezTo>
                  <a:cubicBezTo>
                    <a:pt x="92" y="149"/>
                    <a:pt x="47" y="159"/>
                    <a:pt x="2" y="167"/>
                  </a:cubicBezTo>
                  <a:cubicBezTo>
                    <a:pt x="0" y="168"/>
                    <a:pt x="0" y="170"/>
                    <a:pt x="0" y="172"/>
                  </a:cubicBezTo>
                  <a:cubicBezTo>
                    <a:pt x="6" y="184"/>
                    <a:pt x="11" y="197"/>
                    <a:pt x="16" y="209"/>
                  </a:cubicBezTo>
                  <a:cubicBezTo>
                    <a:pt x="31" y="243"/>
                    <a:pt x="46" y="277"/>
                    <a:pt x="60" y="311"/>
                  </a:cubicBezTo>
                  <a:cubicBezTo>
                    <a:pt x="82" y="361"/>
                    <a:pt x="103" y="411"/>
                    <a:pt x="125" y="461"/>
                  </a:cubicBezTo>
                  <a:cubicBezTo>
                    <a:pt x="151" y="522"/>
                    <a:pt x="178" y="583"/>
                    <a:pt x="204" y="644"/>
                  </a:cubicBezTo>
                  <a:cubicBezTo>
                    <a:pt x="233" y="711"/>
                    <a:pt x="262" y="778"/>
                    <a:pt x="291" y="845"/>
                  </a:cubicBezTo>
                  <a:cubicBezTo>
                    <a:pt x="320" y="912"/>
                    <a:pt x="349" y="980"/>
                    <a:pt x="378" y="1047"/>
                  </a:cubicBezTo>
                  <a:cubicBezTo>
                    <a:pt x="405" y="1110"/>
                    <a:pt x="432" y="1173"/>
                    <a:pt x="459" y="1237"/>
                  </a:cubicBezTo>
                  <a:cubicBezTo>
                    <a:pt x="482" y="1290"/>
                    <a:pt x="505" y="1343"/>
                    <a:pt x="528" y="1396"/>
                  </a:cubicBezTo>
                  <a:cubicBezTo>
                    <a:pt x="545" y="1434"/>
                    <a:pt x="561" y="1472"/>
                    <a:pt x="578" y="1511"/>
                  </a:cubicBezTo>
                  <a:cubicBezTo>
                    <a:pt x="585" y="1529"/>
                    <a:pt x="593" y="1547"/>
                    <a:pt x="601" y="1565"/>
                  </a:cubicBezTo>
                  <a:cubicBezTo>
                    <a:pt x="601" y="1566"/>
                    <a:pt x="602" y="1567"/>
                    <a:pt x="602" y="1567"/>
                  </a:cubicBezTo>
                  <a:cubicBezTo>
                    <a:pt x="604" y="1571"/>
                    <a:pt x="609" y="1568"/>
                    <a:pt x="607" y="1564"/>
                  </a:cubicBezTo>
                  <a:cubicBezTo>
                    <a:pt x="602" y="1552"/>
                    <a:pt x="596" y="1539"/>
                    <a:pt x="591" y="1527"/>
                  </a:cubicBezTo>
                  <a:cubicBezTo>
                    <a:pt x="576" y="1493"/>
                    <a:pt x="562" y="1459"/>
                    <a:pt x="547" y="1426"/>
                  </a:cubicBezTo>
                  <a:cubicBezTo>
                    <a:pt x="526" y="1375"/>
                    <a:pt x="504" y="1325"/>
                    <a:pt x="482" y="1275"/>
                  </a:cubicBezTo>
                  <a:cubicBezTo>
                    <a:pt x="456" y="1214"/>
                    <a:pt x="430" y="1153"/>
                    <a:pt x="404" y="1092"/>
                  </a:cubicBezTo>
                  <a:cubicBezTo>
                    <a:pt x="375" y="1025"/>
                    <a:pt x="346" y="958"/>
                    <a:pt x="317" y="891"/>
                  </a:cubicBezTo>
                  <a:cubicBezTo>
                    <a:pt x="288" y="824"/>
                    <a:pt x="259" y="756"/>
                    <a:pt x="230" y="689"/>
                  </a:cubicBezTo>
                  <a:cubicBezTo>
                    <a:pt x="203" y="626"/>
                    <a:pt x="175" y="563"/>
                    <a:pt x="148" y="500"/>
                  </a:cubicBezTo>
                  <a:cubicBezTo>
                    <a:pt x="125" y="447"/>
                    <a:pt x="102" y="394"/>
                    <a:pt x="79" y="340"/>
                  </a:cubicBezTo>
                  <a:cubicBezTo>
                    <a:pt x="63" y="302"/>
                    <a:pt x="46" y="264"/>
                    <a:pt x="30" y="225"/>
                  </a:cubicBezTo>
                  <a:cubicBezTo>
                    <a:pt x="25" y="213"/>
                    <a:pt x="20" y="202"/>
                    <a:pt x="14" y="190"/>
                  </a:cubicBezTo>
                  <a:cubicBezTo>
                    <a:pt x="12" y="184"/>
                    <a:pt x="10" y="177"/>
                    <a:pt x="6" y="171"/>
                  </a:cubicBezTo>
                  <a:cubicBezTo>
                    <a:pt x="6" y="170"/>
                    <a:pt x="6" y="170"/>
                    <a:pt x="5" y="169"/>
                  </a:cubicBezTo>
                  <a:cubicBezTo>
                    <a:pt x="5" y="170"/>
                    <a:pt x="4" y="172"/>
                    <a:pt x="4" y="173"/>
                  </a:cubicBezTo>
                  <a:cubicBezTo>
                    <a:pt x="88" y="157"/>
                    <a:pt x="170" y="136"/>
                    <a:pt x="253" y="115"/>
                  </a:cubicBezTo>
                  <a:cubicBezTo>
                    <a:pt x="342" y="91"/>
                    <a:pt x="430" y="67"/>
                    <a:pt x="518" y="42"/>
                  </a:cubicBezTo>
                  <a:cubicBezTo>
                    <a:pt x="562" y="30"/>
                    <a:pt x="607" y="18"/>
                    <a:pt x="652" y="6"/>
                  </a:cubicBezTo>
                  <a:cubicBezTo>
                    <a:pt x="651" y="6"/>
                    <a:pt x="649" y="5"/>
                    <a:pt x="648" y="5"/>
                  </a:cubicBezTo>
                  <a:cubicBezTo>
                    <a:pt x="654" y="17"/>
                    <a:pt x="659" y="29"/>
                    <a:pt x="665" y="41"/>
                  </a:cubicBezTo>
                  <a:cubicBezTo>
                    <a:pt x="680" y="75"/>
                    <a:pt x="695" y="108"/>
                    <a:pt x="710" y="141"/>
                  </a:cubicBezTo>
                  <a:cubicBezTo>
                    <a:pt x="732" y="190"/>
                    <a:pt x="754" y="239"/>
                    <a:pt x="776" y="287"/>
                  </a:cubicBezTo>
                  <a:cubicBezTo>
                    <a:pt x="803" y="347"/>
                    <a:pt x="830" y="406"/>
                    <a:pt x="856" y="466"/>
                  </a:cubicBezTo>
                  <a:cubicBezTo>
                    <a:pt x="886" y="531"/>
                    <a:pt x="916" y="597"/>
                    <a:pt x="945" y="662"/>
                  </a:cubicBezTo>
                  <a:cubicBezTo>
                    <a:pt x="975" y="728"/>
                    <a:pt x="1005" y="794"/>
                    <a:pt x="1035" y="861"/>
                  </a:cubicBezTo>
                  <a:cubicBezTo>
                    <a:pt x="1062" y="922"/>
                    <a:pt x="1090" y="983"/>
                    <a:pt x="1118" y="1045"/>
                  </a:cubicBezTo>
                  <a:cubicBezTo>
                    <a:pt x="1141" y="1097"/>
                    <a:pt x="1165" y="1148"/>
                    <a:pt x="1188" y="1200"/>
                  </a:cubicBezTo>
                  <a:cubicBezTo>
                    <a:pt x="1205" y="1238"/>
                    <a:pt x="1222" y="1275"/>
                    <a:pt x="1239" y="1313"/>
                  </a:cubicBezTo>
                  <a:cubicBezTo>
                    <a:pt x="1244" y="1324"/>
                    <a:pt x="1249" y="1336"/>
                    <a:pt x="1255" y="1348"/>
                  </a:cubicBezTo>
                  <a:cubicBezTo>
                    <a:pt x="1257" y="1354"/>
                    <a:pt x="1259" y="1360"/>
                    <a:pt x="1263" y="1366"/>
                  </a:cubicBezTo>
                  <a:cubicBezTo>
                    <a:pt x="1263" y="1367"/>
                    <a:pt x="1264" y="1367"/>
                    <a:pt x="1264" y="1368"/>
                  </a:cubicBezTo>
                  <a:cubicBezTo>
                    <a:pt x="1264" y="1367"/>
                    <a:pt x="1265" y="1365"/>
                    <a:pt x="1266" y="1364"/>
                  </a:cubicBezTo>
                  <a:cubicBezTo>
                    <a:pt x="1090" y="1409"/>
                    <a:pt x="916" y="1460"/>
                    <a:pt x="744" y="1516"/>
                  </a:cubicBezTo>
                  <a:cubicBezTo>
                    <a:pt x="697" y="1531"/>
                    <a:pt x="650" y="1547"/>
                    <a:pt x="604" y="1563"/>
                  </a:cubicBezTo>
                  <a:cubicBezTo>
                    <a:pt x="600" y="1564"/>
                    <a:pt x="602" y="1570"/>
                    <a:pt x="605" y="15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Freeform 15">
              <a:extLst>
                <a:ext uri="{FF2B5EF4-FFF2-40B4-BE49-F238E27FC236}">
                  <a16:creationId xmlns:a16="http://schemas.microsoft.com/office/drawing/2014/main" id="{30650DD8-21D3-4E4E-A565-83337339F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" y="2082"/>
              <a:ext cx="113" cy="152"/>
            </a:xfrm>
            <a:custGeom>
              <a:avLst/>
              <a:gdLst>
                <a:gd name="T0" fmla="*/ 88 w 209"/>
                <a:gd name="T1" fmla="*/ 3 h 282"/>
                <a:gd name="T2" fmla="*/ 101 w 209"/>
                <a:gd name="T3" fmla="*/ 0 h 282"/>
                <a:gd name="T4" fmla="*/ 122 w 209"/>
                <a:gd name="T5" fmla="*/ 15 h 282"/>
                <a:gd name="T6" fmla="*/ 206 w 209"/>
                <a:gd name="T7" fmla="*/ 215 h 282"/>
                <a:gd name="T8" fmla="*/ 208 w 209"/>
                <a:gd name="T9" fmla="*/ 228 h 282"/>
                <a:gd name="T10" fmla="*/ 196 w 209"/>
                <a:gd name="T11" fmla="*/ 242 h 282"/>
                <a:gd name="T12" fmla="*/ 108 w 209"/>
                <a:gd name="T13" fmla="*/ 279 h 282"/>
                <a:gd name="T14" fmla="*/ 88 w 209"/>
                <a:gd name="T15" fmla="*/ 278 h 282"/>
                <a:gd name="T16" fmla="*/ 79 w 209"/>
                <a:gd name="T17" fmla="*/ 265 h 282"/>
                <a:gd name="T18" fmla="*/ 65 w 209"/>
                <a:gd name="T19" fmla="*/ 230 h 282"/>
                <a:gd name="T20" fmla="*/ 45 w 209"/>
                <a:gd name="T21" fmla="*/ 178 h 282"/>
                <a:gd name="T22" fmla="*/ 24 w 209"/>
                <a:gd name="T23" fmla="*/ 122 h 282"/>
                <a:gd name="T24" fmla="*/ 6 w 209"/>
                <a:gd name="T25" fmla="*/ 71 h 282"/>
                <a:gd name="T26" fmla="*/ 0 w 209"/>
                <a:gd name="T27" fmla="*/ 54 h 282"/>
                <a:gd name="T28" fmla="*/ 0 w 209"/>
                <a:gd name="T29" fmla="*/ 48 h 282"/>
                <a:gd name="T30" fmla="*/ 7 w 209"/>
                <a:gd name="T31" fmla="*/ 36 h 282"/>
                <a:gd name="T32" fmla="*/ 20 w 209"/>
                <a:gd name="T33" fmla="*/ 30 h 282"/>
                <a:gd name="T34" fmla="*/ 35 w 209"/>
                <a:gd name="T35" fmla="*/ 24 h 282"/>
                <a:gd name="T36" fmla="*/ 66 w 209"/>
                <a:gd name="T37" fmla="*/ 11 h 282"/>
                <a:gd name="T38" fmla="*/ 88 w 209"/>
                <a:gd name="T39" fmla="*/ 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9" h="282">
                  <a:moveTo>
                    <a:pt x="88" y="3"/>
                  </a:moveTo>
                  <a:cubicBezTo>
                    <a:pt x="92" y="1"/>
                    <a:pt x="97" y="0"/>
                    <a:pt x="101" y="0"/>
                  </a:cubicBezTo>
                  <a:cubicBezTo>
                    <a:pt x="110" y="1"/>
                    <a:pt x="118" y="7"/>
                    <a:pt x="122" y="15"/>
                  </a:cubicBezTo>
                  <a:cubicBezTo>
                    <a:pt x="127" y="22"/>
                    <a:pt x="186" y="155"/>
                    <a:pt x="206" y="215"/>
                  </a:cubicBezTo>
                  <a:cubicBezTo>
                    <a:pt x="208" y="219"/>
                    <a:pt x="209" y="224"/>
                    <a:pt x="208" y="228"/>
                  </a:cubicBezTo>
                  <a:cubicBezTo>
                    <a:pt x="207" y="235"/>
                    <a:pt x="201" y="239"/>
                    <a:pt x="196" y="242"/>
                  </a:cubicBezTo>
                  <a:cubicBezTo>
                    <a:pt x="169" y="258"/>
                    <a:pt x="139" y="271"/>
                    <a:pt x="108" y="279"/>
                  </a:cubicBezTo>
                  <a:cubicBezTo>
                    <a:pt x="101" y="281"/>
                    <a:pt x="94" y="282"/>
                    <a:pt x="88" y="278"/>
                  </a:cubicBezTo>
                  <a:cubicBezTo>
                    <a:pt x="83" y="275"/>
                    <a:pt x="81" y="270"/>
                    <a:pt x="79" y="265"/>
                  </a:cubicBezTo>
                  <a:cubicBezTo>
                    <a:pt x="74" y="253"/>
                    <a:pt x="70" y="242"/>
                    <a:pt x="65" y="230"/>
                  </a:cubicBezTo>
                  <a:cubicBezTo>
                    <a:pt x="59" y="213"/>
                    <a:pt x="52" y="196"/>
                    <a:pt x="45" y="178"/>
                  </a:cubicBezTo>
                  <a:cubicBezTo>
                    <a:pt x="38" y="160"/>
                    <a:pt x="31" y="141"/>
                    <a:pt x="24" y="122"/>
                  </a:cubicBezTo>
                  <a:cubicBezTo>
                    <a:pt x="18" y="105"/>
                    <a:pt x="12" y="88"/>
                    <a:pt x="6" y="71"/>
                  </a:cubicBezTo>
                  <a:cubicBezTo>
                    <a:pt x="4" y="66"/>
                    <a:pt x="2" y="60"/>
                    <a:pt x="0" y="54"/>
                  </a:cubicBezTo>
                  <a:cubicBezTo>
                    <a:pt x="0" y="52"/>
                    <a:pt x="0" y="50"/>
                    <a:pt x="0" y="48"/>
                  </a:cubicBezTo>
                  <a:cubicBezTo>
                    <a:pt x="0" y="43"/>
                    <a:pt x="4" y="39"/>
                    <a:pt x="7" y="36"/>
                  </a:cubicBezTo>
                  <a:cubicBezTo>
                    <a:pt x="11" y="34"/>
                    <a:pt x="16" y="32"/>
                    <a:pt x="20" y="30"/>
                  </a:cubicBezTo>
                  <a:cubicBezTo>
                    <a:pt x="25" y="28"/>
                    <a:pt x="30" y="26"/>
                    <a:pt x="35" y="24"/>
                  </a:cubicBezTo>
                  <a:cubicBezTo>
                    <a:pt x="45" y="20"/>
                    <a:pt x="55" y="15"/>
                    <a:pt x="66" y="11"/>
                  </a:cubicBezTo>
                  <a:cubicBezTo>
                    <a:pt x="73" y="8"/>
                    <a:pt x="80" y="5"/>
                    <a:pt x="88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" name="Freeform 16">
              <a:extLst>
                <a:ext uri="{FF2B5EF4-FFF2-40B4-BE49-F238E27FC236}">
                  <a16:creationId xmlns:a16="http://schemas.microsoft.com/office/drawing/2014/main" id="{81FB4759-4263-47C0-B219-DC852A896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" y="2079"/>
              <a:ext cx="123" cy="158"/>
            </a:xfrm>
            <a:custGeom>
              <a:avLst/>
              <a:gdLst>
                <a:gd name="T0" fmla="*/ 102 w 228"/>
                <a:gd name="T1" fmla="*/ 16 h 295"/>
                <a:gd name="T2" fmla="*/ 120 w 228"/>
                <a:gd name="T3" fmla="*/ 16 h 295"/>
                <a:gd name="T4" fmla="*/ 129 w 228"/>
                <a:gd name="T5" fmla="*/ 26 h 295"/>
                <a:gd name="T6" fmla="*/ 133 w 228"/>
                <a:gd name="T7" fmla="*/ 34 h 295"/>
                <a:gd name="T8" fmla="*/ 150 w 228"/>
                <a:gd name="T9" fmla="*/ 70 h 295"/>
                <a:gd name="T10" fmla="*/ 195 w 228"/>
                <a:gd name="T11" fmla="*/ 179 h 295"/>
                <a:gd name="T12" fmla="*/ 206 w 228"/>
                <a:gd name="T13" fmla="*/ 205 h 295"/>
                <a:gd name="T14" fmla="*/ 214 w 228"/>
                <a:gd name="T15" fmla="*/ 230 h 295"/>
                <a:gd name="T16" fmla="*/ 206 w 228"/>
                <a:gd name="T17" fmla="*/ 243 h 295"/>
                <a:gd name="T18" fmla="*/ 186 w 228"/>
                <a:gd name="T19" fmla="*/ 254 h 295"/>
                <a:gd name="T20" fmla="*/ 146 w 228"/>
                <a:gd name="T21" fmla="*/ 271 h 295"/>
                <a:gd name="T22" fmla="*/ 125 w 228"/>
                <a:gd name="T23" fmla="*/ 278 h 295"/>
                <a:gd name="T24" fmla="*/ 106 w 228"/>
                <a:gd name="T25" fmla="*/ 281 h 295"/>
                <a:gd name="T26" fmla="*/ 96 w 228"/>
                <a:gd name="T27" fmla="*/ 266 h 295"/>
                <a:gd name="T28" fmla="*/ 87 w 228"/>
                <a:gd name="T29" fmla="*/ 245 h 295"/>
                <a:gd name="T30" fmla="*/ 53 w 228"/>
                <a:gd name="T31" fmla="*/ 156 h 295"/>
                <a:gd name="T32" fmla="*/ 35 w 228"/>
                <a:gd name="T33" fmla="*/ 106 h 295"/>
                <a:gd name="T34" fmla="*/ 25 w 228"/>
                <a:gd name="T35" fmla="*/ 80 h 295"/>
                <a:gd name="T36" fmla="*/ 18 w 228"/>
                <a:gd name="T37" fmla="*/ 58 h 295"/>
                <a:gd name="T38" fmla="*/ 31 w 228"/>
                <a:gd name="T39" fmla="*/ 45 h 295"/>
                <a:gd name="T40" fmla="*/ 54 w 228"/>
                <a:gd name="T41" fmla="*/ 35 h 295"/>
                <a:gd name="T42" fmla="*/ 102 w 228"/>
                <a:gd name="T43" fmla="*/ 16 h 295"/>
                <a:gd name="T44" fmla="*/ 98 w 228"/>
                <a:gd name="T45" fmla="*/ 3 h 295"/>
                <a:gd name="T46" fmla="*/ 53 w 228"/>
                <a:gd name="T47" fmla="*/ 22 h 295"/>
                <a:gd name="T48" fmla="*/ 29 w 228"/>
                <a:gd name="T49" fmla="*/ 32 h 295"/>
                <a:gd name="T50" fmla="*/ 12 w 228"/>
                <a:gd name="T51" fmla="*/ 42 h 295"/>
                <a:gd name="T52" fmla="*/ 13 w 228"/>
                <a:gd name="T53" fmla="*/ 83 h 295"/>
                <a:gd name="T54" fmla="*/ 30 w 228"/>
                <a:gd name="T55" fmla="*/ 132 h 295"/>
                <a:gd name="T56" fmla="*/ 68 w 228"/>
                <a:gd name="T57" fmla="*/ 230 h 295"/>
                <a:gd name="T58" fmla="*/ 86 w 228"/>
                <a:gd name="T59" fmla="*/ 277 h 295"/>
                <a:gd name="T60" fmla="*/ 99 w 228"/>
                <a:gd name="T61" fmla="*/ 292 h 295"/>
                <a:gd name="T62" fmla="*/ 120 w 228"/>
                <a:gd name="T63" fmla="*/ 292 h 295"/>
                <a:gd name="T64" fmla="*/ 208 w 228"/>
                <a:gd name="T65" fmla="*/ 257 h 295"/>
                <a:gd name="T66" fmla="*/ 223 w 228"/>
                <a:gd name="T67" fmla="*/ 244 h 295"/>
                <a:gd name="T68" fmla="*/ 225 w 228"/>
                <a:gd name="T69" fmla="*/ 223 h 295"/>
                <a:gd name="T70" fmla="*/ 216 w 228"/>
                <a:gd name="T71" fmla="*/ 197 h 295"/>
                <a:gd name="T72" fmla="*/ 166 w 228"/>
                <a:gd name="T73" fmla="*/ 76 h 295"/>
                <a:gd name="T74" fmla="*/ 146 w 228"/>
                <a:gd name="T75" fmla="*/ 31 h 295"/>
                <a:gd name="T76" fmla="*/ 119 w 228"/>
                <a:gd name="T77" fmla="*/ 2 h 295"/>
                <a:gd name="T78" fmla="*/ 98 w 228"/>
                <a:gd name="T79" fmla="*/ 3 h 295"/>
                <a:gd name="T80" fmla="*/ 102 w 228"/>
                <a:gd name="T81" fmla="*/ 16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28" h="295">
                  <a:moveTo>
                    <a:pt x="102" y="16"/>
                  </a:moveTo>
                  <a:cubicBezTo>
                    <a:pt x="108" y="14"/>
                    <a:pt x="114" y="12"/>
                    <a:pt x="120" y="16"/>
                  </a:cubicBezTo>
                  <a:cubicBezTo>
                    <a:pt x="124" y="18"/>
                    <a:pt x="127" y="22"/>
                    <a:pt x="129" y="26"/>
                  </a:cubicBezTo>
                  <a:cubicBezTo>
                    <a:pt x="131" y="28"/>
                    <a:pt x="132" y="31"/>
                    <a:pt x="133" y="34"/>
                  </a:cubicBezTo>
                  <a:cubicBezTo>
                    <a:pt x="139" y="46"/>
                    <a:pt x="144" y="58"/>
                    <a:pt x="150" y="70"/>
                  </a:cubicBezTo>
                  <a:cubicBezTo>
                    <a:pt x="165" y="106"/>
                    <a:pt x="181" y="142"/>
                    <a:pt x="195" y="179"/>
                  </a:cubicBezTo>
                  <a:cubicBezTo>
                    <a:pt x="199" y="188"/>
                    <a:pt x="202" y="197"/>
                    <a:pt x="206" y="205"/>
                  </a:cubicBezTo>
                  <a:cubicBezTo>
                    <a:pt x="208" y="213"/>
                    <a:pt x="213" y="222"/>
                    <a:pt x="214" y="230"/>
                  </a:cubicBezTo>
                  <a:cubicBezTo>
                    <a:pt x="215" y="237"/>
                    <a:pt x="210" y="240"/>
                    <a:pt x="206" y="243"/>
                  </a:cubicBezTo>
                  <a:cubicBezTo>
                    <a:pt x="199" y="247"/>
                    <a:pt x="192" y="251"/>
                    <a:pt x="186" y="254"/>
                  </a:cubicBezTo>
                  <a:cubicBezTo>
                    <a:pt x="173" y="261"/>
                    <a:pt x="159" y="266"/>
                    <a:pt x="146" y="271"/>
                  </a:cubicBezTo>
                  <a:cubicBezTo>
                    <a:pt x="139" y="274"/>
                    <a:pt x="132" y="276"/>
                    <a:pt x="125" y="278"/>
                  </a:cubicBezTo>
                  <a:cubicBezTo>
                    <a:pt x="119" y="279"/>
                    <a:pt x="112" y="282"/>
                    <a:pt x="106" y="281"/>
                  </a:cubicBezTo>
                  <a:cubicBezTo>
                    <a:pt x="100" y="279"/>
                    <a:pt x="98" y="272"/>
                    <a:pt x="96" y="266"/>
                  </a:cubicBezTo>
                  <a:cubicBezTo>
                    <a:pt x="93" y="259"/>
                    <a:pt x="90" y="252"/>
                    <a:pt x="87" y="245"/>
                  </a:cubicBezTo>
                  <a:cubicBezTo>
                    <a:pt x="76" y="215"/>
                    <a:pt x="64" y="186"/>
                    <a:pt x="53" y="156"/>
                  </a:cubicBezTo>
                  <a:cubicBezTo>
                    <a:pt x="47" y="140"/>
                    <a:pt x="41" y="123"/>
                    <a:pt x="35" y="106"/>
                  </a:cubicBezTo>
                  <a:cubicBezTo>
                    <a:pt x="32" y="98"/>
                    <a:pt x="28" y="89"/>
                    <a:pt x="25" y="80"/>
                  </a:cubicBezTo>
                  <a:cubicBezTo>
                    <a:pt x="23" y="73"/>
                    <a:pt x="20" y="66"/>
                    <a:pt x="18" y="58"/>
                  </a:cubicBezTo>
                  <a:cubicBezTo>
                    <a:pt x="17" y="50"/>
                    <a:pt x="25" y="47"/>
                    <a:pt x="31" y="45"/>
                  </a:cubicBezTo>
                  <a:cubicBezTo>
                    <a:pt x="39" y="42"/>
                    <a:pt x="46" y="38"/>
                    <a:pt x="54" y="35"/>
                  </a:cubicBezTo>
                  <a:cubicBezTo>
                    <a:pt x="70" y="28"/>
                    <a:pt x="86" y="21"/>
                    <a:pt x="102" y="16"/>
                  </a:cubicBezTo>
                  <a:cubicBezTo>
                    <a:pt x="109" y="13"/>
                    <a:pt x="106" y="1"/>
                    <a:pt x="98" y="3"/>
                  </a:cubicBezTo>
                  <a:cubicBezTo>
                    <a:pt x="83" y="9"/>
                    <a:pt x="68" y="15"/>
                    <a:pt x="53" y="22"/>
                  </a:cubicBezTo>
                  <a:cubicBezTo>
                    <a:pt x="45" y="25"/>
                    <a:pt x="37" y="29"/>
                    <a:pt x="29" y="32"/>
                  </a:cubicBezTo>
                  <a:cubicBezTo>
                    <a:pt x="23" y="35"/>
                    <a:pt x="16" y="37"/>
                    <a:pt x="12" y="42"/>
                  </a:cubicBezTo>
                  <a:cubicBezTo>
                    <a:pt x="0" y="53"/>
                    <a:pt x="8" y="70"/>
                    <a:pt x="13" y="83"/>
                  </a:cubicBezTo>
                  <a:cubicBezTo>
                    <a:pt x="18" y="99"/>
                    <a:pt x="24" y="116"/>
                    <a:pt x="30" y="132"/>
                  </a:cubicBezTo>
                  <a:cubicBezTo>
                    <a:pt x="43" y="165"/>
                    <a:pt x="55" y="197"/>
                    <a:pt x="68" y="230"/>
                  </a:cubicBezTo>
                  <a:cubicBezTo>
                    <a:pt x="74" y="245"/>
                    <a:pt x="80" y="261"/>
                    <a:pt x="86" y="277"/>
                  </a:cubicBezTo>
                  <a:cubicBezTo>
                    <a:pt x="89" y="283"/>
                    <a:pt x="93" y="289"/>
                    <a:pt x="99" y="292"/>
                  </a:cubicBezTo>
                  <a:cubicBezTo>
                    <a:pt x="106" y="295"/>
                    <a:pt x="113" y="294"/>
                    <a:pt x="120" y="292"/>
                  </a:cubicBezTo>
                  <a:cubicBezTo>
                    <a:pt x="151" y="285"/>
                    <a:pt x="181" y="273"/>
                    <a:pt x="208" y="257"/>
                  </a:cubicBezTo>
                  <a:cubicBezTo>
                    <a:pt x="213" y="253"/>
                    <a:pt x="219" y="250"/>
                    <a:pt x="223" y="244"/>
                  </a:cubicBezTo>
                  <a:cubicBezTo>
                    <a:pt x="228" y="237"/>
                    <a:pt x="227" y="230"/>
                    <a:pt x="225" y="223"/>
                  </a:cubicBezTo>
                  <a:cubicBezTo>
                    <a:pt x="223" y="214"/>
                    <a:pt x="219" y="205"/>
                    <a:pt x="216" y="197"/>
                  </a:cubicBezTo>
                  <a:cubicBezTo>
                    <a:pt x="201" y="156"/>
                    <a:pt x="184" y="116"/>
                    <a:pt x="166" y="76"/>
                  </a:cubicBezTo>
                  <a:cubicBezTo>
                    <a:pt x="159" y="61"/>
                    <a:pt x="153" y="46"/>
                    <a:pt x="146" y="31"/>
                  </a:cubicBezTo>
                  <a:cubicBezTo>
                    <a:pt x="140" y="19"/>
                    <a:pt x="134" y="6"/>
                    <a:pt x="119" y="2"/>
                  </a:cubicBezTo>
                  <a:cubicBezTo>
                    <a:pt x="112" y="0"/>
                    <a:pt x="105" y="1"/>
                    <a:pt x="98" y="3"/>
                  </a:cubicBezTo>
                  <a:cubicBezTo>
                    <a:pt x="90" y="6"/>
                    <a:pt x="94" y="18"/>
                    <a:pt x="102" y="1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17">
              <a:extLst>
                <a:ext uri="{FF2B5EF4-FFF2-40B4-BE49-F238E27FC236}">
                  <a16:creationId xmlns:a16="http://schemas.microsoft.com/office/drawing/2014/main" id="{2AB58092-6645-4CAE-A158-9993322A1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" y="2113"/>
              <a:ext cx="44" cy="28"/>
            </a:xfrm>
            <a:custGeom>
              <a:avLst/>
              <a:gdLst>
                <a:gd name="T0" fmla="*/ 71 w 82"/>
                <a:gd name="T1" fmla="*/ 1 h 51"/>
                <a:gd name="T2" fmla="*/ 64 w 82"/>
                <a:gd name="T3" fmla="*/ 6 h 51"/>
                <a:gd name="T4" fmla="*/ 64 w 82"/>
                <a:gd name="T5" fmla="*/ 9 h 51"/>
                <a:gd name="T6" fmla="*/ 60 w 82"/>
                <a:gd name="T7" fmla="*/ 16 h 51"/>
                <a:gd name="T8" fmla="*/ 53 w 82"/>
                <a:gd name="T9" fmla="*/ 23 h 51"/>
                <a:gd name="T10" fmla="*/ 48 w 82"/>
                <a:gd name="T11" fmla="*/ 25 h 51"/>
                <a:gd name="T12" fmla="*/ 42 w 82"/>
                <a:gd name="T13" fmla="*/ 28 h 51"/>
                <a:gd name="T14" fmla="*/ 35 w 82"/>
                <a:gd name="T15" fmla="*/ 30 h 51"/>
                <a:gd name="T16" fmla="*/ 31 w 82"/>
                <a:gd name="T17" fmla="*/ 31 h 51"/>
                <a:gd name="T18" fmla="*/ 28 w 82"/>
                <a:gd name="T19" fmla="*/ 31 h 51"/>
                <a:gd name="T20" fmla="*/ 27 w 82"/>
                <a:gd name="T21" fmla="*/ 30 h 51"/>
                <a:gd name="T22" fmla="*/ 24 w 82"/>
                <a:gd name="T23" fmla="*/ 28 h 51"/>
                <a:gd name="T24" fmla="*/ 19 w 82"/>
                <a:gd name="T25" fmla="*/ 24 h 51"/>
                <a:gd name="T26" fmla="*/ 11 w 82"/>
                <a:gd name="T27" fmla="*/ 20 h 51"/>
                <a:gd name="T28" fmla="*/ 8 w 82"/>
                <a:gd name="T29" fmla="*/ 20 h 51"/>
                <a:gd name="T30" fmla="*/ 3 w 82"/>
                <a:gd name="T31" fmla="*/ 23 h 51"/>
                <a:gd name="T32" fmla="*/ 1 w 82"/>
                <a:gd name="T33" fmla="*/ 30 h 51"/>
                <a:gd name="T34" fmla="*/ 1 w 82"/>
                <a:gd name="T35" fmla="*/ 33 h 51"/>
                <a:gd name="T36" fmla="*/ 4 w 82"/>
                <a:gd name="T37" fmla="*/ 37 h 51"/>
                <a:gd name="T38" fmla="*/ 15 w 82"/>
                <a:gd name="T39" fmla="*/ 46 h 51"/>
                <a:gd name="T40" fmla="*/ 27 w 82"/>
                <a:gd name="T41" fmla="*/ 51 h 51"/>
                <a:gd name="T42" fmla="*/ 38 w 82"/>
                <a:gd name="T43" fmla="*/ 51 h 51"/>
                <a:gd name="T44" fmla="*/ 40 w 82"/>
                <a:gd name="T45" fmla="*/ 50 h 51"/>
                <a:gd name="T46" fmla="*/ 49 w 82"/>
                <a:gd name="T47" fmla="*/ 48 h 51"/>
                <a:gd name="T48" fmla="*/ 58 w 82"/>
                <a:gd name="T49" fmla="*/ 43 h 51"/>
                <a:gd name="T50" fmla="*/ 67 w 82"/>
                <a:gd name="T51" fmla="*/ 37 h 51"/>
                <a:gd name="T52" fmla="*/ 75 w 82"/>
                <a:gd name="T53" fmla="*/ 29 h 51"/>
                <a:gd name="T54" fmla="*/ 79 w 82"/>
                <a:gd name="T55" fmla="*/ 22 h 51"/>
                <a:gd name="T56" fmla="*/ 79 w 82"/>
                <a:gd name="T57" fmla="*/ 21 h 51"/>
                <a:gd name="T58" fmla="*/ 79 w 82"/>
                <a:gd name="T59" fmla="*/ 21 h 51"/>
                <a:gd name="T60" fmla="*/ 81 w 82"/>
                <a:gd name="T61" fmla="*/ 16 h 51"/>
                <a:gd name="T62" fmla="*/ 82 w 82"/>
                <a:gd name="T63" fmla="*/ 10 h 51"/>
                <a:gd name="T64" fmla="*/ 82 w 82"/>
                <a:gd name="T65" fmla="*/ 7 h 51"/>
                <a:gd name="T66" fmla="*/ 75 w 82"/>
                <a:gd name="T67" fmla="*/ 1 h 51"/>
                <a:gd name="T68" fmla="*/ 71 w 82"/>
                <a:gd name="T69" fmla="*/ 1 h 51"/>
                <a:gd name="T70" fmla="*/ 71 w 82"/>
                <a:gd name="T71" fmla="*/ 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2" h="51">
                  <a:moveTo>
                    <a:pt x="71" y="1"/>
                  </a:moveTo>
                  <a:cubicBezTo>
                    <a:pt x="67" y="1"/>
                    <a:pt x="65" y="3"/>
                    <a:pt x="64" y="6"/>
                  </a:cubicBezTo>
                  <a:cubicBezTo>
                    <a:pt x="64" y="7"/>
                    <a:pt x="64" y="8"/>
                    <a:pt x="64" y="9"/>
                  </a:cubicBezTo>
                  <a:cubicBezTo>
                    <a:pt x="62" y="12"/>
                    <a:pt x="61" y="14"/>
                    <a:pt x="60" y="16"/>
                  </a:cubicBezTo>
                  <a:cubicBezTo>
                    <a:pt x="58" y="18"/>
                    <a:pt x="56" y="21"/>
                    <a:pt x="53" y="23"/>
                  </a:cubicBezTo>
                  <a:cubicBezTo>
                    <a:pt x="52" y="24"/>
                    <a:pt x="50" y="25"/>
                    <a:pt x="48" y="25"/>
                  </a:cubicBezTo>
                  <a:cubicBezTo>
                    <a:pt x="46" y="26"/>
                    <a:pt x="44" y="27"/>
                    <a:pt x="42" y="28"/>
                  </a:cubicBezTo>
                  <a:cubicBezTo>
                    <a:pt x="40" y="29"/>
                    <a:pt x="37" y="30"/>
                    <a:pt x="35" y="30"/>
                  </a:cubicBezTo>
                  <a:cubicBezTo>
                    <a:pt x="34" y="30"/>
                    <a:pt x="33" y="31"/>
                    <a:pt x="31" y="31"/>
                  </a:cubicBezTo>
                  <a:cubicBezTo>
                    <a:pt x="30" y="31"/>
                    <a:pt x="29" y="31"/>
                    <a:pt x="28" y="31"/>
                  </a:cubicBezTo>
                  <a:cubicBezTo>
                    <a:pt x="28" y="30"/>
                    <a:pt x="27" y="30"/>
                    <a:pt x="27" y="30"/>
                  </a:cubicBezTo>
                  <a:cubicBezTo>
                    <a:pt x="26" y="30"/>
                    <a:pt x="25" y="29"/>
                    <a:pt x="24" y="28"/>
                  </a:cubicBezTo>
                  <a:cubicBezTo>
                    <a:pt x="22" y="27"/>
                    <a:pt x="20" y="25"/>
                    <a:pt x="19" y="24"/>
                  </a:cubicBezTo>
                  <a:cubicBezTo>
                    <a:pt x="16" y="21"/>
                    <a:pt x="14" y="20"/>
                    <a:pt x="11" y="20"/>
                  </a:cubicBezTo>
                  <a:cubicBezTo>
                    <a:pt x="10" y="20"/>
                    <a:pt x="9" y="20"/>
                    <a:pt x="8" y="20"/>
                  </a:cubicBezTo>
                  <a:cubicBezTo>
                    <a:pt x="6" y="21"/>
                    <a:pt x="5" y="22"/>
                    <a:pt x="3" y="23"/>
                  </a:cubicBezTo>
                  <a:cubicBezTo>
                    <a:pt x="1" y="25"/>
                    <a:pt x="0" y="27"/>
                    <a:pt x="1" y="30"/>
                  </a:cubicBezTo>
                  <a:cubicBezTo>
                    <a:pt x="1" y="31"/>
                    <a:pt x="1" y="32"/>
                    <a:pt x="1" y="33"/>
                  </a:cubicBezTo>
                  <a:cubicBezTo>
                    <a:pt x="2" y="35"/>
                    <a:pt x="3" y="36"/>
                    <a:pt x="4" y="37"/>
                  </a:cubicBezTo>
                  <a:cubicBezTo>
                    <a:pt x="7" y="40"/>
                    <a:pt x="11" y="43"/>
                    <a:pt x="15" y="46"/>
                  </a:cubicBezTo>
                  <a:cubicBezTo>
                    <a:pt x="18" y="48"/>
                    <a:pt x="22" y="50"/>
                    <a:pt x="27" y="51"/>
                  </a:cubicBezTo>
                  <a:cubicBezTo>
                    <a:pt x="31" y="51"/>
                    <a:pt x="34" y="51"/>
                    <a:pt x="38" y="51"/>
                  </a:cubicBezTo>
                  <a:cubicBezTo>
                    <a:pt x="39" y="51"/>
                    <a:pt x="39" y="51"/>
                    <a:pt x="40" y="50"/>
                  </a:cubicBezTo>
                  <a:cubicBezTo>
                    <a:pt x="43" y="50"/>
                    <a:pt x="46" y="49"/>
                    <a:pt x="49" y="48"/>
                  </a:cubicBezTo>
                  <a:cubicBezTo>
                    <a:pt x="53" y="46"/>
                    <a:pt x="56" y="45"/>
                    <a:pt x="58" y="43"/>
                  </a:cubicBezTo>
                  <a:cubicBezTo>
                    <a:pt x="61" y="42"/>
                    <a:pt x="64" y="40"/>
                    <a:pt x="67" y="37"/>
                  </a:cubicBezTo>
                  <a:cubicBezTo>
                    <a:pt x="70" y="35"/>
                    <a:pt x="72" y="32"/>
                    <a:pt x="75" y="29"/>
                  </a:cubicBezTo>
                  <a:cubicBezTo>
                    <a:pt x="77" y="26"/>
                    <a:pt x="78" y="24"/>
                    <a:pt x="79" y="22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80" y="19"/>
                    <a:pt x="81" y="18"/>
                    <a:pt x="81" y="16"/>
                  </a:cubicBezTo>
                  <a:cubicBezTo>
                    <a:pt x="82" y="15"/>
                    <a:pt x="82" y="12"/>
                    <a:pt x="82" y="10"/>
                  </a:cubicBezTo>
                  <a:cubicBezTo>
                    <a:pt x="82" y="9"/>
                    <a:pt x="82" y="8"/>
                    <a:pt x="82" y="7"/>
                  </a:cubicBezTo>
                  <a:cubicBezTo>
                    <a:pt x="81" y="4"/>
                    <a:pt x="78" y="2"/>
                    <a:pt x="75" y="1"/>
                  </a:cubicBezTo>
                  <a:cubicBezTo>
                    <a:pt x="74" y="0"/>
                    <a:pt x="72" y="0"/>
                    <a:pt x="71" y="1"/>
                  </a:cubicBezTo>
                  <a:cubicBezTo>
                    <a:pt x="71" y="1"/>
                    <a:pt x="71" y="1"/>
                    <a:pt x="71" y="1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Freeform 18">
              <a:extLst>
                <a:ext uri="{FF2B5EF4-FFF2-40B4-BE49-F238E27FC236}">
                  <a16:creationId xmlns:a16="http://schemas.microsoft.com/office/drawing/2014/main" id="{69D17421-FEB9-4883-BA15-DA1902331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8" y="2104"/>
              <a:ext cx="9" cy="13"/>
            </a:xfrm>
            <a:custGeom>
              <a:avLst/>
              <a:gdLst>
                <a:gd name="T0" fmla="*/ 8 w 17"/>
                <a:gd name="T1" fmla="*/ 0 h 25"/>
                <a:gd name="T2" fmla="*/ 1 w 17"/>
                <a:gd name="T3" fmla="*/ 7 h 25"/>
                <a:gd name="T4" fmla="*/ 2 w 17"/>
                <a:gd name="T5" fmla="*/ 15 h 25"/>
                <a:gd name="T6" fmla="*/ 5 w 17"/>
                <a:gd name="T7" fmla="*/ 23 h 25"/>
                <a:gd name="T8" fmla="*/ 12 w 17"/>
                <a:gd name="T9" fmla="*/ 25 h 25"/>
                <a:gd name="T10" fmla="*/ 13 w 17"/>
                <a:gd name="T11" fmla="*/ 25 h 25"/>
                <a:gd name="T12" fmla="*/ 16 w 17"/>
                <a:gd name="T13" fmla="*/ 21 h 25"/>
                <a:gd name="T14" fmla="*/ 17 w 17"/>
                <a:gd name="T15" fmla="*/ 15 h 25"/>
                <a:gd name="T16" fmla="*/ 14 w 17"/>
                <a:gd name="T17" fmla="*/ 5 h 25"/>
                <a:gd name="T18" fmla="*/ 8 w 17"/>
                <a:gd name="T1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5">
                  <a:moveTo>
                    <a:pt x="8" y="0"/>
                  </a:moveTo>
                  <a:cubicBezTo>
                    <a:pt x="5" y="1"/>
                    <a:pt x="2" y="5"/>
                    <a:pt x="1" y="7"/>
                  </a:cubicBezTo>
                  <a:cubicBezTo>
                    <a:pt x="0" y="10"/>
                    <a:pt x="0" y="12"/>
                    <a:pt x="2" y="15"/>
                  </a:cubicBezTo>
                  <a:cubicBezTo>
                    <a:pt x="3" y="18"/>
                    <a:pt x="3" y="21"/>
                    <a:pt x="5" y="23"/>
                  </a:cubicBezTo>
                  <a:cubicBezTo>
                    <a:pt x="7" y="24"/>
                    <a:pt x="10" y="25"/>
                    <a:pt x="12" y="25"/>
                  </a:cubicBezTo>
                  <a:cubicBezTo>
                    <a:pt x="12" y="25"/>
                    <a:pt x="12" y="25"/>
                    <a:pt x="13" y="25"/>
                  </a:cubicBezTo>
                  <a:cubicBezTo>
                    <a:pt x="14" y="24"/>
                    <a:pt x="16" y="22"/>
                    <a:pt x="16" y="21"/>
                  </a:cubicBezTo>
                  <a:cubicBezTo>
                    <a:pt x="17" y="19"/>
                    <a:pt x="17" y="17"/>
                    <a:pt x="17" y="15"/>
                  </a:cubicBezTo>
                  <a:cubicBezTo>
                    <a:pt x="17" y="14"/>
                    <a:pt x="17" y="8"/>
                    <a:pt x="14" y="5"/>
                  </a:cubicBezTo>
                  <a:cubicBezTo>
                    <a:pt x="13" y="2"/>
                    <a:pt x="11" y="0"/>
                    <a:pt x="8" y="0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Freeform 19">
              <a:extLst>
                <a:ext uri="{FF2B5EF4-FFF2-40B4-BE49-F238E27FC236}">
                  <a16:creationId xmlns:a16="http://schemas.microsoft.com/office/drawing/2014/main" id="{6C84E58F-A85F-4593-AEEC-1FA5191F9B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8" y="2096"/>
              <a:ext cx="9" cy="14"/>
            </a:xfrm>
            <a:custGeom>
              <a:avLst/>
              <a:gdLst>
                <a:gd name="T0" fmla="*/ 8 w 17"/>
                <a:gd name="T1" fmla="*/ 1 h 26"/>
                <a:gd name="T2" fmla="*/ 1 w 17"/>
                <a:gd name="T3" fmla="*/ 8 h 26"/>
                <a:gd name="T4" fmla="*/ 2 w 17"/>
                <a:gd name="T5" fmla="*/ 16 h 26"/>
                <a:gd name="T6" fmla="*/ 6 w 17"/>
                <a:gd name="T7" fmla="*/ 23 h 26"/>
                <a:gd name="T8" fmla="*/ 12 w 17"/>
                <a:gd name="T9" fmla="*/ 25 h 26"/>
                <a:gd name="T10" fmla="*/ 13 w 17"/>
                <a:gd name="T11" fmla="*/ 25 h 26"/>
                <a:gd name="T12" fmla="*/ 16 w 17"/>
                <a:gd name="T13" fmla="*/ 21 h 26"/>
                <a:gd name="T14" fmla="*/ 17 w 17"/>
                <a:gd name="T15" fmla="*/ 15 h 26"/>
                <a:gd name="T16" fmla="*/ 14 w 17"/>
                <a:gd name="T17" fmla="*/ 5 h 26"/>
                <a:gd name="T18" fmla="*/ 8 w 17"/>
                <a:gd name="T19" fmla="*/ 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6">
                  <a:moveTo>
                    <a:pt x="8" y="1"/>
                  </a:moveTo>
                  <a:cubicBezTo>
                    <a:pt x="5" y="2"/>
                    <a:pt x="2" y="5"/>
                    <a:pt x="1" y="8"/>
                  </a:cubicBezTo>
                  <a:cubicBezTo>
                    <a:pt x="0" y="10"/>
                    <a:pt x="1" y="13"/>
                    <a:pt x="2" y="16"/>
                  </a:cubicBezTo>
                  <a:cubicBezTo>
                    <a:pt x="3" y="18"/>
                    <a:pt x="3" y="21"/>
                    <a:pt x="6" y="23"/>
                  </a:cubicBezTo>
                  <a:cubicBezTo>
                    <a:pt x="7" y="25"/>
                    <a:pt x="10" y="26"/>
                    <a:pt x="12" y="25"/>
                  </a:cubicBezTo>
                  <a:cubicBezTo>
                    <a:pt x="12" y="25"/>
                    <a:pt x="13" y="25"/>
                    <a:pt x="13" y="25"/>
                  </a:cubicBezTo>
                  <a:cubicBezTo>
                    <a:pt x="14" y="24"/>
                    <a:pt x="16" y="23"/>
                    <a:pt x="16" y="21"/>
                  </a:cubicBezTo>
                  <a:cubicBezTo>
                    <a:pt x="17" y="19"/>
                    <a:pt x="17" y="17"/>
                    <a:pt x="17" y="15"/>
                  </a:cubicBezTo>
                  <a:cubicBezTo>
                    <a:pt x="17" y="15"/>
                    <a:pt x="17" y="8"/>
                    <a:pt x="14" y="5"/>
                  </a:cubicBezTo>
                  <a:cubicBezTo>
                    <a:pt x="13" y="3"/>
                    <a:pt x="11" y="0"/>
                    <a:pt x="8" y="1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" name="Freeform 20">
              <a:extLst>
                <a:ext uri="{FF2B5EF4-FFF2-40B4-BE49-F238E27FC236}">
                  <a16:creationId xmlns:a16="http://schemas.microsoft.com/office/drawing/2014/main" id="{D3A35AAA-1BC7-4AE0-88B0-AA298A343F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2174"/>
              <a:ext cx="62" cy="49"/>
            </a:xfrm>
            <a:custGeom>
              <a:avLst/>
              <a:gdLst>
                <a:gd name="T0" fmla="*/ 93 w 116"/>
                <a:gd name="T1" fmla="*/ 0 h 91"/>
                <a:gd name="T2" fmla="*/ 91 w 116"/>
                <a:gd name="T3" fmla="*/ 1 h 91"/>
                <a:gd name="T4" fmla="*/ 50 w 116"/>
                <a:gd name="T5" fmla="*/ 16 h 91"/>
                <a:gd name="T6" fmla="*/ 49 w 116"/>
                <a:gd name="T7" fmla="*/ 16 h 91"/>
                <a:gd name="T8" fmla="*/ 45 w 116"/>
                <a:gd name="T9" fmla="*/ 18 h 91"/>
                <a:gd name="T10" fmla="*/ 45 w 116"/>
                <a:gd name="T11" fmla="*/ 18 h 91"/>
                <a:gd name="T12" fmla="*/ 45 w 116"/>
                <a:gd name="T13" fmla="*/ 18 h 91"/>
                <a:gd name="T14" fmla="*/ 45 w 116"/>
                <a:gd name="T15" fmla="*/ 18 h 91"/>
                <a:gd name="T16" fmla="*/ 34 w 116"/>
                <a:gd name="T17" fmla="*/ 22 h 91"/>
                <a:gd name="T18" fmla="*/ 19 w 116"/>
                <a:gd name="T19" fmla="*/ 29 h 91"/>
                <a:gd name="T20" fmla="*/ 18 w 116"/>
                <a:gd name="T21" fmla="*/ 29 h 91"/>
                <a:gd name="T22" fmla="*/ 18 w 116"/>
                <a:gd name="T23" fmla="*/ 30 h 91"/>
                <a:gd name="T24" fmla="*/ 17 w 116"/>
                <a:gd name="T25" fmla="*/ 30 h 91"/>
                <a:gd name="T26" fmla="*/ 17 w 116"/>
                <a:gd name="T27" fmla="*/ 30 h 91"/>
                <a:gd name="T28" fmla="*/ 16 w 116"/>
                <a:gd name="T29" fmla="*/ 30 h 91"/>
                <a:gd name="T30" fmla="*/ 7 w 116"/>
                <a:gd name="T31" fmla="*/ 35 h 91"/>
                <a:gd name="T32" fmla="*/ 0 w 116"/>
                <a:gd name="T33" fmla="*/ 41 h 91"/>
                <a:gd name="T34" fmla="*/ 14 w 116"/>
                <a:gd name="T35" fmla="*/ 77 h 91"/>
                <a:gd name="T36" fmla="*/ 15 w 116"/>
                <a:gd name="T37" fmla="*/ 80 h 91"/>
                <a:gd name="T38" fmla="*/ 16 w 116"/>
                <a:gd name="T39" fmla="*/ 80 h 91"/>
                <a:gd name="T40" fmla="*/ 16 w 116"/>
                <a:gd name="T41" fmla="*/ 81 h 91"/>
                <a:gd name="T42" fmla="*/ 16 w 116"/>
                <a:gd name="T43" fmla="*/ 82 h 91"/>
                <a:gd name="T44" fmla="*/ 17 w 116"/>
                <a:gd name="T45" fmla="*/ 83 h 91"/>
                <a:gd name="T46" fmla="*/ 17 w 116"/>
                <a:gd name="T47" fmla="*/ 83 h 91"/>
                <a:gd name="T48" fmla="*/ 17 w 116"/>
                <a:gd name="T49" fmla="*/ 84 h 91"/>
                <a:gd name="T50" fmla="*/ 18 w 116"/>
                <a:gd name="T51" fmla="*/ 87 h 91"/>
                <a:gd name="T52" fmla="*/ 18 w 116"/>
                <a:gd name="T53" fmla="*/ 87 h 91"/>
                <a:gd name="T54" fmla="*/ 19 w 116"/>
                <a:gd name="T55" fmla="*/ 88 h 91"/>
                <a:gd name="T56" fmla="*/ 19 w 116"/>
                <a:gd name="T57" fmla="*/ 89 h 91"/>
                <a:gd name="T58" fmla="*/ 21 w 116"/>
                <a:gd name="T59" fmla="*/ 90 h 91"/>
                <a:gd name="T60" fmla="*/ 22 w 116"/>
                <a:gd name="T61" fmla="*/ 91 h 91"/>
                <a:gd name="T62" fmla="*/ 23 w 116"/>
                <a:gd name="T63" fmla="*/ 91 h 91"/>
                <a:gd name="T64" fmla="*/ 26 w 116"/>
                <a:gd name="T65" fmla="*/ 91 h 91"/>
                <a:gd name="T66" fmla="*/ 27 w 116"/>
                <a:gd name="T67" fmla="*/ 91 h 91"/>
                <a:gd name="T68" fmla="*/ 28 w 116"/>
                <a:gd name="T69" fmla="*/ 90 h 91"/>
                <a:gd name="T70" fmla="*/ 40 w 116"/>
                <a:gd name="T71" fmla="*/ 87 h 91"/>
                <a:gd name="T72" fmla="*/ 41 w 116"/>
                <a:gd name="T73" fmla="*/ 87 h 91"/>
                <a:gd name="T74" fmla="*/ 43 w 116"/>
                <a:gd name="T75" fmla="*/ 86 h 91"/>
                <a:gd name="T76" fmla="*/ 46 w 116"/>
                <a:gd name="T77" fmla="*/ 85 h 91"/>
                <a:gd name="T78" fmla="*/ 48 w 116"/>
                <a:gd name="T79" fmla="*/ 85 h 91"/>
                <a:gd name="T80" fmla="*/ 48 w 116"/>
                <a:gd name="T81" fmla="*/ 85 h 91"/>
                <a:gd name="T82" fmla="*/ 58 w 116"/>
                <a:gd name="T83" fmla="*/ 82 h 91"/>
                <a:gd name="T84" fmla="*/ 106 w 116"/>
                <a:gd name="T85" fmla="*/ 61 h 91"/>
                <a:gd name="T86" fmla="*/ 112 w 116"/>
                <a:gd name="T87" fmla="*/ 58 h 91"/>
                <a:gd name="T88" fmla="*/ 114 w 116"/>
                <a:gd name="T89" fmla="*/ 45 h 91"/>
                <a:gd name="T90" fmla="*/ 110 w 116"/>
                <a:gd name="T91" fmla="*/ 35 h 91"/>
                <a:gd name="T92" fmla="*/ 103 w 116"/>
                <a:gd name="T93" fmla="*/ 14 h 91"/>
                <a:gd name="T94" fmla="*/ 102 w 116"/>
                <a:gd name="T95" fmla="*/ 10 h 91"/>
                <a:gd name="T96" fmla="*/ 101 w 116"/>
                <a:gd name="T97" fmla="*/ 8 h 91"/>
                <a:gd name="T98" fmla="*/ 101 w 116"/>
                <a:gd name="T99" fmla="*/ 8 h 91"/>
                <a:gd name="T100" fmla="*/ 100 w 116"/>
                <a:gd name="T101" fmla="*/ 6 h 91"/>
                <a:gd name="T102" fmla="*/ 95 w 116"/>
                <a:gd name="T103" fmla="*/ 0 h 91"/>
                <a:gd name="T104" fmla="*/ 93 w 116"/>
                <a:gd name="T105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6" h="91">
                  <a:moveTo>
                    <a:pt x="93" y="0"/>
                  </a:moveTo>
                  <a:cubicBezTo>
                    <a:pt x="92" y="0"/>
                    <a:pt x="92" y="0"/>
                    <a:pt x="91" y="1"/>
                  </a:cubicBezTo>
                  <a:cubicBezTo>
                    <a:pt x="77" y="5"/>
                    <a:pt x="64" y="11"/>
                    <a:pt x="50" y="16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48" y="17"/>
                    <a:pt x="47" y="17"/>
                    <a:pt x="45" y="18"/>
                  </a:cubicBezTo>
                  <a:cubicBezTo>
                    <a:pt x="45" y="18"/>
                    <a:pt x="45" y="18"/>
                    <a:pt x="45" y="18"/>
                  </a:cubicBezTo>
                  <a:cubicBezTo>
                    <a:pt x="45" y="18"/>
                    <a:pt x="45" y="18"/>
                    <a:pt x="45" y="18"/>
                  </a:cubicBezTo>
                  <a:cubicBezTo>
                    <a:pt x="45" y="18"/>
                    <a:pt x="45" y="18"/>
                    <a:pt x="45" y="18"/>
                  </a:cubicBezTo>
                  <a:cubicBezTo>
                    <a:pt x="41" y="20"/>
                    <a:pt x="38" y="21"/>
                    <a:pt x="34" y="22"/>
                  </a:cubicBezTo>
                  <a:cubicBezTo>
                    <a:pt x="29" y="25"/>
                    <a:pt x="23" y="27"/>
                    <a:pt x="19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2" y="32"/>
                    <a:pt x="10" y="33"/>
                    <a:pt x="7" y="35"/>
                  </a:cubicBezTo>
                  <a:cubicBezTo>
                    <a:pt x="5" y="36"/>
                    <a:pt x="0" y="37"/>
                    <a:pt x="0" y="41"/>
                  </a:cubicBezTo>
                  <a:cubicBezTo>
                    <a:pt x="0" y="42"/>
                    <a:pt x="14" y="76"/>
                    <a:pt x="14" y="77"/>
                  </a:cubicBezTo>
                  <a:cubicBezTo>
                    <a:pt x="15" y="78"/>
                    <a:pt x="15" y="79"/>
                    <a:pt x="15" y="80"/>
                  </a:cubicBezTo>
                  <a:cubicBezTo>
                    <a:pt x="16" y="80"/>
                    <a:pt x="16" y="80"/>
                    <a:pt x="16" y="80"/>
                  </a:cubicBezTo>
                  <a:cubicBezTo>
                    <a:pt x="16" y="81"/>
                    <a:pt x="16" y="81"/>
                    <a:pt x="16" y="81"/>
                  </a:cubicBezTo>
                  <a:cubicBezTo>
                    <a:pt x="16" y="82"/>
                    <a:pt x="16" y="82"/>
                    <a:pt x="16" y="82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17" y="84"/>
                    <a:pt x="17" y="84"/>
                    <a:pt x="17" y="84"/>
                  </a:cubicBezTo>
                  <a:cubicBezTo>
                    <a:pt x="18" y="85"/>
                    <a:pt x="18" y="86"/>
                    <a:pt x="18" y="87"/>
                  </a:cubicBezTo>
                  <a:cubicBezTo>
                    <a:pt x="18" y="87"/>
                    <a:pt x="18" y="87"/>
                    <a:pt x="18" y="87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19" y="88"/>
                    <a:pt x="19" y="89"/>
                    <a:pt x="19" y="89"/>
                  </a:cubicBezTo>
                  <a:cubicBezTo>
                    <a:pt x="20" y="90"/>
                    <a:pt x="20" y="90"/>
                    <a:pt x="21" y="90"/>
                  </a:cubicBezTo>
                  <a:cubicBezTo>
                    <a:pt x="21" y="91"/>
                    <a:pt x="22" y="91"/>
                    <a:pt x="22" y="91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4" y="91"/>
                    <a:pt x="25" y="91"/>
                    <a:pt x="26" y="91"/>
                  </a:cubicBezTo>
                  <a:cubicBezTo>
                    <a:pt x="26" y="91"/>
                    <a:pt x="27" y="91"/>
                    <a:pt x="27" y="91"/>
                  </a:cubicBezTo>
                  <a:cubicBezTo>
                    <a:pt x="28" y="90"/>
                    <a:pt x="28" y="90"/>
                    <a:pt x="28" y="90"/>
                  </a:cubicBezTo>
                  <a:cubicBezTo>
                    <a:pt x="32" y="89"/>
                    <a:pt x="36" y="88"/>
                    <a:pt x="40" y="87"/>
                  </a:cubicBezTo>
                  <a:cubicBezTo>
                    <a:pt x="41" y="87"/>
                    <a:pt x="41" y="87"/>
                    <a:pt x="41" y="87"/>
                  </a:cubicBezTo>
                  <a:cubicBezTo>
                    <a:pt x="43" y="86"/>
                    <a:pt x="43" y="86"/>
                    <a:pt x="43" y="86"/>
                  </a:cubicBezTo>
                  <a:cubicBezTo>
                    <a:pt x="44" y="86"/>
                    <a:pt x="45" y="86"/>
                    <a:pt x="46" y="85"/>
                  </a:cubicBezTo>
                  <a:cubicBezTo>
                    <a:pt x="48" y="85"/>
                    <a:pt x="48" y="85"/>
                    <a:pt x="48" y="85"/>
                  </a:cubicBezTo>
                  <a:cubicBezTo>
                    <a:pt x="48" y="85"/>
                    <a:pt x="48" y="85"/>
                    <a:pt x="48" y="85"/>
                  </a:cubicBezTo>
                  <a:cubicBezTo>
                    <a:pt x="53" y="83"/>
                    <a:pt x="56" y="82"/>
                    <a:pt x="58" y="82"/>
                  </a:cubicBezTo>
                  <a:cubicBezTo>
                    <a:pt x="75" y="76"/>
                    <a:pt x="90" y="68"/>
                    <a:pt x="106" y="61"/>
                  </a:cubicBezTo>
                  <a:cubicBezTo>
                    <a:pt x="108" y="60"/>
                    <a:pt x="110" y="59"/>
                    <a:pt x="112" y="58"/>
                  </a:cubicBezTo>
                  <a:cubicBezTo>
                    <a:pt x="116" y="54"/>
                    <a:pt x="116" y="50"/>
                    <a:pt x="114" y="45"/>
                  </a:cubicBezTo>
                  <a:cubicBezTo>
                    <a:pt x="113" y="42"/>
                    <a:pt x="112" y="39"/>
                    <a:pt x="110" y="35"/>
                  </a:cubicBezTo>
                  <a:cubicBezTo>
                    <a:pt x="108" y="28"/>
                    <a:pt x="105" y="21"/>
                    <a:pt x="103" y="14"/>
                  </a:cubicBezTo>
                  <a:cubicBezTo>
                    <a:pt x="103" y="13"/>
                    <a:pt x="102" y="12"/>
                    <a:pt x="102" y="10"/>
                  </a:cubicBezTo>
                  <a:cubicBezTo>
                    <a:pt x="102" y="10"/>
                    <a:pt x="102" y="9"/>
                    <a:pt x="101" y="8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1" y="7"/>
                    <a:pt x="101" y="6"/>
                    <a:pt x="100" y="6"/>
                  </a:cubicBezTo>
                  <a:cubicBezTo>
                    <a:pt x="100" y="3"/>
                    <a:pt x="98" y="0"/>
                    <a:pt x="95" y="0"/>
                  </a:cubicBezTo>
                  <a:cubicBezTo>
                    <a:pt x="94" y="0"/>
                    <a:pt x="94" y="0"/>
                    <a:pt x="93" y="0"/>
                  </a:cubicBezTo>
                  <a:close/>
                </a:path>
              </a:pathLst>
            </a:custGeom>
            <a:solidFill>
              <a:srgbClr val="50BE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" name="Freeform 21">
              <a:extLst>
                <a:ext uri="{FF2B5EF4-FFF2-40B4-BE49-F238E27FC236}">
                  <a16:creationId xmlns:a16="http://schemas.microsoft.com/office/drawing/2014/main" id="{B7AC283D-8496-4A30-8DA1-755D36E4D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" y="2138"/>
              <a:ext cx="63" cy="49"/>
            </a:xfrm>
            <a:custGeom>
              <a:avLst/>
              <a:gdLst>
                <a:gd name="T0" fmla="*/ 93 w 116"/>
                <a:gd name="T1" fmla="*/ 1 h 92"/>
                <a:gd name="T2" fmla="*/ 91 w 116"/>
                <a:gd name="T3" fmla="*/ 1 h 92"/>
                <a:gd name="T4" fmla="*/ 50 w 116"/>
                <a:gd name="T5" fmla="*/ 17 h 92"/>
                <a:gd name="T6" fmla="*/ 49 w 116"/>
                <a:gd name="T7" fmla="*/ 17 h 92"/>
                <a:gd name="T8" fmla="*/ 46 w 116"/>
                <a:gd name="T9" fmla="*/ 18 h 92"/>
                <a:gd name="T10" fmla="*/ 45 w 116"/>
                <a:gd name="T11" fmla="*/ 19 h 92"/>
                <a:gd name="T12" fmla="*/ 45 w 116"/>
                <a:gd name="T13" fmla="*/ 19 h 92"/>
                <a:gd name="T14" fmla="*/ 45 w 116"/>
                <a:gd name="T15" fmla="*/ 19 h 92"/>
                <a:gd name="T16" fmla="*/ 34 w 116"/>
                <a:gd name="T17" fmla="*/ 23 h 92"/>
                <a:gd name="T18" fmla="*/ 19 w 116"/>
                <a:gd name="T19" fmla="*/ 30 h 92"/>
                <a:gd name="T20" fmla="*/ 18 w 116"/>
                <a:gd name="T21" fmla="*/ 30 h 92"/>
                <a:gd name="T22" fmla="*/ 18 w 116"/>
                <a:gd name="T23" fmla="*/ 30 h 92"/>
                <a:gd name="T24" fmla="*/ 17 w 116"/>
                <a:gd name="T25" fmla="*/ 30 h 92"/>
                <a:gd name="T26" fmla="*/ 17 w 116"/>
                <a:gd name="T27" fmla="*/ 30 h 92"/>
                <a:gd name="T28" fmla="*/ 16 w 116"/>
                <a:gd name="T29" fmla="*/ 31 h 92"/>
                <a:gd name="T30" fmla="*/ 7 w 116"/>
                <a:gd name="T31" fmla="*/ 35 h 92"/>
                <a:gd name="T32" fmla="*/ 0 w 116"/>
                <a:gd name="T33" fmla="*/ 41 h 92"/>
                <a:gd name="T34" fmla="*/ 14 w 116"/>
                <a:gd name="T35" fmla="*/ 77 h 92"/>
                <a:gd name="T36" fmla="*/ 15 w 116"/>
                <a:gd name="T37" fmla="*/ 80 h 92"/>
                <a:gd name="T38" fmla="*/ 16 w 116"/>
                <a:gd name="T39" fmla="*/ 81 h 92"/>
                <a:gd name="T40" fmla="*/ 16 w 116"/>
                <a:gd name="T41" fmla="*/ 82 h 92"/>
                <a:gd name="T42" fmla="*/ 16 w 116"/>
                <a:gd name="T43" fmla="*/ 82 h 92"/>
                <a:gd name="T44" fmla="*/ 17 w 116"/>
                <a:gd name="T45" fmla="*/ 83 h 92"/>
                <a:gd name="T46" fmla="*/ 17 w 116"/>
                <a:gd name="T47" fmla="*/ 84 h 92"/>
                <a:gd name="T48" fmla="*/ 17 w 116"/>
                <a:gd name="T49" fmla="*/ 84 h 92"/>
                <a:gd name="T50" fmla="*/ 18 w 116"/>
                <a:gd name="T51" fmla="*/ 87 h 92"/>
                <a:gd name="T52" fmla="*/ 18 w 116"/>
                <a:gd name="T53" fmla="*/ 88 h 92"/>
                <a:gd name="T54" fmla="*/ 19 w 116"/>
                <a:gd name="T55" fmla="*/ 88 h 92"/>
                <a:gd name="T56" fmla="*/ 19 w 116"/>
                <a:gd name="T57" fmla="*/ 90 h 92"/>
                <a:gd name="T58" fmla="*/ 21 w 116"/>
                <a:gd name="T59" fmla="*/ 91 h 92"/>
                <a:gd name="T60" fmla="*/ 22 w 116"/>
                <a:gd name="T61" fmla="*/ 91 h 92"/>
                <a:gd name="T62" fmla="*/ 23 w 116"/>
                <a:gd name="T63" fmla="*/ 92 h 92"/>
                <a:gd name="T64" fmla="*/ 26 w 116"/>
                <a:gd name="T65" fmla="*/ 91 h 92"/>
                <a:gd name="T66" fmla="*/ 27 w 116"/>
                <a:gd name="T67" fmla="*/ 91 h 92"/>
                <a:gd name="T68" fmla="*/ 28 w 116"/>
                <a:gd name="T69" fmla="*/ 91 h 92"/>
                <a:gd name="T70" fmla="*/ 40 w 116"/>
                <a:gd name="T71" fmla="*/ 87 h 92"/>
                <a:gd name="T72" fmla="*/ 41 w 116"/>
                <a:gd name="T73" fmla="*/ 87 h 92"/>
                <a:gd name="T74" fmla="*/ 43 w 116"/>
                <a:gd name="T75" fmla="*/ 87 h 92"/>
                <a:gd name="T76" fmla="*/ 46 w 116"/>
                <a:gd name="T77" fmla="*/ 86 h 92"/>
                <a:gd name="T78" fmla="*/ 48 w 116"/>
                <a:gd name="T79" fmla="*/ 85 h 92"/>
                <a:gd name="T80" fmla="*/ 48 w 116"/>
                <a:gd name="T81" fmla="*/ 85 h 92"/>
                <a:gd name="T82" fmla="*/ 58 w 116"/>
                <a:gd name="T83" fmla="*/ 82 h 92"/>
                <a:gd name="T84" fmla="*/ 106 w 116"/>
                <a:gd name="T85" fmla="*/ 62 h 92"/>
                <a:gd name="T86" fmla="*/ 112 w 116"/>
                <a:gd name="T87" fmla="*/ 58 h 92"/>
                <a:gd name="T88" fmla="*/ 114 w 116"/>
                <a:gd name="T89" fmla="*/ 46 h 92"/>
                <a:gd name="T90" fmla="*/ 110 w 116"/>
                <a:gd name="T91" fmla="*/ 36 h 92"/>
                <a:gd name="T92" fmla="*/ 103 w 116"/>
                <a:gd name="T93" fmla="*/ 14 h 92"/>
                <a:gd name="T94" fmla="*/ 102 w 116"/>
                <a:gd name="T95" fmla="*/ 11 h 92"/>
                <a:gd name="T96" fmla="*/ 101 w 116"/>
                <a:gd name="T97" fmla="*/ 9 h 92"/>
                <a:gd name="T98" fmla="*/ 101 w 116"/>
                <a:gd name="T99" fmla="*/ 8 h 92"/>
                <a:gd name="T100" fmla="*/ 100 w 116"/>
                <a:gd name="T101" fmla="*/ 6 h 92"/>
                <a:gd name="T102" fmla="*/ 95 w 116"/>
                <a:gd name="T103" fmla="*/ 1 h 92"/>
                <a:gd name="T104" fmla="*/ 93 w 116"/>
                <a:gd name="T105" fmla="*/ 1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6" h="92">
                  <a:moveTo>
                    <a:pt x="93" y="1"/>
                  </a:moveTo>
                  <a:cubicBezTo>
                    <a:pt x="92" y="1"/>
                    <a:pt x="92" y="1"/>
                    <a:pt x="91" y="1"/>
                  </a:cubicBezTo>
                  <a:cubicBezTo>
                    <a:pt x="77" y="6"/>
                    <a:pt x="64" y="12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8" y="17"/>
                    <a:pt x="47" y="18"/>
                    <a:pt x="46" y="18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1" y="20"/>
                    <a:pt x="38" y="21"/>
                    <a:pt x="34" y="23"/>
                  </a:cubicBezTo>
                  <a:cubicBezTo>
                    <a:pt x="29" y="25"/>
                    <a:pt x="23" y="28"/>
                    <a:pt x="19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2" y="33"/>
                    <a:pt x="10" y="34"/>
                    <a:pt x="7" y="35"/>
                  </a:cubicBezTo>
                  <a:cubicBezTo>
                    <a:pt x="5" y="36"/>
                    <a:pt x="0" y="38"/>
                    <a:pt x="0" y="41"/>
                  </a:cubicBezTo>
                  <a:cubicBezTo>
                    <a:pt x="0" y="42"/>
                    <a:pt x="14" y="76"/>
                    <a:pt x="14" y="77"/>
                  </a:cubicBezTo>
                  <a:cubicBezTo>
                    <a:pt x="15" y="78"/>
                    <a:pt x="15" y="79"/>
                    <a:pt x="15" y="80"/>
                  </a:cubicBezTo>
                  <a:cubicBezTo>
                    <a:pt x="16" y="81"/>
                    <a:pt x="16" y="81"/>
                    <a:pt x="16" y="81"/>
                  </a:cubicBezTo>
                  <a:cubicBezTo>
                    <a:pt x="16" y="82"/>
                    <a:pt x="16" y="82"/>
                    <a:pt x="16" y="82"/>
                  </a:cubicBezTo>
                  <a:cubicBezTo>
                    <a:pt x="16" y="82"/>
                    <a:pt x="16" y="82"/>
                    <a:pt x="16" y="82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17" y="84"/>
                    <a:pt x="17" y="84"/>
                    <a:pt x="17" y="84"/>
                  </a:cubicBezTo>
                  <a:cubicBezTo>
                    <a:pt x="17" y="84"/>
                    <a:pt x="17" y="84"/>
                    <a:pt x="17" y="84"/>
                  </a:cubicBezTo>
                  <a:cubicBezTo>
                    <a:pt x="18" y="85"/>
                    <a:pt x="18" y="86"/>
                    <a:pt x="18" y="87"/>
                  </a:cubicBezTo>
                  <a:cubicBezTo>
                    <a:pt x="18" y="88"/>
                    <a:pt x="18" y="88"/>
                    <a:pt x="18" y="88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19" y="89"/>
                    <a:pt x="19" y="89"/>
                    <a:pt x="19" y="90"/>
                  </a:cubicBezTo>
                  <a:cubicBezTo>
                    <a:pt x="20" y="90"/>
                    <a:pt x="20" y="91"/>
                    <a:pt x="21" y="91"/>
                  </a:cubicBezTo>
                  <a:cubicBezTo>
                    <a:pt x="21" y="91"/>
                    <a:pt x="22" y="91"/>
                    <a:pt x="22" y="91"/>
                  </a:cubicBezTo>
                  <a:cubicBezTo>
                    <a:pt x="23" y="91"/>
                    <a:pt x="23" y="91"/>
                    <a:pt x="23" y="92"/>
                  </a:cubicBezTo>
                  <a:cubicBezTo>
                    <a:pt x="24" y="92"/>
                    <a:pt x="25" y="91"/>
                    <a:pt x="26" y="91"/>
                  </a:cubicBezTo>
                  <a:cubicBezTo>
                    <a:pt x="26" y="91"/>
                    <a:pt x="27" y="91"/>
                    <a:pt x="27" y="91"/>
                  </a:cubicBezTo>
                  <a:cubicBezTo>
                    <a:pt x="28" y="91"/>
                    <a:pt x="28" y="91"/>
                    <a:pt x="28" y="91"/>
                  </a:cubicBezTo>
                  <a:cubicBezTo>
                    <a:pt x="32" y="90"/>
                    <a:pt x="36" y="89"/>
                    <a:pt x="40" y="87"/>
                  </a:cubicBezTo>
                  <a:cubicBezTo>
                    <a:pt x="41" y="87"/>
                    <a:pt x="41" y="87"/>
                    <a:pt x="41" y="87"/>
                  </a:cubicBezTo>
                  <a:cubicBezTo>
                    <a:pt x="43" y="87"/>
                    <a:pt x="43" y="87"/>
                    <a:pt x="43" y="87"/>
                  </a:cubicBezTo>
                  <a:cubicBezTo>
                    <a:pt x="44" y="86"/>
                    <a:pt x="45" y="86"/>
                    <a:pt x="46" y="86"/>
                  </a:cubicBezTo>
                  <a:cubicBezTo>
                    <a:pt x="48" y="85"/>
                    <a:pt x="48" y="85"/>
                    <a:pt x="48" y="85"/>
                  </a:cubicBezTo>
                  <a:cubicBezTo>
                    <a:pt x="48" y="85"/>
                    <a:pt x="48" y="85"/>
                    <a:pt x="48" y="85"/>
                  </a:cubicBezTo>
                  <a:cubicBezTo>
                    <a:pt x="53" y="84"/>
                    <a:pt x="56" y="83"/>
                    <a:pt x="58" y="82"/>
                  </a:cubicBezTo>
                  <a:cubicBezTo>
                    <a:pt x="75" y="77"/>
                    <a:pt x="90" y="69"/>
                    <a:pt x="106" y="62"/>
                  </a:cubicBezTo>
                  <a:cubicBezTo>
                    <a:pt x="108" y="61"/>
                    <a:pt x="110" y="60"/>
                    <a:pt x="112" y="58"/>
                  </a:cubicBezTo>
                  <a:cubicBezTo>
                    <a:pt x="116" y="55"/>
                    <a:pt x="116" y="51"/>
                    <a:pt x="114" y="46"/>
                  </a:cubicBezTo>
                  <a:cubicBezTo>
                    <a:pt x="113" y="42"/>
                    <a:pt x="112" y="39"/>
                    <a:pt x="110" y="36"/>
                  </a:cubicBezTo>
                  <a:cubicBezTo>
                    <a:pt x="108" y="29"/>
                    <a:pt x="105" y="21"/>
                    <a:pt x="103" y="14"/>
                  </a:cubicBezTo>
                  <a:cubicBezTo>
                    <a:pt x="103" y="13"/>
                    <a:pt x="102" y="12"/>
                    <a:pt x="102" y="11"/>
                  </a:cubicBezTo>
                  <a:cubicBezTo>
                    <a:pt x="102" y="10"/>
                    <a:pt x="102" y="10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1" y="8"/>
                    <a:pt x="101" y="7"/>
                    <a:pt x="100" y="6"/>
                  </a:cubicBezTo>
                  <a:cubicBezTo>
                    <a:pt x="100" y="4"/>
                    <a:pt x="98" y="1"/>
                    <a:pt x="95" y="1"/>
                  </a:cubicBezTo>
                  <a:cubicBezTo>
                    <a:pt x="94" y="0"/>
                    <a:pt x="94" y="1"/>
                    <a:pt x="93" y="1"/>
                  </a:cubicBezTo>
                  <a:close/>
                </a:path>
              </a:pathLst>
            </a:custGeom>
            <a:solidFill>
              <a:srgbClr val="50BE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" name="Freeform 22">
              <a:extLst>
                <a:ext uri="{FF2B5EF4-FFF2-40B4-BE49-F238E27FC236}">
                  <a16:creationId xmlns:a16="http://schemas.microsoft.com/office/drawing/2014/main" id="{06C83164-A6BB-49BD-A691-BCE960E7D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6" y="2340"/>
              <a:ext cx="272" cy="132"/>
            </a:xfrm>
            <a:custGeom>
              <a:avLst/>
              <a:gdLst>
                <a:gd name="T0" fmla="*/ 456 w 505"/>
                <a:gd name="T1" fmla="*/ 133 h 245"/>
                <a:gd name="T2" fmla="*/ 83 w 505"/>
                <a:gd name="T3" fmla="*/ 237 h 245"/>
                <a:gd name="T4" fmla="*/ 13 w 505"/>
                <a:gd name="T5" fmla="*/ 197 h 245"/>
                <a:gd name="T6" fmla="*/ 9 w 505"/>
                <a:gd name="T7" fmla="*/ 182 h 245"/>
                <a:gd name="T8" fmla="*/ 48 w 505"/>
                <a:gd name="T9" fmla="*/ 112 h 245"/>
                <a:gd name="T10" fmla="*/ 421 w 505"/>
                <a:gd name="T11" fmla="*/ 8 h 245"/>
                <a:gd name="T12" fmla="*/ 492 w 505"/>
                <a:gd name="T13" fmla="*/ 48 h 245"/>
                <a:gd name="T14" fmla="*/ 496 w 505"/>
                <a:gd name="T15" fmla="*/ 62 h 245"/>
                <a:gd name="T16" fmla="*/ 456 w 505"/>
                <a:gd name="T17" fmla="*/ 133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5" h="245">
                  <a:moveTo>
                    <a:pt x="456" y="133"/>
                  </a:moveTo>
                  <a:cubicBezTo>
                    <a:pt x="83" y="237"/>
                    <a:pt x="83" y="237"/>
                    <a:pt x="83" y="237"/>
                  </a:cubicBezTo>
                  <a:cubicBezTo>
                    <a:pt x="53" y="245"/>
                    <a:pt x="21" y="227"/>
                    <a:pt x="13" y="197"/>
                  </a:cubicBezTo>
                  <a:cubicBezTo>
                    <a:pt x="9" y="182"/>
                    <a:pt x="9" y="182"/>
                    <a:pt x="9" y="182"/>
                  </a:cubicBezTo>
                  <a:cubicBezTo>
                    <a:pt x="0" y="152"/>
                    <a:pt x="18" y="120"/>
                    <a:pt x="48" y="112"/>
                  </a:cubicBezTo>
                  <a:cubicBezTo>
                    <a:pt x="421" y="8"/>
                    <a:pt x="421" y="8"/>
                    <a:pt x="421" y="8"/>
                  </a:cubicBezTo>
                  <a:cubicBezTo>
                    <a:pt x="452" y="0"/>
                    <a:pt x="484" y="17"/>
                    <a:pt x="492" y="48"/>
                  </a:cubicBezTo>
                  <a:cubicBezTo>
                    <a:pt x="496" y="62"/>
                    <a:pt x="496" y="62"/>
                    <a:pt x="496" y="62"/>
                  </a:cubicBezTo>
                  <a:cubicBezTo>
                    <a:pt x="505" y="93"/>
                    <a:pt x="487" y="125"/>
                    <a:pt x="456" y="133"/>
                  </a:cubicBezTo>
                  <a:close/>
                </a:path>
              </a:pathLst>
            </a:custGeom>
            <a:solidFill>
              <a:srgbClr val="50BE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9" name="Freeform 23">
              <a:extLst>
                <a:ext uri="{FF2B5EF4-FFF2-40B4-BE49-F238E27FC236}">
                  <a16:creationId xmlns:a16="http://schemas.microsoft.com/office/drawing/2014/main" id="{C0AB3FA2-BE01-47F8-BE61-90CCD109A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" y="2340"/>
              <a:ext cx="153" cy="99"/>
            </a:xfrm>
            <a:custGeom>
              <a:avLst/>
              <a:gdLst>
                <a:gd name="T0" fmla="*/ 235 w 284"/>
                <a:gd name="T1" fmla="*/ 133 h 184"/>
                <a:gd name="T2" fmla="*/ 83 w 284"/>
                <a:gd name="T3" fmla="*/ 175 h 184"/>
                <a:gd name="T4" fmla="*/ 13 w 284"/>
                <a:gd name="T5" fmla="*/ 135 h 184"/>
                <a:gd name="T6" fmla="*/ 9 w 284"/>
                <a:gd name="T7" fmla="*/ 121 h 184"/>
                <a:gd name="T8" fmla="*/ 48 w 284"/>
                <a:gd name="T9" fmla="*/ 50 h 184"/>
                <a:gd name="T10" fmla="*/ 200 w 284"/>
                <a:gd name="T11" fmla="*/ 8 h 184"/>
                <a:gd name="T12" fmla="*/ 271 w 284"/>
                <a:gd name="T13" fmla="*/ 48 h 184"/>
                <a:gd name="T14" fmla="*/ 275 w 284"/>
                <a:gd name="T15" fmla="*/ 62 h 184"/>
                <a:gd name="T16" fmla="*/ 235 w 284"/>
                <a:gd name="T17" fmla="*/ 133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4" h="184">
                  <a:moveTo>
                    <a:pt x="235" y="133"/>
                  </a:moveTo>
                  <a:cubicBezTo>
                    <a:pt x="83" y="175"/>
                    <a:pt x="83" y="175"/>
                    <a:pt x="83" y="175"/>
                  </a:cubicBezTo>
                  <a:cubicBezTo>
                    <a:pt x="53" y="184"/>
                    <a:pt x="21" y="166"/>
                    <a:pt x="13" y="135"/>
                  </a:cubicBezTo>
                  <a:cubicBezTo>
                    <a:pt x="9" y="121"/>
                    <a:pt x="9" y="121"/>
                    <a:pt x="9" y="121"/>
                  </a:cubicBezTo>
                  <a:cubicBezTo>
                    <a:pt x="0" y="91"/>
                    <a:pt x="18" y="59"/>
                    <a:pt x="48" y="50"/>
                  </a:cubicBezTo>
                  <a:cubicBezTo>
                    <a:pt x="200" y="8"/>
                    <a:pt x="200" y="8"/>
                    <a:pt x="200" y="8"/>
                  </a:cubicBezTo>
                  <a:cubicBezTo>
                    <a:pt x="231" y="0"/>
                    <a:pt x="263" y="17"/>
                    <a:pt x="271" y="48"/>
                  </a:cubicBezTo>
                  <a:cubicBezTo>
                    <a:pt x="275" y="62"/>
                    <a:pt x="275" y="62"/>
                    <a:pt x="275" y="62"/>
                  </a:cubicBezTo>
                  <a:cubicBezTo>
                    <a:pt x="284" y="93"/>
                    <a:pt x="266" y="125"/>
                    <a:pt x="235" y="133"/>
                  </a:cubicBezTo>
                  <a:close/>
                </a:path>
              </a:pathLst>
            </a:custGeom>
            <a:solidFill>
              <a:srgbClr val="00000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0" name="Freeform 24">
              <a:extLst>
                <a:ext uri="{FF2B5EF4-FFF2-40B4-BE49-F238E27FC236}">
                  <a16:creationId xmlns:a16="http://schemas.microsoft.com/office/drawing/2014/main" id="{B110D63A-8B1B-442A-B80A-07F45C1DC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6" y="2340"/>
              <a:ext cx="272" cy="132"/>
            </a:xfrm>
            <a:custGeom>
              <a:avLst/>
              <a:gdLst>
                <a:gd name="T0" fmla="*/ 456 w 505"/>
                <a:gd name="T1" fmla="*/ 133 h 245"/>
                <a:gd name="T2" fmla="*/ 83 w 505"/>
                <a:gd name="T3" fmla="*/ 237 h 245"/>
                <a:gd name="T4" fmla="*/ 13 w 505"/>
                <a:gd name="T5" fmla="*/ 197 h 245"/>
                <a:gd name="T6" fmla="*/ 9 w 505"/>
                <a:gd name="T7" fmla="*/ 182 h 245"/>
                <a:gd name="T8" fmla="*/ 48 w 505"/>
                <a:gd name="T9" fmla="*/ 112 h 245"/>
                <a:gd name="T10" fmla="*/ 421 w 505"/>
                <a:gd name="T11" fmla="*/ 8 h 245"/>
                <a:gd name="T12" fmla="*/ 492 w 505"/>
                <a:gd name="T13" fmla="*/ 48 h 245"/>
                <a:gd name="T14" fmla="*/ 496 w 505"/>
                <a:gd name="T15" fmla="*/ 62 h 245"/>
                <a:gd name="T16" fmla="*/ 456 w 505"/>
                <a:gd name="T17" fmla="*/ 133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5" h="245">
                  <a:moveTo>
                    <a:pt x="456" y="133"/>
                  </a:moveTo>
                  <a:cubicBezTo>
                    <a:pt x="83" y="237"/>
                    <a:pt x="83" y="237"/>
                    <a:pt x="83" y="237"/>
                  </a:cubicBezTo>
                  <a:cubicBezTo>
                    <a:pt x="53" y="245"/>
                    <a:pt x="21" y="227"/>
                    <a:pt x="13" y="197"/>
                  </a:cubicBezTo>
                  <a:cubicBezTo>
                    <a:pt x="9" y="182"/>
                    <a:pt x="9" y="182"/>
                    <a:pt x="9" y="182"/>
                  </a:cubicBezTo>
                  <a:cubicBezTo>
                    <a:pt x="0" y="152"/>
                    <a:pt x="18" y="120"/>
                    <a:pt x="48" y="112"/>
                  </a:cubicBezTo>
                  <a:cubicBezTo>
                    <a:pt x="421" y="8"/>
                    <a:pt x="421" y="8"/>
                    <a:pt x="421" y="8"/>
                  </a:cubicBezTo>
                  <a:cubicBezTo>
                    <a:pt x="452" y="0"/>
                    <a:pt x="484" y="17"/>
                    <a:pt x="492" y="48"/>
                  </a:cubicBezTo>
                  <a:cubicBezTo>
                    <a:pt x="496" y="62"/>
                    <a:pt x="496" y="62"/>
                    <a:pt x="496" y="62"/>
                  </a:cubicBezTo>
                  <a:cubicBezTo>
                    <a:pt x="505" y="93"/>
                    <a:pt x="487" y="125"/>
                    <a:pt x="456" y="133"/>
                  </a:cubicBezTo>
                  <a:close/>
                </a:path>
              </a:pathLst>
            </a:custGeom>
            <a:noFill/>
            <a:ln w="6350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ABBB6DBB-D7FC-49C2-9BBC-5E813C1F65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3" y="2415"/>
              <a:ext cx="36" cy="40"/>
            </a:xfrm>
            <a:custGeom>
              <a:avLst/>
              <a:gdLst>
                <a:gd name="T0" fmla="*/ 51 w 67"/>
                <a:gd name="T1" fmla="*/ 11 h 73"/>
                <a:gd name="T2" fmla="*/ 38 w 67"/>
                <a:gd name="T3" fmla="*/ 4 h 73"/>
                <a:gd name="T4" fmla="*/ 34 w 67"/>
                <a:gd name="T5" fmla="*/ 2 h 73"/>
                <a:gd name="T6" fmla="*/ 24 w 67"/>
                <a:gd name="T7" fmla="*/ 1 h 73"/>
                <a:gd name="T8" fmla="*/ 20 w 67"/>
                <a:gd name="T9" fmla="*/ 1 h 73"/>
                <a:gd name="T10" fmla="*/ 15 w 67"/>
                <a:gd name="T11" fmla="*/ 5 h 73"/>
                <a:gd name="T12" fmla="*/ 11 w 67"/>
                <a:gd name="T13" fmla="*/ 8 h 73"/>
                <a:gd name="T14" fmla="*/ 8 w 67"/>
                <a:gd name="T15" fmla="*/ 11 h 73"/>
                <a:gd name="T16" fmla="*/ 1 w 67"/>
                <a:gd name="T17" fmla="*/ 23 h 73"/>
                <a:gd name="T18" fmla="*/ 1 w 67"/>
                <a:gd name="T19" fmla="*/ 28 h 73"/>
                <a:gd name="T20" fmla="*/ 0 w 67"/>
                <a:gd name="T21" fmla="*/ 41 h 73"/>
                <a:gd name="T22" fmla="*/ 6 w 67"/>
                <a:gd name="T23" fmla="*/ 58 h 73"/>
                <a:gd name="T24" fmla="*/ 8 w 67"/>
                <a:gd name="T25" fmla="*/ 61 h 73"/>
                <a:gd name="T26" fmla="*/ 25 w 67"/>
                <a:gd name="T27" fmla="*/ 71 h 73"/>
                <a:gd name="T28" fmla="*/ 39 w 67"/>
                <a:gd name="T29" fmla="*/ 72 h 73"/>
                <a:gd name="T30" fmla="*/ 46 w 67"/>
                <a:gd name="T31" fmla="*/ 70 h 73"/>
                <a:gd name="T32" fmla="*/ 63 w 67"/>
                <a:gd name="T33" fmla="*/ 53 h 73"/>
                <a:gd name="T34" fmla="*/ 66 w 67"/>
                <a:gd name="T35" fmla="*/ 41 h 73"/>
                <a:gd name="T36" fmla="*/ 54 w 67"/>
                <a:gd name="T37" fmla="*/ 13 h 73"/>
                <a:gd name="T38" fmla="*/ 52 w 67"/>
                <a:gd name="T39" fmla="*/ 46 h 73"/>
                <a:gd name="T40" fmla="*/ 44 w 67"/>
                <a:gd name="T41" fmla="*/ 56 h 73"/>
                <a:gd name="T42" fmla="*/ 36 w 67"/>
                <a:gd name="T43" fmla="*/ 60 h 73"/>
                <a:gd name="T44" fmla="*/ 29 w 67"/>
                <a:gd name="T45" fmla="*/ 59 h 73"/>
                <a:gd name="T46" fmla="*/ 15 w 67"/>
                <a:gd name="T47" fmla="*/ 50 h 73"/>
                <a:gd name="T48" fmla="*/ 12 w 67"/>
                <a:gd name="T49" fmla="*/ 43 h 73"/>
                <a:gd name="T50" fmla="*/ 14 w 67"/>
                <a:gd name="T51" fmla="*/ 26 h 73"/>
                <a:gd name="T52" fmla="*/ 18 w 67"/>
                <a:gd name="T53" fmla="*/ 17 h 73"/>
                <a:gd name="T54" fmla="*/ 19 w 67"/>
                <a:gd name="T55" fmla="*/ 15 h 73"/>
                <a:gd name="T56" fmla="*/ 21 w 67"/>
                <a:gd name="T57" fmla="*/ 14 h 73"/>
                <a:gd name="T58" fmla="*/ 26 w 67"/>
                <a:gd name="T59" fmla="*/ 15 h 73"/>
                <a:gd name="T60" fmla="*/ 37 w 67"/>
                <a:gd name="T61" fmla="*/ 16 h 73"/>
                <a:gd name="T62" fmla="*/ 50 w 67"/>
                <a:gd name="T63" fmla="*/ 26 h 73"/>
                <a:gd name="T64" fmla="*/ 53 w 67"/>
                <a:gd name="T65" fmla="*/ 3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7" h="73">
                  <a:moveTo>
                    <a:pt x="54" y="13"/>
                  </a:moveTo>
                  <a:cubicBezTo>
                    <a:pt x="53" y="13"/>
                    <a:pt x="52" y="12"/>
                    <a:pt x="51" y="11"/>
                  </a:cubicBezTo>
                  <a:cubicBezTo>
                    <a:pt x="48" y="9"/>
                    <a:pt x="45" y="7"/>
                    <a:pt x="42" y="6"/>
                  </a:cubicBezTo>
                  <a:cubicBezTo>
                    <a:pt x="41" y="5"/>
                    <a:pt x="40" y="4"/>
                    <a:pt x="38" y="4"/>
                  </a:cubicBezTo>
                  <a:cubicBezTo>
                    <a:pt x="37" y="3"/>
                    <a:pt x="36" y="3"/>
                    <a:pt x="35" y="2"/>
                  </a:cubicBezTo>
                  <a:cubicBezTo>
                    <a:pt x="35" y="2"/>
                    <a:pt x="34" y="2"/>
                    <a:pt x="34" y="2"/>
                  </a:cubicBezTo>
                  <a:cubicBezTo>
                    <a:pt x="33" y="1"/>
                    <a:pt x="32" y="1"/>
                    <a:pt x="30" y="1"/>
                  </a:cubicBezTo>
                  <a:cubicBezTo>
                    <a:pt x="28" y="1"/>
                    <a:pt x="26" y="0"/>
                    <a:pt x="24" y="1"/>
                  </a:cubicBezTo>
                  <a:cubicBezTo>
                    <a:pt x="23" y="1"/>
                    <a:pt x="22" y="1"/>
                    <a:pt x="21" y="1"/>
                  </a:cubicBezTo>
                  <a:cubicBezTo>
                    <a:pt x="21" y="1"/>
                    <a:pt x="20" y="1"/>
                    <a:pt x="20" y="1"/>
                  </a:cubicBezTo>
                  <a:cubicBezTo>
                    <a:pt x="19" y="2"/>
                    <a:pt x="18" y="2"/>
                    <a:pt x="17" y="3"/>
                  </a:cubicBezTo>
                  <a:cubicBezTo>
                    <a:pt x="16" y="3"/>
                    <a:pt x="15" y="4"/>
                    <a:pt x="15" y="5"/>
                  </a:cubicBezTo>
                  <a:cubicBezTo>
                    <a:pt x="14" y="5"/>
                    <a:pt x="13" y="6"/>
                    <a:pt x="12" y="7"/>
                  </a:cubicBezTo>
                  <a:cubicBezTo>
                    <a:pt x="12" y="7"/>
                    <a:pt x="11" y="7"/>
                    <a:pt x="11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0" y="9"/>
                    <a:pt x="9" y="10"/>
                    <a:pt x="8" y="11"/>
                  </a:cubicBezTo>
                  <a:cubicBezTo>
                    <a:pt x="6" y="13"/>
                    <a:pt x="4" y="17"/>
                    <a:pt x="3" y="20"/>
                  </a:cubicBezTo>
                  <a:cubicBezTo>
                    <a:pt x="3" y="21"/>
                    <a:pt x="2" y="22"/>
                    <a:pt x="1" y="23"/>
                  </a:cubicBezTo>
                  <a:cubicBezTo>
                    <a:pt x="1" y="25"/>
                    <a:pt x="1" y="26"/>
                    <a:pt x="1" y="27"/>
                  </a:cubicBezTo>
                  <a:cubicBezTo>
                    <a:pt x="1" y="27"/>
                    <a:pt x="1" y="27"/>
                    <a:pt x="1" y="28"/>
                  </a:cubicBezTo>
                  <a:cubicBezTo>
                    <a:pt x="1" y="30"/>
                    <a:pt x="1" y="32"/>
                    <a:pt x="0" y="34"/>
                  </a:cubicBezTo>
                  <a:cubicBezTo>
                    <a:pt x="0" y="36"/>
                    <a:pt x="0" y="38"/>
                    <a:pt x="0" y="41"/>
                  </a:cubicBezTo>
                  <a:cubicBezTo>
                    <a:pt x="0" y="46"/>
                    <a:pt x="1" y="52"/>
                    <a:pt x="4" y="56"/>
                  </a:cubicBezTo>
                  <a:cubicBezTo>
                    <a:pt x="5" y="57"/>
                    <a:pt x="5" y="58"/>
                    <a:pt x="6" y="58"/>
                  </a:cubicBezTo>
                  <a:cubicBezTo>
                    <a:pt x="6" y="59"/>
                    <a:pt x="7" y="59"/>
                    <a:pt x="7" y="60"/>
                  </a:cubicBezTo>
                  <a:cubicBezTo>
                    <a:pt x="8" y="60"/>
                    <a:pt x="8" y="61"/>
                    <a:pt x="8" y="61"/>
                  </a:cubicBezTo>
                  <a:cubicBezTo>
                    <a:pt x="9" y="62"/>
                    <a:pt x="10" y="63"/>
                    <a:pt x="11" y="63"/>
                  </a:cubicBezTo>
                  <a:cubicBezTo>
                    <a:pt x="15" y="67"/>
                    <a:pt x="20" y="69"/>
                    <a:pt x="25" y="71"/>
                  </a:cubicBezTo>
                  <a:cubicBezTo>
                    <a:pt x="28" y="73"/>
                    <a:pt x="31" y="73"/>
                    <a:pt x="34" y="73"/>
                  </a:cubicBezTo>
                  <a:cubicBezTo>
                    <a:pt x="36" y="73"/>
                    <a:pt x="38" y="73"/>
                    <a:pt x="39" y="72"/>
                  </a:cubicBezTo>
                  <a:cubicBezTo>
                    <a:pt x="40" y="72"/>
                    <a:pt x="40" y="72"/>
                    <a:pt x="41" y="72"/>
                  </a:cubicBezTo>
                  <a:cubicBezTo>
                    <a:pt x="43" y="72"/>
                    <a:pt x="45" y="71"/>
                    <a:pt x="46" y="70"/>
                  </a:cubicBezTo>
                  <a:cubicBezTo>
                    <a:pt x="51" y="68"/>
                    <a:pt x="55" y="65"/>
                    <a:pt x="58" y="61"/>
                  </a:cubicBezTo>
                  <a:cubicBezTo>
                    <a:pt x="60" y="59"/>
                    <a:pt x="62" y="56"/>
                    <a:pt x="63" y="53"/>
                  </a:cubicBezTo>
                  <a:cubicBezTo>
                    <a:pt x="64" y="51"/>
                    <a:pt x="65" y="49"/>
                    <a:pt x="65" y="48"/>
                  </a:cubicBezTo>
                  <a:cubicBezTo>
                    <a:pt x="66" y="45"/>
                    <a:pt x="66" y="43"/>
                    <a:pt x="66" y="41"/>
                  </a:cubicBezTo>
                  <a:cubicBezTo>
                    <a:pt x="67" y="34"/>
                    <a:pt x="65" y="26"/>
                    <a:pt x="61" y="20"/>
                  </a:cubicBezTo>
                  <a:cubicBezTo>
                    <a:pt x="59" y="18"/>
                    <a:pt x="57" y="16"/>
                    <a:pt x="54" y="13"/>
                  </a:cubicBezTo>
                  <a:close/>
                  <a:moveTo>
                    <a:pt x="53" y="42"/>
                  </a:moveTo>
                  <a:cubicBezTo>
                    <a:pt x="53" y="44"/>
                    <a:pt x="53" y="45"/>
                    <a:pt x="52" y="46"/>
                  </a:cubicBezTo>
                  <a:cubicBezTo>
                    <a:pt x="52" y="48"/>
                    <a:pt x="51" y="49"/>
                    <a:pt x="50" y="51"/>
                  </a:cubicBezTo>
                  <a:cubicBezTo>
                    <a:pt x="48" y="53"/>
                    <a:pt x="46" y="54"/>
                    <a:pt x="44" y="56"/>
                  </a:cubicBezTo>
                  <a:cubicBezTo>
                    <a:pt x="43" y="57"/>
                    <a:pt x="42" y="58"/>
                    <a:pt x="40" y="59"/>
                  </a:cubicBezTo>
                  <a:cubicBezTo>
                    <a:pt x="39" y="59"/>
                    <a:pt x="38" y="59"/>
                    <a:pt x="36" y="60"/>
                  </a:cubicBezTo>
                  <a:cubicBezTo>
                    <a:pt x="35" y="60"/>
                    <a:pt x="33" y="60"/>
                    <a:pt x="31" y="60"/>
                  </a:cubicBezTo>
                  <a:cubicBezTo>
                    <a:pt x="31" y="60"/>
                    <a:pt x="30" y="59"/>
                    <a:pt x="29" y="59"/>
                  </a:cubicBezTo>
                  <a:cubicBezTo>
                    <a:pt x="25" y="57"/>
                    <a:pt x="22" y="55"/>
                    <a:pt x="19" y="53"/>
                  </a:cubicBezTo>
                  <a:cubicBezTo>
                    <a:pt x="18" y="52"/>
                    <a:pt x="16" y="51"/>
                    <a:pt x="15" y="50"/>
                  </a:cubicBezTo>
                  <a:cubicBezTo>
                    <a:pt x="15" y="49"/>
                    <a:pt x="14" y="48"/>
                    <a:pt x="14" y="48"/>
                  </a:cubicBezTo>
                  <a:cubicBezTo>
                    <a:pt x="13" y="46"/>
                    <a:pt x="13" y="44"/>
                    <a:pt x="12" y="43"/>
                  </a:cubicBezTo>
                  <a:cubicBezTo>
                    <a:pt x="12" y="39"/>
                    <a:pt x="12" y="35"/>
                    <a:pt x="13" y="31"/>
                  </a:cubicBezTo>
                  <a:cubicBezTo>
                    <a:pt x="13" y="29"/>
                    <a:pt x="13" y="28"/>
                    <a:pt x="14" y="26"/>
                  </a:cubicBezTo>
                  <a:cubicBezTo>
                    <a:pt x="14" y="25"/>
                    <a:pt x="14" y="23"/>
                    <a:pt x="15" y="21"/>
                  </a:cubicBezTo>
                  <a:cubicBezTo>
                    <a:pt x="16" y="20"/>
                    <a:pt x="17" y="18"/>
                    <a:pt x="18" y="17"/>
                  </a:cubicBezTo>
                  <a:cubicBezTo>
                    <a:pt x="18" y="17"/>
                    <a:pt x="18" y="16"/>
                    <a:pt x="18" y="16"/>
                  </a:cubicBezTo>
                  <a:cubicBezTo>
                    <a:pt x="18" y="16"/>
                    <a:pt x="19" y="15"/>
                    <a:pt x="19" y="15"/>
                  </a:cubicBezTo>
                  <a:cubicBezTo>
                    <a:pt x="20" y="15"/>
                    <a:pt x="20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5" y="14"/>
                    <a:pt x="26" y="15"/>
                  </a:cubicBezTo>
                  <a:cubicBezTo>
                    <a:pt x="28" y="16"/>
                    <a:pt x="30" y="15"/>
                    <a:pt x="31" y="13"/>
                  </a:cubicBezTo>
                  <a:cubicBezTo>
                    <a:pt x="33" y="14"/>
                    <a:pt x="35" y="15"/>
                    <a:pt x="37" y="16"/>
                  </a:cubicBezTo>
                  <a:cubicBezTo>
                    <a:pt x="39" y="17"/>
                    <a:pt x="41" y="19"/>
                    <a:pt x="43" y="20"/>
                  </a:cubicBezTo>
                  <a:cubicBezTo>
                    <a:pt x="46" y="22"/>
                    <a:pt x="48" y="24"/>
                    <a:pt x="50" y="26"/>
                  </a:cubicBezTo>
                  <a:cubicBezTo>
                    <a:pt x="51" y="28"/>
                    <a:pt x="52" y="29"/>
                    <a:pt x="52" y="30"/>
                  </a:cubicBezTo>
                  <a:cubicBezTo>
                    <a:pt x="53" y="31"/>
                    <a:pt x="53" y="33"/>
                    <a:pt x="53" y="34"/>
                  </a:cubicBezTo>
                  <a:cubicBezTo>
                    <a:pt x="54" y="37"/>
                    <a:pt x="53" y="40"/>
                    <a:pt x="53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" name="Freeform 26">
              <a:extLst>
                <a:ext uri="{FF2B5EF4-FFF2-40B4-BE49-F238E27FC236}">
                  <a16:creationId xmlns:a16="http://schemas.microsoft.com/office/drawing/2014/main" id="{B4105BFC-81AC-4564-A29B-344DCD253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0" y="2400"/>
              <a:ext cx="23" cy="47"/>
            </a:xfrm>
            <a:custGeom>
              <a:avLst/>
              <a:gdLst>
                <a:gd name="T0" fmla="*/ 38 w 43"/>
                <a:gd name="T1" fmla="*/ 36 h 87"/>
                <a:gd name="T2" fmla="*/ 38 w 43"/>
                <a:gd name="T3" fmla="*/ 36 h 87"/>
                <a:gd name="T4" fmla="*/ 30 w 43"/>
                <a:gd name="T5" fmla="*/ 39 h 87"/>
                <a:gd name="T6" fmla="*/ 22 w 43"/>
                <a:gd name="T7" fmla="*/ 43 h 87"/>
                <a:gd name="T8" fmla="*/ 16 w 43"/>
                <a:gd name="T9" fmla="*/ 47 h 87"/>
                <a:gd name="T10" fmla="*/ 12 w 43"/>
                <a:gd name="T11" fmla="*/ 49 h 87"/>
                <a:gd name="T12" fmla="*/ 10 w 43"/>
                <a:gd name="T13" fmla="*/ 39 h 87"/>
                <a:gd name="T14" fmla="*/ 10 w 43"/>
                <a:gd name="T15" fmla="*/ 38 h 87"/>
                <a:gd name="T16" fmla="*/ 9 w 43"/>
                <a:gd name="T17" fmla="*/ 34 h 87"/>
                <a:gd name="T18" fmla="*/ 9 w 43"/>
                <a:gd name="T19" fmla="*/ 29 h 87"/>
                <a:gd name="T20" fmla="*/ 9 w 43"/>
                <a:gd name="T21" fmla="*/ 29 h 87"/>
                <a:gd name="T22" fmla="*/ 12 w 43"/>
                <a:gd name="T23" fmla="*/ 25 h 87"/>
                <a:gd name="T24" fmla="*/ 14 w 43"/>
                <a:gd name="T25" fmla="*/ 22 h 87"/>
                <a:gd name="T26" fmla="*/ 18 w 43"/>
                <a:gd name="T27" fmla="*/ 18 h 87"/>
                <a:gd name="T28" fmla="*/ 26 w 43"/>
                <a:gd name="T29" fmla="*/ 11 h 87"/>
                <a:gd name="T30" fmla="*/ 31 w 43"/>
                <a:gd name="T31" fmla="*/ 8 h 87"/>
                <a:gd name="T32" fmla="*/ 32 w 43"/>
                <a:gd name="T33" fmla="*/ 6 h 87"/>
                <a:gd name="T34" fmla="*/ 32 w 43"/>
                <a:gd name="T35" fmla="*/ 3 h 87"/>
                <a:gd name="T36" fmla="*/ 28 w 43"/>
                <a:gd name="T37" fmla="*/ 0 h 87"/>
                <a:gd name="T38" fmla="*/ 28 w 43"/>
                <a:gd name="T39" fmla="*/ 0 h 87"/>
                <a:gd name="T40" fmla="*/ 20 w 43"/>
                <a:gd name="T41" fmla="*/ 4 h 87"/>
                <a:gd name="T42" fmla="*/ 14 w 43"/>
                <a:gd name="T43" fmla="*/ 9 h 87"/>
                <a:gd name="T44" fmla="*/ 9 w 43"/>
                <a:gd name="T45" fmla="*/ 14 h 87"/>
                <a:gd name="T46" fmla="*/ 7 w 43"/>
                <a:gd name="T47" fmla="*/ 17 h 87"/>
                <a:gd name="T48" fmla="*/ 5 w 43"/>
                <a:gd name="T49" fmla="*/ 19 h 87"/>
                <a:gd name="T50" fmla="*/ 3 w 43"/>
                <a:gd name="T51" fmla="*/ 20 h 87"/>
                <a:gd name="T52" fmla="*/ 1 w 43"/>
                <a:gd name="T53" fmla="*/ 22 h 87"/>
                <a:gd name="T54" fmla="*/ 1 w 43"/>
                <a:gd name="T55" fmla="*/ 25 h 87"/>
                <a:gd name="T56" fmla="*/ 0 w 43"/>
                <a:gd name="T57" fmla="*/ 27 h 87"/>
                <a:gd name="T58" fmla="*/ 0 w 43"/>
                <a:gd name="T59" fmla="*/ 31 h 87"/>
                <a:gd name="T60" fmla="*/ 0 w 43"/>
                <a:gd name="T61" fmla="*/ 32 h 87"/>
                <a:gd name="T62" fmla="*/ 1 w 43"/>
                <a:gd name="T63" fmla="*/ 40 h 87"/>
                <a:gd name="T64" fmla="*/ 2 w 43"/>
                <a:gd name="T65" fmla="*/ 47 h 87"/>
                <a:gd name="T66" fmla="*/ 4 w 43"/>
                <a:gd name="T67" fmla="*/ 55 h 87"/>
                <a:gd name="T68" fmla="*/ 5 w 43"/>
                <a:gd name="T69" fmla="*/ 58 h 87"/>
                <a:gd name="T70" fmla="*/ 6 w 43"/>
                <a:gd name="T71" fmla="*/ 62 h 87"/>
                <a:gd name="T72" fmla="*/ 9 w 43"/>
                <a:gd name="T73" fmla="*/ 70 h 87"/>
                <a:gd name="T74" fmla="*/ 9 w 43"/>
                <a:gd name="T75" fmla="*/ 70 h 87"/>
                <a:gd name="T76" fmla="*/ 10 w 43"/>
                <a:gd name="T77" fmla="*/ 73 h 87"/>
                <a:gd name="T78" fmla="*/ 11 w 43"/>
                <a:gd name="T79" fmla="*/ 77 h 87"/>
                <a:gd name="T80" fmla="*/ 13 w 43"/>
                <a:gd name="T81" fmla="*/ 81 h 87"/>
                <a:gd name="T82" fmla="*/ 14 w 43"/>
                <a:gd name="T83" fmla="*/ 83 h 87"/>
                <a:gd name="T84" fmla="*/ 16 w 43"/>
                <a:gd name="T85" fmla="*/ 85 h 87"/>
                <a:gd name="T86" fmla="*/ 16 w 43"/>
                <a:gd name="T87" fmla="*/ 85 h 87"/>
                <a:gd name="T88" fmla="*/ 18 w 43"/>
                <a:gd name="T89" fmla="*/ 87 h 87"/>
                <a:gd name="T90" fmla="*/ 23 w 43"/>
                <a:gd name="T91" fmla="*/ 84 h 87"/>
                <a:gd name="T92" fmla="*/ 24 w 43"/>
                <a:gd name="T93" fmla="*/ 80 h 87"/>
                <a:gd name="T94" fmla="*/ 23 w 43"/>
                <a:gd name="T95" fmla="*/ 78 h 87"/>
                <a:gd name="T96" fmla="*/ 22 w 43"/>
                <a:gd name="T97" fmla="*/ 75 h 87"/>
                <a:gd name="T98" fmla="*/ 15 w 43"/>
                <a:gd name="T99" fmla="*/ 57 h 87"/>
                <a:gd name="T100" fmla="*/ 17 w 43"/>
                <a:gd name="T101" fmla="*/ 55 h 87"/>
                <a:gd name="T102" fmla="*/ 20 w 43"/>
                <a:gd name="T103" fmla="*/ 52 h 87"/>
                <a:gd name="T104" fmla="*/ 24 w 43"/>
                <a:gd name="T105" fmla="*/ 50 h 87"/>
                <a:gd name="T106" fmla="*/ 32 w 43"/>
                <a:gd name="T107" fmla="*/ 46 h 87"/>
                <a:gd name="T108" fmla="*/ 40 w 43"/>
                <a:gd name="T109" fmla="*/ 42 h 87"/>
                <a:gd name="T110" fmla="*/ 42 w 43"/>
                <a:gd name="T111" fmla="*/ 41 h 87"/>
                <a:gd name="T112" fmla="*/ 43 w 43"/>
                <a:gd name="T113" fmla="*/ 38 h 87"/>
                <a:gd name="T114" fmla="*/ 38 w 43"/>
                <a:gd name="T115" fmla="*/ 36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3" h="87"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35" y="37"/>
                    <a:pt x="33" y="38"/>
                    <a:pt x="30" y="39"/>
                  </a:cubicBezTo>
                  <a:cubicBezTo>
                    <a:pt x="27" y="40"/>
                    <a:pt x="25" y="41"/>
                    <a:pt x="22" y="43"/>
                  </a:cubicBezTo>
                  <a:cubicBezTo>
                    <a:pt x="20" y="44"/>
                    <a:pt x="18" y="45"/>
                    <a:pt x="16" y="47"/>
                  </a:cubicBezTo>
                  <a:cubicBezTo>
                    <a:pt x="15" y="47"/>
                    <a:pt x="14" y="48"/>
                    <a:pt x="12" y="49"/>
                  </a:cubicBezTo>
                  <a:cubicBezTo>
                    <a:pt x="11" y="46"/>
                    <a:pt x="11" y="42"/>
                    <a:pt x="10" y="39"/>
                  </a:cubicBezTo>
                  <a:cubicBezTo>
                    <a:pt x="10" y="39"/>
                    <a:pt x="10" y="39"/>
                    <a:pt x="10" y="38"/>
                  </a:cubicBezTo>
                  <a:cubicBezTo>
                    <a:pt x="10" y="37"/>
                    <a:pt x="10" y="35"/>
                    <a:pt x="9" y="34"/>
                  </a:cubicBezTo>
                  <a:cubicBezTo>
                    <a:pt x="9" y="32"/>
                    <a:pt x="9" y="31"/>
                    <a:pt x="9" y="29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10" y="28"/>
                    <a:pt x="11" y="26"/>
                    <a:pt x="12" y="25"/>
                  </a:cubicBezTo>
                  <a:cubicBezTo>
                    <a:pt x="12" y="24"/>
                    <a:pt x="13" y="23"/>
                    <a:pt x="14" y="22"/>
                  </a:cubicBezTo>
                  <a:cubicBezTo>
                    <a:pt x="15" y="21"/>
                    <a:pt x="17" y="19"/>
                    <a:pt x="18" y="18"/>
                  </a:cubicBezTo>
                  <a:cubicBezTo>
                    <a:pt x="21" y="15"/>
                    <a:pt x="23" y="13"/>
                    <a:pt x="26" y="11"/>
                  </a:cubicBezTo>
                  <a:cubicBezTo>
                    <a:pt x="27" y="10"/>
                    <a:pt x="29" y="8"/>
                    <a:pt x="31" y="8"/>
                  </a:cubicBezTo>
                  <a:cubicBezTo>
                    <a:pt x="31" y="7"/>
                    <a:pt x="32" y="7"/>
                    <a:pt x="32" y="6"/>
                  </a:cubicBezTo>
                  <a:cubicBezTo>
                    <a:pt x="33" y="5"/>
                    <a:pt x="33" y="4"/>
                    <a:pt x="32" y="3"/>
                  </a:cubicBezTo>
                  <a:cubicBezTo>
                    <a:pt x="32" y="1"/>
                    <a:pt x="30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1"/>
                    <a:pt x="22" y="2"/>
                    <a:pt x="20" y="4"/>
                  </a:cubicBezTo>
                  <a:cubicBezTo>
                    <a:pt x="18" y="6"/>
                    <a:pt x="16" y="8"/>
                    <a:pt x="14" y="9"/>
                  </a:cubicBezTo>
                  <a:cubicBezTo>
                    <a:pt x="13" y="11"/>
                    <a:pt x="11" y="12"/>
                    <a:pt x="9" y="14"/>
                  </a:cubicBezTo>
                  <a:cubicBezTo>
                    <a:pt x="9" y="15"/>
                    <a:pt x="8" y="16"/>
                    <a:pt x="7" y="17"/>
                  </a:cubicBezTo>
                  <a:cubicBezTo>
                    <a:pt x="6" y="17"/>
                    <a:pt x="6" y="18"/>
                    <a:pt x="5" y="19"/>
                  </a:cubicBezTo>
                  <a:cubicBezTo>
                    <a:pt x="4" y="19"/>
                    <a:pt x="4" y="19"/>
                    <a:pt x="3" y="20"/>
                  </a:cubicBezTo>
                  <a:cubicBezTo>
                    <a:pt x="3" y="20"/>
                    <a:pt x="2" y="21"/>
                    <a:pt x="1" y="22"/>
                  </a:cubicBezTo>
                  <a:cubicBezTo>
                    <a:pt x="1" y="23"/>
                    <a:pt x="1" y="24"/>
                    <a:pt x="1" y="25"/>
                  </a:cubicBezTo>
                  <a:cubicBezTo>
                    <a:pt x="1" y="25"/>
                    <a:pt x="1" y="26"/>
                    <a:pt x="0" y="27"/>
                  </a:cubicBezTo>
                  <a:cubicBezTo>
                    <a:pt x="0" y="28"/>
                    <a:pt x="0" y="29"/>
                    <a:pt x="0" y="31"/>
                  </a:cubicBezTo>
                  <a:cubicBezTo>
                    <a:pt x="0" y="31"/>
                    <a:pt x="0" y="32"/>
                    <a:pt x="0" y="32"/>
                  </a:cubicBezTo>
                  <a:cubicBezTo>
                    <a:pt x="0" y="35"/>
                    <a:pt x="0" y="38"/>
                    <a:pt x="1" y="40"/>
                  </a:cubicBezTo>
                  <a:cubicBezTo>
                    <a:pt x="1" y="43"/>
                    <a:pt x="1" y="45"/>
                    <a:pt x="2" y="47"/>
                  </a:cubicBezTo>
                  <a:cubicBezTo>
                    <a:pt x="2" y="50"/>
                    <a:pt x="3" y="53"/>
                    <a:pt x="4" y="55"/>
                  </a:cubicBezTo>
                  <a:cubicBezTo>
                    <a:pt x="4" y="56"/>
                    <a:pt x="4" y="57"/>
                    <a:pt x="5" y="58"/>
                  </a:cubicBezTo>
                  <a:cubicBezTo>
                    <a:pt x="5" y="59"/>
                    <a:pt x="5" y="61"/>
                    <a:pt x="6" y="62"/>
                  </a:cubicBezTo>
                  <a:cubicBezTo>
                    <a:pt x="7" y="64"/>
                    <a:pt x="8" y="67"/>
                    <a:pt x="9" y="70"/>
                  </a:cubicBezTo>
                  <a:cubicBezTo>
                    <a:pt x="9" y="70"/>
                    <a:pt x="9" y="70"/>
                    <a:pt x="9" y="70"/>
                  </a:cubicBezTo>
                  <a:cubicBezTo>
                    <a:pt x="9" y="71"/>
                    <a:pt x="10" y="72"/>
                    <a:pt x="10" y="73"/>
                  </a:cubicBezTo>
                  <a:cubicBezTo>
                    <a:pt x="10" y="75"/>
                    <a:pt x="11" y="76"/>
                    <a:pt x="11" y="77"/>
                  </a:cubicBezTo>
                  <a:cubicBezTo>
                    <a:pt x="12" y="78"/>
                    <a:pt x="13" y="80"/>
                    <a:pt x="13" y="81"/>
                  </a:cubicBezTo>
                  <a:cubicBezTo>
                    <a:pt x="14" y="82"/>
                    <a:pt x="14" y="83"/>
                    <a:pt x="14" y="83"/>
                  </a:cubicBezTo>
                  <a:cubicBezTo>
                    <a:pt x="14" y="84"/>
                    <a:pt x="15" y="85"/>
                    <a:pt x="16" y="85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6" y="86"/>
                    <a:pt x="17" y="86"/>
                    <a:pt x="18" y="87"/>
                  </a:cubicBezTo>
                  <a:cubicBezTo>
                    <a:pt x="20" y="87"/>
                    <a:pt x="22" y="86"/>
                    <a:pt x="23" y="84"/>
                  </a:cubicBezTo>
                  <a:cubicBezTo>
                    <a:pt x="24" y="83"/>
                    <a:pt x="24" y="82"/>
                    <a:pt x="24" y="80"/>
                  </a:cubicBezTo>
                  <a:cubicBezTo>
                    <a:pt x="24" y="80"/>
                    <a:pt x="23" y="79"/>
                    <a:pt x="23" y="78"/>
                  </a:cubicBezTo>
                  <a:cubicBezTo>
                    <a:pt x="22" y="77"/>
                    <a:pt x="22" y="76"/>
                    <a:pt x="22" y="75"/>
                  </a:cubicBezTo>
                  <a:cubicBezTo>
                    <a:pt x="19" y="69"/>
                    <a:pt x="17" y="63"/>
                    <a:pt x="15" y="57"/>
                  </a:cubicBezTo>
                  <a:cubicBezTo>
                    <a:pt x="15" y="56"/>
                    <a:pt x="16" y="55"/>
                    <a:pt x="17" y="55"/>
                  </a:cubicBezTo>
                  <a:cubicBezTo>
                    <a:pt x="18" y="54"/>
                    <a:pt x="19" y="53"/>
                    <a:pt x="20" y="52"/>
                  </a:cubicBezTo>
                  <a:cubicBezTo>
                    <a:pt x="22" y="51"/>
                    <a:pt x="23" y="50"/>
                    <a:pt x="24" y="50"/>
                  </a:cubicBezTo>
                  <a:cubicBezTo>
                    <a:pt x="27" y="48"/>
                    <a:pt x="29" y="47"/>
                    <a:pt x="32" y="46"/>
                  </a:cubicBezTo>
                  <a:cubicBezTo>
                    <a:pt x="35" y="45"/>
                    <a:pt x="37" y="43"/>
                    <a:pt x="40" y="42"/>
                  </a:cubicBezTo>
                  <a:cubicBezTo>
                    <a:pt x="41" y="42"/>
                    <a:pt x="42" y="42"/>
                    <a:pt x="42" y="41"/>
                  </a:cubicBezTo>
                  <a:cubicBezTo>
                    <a:pt x="43" y="40"/>
                    <a:pt x="43" y="39"/>
                    <a:pt x="43" y="38"/>
                  </a:cubicBezTo>
                  <a:cubicBezTo>
                    <a:pt x="42" y="36"/>
                    <a:pt x="40" y="35"/>
                    <a:pt x="38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" name="Freeform 27">
              <a:extLst>
                <a:ext uri="{FF2B5EF4-FFF2-40B4-BE49-F238E27FC236}">
                  <a16:creationId xmlns:a16="http://schemas.microsoft.com/office/drawing/2014/main" id="{8C0E1975-C035-46B5-8954-891B6A87F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9" y="2390"/>
              <a:ext cx="21" cy="46"/>
            </a:xfrm>
            <a:custGeom>
              <a:avLst/>
              <a:gdLst>
                <a:gd name="T0" fmla="*/ 35 w 39"/>
                <a:gd name="T1" fmla="*/ 39 h 85"/>
                <a:gd name="T2" fmla="*/ 28 w 39"/>
                <a:gd name="T3" fmla="*/ 40 h 85"/>
                <a:gd name="T4" fmla="*/ 21 w 39"/>
                <a:gd name="T5" fmla="*/ 41 h 85"/>
                <a:gd name="T6" fmla="*/ 20 w 39"/>
                <a:gd name="T7" fmla="*/ 41 h 85"/>
                <a:gd name="T8" fmla="*/ 14 w 39"/>
                <a:gd name="T9" fmla="*/ 44 h 85"/>
                <a:gd name="T10" fmla="*/ 11 w 39"/>
                <a:gd name="T11" fmla="*/ 45 h 85"/>
                <a:gd name="T12" fmla="*/ 11 w 39"/>
                <a:gd name="T13" fmla="*/ 42 h 85"/>
                <a:gd name="T14" fmla="*/ 10 w 39"/>
                <a:gd name="T15" fmla="*/ 37 h 85"/>
                <a:gd name="T16" fmla="*/ 10 w 39"/>
                <a:gd name="T17" fmla="*/ 29 h 85"/>
                <a:gd name="T18" fmla="*/ 12 w 39"/>
                <a:gd name="T19" fmla="*/ 23 h 85"/>
                <a:gd name="T20" fmla="*/ 15 w 39"/>
                <a:gd name="T21" fmla="*/ 18 h 85"/>
                <a:gd name="T22" fmla="*/ 22 w 39"/>
                <a:gd name="T23" fmla="*/ 11 h 85"/>
                <a:gd name="T24" fmla="*/ 27 w 39"/>
                <a:gd name="T25" fmla="*/ 8 h 85"/>
                <a:gd name="T26" fmla="*/ 28 w 39"/>
                <a:gd name="T27" fmla="*/ 7 h 85"/>
                <a:gd name="T28" fmla="*/ 29 w 39"/>
                <a:gd name="T29" fmla="*/ 4 h 85"/>
                <a:gd name="T30" fmla="*/ 24 w 39"/>
                <a:gd name="T31" fmla="*/ 1 h 85"/>
                <a:gd name="T32" fmla="*/ 24 w 39"/>
                <a:gd name="T33" fmla="*/ 1 h 85"/>
                <a:gd name="T34" fmla="*/ 19 w 39"/>
                <a:gd name="T35" fmla="*/ 3 h 85"/>
                <a:gd name="T36" fmla="*/ 16 w 39"/>
                <a:gd name="T37" fmla="*/ 5 h 85"/>
                <a:gd name="T38" fmla="*/ 10 w 39"/>
                <a:gd name="T39" fmla="*/ 11 h 85"/>
                <a:gd name="T40" fmla="*/ 5 w 39"/>
                <a:gd name="T41" fmla="*/ 18 h 85"/>
                <a:gd name="T42" fmla="*/ 2 w 39"/>
                <a:gd name="T43" fmla="*/ 26 h 85"/>
                <a:gd name="T44" fmla="*/ 1 w 39"/>
                <a:gd name="T45" fmla="*/ 28 h 85"/>
                <a:gd name="T46" fmla="*/ 0 w 39"/>
                <a:gd name="T47" fmla="*/ 36 h 85"/>
                <a:gd name="T48" fmla="*/ 0 w 39"/>
                <a:gd name="T49" fmla="*/ 40 h 85"/>
                <a:gd name="T50" fmla="*/ 1 w 39"/>
                <a:gd name="T51" fmla="*/ 43 h 85"/>
                <a:gd name="T52" fmla="*/ 2 w 39"/>
                <a:gd name="T53" fmla="*/ 47 h 85"/>
                <a:gd name="T54" fmla="*/ 3 w 39"/>
                <a:gd name="T55" fmla="*/ 51 h 85"/>
                <a:gd name="T56" fmla="*/ 3 w 39"/>
                <a:gd name="T57" fmla="*/ 52 h 85"/>
                <a:gd name="T58" fmla="*/ 4 w 39"/>
                <a:gd name="T59" fmla="*/ 58 h 85"/>
                <a:gd name="T60" fmla="*/ 5 w 39"/>
                <a:gd name="T61" fmla="*/ 64 h 85"/>
                <a:gd name="T62" fmla="*/ 8 w 39"/>
                <a:gd name="T63" fmla="*/ 74 h 85"/>
                <a:gd name="T64" fmla="*/ 9 w 39"/>
                <a:gd name="T65" fmla="*/ 78 h 85"/>
                <a:gd name="T66" fmla="*/ 10 w 39"/>
                <a:gd name="T67" fmla="*/ 82 h 85"/>
                <a:gd name="T68" fmla="*/ 13 w 39"/>
                <a:gd name="T69" fmla="*/ 85 h 85"/>
                <a:gd name="T70" fmla="*/ 18 w 39"/>
                <a:gd name="T71" fmla="*/ 84 h 85"/>
                <a:gd name="T72" fmla="*/ 19 w 39"/>
                <a:gd name="T73" fmla="*/ 82 h 85"/>
                <a:gd name="T74" fmla="*/ 19 w 39"/>
                <a:gd name="T75" fmla="*/ 79 h 85"/>
                <a:gd name="T76" fmla="*/ 18 w 39"/>
                <a:gd name="T77" fmla="*/ 76 h 85"/>
                <a:gd name="T78" fmla="*/ 17 w 39"/>
                <a:gd name="T79" fmla="*/ 72 h 85"/>
                <a:gd name="T80" fmla="*/ 15 w 39"/>
                <a:gd name="T81" fmla="*/ 65 h 85"/>
                <a:gd name="T82" fmla="*/ 13 w 39"/>
                <a:gd name="T83" fmla="*/ 57 h 85"/>
                <a:gd name="T84" fmla="*/ 12 w 39"/>
                <a:gd name="T85" fmla="*/ 54 h 85"/>
                <a:gd name="T86" fmla="*/ 14 w 39"/>
                <a:gd name="T87" fmla="*/ 53 h 85"/>
                <a:gd name="T88" fmla="*/ 22 w 39"/>
                <a:gd name="T89" fmla="*/ 50 h 85"/>
                <a:gd name="T90" fmla="*/ 30 w 39"/>
                <a:gd name="T91" fmla="*/ 48 h 85"/>
                <a:gd name="T92" fmla="*/ 35 w 39"/>
                <a:gd name="T93" fmla="*/ 48 h 85"/>
                <a:gd name="T94" fmla="*/ 38 w 39"/>
                <a:gd name="T95" fmla="*/ 46 h 85"/>
                <a:gd name="T96" fmla="*/ 39 w 39"/>
                <a:gd name="T97" fmla="*/ 43 h 85"/>
                <a:gd name="T98" fmla="*/ 35 w 39"/>
                <a:gd name="T99" fmla="*/ 39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9" h="85">
                  <a:moveTo>
                    <a:pt x="35" y="39"/>
                  </a:moveTo>
                  <a:cubicBezTo>
                    <a:pt x="32" y="39"/>
                    <a:pt x="30" y="39"/>
                    <a:pt x="28" y="40"/>
                  </a:cubicBezTo>
                  <a:cubicBezTo>
                    <a:pt x="25" y="40"/>
                    <a:pt x="23" y="40"/>
                    <a:pt x="21" y="41"/>
                  </a:cubicBezTo>
                  <a:cubicBezTo>
                    <a:pt x="21" y="41"/>
                    <a:pt x="21" y="41"/>
                    <a:pt x="20" y="41"/>
                  </a:cubicBezTo>
                  <a:cubicBezTo>
                    <a:pt x="18" y="42"/>
                    <a:pt x="16" y="43"/>
                    <a:pt x="14" y="44"/>
                  </a:cubicBezTo>
                  <a:cubicBezTo>
                    <a:pt x="13" y="44"/>
                    <a:pt x="12" y="44"/>
                    <a:pt x="11" y="45"/>
                  </a:cubicBezTo>
                  <a:cubicBezTo>
                    <a:pt x="11" y="44"/>
                    <a:pt x="11" y="43"/>
                    <a:pt x="11" y="42"/>
                  </a:cubicBezTo>
                  <a:cubicBezTo>
                    <a:pt x="10" y="40"/>
                    <a:pt x="10" y="39"/>
                    <a:pt x="10" y="37"/>
                  </a:cubicBezTo>
                  <a:cubicBezTo>
                    <a:pt x="10" y="35"/>
                    <a:pt x="10" y="32"/>
                    <a:pt x="10" y="29"/>
                  </a:cubicBezTo>
                  <a:cubicBezTo>
                    <a:pt x="11" y="27"/>
                    <a:pt x="11" y="25"/>
                    <a:pt x="12" y="23"/>
                  </a:cubicBezTo>
                  <a:cubicBezTo>
                    <a:pt x="13" y="22"/>
                    <a:pt x="14" y="20"/>
                    <a:pt x="15" y="18"/>
                  </a:cubicBezTo>
                  <a:cubicBezTo>
                    <a:pt x="17" y="16"/>
                    <a:pt x="19" y="13"/>
                    <a:pt x="22" y="11"/>
                  </a:cubicBezTo>
                  <a:cubicBezTo>
                    <a:pt x="23" y="10"/>
                    <a:pt x="25" y="9"/>
                    <a:pt x="27" y="8"/>
                  </a:cubicBezTo>
                  <a:cubicBezTo>
                    <a:pt x="28" y="8"/>
                    <a:pt x="28" y="7"/>
                    <a:pt x="28" y="7"/>
                  </a:cubicBezTo>
                  <a:cubicBezTo>
                    <a:pt x="29" y="6"/>
                    <a:pt x="29" y="5"/>
                    <a:pt x="29" y="4"/>
                  </a:cubicBezTo>
                  <a:cubicBezTo>
                    <a:pt x="28" y="2"/>
                    <a:pt x="26" y="0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2" y="1"/>
                    <a:pt x="20" y="2"/>
                    <a:pt x="19" y="3"/>
                  </a:cubicBezTo>
                  <a:cubicBezTo>
                    <a:pt x="18" y="4"/>
                    <a:pt x="17" y="4"/>
                    <a:pt x="16" y="5"/>
                  </a:cubicBezTo>
                  <a:cubicBezTo>
                    <a:pt x="14" y="7"/>
                    <a:pt x="12" y="9"/>
                    <a:pt x="10" y="11"/>
                  </a:cubicBezTo>
                  <a:cubicBezTo>
                    <a:pt x="8" y="13"/>
                    <a:pt x="6" y="15"/>
                    <a:pt x="5" y="18"/>
                  </a:cubicBezTo>
                  <a:cubicBezTo>
                    <a:pt x="4" y="20"/>
                    <a:pt x="3" y="23"/>
                    <a:pt x="2" y="26"/>
                  </a:cubicBezTo>
                  <a:cubicBezTo>
                    <a:pt x="1" y="26"/>
                    <a:pt x="1" y="27"/>
                    <a:pt x="1" y="28"/>
                  </a:cubicBezTo>
                  <a:cubicBezTo>
                    <a:pt x="0" y="31"/>
                    <a:pt x="0" y="33"/>
                    <a:pt x="0" y="36"/>
                  </a:cubicBezTo>
                  <a:cubicBezTo>
                    <a:pt x="0" y="37"/>
                    <a:pt x="0" y="39"/>
                    <a:pt x="0" y="40"/>
                  </a:cubicBezTo>
                  <a:cubicBezTo>
                    <a:pt x="0" y="41"/>
                    <a:pt x="0" y="42"/>
                    <a:pt x="1" y="43"/>
                  </a:cubicBezTo>
                  <a:cubicBezTo>
                    <a:pt x="1" y="45"/>
                    <a:pt x="1" y="46"/>
                    <a:pt x="2" y="47"/>
                  </a:cubicBezTo>
                  <a:cubicBezTo>
                    <a:pt x="2" y="48"/>
                    <a:pt x="2" y="49"/>
                    <a:pt x="3" y="51"/>
                  </a:cubicBezTo>
                  <a:cubicBezTo>
                    <a:pt x="3" y="51"/>
                    <a:pt x="3" y="52"/>
                    <a:pt x="3" y="52"/>
                  </a:cubicBezTo>
                  <a:cubicBezTo>
                    <a:pt x="3" y="54"/>
                    <a:pt x="3" y="56"/>
                    <a:pt x="4" y="58"/>
                  </a:cubicBezTo>
                  <a:cubicBezTo>
                    <a:pt x="4" y="60"/>
                    <a:pt x="5" y="62"/>
                    <a:pt x="5" y="64"/>
                  </a:cubicBezTo>
                  <a:cubicBezTo>
                    <a:pt x="6" y="68"/>
                    <a:pt x="7" y="71"/>
                    <a:pt x="8" y="74"/>
                  </a:cubicBezTo>
                  <a:cubicBezTo>
                    <a:pt x="8" y="75"/>
                    <a:pt x="9" y="76"/>
                    <a:pt x="9" y="78"/>
                  </a:cubicBezTo>
                  <a:cubicBezTo>
                    <a:pt x="9" y="79"/>
                    <a:pt x="10" y="80"/>
                    <a:pt x="10" y="82"/>
                  </a:cubicBezTo>
                  <a:cubicBezTo>
                    <a:pt x="11" y="83"/>
                    <a:pt x="12" y="84"/>
                    <a:pt x="13" y="85"/>
                  </a:cubicBezTo>
                  <a:cubicBezTo>
                    <a:pt x="15" y="85"/>
                    <a:pt x="17" y="85"/>
                    <a:pt x="18" y="84"/>
                  </a:cubicBezTo>
                  <a:cubicBezTo>
                    <a:pt x="18" y="83"/>
                    <a:pt x="18" y="82"/>
                    <a:pt x="19" y="82"/>
                  </a:cubicBezTo>
                  <a:cubicBezTo>
                    <a:pt x="19" y="81"/>
                    <a:pt x="19" y="80"/>
                    <a:pt x="19" y="79"/>
                  </a:cubicBezTo>
                  <a:cubicBezTo>
                    <a:pt x="18" y="78"/>
                    <a:pt x="18" y="77"/>
                    <a:pt x="18" y="76"/>
                  </a:cubicBezTo>
                  <a:cubicBezTo>
                    <a:pt x="17" y="74"/>
                    <a:pt x="17" y="73"/>
                    <a:pt x="17" y="72"/>
                  </a:cubicBezTo>
                  <a:cubicBezTo>
                    <a:pt x="16" y="70"/>
                    <a:pt x="15" y="67"/>
                    <a:pt x="15" y="65"/>
                  </a:cubicBezTo>
                  <a:cubicBezTo>
                    <a:pt x="14" y="62"/>
                    <a:pt x="13" y="59"/>
                    <a:pt x="13" y="57"/>
                  </a:cubicBezTo>
                  <a:cubicBezTo>
                    <a:pt x="13" y="56"/>
                    <a:pt x="12" y="55"/>
                    <a:pt x="12" y="54"/>
                  </a:cubicBezTo>
                  <a:cubicBezTo>
                    <a:pt x="13" y="53"/>
                    <a:pt x="13" y="53"/>
                    <a:pt x="14" y="53"/>
                  </a:cubicBezTo>
                  <a:cubicBezTo>
                    <a:pt x="17" y="52"/>
                    <a:pt x="19" y="51"/>
                    <a:pt x="22" y="50"/>
                  </a:cubicBezTo>
                  <a:cubicBezTo>
                    <a:pt x="25" y="49"/>
                    <a:pt x="27" y="49"/>
                    <a:pt x="30" y="48"/>
                  </a:cubicBezTo>
                  <a:cubicBezTo>
                    <a:pt x="31" y="48"/>
                    <a:pt x="33" y="48"/>
                    <a:pt x="35" y="48"/>
                  </a:cubicBezTo>
                  <a:cubicBezTo>
                    <a:pt x="36" y="48"/>
                    <a:pt x="37" y="47"/>
                    <a:pt x="38" y="46"/>
                  </a:cubicBezTo>
                  <a:cubicBezTo>
                    <a:pt x="39" y="46"/>
                    <a:pt x="39" y="45"/>
                    <a:pt x="39" y="43"/>
                  </a:cubicBezTo>
                  <a:cubicBezTo>
                    <a:pt x="39" y="41"/>
                    <a:pt x="37" y="39"/>
                    <a:pt x="35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" name="Freeform 28">
              <a:extLst>
                <a:ext uri="{FF2B5EF4-FFF2-40B4-BE49-F238E27FC236}">
                  <a16:creationId xmlns:a16="http://schemas.microsoft.com/office/drawing/2014/main" id="{0D18E18E-6ADF-4520-831F-4CF22D06C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5" y="2700"/>
              <a:ext cx="63" cy="62"/>
            </a:xfrm>
            <a:custGeom>
              <a:avLst/>
              <a:gdLst>
                <a:gd name="T0" fmla="*/ 108 w 117"/>
                <a:gd name="T1" fmla="*/ 43 h 116"/>
                <a:gd name="T2" fmla="*/ 74 w 117"/>
                <a:gd name="T3" fmla="*/ 108 h 116"/>
                <a:gd name="T4" fmla="*/ 9 w 117"/>
                <a:gd name="T5" fmla="*/ 74 h 116"/>
                <a:gd name="T6" fmla="*/ 43 w 117"/>
                <a:gd name="T7" fmla="*/ 8 h 116"/>
                <a:gd name="T8" fmla="*/ 43 w 117"/>
                <a:gd name="T9" fmla="*/ 8 h 116"/>
                <a:gd name="T10" fmla="*/ 108 w 117"/>
                <a:gd name="T11" fmla="*/ 43 h 116"/>
                <a:gd name="T12" fmla="*/ 108 w 117"/>
                <a:gd name="T13" fmla="*/ 43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116">
                  <a:moveTo>
                    <a:pt x="108" y="43"/>
                  </a:moveTo>
                  <a:cubicBezTo>
                    <a:pt x="117" y="70"/>
                    <a:pt x="101" y="99"/>
                    <a:pt x="74" y="108"/>
                  </a:cubicBezTo>
                  <a:cubicBezTo>
                    <a:pt x="46" y="116"/>
                    <a:pt x="17" y="101"/>
                    <a:pt x="9" y="74"/>
                  </a:cubicBezTo>
                  <a:cubicBezTo>
                    <a:pt x="0" y="46"/>
                    <a:pt x="16" y="17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70" y="0"/>
                    <a:pt x="100" y="15"/>
                    <a:pt x="108" y="43"/>
                  </a:cubicBezTo>
                  <a:cubicBezTo>
                    <a:pt x="108" y="43"/>
                    <a:pt x="108" y="43"/>
                    <a:pt x="108" y="43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5" name="Freeform 29">
              <a:extLst>
                <a:ext uri="{FF2B5EF4-FFF2-40B4-BE49-F238E27FC236}">
                  <a16:creationId xmlns:a16="http://schemas.microsoft.com/office/drawing/2014/main" id="{DFE92547-DFA0-493F-A93A-E0F5B7E21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7" y="2624"/>
              <a:ext cx="128" cy="78"/>
            </a:xfrm>
            <a:custGeom>
              <a:avLst/>
              <a:gdLst>
                <a:gd name="T0" fmla="*/ 214 w 237"/>
                <a:gd name="T1" fmla="*/ 91 h 144"/>
                <a:gd name="T2" fmla="*/ 49 w 237"/>
                <a:gd name="T3" fmla="*/ 144 h 144"/>
                <a:gd name="T4" fmla="*/ 0 w 237"/>
                <a:gd name="T5" fmla="*/ 114 h 144"/>
                <a:gd name="T6" fmla="*/ 237 w 237"/>
                <a:gd name="T7" fmla="*/ 38 h 144"/>
                <a:gd name="T8" fmla="*/ 214 w 237"/>
                <a:gd name="T9" fmla="*/ 9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7" h="144">
                  <a:moveTo>
                    <a:pt x="214" y="91"/>
                  </a:moveTo>
                  <a:cubicBezTo>
                    <a:pt x="154" y="65"/>
                    <a:pt x="83" y="88"/>
                    <a:pt x="49" y="144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49" y="33"/>
                    <a:pt x="150" y="0"/>
                    <a:pt x="237" y="38"/>
                  </a:cubicBezTo>
                  <a:lnTo>
                    <a:pt x="214" y="91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6" name="Freeform 30">
              <a:extLst>
                <a:ext uri="{FF2B5EF4-FFF2-40B4-BE49-F238E27FC236}">
                  <a16:creationId xmlns:a16="http://schemas.microsoft.com/office/drawing/2014/main" id="{B9CA77CE-47EF-4B6D-B2D9-05B85C9F3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2555"/>
              <a:ext cx="205" cy="114"/>
            </a:xfrm>
            <a:custGeom>
              <a:avLst/>
              <a:gdLst>
                <a:gd name="T0" fmla="*/ 359 w 381"/>
                <a:gd name="T1" fmla="*/ 113 h 212"/>
                <a:gd name="T2" fmla="*/ 50 w 381"/>
                <a:gd name="T3" fmla="*/ 212 h 212"/>
                <a:gd name="T4" fmla="*/ 0 w 381"/>
                <a:gd name="T5" fmla="*/ 182 h 212"/>
                <a:gd name="T6" fmla="*/ 381 w 381"/>
                <a:gd name="T7" fmla="*/ 60 h 212"/>
                <a:gd name="T8" fmla="*/ 359 w 381"/>
                <a:gd name="T9" fmla="*/ 113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1" h="212">
                  <a:moveTo>
                    <a:pt x="359" y="113"/>
                  </a:moveTo>
                  <a:cubicBezTo>
                    <a:pt x="245" y="64"/>
                    <a:pt x="114" y="107"/>
                    <a:pt x="50" y="212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79" y="52"/>
                    <a:pt x="242" y="0"/>
                    <a:pt x="381" y="60"/>
                  </a:cubicBezTo>
                  <a:lnTo>
                    <a:pt x="359" y="113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" name="Freeform 31">
              <a:extLst>
                <a:ext uri="{FF2B5EF4-FFF2-40B4-BE49-F238E27FC236}">
                  <a16:creationId xmlns:a16="http://schemas.microsoft.com/office/drawing/2014/main" id="{023441CF-A869-4CDA-B530-87F15AD7D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9" y="2486"/>
              <a:ext cx="289" cy="155"/>
            </a:xfrm>
            <a:custGeom>
              <a:avLst/>
              <a:gdLst>
                <a:gd name="T0" fmla="*/ 537 w 537"/>
                <a:gd name="T1" fmla="*/ 84 h 287"/>
                <a:gd name="T2" fmla="*/ 514 w 537"/>
                <a:gd name="T3" fmla="*/ 137 h 287"/>
                <a:gd name="T4" fmla="*/ 50 w 537"/>
                <a:gd name="T5" fmla="*/ 287 h 287"/>
                <a:gd name="T6" fmla="*/ 0 w 537"/>
                <a:gd name="T7" fmla="*/ 257 h 287"/>
                <a:gd name="T8" fmla="*/ 537 w 537"/>
                <a:gd name="T9" fmla="*/ 84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7" h="287">
                  <a:moveTo>
                    <a:pt x="537" y="84"/>
                  </a:moveTo>
                  <a:cubicBezTo>
                    <a:pt x="514" y="137"/>
                    <a:pt x="514" y="137"/>
                    <a:pt x="514" y="137"/>
                  </a:cubicBezTo>
                  <a:cubicBezTo>
                    <a:pt x="344" y="65"/>
                    <a:pt x="146" y="128"/>
                    <a:pt x="50" y="287"/>
                  </a:cubicBezTo>
                  <a:cubicBezTo>
                    <a:pt x="0" y="257"/>
                    <a:pt x="0" y="257"/>
                    <a:pt x="0" y="257"/>
                  </a:cubicBezTo>
                  <a:cubicBezTo>
                    <a:pt x="111" y="74"/>
                    <a:pt x="340" y="0"/>
                    <a:pt x="537" y="84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" name="Freeform 32">
              <a:extLst>
                <a:ext uri="{FF2B5EF4-FFF2-40B4-BE49-F238E27FC236}">
                  <a16:creationId xmlns:a16="http://schemas.microsoft.com/office/drawing/2014/main" id="{B8BC0962-E138-40CD-8172-875A5B36D6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6" y="2843"/>
              <a:ext cx="46" cy="47"/>
            </a:xfrm>
            <a:custGeom>
              <a:avLst/>
              <a:gdLst>
                <a:gd name="T0" fmla="*/ 80 w 86"/>
                <a:gd name="T1" fmla="*/ 21 h 88"/>
                <a:gd name="T2" fmla="*/ 74 w 86"/>
                <a:gd name="T3" fmla="*/ 14 h 88"/>
                <a:gd name="T4" fmla="*/ 52 w 86"/>
                <a:gd name="T5" fmla="*/ 1 h 88"/>
                <a:gd name="T6" fmla="*/ 46 w 86"/>
                <a:gd name="T7" fmla="*/ 0 h 88"/>
                <a:gd name="T8" fmla="*/ 38 w 86"/>
                <a:gd name="T9" fmla="*/ 1 h 88"/>
                <a:gd name="T10" fmla="*/ 33 w 86"/>
                <a:gd name="T11" fmla="*/ 3 h 88"/>
                <a:gd name="T12" fmla="*/ 23 w 86"/>
                <a:gd name="T13" fmla="*/ 9 h 88"/>
                <a:gd name="T14" fmla="*/ 5 w 86"/>
                <a:gd name="T15" fmla="*/ 29 h 88"/>
                <a:gd name="T16" fmla="*/ 0 w 86"/>
                <a:gd name="T17" fmla="*/ 47 h 88"/>
                <a:gd name="T18" fmla="*/ 3 w 86"/>
                <a:gd name="T19" fmla="*/ 59 h 88"/>
                <a:gd name="T20" fmla="*/ 8 w 86"/>
                <a:gd name="T21" fmla="*/ 68 h 88"/>
                <a:gd name="T22" fmla="*/ 27 w 86"/>
                <a:gd name="T23" fmla="*/ 86 h 88"/>
                <a:gd name="T24" fmla="*/ 45 w 86"/>
                <a:gd name="T25" fmla="*/ 87 h 88"/>
                <a:gd name="T26" fmla="*/ 59 w 86"/>
                <a:gd name="T27" fmla="*/ 83 h 88"/>
                <a:gd name="T28" fmla="*/ 75 w 86"/>
                <a:gd name="T29" fmla="*/ 74 h 88"/>
                <a:gd name="T30" fmla="*/ 81 w 86"/>
                <a:gd name="T31" fmla="*/ 66 h 88"/>
                <a:gd name="T32" fmla="*/ 86 w 86"/>
                <a:gd name="T33" fmla="*/ 41 h 88"/>
                <a:gd name="T34" fmla="*/ 69 w 86"/>
                <a:gd name="T35" fmla="*/ 46 h 88"/>
                <a:gd name="T36" fmla="*/ 68 w 86"/>
                <a:gd name="T37" fmla="*/ 58 h 88"/>
                <a:gd name="T38" fmla="*/ 63 w 86"/>
                <a:gd name="T39" fmla="*/ 63 h 88"/>
                <a:gd name="T40" fmla="*/ 56 w 86"/>
                <a:gd name="T41" fmla="*/ 67 h 88"/>
                <a:gd name="T42" fmla="*/ 42 w 86"/>
                <a:gd name="T43" fmla="*/ 71 h 88"/>
                <a:gd name="T44" fmla="*/ 33 w 86"/>
                <a:gd name="T45" fmla="*/ 70 h 88"/>
                <a:gd name="T46" fmla="*/ 20 w 86"/>
                <a:gd name="T47" fmla="*/ 61 h 88"/>
                <a:gd name="T48" fmla="*/ 16 w 86"/>
                <a:gd name="T49" fmla="*/ 50 h 88"/>
                <a:gd name="T50" fmla="*/ 18 w 86"/>
                <a:gd name="T51" fmla="*/ 41 h 88"/>
                <a:gd name="T52" fmla="*/ 27 w 86"/>
                <a:gd name="T53" fmla="*/ 28 h 88"/>
                <a:gd name="T54" fmla="*/ 42 w 86"/>
                <a:gd name="T55" fmla="*/ 18 h 88"/>
                <a:gd name="T56" fmla="*/ 48 w 86"/>
                <a:gd name="T57" fmla="*/ 17 h 88"/>
                <a:gd name="T58" fmla="*/ 59 w 86"/>
                <a:gd name="T59" fmla="*/ 21 h 88"/>
                <a:gd name="T60" fmla="*/ 69 w 86"/>
                <a:gd name="T61" fmla="*/ 34 h 88"/>
                <a:gd name="T62" fmla="*/ 69 w 86"/>
                <a:gd name="T63" fmla="*/ 46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6" h="88">
                  <a:moveTo>
                    <a:pt x="84" y="30"/>
                  </a:moveTo>
                  <a:cubicBezTo>
                    <a:pt x="83" y="27"/>
                    <a:pt x="82" y="24"/>
                    <a:pt x="80" y="21"/>
                  </a:cubicBezTo>
                  <a:cubicBezTo>
                    <a:pt x="79" y="20"/>
                    <a:pt x="78" y="19"/>
                    <a:pt x="78" y="18"/>
                  </a:cubicBezTo>
                  <a:cubicBezTo>
                    <a:pt x="76" y="17"/>
                    <a:pt x="75" y="15"/>
                    <a:pt x="74" y="14"/>
                  </a:cubicBezTo>
                  <a:cubicBezTo>
                    <a:pt x="72" y="11"/>
                    <a:pt x="70" y="10"/>
                    <a:pt x="67" y="8"/>
                  </a:cubicBezTo>
                  <a:cubicBezTo>
                    <a:pt x="63" y="4"/>
                    <a:pt x="57" y="2"/>
                    <a:pt x="52" y="1"/>
                  </a:cubicBezTo>
                  <a:cubicBezTo>
                    <a:pt x="50" y="0"/>
                    <a:pt x="48" y="0"/>
                    <a:pt x="47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4" y="0"/>
                    <a:pt x="43" y="0"/>
                  </a:cubicBezTo>
                  <a:cubicBezTo>
                    <a:pt x="42" y="0"/>
                    <a:pt x="40" y="1"/>
                    <a:pt x="38" y="1"/>
                  </a:cubicBezTo>
                  <a:cubicBezTo>
                    <a:pt x="37" y="1"/>
                    <a:pt x="37" y="2"/>
                    <a:pt x="36" y="2"/>
                  </a:cubicBezTo>
                  <a:cubicBezTo>
                    <a:pt x="35" y="2"/>
                    <a:pt x="34" y="3"/>
                    <a:pt x="33" y="3"/>
                  </a:cubicBezTo>
                  <a:cubicBezTo>
                    <a:pt x="31" y="4"/>
                    <a:pt x="30" y="4"/>
                    <a:pt x="29" y="5"/>
                  </a:cubicBezTo>
                  <a:cubicBezTo>
                    <a:pt x="27" y="6"/>
                    <a:pt x="25" y="8"/>
                    <a:pt x="23" y="9"/>
                  </a:cubicBezTo>
                  <a:cubicBezTo>
                    <a:pt x="20" y="11"/>
                    <a:pt x="18" y="13"/>
                    <a:pt x="16" y="15"/>
                  </a:cubicBezTo>
                  <a:cubicBezTo>
                    <a:pt x="11" y="19"/>
                    <a:pt x="8" y="24"/>
                    <a:pt x="5" y="29"/>
                  </a:cubicBezTo>
                  <a:cubicBezTo>
                    <a:pt x="3" y="33"/>
                    <a:pt x="1" y="37"/>
                    <a:pt x="0" y="42"/>
                  </a:cubicBezTo>
                  <a:cubicBezTo>
                    <a:pt x="0" y="44"/>
                    <a:pt x="0" y="45"/>
                    <a:pt x="0" y="47"/>
                  </a:cubicBezTo>
                  <a:cubicBezTo>
                    <a:pt x="0" y="49"/>
                    <a:pt x="0" y="50"/>
                    <a:pt x="1" y="52"/>
                  </a:cubicBezTo>
                  <a:cubicBezTo>
                    <a:pt x="1" y="54"/>
                    <a:pt x="2" y="57"/>
                    <a:pt x="3" y="59"/>
                  </a:cubicBezTo>
                  <a:cubicBezTo>
                    <a:pt x="4" y="61"/>
                    <a:pt x="4" y="62"/>
                    <a:pt x="5" y="64"/>
                  </a:cubicBezTo>
                  <a:cubicBezTo>
                    <a:pt x="6" y="66"/>
                    <a:pt x="7" y="67"/>
                    <a:pt x="8" y="68"/>
                  </a:cubicBezTo>
                  <a:cubicBezTo>
                    <a:pt x="7" y="72"/>
                    <a:pt x="9" y="76"/>
                    <a:pt x="12" y="78"/>
                  </a:cubicBezTo>
                  <a:cubicBezTo>
                    <a:pt x="17" y="81"/>
                    <a:pt x="22" y="84"/>
                    <a:pt x="27" y="86"/>
                  </a:cubicBezTo>
                  <a:cubicBezTo>
                    <a:pt x="30" y="87"/>
                    <a:pt x="33" y="87"/>
                    <a:pt x="36" y="88"/>
                  </a:cubicBezTo>
                  <a:cubicBezTo>
                    <a:pt x="39" y="88"/>
                    <a:pt x="42" y="88"/>
                    <a:pt x="45" y="87"/>
                  </a:cubicBezTo>
                  <a:cubicBezTo>
                    <a:pt x="47" y="87"/>
                    <a:pt x="50" y="86"/>
                    <a:pt x="52" y="86"/>
                  </a:cubicBezTo>
                  <a:cubicBezTo>
                    <a:pt x="54" y="85"/>
                    <a:pt x="57" y="84"/>
                    <a:pt x="59" y="83"/>
                  </a:cubicBezTo>
                  <a:cubicBezTo>
                    <a:pt x="62" y="82"/>
                    <a:pt x="65" y="81"/>
                    <a:pt x="67" y="80"/>
                  </a:cubicBezTo>
                  <a:cubicBezTo>
                    <a:pt x="70" y="78"/>
                    <a:pt x="72" y="76"/>
                    <a:pt x="75" y="74"/>
                  </a:cubicBezTo>
                  <a:cubicBezTo>
                    <a:pt x="75" y="74"/>
                    <a:pt x="76" y="73"/>
                    <a:pt x="77" y="72"/>
                  </a:cubicBezTo>
                  <a:cubicBezTo>
                    <a:pt x="79" y="70"/>
                    <a:pt x="80" y="68"/>
                    <a:pt x="81" y="66"/>
                  </a:cubicBezTo>
                  <a:cubicBezTo>
                    <a:pt x="83" y="63"/>
                    <a:pt x="84" y="60"/>
                    <a:pt x="84" y="57"/>
                  </a:cubicBezTo>
                  <a:cubicBezTo>
                    <a:pt x="85" y="52"/>
                    <a:pt x="85" y="46"/>
                    <a:pt x="86" y="41"/>
                  </a:cubicBezTo>
                  <a:cubicBezTo>
                    <a:pt x="86" y="37"/>
                    <a:pt x="85" y="33"/>
                    <a:pt x="84" y="30"/>
                  </a:cubicBezTo>
                  <a:close/>
                  <a:moveTo>
                    <a:pt x="69" y="46"/>
                  </a:moveTo>
                  <a:cubicBezTo>
                    <a:pt x="69" y="48"/>
                    <a:pt x="69" y="50"/>
                    <a:pt x="69" y="52"/>
                  </a:cubicBezTo>
                  <a:cubicBezTo>
                    <a:pt x="69" y="54"/>
                    <a:pt x="68" y="56"/>
                    <a:pt x="68" y="58"/>
                  </a:cubicBezTo>
                  <a:cubicBezTo>
                    <a:pt x="67" y="58"/>
                    <a:pt x="67" y="59"/>
                    <a:pt x="66" y="60"/>
                  </a:cubicBezTo>
                  <a:cubicBezTo>
                    <a:pt x="65" y="61"/>
                    <a:pt x="64" y="62"/>
                    <a:pt x="63" y="63"/>
                  </a:cubicBezTo>
                  <a:cubicBezTo>
                    <a:pt x="62" y="64"/>
                    <a:pt x="61" y="64"/>
                    <a:pt x="60" y="65"/>
                  </a:cubicBezTo>
                  <a:cubicBezTo>
                    <a:pt x="58" y="66"/>
                    <a:pt x="57" y="66"/>
                    <a:pt x="56" y="67"/>
                  </a:cubicBezTo>
                  <a:cubicBezTo>
                    <a:pt x="54" y="68"/>
                    <a:pt x="51" y="68"/>
                    <a:pt x="49" y="69"/>
                  </a:cubicBezTo>
                  <a:cubicBezTo>
                    <a:pt x="46" y="70"/>
                    <a:pt x="44" y="71"/>
                    <a:pt x="42" y="71"/>
                  </a:cubicBezTo>
                  <a:cubicBezTo>
                    <a:pt x="40" y="71"/>
                    <a:pt x="38" y="71"/>
                    <a:pt x="36" y="71"/>
                  </a:cubicBezTo>
                  <a:cubicBezTo>
                    <a:pt x="35" y="71"/>
                    <a:pt x="34" y="70"/>
                    <a:pt x="33" y="70"/>
                  </a:cubicBezTo>
                  <a:cubicBezTo>
                    <a:pt x="29" y="68"/>
                    <a:pt x="26" y="66"/>
                    <a:pt x="23" y="64"/>
                  </a:cubicBezTo>
                  <a:cubicBezTo>
                    <a:pt x="22" y="63"/>
                    <a:pt x="21" y="62"/>
                    <a:pt x="20" y="61"/>
                  </a:cubicBezTo>
                  <a:cubicBezTo>
                    <a:pt x="19" y="60"/>
                    <a:pt x="19" y="59"/>
                    <a:pt x="18" y="58"/>
                  </a:cubicBezTo>
                  <a:cubicBezTo>
                    <a:pt x="17" y="55"/>
                    <a:pt x="16" y="53"/>
                    <a:pt x="16" y="50"/>
                  </a:cubicBezTo>
                  <a:cubicBezTo>
                    <a:pt x="16" y="49"/>
                    <a:pt x="16" y="48"/>
                    <a:pt x="16" y="47"/>
                  </a:cubicBezTo>
                  <a:cubicBezTo>
                    <a:pt x="16" y="45"/>
                    <a:pt x="17" y="43"/>
                    <a:pt x="18" y="41"/>
                  </a:cubicBezTo>
                  <a:cubicBezTo>
                    <a:pt x="19" y="38"/>
                    <a:pt x="22" y="34"/>
                    <a:pt x="24" y="31"/>
                  </a:cubicBezTo>
                  <a:cubicBezTo>
                    <a:pt x="25" y="30"/>
                    <a:pt x="26" y="29"/>
                    <a:pt x="27" y="28"/>
                  </a:cubicBezTo>
                  <a:cubicBezTo>
                    <a:pt x="28" y="27"/>
                    <a:pt x="29" y="26"/>
                    <a:pt x="30" y="25"/>
                  </a:cubicBezTo>
                  <a:cubicBezTo>
                    <a:pt x="34" y="22"/>
                    <a:pt x="38" y="20"/>
                    <a:pt x="42" y="18"/>
                  </a:cubicBezTo>
                  <a:cubicBezTo>
                    <a:pt x="43" y="17"/>
                    <a:pt x="44" y="17"/>
                    <a:pt x="46" y="17"/>
                  </a:cubicBezTo>
                  <a:cubicBezTo>
                    <a:pt x="46" y="17"/>
                    <a:pt x="47" y="17"/>
                    <a:pt x="48" y="17"/>
                  </a:cubicBezTo>
                  <a:cubicBezTo>
                    <a:pt x="50" y="17"/>
                    <a:pt x="52" y="18"/>
                    <a:pt x="53" y="18"/>
                  </a:cubicBezTo>
                  <a:cubicBezTo>
                    <a:pt x="55" y="19"/>
                    <a:pt x="57" y="20"/>
                    <a:pt x="59" y="21"/>
                  </a:cubicBezTo>
                  <a:cubicBezTo>
                    <a:pt x="61" y="23"/>
                    <a:pt x="63" y="25"/>
                    <a:pt x="64" y="27"/>
                  </a:cubicBezTo>
                  <a:cubicBezTo>
                    <a:pt x="66" y="29"/>
                    <a:pt x="67" y="32"/>
                    <a:pt x="69" y="34"/>
                  </a:cubicBezTo>
                  <a:cubicBezTo>
                    <a:pt x="69" y="35"/>
                    <a:pt x="69" y="36"/>
                    <a:pt x="70" y="37"/>
                  </a:cubicBezTo>
                  <a:cubicBezTo>
                    <a:pt x="70" y="40"/>
                    <a:pt x="70" y="43"/>
                    <a:pt x="69" y="4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" name="Freeform 33">
              <a:extLst>
                <a:ext uri="{FF2B5EF4-FFF2-40B4-BE49-F238E27FC236}">
                  <a16:creationId xmlns:a16="http://schemas.microsoft.com/office/drawing/2014/main" id="{0ED71113-2898-47C1-AB22-340D16D5EE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21" y="2163"/>
              <a:ext cx="824" cy="662"/>
            </a:xfrm>
            <a:custGeom>
              <a:avLst/>
              <a:gdLst>
                <a:gd name="T0" fmla="*/ 1516 w 1528"/>
                <a:gd name="T1" fmla="*/ 764 h 1229"/>
                <a:gd name="T2" fmla="*/ 1509 w 1528"/>
                <a:gd name="T3" fmla="*/ 759 h 1229"/>
                <a:gd name="T4" fmla="*/ 1474 w 1528"/>
                <a:gd name="T5" fmla="*/ 742 h 1229"/>
                <a:gd name="T6" fmla="*/ 1456 w 1528"/>
                <a:gd name="T7" fmla="*/ 732 h 1229"/>
                <a:gd name="T8" fmla="*/ 1372 w 1528"/>
                <a:gd name="T9" fmla="*/ 686 h 1229"/>
                <a:gd name="T10" fmla="*/ 1325 w 1528"/>
                <a:gd name="T11" fmla="*/ 662 h 1229"/>
                <a:gd name="T12" fmla="*/ 1265 w 1528"/>
                <a:gd name="T13" fmla="*/ 634 h 1229"/>
                <a:gd name="T14" fmla="*/ 1207 w 1528"/>
                <a:gd name="T15" fmla="*/ 610 h 1229"/>
                <a:gd name="T16" fmla="*/ 1132 w 1528"/>
                <a:gd name="T17" fmla="*/ 569 h 1229"/>
                <a:gd name="T18" fmla="*/ 1031 w 1528"/>
                <a:gd name="T19" fmla="*/ 501 h 1229"/>
                <a:gd name="T20" fmla="*/ 1001 w 1528"/>
                <a:gd name="T21" fmla="*/ 471 h 1229"/>
                <a:gd name="T22" fmla="*/ 960 w 1528"/>
                <a:gd name="T23" fmla="*/ 427 h 1229"/>
                <a:gd name="T24" fmla="*/ 930 w 1528"/>
                <a:gd name="T25" fmla="*/ 383 h 1229"/>
                <a:gd name="T26" fmla="*/ 901 w 1528"/>
                <a:gd name="T27" fmla="*/ 331 h 1229"/>
                <a:gd name="T28" fmla="*/ 880 w 1528"/>
                <a:gd name="T29" fmla="*/ 279 h 1229"/>
                <a:gd name="T30" fmla="*/ 853 w 1528"/>
                <a:gd name="T31" fmla="*/ 226 h 1229"/>
                <a:gd name="T32" fmla="*/ 833 w 1528"/>
                <a:gd name="T33" fmla="*/ 191 h 1229"/>
                <a:gd name="T34" fmla="*/ 811 w 1528"/>
                <a:gd name="T35" fmla="*/ 159 h 1229"/>
                <a:gd name="T36" fmla="*/ 406 w 1528"/>
                <a:gd name="T37" fmla="*/ 0 h 1229"/>
                <a:gd name="T38" fmla="*/ 380 w 1528"/>
                <a:gd name="T39" fmla="*/ 0 h 1229"/>
                <a:gd name="T40" fmla="*/ 299 w 1528"/>
                <a:gd name="T41" fmla="*/ 3 h 1229"/>
                <a:gd name="T42" fmla="*/ 271 w 1528"/>
                <a:gd name="T43" fmla="*/ 10 h 1229"/>
                <a:gd name="T44" fmla="*/ 232 w 1528"/>
                <a:gd name="T45" fmla="*/ 30 h 1229"/>
                <a:gd name="T46" fmla="*/ 179 w 1528"/>
                <a:gd name="T47" fmla="*/ 81 h 1229"/>
                <a:gd name="T48" fmla="*/ 133 w 1528"/>
                <a:gd name="T49" fmla="*/ 143 h 1229"/>
                <a:gd name="T50" fmla="*/ 101 w 1528"/>
                <a:gd name="T51" fmla="*/ 197 h 1229"/>
                <a:gd name="T52" fmla="*/ 24 w 1528"/>
                <a:gd name="T53" fmla="*/ 341 h 1229"/>
                <a:gd name="T54" fmla="*/ 2 w 1528"/>
                <a:gd name="T55" fmla="*/ 418 h 1229"/>
                <a:gd name="T56" fmla="*/ 3 w 1528"/>
                <a:gd name="T57" fmla="*/ 447 h 1229"/>
                <a:gd name="T58" fmla="*/ 77 w 1528"/>
                <a:gd name="T59" fmla="*/ 489 h 1229"/>
                <a:gd name="T60" fmla="*/ 143 w 1528"/>
                <a:gd name="T61" fmla="*/ 483 h 1229"/>
                <a:gd name="T62" fmla="*/ 211 w 1528"/>
                <a:gd name="T63" fmla="*/ 451 h 1229"/>
                <a:gd name="T64" fmla="*/ 253 w 1528"/>
                <a:gd name="T65" fmla="*/ 416 h 1229"/>
                <a:gd name="T66" fmla="*/ 291 w 1528"/>
                <a:gd name="T67" fmla="*/ 384 h 1229"/>
                <a:gd name="T68" fmla="*/ 350 w 1528"/>
                <a:gd name="T69" fmla="*/ 355 h 1229"/>
                <a:gd name="T70" fmla="*/ 433 w 1528"/>
                <a:gd name="T71" fmla="*/ 342 h 1229"/>
                <a:gd name="T72" fmla="*/ 462 w 1528"/>
                <a:gd name="T73" fmla="*/ 344 h 1229"/>
                <a:gd name="T74" fmla="*/ 486 w 1528"/>
                <a:gd name="T75" fmla="*/ 399 h 1229"/>
                <a:gd name="T76" fmla="*/ 534 w 1528"/>
                <a:gd name="T77" fmla="*/ 508 h 1229"/>
                <a:gd name="T78" fmla="*/ 598 w 1528"/>
                <a:gd name="T79" fmla="*/ 651 h 1229"/>
                <a:gd name="T80" fmla="*/ 666 w 1528"/>
                <a:gd name="T81" fmla="*/ 806 h 1229"/>
                <a:gd name="T82" fmla="*/ 730 w 1528"/>
                <a:gd name="T83" fmla="*/ 951 h 1229"/>
                <a:gd name="T84" fmla="*/ 780 w 1528"/>
                <a:gd name="T85" fmla="*/ 1065 h 1229"/>
                <a:gd name="T86" fmla="*/ 807 w 1528"/>
                <a:gd name="T87" fmla="*/ 1126 h 1229"/>
                <a:gd name="T88" fmla="*/ 844 w 1528"/>
                <a:gd name="T89" fmla="*/ 1122 h 1229"/>
                <a:gd name="T90" fmla="*/ 904 w 1528"/>
                <a:gd name="T91" fmla="*/ 1119 h 1229"/>
                <a:gd name="T92" fmla="*/ 962 w 1528"/>
                <a:gd name="T93" fmla="*/ 1122 h 1229"/>
                <a:gd name="T94" fmla="*/ 1071 w 1528"/>
                <a:gd name="T95" fmla="*/ 1142 h 1229"/>
                <a:gd name="T96" fmla="*/ 1125 w 1528"/>
                <a:gd name="T97" fmla="*/ 1161 h 1229"/>
                <a:gd name="T98" fmla="*/ 1257 w 1528"/>
                <a:gd name="T99" fmla="*/ 1207 h 1229"/>
                <a:gd name="T100" fmla="*/ 1318 w 1528"/>
                <a:gd name="T101" fmla="*/ 1221 h 1229"/>
                <a:gd name="T102" fmla="*/ 1328 w 1528"/>
                <a:gd name="T103" fmla="*/ 1228 h 1229"/>
                <a:gd name="T104" fmla="*/ 1358 w 1528"/>
                <a:gd name="T105" fmla="*/ 1222 h 1229"/>
                <a:gd name="T106" fmla="*/ 1379 w 1528"/>
                <a:gd name="T107" fmla="*/ 1204 h 1229"/>
                <a:gd name="T108" fmla="*/ 1413 w 1528"/>
                <a:gd name="T109" fmla="*/ 1138 h 1229"/>
                <a:gd name="T110" fmla="*/ 1422 w 1528"/>
                <a:gd name="T111" fmla="*/ 1090 h 1229"/>
                <a:gd name="T112" fmla="*/ 1436 w 1528"/>
                <a:gd name="T113" fmla="*/ 1040 h 1229"/>
                <a:gd name="T114" fmla="*/ 1450 w 1528"/>
                <a:gd name="T115" fmla="*/ 981 h 1229"/>
                <a:gd name="T116" fmla="*/ 1464 w 1528"/>
                <a:gd name="T117" fmla="*/ 931 h 1229"/>
                <a:gd name="T118" fmla="*/ 1476 w 1528"/>
                <a:gd name="T119" fmla="*/ 895 h 1229"/>
                <a:gd name="T120" fmla="*/ 1493 w 1528"/>
                <a:gd name="T121" fmla="*/ 844 h 1229"/>
                <a:gd name="T122" fmla="*/ 1502 w 1528"/>
                <a:gd name="T123" fmla="*/ 822 h 1229"/>
                <a:gd name="T124" fmla="*/ 1528 w 1528"/>
                <a:gd name="T125" fmla="*/ 769 h 1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28" h="1229">
                  <a:moveTo>
                    <a:pt x="1528" y="769"/>
                  </a:moveTo>
                  <a:cubicBezTo>
                    <a:pt x="1527" y="767"/>
                    <a:pt x="1526" y="765"/>
                    <a:pt x="1524" y="764"/>
                  </a:cubicBezTo>
                  <a:cubicBezTo>
                    <a:pt x="1523" y="764"/>
                    <a:pt x="1521" y="763"/>
                    <a:pt x="1520" y="763"/>
                  </a:cubicBezTo>
                  <a:cubicBezTo>
                    <a:pt x="1519" y="763"/>
                    <a:pt x="1517" y="764"/>
                    <a:pt x="1516" y="764"/>
                  </a:cubicBezTo>
                  <a:cubicBezTo>
                    <a:pt x="1516" y="764"/>
                    <a:pt x="1516" y="764"/>
                    <a:pt x="1516" y="764"/>
                  </a:cubicBezTo>
                  <a:cubicBezTo>
                    <a:pt x="1515" y="763"/>
                    <a:pt x="1515" y="763"/>
                    <a:pt x="1515" y="763"/>
                  </a:cubicBezTo>
                  <a:cubicBezTo>
                    <a:pt x="1514" y="762"/>
                    <a:pt x="1514" y="762"/>
                    <a:pt x="1514" y="762"/>
                  </a:cubicBezTo>
                  <a:cubicBezTo>
                    <a:pt x="1513" y="760"/>
                    <a:pt x="1511" y="759"/>
                    <a:pt x="1509" y="759"/>
                  </a:cubicBezTo>
                  <a:cubicBezTo>
                    <a:pt x="1508" y="758"/>
                    <a:pt x="1507" y="758"/>
                    <a:pt x="1506" y="757"/>
                  </a:cubicBezTo>
                  <a:cubicBezTo>
                    <a:pt x="1498" y="754"/>
                    <a:pt x="1489" y="750"/>
                    <a:pt x="1480" y="746"/>
                  </a:cubicBezTo>
                  <a:cubicBezTo>
                    <a:pt x="1479" y="745"/>
                    <a:pt x="1477" y="744"/>
                    <a:pt x="1476" y="743"/>
                  </a:cubicBezTo>
                  <a:cubicBezTo>
                    <a:pt x="1476" y="743"/>
                    <a:pt x="1475" y="743"/>
                    <a:pt x="1474" y="742"/>
                  </a:cubicBezTo>
                  <a:cubicBezTo>
                    <a:pt x="1473" y="742"/>
                    <a:pt x="1473" y="742"/>
                    <a:pt x="1473" y="742"/>
                  </a:cubicBezTo>
                  <a:cubicBezTo>
                    <a:pt x="1471" y="741"/>
                    <a:pt x="1470" y="740"/>
                    <a:pt x="1469" y="739"/>
                  </a:cubicBezTo>
                  <a:cubicBezTo>
                    <a:pt x="1466" y="738"/>
                    <a:pt x="1466" y="738"/>
                    <a:pt x="1466" y="738"/>
                  </a:cubicBezTo>
                  <a:cubicBezTo>
                    <a:pt x="1463" y="736"/>
                    <a:pt x="1459" y="734"/>
                    <a:pt x="1456" y="732"/>
                  </a:cubicBezTo>
                  <a:cubicBezTo>
                    <a:pt x="1440" y="722"/>
                    <a:pt x="1422" y="713"/>
                    <a:pt x="1404" y="703"/>
                  </a:cubicBezTo>
                  <a:cubicBezTo>
                    <a:pt x="1398" y="700"/>
                    <a:pt x="1392" y="696"/>
                    <a:pt x="1387" y="693"/>
                  </a:cubicBezTo>
                  <a:cubicBezTo>
                    <a:pt x="1381" y="691"/>
                    <a:pt x="1381" y="691"/>
                    <a:pt x="1381" y="691"/>
                  </a:cubicBezTo>
                  <a:cubicBezTo>
                    <a:pt x="1378" y="689"/>
                    <a:pt x="1375" y="687"/>
                    <a:pt x="1372" y="686"/>
                  </a:cubicBezTo>
                  <a:cubicBezTo>
                    <a:pt x="1366" y="683"/>
                    <a:pt x="1361" y="680"/>
                    <a:pt x="1356" y="677"/>
                  </a:cubicBezTo>
                  <a:cubicBezTo>
                    <a:pt x="1348" y="673"/>
                    <a:pt x="1348" y="673"/>
                    <a:pt x="1348" y="673"/>
                  </a:cubicBezTo>
                  <a:cubicBezTo>
                    <a:pt x="1341" y="670"/>
                    <a:pt x="1335" y="667"/>
                    <a:pt x="1328" y="663"/>
                  </a:cubicBezTo>
                  <a:cubicBezTo>
                    <a:pt x="1325" y="662"/>
                    <a:pt x="1325" y="662"/>
                    <a:pt x="1325" y="662"/>
                  </a:cubicBezTo>
                  <a:cubicBezTo>
                    <a:pt x="1318" y="658"/>
                    <a:pt x="1310" y="654"/>
                    <a:pt x="1303" y="650"/>
                  </a:cubicBezTo>
                  <a:cubicBezTo>
                    <a:pt x="1297" y="648"/>
                    <a:pt x="1292" y="645"/>
                    <a:pt x="1286" y="643"/>
                  </a:cubicBezTo>
                  <a:cubicBezTo>
                    <a:pt x="1284" y="642"/>
                    <a:pt x="1284" y="642"/>
                    <a:pt x="1284" y="642"/>
                  </a:cubicBezTo>
                  <a:cubicBezTo>
                    <a:pt x="1277" y="639"/>
                    <a:pt x="1271" y="637"/>
                    <a:pt x="1265" y="634"/>
                  </a:cubicBezTo>
                  <a:cubicBezTo>
                    <a:pt x="1262" y="633"/>
                    <a:pt x="1260" y="632"/>
                    <a:pt x="1257" y="631"/>
                  </a:cubicBezTo>
                  <a:cubicBezTo>
                    <a:pt x="1254" y="630"/>
                    <a:pt x="1251" y="629"/>
                    <a:pt x="1248" y="628"/>
                  </a:cubicBezTo>
                  <a:cubicBezTo>
                    <a:pt x="1243" y="626"/>
                    <a:pt x="1238" y="624"/>
                    <a:pt x="1233" y="622"/>
                  </a:cubicBezTo>
                  <a:cubicBezTo>
                    <a:pt x="1222" y="617"/>
                    <a:pt x="1214" y="613"/>
                    <a:pt x="1207" y="610"/>
                  </a:cubicBezTo>
                  <a:cubicBezTo>
                    <a:pt x="1200" y="607"/>
                    <a:pt x="1194" y="603"/>
                    <a:pt x="1188" y="600"/>
                  </a:cubicBezTo>
                  <a:cubicBezTo>
                    <a:pt x="1186" y="599"/>
                    <a:pt x="1184" y="598"/>
                    <a:pt x="1182" y="597"/>
                  </a:cubicBezTo>
                  <a:cubicBezTo>
                    <a:pt x="1171" y="591"/>
                    <a:pt x="1158" y="584"/>
                    <a:pt x="1147" y="578"/>
                  </a:cubicBezTo>
                  <a:cubicBezTo>
                    <a:pt x="1142" y="575"/>
                    <a:pt x="1137" y="572"/>
                    <a:pt x="1132" y="569"/>
                  </a:cubicBezTo>
                  <a:cubicBezTo>
                    <a:pt x="1123" y="565"/>
                    <a:pt x="1115" y="560"/>
                    <a:pt x="1108" y="556"/>
                  </a:cubicBezTo>
                  <a:cubicBezTo>
                    <a:pt x="1100" y="551"/>
                    <a:pt x="1092" y="546"/>
                    <a:pt x="1085" y="541"/>
                  </a:cubicBezTo>
                  <a:cubicBezTo>
                    <a:pt x="1068" y="529"/>
                    <a:pt x="1055" y="519"/>
                    <a:pt x="1042" y="509"/>
                  </a:cubicBezTo>
                  <a:cubicBezTo>
                    <a:pt x="1038" y="506"/>
                    <a:pt x="1035" y="504"/>
                    <a:pt x="1031" y="501"/>
                  </a:cubicBezTo>
                  <a:cubicBezTo>
                    <a:pt x="1028" y="498"/>
                    <a:pt x="1025" y="495"/>
                    <a:pt x="1022" y="492"/>
                  </a:cubicBezTo>
                  <a:cubicBezTo>
                    <a:pt x="1022" y="491"/>
                    <a:pt x="1022" y="491"/>
                    <a:pt x="1022" y="491"/>
                  </a:cubicBezTo>
                  <a:cubicBezTo>
                    <a:pt x="1019" y="488"/>
                    <a:pt x="1015" y="485"/>
                    <a:pt x="1012" y="482"/>
                  </a:cubicBezTo>
                  <a:cubicBezTo>
                    <a:pt x="1009" y="479"/>
                    <a:pt x="1005" y="475"/>
                    <a:pt x="1001" y="471"/>
                  </a:cubicBezTo>
                  <a:cubicBezTo>
                    <a:pt x="997" y="467"/>
                    <a:pt x="993" y="463"/>
                    <a:pt x="989" y="459"/>
                  </a:cubicBezTo>
                  <a:cubicBezTo>
                    <a:pt x="987" y="457"/>
                    <a:pt x="984" y="454"/>
                    <a:pt x="982" y="452"/>
                  </a:cubicBezTo>
                  <a:cubicBezTo>
                    <a:pt x="975" y="445"/>
                    <a:pt x="969" y="439"/>
                    <a:pt x="963" y="432"/>
                  </a:cubicBezTo>
                  <a:cubicBezTo>
                    <a:pt x="962" y="430"/>
                    <a:pt x="961" y="428"/>
                    <a:pt x="960" y="427"/>
                  </a:cubicBezTo>
                  <a:cubicBezTo>
                    <a:pt x="957" y="423"/>
                    <a:pt x="953" y="418"/>
                    <a:pt x="951" y="414"/>
                  </a:cubicBezTo>
                  <a:cubicBezTo>
                    <a:pt x="949" y="411"/>
                    <a:pt x="947" y="408"/>
                    <a:pt x="944" y="405"/>
                  </a:cubicBezTo>
                  <a:cubicBezTo>
                    <a:pt x="943" y="402"/>
                    <a:pt x="943" y="402"/>
                    <a:pt x="943" y="402"/>
                  </a:cubicBezTo>
                  <a:cubicBezTo>
                    <a:pt x="938" y="396"/>
                    <a:pt x="934" y="389"/>
                    <a:pt x="930" y="383"/>
                  </a:cubicBezTo>
                  <a:cubicBezTo>
                    <a:pt x="927" y="379"/>
                    <a:pt x="925" y="374"/>
                    <a:pt x="923" y="370"/>
                  </a:cubicBezTo>
                  <a:cubicBezTo>
                    <a:pt x="921" y="367"/>
                    <a:pt x="919" y="364"/>
                    <a:pt x="918" y="361"/>
                  </a:cubicBezTo>
                  <a:cubicBezTo>
                    <a:pt x="913" y="352"/>
                    <a:pt x="909" y="345"/>
                    <a:pt x="905" y="338"/>
                  </a:cubicBezTo>
                  <a:cubicBezTo>
                    <a:pt x="904" y="335"/>
                    <a:pt x="903" y="333"/>
                    <a:pt x="901" y="331"/>
                  </a:cubicBezTo>
                  <a:cubicBezTo>
                    <a:pt x="900" y="327"/>
                    <a:pt x="898" y="323"/>
                    <a:pt x="896" y="320"/>
                  </a:cubicBezTo>
                  <a:cubicBezTo>
                    <a:pt x="893" y="314"/>
                    <a:pt x="890" y="308"/>
                    <a:pt x="888" y="303"/>
                  </a:cubicBezTo>
                  <a:cubicBezTo>
                    <a:pt x="886" y="298"/>
                    <a:pt x="884" y="292"/>
                    <a:pt x="883" y="287"/>
                  </a:cubicBezTo>
                  <a:cubicBezTo>
                    <a:pt x="882" y="284"/>
                    <a:pt x="881" y="282"/>
                    <a:pt x="880" y="279"/>
                  </a:cubicBezTo>
                  <a:cubicBezTo>
                    <a:pt x="877" y="269"/>
                    <a:pt x="873" y="260"/>
                    <a:pt x="868" y="251"/>
                  </a:cubicBezTo>
                  <a:cubicBezTo>
                    <a:pt x="866" y="248"/>
                    <a:pt x="864" y="245"/>
                    <a:pt x="862" y="241"/>
                  </a:cubicBezTo>
                  <a:cubicBezTo>
                    <a:pt x="860" y="238"/>
                    <a:pt x="858" y="235"/>
                    <a:pt x="856" y="231"/>
                  </a:cubicBezTo>
                  <a:cubicBezTo>
                    <a:pt x="855" y="230"/>
                    <a:pt x="854" y="228"/>
                    <a:pt x="853" y="226"/>
                  </a:cubicBezTo>
                  <a:cubicBezTo>
                    <a:pt x="851" y="221"/>
                    <a:pt x="848" y="215"/>
                    <a:pt x="844" y="210"/>
                  </a:cubicBezTo>
                  <a:cubicBezTo>
                    <a:pt x="843" y="208"/>
                    <a:pt x="842" y="206"/>
                    <a:pt x="841" y="204"/>
                  </a:cubicBezTo>
                  <a:cubicBezTo>
                    <a:pt x="839" y="202"/>
                    <a:pt x="838" y="200"/>
                    <a:pt x="837" y="198"/>
                  </a:cubicBezTo>
                  <a:cubicBezTo>
                    <a:pt x="836" y="196"/>
                    <a:pt x="834" y="193"/>
                    <a:pt x="833" y="191"/>
                  </a:cubicBezTo>
                  <a:cubicBezTo>
                    <a:pt x="832" y="189"/>
                    <a:pt x="831" y="187"/>
                    <a:pt x="830" y="186"/>
                  </a:cubicBezTo>
                  <a:cubicBezTo>
                    <a:pt x="826" y="178"/>
                    <a:pt x="820" y="171"/>
                    <a:pt x="815" y="164"/>
                  </a:cubicBezTo>
                  <a:cubicBezTo>
                    <a:pt x="813" y="162"/>
                    <a:pt x="813" y="162"/>
                    <a:pt x="813" y="162"/>
                  </a:cubicBezTo>
                  <a:cubicBezTo>
                    <a:pt x="811" y="159"/>
                    <a:pt x="811" y="159"/>
                    <a:pt x="811" y="159"/>
                  </a:cubicBezTo>
                  <a:cubicBezTo>
                    <a:pt x="806" y="153"/>
                    <a:pt x="802" y="147"/>
                    <a:pt x="797" y="141"/>
                  </a:cubicBezTo>
                  <a:cubicBezTo>
                    <a:pt x="792" y="137"/>
                    <a:pt x="787" y="132"/>
                    <a:pt x="782" y="128"/>
                  </a:cubicBezTo>
                  <a:cubicBezTo>
                    <a:pt x="730" y="81"/>
                    <a:pt x="668" y="45"/>
                    <a:pt x="601" y="26"/>
                  </a:cubicBezTo>
                  <a:cubicBezTo>
                    <a:pt x="539" y="9"/>
                    <a:pt x="471" y="2"/>
                    <a:pt x="406" y="0"/>
                  </a:cubicBezTo>
                  <a:cubicBezTo>
                    <a:pt x="405" y="0"/>
                    <a:pt x="404" y="0"/>
                    <a:pt x="403" y="0"/>
                  </a:cubicBezTo>
                  <a:cubicBezTo>
                    <a:pt x="400" y="0"/>
                    <a:pt x="398" y="0"/>
                    <a:pt x="395" y="1"/>
                  </a:cubicBezTo>
                  <a:cubicBezTo>
                    <a:pt x="392" y="1"/>
                    <a:pt x="389" y="1"/>
                    <a:pt x="386" y="1"/>
                  </a:cubicBezTo>
                  <a:cubicBezTo>
                    <a:pt x="384" y="1"/>
                    <a:pt x="382" y="1"/>
                    <a:pt x="380" y="0"/>
                  </a:cubicBezTo>
                  <a:cubicBezTo>
                    <a:pt x="370" y="0"/>
                    <a:pt x="360" y="0"/>
                    <a:pt x="350" y="0"/>
                  </a:cubicBezTo>
                  <a:cubicBezTo>
                    <a:pt x="342" y="0"/>
                    <a:pt x="334" y="0"/>
                    <a:pt x="325" y="0"/>
                  </a:cubicBezTo>
                  <a:cubicBezTo>
                    <a:pt x="317" y="0"/>
                    <a:pt x="309" y="1"/>
                    <a:pt x="300" y="3"/>
                  </a:cubicBezTo>
                  <a:cubicBezTo>
                    <a:pt x="299" y="3"/>
                    <a:pt x="299" y="3"/>
                    <a:pt x="299" y="3"/>
                  </a:cubicBezTo>
                  <a:cubicBezTo>
                    <a:pt x="299" y="3"/>
                    <a:pt x="299" y="3"/>
                    <a:pt x="299" y="3"/>
                  </a:cubicBezTo>
                  <a:cubicBezTo>
                    <a:pt x="298" y="3"/>
                    <a:pt x="298" y="3"/>
                    <a:pt x="298" y="3"/>
                  </a:cubicBezTo>
                  <a:cubicBezTo>
                    <a:pt x="293" y="4"/>
                    <a:pt x="288" y="4"/>
                    <a:pt x="283" y="6"/>
                  </a:cubicBezTo>
                  <a:cubicBezTo>
                    <a:pt x="279" y="7"/>
                    <a:pt x="274" y="8"/>
                    <a:pt x="271" y="10"/>
                  </a:cubicBezTo>
                  <a:cubicBezTo>
                    <a:pt x="266" y="12"/>
                    <a:pt x="261" y="14"/>
                    <a:pt x="256" y="16"/>
                  </a:cubicBezTo>
                  <a:cubicBezTo>
                    <a:pt x="255" y="16"/>
                    <a:pt x="255" y="16"/>
                    <a:pt x="255" y="16"/>
                  </a:cubicBezTo>
                  <a:cubicBezTo>
                    <a:pt x="252" y="18"/>
                    <a:pt x="248" y="20"/>
                    <a:pt x="243" y="23"/>
                  </a:cubicBezTo>
                  <a:cubicBezTo>
                    <a:pt x="240" y="25"/>
                    <a:pt x="236" y="27"/>
                    <a:pt x="232" y="30"/>
                  </a:cubicBezTo>
                  <a:cubicBezTo>
                    <a:pt x="227" y="34"/>
                    <a:pt x="223" y="37"/>
                    <a:pt x="219" y="40"/>
                  </a:cubicBezTo>
                  <a:cubicBezTo>
                    <a:pt x="215" y="43"/>
                    <a:pt x="212" y="46"/>
                    <a:pt x="208" y="50"/>
                  </a:cubicBezTo>
                  <a:cubicBezTo>
                    <a:pt x="205" y="53"/>
                    <a:pt x="202" y="56"/>
                    <a:pt x="199" y="60"/>
                  </a:cubicBezTo>
                  <a:cubicBezTo>
                    <a:pt x="193" y="67"/>
                    <a:pt x="186" y="74"/>
                    <a:pt x="179" y="81"/>
                  </a:cubicBezTo>
                  <a:cubicBezTo>
                    <a:pt x="172" y="89"/>
                    <a:pt x="165" y="97"/>
                    <a:pt x="160" y="104"/>
                  </a:cubicBezTo>
                  <a:cubicBezTo>
                    <a:pt x="157" y="108"/>
                    <a:pt x="155" y="111"/>
                    <a:pt x="153" y="114"/>
                  </a:cubicBezTo>
                  <a:cubicBezTo>
                    <a:pt x="150" y="118"/>
                    <a:pt x="148" y="122"/>
                    <a:pt x="145" y="127"/>
                  </a:cubicBezTo>
                  <a:cubicBezTo>
                    <a:pt x="141" y="133"/>
                    <a:pt x="137" y="138"/>
                    <a:pt x="133" y="143"/>
                  </a:cubicBezTo>
                  <a:cubicBezTo>
                    <a:pt x="132" y="145"/>
                    <a:pt x="131" y="147"/>
                    <a:pt x="129" y="149"/>
                  </a:cubicBezTo>
                  <a:cubicBezTo>
                    <a:pt x="124" y="156"/>
                    <a:pt x="119" y="164"/>
                    <a:pt x="114" y="172"/>
                  </a:cubicBezTo>
                  <a:cubicBezTo>
                    <a:pt x="110" y="179"/>
                    <a:pt x="107" y="186"/>
                    <a:pt x="103" y="192"/>
                  </a:cubicBezTo>
                  <a:cubicBezTo>
                    <a:pt x="101" y="197"/>
                    <a:pt x="101" y="197"/>
                    <a:pt x="101" y="197"/>
                  </a:cubicBezTo>
                  <a:cubicBezTo>
                    <a:pt x="92" y="213"/>
                    <a:pt x="82" y="229"/>
                    <a:pt x="73" y="245"/>
                  </a:cubicBezTo>
                  <a:cubicBezTo>
                    <a:pt x="63" y="260"/>
                    <a:pt x="55" y="277"/>
                    <a:pt x="47" y="292"/>
                  </a:cubicBezTo>
                  <a:cubicBezTo>
                    <a:pt x="45" y="297"/>
                    <a:pt x="43" y="302"/>
                    <a:pt x="41" y="306"/>
                  </a:cubicBezTo>
                  <a:cubicBezTo>
                    <a:pt x="35" y="318"/>
                    <a:pt x="29" y="329"/>
                    <a:pt x="24" y="341"/>
                  </a:cubicBezTo>
                  <a:cubicBezTo>
                    <a:pt x="21" y="350"/>
                    <a:pt x="17" y="359"/>
                    <a:pt x="14" y="368"/>
                  </a:cubicBezTo>
                  <a:cubicBezTo>
                    <a:pt x="12" y="373"/>
                    <a:pt x="11" y="378"/>
                    <a:pt x="10" y="383"/>
                  </a:cubicBezTo>
                  <a:cubicBezTo>
                    <a:pt x="9" y="386"/>
                    <a:pt x="8" y="390"/>
                    <a:pt x="7" y="393"/>
                  </a:cubicBezTo>
                  <a:cubicBezTo>
                    <a:pt x="5" y="402"/>
                    <a:pt x="3" y="410"/>
                    <a:pt x="2" y="418"/>
                  </a:cubicBezTo>
                  <a:cubicBezTo>
                    <a:pt x="1" y="422"/>
                    <a:pt x="0" y="427"/>
                    <a:pt x="0" y="432"/>
                  </a:cubicBezTo>
                  <a:cubicBezTo>
                    <a:pt x="0" y="435"/>
                    <a:pt x="1" y="437"/>
                    <a:pt x="1" y="439"/>
                  </a:cubicBezTo>
                  <a:cubicBezTo>
                    <a:pt x="1" y="441"/>
                    <a:pt x="1" y="441"/>
                    <a:pt x="1" y="441"/>
                  </a:cubicBezTo>
                  <a:cubicBezTo>
                    <a:pt x="2" y="443"/>
                    <a:pt x="2" y="445"/>
                    <a:pt x="3" y="447"/>
                  </a:cubicBezTo>
                  <a:cubicBezTo>
                    <a:pt x="5" y="453"/>
                    <a:pt x="8" y="458"/>
                    <a:pt x="12" y="463"/>
                  </a:cubicBezTo>
                  <a:cubicBezTo>
                    <a:pt x="14" y="465"/>
                    <a:pt x="17" y="468"/>
                    <a:pt x="20" y="471"/>
                  </a:cubicBezTo>
                  <a:cubicBezTo>
                    <a:pt x="28" y="477"/>
                    <a:pt x="37" y="482"/>
                    <a:pt x="47" y="484"/>
                  </a:cubicBezTo>
                  <a:cubicBezTo>
                    <a:pt x="55" y="487"/>
                    <a:pt x="65" y="488"/>
                    <a:pt x="77" y="489"/>
                  </a:cubicBezTo>
                  <a:cubicBezTo>
                    <a:pt x="84" y="490"/>
                    <a:pt x="90" y="490"/>
                    <a:pt x="96" y="490"/>
                  </a:cubicBezTo>
                  <a:cubicBezTo>
                    <a:pt x="99" y="490"/>
                    <a:pt x="101" y="490"/>
                    <a:pt x="104" y="490"/>
                  </a:cubicBezTo>
                  <a:cubicBezTo>
                    <a:pt x="113" y="489"/>
                    <a:pt x="123" y="488"/>
                    <a:pt x="134" y="486"/>
                  </a:cubicBezTo>
                  <a:cubicBezTo>
                    <a:pt x="137" y="485"/>
                    <a:pt x="140" y="484"/>
                    <a:pt x="143" y="483"/>
                  </a:cubicBezTo>
                  <a:cubicBezTo>
                    <a:pt x="145" y="483"/>
                    <a:pt x="146" y="483"/>
                    <a:pt x="147" y="482"/>
                  </a:cubicBezTo>
                  <a:cubicBezTo>
                    <a:pt x="151" y="482"/>
                    <a:pt x="155" y="480"/>
                    <a:pt x="160" y="479"/>
                  </a:cubicBezTo>
                  <a:cubicBezTo>
                    <a:pt x="168" y="475"/>
                    <a:pt x="176" y="471"/>
                    <a:pt x="186" y="466"/>
                  </a:cubicBezTo>
                  <a:cubicBezTo>
                    <a:pt x="196" y="461"/>
                    <a:pt x="203" y="456"/>
                    <a:pt x="211" y="451"/>
                  </a:cubicBezTo>
                  <a:cubicBezTo>
                    <a:pt x="219" y="445"/>
                    <a:pt x="226" y="439"/>
                    <a:pt x="234" y="433"/>
                  </a:cubicBezTo>
                  <a:cubicBezTo>
                    <a:pt x="236" y="431"/>
                    <a:pt x="237" y="429"/>
                    <a:pt x="239" y="428"/>
                  </a:cubicBezTo>
                  <a:cubicBezTo>
                    <a:pt x="241" y="426"/>
                    <a:pt x="242" y="425"/>
                    <a:pt x="243" y="424"/>
                  </a:cubicBezTo>
                  <a:cubicBezTo>
                    <a:pt x="246" y="421"/>
                    <a:pt x="250" y="419"/>
                    <a:pt x="253" y="416"/>
                  </a:cubicBezTo>
                  <a:cubicBezTo>
                    <a:pt x="253" y="416"/>
                    <a:pt x="253" y="416"/>
                    <a:pt x="253" y="416"/>
                  </a:cubicBezTo>
                  <a:cubicBezTo>
                    <a:pt x="262" y="410"/>
                    <a:pt x="268" y="405"/>
                    <a:pt x="273" y="400"/>
                  </a:cubicBezTo>
                  <a:cubicBezTo>
                    <a:pt x="276" y="398"/>
                    <a:pt x="278" y="396"/>
                    <a:pt x="280" y="394"/>
                  </a:cubicBezTo>
                  <a:cubicBezTo>
                    <a:pt x="284" y="391"/>
                    <a:pt x="287" y="387"/>
                    <a:pt x="291" y="384"/>
                  </a:cubicBezTo>
                  <a:cubicBezTo>
                    <a:pt x="298" y="379"/>
                    <a:pt x="305" y="375"/>
                    <a:pt x="312" y="371"/>
                  </a:cubicBezTo>
                  <a:cubicBezTo>
                    <a:pt x="313" y="371"/>
                    <a:pt x="313" y="371"/>
                    <a:pt x="313" y="371"/>
                  </a:cubicBezTo>
                  <a:cubicBezTo>
                    <a:pt x="320" y="367"/>
                    <a:pt x="328" y="363"/>
                    <a:pt x="336" y="360"/>
                  </a:cubicBezTo>
                  <a:cubicBezTo>
                    <a:pt x="341" y="358"/>
                    <a:pt x="346" y="356"/>
                    <a:pt x="350" y="355"/>
                  </a:cubicBezTo>
                  <a:cubicBezTo>
                    <a:pt x="354" y="354"/>
                    <a:pt x="357" y="353"/>
                    <a:pt x="360" y="352"/>
                  </a:cubicBezTo>
                  <a:cubicBezTo>
                    <a:pt x="363" y="352"/>
                    <a:pt x="365" y="351"/>
                    <a:pt x="367" y="351"/>
                  </a:cubicBezTo>
                  <a:cubicBezTo>
                    <a:pt x="380" y="347"/>
                    <a:pt x="391" y="345"/>
                    <a:pt x="401" y="343"/>
                  </a:cubicBezTo>
                  <a:cubicBezTo>
                    <a:pt x="412" y="342"/>
                    <a:pt x="423" y="342"/>
                    <a:pt x="433" y="342"/>
                  </a:cubicBezTo>
                  <a:cubicBezTo>
                    <a:pt x="433" y="342"/>
                    <a:pt x="433" y="342"/>
                    <a:pt x="433" y="342"/>
                  </a:cubicBezTo>
                  <a:cubicBezTo>
                    <a:pt x="438" y="341"/>
                    <a:pt x="442" y="341"/>
                    <a:pt x="447" y="341"/>
                  </a:cubicBezTo>
                  <a:cubicBezTo>
                    <a:pt x="452" y="341"/>
                    <a:pt x="457" y="341"/>
                    <a:pt x="461" y="342"/>
                  </a:cubicBezTo>
                  <a:cubicBezTo>
                    <a:pt x="461" y="343"/>
                    <a:pt x="461" y="343"/>
                    <a:pt x="462" y="344"/>
                  </a:cubicBezTo>
                  <a:cubicBezTo>
                    <a:pt x="463" y="347"/>
                    <a:pt x="464" y="349"/>
                    <a:pt x="465" y="352"/>
                  </a:cubicBezTo>
                  <a:cubicBezTo>
                    <a:pt x="467" y="356"/>
                    <a:pt x="469" y="359"/>
                    <a:pt x="470" y="363"/>
                  </a:cubicBezTo>
                  <a:cubicBezTo>
                    <a:pt x="473" y="369"/>
                    <a:pt x="475" y="374"/>
                    <a:pt x="477" y="379"/>
                  </a:cubicBezTo>
                  <a:cubicBezTo>
                    <a:pt x="480" y="386"/>
                    <a:pt x="483" y="392"/>
                    <a:pt x="486" y="399"/>
                  </a:cubicBezTo>
                  <a:cubicBezTo>
                    <a:pt x="489" y="407"/>
                    <a:pt x="493" y="414"/>
                    <a:pt x="496" y="422"/>
                  </a:cubicBezTo>
                  <a:cubicBezTo>
                    <a:pt x="500" y="431"/>
                    <a:pt x="504" y="439"/>
                    <a:pt x="508" y="448"/>
                  </a:cubicBezTo>
                  <a:cubicBezTo>
                    <a:pt x="512" y="458"/>
                    <a:pt x="516" y="467"/>
                    <a:pt x="520" y="477"/>
                  </a:cubicBezTo>
                  <a:cubicBezTo>
                    <a:pt x="525" y="488"/>
                    <a:pt x="530" y="498"/>
                    <a:pt x="534" y="508"/>
                  </a:cubicBezTo>
                  <a:cubicBezTo>
                    <a:pt x="539" y="520"/>
                    <a:pt x="544" y="531"/>
                    <a:pt x="549" y="542"/>
                  </a:cubicBezTo>
                  <a:cubicBezTo>
                    <a:pt x="554" y="554"/>
                    <a:pt x="559" y="565"/>
                    <a:pt x="565" y="577"/>
                  </a:cubicBezTo>
                  <a:cubicBezTo>
                    <a:pt x="570" y="589"/>
                    <a:pt x="575" y="602"/>
                    <a:pt x="581" y="614"/>
                  </a:cubicBezTo>
                  <a:cubicBezTo>
                    <a:pt x="586" y="626"/>
                    <a:pt x="592" y="639"/>
                    <a:pt x="598" y="651"/>
                  </a:cubicBezTo>
                  <a:cubicBezTo>
                    <a:pt x="603" y="664"/>
                    <a:pt x="609" y="677"/>
                    <a:pt x="614" y="690"/>
                  </a:cubicBezTo>
                  <a:cubicBezTo>
                    <a:pt x="620" y="703"/>
                    <a:pt x="626" y="716"/>
                    <a:pt x="632" y="729"/>
                  </a:cubicBezTo>
                  <a:cubicBezTo>
                    <a:pt x="637" y="742"/>
                    <a:pt x="643" y="755"/>
                    <a:pt x="649" y="768"/>
                  </a:cubicBezTo>
                  <a:cubicBezTo>
                    <a:pt x="655" y="781"/>
                    <a:pt x="660" y="793"/>
                    <a:pt x="666" y="806"/>
                  </a:cubicBezTo>
                  <a:cubicBezTo>
                    <a:pt x="672" y="819"/>
                    <a:pt x="677" y="832"/>
                    <a:pt x="683" y="844"/>
                  </a:cubicBezTo>
                  <a:cubicBezTo>
                    <a:pt x="688" y="857"/>
                    <a:pt x="694" y="869"/>
                    <a:pt x="699" y="881"/>
                  </a:cubicBezTo>
                  <a:cubicBezTo>
                    <a:pt x="704" y="893"/>
                    <a:pt x="710" y="905"/>
                    <a:pt x="715" y="917"/>
                  </a:cubicBezTo>
                  <a:cubicBezTo>
                    <a:pt x="720" y="929"/>
                    <a:pt x="725" y="940"/>
                    <a:pt x="730" y="951"/>
                  </a:cubicBezTo>
                  <a:cubicBezTo>
                    <a:pt x="735" y="962"/>
                    <a:pt x="739" y="973"/>
                    <a:pt x="744" y="984"/>
                  </a:cubicBezTo>
                  <a:cubicBezTo>
                    <a:pt x="749" y="994"/>
                    <a:pt x="753" y="1004"/>
                    <a:pt x="757" y="1014"/>
                  </a:cubicBezTo>
                  <a:cubicBezTo>
                    <a:pt x="761" y="1023"/>
                    <a:pt x="765" y="1032"/>
                    <a:pt x="769" y="1041"/>
                  </a:cubicBezTo>
                  <a:cubicBezTo>
                    <a:pt x="773" y="1049"/>
                    <a:pt x="777" y="1057"/>
                    <a:pt x="780" y="1065"/>
                  </a:cubicBezTo>
                  <a:cubicBezTo>
                    <a:pt x="783" y="1072"/>
                    <a:pt x="786" y="1079"/>
                    <a:pt x="789" y="1086"/>
                  </a:cubicBezTo>
                  <a:cubicBezTo>
                    <a:pt x="792" y="1092"/>
                    <a:pt x="795" y="1098"/>
                    <a:pt x="797" y="1104"/>
                  </a:cubicBezTo>
                  <a:cubicBezTo>
                    <a:pt x="799" y="1108"/>
                    <a:pt x="801" y="1112"/>
                    <a:pt x="803" y="1117"/>
                  </a:cubicBezTo>
                  <a:cubicBezTo>
                    <a:pt x="804" y="1120"/>
                    <a:pt x="806" y="1123"/>
                    <a:pt x="807" y="1126"/>
                  </a:cubicBezTo>
                  <a:cubicBezTo>
                    <a:pt x="807" y="1127"/>
                    <a:pt x="808" y="1128"/>
                    <a:pt x="808" y="1129"/>
                  </a:cubicBezTo>
                  <a:cubicBezTo>
                    <a:pt x="809" y="1131"/>
                    <a:pt x="810" y="1131"/>
                    <a:pt x="813" y="1130"/>
                  </a:cubicBezTo>
                  <a:cubicBezTo>
                    <a:pt x="819" y="1129"/>
                    <a:pt x="826" y="1128"/>
                    <a:pt x="832" y="1126"/>
                  </a:cubicBezTo>
                  <a:cubicBezTo>
                    <a:pt x="836" y="1124"/>
                    <a:pt x="840" y="1122"/>
                    <a:pt x="844" y="1122"/>
                  </a:cubicBezTo>
                  <a:cubicBezTo>
                    <a:pt x="849" y="1121"/>
                    <a:pt x="853" y="1120"/>
                    <a:pt x="857" y="1120"/>
                  </a:cubicBezTo>
                  <a:cubicBezTo>
                    <a:pt x="866" y="1119"/>
                    <a:pt x="874" y="1118"/>
                    <a:pt x="881" y="1118"/>
                  </a:cubicBezTo>
                  <a:cubicBezTo>
                    <a:pt x="883" y="1118"/>
                    <a:pt x="883" y="1118"/>
                    <a:pt x="883" y="1118"/>
                  </a:cubicBezTo>
                  <a:cubicBezTo>
                    <a:pt x="890" y="1118"/>
                    <a:pt x="897" y="1118"/>
                    <a:pt x="904" y="1119"/>
                  </a:cubicBezTo>
                  <a:cubicBezTo>
                    <a:pt x="908" y="1119"/>
                    <a:pt x="908" y="1119"/>
                    <a:pt x="908" y="1119"/>
                  </a:cubicBezTo>
                  <a:cubicBezTo>
                    <a:pt x="913" y="1119"/>
                    <a:pt x="918" y="1119"/>
                    <a:pt x="922" y="1119"/>
                  </a:cubicBezTo>
                  <a:cubicBezTo>
                    <a:pt x="926" y="1120"/>
                    <a:pt x="931" y="1120"/>
                    <a:pt x="935" y="1120"/>
                  </a:cubicBezTo>
                  <a:cubicBezTo>
                    <a:pt x="944" y="1120"/>
                    <a:pt x="953" y="1121"/>
                    <a:pt x="962" y="1122"/>
                  </a:cubicBezTo>
                  <a:cubicBezTo>
                    <a:pt x="971" y="1124"/>
                    <a:pt x="980" y="1125"/>
                    <a:pt x="988" y="1127"/>
                  </a:cubicBezTo>
                  <a:cubicBezTo>
                    <a:pt x="997" y="1128"/>
                    <a:pt x="1006" y="1130"/>
                    <a:pt x="1015" y="1131"/>
                  </a:cubicBezTo>
                  <a:cubicBezTo>
                    <a:pt x="1018" y="1132"/>
                    <a:pt x="1021" y="1132"/>
                    <a:pt x="1024" y="1133"/>
                  </a:cubicBezTo>
                  <a:cubicBezTo>
                    <a:pt x="1039" y="1135"/>
                    <a:pt x="1055" y="1138"/>
                    <a:pt x="1071" y="1142"/>
                  </a:cubicBezTo>
                  <a:cubicBezTo>
                    <a:pt x="1077" y="1144"/>
                    <a:pt x="1084" y="1147"/>
                    <a:pt x="1090" y="1149"/>
                  </a:cubicBezTo>
                  <a:cubicBezTo>
                    <a:pt x="1092" y="1150"/>
                    <a:pt x="1095" y="1151"/>
                    <a:pt x="1097" y="1151"/>
                  </a:cubicBezTo>
                  <a:cubicBezTo>
                    <a:pt x="1101" y="1153"/>
                    <a:pt x="1105" y="1154"/>
                    <a:pt x="1110" y="1156"/>
                  </a:cubicBezTo>
                  <a:cubicBezTo>
                    <a:pt x="1115" y="1158"/>
                    <a:pt x="1120" y="1159"/>
                    <a:pt x="1125" y="1161"/>
                  </a:cubicBezTo>
                  <a:cubicBezTo>
                    <a:pt x="1143" y="1167"/>
                    <a:pt x="1161" y="1174"/>
                    <a:pt x="1178" y="1181"/>
                  </a:cubicBezTo>
                  <a:cubicBezTo>
                    <a:pt x="1194" y="1188"/>
                    <a:pt x="1211" y="1193"/>
                    <a:pt x="1230" y="1199"/>
                  </a:cubicBezTo>
                  <a:cubicBezTo>
                    <a:pt x="1234" y="1200"/>
                    <a:pt x="1234" y="1200"/>
                    <a:pt x="1234" y="1200"/>
                  </a:cubicBezTo>
                  <a:cubicBezTo>
                    <a:pt x="1242" y="1202"/>
                    <a:pt x="1250" y="1205"/>
                    <a:pt x="1257" y="1207"/>
                  </a:cubicBezTo>
                  <a:cubicBezTo>
                    <a:pt x="1266" y="1209"/>
                    <a:pt x="1275" y="1211"/>
                    <a:pt x="1284" y="1213"/>
                  </a:cubicBezTo>
                  <a:cubicBezTo>
                    <a:pt x="1289" y="1214"/>
                    <a:pt x="1293" y="1215"/>
                    <a:pt x="1298" y="1217"/>
                  </a:cubicBezTo>
                  <a:cubicBezTo>
                    <a:pt x="1303" y="1218"/>
                    <a:pt x="1308" y="1219"/>
                    <a:pt x="1313" y="1220"/>
                  </a:cubicBezTo>
                  <a:cubicBezTo>
                    <a:pt x="1314" y="1220"/>
                    <a:pt x="1316" y="1221"/>
                    <a:pt x="1318" y="1221"/>
                  </a:cubicBezTo>
                  <a:cubicBezTo>
                    <a:pt x="1320" y="1222"/>
                    <a:pt x="1321" y="1222"/>
                    <a:pt x="1322" y="1222"/>
                  </a:cubicBezTo>
                  <a:cubicBezTo>
                    <a:pt x="1322" y="1223"/>
                    <a:pt x="1323" y="1224"/>
                    <a:pt x="1323" y="1224"/>
                  </a:cubicBezTo>
                  <a:cubicBezTo>
                    <a:pt x="1324" y="1226"/>
                    <a:pt x="1326" y="1227"/>
                    <a:pt x="1327" y="1228"/>
                  </a:cubicBezTo>
                  <a:cubicBezTo>
                    <a:pt x="1328" y="1228"/>
                    <a:pt x="1328" y="1228"/>
                    <a:pt x="1328" y="1228"/>
                  </a:cubicBezTo>
                  <a:cubicBezTo>
                    <a:pt x="1332" y="1228"/>
                    <a:pt x="1336" y="1229"/>
                    <a:pt x="1340" y="1229"/>
                  </a:cubicBezTo>
                  <a:cubicBezTo>
                    <a:pt x="1341" y="1229"/>
                    <a:pt x="1341" y="1229"/>
                    <a:pt x="1342" y="1229"/>
                  </a:cubicBezTo>
                  <a:cubicBezTo>
                    <a:pt x="1346" y="1229"/>
                    <a:pt x="1350" y="1228"/>
                    <a:pt x="1353" y="1226"/>
                  </a:cubicBezTo>
                  <a:cubicBezTo>
                    <a:pt x="1355" y="1224"/>
                    <a:pt x="1357" y="1223"/>
                    <a:pt x="1358" y="1222"/>
                  </a:cubicBezTo>
                  <a:cubicBezTo>
                    <a:pt x="1359" y="1221"/>
                    <a:pt x="1361" y="1220"/>
                    <a:pt x="1362" y="1219"/>
                  </a:cubicBezTo>
                  <a:cubicBezTo>
                    <a:pt x="1363" y="1218"/>
                    <a:pt x="1364" y="1218"/>
                    <a:pt x="1365" y="1217"/>
                  </a:cubicBezTo>
                  <a:cubicBezTo>
                    <a:pt x="1367" y="1215"/>
                    <a:pt x="1369" y="1214"/>
                    <a:pt x="1371" y="1212"/>
                  </a:cubicBezTo>
                  <a:cubicBezTo>
                    <a:pt x="1373" y="1210"/>
                    <a:pt x="1376" y="1207"/>
                    <a:pt x="1379" y="1204"/>
                  </a:cubicBezTo>
                  <a:cubicBezTo>
                    <a:pt x="1385" y="1197"/>
                    <a:pt x="1390" y="1190"/>
                    <a:pt x="1394" y="1184"/>
                  </a:cubicBezTo>
                  <a:cubicBezTo>
                    <a:pt x="1396" y="1180"/>
                    <a:pt x="1398" y="1177"/>
                    <a:pt x="1399" y="1173"/>
                  </a:cubicBezTo>
                  <a:cubicBezTo>
                    <a:pt x="1401" y="1169"/>
                    <a:pt x="1403" y="1166"/>
                    <a:pt x="1404" y="1163"/>
                  </a:cubicBezTo>
                  <a:cubicBezTo>
                    <a:pt x="1408" y="1155"/>
                    <a:pt x="1411" y="1147"/>
                    <a:pt x="1413" y="1138"/>
                  </a:cubicBezTo>
                  <a:cubicBezTo>
                    <a:pt x="1414" y="1133"/>
                    <a:pt x="1415" y="1128"/>
                    <a:pt x="1415" y="1123"/>
                  </a:cubicBezTo>
                  <a:cubicBezTo>
                    <a:pt x="1416" y="1120"/>
                    <a:pt x="1416" y="1117"/>
                    <a:pt x="1417" y="1114"/>
                  </a:cubicBezTo>
                  <a:cubicBezTo>
                    <a:pt x="1418" y="1110"/>
                    <a:pt x="1418" y="1106"/>
                    <a:pt x="1419" y="1102"/>
                  </a:cubicBezTo>
                  <a:cubicBezTo>
                    <a:pt x="1420" y="1098"/>
                    <a:pt x="1421" y="1094"/>
                    <a:pt x="1422" y="1090"/>
                  </a:cubicBezTo>
                  <a:cubicBezTo>
                    <a:pt x="1423" y="1088"/>
                    <a:pt x="1424" y="1086"/>
                    <a:pt x="1424" y="1083"/>
                  </a:cubicBezTo>
                  <a:cubicBezTo>
                    <a:pt x="1426" y="1078"/>
                    <a:pt x="1428" y="1072"/>
                    <a:pt x="1429" y="1066"/>
                  </a:cubicBezTo>
                  <a:cubicBezTo>
                    <a:pt x="1431" y="1061"/>
                    <a:pt x="1432" y="1055"/>
                    <a:pt x="1434" y="1050"/>
                  </a:cubicBezTo>
                  <a:cubicBezTo>
                    <a:pt x="1434" y="1047"/>
                    <a:pt x="1435" y="1043"/>
                    <a:pt x="1436" y="1040"/>
                  </a:cubicBezTo>
                  <a:cubicBezTo>
                    <a:pt x="1438" y="1034"/>
                    <a:pt x="1439" y="1028"/>
                    <a:pt x="1441" y="1021"/>
                  </a:cubicBezTo>
                  <a:cubicBezTo>
                    <a:pt x="1442" y="1017"/>
                    <a:pt x="1442" y="1017"/>
                    <a:pt x="1442" y="1017"/>
                  </a:cubicBezTo>
                  <a:cubicBezTo>
                    <a:pt x="1444" y="1008"/>
                    <a:pt x="1446" y="999"/>
                    <a:pt x="1448" y="990"/>
                  </a:cubicBezTo>
                  <a:cubicBezTo>
                    <a:pt x="1449" y="987"/>
                    <a:pt x="1450" y="984"/>
                    <a:pt x="1450" y="981"/>
                  </a:cubicBezTo>
                  <a:cubicBezTo>
                    <a:pt x="1452" y="976"/>
                    <a:pt x="1453" y="970"/>
                    <a:pt x="1454" y="965"/>
                  </a:cubicBezTo>
                  <a:cubicBezTo>
                    <a:pt x="1456" y="957"/>
                    <a:pt x="1458" y="950"/>
                    <a:pt x="1460" y="943"/>
                  </a:cubicBezTo>
                  <a:cubicBezTo>
                    <a:pt x="1461" y="940"/>
                    <a:pt x="1461" y="940"/>
                    <a:pt x="1461" y="940"/>
                  </a:cubicBezTo>
                  <a:cubicBezTo>
                    <a:pt x="1462" y="937"/>
                    <a:pt x="1463" y="934"/>
                    <a:pt x="1464" y="931"/>
                  </a:cubicBezTo>
                  <a:cubicBezTo>
                    <a:pt x="1464" y="930"/>
                    <a:pt x="1465" y="929"/>
                    <a:pt x="1465" y="928"/>
                  </a:cubicBezTo>
                  <a:cubicBezTo>
                    <a:pt x="1466" y="925"/>
                    <a:pt x="1467" y="922"/>
                    <a:pt x="1468" y="919"/>
                  </a:cubicBezTo>
                  <a:cubicBezTo>
                    <a:pt x="1470" y="915"/>
                    <a:pt x="1470" y="915"/>
                    <a:pt x="1470" y="915"/>
                  </a:cubicBezTo>
                  <a:cubicBezTo>
                    <a:pt x="1472" y="909"/>
                    <a:pt x="1474" y="902"/>
                    <a:pt x="1476" y="895"/>
                  </a:cubicBezTo>
                  <a:cubicBezTo>
                    <a:pt x="1477" y="892"/>
                    <a:pt x="1477" y="892"/>
                    <a:pt x="1477" y="892"/>
                  </a:cubicBezTo>
                  <a:cubicBezTo>
                    <a:pt x="1479" y="884"/>
                    <a:pt x="1482" y="877"/>
                    <a:pt x="1485" y="869"/>
                  </a:cubicBezTo>
                  <a:cubicBezTo>
                    <a:pt x="1485" y="867"/>
                    <a:pt x="1485" y="867"/>
                    <a:pt x="1485" y="867"/>
                  </a:cubicBezTo>
                  <a:cubicBezTo>
                    <a:pt x="1488" y="859"/>
                    <a:pt x="1490" y="851"/>
                    <a:pt x="1493" y="844"/>
                  </a:cubicBezTo>
                  <a:cubicBezTo>
                    <a:pt x="1498" y="832"/>
                    <a:pt x="1498" y="832"/>
                    <a:pt x="1498" y="832"/>
                  </a:cubicBezTo>
                  <a:cubicBezTo>
                    <a:pt x="1498" y="831"/>
                    <a:pt x="1498" y="831"/>
                    <a:pt x="1498" y="831"/>
                  </a:cubicBezTo>
                  <a:cubicBezTo>
                    <a:pt x="1499" y="829"/>
                    <a:pt x="1500" y="826"/>
                    <a:pt x="1501" y="824"/>
                  </a:cubicBezTo>
                  <a:cubicBezTo>
                    <a:pt x="1502" y="822"/>
                    <a:pt x="1502" y="822"/>
                    <a:pt x="1502" y="822"/>
                  </a:cubicBezTo>
                  <a:cubicBezTo>
                    <a:pt x="1505" y="815"/>
                    <a:pt x="1509" y="806"/>
                    <a:pt x="1513" y="798"/>
                  </a:cubicBezTo>
                  <a:cubicBezTo>
                    <a:pt x="1517" y="791"/>
                    <a:pt x="1521" y="784"/>
                    <a:pt x="1525" y="778"/>
                  </a:cubicBezTo>
                  <a:cubicBezTo>
                    <a:pt x="1527" y="775"/>
                    <a:pt x="1527" y="775"/>
                    <a:pt x="1527" y="775"/>
                  </a:cubicBezTo>
                  <a:cubicBezTo>
                    <a:pt x="1528" y="774"/>
                    <a:pt x="1528" y="771"/>
                    <a:pt x="1528" y="769"/>
                  </a:cubicBezTo>
                  <a:close/>
                  <a:moveTo>
                    <a:pt x="461" y="342"/>
                  </a:moveTo>
                  <a:cubicBezTo>
                    <a:pt x="462" y="342"/>
                    <a:pt x="464" y="342"/>
                    <a:pt x="465" y="342"/>
                  </a:cubicBezTo>
                  <a:lnTo>
                    <a:pt x="461" y="342"/>
                  </a:lnTo>
                  <a:close/>
                </a:path>
              </a:pathLst>
            </a:custGeom>
            <a:solidFill>
              <a:srgbClr val="F4CF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2753100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311BDC7-AF37-4388-8D41-882425A85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768" y="267626"/>
            <a:ext cx="1853952" cy="1862642"/>
          </a:xfrm>
        </p:spPr>
        <p:txBody>
          <a:bodyPr/>
          <a:lstStyle/>
          <a:p>
            <a:r>
              <a:rPr lang="fr-FR" sz="2000" dirty="0">
                <a:solidFill>
                  <a:srgbClr val="FF7900"/>
                </a:solidFill>
              </a:rPr>
              <a:t>Texte avec </a:t>
            </a:r>
            <a:br>
              <a:rPr lang="fr-FR" sz="2000" dirty="0">
                <a:solidFill>
                  <a:srgbClr val="FF7900"/>
                </a:solidFill>
              </a:rPr>
            </a:br>
            <a:r>
              <a:rPr lang="fr-FR" sz="2000" dirty="0">
                <a:solidFill>
                  <a:srgbClr val="FF7900"/>
                </a:solidFill>
              </a:rPr>
              <a:t>images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E50025-76B0-4D56-866A-61272B6A55C4}"/>
              </a:ext>
            </a:extLst>
          </p:cNvPr>
          <p:cNvSpPr/>
          <p:nvPr/>
        </p:nvSpPr>
        <p:spPr>
          <a:xfrm>
            <a:off x="2287224" y="-4500"/>
            <a:ext cx="2286000" cy="2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133134-4BDD-48C8-92A3-F20505183E17}"/>
              </a:ext>
            </a:extLst>
          </p:cNvPr>
          <p:cNvSpPr/>
          <p:nvPr/>
        </p:nvSpPr>
        <p:spPr>
          <a:xfrm>
            <a:off x="0" y="2569500"/>
            <a:ext cx="2286000" cy="257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F3EBD061-6D7A-48A6-91A7-0B6ABFD222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68" y="3219822"/>
            <a:ext cx="1911626" cy="1572347"/>
          </a:xfrm>
          <a:prstGeom prst="rect">
            <a:avLst/>
          </a:prstGeom>
        </p:spPr>
      </p:pic>
      <p:sp>
        <p:nvSpPr>
          <p:cNvPr id="16" name="Titre 4">
            <a:extLst>
              <a:ext uri="{FF2B5EF4-FFF2-40B4-BE49-F238E27FC236}">
                <a16:creationId xmlns:a16="http://schemas.microsoft.com/office/drawing/2014/main" id="{745C6AF1-96E2-4256-A987-926B43B2ECD8}"/>
              </a:ext>
            </a:extLst>
          </p:cNvPr>
          <p:cNvSpPr txBox="1">
            <a:spLocks/>
          </p:cNvSpPr>
          <p:nvPr/>
        </p:nvSpPr>
        <p:spPr>
          <a:xfrm>
            <a:off x="2484992" y="144251"/>
            <a:ext cx="1619903" cy="658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dirty="0">
                <a:solidFill>
                  <a:srgbClr val="FF7900"/>
                </a:solidFill>
              </a:rPr>
              <a:t>83%</a:t>
            </a:r>
            <a:endParaRPr lang="fr-FR" dirty="0"/>
          </a:p>
        </p:txBody>
      </p:sp>
      <p:sp>
        <p:nvSpPr>
          <p:cNvPr id="17" name="Titre 4">
            <a:extLst>
              <a:ext uri="{FF2B5EF4-FFF2-40B4-BE49-F238E27FC236}">
                <a16:creationId xmlns:a16="http://schemas.microsoft.com/office/drawing/2014/main" id="{25A492A6-F11E-4991-878D-D9CE2764C890}"/>
              </a:ext>
            </a:extLst>
          </p:cNvPr>
          <p:cNvSpPr txBox="1">
            <a:spLocks/>
          </p:cNvSpPr>
          <p:nvPr/>
        </p:nvSpPr>
        <p:spPr>
          <a:xfrm>
            <a:off x="2484992" y="951277"/>
            <a:ext cx="1853952" cy="14227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chemeClr val="bg1"/>
                </a:solidFill>
              </a:rPr>
              <a:t>Lorem ipsum dolor sit amet, consectetuer adipiscing elit. Maecenas porttitor congue massa. </a:t>
            </a:r>
            <a:r>
              <a:rPr lang="fr-FR" sz="1400" dirty="0" err="1">
                <a:solidFill>
                  <a:schemeClr val="bg1"/>
                </a:solidFill>
              </a:rPr>
              <a:t>Fusce</a:t>
            </a:r>
            <a:r>
              <a:rPr lang="fr-FR" sz="1400" dirty="0">
                <a:solidFill>
                  <a:schemeClr val="bg1"/>
                </a:solidFill>
              </a:rPr>
              <a:t> </a:t>
            </a:r>
            <a:r>
              <a:rPr lang="fr-FR" sz="1400" dirty="0" err="1">
                <a:solidFill>
                  <a:schemeClr val="bg1"/>
                </a:solidFill>
              </a:rPr>
              <a:t>posuere</a:t>
            </a:r>
            <a:r>
              <a:rPr lang="fr-FR" sz="1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8" name="Titre 4">
            <a:extLst>
              <a:ext uri="{FF2B5EF4-FFF2-40B4-BE49-F238E27FC236}">
                <a16:creationId xmlns:a16="http://schemas.microsoft.com/office/drawing/2014/main" id="{94AED60A-6957-4DB5-8FC7-088AF2AA40A4}"/>
              </a:ext>
            </a:extLst>
          </p:cNvPr>
          <p:cNvSpPr txBox="1">
            <a:spLocks/>
          </p:cNvSpPr>
          <p:nvPr/>
        </p:nvSpPr>
        <p:spPr>
          <a:xfrm>
            <a:off x="210457" y="2779741"/>
            <a:ext cx="1853952" cy="14227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chemeClr val="bg1"/>
                </a:solidFill>
              </a:rPr>
              <a:t>Titre / mot-clé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BE8753-D6C2-4CF9-8547-18D699981B28}"/>
              </a:ext>
            </a:extLst>
          </p:cNvPr>
          <p:cNvSpPr/>
          <p:nvPr/>
        </p:nvSpPr>
        <p:spPr>
          <a:xfrm>
            <a:off x="2286000" y="2569500"/>
            <a:ext cx="2286000" cy="257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21" name="Titre 4">
            <a:extLst>
              <a:ext uri="{FF2B5EF4-FFF2-40B4-BE49-F238E27FC236}">
                <a16:creationId xmlns:a16="http://schemas.microsoft.com/office/drawing/2014/main" id="{628E742F-3A34-4FFA-BB3E-2432B5754947}"/>
              </a:ext>
            </a:extLst>
          </p:cNvPr>
          <p:cNvSpPr txBox="1">
            <a:spLocks/>
          </p:cNvSpPr>
          <p:nvPr/>
        </p:nvSpPr>
        <p:spPr>
          <a:xfrm>
            <a:off x="2483768" y="2718251"/>
            <a:ext cx="1619903" cy="658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FF7900"/>
                </a:solidFill>
              </a:rPr>
              <a:t>Texte complémentaire</a:t>
            </a:r>
            <a:endParaRPr lang="fr-FR" sz="1400" dirty="0"/>
          </a:p>
        </p:txBody>
      </p:sp>
      <p:sp>
        <p:nvSpPr>
          <p:cNvPr id="22" name="Titre 4">
            <a:extLst>
              <a:ext uri="{FF2B5EF4-FFF2-40B4-BE49-F238E27FC236}">
                <a16:creationId xmlns:a16="http://schemas.microsoft.com/office/drawing/2014/main" id="{0D5B4804-1F5A-4D6C-8ABB-725252968BCB}"/>
              </a:ext>
            </a:extLst>
          </p:cNvPr>
          <p:cNvSpPr txBox="1">
            <a:spLocks/>
          </p:cNvSpPr>
          <p:nvPr/>
        </p:nvSpPr>
        <p:spPr>
          <a:xfrm>
            <a:off x="2483768" y="3291831"/>
            <a:ext cx="1853952" cy="165618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000000"/>
                </a:solidFill>
              </a:rPr>
              <a:t>Lorem ipsum dolor sit amet, consectetuer adipiscing elit. Maecenas porttitor congue massa.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686DC36-DA2F-43EE-B8FA-1120E234022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37" t="13302" r="21261" b="18794"/>
          <a:stretch/>
        </p:blipFill>
        <p:spPr>
          <a:xfrm>
            <a:off x="4572000" y="-4500"/>
            <a:ext cx="457907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87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9A42174-E13E-4522-BF2B-80B235D9B649}"/>
              </a:ext>
            </a:extLst>
          </p:cNvPr>
          <p:cNvSpPr/>
          <p:nvPr/>
        </p:nvSpPr>
        <p:spPr>
          <a:xfrm>
            <a:off x="2292" y="0"/>
            <a:ext cx="9141707" cy="5138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5311BDC7-AF37-4388-8D41-882425A85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768" y="267626"/>
            <a:ext cx="4828498" cy="2301874"/>
          </a:xfrm>
        </p:spPr>
        <p:txBody>
          <a:bodyPr/>
          <a:lstStyle/>
          <a:p>
            <a:r>
              <a:rPr lang="fr-FR" sz="5300" dirty="0"/>
              <a:t>Message clé texte et illustrations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E50025-76B0-4D56-866A-61272B6A55C4}"/>
              </a:ext>
            </a:extLst>
          </p:cNvPr>
          <p:cNvSpPr/>
          <p:nvPr/>
        </p:nvSpPr>
        <p:spPr>
          <a:xfrm>
            <a:off x="4572000" y="4786"/>
            <a:ext cx="2286000" cy="2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133134-4BDD-48C8-92A3-F20505183E17}"/>
              </a:ext>
            </a:extLst>
          </p:cNvPr>
          <p:cNvSpPr/>
          <p:nvPr/>
        </p:nvSpPr>
        <p:spPr>
          <a:xfrm>
            <a:off x="6858000" y="4786"/>
            <a:ext cx="2286000" cy="257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C013BE-7224-4F50-8AE5-B4B75FD58EE0}"/>
              </a:ext>
            </a:extLst>
          </p:cNvPr>
          <p:cNvSpPr/>
          <p:nvPr/>
        </p:nvSpPr>
        <p:spPr>
          <a:xfrm>
            <a:off x="4572000" y="2569500"/>
            <a:ext cx="2286000" cy="2574000"/>
          </a:xfrm>
          <a:prstGeom prst="rect">
            <a:avLst/>
          </a:prstGeom>
          <a:solidFill>
            <a:srgbClr val="9D9D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16" name="Titre 4">
            <a:extLst>
              <a:ext uri="{FF2B5EF4-FFF2-40B4-BE49-F238E27FC236}">
                <a16:creationId xmlns:a16="http://schemas.microsoft.com/office/drawing/2014/main" id="{745C6AF1-96E2-4256-A987-926B43B2ECD8}"/>
              </a:ext>
            </a:extLst>
          </p:cNvPr>
          <p:cNvSpPr txBox="1">
            <a:spLocks/>
          </p:cNvSpPr>
          <p:nvPr/>
        </p:nvSpPr>
        <p:spPr>
          <a:xfrm>
            <a:off x="4769768" y="153537"/>
            <a:ext cx="1619903" cy="658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dirty="0">
                <a:solidFill>
                  <a:srgbClr val="FF7900"/>
                </a:solidFill>
              </a:rPr>
              <a:t>30%</a:t>
            </a:r>
            <a:endParaRPr lang="fr-FR" dirty="0"/>
          </a:p>
        </p:txBody>
      </p:sp>
      <p:sp>
        <p:nvSpPr>
          <p:cNvPr id="17" name="Titre 4">
            <a:extLst>
              <a:ext uri="{FF2B5EF4-FFF2-40B4-BE49-F238E27FC236}">
                <a16:creationId xmlns:a16="http://schemas.microsoft.com/office/drawing/2014/main" id="{25A492A6-F11E-4991-878D-D9CE2764C890}"/>
              </a:ext>
            </a:extLst>
          </p:cNvPr>
          <p:cNvSpPr txBox="1">
            <a:spLocks/>
          </p:cNvSpPr>
          <p:nvPr/>
        </p:nvSpPr>
        <p:spPr>
          <a:xfrm>
            <a:off x="4769768" y="960563"/>
            <a:ext cx="1853952" cy="14227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  <p:sp>
        <p:nvSpPr>
          <p:cNvPr id="18" name="Titre 4">
            <a:extLst>
              <a:ext uri="{FF2B5EF4-FFF2-40B4-BE49-F238E27FC236}">
                <a16:creationId xmlns:a16="http://schemas.microsoft.com/office/drawing/2014/main" id="{94AED60A-6957-4DB5-8FC7-088AF2AA40A4}"/>
              </a:ext>
            </a:extLst>
          </p:cNvPr>
          <p:cNvSpPr txBox="1">
            <a:spLocks/>
          </p:cNvSpPr>
          <p:nvPr/>
        </p:nvSpPr>
        <p:spPr>
          <a:xfrm>
            <a:off x="7068457" y="215027"/>
            <a:ext cx="1853952" cy="14227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chemeClr val="bg1"/>
                </a:solidFill>
              </a:rPr>
              <a:t>Titre / mot-clé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BE8753-D6C2-4CF9-8547-18D699981B28}"/>
              </a:ext>
            </a:extLst>
          </p:cNvPr>
          <p:cNvSpPr/>
          <p:nvPr/>
        </p:nvSpPr>
        <p:spPr>
          <a:xfrm>
            <a:off x="6858000" y="2569500"/>
            <a:ext cx="2286000" cy="2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000000"/>
              </a:solidFill>
            </a:endParaRPr>
          </a:p>
        </p:txBody>
      </p:sp>
      <p:sp>
        <p:nvSpPr>
          <p:cNvPr id="21" name="Titre 4">
            <a:extLst>
              <a:ext uri="{FF2B5EF4-FFF2-40B4-BE49-F238E27FC236}">
                <a16:creationId xmlns:a16="http://schemas.microsoft.com/office/drawing/2014/main" id="{628E742F-3A34-4FFA-BB3E-2432B5754947}"/>
              </a:ext>
            </a:extLst>
          </p:cNvPr>
          <p:cNvSpPr txBox="1">
            <a:spLocks/>
          </p:cNvSpPr>
          <p:nvPr/>
        </p:nvSpPr>
        <p:spPr>
          <a:xfrm>
            <a:off x="7055768" y="2718251"/>
            <a:ext cx="1619903" cy="658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rgbClr val="FF7900"/>
                </a:solidFill>
              </a:rPr>
              <a:t>Texte complémentaire</a:t>
            </a:r>
            <a:endParaRPr lang="fr-FR" sz="1400" dirty="0"/>
          </a:p>
        </p:txBody>
      </p:sp>
      <p:sp>
        <p:nvSpPr>
          <p:cNvPr id="22" name="Titre 4">
            <a:extLst>
              <a:ext uri="{FF2B5EF4-FFF2-40B4-BE49-F238E27FC236}">
                <a16:creationId xmlns:a16="http://schemas.microsoft.com/office/drawing/2014/main" id="{0D5B4804-1F5A-4D6C-8ABB-725252968BCB}"/>
              </a:ext>
            </a:extLst>
          </p:cNvPr>
          <p:cNvSpPr txBox="1">
            <a:spLocks/>
          </p:cNvSpPr>
          <p:nvPr/>
        </p:nvSpPr>
        <p:spPr>
          <a:xfrm>
            <a:off x="7055768" y="3291831"/>
            <a:ext cx="1853952" cy="165618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chemeClr val="bg1"/>
                </a:solidFill>
              </a:rPr>
              <a:t>Lorem ipsum dolor sit amet, consectetuer adipiscing elit. Maecenas porttitor </a:t>
            </a:r>
            <a:r>
              <a:rPr lang="fr-FR" sz="1400" dirty="0" err="1">
                <a:solidFill>
                  <a:schemeClr val="bg1"/>
                </a:solidFill>
              </a:rPr>
              <a:t>congue</a:t>
            </a:r>
            <a:r>
              <a:rPr lang="fr-FR" sz="1400" dirty="0">
                <a:solidFill>
                  <a:schemeClr val="bg1"/>
                </a:solidFill>
              </a:rPr>
              <a:t> massa.</a:t>
            </a:r>
          </a:p>
        </p:txBody>
      </p:sp>
      <p:sp>
        <p:nvSpPr>
          <p:cNvPr id="26" name="Titre 4">
            <a:extLst>
              <a:ext uri="{FF2B5EF4-FFF2-40B4-BE49-F238E27FC236}">
                <a16:creationId xmlns:a16="http://schemas.microsoft.com/office/drawing/2014/main" id="{C876C7C0-2B70-4DCF-876A-361D8170B14B}"/>
              </a:ext>
            </a:extLst>
          </p:cNvPr>
          <p:cNvSpPr txBox="1">
            <a:spLocks/>
          </p:cNvSpPr>
          <p:nvPr/>
        </p:nvSpPr>
        <p:spPr>
          <a:xfrm>
            <a:off x="4734341" y="2764986"/>
            <a:ext cx="1853952" cy="14227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5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chemeClr val="bg1"/>
                </a:solidFill>
              </a:rPr>
              <a:t>Titre / mot-clé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CE5CE46-2A92-444E-BEB6-E6187F93D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273" y="627534"/>
            <a:ext cx="2514458" cy="177646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CE47ECD-09A1-4C9E-9CDC-5F59E29CAC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609" y="3158998"/>
            <a:ext cx="2333415" cy="164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514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dirty="0"/>
              <a:t>Orange</a:t>
            </a:r>
          </a:p>
          <a:p>
            <a:pPr lvl="1"/>
            <a:r>
              <a:rPr lang="fr-FR" dirty="0"/>
              <a:t>Icônes</a:t>
            </a:r>
          </a:p>
        </p:txBody>
      </p:sp>
    </p:spTree>
    <p:extLst>
      <p:ext uri="{BB962C8B-B14F-4D97-AF65-F5344CB8AC3E}">
        <p14:creationId xmlns:p14="http://schemas.microsoft.com/office/powerpoint/2010/main" val="2214116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reeform 16"/>
          <p:cNvSpPr>
            <a:spLocks noEditPoints="1"/>
          </p:cNvSpPr>
          <p:nvPr/>
        </p:nvSpPr>
        <p:spPr bwMode="auto">
          <a:xfrm>
            <a:off x="3444471" y="2281772"/>
            <a:ext cx="833568" cy="555944"/>
          </a:xfrm>
          <a:custGeom>
            <a:avLst/>
            <a:gdLst>
              <a:gd name="T0" fmla="*/ 1147 w 1200"/>
              <a:gd name="T1" fmla="*/ 301 h 800"/>
              <a:gd name="T2" fmla="*/ 1147 w 1200"/>
              <a:gd name="T3" fmla="*/ 301 h 800"/>
              <a:gd name="T4" fmla="*/ 984 w 1200"/>
              <a:gd name="T5" fmla="*/ 270 h 800"/>
              <a:gd name="T6" fmla="*/ 748 w 1200"/>
              <a:gd name="T7" fmla="*/ 20 h 800"/>
              <a:gd name="T8" fmla="*/ 748 w 1200"/>
              <a:gd name="T9" fmla="*/ 20 h 800"/>
              <a:gd name="T10" fmla="*/ 700 w 1200"/>
              <a:gd name="T11" fmla="*/ 0 h 800"/>
              <a:gd name="T12" fmla="*/ 267 w 1200"/>
              <a:gd name="T13" fmla="*/ 0 h 800"/>
              <a:gd name="T14" fmla="*/ 213 w 1200"/>
              <a:gd name="T15" fmla="*/ 27 h 800"/>
              <a:gd name="T16" fmla="*/ 13 w 1200"/>
              <a:gd name="T17" fmla="*/ 293 h 800"/>
              <a:gd name="T18" fmla="*/ 13 w 1200"/>
              <a:gd name="T19" fmla="*/ 294 h 800"/>
              <a:gd name="T20" fmla="*/ 13 w 1200"/>
              <a:gd name="T21" fmla="*/ 294 h 800"/>
              <a:gd name="T22" fmla="*/ 13 w 1200"/>
              <a:gd name="T23" fmla="*/ 294 h 800"/>
              <a:gd name="T24" fmla="*/ 0 w 1200"/>
              <a:gd name="T25" fmla="*/ 333 h 800"/>
              <a:gd name="T26" fmla="*/ 0 w 1200"/>
              <a:gd name="T27" fmla="*/ 333 h 800"/>
              <a:gd name="T28" fmla="*/ 0 w 1200"/>
              <a:gd name="T29" fmla="*/ 566 h 800"/>
              <a:gd name="T30" fmla="*/ 67 w 1200"/>
              <a:gd name="T31" fmla="*/ 633 h 800"/>
              <a:gd name="T32" fmla="*/ 100 w 1200"/>
              <a:gd name="T33" fmla="*/ 633 h 800"/>
              <a:gd name="T34" fmla="*/ 267 w 1200"/>
              <a:gd name="T35" fmla="*/ 800 h 800"/>
              <a:gd name="T36" fmla="*/ 433 w 1200"/>
              <a:gd name="T37" fmla="*/ 633 h 800"/>
              <a:gd name="T38" fmla="*/ 733 w 1200"/>
              <a:gd name="T39" fmla="*/ 633 h 800"/>
              <a:gd name="T40" fmla="*/ 900 w 1200"/>
              <a:gd name="T41" fmla="*/ 800 h 800"/>
              <a:gd name="T42" fmla="*/ 1067 w 1200"/>
              <a:gd name="T43" fmla="*/ 633 h 800"/>
              <a:gd name="T44" fmla="*/ 1133 w 1200"/>
              <a:gd name="T45" fmla="*/ 633 h 800"/>
              <a:gd name="T46" fmla="*/ 1200 w 1200"/>
              <a:gd name="T47" fmla="*/ 566 h 800"/>
              <a:gd name="T48" fmla="*/ 1200 w 1200"/>
              <a:gd name="T49" fmla="*/ 367 h 800"/>
              <a:gd name="T50" fmla="*/ 1200 w 1200"/>
              <a:gd name="T51" fmla="*/ 367 h 800"/>
              <a:gd name="T52" fmla="*/ 1147 w 1200"/>
              <a:gd name="T53" fmla="*/ 301 h 800"/>
              <a:gd name="T54" fmla="*/ 505 w 1200"/>
              <a:gd name="T55" fmla="*/ 422 h 800"/>
              <a:gd name="T56" fmla="*/ 466 w 1200"/>
              <a:gd name="T57" fmla="*/ 383 h 800"/>
              <a:gd name="T58" fmla="*/ 505 w 1200"/>
              <a:gd name="T59" fmla="*/ 344 h 800"/>
              <a:gd name="T60" fmla="*/ 544 w 1200"/>
              <a:gd name="T61" fmla="*/ 383 h 800"/>
              <a:gd name="T62" fmla="*/ 505 w 1200"/>
              <a:gd name="T63" fmla="*/ 422 h 800"/>
              <a:gd name="T64" fmla="*/ 565 w 1200"/>
              <a:gd name="T65" fmla="*/ 317 h 800"/>
              <a:gd name="T66" fmla="*/ 500 w 1200"/>
              <a:gd name="T67" fmla="*/ 293 h 800"/>
              <a:gd name="T68" fmla="*/ 434 w 1200"/>
              <a:gd name="T69" fmla="*/ 317 h 800"/>
              <a:gd name="T70" fmla="*/ 405 w 1200"/>
              <a:gd name="T71" fmla="*/ 284 h 800"/>
              <a:gd name="T72" fmla="*/ 501 w 1200"/>
              <a:gd name="T73" fmla="*/ 249 h 800"/>
              <a:gd name="T74" fmla="*/ 594 w 1200"/>
              <a:gd name="T75" fmla="*/ 284 h 800"/>
              <a:gd name="T76" fmla="*/ 565 w 1200"/>
              <a:gd name="T77" fmla="*/ 317 h 800"/>
              <a:gd name="T78" fmla="*/ 622 w 1200"/>
              <a:gd name="T79" fmla="*/ 252 h 800"/>
              <a:gd name="T80" fmla="*/ 501 w 1200"/>
              <a:gd name="T81" fmla="*/ 206 h 800"/>
              <a:gd name="T82" fmla="*/ 377 w 1200"/>
              <a:gd name="T83" fmla="*/ 252 h 800"/>
              <a:gd name="T84" fmla="*/ 348 w 1200"/>
              <a:gd name="T85" fmla="*/ 219 h 800"/>
              <a:gd name="T86" fmla="*/ 502 w 1200"/>
              <a:gd name="T87" fmla="*/ 162 h 800"/>
              <a:gd name="T88" fmla="*/ 651 w 1200"/>
              <a:gd name="T89" fmla="*/ 219 h 800"/>
              <a:gd name="T90" fmla="*/ 622 w 1200"/>
              <a:gd name="T91" fmla="*/ 252 h 800"/>
              <a:gd name="T92" fmla="*/ 683 w 1200"/>
              <a:gd name="T93" fmla="*/ 189 h 800"/>
              <a:gd name="T94" fmla="*/ 502 w 1200"/>
              <a:gd name="T95" fmla="*/ 121 h 800"/>
              <a:gd name="T96" fmla="*/ 315 w 1200"/>
              <a:gd name="T97" fmla="*/ 189 h 800"/>
              <a:gd name="T98" fmla="*/ 287 w 1200"/>
              <a:gd name="T99" fmla="*/ 157 h 800"/>
              <a:gd name="T100" fmla="*/ 502 w 1200"/>
              <a:gd name="T101" fmla="*/ 77 h 800"/>
              <a:gd name="T102" fmla="*/ 712 w 1200"/>
              <a:gd name="T103" fmla="*/ 156 h 800"/>
              <a:gd name="T104" fmla="*/ 683 w 1200"/>
              <a:gd name="T105" fmla="*/ 189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200" h="800">
                <a:moveTo>
                  <a:pt x="1147" y="301"/>
                </a:moveTo>
                <a:cubicBezTo>
                  <a:pt x="1147" y="301"/>
                  <a:pt x="1147" y="301"/>
                  <a:pt x="1147" y="301"/>
                </a:cubicBezTo>
                <a:cubicBezTo>
                  <a:pt x="984" y="270"/>
                  <a:pt x="984" y="270"/>
                  <a:pt x="984" y="270"/>
                </a:cubicBezTo>
                <a:cubicBezTo>
                  <a:pt x="748" y="20"/>
                  <a:pt x="748" y="20"/>
                  <a:pt x="748" y="20"/>
                </a:cubicBezTo>
                <a:cubicBezTo>
                  <a:pt x="748" y="20"/>
                  <a:pt x="748" y="20"/>
                  <a:pt x="748" y="20"/>
                </a:cubicBezTo>
                <a:cubicBezTo>
                  <a:pt x="736" y="7"/>
                  <a:pt x="719" y="0"/>
                  <a:pt x="700" y="0"/>
                </a:cubicBezTo>
                <a:cubicBezTo>
                  <a:pt x="267" y="0"/>
                  <a:pt x="267" y="0"/>
                  <a:pt x="267" y="0"/>
                </a:cubicBezTo>
                <a:cubicBezTo>
                  <a:pt x="245" y="0"/>
                  <a:pt x="225" y="10"/>
                  <a:pt x="213" y="27"/>
                </a:cubicBezTo>
                <a:cubicBezTo>
                  <a:pt x="13" y="293"/>
                  <a:pt x="13" y="293"/>
                  <a:pt x="13" y="293"/>
                </a:cubicBezTo>
                <a:cubicBezTo>
                  <a:pt x="13" y="293"/>
                  <a:pt x="13" y="294"/>
                  <a:pt x="13" y="294"/>
                </a:cubicBezTo>
                <a:cubicBezTo>
                  <a:pt x="13" y="294"/>
                  <a:pt x="13" y="294"/>
                  <a:pt x="13" y="294"/>
                </a:cubicBezTo>
                <a:cubicBezTo>
                  <a:pt x="13" y="294"/>
                  <a:pt x="13" y="294"/>
                  <a:pt x="13" y="294"/>
                </a:cubicBezTo>
                <a:cubicBezTo>
                  <a:pt x="5" y="305"/>
                  <a:pt x="0" y="319"/>
                  <a:pt x="0" y="333"/>
                </a:cubicBezTo>
                <a:cubicBezTo>
                  <a:pt x="0" y="333"/>
                  <a:pt x="0" y="333"/>
                  <a:pt x="0" y="333"/>
                </a:cubicBezTo>
                <a:cubicBezTo>
                  <a:pt x="0" y="566"/>
                  <a:pt x="0" y="566"/>
                  <a:pt x="0" y="566"/>
                </a:cubicBezTo>
                <a:cubicBezTo>
                  <a:pt x="0" y="603"/>
                  <a:pt x="30" y="633"/>
                  <a:pt x="67" y="633"/>
                </a:cubicBezTo>
                <a:cubicBezTo>
                  <a:pt x="100" y="633"/>
                  <a:pt x="100" y="633"/>
                  <a:pt x="100" y="633"/>
                </a:cubicBezTo>
                <a:cubicBezTo>
                  <a:pt x="100" y="725"/>
                  <a:pt x="175" y="800"/>
                  <a:pt x="267" y="800"/>
                </a:cubicBezTo>
                <a:cubicBezTo>
                  <a:pt x="359" y="800"/>
                  <a:pt x="433" y="725"/>
                  <a:pt x="433" y="633"/>
                </a:cubicBezTo>
                <a:cubicBezTo>
                  <a:pt x="733" y="633"/>
                  <a:pt x="733" y="633"/>
                  <a:pt x="733" y="633"/>
                </a:cubicBezTo>
                <a:cubicBezTo>
                  <a:pt x="733" y="725"/>
                  <a:pt x="808" y="800"/>
                  <a:pt x="900" y="800"/>
                </a:cubicBezTo>
                <a:cubicBezTo>
                  <a:pt x="992" y="800"/>
                  <a:pt x="1067" y="725"/>
                  <a:pt x="1067" y="633"/>
                </a:cubicBezTo>
                <a:cubicBezTo>
                  <a:pt x="1133" y="633"/>
                  <a:pt x="1133" y="633"/>
                  <a:pt x="1133" y="633"/>
                </a:cubicBezTo>
                <a:cubicBezTo>
                  <a:pt x="1170" y="633"/>
                  <a:pt x="1200" y="603"/>
                  <a:pt x="1200" y="566"/>
                </a:cubicBezTo>
                <a:cubicBezTo>
                  <a:pt x="1200" y="367"/>
                  <a:pt x="1200" y="367"/>
                  <a:pt x="1200" y="367"/>
                </a:cubicBezTo>
                <a:cubicBezTo>
                  <a:pt x="1200" y="367"/>
                  <a:pt x="1200" y="367"/>
                  <a:pt x="1200" y="367"/>
                </a:cubicBezTo>
                <a:cubicBezTo>
                  <a:pt x="1200" y="335"/>
                  <a:pt x="1177" y="308"/>
                  <a:pt x="1147" y="301"/>
                </a:cubicBezTo>
                <a:close/>
                <a:moveTo>
                  <a:pt x="505" y="422"/>
                </a:moveTo>
                <a:cubicBezTo>
                  <a:pt x="483" y="422"/>
                  <a:pt x="466" y="404"/>
                  <a:pt x="466" y="383"/>
                </a:cubicBezTo>
                <a:cubicBezTo>
                  <a:pt x="466" y="361"/>
                  <a:pt x="484" y="344"/>
                  <a:pt x="505" y="344"/>
                </a:cubicBezTo>
                <a:cubicBezTo>
                  <a:pt x="527" y="344"/>
                  <a:pt x="545" y="362"/>
                  <a:pt x="544" y="383"/>
                </a:cubicBezTo>
                <a:cubicBezTo>
                  <a:pt x="544" y="405"/>
                  <a:pt x="526" y="423"/>
                  <a:pt x="505" y="422"/>
                </a:cubicBezTo>
                <a:close/>
                <a:moveTo>
                  <a:pt x="565" y="317"/>
                </a:moveTo>
                <a:cubicBezTo>
                  <a:pt x="548" y="302"/>
                  <a:pt x="525" y="293"/>
                  <a:pt x="500" y="293"/>
                </a:cubicBezTo>
                <a:cubicBezTo>
                  <a:pt x="475" y="293"/>
                  <a:pt x="452" y="302"/>
                  <a:pt x="434" y="317"/>
                </a:cubicBezTo>
                <a:cubicBezTo>
                  <a:pt x="405" y="284"/>
                  <a:pt x="405" y="284"/>
                  <a:pt x="405" y="284"/>
                </a:cubicBezTo>
                <a:cubicBezTo>
                  <a:pt x="431" y="262"/>
                  <a:pt x="464" y="249"/>
                  <a:pt x="501" y="249"/>
                </a:cubicBezTo>
                <a:cubicBezTo>
                  <a:pt x="536" y="249"/>
                  <a:pt x="569" y="263"/>
                  <a:pt x="594" y="284"/>
                </a:cubicBezTo>
                <a:lnTo>
                  <a:pt x="565" y="317"/>
                </a:lnTo>
                <a:close/>
                <a:moveTo>
                  <a:pt x="622" y="252"/>
                </a:moveTo>
                <a:cubicBezTo>
                  <a:pt x="590" y="224"/>
                  <a:pt x="547" y="206"/>
                  <a:pt x="501" y="206"/>
                </a:cubicBezTo>
                <a:cubicBezTo>
                  <a:pt x="454" y="206"/>
                  <a:pt x="410" y="223"/>
                  <a:pt x="377" y="252"/>
                </a:cubicBezTo>
                <a:cubicBezTo>
                  <a:pt x="348" y="219"/>
                  <a:pt x="348" y="219"/>
                  <a:pt x="348" y="219"/>
                </a:cubicBezTo>
                <a:cubicBezTo>
                  <a:pt x="389" y="183"/>
                  <a:pt x="443" y="162"/>
                  <a:pt x="502" y="162"/>
                </a:cubicBezTo>
                <a:cubicBezTo>
                  <a:pt x="559" y="163"/>
                  <a:pt x="611" y="184"/>
                  <a:pt x="651" y="219"/>
                </a:cubicBezTo>
                <a:lnTo>
                  <a:pt x="622" y="252"/>
                </a:lnTo>
                <a:close/>
                <a:moveTo>
                  <a:pt x="683" y="189"/>
                </a:moveTo>
                <a:cubicBezTo>
                  <a:pt x="635" y="147"/>
                  <a:pt x="571" y="121"/>
                  <a:pt x="502" y="121"/>
                </a:cubicBezTo>
                <a:cubicBezTo>
                  <a:pt x="431" y="120"/>
                  <a:pt x="365" y="146"/>
                  <a:pt x="315" y="189"/>
                </a:cubicBezTo>
                <a:cubicBezTo>
                  <a:pt x="287" y="157"/>
                  <a:pt x="287" y="157"/>
                  <a:pt x="287" y="157"/>
                </a:cubicBezTo>
                <a:cubicBezTo>
                  <a:pt x="344" y="106"/>
                  <a:pt x="420" y="76"/>
                  <a:pt x="502" y="77"/>
                </a:cubicBezTo>
                <a:cubicBezTo>
                  <a:pt x="583" y="78"/>
                  <a:pt x="656" y="108"/>
                  <a:pt x="712" y="156"/>
                </a:cubicBezTo>
                <a:lnTo>
                  <a:pt x="683" y="1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67" name="Freeform 45"/>
          <p:cNvSpPr>
            <a:spLocks noEditPoints="1"/>
          </p:cNvSpPr>
          <p:nvPr/>
        </p:nvSpPr>
        <p:spPr bwMode="auto">
          <a:xfrm>
            <a:off x="552021" y="2145993"/>
            <a:ext cx="776684" cy="691723"/>
          </a:xfrm>
          <a:custGeom>
            <a:avLst/>
            <a:gdLst>
              <a:gd name="T0" fmla="*/ 1091 w 1160"/>
              <a:gd name="T1" fmla="*/ 367 h 1034"/>
              <a:gd name="T2" fmla="*/ 793 w 1160"/>
              <a:gd name="T3" fmla="*/ 367 h 1034"/>
              <a:gd name="T4" fmla="*/ 793 w 1160"/>
              <a:gd name="T5" fmla="*/ 214 h 1034"/>
              <a:gd name="T6" fmla="*/ 581 w 1160"/>
              <a:gd name="T7" fmla="*/ 0 h 1034"/>
              <a:gd name="T8" fmla="*/ 368 w 1160"/>
              <a:gd name="T9" fmla="*/ 214 h 1034"/>
              <a:gd name="T10" fmla="*/ 368 w 1160"/>
              <a:gd name="T11" fmla="*/ 367 h 1034"/>
              <a:gd name="T12" fmla="*/ 67 w 1160"/>
              <a:gd name="T13" fmla="*/ 367 h 1034"/>
              <a:gd name="T14" fmla="*/ 0 w 1160"/>
              <a:gd name="T15" fmla="*/ 434 h 1034"/>
              <a:gd name="T16" fmla="*/ 9 w 1160"/>
              <a:gd name="T17" fmla="*/ 468 h 1034"/>
              <a:gd name="T18" fmla="*/ 267 w 1160"/>
              <a:gd name="T19" fmla="*/ 1034 h 1034"/>
              <a:gd name="T20" fmla="*/ 887 w 1160"/>
              <a:gd name="T21" fmla="*/ 1034 h 1034"/>
              <a:gd name="T22" fmla="*/ 1149 w 1160"/>
              <a:gd name="T23" fmla="*/ 468 h 1034"/>
              <a:gd name="T24" fmla="*/ 1160 w 1160"/>
              <a:gd name="T25" fmla="*/ 434 h 1034"/>
              <a:gd name="T26" fmla="*/ 1091 w 1160"/>
              <a:gd name="T27" fmla="*/ 367 h 1034"/>
              <a:gd name="T28" fmla="*/ 468 w 1160"/>
              <a:gd name="T29" fmla="*/ 214 h 1034"/>
              <a:gd name="T30" fmla="*/ 501 w 1160"/>
              <a:gd name="T31" fmla="*/ 134 h 1034"/>
              <a:gd name="T32" fmla="*/ 581 w 1160"/>
              <a:gd name="T33" fmla="*/ 100 h 1034"/>
              <a:gd name="T34" fmla="*/ 661 w 1160"/>
              <a:gd name="T35" fmla="*/ 134 h 1034"/>
              <a:gd name="T36" fmla="*/ 693 w 1160"/>
              <a:gd name="T37" fmla="*/ 214 h 1034"/>
              <a:gd name="T38" fmla="*/ 693 w 1160"/>
              <a:gd name="T39" fmla="*/ 367 h 1034"/>
              <a:gd name="T40" fmla="*/ 468 w 1160"/>
              <a:gd name="T41" fmla="*/ 367 h 1034"/>
              <a:gd name="T42" fmla="*/ 468 w 1160"/>
              <a:gd name="T43" fmla="*/ 214 h 1034"/>
              <a:gd name="T44" fmla="*/ 133 w 1160"/>
              <a:gd name="T45" fmla="*/ 500 h 1034"/>
              <a:gd name="T46" fmla="*/ 367 w 1160"/>
              <a:gd name="T47" fmla="*/ 500 h 1034"/>
              <a:gd name="T48" fmla="*/ 392 w 1160"/>
              <a:gd name="T49" fmla="*/ 667 h 1034"/>
              <a:gd name="T50" fmla="*/ 212 w 1160"/>
              <a:gd name="T51" fmla="*/ 667 h 1034"/>
              <a:gd name="T52" fmla="*/ 133 w 1160"/>
              <a:gd name="T53" fmla="*/ 500 h 1034"/>
              <a:gd name="T54" fmla="*/ 333 w 1160"/>
              <a:gd name="T55" fmla="*/ 934 h 1034"/>
              <a:gd name="T56" fmla="*/ 253 w 1160"/>
              <a:gd name="T57" fmla="*/ 767 h 1034"/>
              <a:gd name="T58" fmla="*/ 408 w 1160"/>
              <a:gd name="T59" fmla="*/ 767 h 1034"/>
              <a:gd name="T60" fmla="*/ 433 w 1160"/>
              <a:gd name="T61" fmla="*/ 934 h 1034"/>
              <a:gd name="T62" fmla="*/ 333 w 1160"/>
              <a:gd name="T63" fmla="*/ 934 h 1034"/>
              <a:gd name="T64" fmla="*/ 633 w 1160"/>
              <a:gd name="T65" fmla="*/ 934 h 1034"/>
              <a:gd name="T66" fmla="*/ 527 w 1160"/>
              <a:gd name="T67" fmla="*/ 934 h 1034"/>
              <a:gd name="T68" fmla="*/ 500 w 1160"/>
              <a:gd name="T69" fmla="*/ 767 h 1034"/>
              <a:gd name="T70" fmla="*/ 660 w 1160"/>
              <a:gd name="T71" fmla="*/ 767 h 1034"/>
              <a:gd name="T72" fmla="*/ 633 w 1160"/>
              <a:gd name="T73" fmla="*/ 934 h 1034"/>
              <a:gd name="T74" fmla="*/ 673 w 1160"/>
              <a:gd name="T75" fmla="*/ 667 h 1034"/>
              <a:gd name="T76" fmla="*/ 493 w 1160"/>
              <a:gd name="T77" fmla="*/ 667 h 1034"/>
              <a:gd name="T78" fmla="*/ 467 w 1160"/>
              <a:gd name="T79" fmla="*/ 500 h 1034"/>
              <a:gd name="T80" fmla="*/ 693 w 1160"/>
              <a:gd name="T81" fmla="*/ 500 h 1034"/>
              <a:gd name="T82" fmla="*/ 673 w 1160"/>
              <a:gd name="T83" fmla="*/ 667 h 1034"/>
              <a:gd name="T84" fmla="*/ 827 w 1160"/>
              <a:gd name="T85" fmla="*/ 934 h 1034"/>
              <a:gd name="T86" fmla="*/ 726 w 1160"/>
              <a:gd name="T87" fmla="*/ 934 h 1034"/>
              <a:gd name="T88" fmla="*/ 753 w 1160"/>
              <a:gd name="T89" fmla="*/ 767 h 1034"/>
              <a:gd name="T90" fmla="*/ 907 w 1160"/>
              <a:gd name="T91" fmla="*/ 767 h 1034"/>
              <a:gd name="T92" fmla="*/ 827 w 1160"/>
              <a:gd name="T93" fmla="*/ 934 h 1034"/>
              <a:gd name="T94" fmla="*/ 948 w 1160"/>
              <a:gd name="T95" fmla="*/ 667 h 1034"/>
              <a:gd name="T96" fmla="*/ 766 w 1160"/>
              <a:gd name="T97" fmla="*/ 667 h 1034"/>
              <a:gd name="T98" fmla="*/ 787 w 1160"/>
              <a:gd name="T99" fmla="*/ 500 h 1034"/>
              <a:gd name="T100" fmla="*/ 1020 w 1160"/>
              <a:gd name="T101" fmla="*/ 500 h 1034"/>
              <a:gd name="T102" fmla="*/ 948 w 1160"/>
              <a:gd name="T103" fmla="*/ 667 h 1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160" h="1034">
                <a:moveTo>
                  <a:pt x="1091" y="367"/>
                </a:moveTo>
                <a:cubicBezTo>
                  <a:pt x="793" y="367"/>
                  <a:pt x="793" y="367"/>
                  <a:pt x="793" y="367"/>
                </a:cubicBezTo>
                <a:cubicBezTo>
                  <a:pt x="793" y="214"/>
                  <a:pt x="793" y="214"/>
                  <a:pt x="793" y="214"/>
                </a:cubicBezTo>
                <a:cubicBezTo>
                  <a:pt x="793" y="96"/>
                  <a:pt x="698" y="0"/>
                  <a:pt x="581" y="0"/>
                </a:cubicBezTo>
                <a:cubicBezTo>
                  <a:pt x="463" y="0"/>
                  <a:pt x="368" y="96"/>
                  <a:pt x="368" y="214"/>
                </a:cubicBezTo>
                <a:cubicBezTo>
                  <a:pt x="368" y="367"/>
                  <a:pt x="368" y="367"/>
                  <a:pt x="368" y="367"/>
                </a:cubicBezTo>
                <a:cubicBezTo>
                  <a:pt x="67" y="367"/>
                  <a:pt x="67" y="367"/>
                  <a:pt x="67" y="367"/>
                </a:cubicBezTo>
                <a:cubicBezTo>
                  <a:pt x="30" y="367"/>
                  <a:pt x="0" y="397"/>
                  <a:pt x="0" y="434"/>
                </a:cubicBezTo>
                <a:cubicBezTo>
                  <a:pt x="0" y="446"/>
                  <a:pt x="3" y="458"/>
                  <a:pt x="9" y="468"/>
                </a:cubicBezTo>
                <a:cubicBezTo>
                  <a:pt x="267" y="1034"/>
                  <a:pt x="267" y="1034"/>
                  <a:pt x="267" y="1034"/>
                </a:cubicBezTo>
                <a:cubicBezTo>
                  <a:pt x="887" y="1034"/>
                  <a:pt x="887" y="1034"/>
                  <a:pt x="887" y="1034"/>
                </a:cubicBezTo>
                <a:cubicBezTo>
                  <a:pt x="1149" y="468"/>
                  <a:pt x="1149" y="468"/>
                  <a:pt x="1149" y="468"/>
                </a:cubicBezTo>
                <a:cubicBezTo>
                  <a:pt x="1155" y="458"/>
                  <a:pt x="1160" y="446"/>
                  <a:pt x="1160" y="434"/>
                </a:cubicBezTo>
                <a:cubicBezTo>
                  <a:pt x="1160" y="397"/>
                  <a:pt x="1128" y="367"/>
                  <a:pt x="1091" y="367"/>
                </a:cubicBezTo>
                <a:close/>
                <a:moveTo>
                  <a:pt x="468" y="214"/>
                </a:moveTo>
                <a:cubicBezTo>
                  <a:pt x="468" y="184"/>
                  <a:pt x="479" y="155"/>
                  <a:pt x="501" y="134"/>
                </a:cubicBezTo>
                <a:cubicBezTo>
                  <a:pt x="522" y="112"/>
                  <a:pt x="551" y="100"/>
                  <a:pt x="581" y="100"/>
                </a:cubicBezTo>
                <a:cubicBezTo>
                  <a:pt x="611" y="100"/>
                  <a:pt x="639" y="112"/>
                  <a:pt x="661" y="134"/>
                </a:cubicBezTo>
                <a:cubicBezTo>
                  <a:pt x="682" y="155"/>
                  <a:pt x="693" y="184"/>
                  <a:pt x="693" y="214"/>
                </a:cubicBezTo>
                <a:cubicBezTo>
                  <a:pt x="693" y="367"/>
                  <a:pt x="693" y="367"/>
                  <a:pt x="693" y="367"/>
                </a:cubicBezTo>
                <a:cubicBezTo>
                  <a:pt x="468" y="367"/>
                  <a:pt x="468" y="367"/>
                  <a:pt x="468" y="367"/>
                </a:cubicBezTo>
                <a:lnTo>
                  <a:pt x="468" y="214"/>
                </a:lnTo>
                <a:close/>
                <a:moveTo>
                  <a:pt x="133" y="500"/>
                </a:moveTo>
                <a:cubicBezTo>
                  <a:pt x="367" y="500"/>
                  <a:pt x="367" y="500"/>
                  <a:pt x="367" y="500"/>
                </a:cubicBezTo>
                <a:cubicBezTo>
                  <a:pt x="392" y="667"/>
                  <a:pt x="392" y="667"/>
                  <a:pt x="392" y="667"/>
                </a:cubicBezTo>
                <a:cubicBezTo>
                  <a:pt x="212" y="667"/>
                  <a:pt x="212" y="667"/>
                  <a:pt x="212" y="667"/>
                </a:cubicBezTo>
                <a:lnTo>
                  <a:pt x="133" y="500"/>
                </a:lnTo>
                <a:close/>
                <a:moveTo>
                  <a:pt x="333" y="934"/>
                </a:moveTo>
                <a:cubicBezTo>
                  <a:pt x="253" y="767"/>
                  <a:pt x="253" y="767"/>
                  <a:pt x="253" y="767"/>
                </a:cubicBezTo>
                <a:cubicBezTo>
                  <a:pt x="408" y="767"/>
                  <a:pt x="408" y="767"/>
                  <a:pt x="408" y="767"/>
                </a:cubicBezTo>
                <a:cubicBezTo>
                  <a:pt x="433" y="934"/>
                  <a:pt x="433" y="934"/>
                  <a:pt x="433" y="934"/>
                </a:cubicBezTo>
                <a:lnTo>
                  <a:pt x="333" y="934"/>
                </a:lnTo>
                <a:close/>
                <a:moveTo>
                  <a:pt x="633" y="934"/>
                </a:moveTo>
                <a:cubicBezTo>
                  <a:pt x="527" y="934"/>
                  <a:pt x="527" y="934"/>
                  <a:pt x="527" y="934"/>
                </a:cubicBezTo>
                <a:cubicBezTo>
                  <a:pt x="500" y="767"/>
                  <a:pt x="500" y="767"/>
                  <a:pt x="500" y="767"/>
                </a:cubicBezTo>
                <a:cubicBezTo>
                  <a:pt x="660" y="767"/>
                  <a:pt x="660" y="767"/>
                  <a:pt x="660" y="767"/>
                </a:cubicBezTo>
                <a:lnTo>
                  <a:pt x="633" y="934"/>
                </a:lnTo>
                <a:close/>
                <a:moveTo>
                  <a:pt x="673" y="667"/>
                </a:moveTo>
                <a:cubicBezTo>
                  <a:pt x="493" y="667"/>
                  <a:pt x="493" y="667"/>
                  <a:pt x="493" y="667"/>
                </a:cubicBezTo>
                <a:cubicBezTo>
                  <a:pt x="467" y="500"/>
                  <a:pt x="467" y="500"/>
                  <a:pt x="467" y="500"/>
                </a:cubicBezTo>
                <a:cubicBezTo>
                  <a:pt x="693" y="500"/>
                  <a:pt x="693" y="500"/>
                  <a:pt x="693" y="500"/>
                </a:cubicBezTo>
                <a:lnTo>
                  <a:pt x="673" y="667"/>
                </a:lnTo>
                <a:close/>
                <a:moveTo>
                  <a:pt x="827" y="934"/>
                </a:moveTo>
                <a:cubicBezTo>
                  <a:pt x="726" y="934"/>
                  <a:pt x="726" y="934"/>
                  <a:pt x="726" y="934"/>
                </a:cubicBezTo>
                <a:cubicBezTo>
                  <a:pt x="753" y="767"/>
                  <a:pt x="753" y="767"/>
                  <a:pt x="753" y="767"/>
                </a:cubicBezTo>
                <a:cubicBezTo>
                  <a:pt x="907" y="767"/>
                  <a:pt x="907" y="767"/>
                  <a:pt x="907" y="767"/>
                </a:cubicBezTo>
                <a:lnTo>
                  <a:pt x="827" y="934"/>
                </a:lnTo>
                <a:close/>
                <a:moveTo>
                  <a:pt x="948" y="667"/>
                </a:moveTo>
                <a:cubicBezTo>
                  <a:pt x="766" y="667"/>
                  <a:pt x="766" y="667"/>
                  <a:pt x="766" y="667"/>
                </a:cubicBezTo>
                <a:cubicBezTo>
                  <a:pt x="787" y="500"/>
                  <a:pt x="787" y="500"/>
                  <a:pt x="787" y="500"/>
                </a:cubicBezTo>
                <a:cubicBezTo>
                  <a:pt x="1020" y="500"/>
                  <a:pt x="1020" y="500"/>
                  <a:pt x="1020" y="500"/>
                </a:cubicBezTo>
                <a:lnTo>
                  <a:pt x="948" y="66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69" name="Freeform 55"/>
          <p:cNvSpPr>
            <a:spLocks noEditPoints="1"/>
          </p:cNvSpPr>
          <p:nvPr/>
        </p:nvSpPr>
        <p:spPr bwMode="auto">
          <a:xfrm>
            <a:off x="2084978" y="2150436"/>
            <a:ext cx="687280" cy="687280"/>
          </a:xfrm>
          <a:custGeom>
            <a:avLst/>
            <a:gdLst>
              <a:gd name="T0" fmla="*/ 480 w 1034"/>
              <a:gd name="T1" fmla="*/ 636 h 1033"/>
              <a:gd name="T2" fmla="*/ 450 w 1034"/>
              <a:gd name="T3" fmla="*/ 496 h 1033"/>
              <a:gd name="T4" fmla="*/ 296 w 1034"/>
              <a:gd name="T5" fmla="*/ 477 h 1033"/>
              <a:gd name="T6" fmla="*/ 210 w 1034"/>
              <a:gd name="T7" fmla="*/ 611 h 1033"/>
              <a:gd name="T8" fmla="*/ 355 w 1034"/>
              <a:gd name="T9" fmla="*/ 536 h 1033"/>
              <a:gd name="T10" fmla="*/ 406 w 1034"/>
              <a:gd name="T11" fmla="*/ 620 h 1033"/>
              <a:gd name="T12" fmla="*/ 326 w 1034"/>
              <a:gd name="T13" fmla="*/ 644 h 1033"/>
              <a:gd name="T14" fmla="*/ 389 w 1034"/>
              <a:gd name="T15" fmla="*/ 711 h 1033"/>
              <a:gd name="T16" fmla="*/ 402 w 1034"/>
              <a:gd name="T17" fmla="*/ 813 h 1033"/>
              <a:gd name="T18" fmla="*/ 300 w 1034"/>
              <a:gd name="T19" fmla="*/ 807 h 1033"/>
              <a:gd name="T20" fmla="*/ 200 w 1034"/>
              <a:gd name="T21" fmla="*/ 749 h 1033"/>
              <a:gd name="T22" fmla="*/ 291 w 1034"/>
              <a:gd name="T23" fmla="*/ 890 h 1033"/>
              <a:gd name="T24" fmla="*/ 463 w 1034"/>
              <a:gd name="T25" fmla="*/ 865 h 1033"/>
              <a:gd name="T26" fmla="*/ 491 w 1034"/>
              <a:gd name="T27" fmla="*/ 702 h 1033"/>
              <a:gd name="T28" fmla="*/ 800 w 1034"/>
              <a:gd name="T29" fmla="*/ 100 h 1033"/>
              <a:gd name="T30" fmla="*/ 800 w 1034"/>
              <a:gd name="T31" fmla="*/ 50 h 1033"/>
              <a:gd name="T32" fmla="*/ 700 w 1034"/>
              <a:gd name="T33" fmla="*/ 100 h 1033"/>
              <a:gd name="T34" fmla="*/ 700 w 1034"/>
              <a:gd name="T35" fmla="*/ 150 h 1033"/>
              <a:gd name="T36" fmla="*/ 800 w 1034"/>
              <a:gd name="T37" fmla="*/ 217 h 1033"/>
              <a:gd name="T38" fmla="*/ 800 w 1034"/>
              <a:gd name="T39" fmla="*/ 150 h 1033"/>
              <a:gd name="T40" fmla="*/ 667 w 1034"/>
              <a:gd name="T41" fmla="*/ 217 h 1033"/>
              <a:gd name="T42" fmla="*/ 334 w 1034"/>
              <a:gd name="T43" fmla="*/ 100 h 1033"/>
              <a:gd name="T44" fmla="*/ 334 w 1034"/>
              <a:gd name="T45" fmla="*/ 50 h 1033"/>
              <a:gd name="T46" fmla="*/ 234 w 1034"/>
              <a:gd name="T47" fmla="*/ 100 h 1033"/>
              <a:gd name="T48" fmla="*/ 234 w 1034"/>
              <a:gd name="T49" fmla="*/ 150 h 1033"/>
              <a:gd name="T50" fmla="*/ 334 w 1034"/>
              <a:gd name="T51" fmla="*/ 217 h 1033"/>
              <a:gd name="T52" fmla="*/ 334 w 1034"/>
              <a:gd name="T53" fmla="*/ 150 h 1033"/>
              <a:gd name="T54" fmla="*/ 200 w 1034"/>
              <a:gd name="T55" fmla="*/ 217 h 1033"/>
              <a:gd name="T56" fmla="*/ 0 w 1034"/>
              <a:gd name="T57" fmla="*/ 100 h 1033"/>
              <a:gd name="T58" fmla="*/ 100 w 1034"/>
              <a:gd name="T59" fmla="*/ 1033 h 1033"/>
              <a:gd name="T60" fmla="*/ 934 w 1034"/>
              <a:gd name="T61" fmla="*/ 100 h 1033"/>
              <a:gd name="T62" fmla="*/ 116 w 1034"/>
              <a:gd name="T63" fmla="*/ 967 h 1033"/>
              <a:gd name="T64" fmla="*/ 67 w 1034"/>
              <a:gd name="T65" fmla="*/ 911 h 1033"/>
              <a:gd name="T66" fmla="*/ 867 w 1034"/>
              <a:gd name="T67" fmla="*/ 400 h 1033"/>
              <a:gd name="T68" fmla="*/ 967 w 1034"/>
              <a:gd name="T69" fmla="*/ 447 h 1033"/>
              <a:gd name="T70" fmla="*/ 741 w 1034"/>
              <a:gd name="T71" fmla="*/ 477 h 1033"/>
              <a:gd name="T72" fmla="*/ 578 w 1034"/>
              <a:gd name="T73" fmla="*/ 513 h 1033"/>
              <a:gd name="T74" fmla="*/ 546 w 1034"/>
              <a:gd name="T75" fmla="*/ 786 h 1033"/>
              <a:gd name="T76" fmla="*/ 683 w 1034"/>
              <a:gd name="T77" fmla="*/ 900 h 1033"/>
              <a:gd name="T78" fmla="*/ 822 w 1034"/>
              <a:gd name="T79" fmla="*/ 786 h 1033"/>
              <a:gd name="T80" fmla="*/ 789 w 1034"/>
              <a:gd name="T81" fmla="*/ 513 h 1033"/>
              <a:gd name="T82" fmla="*/ 722 w 1034"/>
              <a:gd name="T83" fmla="*/ 814 h 1033"/>
              <a:gd name="T84" fmla="*/ 625 w 1034"/>
              <a:gd name="T85" fmla="*/ 774 h 1033"/>
              <a:gd name="T86" fmla="*/ 617 w 1034"/>
              <a:gd name="T87" fmla="*/ 656 h 1033"/>
              <a:gd name="T88" fmla="*/ 636 w 1034"/>
              <a:gd name="T89" fmla="*/ 564 h 1033"/>
              <a:gd name="T90" fmla="*/ 712 w 1034"/>
              <a:gd name="T91" fmla="*/ 544 h 1033"/>
              <a:gd name="T92" fmla="*/ 748 w 1034"/>
              <a:gd name="T93" fmla="*/ 625 h 1033"/>
              <a:gd name="T94" fmla="*/ 750 w 1034"/>
              <a:gd name="T95" fmla="*/ 725 h 10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034" h="1033">
                <a:moveTo>
                  <a:pt x="436" y="669"/>
                </a:moveTo>
                <a:cubicBezTo>
                  <a:pt x="436" y="668"/>
                  <a:pt x="436" y="668"/>
                  <a:pt x="436" y="668"/>
                </a:cubicBezTo>
                <a:cubicBezTo>
                  <a:pt x="456" y="662"/>
                  <a:pt x="470" y="651"/>
                  <a:pt x="480" y="636"/>
                </a:cubicBezTo>
                <a:cubicBezTo>
                  <a:pt x="490" y="620"/>
                  <a:pt x="495" y="603"/>
                  <a:pt x="495" y="582"/>
                </a:cubicBezTo>
                <a:cubicBezTo>
                  <a:pt x="495" y="564"/>
                  <a:pt x="491" y="547"/>
                  <a:pt x="482" y="533"/>
                </a:cubicBezTo>
                <a:cubicBezTo>
                  <a:pt x="474" y="519"/>
                  <a:pt x="463" y="506"/>
                  <a:pt x="450" y="496"/>
                </a:cubicBezTo>
                <a:cubicBezTo>
                  <a:pt x="436" y="487"/>
                  <a:pt x="422" y="479"/>
                  <a:pt x="405" y="474"/>
                </a:cubicBezTo>
                <a:cubicBezTo>
                  <a:pt x="388" y="469"/>
                  <a:pt x="371" y="467"/>
                  <a:pt x="355" y="467"/>
                </a:cubicBezTo>
                <a:cubicBezTo>
                  <a:pt x="333" y="467"/>
                  <a:pt x="314" y="470"/>
                  <a:pt x="296" y="477"/>
                </a:cubicBezTo>
                <a:cubicBezTo>
                  <a:pt x="279" y="484"/>
                  <a:pt x="264" y="494"/>
                  <a:pt x="251" y="507"/>
                </a:cubicBezTo>
                <a:cubicBezTo>
                  <a:pt x="239" y="519"/>
                  <a:pt x="229" y="535"/>
                  <a:pt x="222" y="552"/>
                </a:cubicBezTo>
                <a:cubicBezTo>
                  <a:pt x="215" y="570"/>
                  <a:pt x="211" y="589"/>
                  <a:pt x="210" y="611"/>
                </a:cubicBezTo>
                <a:cubicBezTo>
                  <a:pt x="291" y="611"/>
                  <a:pt x="291" y="611"/>
                  <a:pt x="291" y="611"/>
                </a:cubicBezTo>
                <a:cubicBezTo>
                  <a:pt x="291" y="589"/>
                  <a:pt x="296" y="572"/>
                  <a:pt x="307" y="558"/>
                </a:cubicBezTo>
                <a:cubicBezTo>
                  <a:pt x="318" y="543"/>
                  <a:pt x="334" y="536"/>
                  <a:pt x="355" y="536"/>
                </a:cubicBezTo>
                <a:cubicBezTo>
                  <a:pt x="371" y="536"/>
                  <a:pt x="385" y="541"/>
                  <a:pt x="396" y="551"/>
                </a:cubicBezTo>
                <a:cubicBezTo>
                  <a:pt x="408" y="560"/>
                  <a:pt x="414" y="574"/>
                  <a:pt x="414" y="592"/>
                </a:cubicBezTo>
                <a:cubicBezTo>
                  <a:pt x="414" y="604"/>
                  <a:pt x="411" y="613"/>
                  <a:pt x="406" y="620"/>
                </a:cubicBezTo>
                <a:cubicBezTo>
                  <a:pt x="400" y="628"/>
                  <a:pt x="393" y="633"/>
                  <a:pt x="384" y="637"/>
                </a:cubicBezTo>
                <a:cubicBezTo>
                  <a:pt x="375" y="641"/>
                  <a:pt x="365" y="643"/>
                  <a:pt x="355" y="644"/>
                </a:cubicBezTo>
                <a:cubicBezTo>
                  <a:pt x="344" y="644"/>
                  <a:pt x="335" y="644"/>
                  <a:pt x="326" y="644"/>
                </a:cubicBezTo>
                <a:cubicBezTo>
                  <a:pt x="326" y="703"/>
                  <a:pt x="326" y="703"/>
                  <a:pt x="326" y="703"/>
                </a:cubicBezTo>
                <a:cubicBezTo>
                  <a:pt x="336" y="703"/>
                  <a:pt x="347" y="704"/>
                  <a:pt x="358" y="704"/>
                </a:cubicBezTo>
                <a:cubicBezTo>
                  <a:pt x="369" y="705"/>
                  <a:pt x="380" y="707"/>
                  <a:pt x="389" y="711"/>
                </a:cubicBezTo>
                <a:cubicBezTo>
                  <a:pt x="399" y="715"/>
                  <a:pt x="407" y="721"/>
                  <a:pt x="413" y="729"/>
                </a:cubicBezTo>
                <a:cubicBezTo>
                  <a:pt x="419" y="737"/>
                  <a:pt x="422" y="749"/>
                  <a:pt x="422" y="765"/>
                </a:cubicBezTo>
                <a:cubicBezTo>
                  <a:pt x="422" y="786"/>
                  <a:pt x="416" y="802"/>
                  <a:pt x="402" y="813"/>
                </a:cubicBezTo>
                <a:cubicBezTo>
                  <a:pt x="389" y="825"/>
                  <a:pt x="373" y="831"/>
                  <a:pt x="354" y="831"/>
                </a:cubicBezTo>
                <a:cubicBezTo>
                  <a:pt x="342" y="831"/>
                  <a:pt x="331" y="829"/>
                  <a:pt x="322" y="824"/>
                </a:cubicBezTo>
                <a:cubicBezTo>
                  <a:pt x="313" y="820"/>
                  <a:pt x="306" y="814"/>
                  <a:pt x="300" y="807"/>
                </a:cubicBezTo>
                <a:cubicBezTo>
                  <a:pt x="294" y="799"/>
                  <a:pt x="289" y="791"/>
                  <a:pt x="286" y="780"/>
                </a:cubicBezTo>
                <a:cubicBezTo>
                  <a:pt x="283" y="770"/>
                  <a:pt x="281" y="760"/>
                  <a:pt x="281" y="749"/>
                </a:cubicBezTo>
                <a:cubicBezTo>
                  <a:pt x="200" y="749"/>
                  <a:pt x="200" y="749"/>
                  <a:pt x="200" y="749"/>
                </a:cubicBezTo>
                <a:cubicBezTo>
                  <a:pt x="200" y="773"/>
                  <a:pt x="203" y="794"/>
                  <a:pt x="211" y="813"/>
                </a:cubicBezTo>
                <a:cubicBezTo>
                  <a:pt x="218" y="832"/>
                  <a:pt x="229" y="847"/>
                  <a:pt x="242" y="860"/>
                </a:cubicBezTo>
                <a:cubicBezTo>
                  <a:pt x="256" y="873"/>
                  <a:pt x="272" y="883"/>
                  <a:pt x="291" y="890"/>
                </a:cubicBezTo>
                <a:cubicBezTo>
                  <a:pt x="311" y="897"/>
                  <a:pt x="332" y="900"/>
                  <a:pt x="355" y="900"/>
                </a:cubicBezTo>
                <a:cubicBezTo>
                  <a:pt x="376" y="900"/>
                  <a:pt x="395" y="897"/>
                  <a:pt x="414" y="891"/>
                </a:cubicBezTo>
                <a:cubicBezTo>
                  <a:pt x="432" y="885"/>
                  <a:pt x="449" y="876"/>
                  <a:pt x="463" y="865"/>
                </a:cubicBezTo>
                <a:cubicBezTo>
                  <a:pt x="478" y="853"/>
                  <a:pt x="489" y="839"/>
                  <a:pt x="497" y="822"/>
                </a:cubicBezTo>
                <a:cubicBezTo>
                  <a:pt x="506" y="805"/>
                  <a:pt x="510" y="785"/>
                  <a:pt x="510" y="764"/>
                </a:cubicBezTo>
                <a:cubicBezTo>
                  <a:pt x="510" y="740"/>
                  <a:pt x="504" y="719"/>
                  <a:pt x="491" y="702"/>
                </a:cubicBezTo>
                <a:cubicBezTo>
                  <a:pt x="478" y="685"/>
                  <a:pt x="459" y="674"/>
                  <a:pt x="436" y="669"/>
                </a:cubicBezTo>
                <a:close/>
                <a:moveTo>
                  <a:pt x="934" y="100"/>
                </a:moveTo>
                <a:cubicBezTo>
                  <a:pt x="800" y="100"/>
                  <a:pt x="800" y="100"/>
                  <a:pt x="800" y="100"/>
                </a:cubicBezTo>
                <a:cubicBezTo>
                  <a:pt x="800" y="67"/>
                  <a:pt x="800" y="67"/>
                  <a:pt x="800" y="67"/>
                </a:cubicBezTo>
                <a:cubicBezTo>
                  <a:pt x="800" y="67"/>
                  <a:pt x="800" y="67"/>
                  <a:pt x="800" y="67"/>
                </a:cubicBezTo>
                <a:cubicBezTo>
                  <a:pt x="800" y="50"/>
                  <a:pt x="800" y="50"/>
                  <a:pt x="800" y="50"/>
                </a:cubicBezTo>
                <a:cubicBezTo>
                  <a:pt x="800" y="22"/>
                  <a:pt x="778" y="0"/>
                  <a:pt x="750" y="0"/>
                </a:cubicBezTo>
                <a:cubicBezTo>
                  <a:pt x="723" y="0"/>
                  <a:pt x="700" y="22"/>
                  <a:pt x="700" y="50"/>
                </a:cubicBezTo>
                <a:cubicBezTo>
                  <a:pt x="700" y="100"/>
                  <a:pt x="700" y="100"/>
                  <a:pt x="700" y="100"/>
                </a:cubicBezTo>
                <a:cubicBezTo>
                  <a:pt x="700" y="100"/>
                  <a:pt x="700" y="100"/>
                  <a:pt x="700" y="100"/>
                </a:cubicBezTo>
                <a:cubicBezTo>
                  <a:pt x="700" y="150"/>
                  <a:pt x="700" y="150"/>
                  <a:pt x="700" y="150"/>
                </a:cubicBezTo>
                <a:cubicBezTo>
                  <a:pt x="700" y="150"/>
                  <a:pt x="700" y="150"/>
                  <a:pt x="700" y="150"/>
                </a:cubicBezTo>
                <a:cubicBezTo>
                  <a:pt x="700" y="217"/>
                  <a:pt x="700" y="217"/>
                  <a:pt x="700" y="217"/>
                </a:cubicBezTo>
                <a:cubicBezTo>
                  <a:pt x="700" y="244"/>
                  <a:pt x="723" y="267"/>
                  <a:pt x="750" y="267"/>
                </a:cubicBezTo>
                <a:cubicBezTo>
                  <a:pt x="778" y="267"/>
                  <a:pt x="800" y="244"/>
                  <a:pt x="800" y="217"/>
                </a:cubicBezTo>
                <a:cubicBezTo>
                  <a:pt x="800" y="200"/>
                  <a:pt x="800" y="200"/>
                  <a:pt x="800" y="200"/>
                </a:cubicBezTo>
                <a:cubicBezTo>
                  <a:pt x="800" y="200"/>
                  <a:pt x="800" y="200"/>
                  <a:pt x="800" y="200"/>
                </a:cubicBezTo>
                <a:cubicBezTo>
                  <a:pt x="800" y="150"/>
                  <a:pt x="800" y="150"/>
                  <a:pt x="800" y="150"/>
                </a:cubicBezTo>
                <a:cubicBezTo>
                  <a:pt x="821" y="165"/>
                  <a:pt x="834" y="189"/>
                  <a:pt x="834" y="217"/>
                </a:cubicBezTo>
                <a:cubicBezTo>
                  <a:pt x="834" y="263"/>
                  <a:pt x="796" y="300"/>
                  <a:pt x="750" y="300"/>
                </a:cubicBezTo>
                <a:cubicBezTo>
                  <a:pt x="704" y="300"/>
                  <a:pt x="667" y="263"/>
                  <a:pt x="667" y="217"/>
                </a:cubicBezTo>
                <a:cubicBezTo>
                  <a:pt x="667" y="189"/>
                  <a:pt x="680" y="165"/>
                  <a:pt x="700" y="150"/>
                </a:cubicBezTo>
                <a:cubicBezTo>
                  <a:pt x="700" y="100"/>
                  <a:pt x="700" y="100"/>
                  <a:pt x="700" y="100"/>
                </a:cubicBezTo>
                <a:cubicBezTo>
                  <a:pt x="334" y="100"/>
                  <a:pt x="334" y="100"/>
                  <a:pt x="334" y="100"/>
                </a:cubicBezTo>
                <a:cubicBezTo>
                  <a:pt x="334" y="67"/>
                  <a:pt x="334" y="67"/>
                  <a:pt x="334" y="67"/>
                </a:cubicBezTo>
                <a:cubicBezTo>
                  <a:pt x="334" y="67"/>
                  <a:pt x="334" y="67"/>
                  <a:pt x="334" y="67"/>
                </a:cubicBezTo>
                <a:cubicBezTo>
                  <a:pt x="334" y="50"/>
                  <a:pt x="334" y="50"/>
                  <a:pt x="334" y="50"/>
                </a:cubicBezTo>
                <a:cubicBezTo>
                  <a:pt x="334" y="22"/>
                  <a:pt x="311" y="0"/>
                  <a:pt x="284" y="0"/>
                </a:cubicBezTo>
                <a:cubicBezTo>
                  <a:pt x="256" y="0"/>
                  <a:pt x="234" y="22"/>
                  <a:pt x="234" y="50"/>
                </a:cubicBezTo>
                <a:cubicBezTo>
                  <a:pt x="234" y="100"/>
                  <a:pt x="234" y="100"/>
                  <a:pt x="234" y="100"/>
                </a:cubicBezTo>
                <a:cubicBezTo>
                  <a:pt x="234" y="100"/>
                  <a:pt x="234" y="100"/>
                  <a:pt x="234" y="100"/>
                </a:cubicBezTo>
                <a:cubicBezTo>
                  <a:pt x="234" y="150"/>
                  <a:pt x="234" y="150"/>
                  <a:pt x="234" y="150"/>
                </a:cubicBezTo>
                <a:cubicBezTo>
                  <a:pt x="234" y="150"/>
                  <a:pt x="234" y="150"/>
                  <a:pt x="234" y="150"/>
                </a:cubicBezTo>
                <a:cubicBezTo>
                  <a:pt x="234" y="217"/>
                  <a:pt x="234" y="217"/>
                  <a:pt x="234" y="217"/>
                </a:cubicBezTo>
                <a:cubicBezTo>
                  <a:pt x="234" y="244"/>
                  <a:pt x="256" y="267"/>
                  <a:pt x="284" y="267"/>
                </a:cubicBezTo>
                <a:cubicBezTo>
                  <a:pt x="311" y="267"/>
                  <a:pt x="334" y="244"/>
                  <a:pt x="334" y="217"/>
                </a:cubicBezTo>
                <a:cubicBezTo>
                  <a:pt x="334" y="200"/>
                  <a:pt x="334" y="200"/>
                  <a:pt x="334" y="200"/>
                </a:cubicBezTo>
                <a:cubicBezTo>
                  <a:pt x="334" y="200"/>
                  <a:pt x="334" y="200"/>
                  <a:pt x="334" y="200"/>
                </a:cubicBezTo>
                <a:cubicBezTo>
                  <a:pt x="334" y="150"/>
                  <a:pt x="334" y="150"/>
                  <a:pt x="334" y="150"/>
                </a:cubicBezTo>
                <a:cubicBezTo>
                  <a:pt x="354" y="165"/>
                  <a:pt x="367" y="189"/>
                  <a:pt x="367" y="217"/>
                </a:cubicBezTo>
                <a:cubicBezTo>
                  <a:pt x="367" y="263"/>
                  <a:pt x="330" y="300"/>
                  <a:pt x="284" y="300"/>
                </a:cubicBezTo>
                <a:cubicBezTo>
                  <a:pt x="238" y="300"/>
                  <a:pt x="200" y="263"/>
                  <a:pt x="200" y="217"/>
                </a:cubicBezTo>
                <a:cubicBezTo>
                  <a:pt x="200" y="189"/>
                  <a:pt x="213" y="165"/>
                  <a:pt x="234" y="150"/>
                </a:cubicBezTo>
                <a:cubicBezTo>
                  <a:pt x="234" y="100"/>
                  <a:pt x="234" y="100"/>
                  <a:pt x="234" y="100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933"/>
                  <a:pt x="0" y="933"/>
                  <a:pt x="0" y="933"/>
                </a:cubicBezTo>
                <a:cubicBezTo>
                  <a:pt x="0" y="933"/>
                  <a:pt x="0" y="933"/>
                  <a:pt x="0" y="933"/>
                </a:cubicBezTo>
                <a:cubicBezTo>
                  <a:pt x="0" y="989"/>
                  <a:pt x="45" y="1033"/>
                  <a:pt x="100" y="1033"/>
                </a:cubicBezTo>
                <a:cubicBezTo>
                  <a:pt x="1034" y="1033"/>
                  <a:pt x="1034" y="1033"/>
                  <a:pt x="1034" y="1033"/>
                </a:cubicBezTo>
                <a:cubicBezTo>
                  <a:pt x="1034" y="200"/>
                  <a:pt x="1034" y="200"/>
                  <a:pt x="1034" y="200"/>
                </a:cubicBezTo>
                <a:cubicBezTo>
                  <a:pt x="1034" y="145"/>
                  <a:pt x="989" y="100"/>
                  <a:pt x="934" y="100"/>
                </a:cubicBezTo>
                <a:close/>
                <a:moveTo>
                  <a:pt x="967" y="967"/>
                </a:moveTo>
                <a:cubicBezTo>
                  <a:pt x="116" y="967"/>
                  <a:pt x="116" y="967"/>
                  <a:pt x="116" y="967"/>
                </a:cubicBezTo>
                <a:cubicBezTo>
                  <a:pt x="116" y="967"/>
                  <a:pt x="116" y="967"/>
                  <a:pt x="116" y="967"/>
                </a:cubicBezTo>
                <a:cubicBezTo>
                  <a:pt x="89" y="966"/>
                  <a:pt x="67" y="944"/>
                  <a:pt x="67" y="917"/>
                </a:cubicBezTo>
                <a:cubicBezTo>
                  <a:pt x="67" y="915"/>
                  <a:pt x="67" y="913"/>
                  <a:pt x="67" y="911"/>
                </a:cubicBezTo>
                <a:cubicBezTo>
                  <a:pt x="67" y="911"/>
                  <a:pt x="67" y="911"/>
                  <a:pt x="67" y="911"/>
                </a:cubicBezTo>
                <a:cubicBezTo>
                  <a:pt x="67" y="400"/>
                  <a:pt x="67" y="400"/>
                  <a:pt x="67" y="400"/>
                </a:cubicBezTo>
                <a:cubicBezTo>
                  <a:pt x="834" y="400"/>
                  <a:pt x="834" y="400"/>
                  <a:pt x="834" y="400"/>
                </a:cubicBezTo>
                <a:cubicBezTo>
                  <a:pt x="867" y="400"/>
                  <a:pt x="867" y="400"/>
                  <a:pt x="867" y="400"/>
                </a:cubicBezTo>
                <a:cubicBezTo>
                  <a:pt x="915" y="400"/>
                  <a:pt x="915" y="400"/>
                  <a:pt x="915" y="400"/>
                </a:cubicBezTo>
                <a:cubicBezTo>
                  <a:pt x="916" y="400"/>
                  <a:pt x="916" y="400"/>
                  <a:pt x="917" y="400"/>
                </a:cubicBezTo>
                <a:cubicBezTo>
                  <a:pt x="940" y="400"/>
                  <a:pt x="965" y="421"/>
                  <a:pt x="967" y="447"/>
                </a:cubicBezTo>
                <a:lnTo>
                  <a:pt x="967" y="967"/>
                </a:lnTo>
                <a:close/>
                <a:moveTo>
                  <a:pt x="789" y="513"/>
                </a:moveTo>
                <a:cubicBezTo>
                  <a:pt x="775" y="496"/>
                  <a:pt x="759" y="485"/>
                  <a:pt x="741" y="477"/>
                </a:cubicBezTo>
                <a:cubicBezTo>
                  <a:pt x="723" y="470"/>
                  <a:pt x="704" y="467"/>
                  <a:pt x="683" y="467"/>
                </a:cubicBezTo>
                <a:cubicBezTo>
                  <a:pt x="663" y="467"/>
                  <a:pt x="644" y="470"/>
                  <a:pt x="626" y="477"/>
                </a:cubicBezTo>
                <a:cubicBezTo>
                  <a:pt x="607" y="485"/>
                  <a:pt x="592" y="496"/>
                  <a:pt x="578" y="513"/>
                </a:cubicBezTo>
                <a:cubicBezTo>
                  <a:pt x="564" y="530"/>
                  <a:pt x="554" y="552"/>
                  <a:pt x="546" y="580"/>
                </a:cubicBezTo>
                <a:cubicBezTo>
                  <a:pt x="538" y="607"/>
                  <a:pt x="534" y="641"/>
                  <a:pt x="534" y="682"/>
                </a:cubicBezTo>
                <a:cubicBezTo>
                  <a:pt x="534" y="724"/>
                  <a:pt x="538" y="758"/>
                  <a:pt x="546" y="786"/>
                </a:cubicBezTo>
                <a:cubicBezTo>
                  <a:pt x="554" y="814"/>
                  <a:pt x="564" y="837"/>
                  <a:pt x="578" y="854"/>
                </a:cubicBezTo>
                <a:cubicBezTo>
                  <a:pt x="592" y="870"/>
                  <a:pt x="607" y="882"/>
                  <a:pt x="626" y="889"/>
                </a:cubicBezTo>
                <a:cubicBezTo>
                  <a:pt x="644" y="896"/>
                  <a:pt x="663" y="900"/>
                  <a:pt x="683" y="900"/>
                </a:cubicBezTo>
                <a:cubicBezTo>
                  <a:pt x="704" y="900"/>
                  <a:pt x="723" y="896"/>
                  <a:pt x="741" y="889"/>
                </a:cubicBezTo>
                <a:cubicBezTo>
                  <a:pt x="759" y="882"/>
                  <a:pt x="775" y="870"/>
                  <a:pt x="789" y="854"/>
                </a:cubicBezTo>
                <a:cubicBezTo>
                  <a:pt x="803" y="837"/>
                  <a:pt x="814" y="814"/>
                  <a:pt x="822" y="786"/>
                </a:cubicBezTo>
                <a:cubicBezTo>
                  <a:pt x="830" y="758"/>
                  <a:pt x="834" y="724"/>
                  <a:pt x="834" y="682"/>
                </a:cubicBezTo>
                <a:cubicBezTo>
                  <a:pt x="834" y="641"/>
                  <a:pt x="830" y="607"/>
                  <a:pt x="822" y="580"/>
                </a:cubicBezTo>
                <a:cubicBezTo>
                  <a:pt x="814" y="552"/>
                  <a:pt x="803" y="530"/>
                  <a:pt x="789" y="513"/>
                </a:cubicBezTo>
                <a:close/>
                <a:moveTo>
                  <a:pt x="750" y="725"/>
                </a:moveTo>
                <a:cubicBezTo>
                  <a:pt x="749" y="742"/>
                  <a:pt x="746" y="758"/>
                  <a:pt x="742" y="774"/>
                </a:cubicBezTo>
                <a:cubicBezTo>
                  <a:pt x="738" y="790"/>
                  <a:pt x="732" y="803"/>
                  <a:pt x="722" y="814"/>
                </a:cubicBezTo>
                <a:cubicBezTo>
                  <a:pt x="713" y="825"/>
                  <a:pt x="700" y="831"/>
                  <a:pt x="683" y="831"/>
                </a:cubicBezTo>
                <a:cubicBezTo>
                  <a:pt x="666" y="831"/>
                  <a:pt x="654" y="825"/>
                  <a:pt x="645" y="814"/>
                </a:cubicBezTo>
                <a:cubicBezTo>
                  <a:pt x="636" y="803"/>
                  <a:pt x="629" y="790"/>
                  <a:pt x="625" y="774"/>
                </a:cubicBezTo>
                <a:cubicBezTo>
                  <a:pt x="621" y="758"/>
                  <a:pt x="618" y="742"/>
                  <a:pt x="618" y="725"/>
                </a:cubicBezTo>
                <a:cubicBezTo>
                  <a:pt x="617" y="708"/>
                  <a:pt x="617" y="694"/>
                  <a:pt x="617" y="682"/>
                </a:cubicBezTo>
                <a:cubicBezTo>
                  <a:pt x="617" y="675"/>
                  <a:pt x="617" y="666"/>
                  <a:pt x="617" y="656"/>
                </a:cubicBezTo>
                <a:cubicBezTo>
                  <a:pt x="617" y="646"/>
                  <a:pt x="618" y="635"/>
                  <a:pt x="619" y="625"/>
                </a:cubicBezTo>
                <a:cubicBezTo>
                  <a:pt x="620" y="614"/>
                  <a:pt x="622" y="603"/>
                  <a:pt x="625" y="593"/>
                </a:cubicBezTo>
                <a:cubicBezTo>
                  <a:pt x="627" y="582"/>
                  <a:pt x="631" y="573"/>
                  <a:pt x="636" y="564"/>
                </a:cubicBezTo>
                <a:cubicBezTo>
                  <a:pt x="641" y="556"/>
                  <a:pt x="647" y="549"/>
                  <a:pt x="655" y="544"/>
                </a:cubicBezTo>
                <a:cubicBezTo>
                  <a:pt x="662" y="539"/>
                  <a:pt x="672" y="536"/>
                  <a:pt x="683" y="536"/>
                </a:cubicBezTo>
                <a:cubicBezTo>
                  <a:pt x="694" y="536"/>
                  <a:pt x="704" y="539"/>
                  <a:pt x="712" y="544"/>
                </a:cubicBezTo>
                <a:cubicBezTo>
                  <a:pt x="719" y="549"/>
                  <a:pt x="726" y="556"/>
                  <a:pt x="731" y="564"/>
                </a:cubicBezTo>
                <a:cubicBezTo>
                  <a:pt x="736" y="573"/>
                  <a:pt x="740" y="582"/>
                  <a:pt x="742" y="593"/>
                </a:cubicBezTo>
                <a:cubicBezTo>
                  <a:pt x="745" y="603"/>
                  <a:pt x="747" y="614"/>
                  <a:pt x="748" y="625"/>
                </a:cubicBezTo>
                <a:cubicBezTo>
                  <a:pt x="750" y="635"/>
                  <a:pt x="750" y="646"/>
                  <a:pt x="750" y="656"/>
                </a:cubicBezTo>
                <a:cubicBezTo>
                  <a:pt x="751" y="666"/>
                  <a:pt x="751" y="675"/>
                  <a:pt x="751" y="682"/>
                </a:cubicBezTo>
                <a:cubicBezTo>
                  <a:pt x="751" y="694"/>
                  <a:pt x="750" y="708"/>
                  <a:pt x="750" y="725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70" name="Freeform 60"/>
          <p:cNvSpPr>
            <a:spLocks noEditPoints="1"/>
          </p:cNvSpPr>
          <p:nvPr/>
        </p:nvSpPr>
        <p:spPr bwMode="auto">
          <a:xfrm>
            <a:off x="4931345" y="2232334"/>
            <a:ext cx="710886" cy="556172"/>
          </a:xfrm>
          <a:custGeom>
            <a:avLst/>
            <a:gdLst>
              <a:gd name="T0" fmla="*/ 1033 w 1066"/>
              <a:gd name="T1" fmla="*/ 767 h 833"/>
              <a:gd name="T2" fmla="*/ 1028 w 1066"/>
              <a:gd name="T3" fmla="*/ 767 h 833"/>
              <a:gd name="T4" fmla="*/ 933 w 1066"/>
              <a:gd name="T5" fmla="*/ 672 h 833"/>
              <a:gd name="T6" fmla="*/ 933 w 1066"/>
              <a:gd name="T7" fmla="*/ 667 h 833"/>
              <a:gd name="T8" fmla="*/ 133 w 1066"/>
              <a:gd name="T9" fmla="*/ 667 h 833"/>
              <a:gd name="T10" fmla="*/ 133 w 1066"/>
              <a:gd name="T11" fmla="*/ 672 h 833"/>
              <a:gd name="T12" fmla="*/ 38 w 1066"/>
              <a:gd name="T13" fmla="*/ 767 h 833"/>
              <a:gd name="T14" fmla="*/ 33 w 1066"/>
              <a:gd name="T15" fmla="*/ 767 h 833"/>
              <a:gd name="T16" fmla="*/ 0 w 1066"/>
              <a:gd name="T17" fmla="*/ 800 h 833"/>
              <a:gd name="T18" fmla="*/ 0 w 1066"/>
              <a:gd name="T19" fmla="*/ 833 h 833"/>
              <a:gd name="T20" fmla="*/ 1066 w 1066"/>
              <a:gd name="T21" fmla="*/ 833 h 833"/>
              <a:gd name="T22" fmla="*/ 1066 w 1066"/>
              <a:gd name="T23" fmla="*/ 800 h 833"/>
              <a:gd name="T24" fmla="*/ 1033 w 1066"/>
              <a:gd name="T25" fmla="*/ 767 h 833"/>
              <a:gd name="T26" fmla="*/ 600 w 1066"/>
              <a:gd name="T27" fmla="*/ 167 h 833"/>
              <a:gd name="T28" fmla="*/ 566 w 1066"/>
              <a:gd name="T29" fmla="*/ 167 h 833"/>
              <a:gd name="T30" fmla="*/ 566 w 1066"/>
              <a:gd name="T31" fmla="*/ 100 h 833"/>
              <a:gd name="T32" fmla="*/ 666 w 1066"/>
              <a:gd name="T33" fmla="*/ 100 h 833"/>
              <a:gd name="T34" fmla="*/ 666 w 1066"/>
              <a:gd name="T35" fmla="*/ 67 h 833"/>
              <a:gd name="T36" fmla="*/ 600 w 1066"/>
              <a:gd name="T37" fmla="*/ 0 h 833"/>
              <a:gd name="T38" fmla="*/ 466 w 1066"/>
              <a:gd name="T39" fmla="*/ 0 h 833"/>
              <a:gd name="T40" fmla="*/ 400 w 1066"/>
              <a:gd name="T41" fmla="*/ 67 h 833"/>
              <a:gd name="T42" fmla="*/ 400 w 1066"/>
              <a:gd name="T43" fmla="*/ 100 h 833"/>
              <a:gd name="T44" fmla="*/ 500 w 1066"/>
              <a:gd name="T45" fmla="*/ 100 h 833"/>
              <a:gd name="T46" fmla="*/ 500 w 1066"/>
              <a:gd name="T47" fmla="*/ 167 h 833"/>
              <a:gd name="T48" fmla="*/ 466 w 1066"/>
              <a:gd name="T49" fmla="*/ 167 h 833"/>
              <a:gd name="T50" fmla="*/ 0 w 1066"/>
              <a:gd name="T51" fmla="*/ 633 h 833"/>
              <a:gd name="T52" fmla="*/ 0 w 1066"/>
              <a:gd name="T53" fmla="*/ 633 h 833"/>
              <a:gd name="T54" fmla="*/ 1066 w 1066"/>
              <a:gd name="T55" fmla="*/ 633 h 833"/>
              <a:gd name="T56" fmla="*/ 1066 w 1066"/>
              <a:gd name="T57" fmla="*/ 633 h 833"/>
              <a:gd name="T58" fmla="*/ 600 w 1066"/>
              <a:gd name="T59" fmla="*/ 167 h 8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066" h="833">
                <a:moveTo>
                  <a:pt x="1033" y="767"/>
                </a:moveTo>
                <a:cubicBezTo>
                  <a:pt x="1028" y="767"/>
                  <a:pt x="1028" y="767"/>
                  <a:pt x="1028" y="767"/>
                </a:cubicBezTo>
                <a:cubicBezTo>
                  <a:pt x="975" y="767"/>
                  <a:pt x="933" y="724"/>
                  <a:pt x="933" y="672"/>
                </a:cubicBezTo>
                <a:cubicBezTo>
                  <a:pt x="933" y="667"/>
                  <a:pt x="933" y="667"/>
                  <a:pt x="933" y="667"/>
                </a:cubicBezTo>
                <a:cubicBezTo>
                  <a:pt x="133" y="667"/>
                  <a:pt x="133" y="667"/>
                  <a:pt x="133" y="667"/>
                </a:cubicBezTo>
                <a:cubicBezTo>
                  <a:pt x="133" y="672"/>
                  <a:pt x="133" y="672"/>
                  <a:pt x="133" y="672"/>
                </a:cubicBezTo>
                <a:cubicBezTo>
                  <a:pt x="133" y="724"/>
                  <a:pt x="91" y="767"/>
                  <a:pt x="38" y="767"/>
                </a:cubicBezTo>
                <a:cubicBezTo>
                  <a:pt x="33" y="767"/>
                  <a:pt x="33" y="767"/>
                  <a:pt x="33" y="767"/>
                </a:cubicBezTo>
                <a:cubicBezTo>
                  <a:pt x="15" y="767"/>
                  <a:pt x="0" y="782"/>
                  <a:pt x="0" y="800"/>
                </a:cubicBezTo>
                <a:cubicBezTo>
                  <a:pt x="0" y="833"/>
                  <a:pt x="0" y="833"/>
                  <a:pt x="0" y="833"/>
                </a:cubicBezTo>
                <a:cubicBezTo>
                  <a:pt x="1066" y="833"/>
                  <a:pt x="1066" y="833"/>
                  <a:pt x="1066" y="833"/>
                </a:cubicBezTo>
                <a:cubicBezTo>
                  <a:pt x="1066" y="800"/>
                  <a:pt x="1066" y="800"/>
                  <a:pt x="1066" y="800"/>
                </a:cubicBezTo>
                <a:cubicBezTo>
                  <a:pt x="1066" y="782"/>
                  <a:pt x="1051" y="767"/>
                  <a:pt x="1033" y="767"/>
                </a:cubicBezTo>
                <a:close/>
                <a:moveTo>
                  <a:pt x="600" y="167"/>
                </a:moveTo>
                <a:cubicBezTo>
                  <a:pt x="566" y="167"/>
                  <a:pt x="566" y="167"/>
                  <a:pt x="566" y="167"/>
                </a:cubicBezTo>
                <a:cubicBezTo>
                  <a:pt x="566" y="100"/>
                  <a:pt x="566" y="100"/>
                  <a:pt x="566" y="100"/>
                </a:cubicBezTo>
                <a:cubicBezTo>
                  <a:pt x="666" y="100"/>
                  <a:pt x="666" y="100"/>
                  <a:pt x="666" y="100"/>
                </a:cubicBezTo>
                <a:cubicBezTo>
                  <a:pt x="666" y="67"/>
                  <a:pt x="666" y="67"/>
                  <a:pt x="666" y="67"/>
                </a:cubicBezTo>
                <a:cubicBezTo>
                  <a:pt x="666" y="30"/>
                  <a:pt x="636" y="0"/>
                  <a:pt x="600" y="0"/>
                </a:cubicBezTo>
                <a:cubicBezTo>
                  <a:pt x="466" y="0"/>
                  <a:pt x="466" y="0"/>
                  <a:pt x="466" y="0"/>
                </a:cubicBezTo>
                <a:cubicBezTo>
                  <a:pt x="430" y="0"/>
                  <a:pt x="400" y="30"/>
                  <a:pt x="400" y="67"/>
                </a:cubicBezTo>
                <a:cubicBezTo>
                  <a:pt x="400" y="100"/>
                  <a:pt x="400" y="100"/>
                  <a:pt x="400" y="100"/>
                </a:cubicBezTo>
                <a:cubicBezTo>
                  <a:pt x="500" y="100"/>
                  <a:pt x="500" y="100"/>
                  <a:pt x="500" y="100"/>
                </a:cubicBezTo>
                <a:cubicBezTo>
                  <a:pt x="500" y="167"/>
                  <a:pt x="500" y="167"/>
                  <a:pt x="500" y="167"/>
                </a:cubicBezTo>
                <a:cubicBezTo>
                  <a:pt x="466" y="167"/>
                  <a:pt x="466" y="167"/>
                  <a:pt x="466" y="167"/>
                </a:cubicBezTo>
                <a:cubicBezTo>
                  <a:pt x="209" y="167"/>
                  <a:pt x="0" y="376"/>
                  <a:pt x="0" y="633"/>
                </a:cubicBezTo>
                <a:cubicBezTo>
                  <a:pt x="0" y="633"/>
                  <a:pt x="0" y="633"/>
                  <a:pt x="0" y="633"/>
                </a:cubicBezTo>
                <a:cubicBezTo>
                  <a:pt x="1066" y="633"/>
                  <a:pt x="1066" y="633"/>
                  <a:pt x="1066" y="633"/>
                </a:cubicBezTo>
                <a:cubicBezTo>
                  <a:pt x="1066" y="633"/>
                  <a:pt x="1066" y="633"/>
                  <a:pt x="1066" y="633"/>
                </a:cubicBezTo>
                <a:cubicBezTo>
                  <a:pt x="1066" y="376"/>
                  <a:pt x="857" y="167"/>
                  <a:pt x="600" y="16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71" name="Freeform 65"/>
          <p:cNvSpPr>
            <a:spLocks noEditPoints="1"/>
          </p:cNvSpPr>
          <p:nvPr/>
        </p:nvSpPr>
        <p:spPr bwMode="auto">
          <a:xfrm>
            <a:off x="6339062" y="2198963"/>
            <a:ext cx="727138" cy="725216"/>
          </a:xfrm>
          <a:custGeom>
            <a:avLst/>
            <a:gdLst>
              <a:gd name="T0" fmla="*/ 1000 w 1134"/>
              <a:gd name="T1" fmla="*/ 367 h 1133"/>
              <a:gd name="T2" fmla="*/ 973 w 1134"/>
              <a:gd name="T3" fmla="*/ 367 h 1133"/>
              <a:gd name="T4" fmla="*/ 567 w 1134"/>
              <a:gd name="T5" fmla="*/ 0 h 1133"/>
              <a:gd name="T6" fmla="*/ 161 w 1134"/>
              <a:gd name="T7" fmla="*/ 367 h 1133"/>
              <a:gd name="T8" fmla="*/ 134 w 1134"/>
              <a:gd name="T9" fmla="*/ 367 h 1133"/>
              <a:gd name="T10" fmla="*/ 0 w 1134"/>
              <a:gd name="T11" fmla="*/ 500 h 1133"/>
              <a:gd name="T12" fmla="*/ 0 w 1134"/>
              <a:gd name="T13" fmla="*/ 633 h 1133"/>
              <a:gd name="T14" fmla="*/ 134 w 1134"/>
              <a:gd name="T15" fmla="*/ 767 h 1133"/>
              <a:gd name="T16" fmla="*/ 161 w 1134"/>
              <a:gd name="T17" fmla="*/ 767 h 1133"/>
              <a:gd name="T18" fmla="*/ 567 w 1134"/>
              <a:gd name="T19" fmla="*/ 1133 h 1133"/>
              <a:gd name="T20" fmla="*/ 973 w 1134"/>
              <a:gd name="T21" fmla="*/ 767 h 1133"/>
              <a:gd name="T22" fmla="*/ 1000 w 1134"/>
              <a:gd name="T23" fmla="*/ 767 h 1133"/>
              <a:gd name="T24" fmla="*/ 1134 w 1134"/>
              <a:gd name="T25" fmla="*/ 633 h 1133"/>
              <a:gd name="T26" fmla="*/ 1134 w 1134"/>
              <a:gd name="T27" fmla="*/ 500 h 1133"/>
              <a:gd name="T28" fmla="*/ 1000 w 1134"/>
              <a:gd name="T29" fmla="*/ 367 h 1133"/>
              <a:gd name="T30" fmla="*/ 903 w 1134"/>
              <a:gd name="T31" fmla="*/ 767 h 1133"/>
              <a:gd name="T32" fmla="*/ 877 w 1134"/>
              <a:gd name="T33" fmla="*/ 833 h 1133"/>
              <a:gd name="T34" fmla="*/ 661 w 1134"/>
              <a:gd name="T35" fmla="*/ 833 h 1133"/>
              <a:gd name="T36" fmla="*/ 564 w 1134"/>
              <a:gd name="T37" fmla="*/ 767 h 1133"/>
              <a:gd name="T38" fmla="*/ 467 w 1134"/>
              <a:gd name="T39" fmla="*/ 861 h 1133"/>
              <a:gd name="T40" fmla="*/ 567 w 1134"/>
              <a:gd name="T41" fmla="*/ 967 h 1133"/>
              <a:gd name="T42" fmla="*/ 661 w 1134"/>
              <a:gd name="T43" fmla="*/ 900 h 1133"/>
              <a:gd name="T44" fmla="*/ 840 w 1134"/>
              <a:gd name="T45" fmla="*/ 900 h 1133"/>
              <a:gd name="T46" fmla="*/ 820 w 1134"/>
              <a:gd name="T47" fmla="*/ 927 h 1133"/>
              <a:gd name="T48" fmla="*/ 703 w 1134"/>
              <a:gd name="T49" fmla="*/ 1030 h 1133"/>
              <a:gd name="T50" fmla="*/ 567 w 1134"/>
              <a:gd name="T51" fmla="*/ 1067 h 1133"/>
              <a:gd name="T52" fmla="*/ 431 w 1134"/>
              <a:gd name="T53" fmla="*/ 1030 h 1133"/>
              <a:gd name="T54" fmla="*/ 314 w 1134"/>
              <a:gd name="T55" fmla="*/ 927 h 1133"/>
              <a:gd name="T56" fmla="*/ 231 w 1134"/>
              <a:gd name="T57" fmla="*/ 767 h 1133"/>
              <a:gd name="T58" fmla="*/ 200 w 1134"/>
              <a:gd name="T59" fmla="*/ 567 h 1133"/>
              <a:gd name="T60" fmla="*/ 231 w 1134"/>
              <a:gd name="T61" fmla="*/ 367 h 1133"/>
              <a:gd name="T62" fmla="*/ 249 w 1134"/>
              <a:gd name="T63" fmla="*/ 318 h 1133"/>
              <a:gd name="T64" fmla="*/ 298 w 1134"/>
              <a:gd name="T65" fmla="*/ 291 h 1133"/>
              <a:gd name="T66" fmla="*/ 567 w 1134"/>
              <a:gd name="T67" fmla="*/ 425 h 1133"/>
              <a:gd name="T68" fmla="*/ 929 w 1134"/>
              <a:gd name="T69" fmla="*/ 484 h 1133"/>
              <a:gd name="T70" fmla="*/ 934 w 1134"/>
              <a:gd name="T71" fmla="*/ 567 h 1133"/>
              <a:gd name="T72" fmla="*/ 903 w 1134"/>
              <a:gd name="T73" fmla="*/ 767 h 1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34" h="1133">
                <a:moveTo>
                  <a:pt x="1000" y="367"/>
                </a:moveTo>
                <a:cubicBezTo>
                  <a:pt x="973" y="367"/>
                  <a:pt x="973" y="367"/>
                  <a:pt x="973" y="367"/>
                </a:cubicBezTo>
                <a:cubicBezTo>
                  <a:pt x="911" y="152"/>
                  <a:pt x="752" y="0"/>
                  <a:pt x="567" y="0"/>
                </a:cubicBezTo>
                <a:cubicBezTo>
                  <a:pt x="382" y="0"/>
                  <a:pt x="223" y="152"/>
                  <a:pt x="161" y="367"/>
                </a:cubicBezTo>
                <a:cubicBezTo>
                  <a:pt x="134" y="367"/>
                  <a:pt x="134" y="367"/>
                  <a:pt x="134" y="367"/>
                </a:cubicBezTo>
                <a:cubicBezTo>
                  <a:pt x="60" y="367"/>
                  <a:pt x="0" y="426"/>
                  <a:pt x="0" y="500"/>
                </a:cubicBezTo>
                <a:cubicBezTo>
                  <a:pt x="0" y="633"/>
                  <a:pt x="0" y="633"/>
                  <a:pt x="0" y="633"/>
                </a:cubicBezTo>
                <a:cubicBezTo>
                  <a:pt x="0" y="707"/>
                  <a:pt x="60" y="767"/>
                  <a:pt x="134" y="767"/>
                </a:cubicBezTo>
                <a:cubicBezTo>
                  <a:pt x="161" y="767"/>
                  <a:pt x="161" y="767"/>
                  <a:pt x="161" y="767"/>
                </a:cubicBezTo>
                <a:cubicBezTo>
                  <a:pt x="223" y="981"/>
                  <a:pt x="382" y="1133"/>
                  <a:pt x="567" y="1133"/>
                </a:cubicBezTo>
                <a:cubicBezTo>
                  <a:pt x="752" y="1133"/>
                  <a:pt x="911" y="981"/>
                  <a:pt x="973" y="767"/>
                </a:cubicBezTo>
                <a:cubicBezTo>
                  <a:pt x="1000" y="767"/>
                  <a:pt x="1000" y="767"/>
                  <a:pt x="1000" y="767"/>
                </a:cubicBezTo>
                <a:cubicBezTo>
                  <a:pt x="1074" y="767"/>
                  <a:pt x="1134" y="707"/>
                  <a:pt x="1134" y="633"/>
                </a:cubicBezTo>
                <a:cubicBezTo>
                  <a:pt x="1134" y="500"/>
                  <a:pt x="1134" y="500"/>
                  <a:pt x="1134" y="500"/>
                </a:cubicBezTo>
                <a:cubicBezTo>
                  <a:pt x="1134" y="426"/>
                  <a:pt x="1074" y="367"/>
                  <a:pt x="1000" y="367"/>
                </a:cubicBezTo>
                <a:close/>
                <a:moveTo>
                  <a:pt x="903" y="767"/>
                </a:moveTo>
                <a:cubicBezTo>
                  <a:pt x="895" y="790"/>
                  <a:pt x="887" y="812"/>
                  <a:pt x="877" y="833"/>
                </a:cubicBezTo>
                <a:cubicBezTo>
                  <a:pt x="661" y="833"/>
                  <a:pt x="661" y="833"/>
                  <a:pt x="661" y="833"/>
                </a:cubicBezTo>
                <a:cubicBezTo>
                  <a:pt x="647" y="794"/>
                  <a:pt x="609" y="765"/>
                  <a:pt x="564" y="767"/>
                </a:cubicBezTo>
                <a:cubicBezTo>
                  <a:pt x="512" y="768"/>
                  <a:pt x="470" y="810"/>
                  <a:pt x="467" y="861"/>
                </a:cubicBezTo>
                <a:cubicBezTo>
                  <a:pt x="464" y="919"/>
                  <a:pt x="510" y="967"/>
                  <a:pt x="567" y="967"/>
                </a:cubicBezTo>
                <a:cubicBezTo>
                  <a:pt x="611" y="967"/>
                  <a:pt x="648" y="939"/>
                  <a:pt x="661" y="900"/>
                </a:cubicBezTo>
                <a:cubicBezTo>
                  <a:pt x="840" y="900"/>
                  <a:pt x="840" y="900"/>
                  <a:pt x="840" y="900"/>
                </a:cubicBezTo>
                <a:cubicBezTo>
                  <a:pt x="833" y="909"/>
                  <a:pt x="827" y="918"/>
                  <a:pt x="820" y="927"/>
                </a:cubicBezTo>
                <a:cubicBezTo>
                  <a:pt x="786" y="972"/>
                  <a:pt x="747" y="1006"/>
                  <a:pt x="703" y="1030"/>
                </a:cubicBezTo>
                <a:cubicBezTo>
                  <a:pt x="660" y="1054"/>
                  <a:pt x="614" y="1067"/>
                  <a:pt x="567" y="1067"/>
                </a:cubicBezTo>
                <a:cubicBezTo>
                  <a:pt x="520" y="1067"/>
                  <a:pt x="474" y="1054"/>
                  <a:pt x="431" y="1030"/>
                </a:cubicBezTo>
                <a:cubicBezTo>
                  <a:pt x="387" y="1006"/>
                  <a:pt x="348" y="972"/>
                  <a:pt x="314" y="927"/>
                </a:cubicBezTo>
                <a:cubicBezTo>
                  <a:pt x="278" y="881"/>
                  <a:pt x="251" y="827"/>
                  <a:pt x="231" y="767"/>
                </a:cubicBezTo>
                <a:cubicBezTo>
                  <a:pt x="211" y="703"/>
                  <a:pt x="200" y="636"/>
                  <a:pt x="200" y="567"/>
                </a:cubicBezTo>
                <a:cubicBezTo>
                  <a:pt x="200" y="497"/>
                  <a:pt x="211" y="430"/>
                  <a:pt x="231" y="367"/>
                </a:cubicBezTo>
                <a:cubicBezTo>
                  <a:pt x="237" y="350"/>
                  <a:pt x="243" y="334"/>
                  <a:pt x="249" y="318"/>
                </a:cubicBezTo>
                <a:cubicBezTo>
                  <a:pt x="257" y="299"/>
                  <a:pt x="277" y="288"/>
                  <a:pt x="298" y="291"/>
                </a:cubicBezTo>
                <a:cubicBezTo>
                  <a:pt x="349" y="298"/>
                  <a:pt x="442" y="326"/>
                  <a:pt x="567" y="425"/>
                </a:cubicBezTo>
                <a:cubicBezTo>
                  <a:pt x="718" y="545"/>
                  <a:pt x="879" y="512"/>
                  <a:pt x="929" y="484"/>
                </a:cubicBezTo>
                <a:cubicBezTo>
                  <a:pt x="932" y="511"/>
                  <a:pt x="934" y="539"/>
                  <a:pt x="934" y="567"/>
                </a:cubicBezTo>
                <a:cubicBezTo>
                  <a:pt x="934" y="636"/>
                  <a:pt x="923" y="703"/>
                  <a:pt x="903" y="76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72" name="Freeform 70"/>
          <p:cNvSpPr>
            <a:spLocks noEditPoints="1"/>
          </p:cNvSpPr>
          <p:nvPr/>
        </p:nvSpPr>
        <p:spPr bwMode="auto">
          <a:xfrm>
            <a:off x="7663716" y="2299079"/>
            <a:ext cx="901784" cy="592954"/>
          </a:xfrm>
          <a:custGeom>
            <a:avLst/>
            <a:gdLst>
              <a:gd name="T0" fmla="*/ 1100 w 1166"/>
              <a:gd name="T1" fmla="*/ 700 h 767"/>
              <a:gd name="T2" fmla="*/ 66 w 1166"/>
              <a:gd name="T3" fmla="*/ 767 h 767"/>
              <a:gd name="T4" fmla="*/ 1166 w 1166"/>
              <a:gd name="T5" fmla="*/ 100 h 767"/>
              <a:gd name="T6" fmla="*/ 533 w 1166"/>
              <a:gd name="T7" fmla="*/ 134 h 767"/>
              <a:gd name="T8" fmla="*/ 533 w 1166"/>
              <a:gd name="T9" fmla="*/ 534 h 767"/>
              <a:gd name="T10" fmla="*/ 533 w 1166"/>
              <a:gd name="T11" fmla="*/ 134 h 767"/>
              <a:gd name="T12" fmla="*/ 550 w 1166"/>
              <a:gd name="T13" fmla="*/ 460 h 767"/>
              <a:gd name="T14" fmla="*/ 456 w 1166"/>
              <a:gd name="T15" fmla="*/ 380 h 767"/>
              <a:gd name="T16" fmla="*/ 426 w 1166"/>
              <a:gd name="T17" fmla="*/ 363 h 767"/>
              <a:gd name="T18" fmla="*/ 454 w 1166"/>
              <a:gd name="T19" fmla="*/ 346 h 767"/>
              <a:gd name="T20" fmla="*/ 454 w 1166"/>
              <a:gd name="T21" fmla="*/ 327 h 767"/>
              <a:gd name="T22" fmla="*/ 426 w 1166"/>
              <a:gd name="T23" fmla="*/ 309 h 767"/>
              <a:gd name="T24" fmla="*/ 457 w 1166"/>
              <a:gd name="T25" fmla="*/ 290 h 767"/>
              <a:gd name="T26" fmla="*/ 550 w 1166"/>
              <a:gd name="T27" fmla="*/ 208 h 767"/>
              <a:gd name="T28" fmla="*/ 632 w 1166"/>
              <a:gd name="T29" fmla="*/ 266 h 767"/>
              <a:gd name="T30" fmla="*/ 619 w 1166"/>
              <a:gd name="T31" fmla="*/ 284 h 767"/>
              <a:gd name="T32" fmla="*/ 611 w 1166"/>
              <a:gd name="T33" fmla="*/ 285 h 767"/>
              <a:gd name="T34" fmla="*/ 550 w 1166"/>
              <a:gd name="T35" fmla="*/ 244 h 767"/>
              <a:gd name="T36" fmla="*/ 581 w 1166"/>
              <a:gd name="T37" fmla="*/ 290 h 767"/>
              <a:gd name="T38" fmla="*/ 581 w 1166"/>
              <a:gd name="T39" fmla="*/ 327 h 767"/>
              <a:gd name="T40" fmla="*/ 490 w 1166"/>
              <a:gd name="T41" fmla="*/ 336 h 767"/>
              <a:gd name="T42" fmla="*/ 566 w 1166"/>
              <a:gd name="T43" fmla="*/ 346 h 767"/>
              <a:gd name="T44" fmla="*/ 566 w 1166"/>
              <a:gd name="T45" fmla="*/ 380 h 767"/>
              <a:gd name="T46" fmla="*/ 550 w 1166"/>
              <a:gd name="T47" fmla="*/ 423 h 767"/>
              <a:gd name="T48" fmla="*/ 593 w 1166"/>
              <a:gd name="T49" fmla="*/ 397 h 767"/>
              <a:gd name="T50" fmla="*/ 611 w 1166"/>
              <a:gd name="T51" fmla="*/ 384 h 767"/>
              <a:gd name="T52" fmla="*/ 633 w 1166"/>
              <a:gd name="T53" fmla="*/ 403 h 767"/>
              <a:gd name="T54" fmla="*/ 216 w 1166"/>
              <a:gd name="T55" fmla="*/ 284 h 767"/>
              <a:gd name="T56" fmla="*/ 216 w 1166"/>
              <a:gd name="T57" fmla="*/ 384 h 767"/>
              <a:gd name="T58" fmla="*/ 216 w 1166"/>
              <a:gd name="T59" fmla="*/ 284 h 767"/>
              <a:gd name="T60" fmla="*/ 800 w 1166"/>
              <a:gd name="T61" fmla="*/ 334 h 767"/>
              <a:gd name="T62" fmla="*/ 900 w 1166"/>
              <a:gd name="T63" fmla="*/ 334 h 767"/>
              <a:gd name="T64" fmla="*/ 1066 w 1166"/>
              <a:gd name="T65" fmla="*/ 0 h 767"/>
              <a:gd name="T66" fmla="*/ 0 w 1166"/>
              <a:gd name="T67" fmla="*/ 667 h 767"/>
              <a:gd name="T68" fmla="*/ 1066 w 1166"/>
              <a:gd name="T69" fmla="*/ 0 h 767"/>
              <a:gd name="T70" fmla="*/ 900 w 1166"/>
              <a:gd name="T71" fmla="*/ 600 h 767"/>
              <a:gd name="T72" fmla="*/ 66 w 1166"/>
              <a:gd name="T73" fmla="*/ 500 h 767"/>
              <a:gd name="T74" fmla="*/ 166 w 1166"/>
              <a:gd name="T75" fmla="*/ 67 h 767"/>
              <a:gd name="T76" fmla="*/ 1000 w 1166"/>
              <a:gd name="T77" fmla="*/ 167 h 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166" h="767">
                <a:moveTo>
                  <a:pt x="1100" y="100"/>
                </a:moveTo>
                <a:cubicBezTo>
                  <a:pt x="1100" y="700"/>
                  <a:pt x="1100" y="700"/>
                  <a:pt x="1100" y="700"/>
                </a:cubicBezTo>
                <a:cubicBezTo>
                  <a:pt x="66" y="700"/>
                  <a:pt x="66" y="700"/>
                  <a:pt x="66" y="700"/>
                </a:cubicBezTo>
                <a:cubicBezTo>
                  <a:pt x="66" y="767"/>
                  <a:pt x="66" y="767"/>
                  <a:pt x="66" y="767"/>
                </a:cubicBezTo>
                <a:cubicBezTo>
                  <a:pt x="1166" y="767"/>
                  <a:pt x="1166" y="767"/>
                  <a:pt x="1166" y="767"/>
                </a:cubicBezTo>
                <a:cubicBezTo>
                  <a:pt x="1166" y="100"/>
                  <a:pt x="1166" y="100"/>
                  <a:pt x="1166" y="100"/>
                </a:cubicBezTo>
                <a:lnTo>
                  <a:pt x="1100" y="100"/>
                </a:lnTo>
                <a:close/>
                <a:moveTo>
                  <a:pt x="533" y="134"/>
                </a:moveTo>
                <a:cubicBezTo>
                  <a:pt x="423" y="134"/>
                  <a:pt x="333" y="223"/>
                  <a:pt x="333" y="334"/>
                </a:cubicBezTo>
                <a:cubicBezTo>
                  <a:pt x="333" y="444"/>
                  <a:pt x="423" y="534"/>
                  <a:pt x="533" y="534"/>
                </a:cubicBezTo>
                <a:cubicBezTo>
                  <a:pt x="643" y="534"/>
                  <a:pt x="733" y="444"/>
                  <a:pt x="733" y="334"/>
                </a:cubicBezTo>
                <a:cubicBezTo>
                  <a:pt x="733" y="223"/>
                  <a:pt x="643" y="134"/>
                  <a:pt x="533" y="134"/>
                </a:cubicBezTo>
                <a:close/>
                <a:moveTo>
                  <a:pt x="631" y="410"/>
                </a:moveTo>
                <a:cubicBezTo>
                  <a:pt x="617" y="444"/>
                  <a:pt x="592" y="460"/>
                  <a:pt x="550" y="460"/>
                </a:cubicBezTo>
                <a:cubicBezTo>
                  <a:pt x="524" y="460"/>
                  <a:pt x="502" y="452"/>
                  <a:pt x="485" y="436"/>
                </a:cubicBezTo>
                <a:cubicBezTo>
                  <a:pt x="470" y="422"/>
                  <a:pt x="461" y="402"/>
                  <a:pt x="456" y="380"/>
                </a:cubicBezTo>
                <a:cubicBezTo>
                  <a:pt x="442" y="380"/>
                  <a:pt x="442" y="380"/>
                  <a:pt x="442" y="380"/>
                </a:cubicBezTo>
                <a:cubicBezTo>
                  <a:pt x="432" y="380"/>
                  <a:pt x="426" y="373"/>
                  <a:pt x="426" y="363"/>
                </a:cubicBezTo>
                <a:cubicBezTo>
                  <a:pt x="426" y="353"/>
                  <a:pt x="432" y="346"/>
                  <a:pt x="442" y="346"/>
                </a:cubicBezTo>
                <a:cubicBezTo>
                  <a:pt x="454" y="346"/>
                  <a:pt x="454" y="346"/>
                  <a:pt x="454" y="346"/>
                </a:cubicBezTo>
                <a:cubicBezTo>
                  <a:pt x="454" y="342"/>
                  <a:pt x="454" y="337"/>
                  <a:pt x="454" y="336"/>
                </a:cubicBezTo>
                <a:cubicBezTo>
                  <a:pt x="454" y="333"/>
                  <a:pt x="453" y="332"/>
                  <a:pt x="454" y="327"/>
                </a:cubicBezTo>
                <a:cubicBezTo>
                  <a:pt x="442" y="327"/>
                  <a:pt x="442" y="327"/>
                  <a:pt x="442" y="327"/>
                </a:cubicBezTo>
                <a:cubicBezTo>
                  <a:pt x="432" y="327"/>
                  <a:pt x="426" y="319"/>
                  <a:pt x="426" y="309"/>
                </a:cubicBezTo>
                <a:cubicBezTo>
                  <a:pt x="426" y="299"/>
                  <a:pt x="432" y="290"/>
                  <a:pt x="442" y="290"/>
                </a:cubicBezTo>
                <a:cubicBezTo>
                  <a:pt x="457" y="290"/>
                  <a:pt x="457" y="290"/>
                  <a:pt x="457" y="290"/>
                </a:cubicBezTo>
                <a:cubicBezTo>
                  <a:pt x="463" y="266"/>
                  <a:pt x="472" y="245"/>
                  <a:pt x="488" y="231"/>
                </a:cubicBezTo>
                <a:cubicBezTo>
                  <a:pt x="504" y="215"/>
                  <a:pt x="526" y="208"/>
                  <a:pt x="550" y="208"/>
                </a:cubicBezTo>
                <a:cubicBezTo>
                  <a:pt x="590" y="208"/>
                  <a:pt x="617" y="224"/>
                  <a:pt x="630" y="257"/>
                </a:cubicBezTo>
                <a:cubicBezTo>
                  <a:pt x="632" y="261"/>
                  <a:pt x="632" y="264"/>
                  <a:pt x="632" y="266"/>
                </a:cubicBezTo>
                <a:cubicBezTo>
                  <a:pt x="632" y="274"/>
                  <a:pt x="628" y="280"/>
                  <a:pt x="620" y="284"/>
                </a:cubicBezTo>
                <a:cubicBezTo>
                  <a:pt x="619" y="284"/>
                  <a:pt x="619" y="284"/>
                  <a:pt x="619" y="284"/>
                </a:cubicBezTo>
                <a:cubicBezTo>
                  <a:pt x="619" y="284"/>
                  <a:pt x="619" y="284"/>
                  <a:pt x="619" y="284"/>
                </a:cubicBezTo>
                <a:cubicBezTo>
                  <a:pt x="617" y="286"/>
                  <a:pt x="614" y="285"/>
                  <a:pt x="611" y="285"/>
                </a:cubicBezTo>
                <a:cubicBezTo>
                  <a:pt x="603" y="285"/>
                  <a:pt x="597" y="280"/>
                  <a:pt x="594" y="273"/>
                </a:cubicBezTo>
                <a:cubicBezTo>
                  <a:pt x="585" y="252"/>
                  <a:pt x="574" y="244"/>
                  <a:pt x="550" y="244"/>
                </a:cubicBezTo>
                <a:cubicBezTo>
                  <a:pt x="523" y="244"/>
                  <a:pt x="504" y="259"/>
                  <a:pt x="495" y="290"/>
                </a:cubicBezTo>
                <a:cubicBezTo>
                  <a:pt x="581" y="290"/>
                  <a:pt x="581" y="290"/>
                  <a:pt x="581" y="290"/>
                </a:cubicBezTo>
                <a:cubicBezTo>
                  <a:pt x="591" y="290"/>
                  <a:pt x="597" y="299"/>
                  <a:pt x="597" y="309"/>
                </a:cubicBezTo>
                <a:cubicBezTo>
                  <a:pt x="597" y="319"/>
                  <a:pt x="591" y="327"/>
                  <a:pt x="581" y="327"/>
                </a:cubicBezTo>
                <a:cubicBezTo>
                  <a:pt x="490" y="327"/>
                  <a:pt x="490" y="327"/>
                  <a:pt x="490" y="327"/>
                </a:cubicBezTo>
                <a:cubicBezTo>
                  <a:pt x="490" y="332"/>
                  <a:pt x="490" y="333"/>
                  <a:pt x="490" y="336"/>
                </a:cubicBezTo>
                <a:cubicBezTo>
                  <a:pt x="490" y="337"/>
                  <a:pt x="490" y="342"/>
                  <a:pt x="490" y="346"/>
                </a:cubicBezTo>
                <a:cubicBezTo>
                  <a:pt x="566" y="346"/>
                  <a:pt x="566" y="346"/>
                  <a:pt x="566" y="346"/>
                </a:cubicBezTo>
                <a:cubicBezTo>
                  <a:pt x="576" y="346"/>
                  <a:pt x="582" y="353"/>
                  <a:pt x="582" y="363"/>
                </a:cubicBezTo>
                <a:cubicBezTo>
                  <a:pt x="582" y="373"/>
                  <a:pt x="576" y="380"/>
                  <a:pt x="566" y="380"/>
                </a:cubicBezTo>
                <a:cubicBezTo>
                  <a:pt x="494" y="380"/>
                  <a:pt x="494" y="380"/>
                  <a:pt x="494" y="380"/>
                </a:cubicBezTo>
                <a:cubicBezTo>
                  <a:pt x="502" y="410"/>
                  <a:pt x="522" y="423"/>
                  <a:pt x="550" y="423"/>
                </a:cubicBezTo>
                <a:cubicBezTo>
                  <a:pt x="575" y="423"/>
                  <a:pt x="586" y="415"/>
                  <a:pt x="593" y="397"/>
                </a:cubicBezTo>
                <a:cubicBezTo>
                  <a:pt x="593" y="397"/>
                  <a:pt x="593" y="397"/>
                  <a:pt x="593" y="397"/>
                </a:cubicBezTo>
                <a:cubicBezTo>
                  <a:pt x="593" y="397"/>
                  <a:pt x="593" y="397"/>
                  <a:pt x="593" y="397"/>
                </a:cubicBezTo>
                <a:cubicBezTo>
                  <a:pt x="597" y="388"/>
                  <a:pt x="603" y="384"/>
                  <a:pt x="611" y="384"/>
                </a:cubicBezTo>
                <a:cubicBezTo>
                  <a:pt x="613" y="384"/>
                  <a:pt x="616" y="384"/>
                  <a:pt x="618" y="385"/>
                </a:cubicBezTo>
                <a:cubicBezTo>
                  <a:pt x="627" y="387"/>
                  <a:pt x="633" y="395"/>
                  <a:pt x="633" y="403"/>
                </a:cubicBezTo>
                <a:cubicBezTo>
                  <a:pt x="633" y="405"/>
                  <a:pt x="632" y="408"/>
                  <a:pt x="631" y="410"/>
                </a:cubicBezTo>
                <a:close/>
                <a:moveTo>
                  <a:pt x="216" y="284"/>
                </a:moveTo>
                <a:cubicBezTo>
                  <a:pt x="189" y="284"/>
                  <a:pt x="166" y="306"/>
                  <a:pt x="166" y="334"/>
                </a:cubicBezTo>
                <a:cubicBezTo>
                  <a:pt x="166" y="361"/>
                  <a:pt x="189" y="384"/>
                  <a:pt x="216" y="384"/>
                </a:cubicBezTo>
                <a:cubicBezTo>
                  <a:pt x="244" y="384"/>
                  <a:pt x="266" y="361"/>
                  <a:pt x="266" y="334"/>
                </a:cubicBezTo>
                <a:cubicBezTo>
                  <a:pt x="266" y="306"/>
                  <a:pt x="244" y="284"/>
                  <a:pt x="216" y="284"/>
                </a:cubicBezTo>
                <a:close/>
                <a:moveTo>
                  <a:pt x="850" y="284"/>
                </a:moveTo>
                <a:cubicBezTo>
                  <a:pt x="822" y="284"/>
                  <a:pt x="800" y="306"/>
                  <a:pt x="800" y="334"/>
                </a:cubicBezTo>
                <a:cubicBezTo>
                  <a:pt x="800" y="361"/>
                  <a:pt x="822" y="384"/>
                  <a:pt x="850" y="384"/>
                </a:cubicBezTo>
                <a:cubicBezTo>
                  <a:pt x="877" y="384"/>
                  <a:pt x="900" y="361"/>
                  <a:pt x="900" y="334"/>
                </a:cubicBezTo>
                <a:cubicBezTo>
                  <a:pt x="900" y="306"/>
                  <a:pt x="877" y="284"/>
                  <a:pt x="850" y="284"/>
                </a:cubicBezTo>
                <a:close/>
                <a:moveTo>
                  <a:pt x="1066" y="0"/>
                </a:moveTo>
                <a:cubicBezTo>
                  <a:pt x="0" y="0"/>
                  <a:pt x="0" y="0"/>
                  <a:pt x="0" y="0"/>
                </a:cubicBezTo>
                <a:cubicBezTo>
                  <a:pt x="0" y="667"/>
                  <a:pt x="0" y="667"/>
                  <a:pt x="0" y="667"/>
                </a:cubicBezTo>
                <a:cubicBezTo>
                  <a:pt x="1066" y="667"/>
                  <a:pt x="1066" y="667"/>
                  <a:pt x="1066" y="667"/>
                </a:cubicBezTo>
                <a:lnTo>
                  <a:pt x="1066" y="0"/>
                </a:lnTo>
                <a:close/>
                <a:moveTo>
                  <a:pt x="1000" y="500"/>
                </a:moveTo>
                <a:cubicBezTo>
                  <a:pt x="944" y="500"/>
                  <a:pt x="900" y="545"/>
                  <a:pt x="900" y="600"/>
                </a:cubicBezTo>
                <a:cubicBezTo>
                  <a:pt x="166" y="600"/>
                  <a:pt x="166" y="600"/>
                  <a:pt x="166" y="600"/>
                </a:cubicBezTo>
                <a:cubicBezTo>
                  <a:pt x="166" y="545"/>
                  <a:pt x="122" y="500"/>
                  <a:pt x="66" y="500"/>
                </a:cubicBezTo>
                <a:cubicBezTo>
                  <a:pt x="66" y="167"/>
                  <a:pt x="66" y="167"/>
                  <a:pt x="66" y="167"/>
                </a:cubicBezTo>
                <a:cubicBezTo>
                  <a:pt x="122" y="167"/>
                  <a:pt x="166" y="122"/>
                  <a:pt x="166" y="67"/>
                </a:cubicBezTo>
                <a:cubicBezTo>
                  <a:pt x="900" y="67"/>
                  <a:pt x="900" y="67"/>
                  <a:pt x="900" y="67"/>
                </a:cubicBezTo>
                <a:cubicBezTo>
                  <a:pt x="900" y="122"/>
                  <a:pt x="944" y="167"/>
                  <a:pt x="1000" y="167"/>
                </a:cubicBezTo>
                <a:lnTo>
                  <a:pt x="1000" y="5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64" name="Freeform 6"/>
          <p:cNvSpPr>
            <a:spLocks noEditPoints="1"/>
          </p:cNvSpPr>
          <p:nvPr/>
        </p:nvSpPr>
        <p:spPr bwMode="auto">
          <a:xfrm>
            <a:off x="4907432" y="3567638"/>
            <a:ext cx="697096" cy="759180"/>
          </a:xfrm>
          <a:custGeom>
            <a:avLst/>
            <a:gdLst>
              <a:gd name="T0" fmla="*/ 823 w 1032"/>
              <a:gd name="T1" fmla="*/ 127 h 1123"/>
              <a:gd name="T2" fmla="*/ 808 w 1032"/>
              <a:gd name="T3" fmla="*/ 276 h 1123"/>
              <a:gd name="T4" fmla="*/ 903 w 1032"/>
              <a:gd name="T5" fmla="*/ 160 h 1123"/>
              <a:gd name="T6" fmla="*/ 937 w 1032"/>
              <a:gd name="T7" fmla="*/ 195 h 1123"/>
              <a:gd name="T8" fmla="*/ 821 w 1032"/>
              <a:gd name="T9" fmla="*/ 290 h 1123"/>
              <a:gd name="T10" fmla="*/ 970 w 1032"/>
              <a:gd name="T11" fmla="*/ 274 h 1123"/>
              <a:gd name="T12" fmla="*/ 774 w 1032"/>
              <a:gd name="T13" fmla="*/ 127 h 1123"/>
              <a:gd name="T14" fmla="*/ 693 w 1032"/>
              <a:gd name="T15" fmla="*/ 180 h 1123"/>
              <a:gd name="T16" fmla="*/ 789 w 1032"/>
              <a:gd name="T17" fmla="*/ 140 h 1123"/>
              <a:gd name="T18" fmla="*/ 970 w 1032"/>
              <a:gd name="T19" fmla="*/ 323 h 1123"/>
              <a:gd name="T20" fmla="*/ 821 w 1032"/>
              <a:gd name="T21" fmla="*/ 308 h 1123"/>
              <a:gd name="T22" fmla="*/ 937 w 1032"/>
              <a:gd name="T23" fmla="*/ 403 h 1123"/>
              <a:gd name="T24" fmla="*/ 829 w 1032"/>
              <a:gd name="T25" fmla="*/ 347 h 1123"/>
              <a:gd name="T26" fmla="*/ 819 w 1032"/>
              <a:gd name="T27" fmla="*/ 471 h 1123"/>
              <a:gd name="T28" fmla="*/ 904 w 1032"/>
              <a:gd name="T29" fmla="*/ 417 h 1123"/>
              <a:gd name="T30" fmla="*/ 829 w 1032"/>
              <a:gd name="T31" fmla="*/ 346 h 1123"/>
              <a:gd name="T32" fmla="*/ 315 w 1032"/>
              <a:gd name="T33" fmla="*/ 323 h 1123"/>
              <a:gd name="T34" fmla="*/ 309 w 1032"/>
              <a:gd name="T35" fmla="*/ 253 h 1123"/>
              <a:gd name="T36" fmla="*/ 265 w 1032"/>
              <a:gd name="T37" fmla="*/ 165 h 1123"/>
              <a:gd name="T38" fmla="*/ 0 w 1032"/>
              <a:gd name="T39" fmla="*/ 44 h 1123"/>
              <a:gd name="T40" fmla="*/ 255 w 1032"/>
              <a:gd name="T41" fmla="*/ 258 h 1123"/>
              <a:gd name="T42" fmla="*/ 729 w 1032"/>
              <a:gd name="T43" fmla="*/ 1123 h 1123"/>
              <a:gd name="T44" fmla="*/ 763 w 1032"/>
              <a:gd name="T45" fmla="*/ 323 h 1123"/>
              <a:gd name="T46" fmla="*/ 656 w 1032"/>
              <a:gd name="T47" fmla="*/ 520 h 1123"/>
              <a:gd name="T48" fmla="*/ 373 w 1032"/>
              <a:gd name="T49" fmla="*/ 464 h 1123"/>
              <a:gd name="T50" fmla="*/ 378 w 1032"/>
              <a:gd name="T51" fmla="*/ 1056 h 1123"/>
              <a:gd name="T52" fmla="*/ 763 w 1032"/>
              <a:gd name="T53" fmla="*/ 356 h 1123"/>
              <a:gd name="T54" fmla="*/ 660 w 1032"/>
              <a:gd name="T55" fmla="*/ 195 h 1123"/>
              <a:gd name="T56" fmla="*/ 640 w 1032"/>
              <a:gd name="T57" fmla="*/ 290 h 1123"/>
              <a:gd name="T58" fmla="*/ 680 w 1032"/>
              <a:gd name="T59" fmla="*/ 193 h 1123"/>
              <a:gd name="T60" fmla="*/ 799 w 1032"/>
              <a:gd name="T61" fmla="*/ 65 h 1123"/>
              <a:gd name="T62" fmla="*/ 599 w 1032"/>
              <a:gd name="T63" fmla="*/ 290 h 1123"/>
              <a:gd name="T64" fmla="*/ 799 w 1032"/>
              <a:gd name="T65" fmla="*/ 99 h 1123"/>
              <a:gd name="T66" fmla="*/ 999 w 1032"/>
              <a:gd name="T67" fmla="*/ 299 h 1123"/>
              <a:gd name="T68" fmla="*/ 816 w 1032"/>
              <a:gd name="T69" fmla="*/ 498 h 1123"/>
              <a:gd name="T70" fmla="*/ 1032 w 1032"/>
              <a:gd name="T71" fmla="*/ 299 h 1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032" h="1123">
                <a:moveTo>
                  <a:pt x="903" y="160"/>
                </a:moveTo>
                <a:cubicBezTo>
                  <a:pt x="879" y="142"/>
                  <a:pt x="851" y="131"/>
                  <a:pt x="823" y="127"/>
                </a:cubicBezTo>
                <a:cubicBezTo>
                  <a:pt x="815" y="126"/>
                  <a:pt x="808" y="132"/>
                  <a:pt x="808" y="140"/>
                </a:cubicBezTo>
                <a:cubicBezTo>
                  <a:pt x="808" y="276"/>
                  <a:pt x="808" y="276"/>
                  <a:pt x="808" y="276"/>
                </a:cubicBezTo>
                <a:cubicBezTo>
                  <a:pt x="904" y="180"/>
                  <a:pt x="904" y="180"/>
                  <a:pt x="904" y="180"/>
                </a:cubicBezTo>
                <a:cubicBezTo>
                  <a:pt x="910" y="175"/>
                  <a:pt x="909" y="165"/>
                  <a:pt x="903" y="160"/>
                </a:cubicBezTo>
                <a:close/>
                <a:moveTo>
                  <a:pt x="970" y="274"/>
                </a:moveTo>
                <a:cubicBezTo>
                  <a:pt x="966" y="246"/>
                  <a:pt x="955" y="219"/>
                  <a:pt x="937" y="195"/>
                </a:cubicBezTo>
                <a:cubicBezTo>
                  <a:pt x="932" y="188"/>
                  <a:pt x="923" y="188"/>
                  <a:pt x="917" y="193"/>
                </a:cubicBezTo>
                <a:cubicBezTo>
                  <a:pt x="821" y="290"/>
                  <a:pt x="821" y="290"/>
                  <a:pt x="821" y="290"/>
                </a:cubicBezTo>
                <a:cubicBezTo>
                  <a:pt x="957" y="290"/>
                  <a:pt x="957" y="290"/>
                  <a:pt x="957" y="290"/>
                </a:cubicBezTo>
                <a:cubicBezTo>
                  <a:pt x="965" y="290"/>
                  <a:pt x="971" y="282"/>
                  <a:pt x="970" y="274"/>
                </a:cubicBezTo>
                <a:close/>
                <a:moveTo>
                  <a:pt x="789" y="140"/>
                </a:moveTo>
                <a:cubicBezTo>
                  <a:pt x="789" y="132"/>
                  <a:pt x="782" y="126"/>
                  <a:pt x="774" y="127"/>
                </a:cubicBezTo>
                <a:cubicBezTo>
                  <a:pt x="746" y="131"/>
                  <a:pt x="718" y="142"/>
                  <a:pt x="694" y="160"/>
                </a:cubicBezTo>
                <a:cubicBezTo>
                  <a:pt x="688" y="165"/>
                  <a:pt x="688" y="175"/>
                  <a:pt x="693" y="180"/>
                </a:cubicBezTo>
                <a:cubicBezTo>
                  <a:pt x="789" y="276"/>
                  <a:pt x="789" y="276"/>
                  <a:pt x="789" y="276"/>
                </a:cubicBezTo>
                <a:lnTo>
                  <a:pt x="789" y="140"/>
                </a:lnTo>
                <a:close/>
                <a:moveTo>
                  <a:pt x="937" y="403"/>
                </a:moveTo>
                <a:cubicBezTo>
                  <a:pt x="955" y="379"/>
                  <a:pt x="966" y="352"/>
                  <a:pt x="970" y="323"/>
                </a:cubicBezTo>
                <a:cubicBezTo>
                  <a:pt x="971" y="315"/>
                  <a:pt x="965" y="308"/>
                  <a:pt x="957" y="308"/>
                </a:cubicBezTo>
                <a:cubicBezTo>
                  <a:pt x="821" y="308"/>
                  <a:pt x="821" y="308"/>
                  <a:pt x="821" y="308"/>
                </a:cubicBezTo>
                <a:cubicBezTo>
                  <a:pt x="917" y="404"/>
                  <a:pt x="917" y="404"/>
                  <a:pt x="917" y="404"/>
                </a:cubicBezTo>
                <a:cubicBezTo>
                  <a:pt x="923" y="410"/>
                  <a:pt x="932" y="409"/>
                  <a:pt x="937" y="403"/>
                </a:cubicBezTo>
                <a:close/>
                <a:moveTo>
                  <a:pt x="829" y="346"/>
                </a:moveTo>
                <a:cubicBezTo>
                  <a:pt x="829" y="347"/>
                  <a:pt x="829" y="347"/>
                  <a:pt x="829" y="347"/>
                </a:cubicBezTo>
                <a:cubicBezTo>
                  <a:pt x="829" y="347"/>
                  <a:pt x="829" y="347"/>
                  <a:pt x="829" y="347"/>
                </a:cubicBezTo>
                <a:cubicBezTo>
                  <a:pt x="819" y="471"/>
                  <a:pt x="819" y="471"/>
                  <a:pt x="819" y="471"/>
                </a:cubicBezTo>
                <a:cubicBezTo>
                  <a:pt x="848" y="468"/>
                  <a:pt x="878" y="456"/>
                  <a:pt x="903" y="437"/>
                </a:cubicBezTo>
                <a:cubicBezTo>
                  <a:pt x="909" y="433"/>
                  <a:pt x="910" y="423"/>
                  <a:pt x="904" y="417"/>
                </a:cubicBezTo>
                <a:cubicBezTo>
                  <a:pt x="830" y="343"/>
                  <a:pt x="830" y="343"/>
                  <a:pt x="830" y="343"/>
                </a:cubicBezTo>
                <a:cubicBezTo>
                  <a:pt x="830" y="344"/>
                  <a:pt x="829" y="345"/>
                  <a:pt x="829" y="346"/>
                </a:cubicBezTo>
                <a:close/>
                <a:moveTo>
                  <a:pt x="763" y="323"/>
                </a:moveTo>
                <a:cubicBezTo>
                  <a:pt x="315" y="323"/>
                  <a:pt x="315" y="323"/>
                  <a:pt x="315" y="323"/>
                </a:cubicBezTo>
                <a:cubicBezTo>
                  <a:pt x="309" y="253"/>
                  <a:pt x="309" y="253"/>
                  <a:pt x="309" y="253"/>
                </a:cubicBezTo>
                <a:cubicBezTo>
                  <a:pt x="309" y="253"/>
                  <a:pt x="309" y="253"/>
                  <a:pt x="309" y="253"/>
                </a:cubicBezTo>
                <a:cubicBezTo>
                  <a:pt x="305" y="214"/>
                  <a:pt x="290" y="185"/>
                  <a:pt x="265" y="165"/>
                </a:cubicBezTo>
                <a:cubicBezTo>
                  <a:pt x="265" y="165"/>
                  <a:pt x="265" y="165"/>
                  <a:pt x="265" y="165"/>
                </a:cubicBezTo>
                <a:cubicBezTo>
                  <a:pt x="31" y="0"/>
                  <a:pt x="31" y="0"/>
                  <a:pt x="31" y="0"/>
                </a:cubicBezTo>
                <a:cubicBezTo>
                  <a:pt x="0" y="44"/>
                  <a:pt x="0" y="44"/>
                  <a:pt x="0" y="44"/>
                </a:cubicBezTo>
                <a:cubicBezTo>
                  <a:pt x="233" y="207"/>
                  <a:pt x="233" y="207"/>
                  <a:pt x="233" y="207"/>
                </a:cubicBezTo>
                <a:cubicBezTo>
                  <a:pt x="246" y="218"/>
                  <a:pt x="253" y="234"/>
                  <a:pt x="255" y="258"/>
                </a:cubicBezTo>
                <a:cubicBezTo>
                  <a:pt x="329" y="1123"/>
                  <a:pt x="329" y="1123"/>
                  <a:pt x="329" y="1123"/>
                </a:cubicBezTo>
                <a:cubicBezTo>
                  <a:pt x="729" y="1123"/>
                  <a:pt x="729" y="1123"/>
                  <a:pt x="729" y="1123"/>
                </a:cubicBezTo>
                <a:cubicBezTo>
                  <a:pt x="796" y="359"/>
                  <a:pt x="796" y="359"/>
                  <a:pt x="796" y="359"/>
                </a:cubicBezTo>
                <a:cubicBezTo>
                  <a:pt x="798" y="339"/>
                  <a:pt x="782" y="323"/>
                  <a:pt x="763" y="323"/>
                </a:cubicBezTo>
                <a:close/>
                <a:moveTo>
                  <a:pt x="751" y="497"/>
                </a:moveTo>
                <a:cubicBezTo>
                  <a:pt x="727" y="509"/>
                  <a:pt x="701" y="520"/>
                  <a:pt x="656" y="520"/>
                </a:cubicBezTo>
                <a:cubicBezTo>
                  <a:pt x="546" y="520"/>
                  <a:pt x="546" y="456"/>
                  <a:pt x="436" y="456"/>
                </a:cubicBezTo>
                <a:cubicBezTo>
                  <a:pt x="410" y="456"/>
                  <a:pt x="390" y="459"/>
                  <a:pt x="373" y="464"/>
                </a:cubicBezTo>
                <a:cubicBezTo>
                  <a:pt x="426" y="1056"/>
                  <a:pt x="426" y="1056"/>
                  <a:pt x="426" y="1056"/>
                </a:cubicBezTo>
                <a:cubicBezTo>
                  <a:pt x="378" y="1056"/>
                  <a:pt x="378" y="1056"/>
                  <a:pt x="378" y="1056"/>
                </a:cubicBezTo>
                <a:cubicBezTo>
                  <a:pt x="315" y="356"/>
                  <a:pt x="315" y="356"/>
                  <a:pt x="315" y="356"/>
                </a:cubicBezTo>
                <a:cubicBezTo>
                  <a:pt x="763" y="356"/>
                  <a:pt x="763" y="356"/>
                  <a:pt x="763" y="356"/>
                </a:cubicBezTo>
                <a:lnTo>
                  <a:pt x="751" y="497"/>
                </a:lnTo>
                <a:close/>
                <a:moveTo>
                  <a:pt x="660" y="195"/>
                </a:moveTo>
                <a:cubicBezTo>
                  <a:pt x="642" y="219"/>
                  <a:pt x="631" y="246"/>
                  <a:pt x="627" y="274"/>
                </a:cubicBezTo>
                <a:cubicBezTo>
                  <a:pt x="626" y="282"/>
                  <a:pt x="632" y="290"/>
                  <a:pt x="640" y="290"/>
                </a:cubicBezTo>
                <a:cubicBezTo>
                  <a:pt x="776" y="290"/>
                  <a:pt x="776" y="290"/>
                  <a:pt x="776" y="290"/>
                </a:cubicBezTo>
                <a:cubicBezTo>
                  <a:pt x="680" y="193"/>
                  <a:pt x="680" y="193"/>
                  <a:pt x="680" y="193"/>
                </a:cubicBezTo>
                <a:cubicBezTo>
                  <a:pt x="674" y="188"/>
                  <a:pt x="665" y="188"/>
                  <a:pt x="660" y="195"/>
                </a:cubicBezTo>
                <a:close/>
                <a:moveTo>
                  <a:pt x="799" y="65"/>
                </a:moveTo>
                <a:cubicBezTo>
                  <a:pt x="673" y="65"/>
                  <a:pt x="570" y="165"/>
                  <a:pt x="565" y="290"/>
                </a:cubicBezTo>
                <a:cubicBezTo>
                  <a:pt x="599" y="290"/>
                  <a:pt x="599" y="290"/>
                  <a:pt x="599" y="290"/>
                </a:cubicBezTo>
                <a:cubicBezTo>
                  <a:pt x="601" y="240"/>
                  <a:pt x="622" y="193"/>
                  <a:pt x="657" y="157"/>
                </a:cubicBezTo>
                <a:cubicBezTo>
                  <a:pt x="695" y="120"/>
                  <a:pt x="745" y="99"/>
                  <a:pt x="799" y="99"/>
                </a:cubicBezTo>
                <a:cubicBezTo>
                  <a:pt x="852" y="99"/>
                  <a:pt x="902" y="120"/>
                  <a:pt x="940" y="157"/>
                </a:cubicBezTo>
                <a:cubicBezTo>
                  <a:pt x="978" y="195"/>
                  <a:pt x="999" y="245"/>
                  <a:pt x="999" y="299"/>
                </a:cubicBezTo>
                <a:cubicBezTo>
                  <a:pt x="999" y="352"/>
                  <a:pt x="978" y="402"/>
                  <a:pt x="940" y="440"/>
                </a:cubicBezTo>
                <a:cubicBezTo>
                  <a:pt x="907" y="474"/>
                  <a:pt x="863" y="494"/>
                  <a:pt x="816" y="498"/>
                </a:cubicBezTo>
                <a:cubicBezTo>
                  <a:pt x="814" y="532"/>
                  <a:pt x="814" y="532"/>
                  <a:pt x="814" y="532"/>
                </a:cubicBezTo>
                <a:cubicBezTo>
                  <a:pt x="935" y="524"/>
                  <a:pt x="1032" y="423"/>
                  <a:pt x="1032" y="299"/>
                </a:cubicBezTo>
                <a:cubicBezTo>
                  <a:pt x="1032" y="170"/>
                  <a:pt x="928" y="65"/>
                  <a:pt x="799" y="65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73" name="Freeform 75"/>
          <p:cNvSpPr>
            <a:spLocks noEditPoints="1"/>
          </p:cNvSpPr>
          <p:nvPr/>
        </p:nvSpPr>
        <p:spPr bwMode="auto">
          <a:xfrm>
            <a:off x="555840" y="3660458"/>
            <a:ext cx="849614" cy="649925"/>
          </a:xfrm>
          <a:custGeom>
            <a:avLst/>
            <a:gdLst>
              <a:gd name="T0" fmla="*/ 667 w 1134"/>
              <a:gd name="T1" fmla="*/ 801 h 868"/>
              <a:gd name="T2" fmla="*/ 534 w 1134"/>
              <a:gd name="T3" fmla="*/ 801 h 868"/>
              <a:gd name="T4" fmla="*/ 534 w 1134"/>
              <a:gd name="T5" fmla="*/ 734 h 868"/>
              <a:gd name="T6" fmla="*/ 334 w 1134"/>
              <a:gd name="T7" fmla="*/ 734 h 868"/>
              <a:gd name="T8" fmla="*/ 334 w 1134"/>
              <a:gd name="T9" fmla="*/ 801 h 868"/>
              <a:gd name="T10" fmla="*/ 200 w 1134"/>
              <a:gd name="T11" fmla="*/ 801 h 868"/>
              <a:gd name="T12" fmla="*/ 167 w 1134"/>
              <a:gd name="T13" fmla="*/ 834 h 868"/>
              <a:gd name="T14" fmla="*/ 167 w 1134"/>
              <a:gd name="T15" fmla="*/ 868 h 868"/>
              <a:gd name="T16" fmla="*/ 200 w 1134"/>
              <a:gd name="T17" fmla="*/ 868 h 868"/>
              <a:gd name="T18" fmla="*/ 334 w 1134"/>
              <a:gd name="T19" fmla="*/ 868 h 868"/>
              <a:gd name="T20" fmla="*/ 534 w 1134"/>
              <a:gd name="T21" fmla="*/ 868 h 868"/>
              <a:gd name="T22" fmla="*/ 667 w 1134"/>
              <a:gd name="T23" fmla="*/ 868 h 868"/>
              <a:gd name="T24" fmla="*/ 700 w 1134"/>
              <a:gd name="T25" fmla="*/ 868 h 868"/>
              <a:gd name="T26" fmla="*/ 700 w 1134"/>
              <a:gd name="T27" fmla="*/ 834 h 868"/>
              <a:gd name="T28" fmla="*/ 667 w 1134"/>
              <a:gd name="T29" fmla="*/ 801 h 868"/>
              <a:gd name="T30" fmla="*/ 1067 w 1134"/>
              <a:gd name="T31" fmla="*/ 68 h 868"/>
              <a:gd name="T32" fmla="*/ 900 w 1134"/>
              <a:gd name="T33" fmla="*/ 68 h 868"/>
              <a:gd name="T34" fmla="*/ 900 w 1134"/>
              <a:gd name="T35" fmla="*/ 201 h 868"/>
              <a:gd name="T36" fmla="*/ 1067 w 1134"/>
              <a:gd name="T37" fmla="*/ 201 h 868"/>
              <a:gd name="T38" fmla="*/ 1067 w 1134"/>
              <a:gd name="T39" fmla="*/ 234 h 868"/>
              <a:gd name="T40" fmla="*/ 900 w 1134"/>
              <a:gd name="T41" fmla="*/ 234 h 868"/>
              <a:gd name="T42" fmla="*/ 900 w 1134"/>
              <a:gd name="T43" fmla="*/ 268 h 868"/>
              <a:gd name="T44" fmla="*/ 1067 w 1134"/>
              <a:gd name="T45" fmla="*/ 268 h 868"/>
              <a:gd name="T46" fmla="*/ 1067 w 1134"/>
              <a:gd name="T47" fmla="*/ 301 h 868"/>
              <a:gd name="T48" fmla="*/ 900 w 1134"/>
              <a:gd name="T49" fmla="*/ 301 h 868"/>
              <a:gd name="T50" fmla="*/ 900 w 1134"/>
              <a:gd name="T51" fmla="*/ 634 h 868"/>
              <a:gd name="T52" fmla="*/ 800 w 1134"/>
              <a:gd name="T53" fmla="*/ 734 h 868"/>
              <a:gd name="T54" fmla="*/ 767 w 1134"/>
              <a:gd name="T55" fmla="*/ 734 h 868"/>
              <a:gd name="T56" fmla="*/ 767 w 1134"/>
              <a:gd name="T57" fmla="*/ 801 h 868"/>
              <a:gd name="T58" fmla="*/ 834 w 1134"/>
              <a:gd name="T59" fmla="*/ 868 h 868"/>
              <a:gd name="T60" fmla="*/ 1067 w 1134"/>
              <a:gd name="T61" fmla="*/ 868 h 868"/>
              <a:gd name="T62" fmla="*/ 1134 w 1134"/>
              <a:gd name="T63" fmla="*/ 801 h 868"/>
              <a:gd name="T64" fmla="*/ 1134 w 1134"/>
              <a:gd name="T65" fmla="*/ 134 h 868"/>
              <a:gd name="T66" fmla="*/ 1067 w 1134"/>
              <a:gd name="T67" fmla="*/ 68 h 868"/>
              <a:gd name="T68" fmla="*/ 1033 w 1134"/>
              <a:gd name="T69" fmla="*/ 801 h 868"/>
              <a:gd name="T70" fmla="*/ 1000 w 1134"/>
              <a:gd name="T71" fmla="*/ 768 h 868"/>
              <a:gd name="T72" fmla="*/ 1033 w 1134"/>
              <a:gd name="T73" fmla="*/ 734 h 868"/>
              <a:gd name="T74" fmla="*/ 1067 w 1134"/>
              <a:gd name="T75" fmla="*/ 768 h 868"/>
              <a:gd name="T76" fmla="*/ 1033 w 1134"/>
              <a:gd name="T77" fmla="*/ 801 h 868"/>
              <a:gd name="T78" fmla="*/ 866 w 1134"/>
              <a:gd name="T79" fmla="*/ 633 h 868"/>
              <a:gd name="T80" fmla="*/ 866 w 1134"/>
              <a:gd name="T81" fmla="*/ 66 h 868"/>
              <a:gd name="T82" fmla="*/ 799 w 1134"/>
              <a:gd name="T83" fmla="*/ 0 h 868"/>
              <a:gd name="T84" fmla="*/ 67 w 1134"/>
              <a:gd name="T85" fmla="*/ 0 h 868"/>
              <a:gd name="T86" fmla="*/ 0 w 1134"/>
              <a:gd name="T87" fmla="*/ 66 h 868"/>
              <a:gd name="T88" fmla="*/ 0 w 1134"/>
              <a:gd name="T89" fmla="*/ 633 h 868"/>
              <a:gd name="T90" fmla="*/ 67 w 1134"/>
              <a:gd name="T91" fmla="*/ 700 h 868"/>
              <a:gd name="T92" fmla="*/ 799 w 1134"/>
              <a:gd name="T93" fmla="*/ 700 h 868"/>
              <a:gd name="T94" fmla="*/ 866 w 1134"/>
              <a:gd name="T95" fmla="*/ 633 h 868"/>
              <a:gd name="T96" fmla="*/ 67 w 1134"/>
              <a:gd name="T97" fmla="*/ 68 h 868"/>
              <a:gd name="T98" fmla="*/ 800 w 1134"/>
              <a:gd name="T99" fmla="*/ 68 h 868"/>
              <a:gd name="T100" fmla="*/ 800 w 1134"/>
              <a:gd name="T101" fmla="*/ 568 h 868"/>
              <a:gd name="T102" fmla="*/ 67 w 1134"/>
              <a:gd name="T103" fmla="*/ 568 h 868"/>
              <a:gd name="T104" fmla="*/ 67 w 1134"/>
              <a:gd name="T105" fmla="*/ 68 h 868"/>
              <a:gd name="T106" fmla="*/ 432 w 1134"/>
              <a:gd name="T107" fmla="*/ 666 h 868"/>
              <a:gd name="T108" fmla="*/ 399 w 1134"/>
              <a:gd name="T109" fmla="*/ 633 h 868"/>
              <a:gd name="T110" fmla="*/ 432 w 1134"/>
              <a:gd name="T111" fmla="*/ 600 h 868"/>
              <a:gd name="T112" fmla="*/ 466 w 1134"/>
              <a:gd name="T113" fmla="*/ 633 h 868"/>
              <a:gd name="T114" fmla="*/ 432 w 1134"/>
              <a:gd name="T115" fmla="*/ 666 h 8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134" h="868">
                <a:moveTo>
                  <a:pt x="667" y="801"/>
                </a:moveTo>
                <a:cubicBezTo>
                  <a:pt x="534" y="801"/>
                  <a:pt x="534" y="801"/>
                  <a:pt x="534" y="801"/>
                </a:cubicBezTo>
                <a:cubicBezTo>
                  <a:pt x="534" y="734"/>
                  <a:pt x="534" y="734"/>
                  <a:pt x="534" y="734"/>
                </a:cubicBezTo>
                <a:cubicBezTo>
                  <a:pt x="334" y="734"/>
                  <a:pt x="334" y="734"/>
                  <a:pt x="334" y="734"/>
                </a:cubicBezTo>
                <a:cubicBezTo>
                  <a:pt x="334" y="801"/>
                  <a:pt x="334" y="801"/>
                  <a:pt x="334" y="801"/>
                </a:cubicBezTo>
                <a:cubicBezTo>
                  <a:pt x="200" y="801"/>
                  <a:pt x="200" y="801"/>
                  <a:pt x="200" y="801"/>
                </a:cubicBezTo>
                <a:cubicBezTo>
                  <a:pt x="182" y="801"/>
                  <a:pt x="167" y="816"/>
                  <a:pt x="167" y="834"/>
                </a:cubicBezTo>
                <a:cubicBezTo>
                  <a:pt x="167" y="868"/>
                  <a:pt x="167" y="868"/>
                  <a:pt x="167" y="868"/>
                </a:cubicBezTo>
                <a:cubicBezTo>
                  <a:pt x="200" y="868"/>
                  <a:pt x="200" y="868"/>
                  <a:pt x="200" y="868"/>
                </a:cubicBezTo>
                <a:cubicBezTo>
                  <a:pt x="334" y="868"/>
                  <a:pt x="334" y="868"/>
                  <a:pt x="334" y="868"/>
                </a:cubicBezTo>
                <a:cubicBezTo>
                  <a:pt x="534" y="868"/>
                  <a:pt x="534" y="868"/>
                  <a:pt x="534" y="868"/>
                </a:cubicBezTo>
                <a:cubicBezTo>
                  <a:pt x="667" y="868"/>
                  <a:pt x="667" y="868"/>
                  <a:pt x="667" y="868"/>
                </a:cubicBezTo>
                <a:cubicBezTo>
                  <a:pt x="700" y="868"/>
                  <a:pt x="700" y="868"/>
                  <a:pt x="700" y="868"/>
                </a:cubicBezTo>
                <a:cubicBezTo>
                  <a:pt x="700" y="834"/>
                  <a:pt x="700" y="834"/>
                  <a:pt x="700" y="834"/>
                </a:cubicBezTo>
                <a:cubicBezTo>
                  <a:pt x="700" y="816"/>
                  <a:pt x="685" y="801"/>
                  <a:pt x="667" y="801"/>
                </a:cubicBezTo>
                <a:close/>
                <a:moveTo>
                  <a:pt x="1067" y="68"/>
                </a:moveTo>
                <a:cubicBezTo>
                  <a:pt x="900" y="68"/>
                  <a:pt x="900" y="68"/>
                  <a:pt x="900" y="68"/>
                </a:cubicBezTo>
                <a:cubicBezTo>
                  <a:pt x="900" y="201"/>
                  <a:pt x="900" y="201"/>
                  <a:pt x="900" y="201"/>
                </a:cubicBezTo>
                <a:cubicBezTo>
                  <a:pt x="1067" y="201"/>
                  <a:pt x="1067" y="201"/>
                  <a:pt x="1067" y="201"/>
                </a:cubicBezTo>
                <a:cubicBezTo>
                  <a:pt x="1067" y="234"/>
                  <a:pt x="1067" y="234"/>
                  <a:pt x="1067" y="234"/>
                </a:cubicBezTo>
                <a:cubicBezTo>
                  <a:pt x="900" y="234"/>
                  <a:pt x="900" y="234"/>
                  <a:pt x="900" y="234"/>
                </a:cubicBezTo>
                <a:cubicBezTo>
                  <a:pt x="900" y="268"/>
                  <a:pt x="900" y="268"/>
                  <a:pt x="900" y="268"/>
                </a:cubicBezTo>
                <a:cubicBezTo>
                  <a:pt x="1067" y="268"/>
                  <a:pt x="1067" y="268"/>
                  <a:pt x="1067" y="268"/>
                </a:cubicBezTo>
                <a:cubicBezTo>
                  <a:pt x="1067" y="301"/>
                  <a:pt x="1067" y="301"/>
                  <a:pt x="1067" y="301"/>
                </a:cubicBezTo>
                <a:cubicBezTo>
                  <a:pt x="900" y="301"/>
                  <a:pt x="900" y="301"/>
                  <a:pt x="900" y="301"/>
                </a:cubicBezTo>
                <a:cubicBezTo>
                  <a:pt x="900" y="634"/>
                  <a:pt x="900" y="634"/>
                  <a:pt x="900" y="634"/>
                </a:cubicBezTo>
                <a:cubicBezTo>
                  <a:pt x="900" y="690"/>
                  <a:pt x="855" y="734"/>
                  <a:pt x="800" y="734"/>
                </a:cubicBezTo>
                <a:cubicBezTo>
                  <a:pt x="767" y="734"/>
                  <a:pt x="767" y="734"/>
                  <a:pt x="767" y="734"/>
                </a:cubicBezTo>
                <a:cubicBezTo>
                  <a:pt x="767" y="801"/>
                  <a:pt x="767" y="801"/>
                  <a:pt x="767" y="801"/>
                </a:cubicBezTo>
                <a:cubicBezTo>
                  <a:pt x="767" y="838"/>
                  <a:pt x="797" y="868"/>
                  <a:pt x="834" y="868"/>
                </a:cubicBezTo>
                <a:cubicBezTo>
                  <a:pt x="1067" y="868"/>
                  <a:pt x="1067" y="868"/>
                  <a:pt x="1067" y="868"/>
                </a:cubicBezTo>
                <a:cubicBezTo>
                  <a:pt x="1104" y="868"/>
                  <a:pt x="1134" y="838"/>
                  <a:pt x="1134" y="801"/>
                </a:cubicBezTo>
                <a:cubicBezTo>
                  <a:pt x="1134" y="134"/>
                  <a:pt x="1134" y="134"/>
                  <a:pt x="1134" y="134"/>
                </a:cubicBezTo>
                <a:cubicBezTo>
                  <a:pt x="1134" y="98"/>
                  <a:pt x="1104" y="68"/>
                  <a:pt x="1067" y="68"/>
                </a:cubicBezTo>
                <a:close/>
                <a:moveTo>
                  <a:pt x="1033" y="801"/>
                </a:moveTo>
                <a:cubicBezTo>
                  <a:pt x="1015" y="801"/>
                  <a:pt x="1000" y="786"/>
                  <a:pt x="1000" y="768"/>
                </a:cubicBezTo>
                <a:cubicBezTo>
                  <a:pt x="1000" y="749"/>
                  <a:pt x="1015" y="734"/>
                  <a:pt x="1033" y="734"/>
                </a:cubicBezTo>
                <a:cubicBezTo>
                  <a:pt x="1052" y="734"/>
                  <a:pt x="1067" y="749"/>
                  <a:pt x="1067" y="768"/>
                </a:cubicBezTo>
                <a:cubicBezTo>
                  <a:pt x="1067" y="786"/>
                  <a:pt x="1052" y="801"/>
                  <a:pt x="1033" y="801"/>
                </a:cubicBezTo>
                <a:close/>
                <a:moveTo>
                  <a:pt x="866" y="633"/>
                </a:moveTo>
                <a:cubicBezTo>
                  <a:pt x="866" y="66"/>
                  <a:pt x="866" y="66"/>
                  <a:pt x="866" y="66"/>
                </a:cubicBezTo>
                <a:cubicBezTo>
                  <a:pt x="866" y="30"/>
                  <a:pt x="836" y="0"/>
                  <a:pt x="799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30" y="0"/>
                  <a:pt x="0" y="30"/>
                  <a:pt x="0" y="66"/>
                </a:cubicBezTo>
                <a:cubicBezTo>
                  <a:pt x="0" y="633"/>
                  <a:pt x="0" y="633"/>
                  <a:pt x="0" y="633"/>
                </a:cubicBezTo>
                <a:cubicBezTo>
                  <a:pt x="0" y="670"/>
                  <a:pt x="30" y="700"/>
                  <a:pt x="67" y="700"/>
                </a:cubicBezTo>
                <a:cubicBezTo>
                  <a:pt x="799" y="700"/>
                  <a:pt x="799" y="700"/>
                  <a:pt x="799" y="700"/>
                </a:cubicBezTo>
                <a:cubicBezTo>
                  <a:pt x="836" y="700"/>
                  <a:pt x="866" y="670"/>
                  <a:pt x="866" y="633"/>
                </a:cubicBezTo>
                <a:close/>
                <a:moveTo>
                  <a:pt x="67" y="68"/>
                </a:moveTo>
                <a:cubicBezTo>
                  <a:pt x="800" y="68"/>
                  <a:pt x="800" y="68"/>
                  <a:pt x="800" y="68"/>
                </a:cubicBezTo>
                <a:cubicBezTo>
                  <a:pt x="800" y="568"/>
                  <a:pt x="800" y="568"/>
                  <a:pt x="800" y="568"/>
                </a:cubicBezTo>
                <a:cubicBezTo>
                  <a:pt x="67" y="568"/>
                  <a:pt x="67" y="568"/>
                  <a:pt x="67" y="568"/>
                </a:cubicBezTo>
                <a:lnTo>
                  <a:pt x="67" y="68"/>
                </a:lnTo>
                <a:close/>
                <a:moveTo>
                  <a:pt x="432" y="666"/>
                </a:moveTo>
                <a:cubicBezTo>
                  <a:pt x="414" y="666"/>
                  <a:pt x="399" y="651"/>
                  <a:pt x="399" y="633"/>
                </a:cubicBezTo>
                <a:cubicBezTo>
                  <a:pt x="399" y="615"/>
                  <a:pt x="414" y="600"/>
                  <a:pt x="432" y="600"/>
                </a:cubicBezTo>
                <a:cubicBezTo>
                  <a:pt x="451" y="600"/>
                  <a:pt x="466" y="615"/>
                  <a:pt x="466" y="633"/>
                </a:cubicBezTo>
                <a:cubicBezTo>
                  <a:pt x="466" y="651"/>
                  <a:pt x="451" y="666"/>
                  <a:pt x="432" y="666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74" name="Freeform 80"/>
          <p:cNvSpPr>
            <a:spLocks noEditPoints="1"/>
          </p:cNvSpPr>
          <p:nvPr/>
        </p:nvSpPr>
        <p:spPr bwMode="auto">
          <a:xfrm>
            <a:off x="3648945" y="3626212"/>
            <a:ext cx="417189" cy="709723"/>
          </a:xfrm>
          <a:custGeom>
            <a:avLst/>
            <a:gdLst>
              <a:gd name="T0" fmla="*/ 600 w 666"/>
              <a:gd name="T1" fmla="*/ 0 h 1133"/>
              <a:gd name="T2" fmla="*/ 66 w 666"/>
              <a:gd name="T3" fmla="*/ 0 h 1133"/>
              <a:gd name="T4" fmla="*/ 0 w 666"/>
              <a:gd name="T5" fmla="*/ 67 h 1133"/>
              <a:gd name="T6" fmla="*/ 0 w 666"/>
              <a:gd name="T7" fmla="*/ 1067 h 1133"/>
              <a:gd name="T8" fmla="*/ 66 w 666"/>
              <a:gd name="T9" fmla="*/ 1133 h 1133"/>
              <a:gd name="T10" fmla="*/ 600 w 666"/>
              <a:gd name="T11" fmla="*/ 1133 h 1133"/>
              <a:gd name="T12" fmla="*/ 666 w 666"/>
              <a:gd name="T13" fmla="*/ 1067 h 1133"/>
              <a:gd name="T14" fmla="*/ 666 w 666"/>
              <a:gd name="T15" fmla="*/ 67 h 1133"/>
              <a:gd name="T16" fmla="*/ 600 w 666"/>
              <a:gd name="T17" fmla="*/ 0 h 1133"/>
              <a:gd name="T18" fmla="*/ 283 w 666"/>
              <a:gd name="T19" fmla="*/ 33 h 1133"/>
              <a:gd name="T20" fmla="*/ 383 w 666"/>
              <a:gd name="T21" fmla="*/ 33 h 1133"/>
              <a:gd name="T22" fmla="*/ 400 w 666"/>
              <a:gd name="T23" fmla="*/ 50 h 1133"/>
              <a:gd name="T24" fmla="*/ 383 w 666"/>
              <a:gd name="T25" fmla="*/ 67 h 1133"/>
              <a:gd name="T26" fmla="*/ 283 w 666"/>
              <a:gd name="T27" fmla="*/ 67 h 1133"/>
              <a:gd name="T28" fmla="*/ 266 w 666"/>
              <a:gd name="T29" fmla="*/ 50 h 1133"/>
              <a:gd name="T30" fmla="*/ 283 w 666"/>
              <a:gd name="T31" fmla="*/ 33 h 1133"/>
              <a:gd name="T32" fmla="*/ 333 w 666"/>
              <a:gd name="T33" fmla="*/ 1100 h 1133"/>
              <a:gd name="T34" fmla="*/ 300 w 666"/>
              <a:gd name="T35" fmla="*/ 1067 h 1133"/>
              <a:gd name="T36" fmla="*/ 333 w 666"/>
              <a:gd name="T37" fmla="*/ 1033 h 1133"/>
              <a:gd name="T38" fmla="*/ 366 w 666"/>
              <a:gd name="T39" fmla="*/ 1067 h 1133"/>
              <a:gd name="T40" fmla="*/ 333 w 666"/>
              <a:gd name="T41" fmla="*/ 1100 h 1133"/>
              <a:gd name="T42" fmla="*/ 600 w 666"/>
              <a:gd name="T43" fmla="*/ 1000 h 1133"/>
              <a:gd name="T44" fmla="*/ 66 w 666"/>
              <a:gd name="T45" fmla="*/ 1000 h 1133"/>
              <a:gd name="T46" fmla="*/ 66 w 666"/>
              <a:gd name="T47" fmla="*/ 100 h 1133"/>
              <a:gd name="T48" fmla="*/ 600 w 666"/>
              <a:gd name="T49" fmla="*/ 100 h 1133"/>
              <a:gd name="T50" fmla="*/ 600 w 666"/>
              <a:gd name="T51" fmla="*/ 1000 h 1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666" h="1133">
                <a:moveTo>
                  <a:pt x="600" y="0"/>
                </a:moveTo>
                <a:cubicBezTo>
                  <a:pt x="66" y="0"/>
                  <a:pt x="66" y="0"/>
                  <a:pt x="66" y="0"/>
                </a:cubicBezTo>
                <a:cubicBezTo>
                  <a:pt x="29" y="0"/>
                  <a:pt x="0" y="30"/>
                  <a:pt x="0" y="67"/>
                </a:cubicBezTo>
                <a:cubicBezTo>
                  <a:pt x="0" y="1067"/>
                  <a:pt x="0" y="1067"/>
                  <a:pt x="0" y="1067"/>
                </a:cubicBezTo>
                <a:cubicBezTo>
                  <a:pt x="0" y="1103"/>
                  <a:pt x="29" y="1133"/>
                  <a:pt x="66" y="1133"/>
                </a:cubicBezTo>
                <a:cubicBezTo>
                  <a:pt x="600" y="1133"/>
                  <a:pt x="600" y="1133"/>
                  <a:pt x="600" y="1133"/>
                </a:cubicBezTo>
                <a:cubicBezTo>
                  <a:pt x="637" y="1133"/>
                  <a:pt x="666" y="1103"/>
                  <a:pt x="666" y="1067"/>
                </a:cubicBezTo>
                <a:cubicBezTo>
                  <a:pt x="666" y="67"/>
                  <a:pt x="666" y="67"/>
                  <a:pt x="666" y="67"/>
                </a:cubicBezTo>
                <a:cubicBezTo>
                  <a:pt x="666" y="30"/>
                  <a:pt x="637" y="0"/>
                  <a:pt x="600" y="0"/>
                </a:cubicBezTo>
                <a:close/>
                <a:moveTo>
                  <a:pt x="283" y="33"/>
                </a:moveTo>
                <a:cubicBezTo>
                  <a:pt x="383" y="33"/>
                  <a:pt x="383" y="33"/>
                  <a:pt x="383" y="33"/>
                </a:cubicBezTo>
                <a:cubicBezTo>
                  <a:pt x="392" y="33"/>
                  <a:pt x="400" y="41"/>
                  <a:pt x="400" y="50"/>
                </a:cubicBezTo>
                <a:cubicBezTo>
                  <a:pt x="400" y="59"/>
                  <a:pt x="392" y="67"/>
                  <a:pt x="383" y="67"/>
                </a:cubicBezTo>
                <a:cubicBezTo>
                  <a:pt x="283" y="67"/>
                  <a:pt x="283" y="67"/>
                  <a:pt x="283" y="67"/>
                </a:cubicBezTo>
                <a:cubicBezTo>
                  <a:pt x="274" y="67"/>
                  <a:pt x="266" y="59"/>
                  <a:pt x="266" y="50"/>
                </a:cubicBezTo>
                <a:cubicBezTo>
                  <a:pt x="266" y="41"/>
                  <a:pt x="274" y="33"/>
                  <a:pt x="283" y="33"/>
                </a:cubicBezTo>
                <a:close/>
                <a:moveTo>
                  <a:pt x="333" y="1100"/>
                </a:moveTo>
                <a:cubicBezTo>
                  <a:pt x="315" y="1100"/>
                  <a:pt x="300" y="1085"/>
                  <a:pt x="300" y="1067"/>
                </a:cubicBezTo>
                <a:cubicBezTo>
                  <a:pt x="300" y="1048"/>
                  <a:pt x="315" y="1033"/>
                  <a:pt x="333" y="1033"/>
                </a:cubicBezTo>
                <a:cubicBezTo>
                  <a:pt x="351" y="1033"/>
                  <a:pt x="366" y="1048"/>
                  <a:pt x="366" y="1067"/>
                </a:cubicBezTo>
                <a:cubicBezTo>
                  <a:pt x="366" y="1085"/>
                  <a:pt x="351" y="1100"/>
                  <a:pt x="333" y="1100"/>
                </a:cubicBezTo>
                <a:close/>
                <a:moveTo>
                  <a:pt x="600" y="1000"/>
                </a:moveTo>
                <a:cubicBezTo>
                  <a:pt x="66" y="1000"/>
                  <a:pt x="66" y="1000"/>
                  <a:pt x="66" y="1000"/>
                </a:cubicBezTo>
                <a:cubicBezTo>
                  <a:pt x="66" y="100"/>
                  <a:pt x="66" y="100"/>
                  <a:pt x="66" y="100"/>
                </a:cubicBezTo>
                <a:cubicBezTo>
                  <a:pt x="600" y="100"/>
                  <a:pt x="600" y="100"/>
                  <a:pt x="600" y="100"/>
                </a:cubicBezTo>
                <a:lnTo>
                  <a:pt x="600" y="1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75" name="Freeform 100"/>
          <p:cNvSpPr>
            <a:spLocks noEditPoints="1"/>
          </p:cNvSpPr>
          <p:nvPr/>
        </p:nvSpPr>
        <p:spPr bwMode="auto">
          <a:xfrm>
            <a:off x="2160866" y="3626212"/>
            <a:ext cx="535503" cy="700606"/>
          </a:xfrm>
          <a:custGeom>
            <a:avLst/>
            <a:gdLst>
              <a:gd name="T0" fmla="*/ 800 w 866"/>
              <a:gd name="T1" fmla="*/ 0 h 1133"/>
              <a:gd name="T2" fmla="*/ 66 w 866"/>
              <a:gd name="T3" fmla="*/ 0 h 1133"/>
              <a:gd name="T4" fmla="*/ 0 w 866"/>
              <a:gd name="T5" fmla="*/ 67 h 1133"/>
              <a:gd name="T6" fmla="*/ 0 w 866"/>
              <a:gd name="T7" fmla="*/ 1067 h 1133"/>
              <a:gd name="T8" fmla="*/ 66 w 866"/>
              <a:gd name="T9" fmla="*/ 1133 h 1133"/>
              <a:gd name="T10" fmla="*/ 800 w 866"/>
              <a:gd name="T11" fmla="*/ 1133 h 1133"/>
              <a:gd name="T12" fmla="*/ 866 w 866"/>
              <a:gd name="T13" fmla="*/ 1067 h 1133"/>
              <a:gd name="T14" fmla="*/ 866 w 866"/>
              <a:gd name="T15" fmla="*/ 67 h 1133"/>
              <a:gd name="T16" fmla="*/ 800 w 866"/>
              <a:gd name="T17" fmla="*/ 0 h 1133"/>
              <a:gd name="T18" fmla="*/ 433 w 866"/>
              <a:gd name="T19" fmla="*/ 1100 h 1133"/>
              <a:gd name="T20" fmla="*/ 400 w 866"/>
              <a:gd name="T21" fmla="*/ 1067 h 1133"/>
              <a:gd name="T22" fmla="*/ 433 w 866"/>
              <a:gd name="T23" fmla="*/ 1033 h 1133"/>
              <a:gd name="T24" fmla="*/ 466 w 866"/>
              <a:gd name="T25" fmla="*/ 1067 h 1133"/>
              <a:gd name="T26" fmla="*/ 433 w 866"/>
              <a:gd name="T27" fmla="*/ 1100 h 1133"/>
              <a:gd name="T28" fmla="*/ 800 w 866"/>
              <a:gd name="T29" fmla="*/ 1000 h 1133"/>
              <a:gd name="T30" fmla="*/ 66 w 866"/>
              <a:gd name="T31" fmla="*/ 1000 h 1133"/>
              <a:gd name="T32" fmla="*/ 66 w 866"/>
              <a:gd name="T33" fmla="*/ 67 h 1133"/>
              <a:gd name="T34" fmla="*/ 800 w 866"/>
              <a:gd name="T35" fmla="*/ 67 h 1133"/>
              <a:gd name="T36" fmla="*/ 800 w 866"/>
              <a:gd name="T37" fmla="*/ 1000 h 1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66" h="1133">
                <a:moveTo>
                  <a:pt x="800" y="0"/>
                </a:moveTo>
                <a:cubicBezTo>
                  <a:pt x="66" y="0"/>
                  <a:pt x="66" y="0"/>
                  <a:pt x="66" y="0"/>
                </a:cubicBezTo>
                <a:cubicBezTo>
                  <a:pt x="30" y="0"/>
                  <a:pt x="0" y="30"/>
                  <a:pt x="0" y="67"/>
                </a:cubicBezTo>
                <a:cubicBezTo>
                  <a:pt x="0" y="1067"/>
                  <a:pt x="0" y="1067"/>
                  <a:pt x="0" y="1067"/>
                </a:cubicBezTo>
                <a:cubicBezTo>
                  <a:pt x="0" y="1103"/>
                  <a:pt x="30" y="1133"/>
                  <a:pt x="66" y="1133"/>
                </a:cubicBezTo>
                <a:cubicBezTo>
                  <a:pt x="800" y="1133"/>
                  <a:pt x="800" y="1133"/>
                  <a:pt x="800" y="1133"/>
                </a:cubicBezTo>
                <a:cubicBezTo>
                  <a:pt x="836" y="1133"/>
                  <a:pt x="866" y="1103"/>
                  <a:pt x="866" y="1067"/>
                </a:cubicBezTo>
                <a:cubicBezTo>
                  <a:pt x="866" y="67"/>
                  <a:pt x="866" y="67"/>
                  <a:pt x="866" y="67"/>
                </a:cubicBezTo>
                <a:cubicBezTo>
                  <a:pt x="866" y="30"/>
                  <a:pt x="836" y="0"/>
                  <a:pt x="800" y="0"/>
                </a:cubicBezTo>
                <a:close/>
                <a:moveTo>
                  <a:pt x="433" y="1100"/>
                </a:moveTo>
                <a:cubicBezTo>
                  <a:pt x="415" y="1100"/>
                  <a:pt x="400" y="1085"/>
                  <a:pt x="400" y="1067"/>
                </a:cubicBezTo>
                <a:cubicBezTo>
                  <a:pt x="400" y="1048"/>
                  <a:pt x="415" y="1033"/>
                  <a:pt x="433" y="1033"/>
                </a:cubicBezTo>
                <a:cubicBezTo>
                  <a:pt x="451" y="1033"/>
                  <a:pt x="466" y="1048"/>
                  <a:pt x="466" y="1067"/>
                </a:cubicBezTo>
                <a:cubicBezTo>
                  <a:pt x="466" y="1085"/>
                  <a:pt x="451" y="1100"/>
                  <a:pt x="433" y="1100"/>
                </a:cubicBezTo>
                <a:close/>
                <a:moveTo>
                  <a:pt x="800" y="1000"/>
                </a:moveTo>
                <a:cubicBezTo>
                  <a:pt x="66" y="1000"/>
                  <a:pt x="66" y="1000"/>
                  <a:pt x="66" y="1000"/>
                </a:cubicBezTo>
                <a:cubicBezTo>
                  <a:pt x="66" y="67"/>
                  <a:pt x="66" y="67"/>
                  <a:pt x="66" y="67"/>
                </a:cubicBezTo>
                <a:cubicBezTo>
                  <a:pt x="800" y="67"/>
                  <a:pt x="800" y="67"/>
                  <a:pt x="800" y="67"/>
                </a:cubicBezTo>
                <a:lnTo>
                  <a:pt x="800" y="1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76" name="Freeform 31"/>
          <p:cNvSpPr>
            <a:spLocks noEditPoints="1"/>
          </p:cNvSpPr>
          <p:nvPr/>
        </p:nvSpPr>
        <p:spPr bwMode="auto">
          <a:xfrm>
            <a:off x="6422992" y="3542874"/>
            <a:ext cx="559277" cy="775626"/>
          </a:xfrm>
          <a:custGeom>
            <a:avLst/>
            <a:gdLst>
              <a:gd name="T0" fmla="*/ 325 w 866"/>
              <a:gd name="T1" fmla="*/ 800 h 1200"/>
              <a:gd name="T2" fmla="*/ 395 w 866"/>
              <a:gd name="T3" fmla="*/ 600 h 1200"/>
              <a:gd name="T4" fmla="*/ 471 w 866"/>
              <a:gd name="T5" fmla="*/ 600 h 1200"/>
              <a:gd name="T6" fmla="*/ 541 w 866"/>
              <a:gd name="T7" fmla="*/ 800 h 1200"/>
              <a:gd name="T8" fmla="*/ 651 w 866"/>
              <a:gd name="T9" fmla="*/ 800 h 1200"/>
              <a:gd name="T10" fmla="*/ 508 w 866"/>
              <a:gd name="T11" fmla="*/ 233 h 1200"/>
              <a:gd name="T12" fmla="*/ 533 w 866"/>
              <a:gd name="T13" fmla="*/ 200 h 1200"/>
              <a:gd name="T14" fmla="*/ 533 w 866"/>
              <a:gd name="T15" fmla="*/ 150 h 1200"/>
              <a:gd name="T16" fmla="*/ 516 w 866"/>
              <a:gd name="T17" fmla="*/ 133 h 1200"/>
              <a:gd name="T18" fmla="*/ 500 w 866"/>
              <a:gd name="T19" fmla="*/ 133 h 1200"/>
              <a:gd name="T20" fmla="*/ 500 w 866"/>
              <a:gd name="T21" fmla="*/ 100 h 1200"/>
              <a:gd name="T22" fmla="*/ 466 w 866"/>
              <a:gd name="T23" fmla="*/ 66 h 1200"/>
              <a:gd name="T24" fmla="*/ 449 w 866"/>
              <a:gd name="T25" fmla="*/ 66 h 1200"/>
              <a:gd name="T26" fmla="*/ 449 w 866"/>
              <a:gd name="T27" fmla="*/ 16 h 1200"/>
              <a:gd name="T28" fmla="*/ 433 w 866"/>
              <a:gd name="T29" fmla="*/ 0 h 1200"/>
              <a:gd name="T30" fmla="*/ 417 w 866"/>
              <a:gd name="T31" fmla="*/ 16 h 1200"/>
              <a:gd name="T32" fmla="*/ 417 w 866"/>
              <a:gd name="T33" fmla="*/ 66 h 1200"/>
              <a:gd name="T34" fmla="*/ 400 w 866"/>
              <a:gd name="T35" fmla="*/ 66 h 1200"/>
              <a:gd name="T36" fmla="*/ 366 w 866"/>
              <a:gd name="T37" fmla="*/ 100 h 1200"/>
              <a:gd name="T38" fmla="*/ 366 w 866"/>
              <a:gd name="T39" fmla="*/ 133 h 1200"/>
              <a:gd name="T40" fmla="*/ 350 w 866"/>
              <a:gd name="T41" fmla="*/ 133 h 1200"/>
              <a:gd name="T42" fmla="*/ 333 w 866"/>
              <a:gd name="T43" fmla="*/ 150 h 1200"/>
              <a:gd name="T44" fmla="*/ 333 w 866"/>
              <a:gd name="T45" fmla="*/ 200 h 1200"/>
              <a:gd name="T46" fmla="*/ 358 w 866"/>
              <a:gd name="T47" fmla="*/ 233 h 1200"/>
              <a:gd name="T48" fmla="*/ 215 w 866"/>
              <a:gd name="T49" fmla="*/ 800 h 1200"/>
              <a:gd name="T50" fmla="*/ 325 w 866"/>
              <a:gd name="T51" fmla="*/ 800 h 1200"/>
              <a:gd name="T52" fmla="*/ 667 w 866"/>
              <a:gd name="T53" fmla="*/ 833 h 1200"/>
              <a:gd name="T54" fmla="*/ 556 w 866"/>
              <a:gd name="T55" fmla="*/ 833 h 1200"/>
              <a:gd name="T56" fmla="*/ 310 w 866"/>
              <a:gd name="T57" fmla="*/ 833 h 1200"/>
              <a:gd name="T58" fmla="*/ 199 w 866"/>
              <a:gd name="T59" fmla="*/ 833 h 1200"/>
              <a:gd name="T60" fmla="*/ 0 w 866"/>
              <a:gd name="T61" fmla="*/ 1200 h 1200"/>
              <a:gd name="T62" fmla="*/ 200 w 866"/>
              <a:gd name="T63" fmla="*/ 1200 h 1200"/>
              <a:gd name="T64" fmla="*/ 433 w 866"/>
              <a:gd name="T65" fmla="*/ 966 h 1200"/>
              <a:gd name="T66" fmla="*/ 666 w 866"/>
              <a:gd name="T67" fmla="*/ 1200 h 1200"/>
              <a:gd name="T68" fmla="*/ 866 w 866"/>
              <a:gd name="T69" fmla="*/ 1200 h 1200"/>
              <a:gd name="T70" fmla="*/ 667 w 866"/>
              <a:gd name="T71" fmla="*/ 833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866" h="1200">
                <a:moveTo>
                  <a:pt x="325" y="800"/>
                </a:moveTo>
                <a:cubicBezTo>
                  <a:pt x="352" y="737"/>
                  <a:pt x="375" y="671"/>
                  <a:pt x="395" y="600"/>
                </a:cubicBezTo>
                <a:cubicBezTo>
                  <a:pt x="471" y="600"/>
                  <a:pt x="471" y="600"/>
                  <a:pt x="471" y="600"/>
                </a:cubicBezTo>
                <a:cubicBezTo>
                  <a:pt x="491" y="671"/>
                  <a:pt x="514" y="737"/>
                  <a:pt x="541" y="800"/>
                </a:cubicBezTo>
                <a:cubicBezTo>
                  <a:pt x="651" y="800"/>
                  <a:pt x="651" y="800"/>
                  <a:pt x="651" y="800"/>
                </a:cubicBezTo>
                <a:cubicBezTo>
                  <a:pt x="577" y="644"/>
                  <a:pt x="526" y="449"/>
                  <a:pt x="508" y="233"/>
                </a:cubicBezTo>
                <a:cubicBezTo>
                  <a:pt x="533" y="200"/>
                  <a:pt x="533" y="200"/>
                  <a:pt x="533" y="200"/>
                </a:cubicBezTo>
                <a:cubicBezTo>
                  <a:pt x="533" y="150"/>
                  <a:pt x="533" y="150"/>
                  <a:pt x="533" y="150"/>
                </a:cubicBezTo>
                <a:cubicBezTo>
                  <a:pt x="533" y="140"/>
                  <a:pt x="526" y="133"/>
                  <a:pt x="516" y="133"/>
                </a:cubicBezTo>
                <a:cubicBezTo>
                  <a:pt x="500" y="133"/>
                  <a:pt x="500" y="133"/>
                  <a:pt x="500" y="133"/>
                </a:cubicBezTo>
                <a:cubicBezTo>
                  <a:pt x="500" y="100"/>
                  <a:pt x="500" y="100"/>
                  <a:pt x="500" y="100"/>
                </a:cubicBezTo>
                <a:cubicBezTo>
                  <a:pt x="500" y="81"/>
                  <a:pt x="485" y="66"/>
                  <a:pt x="466" y="66"/>
                </a:cubicBezTo>
                <a:cubicBezTo>
                  <a:pt x="449" y="66"/>
                  <a:pt x="449" y="66"/>
                  <a:pt x="449" y="66"/>
                </a:cubicBezTo>
                <a:cubicBezTo>
                  <a:pt x="449" y="16"/>
                  <a:pt x="449" y="16"/>
                  <a:pt x="449" y="16"/>
                </a:cubicBezTo>
                <a:cubicBezTo>
                  <a:pt x="449" y="7"/>
                  <a:pt x="442" y="0"/>
                  <a:pt x="433" y="0"/>
                </a:cubicBezTo>
                <a:cubicBezTo>
                  <a:pt x="424" y="0"/>
                  <a:pt x="417" y="7"/>
                  <a:pt x="417" y="16"/>
                </a:cubicBezTo>
                <a:cubicBezTo>
                  <a:pt x="417" y="66"/>
                  <a:pt x="417" y="66"/>
                  <a:pt x="417" y="66"/>
                </a:cubicBezTo>
                <a:cubicBezTo>
                  <a:pt x="400" y="66"/>
                  <a:pt x="400" y="66"/>
                  <a:pt x="400" y="66"/>
                </a:cubicBezTo>
                <a:cubicBezTo>
                  <a:pt x="381" y="66"/>
                  <a:pt x="366" y="81"/>
                  <a:pt x="366" y="100"/>
                </a:cubicBezTo>
                <a:cubicBezTo>
                  <a:pt x="366" y="133"/>
                  <a:pt x="366" y="133"/>
                  <a:pt x="366" y="133"/>
                </a:cubicBezTo>
                <a:cubicBezTo>
                  <a:pt x="350" y="133"/>
                  <a:pt x="350" y="133"/>
                  <a:pt x="350" y="133"/>
                </a:cubicBezTo>
                <a:cubicBezTo>
                  <a:pt x="340" y="133"/>
                  <a:pt x="333" y="140"/>
                  <a:pt x="333" y="150"/>
                </a:cubicBezTo>
                <a:cubicBezTo>
                  <a:pt x="333" y="200"/>
                  <a:pt x="333" y="200"/>
                  <a:pt x="333" y="200"/>
                </a:cubicBezTo>
                <a:cubicBezTo>
                  <a:pt x="358" y="233"/>
                  <a:pt x="358" y="233"/>
                  <a:pt x="358" y="233"/>
                </a:cubicBezTo>
                <a:cubicBezTo>
                  <a:pt x="340" y="449"/>
                  <a:pt x="289" y="644"/>
                  <a:pt x="215" y="800"/>
                </a:cubicBezTo>
                <a:lnTo>
                  <a:pt x="325" y="800"/>
                </a:lnTo>
                <a:close/>
                <a:moveTo>
                  <a:pt x="667" y="833"/>
                </a:moveTo>
                <a:cubicBezTo>
                  <a:pt x="556" y="833"/>
                  <a:pt x="556" y="833"/>
                  <a:pt x="556" y="833"/>
                </a:cubicBezTo>
                <a:cubicBezTo>
                  <a:pt x="310" y="833"/>
                  <a:pt x="310" y="833"/>
                  <a:pt x="310" y="833"/>
                </a:cubicBezTo>
                <a:cubicBezTo>
                  <a:pt x="199" y="833"/>
                  <a:pt x="199" y="833"/>
                  <a:pt x="199" y="833"/>
                </a:cubicBezTo>
                <a:cubicBezTo>
                  <a:pt x="0" y="1200"/>
                  <a:pt x="0" y="1200"/>
                  <a:pt x="0" y="1200"/>
                </a:cubicBezTo>
                <a:cubicBezTo>
                  <a:pt x="200" y="1200"/>
                  <a:pt x="200" y="1200"/>
                  <a:pt x="200" y="1200"/>
                </a:cubicBezTo>
                <a:cubicBezTo>
                  <a:pt x="200" y="1071"/>
                  <a:pt x="304" y="966"/>
                  <a:pt x="433" y="966"/>
                </a:cubicBezTo>
                <a:cubicBezTo>
                  <a:pt x="562" y="966"/>
                  <a:pt x="666" y="1071"/>
                  <a:pt x="666" y="1200"/>
                </a:cubicBezTo>
                <a:cubicBezTo>
                  <a:pt x="866" y="1200"/>
                  <a:pt x="866" y="1200"/>
                  <a:pt x="866" y="1200"/>
                </a:cubicBezTo>
                <a:lnTo>
                  <a:pt x="667" y="8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78" name="Freeform 85"/>
          <p:cNvSpPr>
            <a:spLocks noEditPoints="1"/>
          </p:cNvSpPr>
          <p:nvPr/>
        </p:nvSpPr>
        <p:spPr bwMode="auto">
          <a:xfrm>
            <a:off x="7716898" y="3567638"/>
            <a:ext cx="775626" cy="775626"/>
          </a:xfrm>
          <a:custGeom>
            <a:avLst/>
            <a:gdLst>
              <a:gd name="T0" fmla="*/ 100 w 1107"/>
              <a:gd name="T1" fmla="*/ 334 h 1106"/>
              <a:gd name="T2" fmla="*/ 33 w 1107"/>
              <a:gd name="T3" fmla="*/ 334 h 1106"/>
              <a:gd name="T4" fmla="*/ 0 w 1107"/>
              <a:gd name="T5" fmla="*/ 367 h 1106"/>
              <a:gd name="T6" fmla="*/ 33 w 1107"/>
              <a:gd name="T7" fmla="*/ 400 h 1106"/>
              <a:gd name="T8" fmla="*/ 100 w 1107"/>
              <a:gd name="T9" fmla="*/ 400 h 1106"/>
              <a:gd name="T10" fmla="*/ 133 w 1107"/>
              <a:gd name="T11" fmla="*/ 367 h 1106"/>
              <a:gd name="T12" fmla="*/ 100 w 1107"/>
              <a:gd name="T13" fmla="*/ 334 h 1106"/>
              <a:gd name="T14" fmla="*/ 367 w 1107"/>
              <a:gd name="T15" fmla="*/ 134 h 1106"/>
              <a:gd name="T16" fmla="*/ 400 w 1107"/>
              <a:gd name="T17" fmla="*/ 100 h 1106"/>
              <a:gd name="T18" fmla="*/ 400 w 1107"/>
              <a:gd name="T19" fmla="*/ 34 h 1106"/>
              <a:gd name="T20" fmla="*/ 367 w 1107"/>
              <a:gd name="T21" fmla="*/ 0 h 1106"/>
              <a:gd name="T22" fmla="*/ 333 w 1107"/>
              <a:gd name="T23" fmla="*/ 34 h 1106"/>
              <a:gd name="T24" fmla="*/ 333 w 1107"/>
              <a:gd name="T25" fmla="*/ 100 h 1106"/>
              <a:gd name="T26" fmla="*/ 333 w 1107"/>
              <a:gd name="T27" fmla="*/ 100 h 1106"/>
              <a:gd name="T28" fmla="*/ 367 w 1107"/>
              <a:gd name="T29" fmla="*/ 134 h 1106"/>
              <a:gd name="T30" fmla="*/ 210 w 1107"/>
              <a:gd name="T31" fmla="*/ 209 h 1106"/>
              <a:gd name="T32" fmla="*/ 210 w 1107"/>
              <a:gd name="T33" fmla="*/ 162 h 1106"/>
              <a:gd name="T34" fmla="*/ 163 w 1107"/>
              <a:gd name="T35" fmla="*/ 115 h 1106"/>
              <a:gd name="T36" fmla="*/ 116 w 1107"/>
              <a:gd name="T37" fmla="*/ 115 h 1106"/>
              <a:gd name="T38" fmla="*/ 116 w 1107"/>
              <a:gd name="T39" fmla="*/ 162 h 1106"/>
              <a:gd name="T40" fmla="*/ 163 w 1107"/>
              <a:gd name="T41" fmla="*/ 209 h 1106"/>
              <a:gd name="T42" fmla="*/ 210 w 1107"/>
              <a:gd name="T43" fmla="*/ 209 h 1106"/>
              <a:gd name="T44" fmla="*/ 1080 w 1107"/>
              <a:gd name="T45" fmla="*/ 891 h 1106"/>
              <a:gd name="T46" fmla="*/ 1057 w 1107"/>
              <a:gd name="T47" fmla="*/ 868 h 1106"/>
              <a:gd name="T48" fmla="*/ 667 w 1107"/>
              <a:gd name="T49" fmla="*/ 477 h 1106"/>
              <a:gd name="T50" fmla="*/ 667 w 1107"/>
              <a:gd name="T51" fmla="*/ 360 h 1106"/>
              <a:gd name="T52" fmla="*/ 608 w 1107"/>
              <a:gd name="T53" fmla="*/ 419 h 1106"/>
              <a:gd name="T54" fmla="*/ 420 w 1107"/>
              <a:gd name="T55" fmla="*/ 607 h 1106"/>
              <a:gd name="T56" fmla="*/ 360 w 1107"/>
              <a:gd name="T57" fmla="*/ 667 h 1106"/>
              <a:gd name="T58" fmla="*/ 480 w 1107"/>
              <a:gd name="T59" fmla="*/ 667 h 1106"/>
              <a:gd name="T60" fmla="*/ 869 w 1107"/>
              <a:gd name="T61" fmla="*/ 1056 h 1106"/>
              <a:gd name="T62" fmla="*/ 892 w 1107"/>
              <a:gd name="T63" fmla="*/ 1079 h 1106"/>
              <a:gd name="T64" fmla="*/ 986 w 1107"/>
              <a:gd name="T65" fmla="*/ 1079 h 1106"/>
              <a:gd name="T66" fmla="*/ 1080 w 1107"/>
              <a:gd name="T67" fmla="*/ 985 h 1106"/>
              <a:gd name="T68" fmla="*/ 1080 w 1107"/>
              <a:gd name="T69" fmla="*/ 891 h 1106"/>
              <a:gd name="T70" fmla="*/ 797 w 1107"/>
              <a:gd name="T71" fmla="*/ 796 h 1106"/>
              <a:gd name="T72" fmla="*/ 749 w 1107"/>
              <a:gd name="T73" fmla="*/ 796 h 1106"/>
              <a:gd name="T74" fmla="*/ 702 w 1107"/>
              <a:gd name="T75" fmla="*/ 748 h 1106"/>
              <a:gd name="T76" fmla="*/ 702 w 1107"/>
              <a:gd name="T77" fmla="*/ 701 h 1106"/>
              <a:gd name="T78" fmla="*/ 749 w 1107"/>
              <a:gd name="T79" fmla="*/ 701 h 1106"/>
              <a:gd name="T80" fmla="*/ 797 w 1107"/>
              <a:gd name="T81" fmla="*/ 748 h 1106"/>
              <a:gd name="T82" fmla="*/ 797 w 1107"/>
              <a:gd name="T83" fmla="*/ 796 h 1106"/>
              <a:gd name="T84" fmla="*/ 506 w 1107"/>
              <a:gd name="T85" fmla="*/ 175 h 1106"/>
              <a:gd name="T86" fmla="*/ 459 w 1107"/>
              <a:gd name="T87" fmla="*/ 175 h 1106"/>
              <a:gd name="T88" fmla="*/ 176 w 1107"/>
              <a:gd name="T89" fmla="*/ 458 h 1106"/>
              <a:gd name="T90" fmla="*/ 176 w 1107"/>
              <a:gd name="T91" fmla="*/ 505 h 1106"/>
              <a:gd name="T92" fmla="*/ 176 w 1107"/>
              <a:gd name="T93" fmla="*/ 505 h 1106"/>
              <a:gd name="T94" fmla="*/ 320 w 1107"/>
              <a:gd name="T95" fmla="*/ 649 h 1106"/>
              <a:gd name="T96" fmla="*/ 650 w 1107"/>
              <a:gd name="T97" fmla="*/ 319 h 1106"/>
              <a:gd name="T98" fmla="*/ 506 w 1107"/>
              <a:gd name="T99" fmla="*/ 175 h 1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107" h="1106">
                <a:moveTo>
                  <a:pt x="100" y="334"/>
                </a:moveTo>
                <a:cubicBezTo>
                  <a:pt x="33" y="334"/>
                  <a:pt x="33" y="334"/>
                  <a:pt x="33" y="334"/>
                </a:cubicBezTo>
                <a:cubicBezTo>
                  <a:pt x="15" y="334"/>
                  <a:pt x="0" y="349"/>
                  <a:pt x="0" y="367"/>
                </a:cubicBezTo>
                <a:cubicBezTo>
                  <a:pt x="0" y="385"/>
                  <a:pt x="15" y="400"/>
                  <a:pt x="33" y="400"/>
                </a:cubicBezTo>
                <a:cubicBezTo>
                  <a:pt x="100" y="400"/>
                  <a:pt x="100" y="400"/>
                  <a:pt x="100" y="400"/>
                </a:cubicBezTo>
                <a:cubicBezTo>
                  <a:pt x="118" y="400"/>
                  <a:pt x="133" y="385"/>
                  <a:pt x="133" y="367"/>
                </a:cubicBezTo>
                <a:cubicBezTo>
                  <a:pt x="133" y="349"/>
                  <a:pt x="118" y="334"/>
                  <a:pt x="100" y="334"/>
                </a:cubicBezTo>
                <a:close/>
                <a:moveTo>
                  <a:pt x="367" y="134"/>
                </a:moveTo>
                <a:cubicBezTo>
                  <a:pt x="385" y="134"/>
                  <a:pt x="400" y="119"/>
                  <a:pt x="400" y="100"/>
                </a:cubicBezTo>
                <a:cubicBezTo>
                  <a:pt x="400" y="34"/>
                  <a:pt x="400" y="34"/>
                  <a:pt x="400" y="34"/>
                </a:cubicBezTo>
                <a:cubicBezTo>
                  <a:pt x="400" y="15"/>
                  <a:pt x="385" y="0"/>
                  <a:pt x="367" y="0"/>
                </a:cubicBezTo>
                <a:cubicBezTo>
                  <a:pt x="348" y="0"/>
                  <a:pt x="333" y="15"/>
                  <a:pt x="333" y="34"/>
                </a:cubicBezTo>
                <a:cubicBezTo>
                  <a:pt x="333" y="100"/>
                  <a:pt x="333" y="100"/>
                  <a:pt x="333" y="100"/>
                </a:cubicBezTo>
                <a:cubicBezTo>
                  <a:pt x="333" y="100"/>
                  <a:pt x="333" y="100"/>
                  <a:pt x="333" y="100"/>
                </a:cubicBezTo>
                <a:cubicBezTo>
                  <a:pt x="333" y="119"/>
                  <a:pt x="348" y="134"/>
                  <a:pt x="367" y="134"/>
                </a:cubicBezTo>
                <a:close/>
                <a:moveTo>
                  <a:pt x="210" y="209"/>
                </a:moveTo>
                <a:cubicBezTo>
                  <a:pt x="223" y="196"/>
                  <a:pt x="223" y="175"/>
                  <a:pt x="210" y="162"/>
                </a:cubicBezTo>
                <a:cubicBezTo>
                  <a:pt x="163" y="115"/>
                  <a:pt x="163" y="115"/>
                  <a:pt x="163" y="115"/>
                </a:cubicBezTo>
                <a:cubicBezTo>
                  <a:pt x="150" y="103"/>
                  <a:pt x="129" y="103"/>
                  <a:pt x="116" y="115"/>
                </a:cubicBezTo>
                <a:cubicBezTo>
                  <a:pt x="104" y="128"/>
                  <a:pt x="104" y="149"/>
                  <a:pt x="116" y="162"/>
                </a:cubicBezTo>
                <a:cubicBezTo>
                  <a:pt x="163" y="209"/>
                  <a:pt x="163" y="209"/>
                  <a:pt x="163" y="209"/>
                </a:cubicBezTo>
                <a:cubicBezTo>
                  <a:pt x="176" y="222"/>
                  <a:pt x="197" y="222"/>
                  <a:pt x="210" y="209"/>
                </a:cubicBezTo>
                <a:close/>
                <a:moveTo>
                  <a:pt x="1080" y="891"/>
                </a:moveTo>
                <a:cubicBezTo>
                  <a:pt x="1057" y="868"/>
                  <a:pt x="1057" y="868"/>
                  <a:pt x="1057" y="868"/>
                </a:cubicBezTo>
                <a:cubicBezTo>
                  <a:pt x="667" y="477"/>
                  <a:pt x="667" y="477"/>
                  <a:pt x="667" y="477"/>
                </a:cubicBezTo>
                <a:cubicBezTo>
                  <a:pt x="667" y="360"/>
                  <a:pt x="667" y="360"/>
                  <a:pt x="667" y="360"/>
                </a:cubicBezTo>
                <a:cubicBezTo>
                  <a:pt x="608" y="419"/>
                  <a:pt x="608" y="419"/>
                  <a:pt x="608" y="419"/>
                </a:cubicBezTo>
                <a:cubicBezTo>
                  <a:pt x="420" y="607"/>
                  <a:pt x="420" y="607"/>
                  <a:pt x="420" y="607"/>
                </a:cubicBezTo>
                <a:cubicBezTo>
                  <a:pt x="360" y="667"/>
                  <a:pt x="360" y="667"/>
                  <a:pt x="360" y="667"/>
                </a:cubicBezTo>
                <a:cubicBezTo>
                  <a:pt x="480" y="667"/>
                  <a:pt x="480" y="667"/>
                  <a:pt x="480" y="667"/>
                </a:cubicBezTo>
                <a:cubicBezTo>
                  <a:pt x="869" y="1056"/>
                  <a:pt x="869" y="1056"/>
                  <a:pt x="869" y="1056"/>
                </a:cubicBezTo>
                <a:cubicBezTo>
                  <a:pt x="892" y="1079"/>
                  <a:pt x="892" y="1079"/>
                  <a:pt x="892" y="1079"/>
                </a:cubicBezTo>
                <a:cubicBezTo>
                  <a:pt x="918" y="1106"/>
                  <a:pt x="960" y="1106"/>
                  <a:pt x="986" y="1079"/>
                </a:cubicBezTo>
                <a:cubicBezTo>
                  <a:pt x="1080" y="985"/>
                  <a:pt x="1080" y="985"/>
                  <a:pt x="1080" y="985"/>
                </a:cubicBezTo>
                <a:cubicBezTo>
                  <a:pt x="1107" y="959"/>
                  <a:pt x="1107" y="917"/>
                  <a:pt x="1080" y="891"/>
                </a:cubicBezTo>
                <a:close/>
                <a:moveTo>
                  <a:pt x="797" y="796"/>
                </a:moveTo>
                <a:cubicBezTo>
                  <a:pt x="783" y="809"/>
                  <a:pt x="762" y="809"/>
                  <a:pt x="749" y="796"/>
                </a:cubicBezTo>
                <a:cubicBezTo>
                  <a:pt x="702" y="748"/>
                  <a:pt x="702" y="748"/>
                  <a:pt x="702" y="748"/>
                </a:cubicBezTo>
                <a:cubicBezTo>
                  <a:pt x="689" y="735"/>
                  <a:pt x="689" y="714"/>
                  <a:pt x="702" y="701"/>
                </a:cubicBezTo>
                <a:cubicBezTo>
                  <a:pt x="715" y="688"/>
                  <a:pt x="736" y="688"/>
                  <a:pt x="749" y="701"/>
                </a:cubicBezTo>
                <a:cubicBezTo>
                  <a:pt x="797" y="748"/>
                  <a:pt x="797" y="748"/>
                  <a:pt x="797" y="748"/>
                </a:cubicBezTo>
                <a:cubicBezTo>
                  <a:pt x="810" y="761"/>
                  <a:pt x="810" y="782"/>
                  <a:pt x="797" y="796"/>
                </a:cubicBezTo>
                <a:close/>
                <a:moveTo>
                  <a:pt x="506" y="175"/>
                </a:moveTo>
                <a:cubicBezTo>
                  <a:pt x="493" y="162"/>
                  <a:pt x="472" y="162"/>
                  <a:pt x="459" y="175"/>
                </a:cubicBezTo>
                <a:cubicBezTo>
                  <a:pt x="176" y="458"/>
                  <a:pt x="176" y="458"/>
                  <a:pt x="176" y="458"/>
                </a:cubicBezTo>
                <a:cubicBezTo>
                  <a:pt x="163" y="471"/>
                  <a:pt x="163" y="492"/>
                  <a:pt x="176" y="505"/>
                </a:cubicBezTo>
                <a:cubicBezTo>
                  <a:pt x="176" y="505"/>
                  <a:pt x="176" y="505"/>
                  <a:pt x="176" y="505"/>
                </a:cubicBezTo>
                <a:cubicBezTo>
                  <a:pt x="320" y="649"/>
                  <a:pt x="320" y="649"/>
                  <a:pt x="320" y="649"/>
                </a:cubicBezTo>
                <a:cubicBezTo>
                  <a:pt x="650" y="319"/>
                  <a:pt x="650" y="319"/>
                  <a:pt x="650" y="319"/>
                </a:cubicBezTo>
                <a:lnTo>
                  <a:pt x="506" y="17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grpSp>
        <p:nvGrpSpPr>
          <p:cNvPr id="5" name="Group 4"/>
          <p:cNvGrpSpPr/>
          <p:nvPr/>
        </p:nvGrpSpPr>
        <p:grpSpPr>
          <a:xfrm>
            <a:off x="323850" y="275174"/>
            <a:ext cx="8496300" cy="4259716"/>
            <a:chOff x="323850" y="275174"/>
            <a:chExt cx="8496300" cy="4259716"/>
          </a:xfrm>
        </p:grpSpPr>
        <p:sp>
          <p:nvSpPr>
            <p:cNvPr id="55" name="Rectangle 54"/>
            <p:cNvSpPr/>
            <p:nvPr/>
          </p:nvSpPr>
          <p:spPr>
            <a:xfrm>
              <a:off x="1752771" y="1729185"/>
              <a:ext cx="1351694" cy="1351694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FR" sz="1000" dirty="0">
                  <a:solidFill>
                    <a:schemeClr val="tx1"/>
                  </a:solidFill>
                </a:rPr>
                <a:t>Calendrier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23850" y="1729185"/>
              <a:ext cx="1351694" cy="1351694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FR" sz="1000" dirty="0">
                  <a:solidFill>
                    <a:schemeClr val="tx1"/>
                  </a:solidFill>
                </a:rPr>
                <a:t>Achat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181693" y="1729185"/>
              <a:ext cx="1351694" cy="1351694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FR" sz="1000" dirty="0">
                  <a:solidFill>
                    <a:schemeClr val="tx1"/>
                  </a:solidFill>
                </a:rPr>
                <a:t>Wi-Fi en voiture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610614" y="1729185"/>
              <a:ext cx="1351694" cy="1351694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FR" sz="1000" dirty="0">
                  <a:solidFill>
                    <a:schemeClr val="tx1"/>
                  </a:solidFill>
                </a:rPr>
                <a:t>Sonnette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6039535" y="1729185"/>
              <a:ext cx="1351694" cy="1351694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FR" sz="1000" dirty="0">
                  <a:solidFill>
                    <a:schemeClr val="tx1"/>
                  </a:solidFill>
                </a:rPr>
                <a:t>Appel operateur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468456" y="1729185"/>
              <a:ext cx="1351694" cy="1351694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FR" sz="1000" dirty="0">
                  <a:solidFill>
                    <a:schemeClr val="tx1"/>
                  </a:solidFill>
                </a:rPr>
                <a:t>Change (Euro)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752771" y="3183196"/>
              <a:ext cx="1351694" cy="1351694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FR" sz="1000" dirty="0">
                  <a:solidFill>
                    <a:schemeClr val="tx1"/>
                  </a:solidFill>
                </a:rPr>
                <a:t>Tablette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23850" y="3183196"/>
              <a:ext cx="1351694" cy="1351694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FR" sz="1000" dirty="0">
                  <a:solidFill>
                    <a:schemeClr val="tx1"/>
                  </a:solidFill>
                </a:rPr>
                <a:t>Ordinateur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181693" y="3183196"/>
              <a:ext cx="1351694" cy="1351694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FR" sz="1000" dirty="0">
                  <a:solidFill>
                    <a:schemeClr val="tx1"/>
                  </a:solidFill>
                </a:rPr>
                <a:t>Smartphone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610614" y="3183196"/>
              <a:ext cx="1351694" cy="1351694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FR" sz="1000" dirty="0">
                  <a:solidFill>
                    <a:schemeClr val="tx1"/>
                  </a:solidFill>
                </a:rPr>
                <a:t>Cocktail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039535" y="3183196"/>
              <a:ext cx="1351694" cy="1351694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FR" sz="1000" dirty="0">
                  <a:solidFill>
                    <a:schemeClr val="tx1"/>
                  </a:solidFill>
                </a:rPr>
                <a:t>Tour Eiffel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7468456" y="3183196"/>
              <a:ext cx="1351694" cy="1351694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FR" sz="1000" dirty="0">
                  <a:solidFill>
                    <a:schemeClr val="tx1"/>
                  </a:solidFill>
                </a:rPr>
                <a:t>Lampe de poche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752771" y="275174"/>
              <a:ext cx="1351694" cy="1351694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FR" sz="1000" dirty="0">
                  <a:solidFill>
                    <a:schemeClr val="tx1"/>
                  </a:solidFill>
                </a:rPr>
                <a:t>Avion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23850" y="275174"/>
              <a:ext cx="1351694" cy="1351694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fr-FR" sz="1000" dirty="0">
                  <a:solidFill>
                    <a:schemeClr val="tx1"/>
                  </a:solidFill>
                </a:rPr>
                <a:t>4G+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181693" y="275174"/>
              <a:ext cx="1351694" cy="1351694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FR" sz="1000" dirty="0">
                  <a:solidFill>
                    <a:schemeClr val="tx1"/>
                  </a:solidFill>
                </a:rPr>
                <a:t>Auditorium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4610614" y="275174"/>
              <a:ext cx="1351694" cy="1351694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FR" sz="1000" dirty="0">
                  <a:solidFill>
                    <a:schemeClr val="tx1"/>
                  </a:solidFill>
                </a:rPr>
                <a:t>Avatar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039535" y="275174"/>
              <a:ext cx="1351694" cy="1351694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FR" sz="1000" dirty="0">
                  <a:solidFill>
                    <a:schemeClr val="tx1"/>
                  </a:solidFill>
                </a:rPr>
                <a:t>Batterie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468456" y="275174"/>
              <a:ext cx="1351694" cy="1351694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FR" sz="1000" dirty="0">
                  <a:solidFill>
                    <a:schemeClr val="tx1"/>
                  </a:solidFill>
                </a:rPr>
                <a:t>Anniversaire</a:t>
              </a:r>
            </a:p>
          </p:txBody>
        </p:sp>
      </p:grpSp>
      <p:sp>
        <p:nvSpPr>
          <p:cNvPr id="61" name="Freeform 11"/>
          <p:cNvSpPr>
            <a:spLocks/>
          </p:cNvSpPr>
          <p:nvPr/>
        </p:nvSpPr>
        <p:spPr bwMode="auto">
          <a:xfrm>
            <a:off x="2052638" y="713393"/>
            <a:ext cx="673840" cy="673840"/>
          </a:xfrm>
          <a:custGeom>
            <a:avLst/>
            <a:gdLst>
              <a:gd name="T0" fmla="*/ 996 w 1016"/>
              <a:gd name="T1" fmla="*/ 28 h 1015"/>
              <a:gd name="T2" fmla="*/ 995 w 1016"/>
              <a:gd name="T3" fmla="*/ 27 h 1015"/>
              <a:gd name="T4" fmla="*/ 994 w 1016"/>
              <a:gd name="T5" fmla="*/ 26 h 1015"/>
              <a:gd name="T6" fmla="*/ 992 w 1016"/>
              <a:gd name="T7" fmla="*/ 24 h 1015"/>
              <a:gd name="T8" fmla="*/ 990 w 1016"/>
              <a:gd name="T9" fmla="*/ 22 h 1015"/>
              <a:gd name="T10" fmla="*/ 989 w 1016"/>
              <a:gd name="T11" fmla="*/ 21 h 1015"/>
              <a:gd name="T12" fmla="*/ 988 w 1016"/>
              <a:gd name="T13" fmla="*/ 20 h 1015"/>
              <a:gd name="T14" fmla="*/ 831 w 1016"/>
              <a:gd name="T15" fmla="*/ 77 h 1015"/>
              <a:gd name="T16" fmla="*/ 617 w 1016"/>
              <a:gd name="T17" fmla="*/ 238 h 1015"/>
              <a:gd name="T18" fmla="*/ 156 w 1016"/>
              <a:gd name="T19" fmla="*/ 84 h 1015"/>
              <a:gd name="T20" fmla="*/ 156 w 1016"/>
              <a:gd name="T21" fmla="*/ 84 h 1015"/>
              <a:gd name="T22" fmla="*/ 118 w 1016"/>
              <a:gd name="T23" fmla="*/ 93 h 1015"/>
              <a:gd name="T24" fmla="*/ 55 w 1016"/>
              <a:gd name="T25" fmla="*/ 156 h 1015"/>
              <a:gd name="T26" fmla="*/ 456 w 1016"/>
              <a:gd name="T27" fmla="*/ 398 h 1015"/>
              <a:gd name="T28" fmla="*/ 215 w 1016"/>
              <a:gd name="T29" fmla="*/ 694 h 1015"/>
              <a:gd name="T30" fmla="*/ 39 w 1016"/>
              <a:gd name="T31" fmla="*/ 618 h 1015"/>
              <a:gd name="T32" fmla="*/ 39 w 1016"/>
              <a:gd name="T33" fmla="*/ 618 h 1015"/>
              <a:gd name="T34" fmla="*/ 18 w 1016"/>
              <a:gd name="T35" fmla="*/ 622 h 1015"/>
              <a:gd name="T36" fmla="*/ 18 w 1016"/>
              <a:gd name="T37" fmla="*/ 622 h 1015"/>
              <a:gd name="T38" fmla="*/ 18 w 1016"/>
              <a:gd name="T39" fmla="*/ 622 h 1015"/>
              <a:gd name="T40" fmla="*/ 0 w 1016"/>
              <a:gd name="T41" fmla="*/ 640 h 1015"/>
              <a:gd name="T42" fmla="*/ 376 w 1016"/>
              <a:gd name="T43" fmla="*/ 1015 h 1015"/>
              <a:gd name="T44" fmla="*/ 393 w 1016"/>
              <a:gd name="T45" fmla="*/ 998 h 1015"/>
              <a:gd name="T46" fmla="*/ 393 w 1016"/>
              <a:gd name="T47" fmla="*/ 998 h 1015"/>
              <a:gd name="T48" fmla="*/ 393 w 1016"/>
              <a:gd name="T49" fmla="*/ 997 h 1015"/>
              <a:gd name="T50" fmla="*/ 394 w 1016"/>
              <a:gd name="T51" fmla="*/ 997 h 1015"/>
              <a:gd name="T52" fmla="*/ 398 w 1016"/>
              <a:gd name="T53" fmla="*/ 978 h 1015"/>
              <a:gd name="T54" fmla="*/ 398 w 1016"/>
              <a:gd name="T55" fmla="*/ 978 h 1015"/>
              <a:gd name="T56" fmla="*/ 322 w 1016"/>
              <a:gd name="T57" fmla="*/ 801 h 1015"/>
              <a:gd name="T58" fmla="*/ 618 w 1016"/>
              <a:gd name="T59" fmla="*/ 559 h 1015"/>
              <a:gd name="T60" fmla="*/ 858 w 1016"/>
              <a:gd name="T61" fmla="*/ 962 h 1015"/>
              <a:gd name="T62" fmla="*/ 922 w 1016"/>
              <a:gd name="T63" fmla="*/ 897 h 1015"/>
              <a:gd name="T64" fmla="*/ 924 w 1016"/>
              <a:gd name="T65" fmla="*/ 896 h 1015"/>
              <a:gd name="T66" fmla="*/ 924 w 1016"/>
              <a:gd name="T67" fmla="*/ 896 h 1015"/>
              <a:gd name="T68" fmla="*/ 929 w 1016"/>
              <a:gd name="T69" fmla="*/ 852 h 1015"/>
              <a:gd name="T70" fmla="*/ 778 w 1016"/>
              <a:gd name="T71" fmla="*/ 399 h 1015"/>
              <a:gd name="T72" fmla="*/ 939 w 1016"/>
              <a:gd name="T73" fmla="*/ 184 h 1015"/>
              <a:gd name="T74" fmla="*/ 996 w 1016"/>
              <a:gd name="T75" fmla="*/ 28 h 10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016" h="1015">
                <a:moveTo>
                  <a:pt x="996" y="28"/>
                </a:moveTo>
                <a:cubicBezTo>
                  <a:pt x="995" y="27"/>
                  <a:pt x="995" y="27"/>
                  <a:pt x="995" y="27"/>
                </a:cubicBezTo>
                <a:cubicBezTo>
                  <a:pt x="995" y="26"/>
                  <a:pt x="994" y="26"/>
                  <a:pt x="994" y="26"/>
                </a:cubicBezTo>
                <a:cubicBezTo>
                  <a:pt x="994" y="25"/>
                  <a:pt x="993" y="24"/>
                  <a:pt x="992" y="24"/>
                </a:cubicBezTo>
                <a:cubicBezTo>
                  <a:pt x="991" y="23"/>
                  <a:pt x="991" y="22"/>
                  <a:pt x="990" y="22"/>
                </a:cubicBezTo>
                <a:cubicBezTo>
                  <a:pt x="990" y="21"/>
                  <a:pt x="989" y="21"/>
                  <a:pt x="989" y="21"/>
                </a:cubicBezTo>
                <a:cubicBezTo>
                  <a:pt x="989" y="21"/>
                  <a:pt x="988" y="20"/>
                  <a:pt x="988" y="20"/>
                </a:cubicBezTo>
                <a:cubicBezTo>
                  <a:pt x="958" y="0"/>
                  <a:pt x="889" y="33"/>
                  <a:pt x="831" y="77"/>
                </a:cubicBezTo>
                <a:cubicBezTo>
                  <a:pt x="617" y="238"/>
                  <a:pt x="617" y="238"/>
                  <a:pt x="617" y="238"/>
                </a:cubicBezTo>
                <a:cubicBezTo>
                  <a:pt x="156" y="84"/>
                  <a:pt x="156" y="84"/>
                  <a:pt x="156" y="84"/>
                </a:cubicBezTo>
                <a:cubicBezTo>
                  <a:pt x="156" y="84"/>
                  <a:pt x="156" y="84"/>
                  <a:pt x="156" y="84"/>
                </a:cubicBezTo>
                <a:cubicBezTo>
                  <a:pt x="143" y="80"/>
                  <a:pt x="129" y="83"/>
                  <a:pt x="118" y="93"/>
                </a:cubicBezTo>
                <a:cubicBezTo>
                  <a:pt x="55" y="156"/>
                  <a:pt x="55" y="156"/>
                  <a:pt x="55" y="156"/>
                </a:cubicBezTo>
                <a:cubicBezTo>
                  <a:pt x="456" y="398"/>
                  <a:pt x="456" y="398"/>
                  <a:pt x="456" y="398"/>
                </a:cubicBezTo>
                <a:cubicBezTo>
                  <a:pt x="215" y="694"/>
                  <a:pt x="215" y="694"/>
                  <a:pt x="215" y="694"/>
                </a:cubicBezTo>
                <a:cubicBezTo>
                  <a:pt x="39" y="618"/>
                  <a:pt x="39" y="618"/>
                  <a:pt x="39" y="618"/>
                </a:cubicBezTo>
                <a:cubicBezTo>
                  <a:pt x="39" y="618"/>
                  <a:pt x="39" y="618"/>
                  <a:pt x="39" y="618"/>
                </a:cubicBezTo>
                <a:cubicBezTo>
                  <a:pt x="32" y="615"/>
                  <a:pt x="24" y="617"/>
                  <a:pt x="18" y="622"/>
                </a:cubicBezTo>
                <a:cubicBezTo>
                  <a:pt x="18" y="622"/>
                  <a:pt x="18" y="622"/>
                  <a:pt x="18" y="622"/>
                </a:cubicBezTo>
                <a:cubicBezTo>
                  <a:pt x="18" y="622"/>
                  <a:pt x="18" y="622"/>
                  <a:pt x="18" y="622"/>
                </a:cubicBezTo>
                <a:cubicBezTo>
                  <a:pt x="0" y="640"/>
                  <a:pt x="0" y="640"/>
                  <a:pt x="0" y="640"/>
                </a:cubicBezTo>
                <a:cubicBezTo>
                  <a:pt x="376" y="1015"/>
                  <a:pt x="376" y="1015"/>
                  <a:pt x="376" y="1015"/>
                </a:cubicBezTo>
                <a:cubicBezTo>
                  <a:pt x="376" y="1015"/>
                  <a:pt x="386" y="1005"/>
                  <a:pt x="393" y="998"/>
                </a:cubicBezTo>
                <a:cubicBezTo>
                  <a:pt x="393" y="998"/>
                  <a:pt x="393" y="998"/>
                  <a:pt x="393" y="998"/>
                </a:cubicBezTo>
                <a:cubicBezTo>
                  <a:pt x="393" y="997"/>
                  <a:pt x="393" y="997"/>
                  <a:pt x="393" y="997"/>
                </a:cubicBezTo>
                <a:cubicBezTo>
                  <a:pt x="393" y="997"/>
                  <a:pt x="394" y="997"/>
                  <a:pt x="394" y="997"/>
                </a:cubicBezTo>
                <a:cubicBezTo>
                  <a:pt x="399" y="992"/>
                  <a:pt x="400" y="985"/>
                  <a:pt x="398" y="978"/>
                </a:cubicBezTo>
                <a:cubicBezTo>
                  <a:pt x="398" y="978"/>
                  <a:pt x="398" y="978"/>
                  <a:pt x="398" y="978"/>
                </a:cubicBezTo>
                <a:cubicBezTo>
                  <a:pt x="322" y="801"/>
                  <a:pt x="322" y="801"/>
                  <a:pt x="322" y="801"/>
                </a:cubicBezTo>
                <a:cubicBezTo>
                  <a:pt x="618" y="559"/>
                  <a:pt x="618" y="559"/>
                  <a:pt x="618" y="559"/>
                </a:cubicBezTo>
                <a:cubicBezTo>
                  <a:pt x="858" y="962"/>
                  <a:pt x="858" y="962"/>
                  <a:pt x="858" y="962"/>
                </a:cubicBezTo>
                <a:cubicBezTo>
                  <a:pt x="922" y="897"/>
                  <a:pt x="922" y="897"/>
                  <a:pt x="922" y="897"/>
                </a:cubicBezTo>
                <a:cubicBezTo>
                  <a:pt x="924" y="896"/>
                  <a:pt x="924" y="896"/>
                  <a:pt x="924" y="896"/>
                </a:cubicBezTo>
                <a:cubicBezTo>
                  <a:pt x="924" y="896"/>
                  <a:pt x="924" y="896"/>
                  <a:pt x="924" y="896"/>
                </a:cubicBezTo>
                <a:cubicBezTo>
                  <a:pt x="935" y="884"/>
                  <a:pt x="937" y="866"/>
                  <a:pt x="929" y="852"/>
                </a:cubicBezTo>
                <a:cubicBezTo>
                  <a:pt x="778" y="399"/>
                  <a:pt x="778" y="399"/>
                  <a:pt x="778" y="399"/>
                </a:cubicBezTo>
                <a:cubicBezTo>
                  <a:pt x="939" y="184"/>
                  <a:pt x="939" y="184"/>
                  <a:pt x="939" y="184"/>
                </a:cubicBezTo>
                <a:cubicBezTo>
                  <a:pt x="982" y="126"/>
                  <a:pt x="1016" y="57"/>
                  <a:pt x="996" y="2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63" name="Freeform 26"/>
          <p:cNvSpPr>
            <a:spLocks noEditPoints="1"/>
          </p:cNvSpPr>
          <p:nvPr/>
        </p:nvSpPr>
        <p:spPr bwMode="auto">
          <a:xfrm>
            <a:off x="3438217" y="713915"/>
            <a:ext cx="732547" cy="709978"/>
          </a:xfrm>
          <a:custGeom>
            <a:avLst/>
            <a:gdLst>
              <a:gd name="T0" fmla="*/ 0 w 1134"/>
              <a:gd name="T1" fmla="*/ 0 h 1100"/>
              <a:gd name="T2" fmla="*/ 0 w 1134"/>
              <a:gd name="T3" fmla="*/ 666 h 1100"/>
              <a:gd name="T4" fmla="*/ 118 w 1134"/>
              <a:gd name="T5" fmla="*/ 666 h 1100"/>
              <a:gd name="T6" fmla="*/ 78 w 1134"/>
              <a:gd name="T7" fmla="*/ 600 h 1100"/>
              <a:gd name="T8" fmla="*/ 67 w 1134"/>
              <a:gd name="T9" fmla="*/ 600 h 1100"/>
              <a:gd name="T10" fmla="*/ 67 w 1134"/>
              <a:gd name="T11" fmla="*/ 66 h 1100"/>
              <a:gd name="T12" fmla="*/ 1067 w 1134"/>
              <a:gd name="T13" fmla="*/ 66 h 1100"/>
              <a:gd name="T14" fmla="*/ 1067 w 1134"/>
              <a:gd name="T15" fmla="*/ 600 h 1100"/>
              <a:gd name="T16" fmla="*/ 1056 w 1134"/>
              <a:gd name="T17" fmla="*/ 600 h 1100"/>
              <a:gd name="T18" fmla="*/ 1016 w 1134"/>
              <a:gd name="T19" fmla="*/ 666 h 1100"/>
              <a:gd name="T20" fmla="*/ 1134 w 1134"/>
              <a:gd name="T21" fmla="*/ 666 h 1100"/>
              <a:gd name="T22" fmla="*/ 1134 w 1134"/>
              <a:gd name="T23" fmla="*/ 0 h 1100"/>
              <a:gd name="T24" fmla="*/ 0 w 1134"/>
              <a:gd name="T25" fmla="*/ 0 h 1100"/>
              <a:gd name="T26" fmla="*/ 1017 w 1134"/>
              <a:gd name="T27" fmla="*/ 689 h 1100"/>
              <a:gd name="T28" fmla="*/ 867 w 1134"/>
              <a:gd name="T29" fmla="*/ 743 h 1100"/>
              <a:gd name="T30" fmla="*/ 827 w 1134"/>
              <a:gd name="T31" fmla="*/ 739 h 1100"/>
              <a:gd name="T32" fmla="*/ 829 w 1134"/>
              <a:gd name="T33" fmla="*/ 743 h 1100"/>
              <a:gd name="T34" fmla="*/ 867 w 1134"/>
              <a:gd name="T35" fmla="*/ 871 h 1100"/>
              <a:gd name="T36" fmla="*/ 867 w 1134"/>
              <a:gd name="T37" fmla="*/ 1100 h 1100"/>
              <a:gd name="T38" fmla="*/ 1134 w 1134"/>
              <a:gd name="T39" fmla="*/ 1100 h 1100"/>
              <a:gd name="T40" fmla="*/ 1134 w 1134"/>
              <a:gd name="T41" fmla="*/ 871 h 1100"/>
              <a:gd name="T42" fmla="*/ 1017 w 1134"/>
              <a:gd name="T43" fmla="*/ 689 h 1100"/>
              <a:gd name="T44" fmla="*/ 267 w 1134"/>
              <a:gd name="T45" fmla="*/ 871 h 1100"/>
              <a:gd name="T46" fmla="*/ 305 w 1134"/>
              <a:gd name="T47" fmla="*/ 743 h 1100"/>
              <a:gd name="T48" fmla="*/ 307 w 1134"/>
              <a:gd name="T49" fmla="*/ 739 h 1100"/>
              <a:gd name="T50" fmla="*/ 267 w 1134"/>
              <a:gd name="T51" fmla="*/ 743 h 1100"/>
              <a:gd name="T52" fmla="*/ 117 w 1134"/>
              <a:gd name="T53" fmla="*/ 689 h 1100"/>
              <a:gd name="T54" fmla="*/ 0 w 1134"/>
              <a:gd name="T55" fmla="*/ 871 h 1100"/>
              <a:gd name="T56" fmla="*/ 0 w 1134"/>
              <a:gd name="T57" fmla="*/ 1044 h 1100"/>
              <a:gd name="T58" fmla="*/ 0 w 1134"/>
              <a:gd name="T59" fmla="*/ 1044 h 1100"/>
              <a:gd name="T60" fmla="*/ 56 w 1134"/>
              <a:gd name="T61" fmla="*/ 1100 h 1100"/>
              <a:gd name="T62" fmla="*/ 287 w 1134"/>
              <a:gd name="T63" fmla="*/ 1100 h 1100"/>
              <a:gd name="T64" fmla="*/ 267 w 1134"/>
              <a:gd name="T65" fmla="*/ 1044 h 1100"/>
              <a:gd name="T66" fmla="*/ 267 w 1134"/>
              <a:gd name="T67" fmla="*/ 871 h 1100"/>
              <a:gd name="T68" fmla="*/ 717 w 1134"/>
              <a:gd name="T69" fmla="*/ 690 h 1100"/>
              <a:gd name="T70" fmla="*/ 567 w 1134"/>
              <a:gd name="T71" fmla="*/ 744 h 1100"/>
              <a:gd name="T72" fmla="*/ 417 w 1134"/>
              <a:gd name="T73" fmla="*/ 690 h 1100"/>
              <a:gd name="T74" fmla="*/ 300 w 1134"/>
              <a:gd name="T75" fmla="*/ 872 h 1100"/>
              <a:gd name="T76" fmla="*/ 300 w 1134"/>
              <a:gd name="T77" fmla="*/ 1044 h 1100"/>
              <a:gd name="T78" fmla="*/ 300 w 1134"/>
              <a:gd name="T79" fmla="*/ 1044 h 1100"/>
              <a:gd name="T80" fmla="*/ 356 w 1134"/>
              <a:gd name="T81" fmla="*/ 1100 h 1100"/>
              <a:gd name="T82" fmla="*/ 834 w 1134"/>
              <a:gd name="T83" fmla="*/ 1100 h 1100"/>
              <a:gd name="T84" fmla="*/ 834 w 1134"/>
              <a:gd name="T85" fmla="*/ 872 h 1100"/>
              <a:gd name="T86" fmla="*/ 717 w 1134"/>
              <a:gd name="T87" fmla="*/ 690 h 1100"/>
              <a:gd name="T88" fmla="*/ 867 w 1134"/>
              <a:gd name="T89" fmla="*/ 698 h 1100"/>
              <a:gd name="T90" fmla="*/ 1034 w 1134"/>
              <a:gd name="T91" fmla="*/ 532 h 1100"/>
              <a:gd name="T92" fmla="*/ 867 w 1134"/>
              <a:gd name="T93" fmla="*/ 365 h 1100"/>
              <a:gd name="T94" fmla="*/ 737 w 1134"/>
              <a:gd name="T95" fmla="*/ 427 h 1100"/>
              <a:gd name="T96" fmla="*/ 767 w 1134"/>
              <a:gd name="T97" fmla="*/ 532 h 1100"/>
              <a:gd name="T98" fmla="*/ 737 w 1134"/>
              <a:gd name="T99" fmla="*/ 636 h 1100"/>
              <a:gd name="T100" fmla="*/ 867 w 1134"/>
              <a:gd name="T101" fmla="*/ 698 h 1100"/>
              <a:gd name="T102" fmla="*/ 267 w 1134"/>
              <a:gd name="T103" fmla="*/ 365 h 1100"/>
              <a:gd name="T104" fmla="*/ 100 w 1134"/>
              <a:gd name="T105" fmla="*/ 532 h 1100"/>
              <a:gd name="T106" fmla="*/ 267 w 1134"/>
              <a:gd name="T107" fmla="*/ 698 h 1100"/>
              <a:gd name="T108" fmla="*/ 397 w 1134"/>
              <a:gd name="T109" fmla="*/ 636 h 1100"/>
              <a:gd name="T110" fmla="*/ 367 w 1134"/>
              <a:gd name="T111" fmla="*/ 532 h 1100"/>
              <a:gd name="T112" fmla="*/ 397 w 1134"/>
              <a:gd name="T113" fmla="*/ 427 h 1100"/>
              <a:gd name="T114" fmla="*/ 267 w 1134"/>
              <a:gd name="T115" fmla="*/ 365 h 1100"/>
              <a:gd name="T116" fmla="*/ 567 w 1134"/>
              <a:gd name="T117" fmla="*/ 698 h 1100"/>
              <a:gd name="T118" fmla="*/ 734 w 1134"/>
              <a:gd name="T119" fmla="*/ 532 h 1100"/>
              <a:gd name="T120" fmla="*/ 567 w 1134"/>
              <a:gd name="T121" fmla="*/ 365 h 1100"/>
              <a:gd name="T122" fmla="*/ 400 w 1134"/>
              <a:gd name="T123" fmla="*/ 532 h 1100"/>
              <a:gd name="T124" fmla="*/ 567 w 1134"/>
              <a:gd name="T125" fmla="*/ 698 h 1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134" h="1100">
                <a:moveTo>
                  <a:pt x="0" y="0"/>
                </a:moveTo>
                <a:cubicBezTo>
                  <a:pt x="0" y="666"/>
                  <a:pt x="0" y="666"/>
                  <a:pt x="0" y="666"/>
                </a:cubicBezTo>
                <a:cubicBezTo>
                  <a:pt x="118" y="666"/>
                  <a:pt x="118" y="666"/>
                  <a:pt x="118" y="666"/>
                </a:cubicBezTo>
                <a:cubicBezTo>
                  <a:pt x="101" y="647"/>
                  <a:pt x="87" y="625"/>
                  <a:pt x="78" y="600"/>
                </a:cubicBezTo>
                <a:cubicBezTo>
                  <a:pt x="67" y="600"/>
                  <a:pt x="67" y="600"/>
                  <a:pt x="67" y="600"/>
                </a:cubicBezTo>
                <a:cubicBezTo>
                  <a:pt x="67" y="66"/>
                  <a:pt x="67" y="66"/>
                  <a:pt x="67" y="66"/>
                </a:cubicBezTo>
                <a:cubicBezTo>
                  <a:pt x="1067" y="66"/>
                  <a:pt x="1067" y="66"/>
                  <a:pt x="1067" y="66"/>
                </a:cubicBezTo>
                <a:cubicBezTo>
                  <a:pt x="1067" y="600"/>
                  <a:pt x="1067" y="600"/>
                  <a:pt x="1067" y="600"/>
                </a:cubicBezTo>
                <a:cubicBezTo>
                  <a:pt x="1056" y="600"/>
                  <a:pt x="1056" y="600"/>
                  <a:pt x="1056" y="600"/>
                </a:cubicBezTo>
                <a:cubicBezTo>
                  <a:pt x="1047" y="625"/>
                  <a:pt x="1033" y="647"/>
                  <a:pt x="1016" y="666"/>
                </a:cubicBezTo>
                <a:cubicBezTo>
                  <a:pt x="1134" y="666"/>
                  <a:pt x="1134" y="666"/>
                  <a:pt x="1134" y="666"/>
                </a:cubicBezTo>
                <a:cubicBezTo>
                  <a:pt x="1134" y="0"/>
                  <a:pt x="1134" y="0"/>
                  <a:pt x="1134" y="0"/>
                </a:cubicBezTo>
                <a:lnTo>
                  <a:pt x="0" y="0"/>
                </a:lnTo>
                <a:close/>
                <a:moveTo>
                  <a:pt x="1017" y="689"/>
                </a:moveTo>
                <a:cubicBezTo>
                  <a:pt x="976" y="722"/>
                  <a:pt x="924" y="743"/>
                  <a:pt x="867" y="743"/>
                </a:cubicBezTo>
                <a:cubicBezTo>
                  <a:pt x="853" y="743"/>
                  <a:pt x="840" y="742"/>
                  <a:pt x="827" y="739"/>
                </a:cubicBezTo>
                <a:cubicBezTo>
                  <a:pt x="827" y="740"/>
                  <a:pt x="828" y="742"/>
                  <a:pt x="829" y="743"/>
                </a:cubicBezTo>
                <a:cubicBezTo>
                  <a:pt x="854" y="781"/>
                  <a:pt x="867" y="825"/>
                  <a:pt x="867" y="871"/>
                </a:cubicBezTo>
                <a:cubicBezTo>
                  <a:pt x="867" y="1100"/>
                  <a:pt x="867" y="1100"/>
                  <a:pt x="867" y="1100"/>
                </a:cubicBezTo>
                <a:cubicBezTo>
                  <a:pt x="1134" y="1100"/>
                  <a:pt x="1134" y="1100"/>
                  <a:pt x="1134" y="1100"/>
                </a:cubicBezTo>
                <a:cubicBezTo>
                  <a:pt x="1134" y="871"/>
                  <a:pt x="1134" y="871"/>
                  <a:pt x="1134" y="871"/>
                </a:cubicBezTo>
                <a:cubicBezTo>
                  <a:pt x="1134" y="790"/>
                  <a:pt x="1086" y="720"/>
                  <a:pt x="1017" y="689"/>
                </a:cubicBezTo>
                <a:close/>
                <a:moveTo>
                  <a:pt x="267" y="871"/>
                </a:moveTo>
                <a:cubicBezTo>
                  <a:pt x="267" y="825"/>
                  <a:pt x="280" y="781"/>
                  <a:pt x="305" y="743"/>
                </a:cubicBezTo>
                <a:cubicBezTo>
                  <a:pt x="306" y="742"/>
                  <a:pt x="307" y="740"/>
                  <a:pt x="307" y="739"/>
                </a:cubicBezTo>
                <a:cubicBezTo>
                  <a:pt x="294" y="742"/>
                  <a:pt x="281" y="743"/>
                  <a:pt x="267" y="743"/>
                </a:cubicBezTo>
                <a:cubicBezTo>
                  <a:pt x="210" y="743"/>
                  <a:pt x="158" y="722"/>
                  <a:pt x="117" y="689"/>
                </a:cubicBezTo>
                <a:cubicBezTo>
                  <a:pt x="48" y="720"/>
                  <a:pt x="0" y="790"/>
                  <a:pt x="0" y="871"/>
                </a:cubicBezTo>
                <a:cubicBezTo>
                  <a:pt x="0" y="1044"/>
                  <a:pt x="0" y="1044"/>
                  <a:pt x="0" y="1044"/>
                </a:cubicBezTo>
                <a:cubicBezTo>
                  <a:pt x="0" y="1044"/>
                  <a:pt x="0" y="1044"/>
                  <a:pt x="0" y="1044"/>
                </a:cubicBezTo>
                <a:cubicBezTo>
                  <a:pt x="0" y="1075"/>
                  <a:pt x="25" y="1100"/>
                  <a:pt x="56" y="1100"/>
                </a:cubicBezTo>
                <a:cubicBezTo>
                  <a:pt x="287" y="1100"/>
                  <a:pt x="287" y="1100"/>
                  <a:pt x="287" y="1100"/>
                </a:cubicBezTo>
                <a:cubicBezTo>
                  <a:pt x="274" y="1084"/>
                  <a:pt x="267" y="1065"/>
                  <a:pt x="267" y="1044"/>
                </a:cubicBezTo>
                <a:lnTo>
                  <a:pt x="267" y="871"/>
                </a:lnTo>
                <a:close/>
                <a:moveTo>
                  <a:pt x="717" y="690"/>
                </a:moveTo>
                <a:cubicBezTo>
                  <a:pt x="676" y="724"/>
                  <a:pt x="624" y="744"/>
                  <a:pt x="567" y="744"/>
                </a:cubicBezTo>
                <a:cubicBezTo>
                  <a:pt x="510" y="744"/>
                  <a:pt x="458" y="724"/>
                  <a:pt x="417" y="690"/>
                </a:cubicBezTo>
                <a:cubicBezTo>
                  <a:pt x="348" y="721"/>
                  <a:pt x="300" y="791"/>
                  <a:pt x="300" y="872"/>
                </a:cubicBezTo>
                <a:cubicBezTo>
                  <a:pt x="300" y="1044"/>
                  <a:pt x="300" y="1044"/>
                  <a:pt x="300" y="1044"/>
                </a:cubicBezTo>
                <a:cubicBezTo>
                  <a:pt x="300" y="1044"/>
                  <a:pt x="300" y="1044"/>
                  <a:pt x="300" y="1044"/>
                </a:cubicBezTo>
                <a:cubicBezTo>
                  <a:pt x="300" y="1075"/>
                  <a:pt x="325" y="1100"/>
                  <a:pt x="356" y="1100"/>
                </a:cubicBezTo>
                <a:cubicBezTo>
                  <a:pt x="834" y="1100"/>
                  <a:pt x="834" y="1100"/>
                  <a:pt x="834" y="1100"/>
                </a:cubicBezTo>
                <a:cubicBezTo>
                  <a:pt x="834" y="872"/>
                  <a:pt x="834" y="872"/>
                  <a:pt x="834" y="872"/>
                </a:cubicBezTo>
                <a:cubicBezTo>
                  <a:pt x="834" y="791"/>
                  <a:pt x="786" y="721"/>
                  <a:pt x="717" y="690"/>
                </a:cubicBezTo>
                <a:close/>
                <a:moveTo>
                  <a:pt x="867" y="698"/>
                </a:moveTo>
                <a:cubicBezTo>
                  <a:pt x="959" y="698"/>
                  <a:pt x="1034" y="624"/>
                  <a:pt x="1034" y="532"/>
                </a:cubicBezTo>
                <a:cubicBezTo>
                  <a:pt x="1034" y="440"/>
                  <a:pt x="959" y="365"/>
                  <a:pt x="867" y="365"/>
                </a:cubicBezTo>
                <a:cubicBezTo>
                  <a:pt x="815" y="365"/>
                  <a:pt x="768" y="389"/>
                  <a:pt x="737" y="427"/>
                </a:cubicBezTo>
                <a:cubicBezTo>
                  <a:pt x="757" y="458"/>
                  <a:pt x="767" y="494"/>
                  <a:pt x="767" y="532"/>
                </a:cubicBezTo>
                <a:cubicBezTo>
                  <a:pt x="767" y="569"/>
                  <a:pt x="757" y="605"/>
                  <a:pt x="737" y="636"/>
                </a:cubicBezTo>
                <a:cubicBezTo>
                  <a:pt x="768" y="674"/>
                  <a:pt x="815" y="698"/>
                  <a:pt x="867" y="698"/>
                </a:cubicBezTo>
                <a:close/>
                <a:moveTo>
                  <a:pt x="267" y="365"/>
                </a:moveTo>
                <a:cubicBezTo>
                  <a:pt x="175" y="365"/>
                  <a:pt x="100" y="440"/>
                  <a:pt x="100" y="532"/>
                </a:cubicBezTo>
                <a:cubicBezTo>
                  <a:pt x="100" y="624"/>
                  <a:pt x="175" y="698"/>
                  <a:pt x="267" y="698"/>
                </a:cubicBezTo>
                <a:cubicBezTo>
                  <a:pt x="319" y="698"/>
                  <a:pt x="366" y="674"/>
                  <a:pt x="397" y="636"/>
                </a:cubicBezTo>
                <a:cubicBezTo>
                  <a:pt x="377" y="605"/>
                  <a:pt x="367" y="569"/>
                  <a:pt x="367" y="532"/>
                </a:cubicBezTo>
                <a:cubicBezTo>
                  <a:pt x="367" y="494"/>
                  <a:pt x="377" y="458"/>
                  <a:pt x="397" y="427"/>
                </a:cubicBezTo>
                <a:cubicBezTo>
                  <a:pt x="366" y="389"/>
                  <a:pt x="319" y="365"/>
                  <a:pt x="267" y="365"/>
                </a:cubicBezTo>
                <a:close/>
                <a:moveTo>
                  <a:pt x="567" y="698"/>
                </a:moveTo>
                <a:cubicBezTo>
                  <a:pt x="659" y="698"/>
                  <a:pt x="734" y="624"/>
                  <a:pt x="734" y="532"/>
                </a:cubicBezTo>
                <a:cubicBezTo>
                  <a:pt x="734" y="440"/>
                  <a:pt x="659" y="365"/>
                  <a:pt x="567" y="365"/>
                </a:cubicBezTo>
                <a:cubicBezTo>
                  <a:pt x="475" y="365"/>
                  <a:pt x="400" y="440"/>
                  <a:pt x="400" y="532"/>
                </a:cubicBezTo>
                <a:cubicBezTo>
                  <a:pt x="400" y="624"/>
                  <a:pt x="475" y="698"/>
                  <a:pt x="567" y="69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65" name="Freeform 34"/>
          <p:cNvSpPr>
            <a:spLocks noEditPoints="1"/>
          </p:cNvSpPr>
          <p:nvPr/>
        </p:nvSpPr>
        <p:spPr bwMode="auto">
          <a:xfrm>
            <a:off x="5031882" y="704403"/>
            <a:ext cx="448197" cy="689955"/>
          </a:xfrm>
          <a:custGeom>
            <a:avLst/>
            <a:gdLst>
              <a:gd name="T0" fmla="*/ 577 w 734"/>
              <a:gd name="T1" fmla="*/ 463 h 1133"/>
              <a:gd name="T2" fmla="*/ 367 w 734"/>
              <a:gd name="T3" fmla="*/ 547 h 1133"/>
              <a:gd name="T4" fmla="*/ 157 w 734"/>
              <a:gd name="T5" fmla="*/ 463 h 1133"/>
              <a:gd name="T6" fmla="*/ 0 w 734"/>
              <a:gd name="T7" fmla="*/ 720 h 1133"/>
              <a:gd name="T8" fmla="*/ 0 w 734"/>
              <a:gd name="T9" fmla="*/ 720 h 1133"/>
              <a:gd name="T10" fmla="*/ 0 w 734"/>
              <a:gd name="T11" fmla="*/ 1000 h 1133"/>
              <a:gd name="T12" fmla="*/ 134 w 734"/>
              <a:gd name="T13" fmla="*/ 1133 h 1133"/>
              <a:gd name="T14" fmla="*/ 734 w 734"/>
              <a:gd name="T15" fmla="*/ 1133 h 1133"/>
              <a:gd name="T16" fmla="*/ 734 w 734"/>
              <a:gd name="T17" fmla="*/ 727 h 1133"/>
              <a:gd name="T18" fmla="*/ 577 w 734"/>
              <a:gd name="T19" fmla="*/ 463 h 1133"/>
              <a:gd name="T20" fmla="*/ 367 w 734"/>
              <a:gd name="T21" fmla="*/ 480 h 1133"/>
              <a:gd name="T22" fmla="*/ 607 w 734"/>
              <a:gd name="T23" fmla="*/ 240 h 1133"/>
              <a:gd name="T24" fmla="*/ 367 w 734"/>
              <a:gd name="T25" fmla="*/ 0 h 1133"/>
              <a:gd name="T26" fmla="*/ 127 w 734"/>
              <a:gd name="T27" fmla="*/ 240 h 1133"/>
              <a:gd name="T28" fmla="*/ 367 w 734"/>
              <a:gd name="T29" fmla="*/ 480 h 1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34" h="1133">
                <a:moveTo>
                  <a:pt x="577" y="463"/>
                </a:moveTo>
                <a:cubicBezTo>
                  <a:pt x="522" y="515"/>
                  <a:pt x="448" y="547"/>
                  <a:pt x="367" y="547"/>
                </a:cubicBezTo>
                <a:cubicBezTo>
                  <a:pt x="286" y="547"/>
                  <a:pt x="212" y="515"/>
                  <a:pt x="157" y="463"/>
                </a:cubicBezTo>
                <a:cubicBezTo>
                  <a:pt x="65" y="513"/>
                  <a:pt x="3" y="609"/>
                  <a:pt x="0" y="720"/>
                </a:cubicBezTo>
                <a:cubicBezTo>
                  <a:pt x="0" y="720"/>
                  <a:pt x="0" y="720"/>
                  <a:pt x="0" y="720"/>
                </a:cubicBezTo>
                <a:cubicBezTo>
                  <a:pt x="0" y="1000"/>
                  <a:pt x="0" y="1000"/>
                  <a:pt x="0" y="1000"/>
                </a:cubicBezTo>
                <a:cubicBezTo>
                  <a:pt x="0" y="1074"/>
                  <a:pt x="60" y="1133"/>
                  <a:pt x="134" y="1133"/>
                </a:cubicBezTo>
                <a:cubicBezTo>
                  <a:pt x="734" y="1133"/>
                  <a:pt x="734" y="1133"/>
                  <a:pt x="734" y="1133"/>
                </a:cubicBezTo>
                <a:cubicBezTo>
                  <a:pt x="734" y="727"/>
                  <a:pt x="734" y="727"/>
                  <a:pt x="734" y="727"/>
                </a:cubicBezTo>
                <a:cubicBezTo>
                  <a:pt x="734" y="613"/>
                  <a:pt x="670" y="514"/>
                  <a:pt x="577" y="463"/>
                </a:cubicBezTo>
                <a:close/>
                <a:moveTo>
                  <a:pt x="367" y="480"/>
                </a:moveTo>
                <a:cubicBezTo>
                  <a:pt x="500" y="480"/>
                  <a:pt x="607" y="373"/>
                  <a:pt x="607" y="240"/>
                </a:cubicBezTo>
                <a:cubicBezTo>
                  <a:pt x="607" y="107"/>
                  <a:pt x="500" y="0"/>
                  <a:pt x="367" y="0"/>
                </a:cubicBezTo>
                <a:cubicBezTo>
                  <a:pt x="234" y="0"/>
                  <a:pt x="127" y="107"/>
                  <a:pt x="127" y="240"/>
                </a:cubicBezTo>
                <a:cubicBezTo>
                  <a:pt x="127" y="373"/>
                  <a:pt x="234" y="480"/>
                  <a:pt x="367" y="48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66" name="Freeform 39"/>
          <p:cNvSpPr>
            <a:spLocks noEditPoints="1"/>
          </p:cNvSpPr>
          <p:nvPr/>
        </p:nvSpPr>
        <p:spPr bwMode="auto">
          <a:xfrm>
            <a:off x="7779094" y="670316"/>
            <a:ext cx="684697" cy="682889"/>
          </a:xfrm>
          <a:custGeom>
            <a:avLst/>
            <a:gdLst>
              <a:gd name="T0" fmla="*/ 967 w 1134"/>
              <a:gd name="T1" fmla="*/ 533 h 1133"/>
              <a:gd name="T2" fmla="*/ 934 w 1134"/>
              <a:gd name="T3" fmla="*/ 300 h 1133"/>
              <a:gd name="T4" fmla="*/ 834 w 1134"/>
              <a:gd name="T5" fmla="*/ 333 h 1133"/>
              <a:gd name="T6" fmla="*/ 634 w 1134"/>
              <a:gd name="T7" fmla="*/ 533 h 1133"/>
              <a:gd name="T8" fmla="*/ 600 w 1134"/>
              <a:gd name="T9" fmla="*/ 300 h 1133"/>
              <a:gd name="T10" fmla="*/ 500 w 1134"/>
              <a:gd name="T11" fmla="*/ 333 h 1133"/>
              <a:gd name="T12" fmla="*/ 300 w 1134"/>
              <a:gd name="T13" fmla="*/ 533 h 1133"/>
              <a:gd name="T14" fmla="*/ 267 w 1134"/>
              <a:gd name="T15" fmla="*/ 300 h 1133"/>
              <a:gd name="T16" fmla="*/ 167 w 1134"/>
              <a:gd name="T17" fmla="*/ 333 h 1133"/>
              <a:gd name="T18" fmla="*/ 134 w 1134"/>
              <a:gd name="T19" fmla="*/ 533 h 1133"/>
              <a:gd name="T20" fmla="*/ 0 w 1134"/>
              <a:gd name="T21" fmla="*/ 800 h 1133"/>
              <a:gd name="T22" fmla="*/ 34 w 1134"/>
              <a:gd name="T23" fmla="*/ 1133 h 1133"/>
              <a:gd name="T24" fmla="*/ 1100 w 1134"/>
              <a:gd name="T25" fmla="*/ 833 h 1133"/>
              <a:gd name="T26" fmla="*/ 1134 w 1134"/>
              <a:gd name="T27" fmla="*/ 667 h 1133"/>
              <a:gd name="T28" fmla="*/ 1034 w 1134"/>
              <a:gd name="T29" fmla="*/ 1067 h 1133"/>
              <a:gd name="T30" fmla="*/ 100 w 1134"/>
              <a:gd name="T31" fmla="*/ 900 h 1133"/>
              <a:gd name="T32" fmla="*/ 401 w 1134"/>
              <a:gd name="T33" fmla="*/ 833 h 1133"/>
              <a:gd name="T34" fmla="*/ 567 w 1134"/>
              <a:gd name="T35" fmla="*/ 767 h 1133"/>
              <a:gd name="T36" fmla="*/ 733 w 1134"/>
              <a:gd name="T37" fmla="*/ 833 h 1133"/>
              <a:gd name="T38" fmla="*/ 1034 w 1134"/>
              <a:gd name="T39" fmla="*/ 900 h 1133"/>
              <a:gd name="T40" fmla="*/ 231 w 1134"/>
              <a:gd name="T41" fmla="*/ 267 h 1133"/>
              <a:gd name="T42" fmla="*/ 234 w 1134"/>
              <a:gd name="T43" fmla="*/ 133 h 1133"/>
              <a:gd name="T44" fmla="*/ 236 w 1134"/>
              <a:gd name="T45" fmla="*/ 267 h 1133"/>
              <a:gd name="T46" fmla="*/ 234 w 1134"/>
              <a:gd name="T47" fmla="*/ 0 h 1133"/>
              <a:gd name="T48" fmla="*/ 231 w 1134"/>
              <a:gd name="T49" fmla="*/ 267 h 1133"/>
              <a:gd name="T50" fmla="*/ 517 w 1134"/>
              <a:gd name="T51" fmla="*/ 217 h 1133"/>
              <a:gd name="T52" fmla="*/ 617 w 1134"/>
              <a:gd name="T53" fmla="*/ 217 h 1133"/>
              <a:gd name="T54" fmla="*/ 667 w 1134"/>
              <a:gd name="T55" fmla="*/ 167 h 1133"/>
              <a:gd name="T56" fmla="*/ 467 w 1134"/>
              <a:gd name="T57" fmla="*/ 167 h 1133"/>
              <a:gd name="T58" fmla="*/ 898 w 1134"/>
              <a:gd name="T59" fmla="*/ 267 h 1133"/>
              <a:gd name="T60" fmla="*/ 900 w 1134"/>
              <a:gd name="T61" fmla="*/ 133 h 1133"/>
              <a:gd name="T62" fmla="*/ 903 w 1134"/>
              <a:gd name="T63" fmla="*/ 267 h 1133"/>
              <a:gd name="T64" fmla="*/ 900 w 1134"/>
              <a:gd name="T65" fmla="*/ 0 h 1133"/>
              <a:gd name="T66" fmla="*/ 898 w 1134"/>
              <a:gd name="T67" fmla="*/ 267 h 1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134" h="1133">
                <a:moveTo>
                  <a:pt x="1000" y="533"/>
                </a:moveTo>
                <a:cubicBezTo>
                  <a:pt x="967" y="533"/>
                  <a:pt x="967" y="533"/>
                  <a:pt x="967" y="533"/>
                </a:cubicBezTo>
                <a:cubicBezTo>
                  <a:pt x="967" y="333"/>
                  <a:pt x="967" y="333"/>
                  <a:pt x="967" y="333"/>
                </a:cubicBezTo>
                <a:cubicBezTo>
                  <a:pt x="967" y="315"/>
                  <a:pt x="952" y="300"/>
                  <a:pt x="934" y="300"/>
                </a:cubicBezTo>
                <a:cubicBezTo>
                  <a:pt x="867" y="300"/>
                  <a:pt x="867" y="300"/>
                  <a:pt x="867" y="300"/>
                </a:cubicBezTo>
                <a:cubicBezTo>
                  <a:pt x="849" y="300"/>
                  <a:pt x="834" y="315"/>
                  <a:pt x="834" y="333"/>
                </a:cubicBezTo>
                <a:cubicBezTo>
                  <a:pt x="834" y="533"/>
                  <a:pt x="834" y="533"/>
                  <a:pt x="834" y="533"/>
                </a:cubicBezTo>
                <a:cubicBezTo>
                  <a:pt x="634" y="533"/>
                  <a:pt x="634" y="533"/>
                  <a:pt x="634" y="533"/>
                </a:cubicBezTo>
                <a:cubicBezTo>
                  <a:pt x="634" y="333"/>
                  <a:pt x="634" y="333"/>
                  <a:pt x="634" y="333"/>
                </a:cubicBezTo>
                <a:cubicBezTo>
                  <a:pt x="634" y="315"/>
                  <a:pt x="619" y="300"/>
                  <a:pt x="600" y="300"/>
                </a:cubicBezTo>
                <a:cubicBezTo>
                  <a:pt x="534" y="300"/>
                  <a:pt x="534" y="300"/>
                  <a:pt x="534" y="300"/>
                </a:cubicBezTo>
                <a:cubicBezTo>
                  <a:pt x="515" y="300"/>
                  <a:pt x="500" y="315"/>
                  <a:pt x="500" y="333"/>
                </a:cubicBezTo>
                <a:cubicBezTo>
                  <a:pt x="500" y="533"/>
                  <a:pt x="500" y="533"/>
                  <a:pt x="500" y="533"/>
                </a:cubicBezTo>
                <a:cubicBezTo>
                  <a:pt x="300" y="533"/>
                  <a:pt x="300" y="533"/>
                  <a:pt x="300" y="533"/>
                </a:cubicBezTo>
                <a:cubicBezTo>
                  <a:pt x="300" y="333"/>
                  <a:pt x="300" y="333"/>
                  <a:pt x="300" y="333"/>
                </a:cubicBezTo>
                <a:cubicBezTo>
                  <a:pt x="300" y="315"/>
                  <a:pt x="285" y="300"/>
                  <a:pt x="267" y="300"/>
                </a:cubicBezTo>
                <a:cubicBezTo>
                  <a:pt x="200" y="300"/>
                  <a:pt x="200" y="300"/>
                  <a:pt x="200" y="300"/>
                </a:cubicBezTo>
                <a:cubicBezTo>
                  <a:pt x="182" y="300"/>
                  <a:pt x="167" y="315"/>
                  <a:pt x="167" y="333"/>
                </a:cubicBezTo>
                <a:cubicBezTo>
                  <a:pt x="167" y="533"/>
                  <a:pt x="167" y="533"/>
                  <a:pt x="167" y="533"/>
                </a:cubicBezTo>
                <a:cubicBezTo>
                  <a:pt x="134" y="533"/>
                  <a:pt x="134" y="533"/>
                  <a:pt x="134" y="533"/>
                </a:cubicBezTo>
                <a:cubicBezTo>
                  <a:pt x="60" y="533"/>
                  <a:pt x="0" y="593"/>
                  <a:pt x="0" y="667"/>
                </a:cubicBezTo>
                <a:cubicBezTo>
                  <a:pt x="0" y="800"/>
                  <a:pt x="0" y="800"/>
                  <a:pt x="0" y="800"/>
                </a:cubicBezTo>
                <a:cubicBezTo>
                  <a:pt x="0" y="818"/>
                  <a:pt x="15" y="833"/>
                  <a:pt x="34" y="833"/>
                </a:cubicBezTo>
                <a:cubicBezTo>
                  <a:pt x="34" y="1133"/>
                  <a:pt x="34" y="1133"/>
                  <a:pt x="34" y="1133"/>
                </a:cubicBezTo>
                <a:cubicBezTo>
                  <a:pt x="1100" y="1133"/>
                  <a:pt x="1100" y="1133"/>
                  <a:pt x="1100" y="1133"/>
                </a:cubicBezTo>
                <a:cubicBezTo>
                  <a:pt x="1100" y="833"/>
                  <a:pt x="1100" y="833"/>
                  <a:pt x="1100" y="833"/>
                </a:cubicBezTo>
                <a:cubicBezTo>
                  <a:pt x="1119" y="833"/>
                  <a:pt x="1134" y="818"/>
                  <a:pt x="1134" y="800"/>
                </a:cubicBezTo>
                <a:cubicBezTo>
                  <a:pt x="1134" y="667"/>
                  <a:pt x="1134" y="667"/>
                  <a:pt x="1134" y="667"/>
                </a:cubicBezTo>
                <a:cubicBezTo>
                  <a:pt x="1134" y="593"/>
                  <a:pt x="1074" y="533"/>
                  <a:pt x="1000" y="533"/>
                </a:cubicBezTo>
                <a:close/>
                <a:moveTo>
                  <a:pt x="1034" y="1067"/>
                </a:moveTo>
                <a:cubicBezTo>
                  <a:pt x="100" y="1067"/>
                  <a:pt x="100" y="1067"/>
                  <a:pt x="100" y="1067"/>
                </a:cubicBezTo>
                <a:cubicBezTo>
                  <a:pt x="100" y="900"/>
                  <a:pt x="100" y="900"/>
                  <a:pt x="100" y="900"/>
                </a:cubicBezTo>
                <a:cubicBezTo>
                  <a:pt x="100" y="820"/>
                  <a:pt x="152" y="767"/>
                  <a:pt x="235" y="767"/>
                </a:cubicBezTo>
                <a:cubicBezTo>
                  <a:pt x="318" y="767"/>
                  <a:pt x="318" y="833"/>
                  <a:pt x="401" y="833"/>
                </a:cubicBezTo>
                <a:cubicBezTo>
                  <a:pt x="484" y="833"/>
                  <a:pt x="484" y="767"/>
                  <a:pt x="567" y="767"/>
                </a:cubicBezTo>
                <a:cubicBezTo>
                  <a:pt x="567" y="767"/>
                  <a:pt x="567" y="767"/>
                  <a:pt x="567" y="767"/>
                </a:cubicBezTo>
                <a:cubicBezTo>
                  <a:pt x="567" y="767"/>
                  <a:pt x="567" y="767"/>
                  <a:pt x="567" y="767"/>
                </a:cubicBezTo>
                <a:cubicBezTo>
                  <a:pt x="650" y="767"/>
                  <a:pt x="650" y="833"/>
                  <a:pt x="733" y="833"/>
                </a:cubicBezTo>
                <a:cubicBezTo>
                  <a:pt x="816" y="833"/>
                  <a:pt x="816" y="767"/>
                  <a:pt x="899" y="767"/>
                </a:cubicBezTo>
                <a:cubicBezTo>
                  <a:pt x="982" y="767"/>
                  <a:pt x="1034" y="820"/>
                  <a:pt x="1034" y="900"/>
                </a:cubicBezTo>
                <a:lnTo>
                  <a:pt x="1034" y="1067"/>
                </a:lnTo>
                <a:close/>
                <a:moveTo>
                  <a:pt x="231" y="267"/>
                </a:moveTo>
                <a:cubicBezTo>
                  <a:pt x="205" y="265"/>
                  <a:pt x="184" y="243"/>
                  <a:pt x="184" y="217"/>
                </a:cubicBezTo>
                <a:cubicBezTo>
                  <a:pt x="184" y="184"/>
                  <a:pt x="234" y="133"/>
                  <a:pt x="234" y="133"/>
                </a:cubicBezTo>
                <a:cubicBezTo>
                  <a:pt x="234" y="133"/>
                  <a:pt x="284" y="184"/>
                  <a:pt x="284" y="217"/>
                </a:cubicBezTo>
                <a:cubicBezTo>
                  <a:pt x="284" y="243"/>
                  <a:pt x="263" y="265"/>
                  <a:pt x="236" y="267"/>
                </a:cubicBezTo>
                <a:cubicBezTo>
                  <a:pt x="290" y="265"/>
                  <a:pt x="334" y="221"/>
                  <a:pt x="334" y="167"/>
                </a:cubicBezTo>
                <a:cubicBezTo>
                  <a:pt x="334" y="101"/>
                  <a:pt x="234" y="0"/>
                  <a:pt x="234" y="0"/>
                </a:cubicBezTo>
                <a:cubicBezTo>
                  <a:pt x="234" y="0"/>
                  <a:pt x="134" y="101"/>
                  <a:pt x="134" y="167"/>
                </a:cubicBezTo>
                <a:cubicBezTo>
                  <a:pt x="134" y="221"/>
                  <a:pt x="177" y="265"/>
                  <a:pt x="231" y="267"/>
                </a:cubicBezTo>
                <a:close/>
                <a:moveTo>
                  <a:pt x="564" y="267"/>
                </a:moveTo>
                <a:cubicBezTo>
                  <a:pt x="538" y="265"/>
                  <a:pt x="517" y="243"/>
                  <a:pt x="517" y="217"/>
                </a:cubicBezTo>
                <a:cubicBezTo>
                  <a:pt x="517" y="184"/>
                  <a:pt x="567" y="133"/>
                  <a:pt x="567" y="133"/>
                </a:cubicBezTo>
                <a:cubicBezTo>
                  <a:pt x="567" y="133"/>
                  <a:pt x="617" y="184"/>
                  <a:pt x="617" y="217"/>
                </a:cubicBezTo>
                <a:cubicBezTo>
                  <a:pt x="617" y="243"/>
                  <a:pt x="596" y="265"/>
                  <a:pt x="570" y="267"/>
                </a:cubicBezTo>
                <a:cubicBezTo>
                  <a:pt x="624" y="265"/>
                  <a:pt x="667" y="221"/>
                  <a:pt x="667" y="167"/>
                </a:cubicBezTo>
                <a:cubicBezTo>
                  <a:pt x="667" y="101"/>
                  <a:pt x="567" y="0"/>
                  <a:pt x="567" y="0"/>
                </a:cubicBezTo>
                <a:cubicBezTo>
                  <a:pt x="567" y="0"/>
                  <a:pt x="467" y="101"/>
                  <a:pt x="467" y="167"/>
                </a:cubicBezTo>
                <a:cubicBezTo>
                  <a:pt x="467" y="221"/>
                  <a:pt x="510" y="265"/>
                  <a:pt x="564" y="267"/>
                </a:cubicBezTo>
                <a:close/>
                <a:moveTo>
                  <a:pt x="898" y="267"/>
                </a:moveTo>
                <a:cubicBezTo>
                  <a:pt x="871" y="265"/>
                  <a:pt x="850" y="243"/>
                  <a:pt x="850" y="217"/>
                </a:cubicBezTo>
                <a:cubicBezTo>
                  <a:pt x="850" y="184"/>
                  <a:pt x="900" y="133"/>
                  <a:pt x="900" y="133"/>
                </a:cubicBezTo>
                <a:cubicBezTo>
                  <a:pt x="900" y="133"/>
                  <a:pt x="950" y="184"/>
                  <a:pt x="950" y="217"/>
                </a:cubicBezTo>
                <a:cubicBezTo>
                  <a:pt x="950" y="243"/>
                  <a:pt x="929" y="265"/>
                  <a:pt x="903" y="267"/>
                </a:cubicBezTo>
                <a:cubicBezTo>
                  <a:pt x="957" y="265"/>
                  <a:pt x="1000" y="221"/>
                  <a:pt x="1000" y="167"/>
                </a:cubicBezTo>
                <a:cubicBezTo>
                  <a:pt x="1000" y="101"/>
                  <a:pt x="900" y="0"/>
                  <a:pt x="900" y="0"/>
                </a:cubicBezTo>
                <a:cubicBezTo>
                  <a:pt x="900" y="0"/>
                  <a:pt x="800" y="101"/>
                  <a:pt x="800" y="167"/>
                </a:cubicBezTo>
                <a:cubicBezTo>
                  <a:pt x="800" y="221"/>
                  <a:pt x="844" y="265"/>
                  <a:pt x="898" y="26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6318250" y="823913"/>
            <a:ext cx="825500" cy="503237"/>
            <a:chOff x="3980" y="519"/>
            <a:chExt cx="520" cy="317"/>
          </a:xfrm>
        </p:grpSpPr>
        <p:sp>
          <p:nvSpPr>
            <p:cNvPr id="4" name="Freeform 5"/>
            <p:cNvSpPr>
              <a:spLocks noEditPoints="1"/>
            </p:cNvSpPr>
            <p:nvPr/>
          </p:nvSpPr>
          <p:spPr bwMode="auto">
            <a:xfrm>
              <a:off x="3980" y="519"/>
              <a:ext cx="520" cy="317"/>
            </a:xfrm>
            <a:custGeom>
              <a:avLst/>
              <a:gdLst>
                <a:gd name="T0" fmla="*/ 1224 w 1336"/>
                <a:gd name="T1" fmla="*/ 223 h 816"/>
                <a:gd name="T2" fmla="*/ 1297 w 1336"/>
                <a:gd name="T3" fmla="*/ 223 h 816"/>
                <a:gd name="T4" fmla="*/ 1336 w 1336"/>
                <a:gd name="T5" fmla="*/ 262 h 816"/>
                <a:gd name="T6" fmla="*/ 1336 w 1336"/>
                <a:gd name="T7" fmla="*/ 555 h 816"/>
                <a:gd name="T8" fmla="*/ 1297 w 1336"/>
                <a:gd name="T9" fmla="*/ 594 h 816"/>
                <a:gd name="T10" fmla="*/ 1224 w 1336"/>
                <a:gd name="T11" fmla="*/ 594 h 816"/>
                <a:gd name="T12" fmla="*/ 1224 w 1336"/>
                <a:gd name="T13" fmla="*/ 602 h 816"/>
                <a:gd name="T14" fmla="*/ 1224 w 1336"/>
                <a:gd name="T15" fmla="*/ 742 h 816"/>
                <a:gd name="T16" fmla="*/ 1150 w 1336"/>
                <a:gd name="T17" fmla="*/ 816 h 816"/>
                <a:gd name="T18" fmla="*/ 75 w 1336"/>
                <a:gd name="T19" fmla="*/ 816 h 816"/>
                <a:gd name="T20" fmla="*/ 0 w 1336"/>
                <a:gd name="T21" fmla="*/ 742 h 816"/>
                <a:gd name="T22" fmla="*/ 0 w 1336"/>
                <a:gd name="T23" fmla="*/ 75 h 816"/>
                <a:gd name="T24" fmla="*/ 74 w 1336"/>
                <a:gd name="T25" fmla="*/ 0 h 816"/>
                <a:gd name="T26" fmla="*/ 1150 w 1336"/>
                <a:gd name="T27" fmla="*/ 0 h 816"/>
                <a:gd name="T28" fmla="*/ 1224 w 1336"/>
                <a:gd name="T29" fmla="*/ 75 h 816"/>
                <a:gd name="T30" fmla="*/ 1224 w 1336"/>
                <a:gd name="T31" fmla="*/ 214 h 816"/>
                <a:gd name="T32" fmla="*/ 1224 w 1336"/>
                <a:gd name="T33" fmla="*/ 223 h 816"/>
                <a:gd name="T34" fmla="*/ 112 w 1336"/>
                <a:gd name="T35" fmla="*/ 705 h 816"/>
                <a:gd name="T36" fmla="*/ 1113 w 1336"/>
                <a:gd name="T37" fmla="*/ 705 h 816"/>
                <a:gd name="T38" fmla="*/ 1113 w 1336"/>
                <a:gd name="T39" fmla="*/ 112 h 816"/>
                <a:gd name="T40" fmla="*/ 112 w 1336"/>
                <a:gd name="T41" fmla="*/ 112 h 816"/>
                <a:gd name="T42" fmla="*/ 112 w 1336"/>
                <a:gd name="T43" fmla="*/ 705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36" h="816">
                  <a:moveTo>
                    <a:pt x="1224" y="223"/>
                  </a:moveTo>
                  <a:cubicBezTo>
                    <a:pt x="1249" y="223"/>
                    <a:pt x="1273" y="223"/>
                    <a:pt x="1297" y="223"/>
                  </a:cubicBezTo>
                  <a:cubicBezTo>
                    <a:pt x="1320" y="223"/>
                    <a:pt x="1336" y="238"/>
                    <a:pt x="1336" y="262"/>
                  </a:cubicBezTo>
                  <a:cubicBezTo>
                    <a:pt x="1336" y="360"/>
                    <a:pt x="1336" y="457"/>
                    <a:pt x="1336" y="555"/>
                  </a:cubicBezTo>
                  <a:cubicBezTo>
                    <a:pt x="1336" y="578"/>
                    <a:pt x="1320" y="594"/>
                    <a:pt x="1297" y="594"/>
                  </a:cubicBezTo>
                  <a:cubicBezTo>
                    <a:pt x="1273" y="594"/>
                    <a:pt x="1249" y="594"/>
                    <a:pt x="1224" y="594"/>
                  </a:cubicBezTo>
                  <a:cubicBezTo>
                    <a:pt x="1224" y="597"/>
                    <a:pt x="1224" y="599"/>
                    <a:pt x="1224" y="602"/>
                  </a:cubicBezTo>
                  <a:cubicBezTo>
                    <a:pt x="1224" y="649"/>
                    <a:pt x="1224" y="695"/>
                    <a:pt x="1224" y="742"/>
                  </a:cubicBezTo>
                  <a:cubicBezTo>
                    <a:pt x="1224" y="784"/>
                    <a:pt x="1192" y="816"/>
                    <a:pt x="1150" y="816"/>
                  </a:cubicBezTo>
                  <a:cubicBezTo>
                    <a:pt x="791" y="816"/>
                    <a:pt x="433" y="816"/>
                    <a:pt x="75" y="816"/>
                  </a:cubicBezTo>
                  <a:cubicBezTo>
                    <a:pt x="33" y="816"/>
                    <a:pt x="0" y="784"/>
                    <a:pt x="0" y="742"/>
                  </a:cubicBezTo>
                  <a:cubicBezTo>
                    <a:pt x="0" y="519"/>
                    <a:pt x="0" y="297"/>
                    <a:pt x="0" y="75"/>
                  </a:cubicBezTo>
                  <a:cubicBezTo>
                    <a:pt x="0" y="33"/>
                    <a:pt x="33" y="0"/>
                    <a:pt x="74" y="0"/>
                  </a:cubicBezTo>
                  <a:cubicBezTo>
                    <a:pt x="433" y="0"/>
                    <a:pt x="791" y="0"/>
                    <a:pt x="1150" y="0"/>
                  </a:cubicBezTo>
                  <a:cubicBezTo>
                    <a:pt x="1192" y="0"/>
                    <a:pt x="1224" y="33"/>
                    <a:pt x="1224" y="75"/>
                  </a:cubicBezTo>
                  <a:cubicBezTo>
                    <a:pt x="1224" y="121"/>
                    <a:pt x="1224" y="168"/>
                    <a:pt x="1224" y="214"/>
                  </a:cubicBezTo>
                  <a:cubicBezTo>
                    <a:pt x="1224" y="217"/>
                    <a:pt x="1224" y="219"/>
                    <a:pt x="1224" y="223"/>
                  </a:cubicBezTo>
                  <a:close/>
                  <a:moveTo>
                    <a:pt x="112" y="705"/>
                  </a:moveTo>
                  <a:cubicBezTo>
                    <a:pt x="446" y="705"/>
                    <a:pt x="779" y="705"/>
                    <a:pt x="1113" y="705"/>
                  </a:cubicBezTo>
                  <a:cubicBezTo>
                    <a:pt x="1113" y="507"/>
                    <a:pt x="1113" y="309"/>
                    <a:pt x="1113" y="112"/>
                  </a:cubicBezTo>
                  <a:cubicBezTo>
                    <a:pt x="779" y="112"/>
                    <a:pt x="445" y="112"/>
                    <a:pt x="112" y="112"/>
                  </a:cubicBezTo>
                  <a:cubicBezTo>
                    <a:pt x="112" y="310"/>
                    <a:pt x="112" y="507"/>
                    <a:pt x="112" y="70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052" y="591"/>
              <a:ext cx="332" cy="173"/>
            </a:xfrm>
            <a:custGeom>
              <a:avLst/>
              <a:gdLst>
                <a:gd name="T0" fmla="*/ 0 w 852"/>
                <a:gd name="T1" fmla="*/ 444 h 444"/>
                <a:gd name="T2" fmla="*/ 0 w 852"/>
                <a:gd name="T3" fmla="*/ 0 h 444"/>
                <a:gd name="T4" fmla="*/ 852 w 852"/>
                <a:gd name="T5" fmla="*/ 0 h 444"/>
                <a:gd name="T6" fmla="*/ 852 w 852"/>
                <a:gd name="T7" fmla="*/ 444 h 444"/>
                <a:gd name="T8" fmla="*/ 0 w 852"/>
                <a:gd name="T9" fmla="*/ 444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2" h="444">
                  <a:moveTo>
                    <a:pt x="0" y="444"/>
                  </a:moveTo>
                  <a:cubicBezTo>
                    <a:pt x="0" y="296"/>
                    <a:pt x="0" y="148"/>
                    <a:pt x="0" y="0"/>
                  </a:cubicBezTo>
                  <a:cubicBezTo>
                    <a:pt x="284" y="0"/>
                    <a:pt x="568" y="0"/>
                    <a:pt x="852" y="0"/>
                  </a:cubicBezTo>
                  <a:cubicBezTo>
                    <a:pt x="852" y="148"/>
                    <a:pt x="852" y="296"/>
                    <a:pt x="852" y="444"/>
                  </a:cubicBezTo>
                  <a:cubicBezTo>
                    <a:pt x="568" y="444"/>
                    <a:pt x="284" y="444"/>
                    <a:pt x="0" y="4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</p:grpSp>
      <p:sp>
        <p:nvSpPr>
          <p:cNvPr id="9" name="Freeform 10"/>
          <p:cNvSpPr>
            <a:spLocks noEditPoints="1"/>
          </p:cNvSpPr>
          <p:nvPr/>
        </p:nvSpPr>
        <p:spPr bwMode="auto">
          <a:xfrm>
            <a:off x="498475" y="768350"/>
            <a:ext cx="1044575" cy="487363"/>
          </a:xfrm>
          <a:custGeom>
            <a:avLst/>
            <a:gdLst>
              <a:gd name="T0" fmla="*/ 444 w 2336"/>
              <a:gd name="T1" fmla="*/ 45 h 1093"/>
              <a:gd name="T2" fmla="*/ 0 w 2336"/>
              <a:gd name="T3" fmla="*/ 834 h 1093"/>
              <a:gd name="T4" fmla="*/ 432 w 2336"/>
              <a:gd name="T5" fmla="*/ 1071 h 1093"/>
              <a:gd name="T6" fmla="*/ 630 w 2336"/>
              <a:gd name="T7" fmla="*/ 832 h 1093"/>
              <a:gd name="T8" fmla="*/ 765 w 2336"/>
              <a:gd name="T9" fmla="*/ 660 h 1093"/>
              <a:gd name="T10" fmla="*/ 630 w 2336"/>
              <a:gd name="T11" fmla="*/ 45 h 1093"/>
              <a:gd name="T12" fmla="*/ 163 w 2336"/>
              <a:gd name="T13" fmla="*/ 662 h 1093"/>
              <a:gd name="T14" fmla="*/ 432 w 2336"/>
              <a:gd name="T15" fmla="*/ 306 h 1093"/>
              <a:gd name="T16" fmla="*/ 1317 w 2336"/>
              <a:gd name="T17" fmla="*/ 677 h 1093"/>
              <a:gd name="T18" fmla="*/ 1476 w 2336"/>
              <a:gd name="T19" fmla="*/ 844 h 1093"/>
              <a:gd name="T20" fmla="*/ 1168 w 2336"/>
              <a:gd name="T21" fmla="*/ 872 h 1093"/>
              <a:gd name="T22" fmla="*/ 1031 w 2336"/>
              <a:gd name="T23" fmla="*/ 680 h 1093"/>
              <a:gd name="T24" fmla="*/ 1031 w 2336"/>
              <a:gd name="T25" fmla="*/ 419 h 1093"/>
              <a:gd name="T26" fmla="*/ 1168 w 2336"/>
              <a:gd name="T27" fmla="*/ 223 h 1093"/>
              <a:gd name="T28" fmla="*/ 1441 w 2336"/>
              <a:gd name="T29" fmla="*/ 237 h 1093"/>
              <a:gd name="T30" fmla="*/ 1740 w 2336"/>
              <a:gd name="T31" fmla="*/ 369 h 1093"/>
              <a:gd name="T32" fmla="*/ 1591 w 2336"/>
              <a:gd name="T33" fmla="*/ 95 h 1093"/>
              <a:gd name="T34" fmla="*/ 1299 w 2336"/>
              <a:gd name="T35" fmla="*/ 0 h 1093"/>
              <a:gd name="T36" fmla="*/ 922 w 2336"/>
              <a:gd name="T37" fmla="*/ 160 h 1093"/>
              <a:gd name="T38" fmla="*/ 786 w 2336"/>
              <a:gd name="T39" fmla="*/ 552 h 1093"/>
              <a:gd name="T40" fmla="*/ 922 w 2336"/>
              <a:gd name="T41" fmla="*/ 937 h 1093"/>
              <a:gd name="T42" fmla="*/ 1298 w 2336"/>
              <a:gd name="T43" fmla="*/ 1093 h 1093"/>
              <a:gd name="T44" fmla="*/ 1586 w 2336"/>
              <a:gd name="T45" fmla="*/ 952 h 1093"/>
              <a:gd name="T46" fmla="*/ 1758 w 2336"/>
              <a:gd name="T47" fmla="*/ 1071 h 1093"/>
              <a:gd name="T48" fmla="*/ 1317 w 2336"/>
              <a:gd name="T49" fmla="*/ 505 h 1093"/>
              <a:gd name="T50" fmla="*/ 2136 w 2336"/>
              <a:gd name="T51" fmla="*/ 235 h 1093"/>
              <a:gd name="T52" fmla="*/ 2002 w 2336"/>
              <a:gd name="T53" fmla="*/ 32 h 1093"/>
              <a:gd name="T54" fmla="*/ 1802 w 2336"/>
              <a:gd name="T55" fmla="*/ 235 h 1093"/>
              <a:gd name="T56" fmla="*/ 2002 w 2336"/>
              <a:gd name="T57" fmla="*/ 368 h 1093"/>
              <a:gd name="T58" fmla="*/ 2136 w 2336"/>
              <a:gd name="T59" fmla="*/ 565 h 1093"/>
              <a:gd name="T60" fmla="*/ 2336 w 2336"/>
              <a:gd name="T61" fmla="*/ 368 h 1093"/>
              <a:gd name="T62" fmla="*/ 2136 w 2336"/>
              <a:gd name="T63" fmla="*/ 235 h 10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336" h="1093">
                <a:moveTo>
                  <a:pt x="630" y="45"/>
                </a:moveTo>
                <a:cubicBezTo>
                  <a:pt x="444" y="45"/>
                  <a:pt x="444" y="45"/>
                  <a:pt x="444" y="45"/>
                </a:cubicBezTo>
                <a:cubicBezTo>
                  <a:pt x="0" y="642"/>
                  <a:pt x="0" y="642"/>
                  <a:pt x="0" y="642"/>
                </a:cubicBezTo>
                <a:cubicBezTo>
                  <a:pt x="0" y="834"/>
                  <a:pt x="0" y="834"/>
                  <a:pt x="0" y="834"/>
                </a:cubicBezTo>
                <a:cubicBezTo>
                  <a:pt x="432" y="834"/>
                  <a:pt x="432" y="834"/>
                  <a:pt x="432" y="834"/>
                </a:cubicBezTo>
                <a:cubicBezTo>
                  <a:pt x="432" y="1071"/>
                  <a:pt x="432" y="1071"/>
                  <a:pt x="432" y="1071"/>
                </a:cubicBezTo>
                <a:cubicBezTo>
                  <a:pt x="630" y="1071"/>
                  <a:pt x="630" y="1071"/>
                  <a:pt x="630" y="1071"/>
                </a:cubicBezTo>
                <a:cubicBezTo>
                  <a:pt x="630" y="832"/>
                  <a:pt x="630" y="832"/>
                  <a:pt x="630" y="832"/>
                </a:cubicBezTo>
                <a:cubicBezTo>
                  <a:pt x="765" y="832"/>
                  <a:pt x="765" y="832"/>
                  <a:pt x="765" y="832"/>
                </a:cubicBezTo>
                <a:cubicBezTo>
                  <a:pt x="765" y="660"/>
                  <a:pt x="765" y="660"/>
                  <a:pt x="765" y="660"/>
                </a:cubicBezTo>
                <a:cubicBezTo>
                  <a:pt x="630" y="660"/>
                  <a:pt x="630" y="660"/>
                  <a:pt x="630" y="660"/>
                </a:cubicBezTo>
                <a:lnTo>
                  <a:pt x="630" y="45"/>
                </a:lnTo>
                <a:close/>
                <a:moveTo>
                  <a:pt x="432" y="662"/>
                </a:moveTo>
                <a:cubicBezTo>
                  <a:pt x="163" y="662"/>
                  <a:pt x="163" y="662"/>
                  <a:pt x="163" y="662"/>
                </a:cubicBezTo>
                <a:cubicBezTo>
                  <a:pt x="428" y="306"/>
                  <a:pt x="428" y="306"/>
                  <a:pt x="428" y="306"/>
                </a:cubicBezTo>
                <a:cubicBezTo>
                  <a:pt x="432" y="306"/>
                  <a:pt x="432" y="306"/>
                  <a:pt x="432" y="306"/>
                </a:cubicBezTo>
                <a:lnTo>
                  <a:pt x="432" y="662"/>
                </a:lnTo>
                <a:close/>
                <a:moveTo>
                  <a:pt x="1317" y="677"/>
                </a:moveTo>
                <a:cubicBezTo>
                  <a:pt x="1549" y="677"/>
                  <a:pt x="1549" y="677"/>
                  <a:pt x="1549" y="677"/>
                </a:cubicBezTo>
                <a:cubicBezTo>
                  <a:pt x="1542" y="750"/>
                  <a:pt x="1517" y="806"/>
                  <a:pt x="1476" y="844"/>
                </a:cubicBezTo>
                <a:cubicBezTo>
                  <a:pt x="1434" y="883"/>
                  <a:pt x="1375" y="902"/>
                  <a:pt x="1299" y="902"/>
                </a:cubicBezTo>
                <a:cubicBezTo>
                  <a:pt x="1248" y="902"/>
                  <a:pt x="1204" y="892"/>
                  <a:pt x="1168" y="872"/>
                </a:cubicBezTo>
                <a:cubicBezTo>
                  <a:pt x="1132" y="852"/>
                  <a:pt x="1102" y="825"/>
                  <a:pt x="1080" y="792"/>
                </a:cubicBezTo>
                <a:cubicBezTo>
                  <a:pt x="1058" y="759"/>
                  <a:pt x="1041" y="722"/>
                  <a:pt x="1031" y="680"/>
                </a:cubicBezTo>
                <a:cubicBezTo>
                  <a:pt x="1021" y="639"/>
                  <a:pt x="1016" y="596"/>
                  <a:pt x="1016" y="552"/>
                </a:cubicBezTo>
                <a:cubicBezTo>
                  <a:pt x="1016" y="506"/>
                  <a:pt x="1021" y="462"/>
                  <a:pt x="1031" y="419"/>
                </a:cubicBezTo>
                <a:cubicBezTo>
                  <a:pt x="1041" y="376"/>
                  <a:pt x="1058" y="338"/>
                  <a:pt x="1080" y="304"/>
                </a:cubicBezTo>
                <a:cubicBezTo>
                  <a:pt x="1102" y="270"/>
                  <a:pt x="1132" y="243"/>
                  <a:pt x="1168" y="223"/>
                </a:cubicBezTo>
                <a:cubicBezTo>
                  <a:pt x="1204" y="203"/>
                  <a:pt x="1248" y="193"/>
                  <a:pt x="1299" y="193"/>
                </a:cubicBezTo>
                <a:cubicBezTo>
                  <a:pt x="1355" y="193"/>
                  <a:pt x="1402" y="208"/>
                  <a:pt x="1441" y="237"/>
                </a:cubicBezTo>
                <a:cubicBezTo>
                  <a:pt x="1480" y="267"/>
                  <a:pt x="1507" y="310"/>
                  <a:pt x="1520" y="369"/>
                </a:cubicBezTo>
                <a:cubicBezTo>
                  <a:pt x="1740" y="369"/>
                  <a:pt x="1740" y="369"/>
                  <a:pt x="1740" y="369"/>
                </a:cubicBezTo>
                <a:cubicBezTo>
                  <a:pt x="1734" y="310"/>
                  <a:pt x="1718" y="257"/>
                  <a:pt x="1691" y="211"/>
                </a:cubicBezTo>
                <a:cubicBezTo>
                  <a:pt x="1665" y="165"/>
                  <a:pt x="1632" y="126"/>
                  <a:pt x="1591" y="95"/>
                </a:cubicBezTo>
                <a:cubicBezTo>
                  <a:pt x="1551" y="64"/>
                  <a:pt x="1505" y="40"/>
                  <a:pt x="1455" y="24"/>
                </a:cubicBezTo>
                <a:cubicBezTo>
                  <a:pt x="1405" y="8"/>
                  <a:pt x="1353" y="0"/>
                  <a:pt x="1299" y="0"/>
                </a:cubicBezTo>
                <a:cubicBezTo>
                  <a:pt x="1219" y="0"/>
                  <a:pt x="1148" y="14"/>
                  <a:pt x="1084" y="42"/>
                </a:cubicBezTo>
                <a:cubicBezTo>
                  <a:pt x="1020" y="71"/>
                  <a:pt x="966" y="110"/>
                  <a:pt x="922" y="160"/>
                </a:cubicBezTo>
                <a:cubicBezTo>
                  <a:pt x="878" y="209"/>
                  <a:pt x="845" y="268"/>
                  <a:pt x="821" y="335"/>
                </a:cubicBezTo>
                <a:cubicBezTo>
                  <a:pt x="798" y="402"/>
                  <a:pt x="786" y="474"/>
                  <a:pt x="786" y="552"/>
                </a:cubicBezTo>
                <a:cubicBezTo>
                  <a:pt x="786" y="628"/>
                  <a:pt x="798" y="699"/>
                  <a:pt x="821" y="765"/>
                </a:cubicBezTo>
                <a:cubicBezTo>
                  <a:pt x="845" y="831"/>
                  <a:pt x="878" y="888"/>
                  <a:pt x="922" y="937"/>
                </a:cubicBezTo>
                <a:cubicBezTo>
                  <a:pt x="966" y="986"/>
                  <a:pt x="1020" y="1024"/>
                  <a:pt x="1084" y="1052"/>
                </a:cubicBezTo>
                <a:cubicBezTo>
                  <a:pt x="1148" y="1080"/>
                  <a:pt x="1219" y="1093"/>
                  <a:pt x="1298" y="1093"/>
                </a:cubicBezTo>
                <a:cubicBezTo>
                  <a:pt x="1349" y="1093"/>
                  <a:pt x="1400" y="1083"/>
                  <a:pt x="1450" y="1062"/>
                </a:cubicBezTo>
                <a:cubicBezTo>
                  <a:pt x="1500" y="1042"/>
                  <a:pt x="1545" y="1005"/>
                  <a:pt x="1586" y="952"/>
                </a:cubicBezTo>
                <a:cubicBezTo>
                  <a:pt x="1609" y="1071"/>
                  <a:pt x="1609" y="1071"/>
                  <a:pt x="1609" y="1071"/>
                </a:cubicBezTo>
                <a:cubicBezTo>
                  <a:pt x="1758" y="1071"/>
                  <a:pt x="1758" y="1071"/>
                  <a:pt x="1758" y="1071"/>
                </a:cubicBezTo>
                <a:cubicBezTo>
                  <a:pt x="1760" y="505"/>
                  <a:pt x="1760" y="505"/>
                  <a:pt x="1760" y="505"/>
                </a:cubicBezTo>
                <a:cubicBezTo>
                  <a:pt x="1317" y="505"/>
                  <a:pt x="1317" y="505"/>
                  <a:pt x="1317" y="505"/>
                </a:cubicBezTo>
                <a:lnTo>
                  <a:pt x="1317" y="677"/>
                </a:lnTo>
                <a:close/>
                <a:moveTo>
                  <a:pt x="2136" y="235"/>
                </a:moveTo>
                <a:cubicBezTo>
                  <a:pt x="2136" y="32"/>
                  <a:pt x="2136" y="32"/>
                  <a:pt x="2136" y="32"/>
                </a:cubicBezTo>
                <a:cubicBezTo>
                  <a:pt x="2002" y="32"/>
                  <a:pt x="2002" y="32"/>
                  <a:pt x="2002" y="32"/>
                </a:cubicBezTo>
                <a:cubicBezTo>
                  <a:pt x="2002" y="235"/>
                  <a:pt x="2002" y="235"/>
                  <a:pt x="2002" y="235"/>
                </a:cubicBezTo>
                <a:cubicBezTo>
                  <a:pt x="1802" y="235"/>
                  <a:pt x="1802" y="235"/>
                  <a:pt x="1802" y="235"/>
                </a:cubicBezTo>
                <a:cubicBezTo>
                  <a:pt x="1802" y="368"/>
                  <a:pt x="1802" y="368"/>
                  <a:pt x="1802" y="368"/>
                </a:cubicBezTo>
                <a:cubicBezTo>
                  <a:pt x="2002" y="368"/>
                  <a:pt x="2002" y="368"/>
                  <a:pt x="2002" y="368"/>
                </a:cubicBezTo>
                <a:cubicBezTo>
                  <a:pt x="2002" y="565"/>
                  <a:pt x="2002" y="565"/>
                  <a:pt x="2002" y="565"/>
                </a:cubicBezTo>
                <a:cubicBezTo>
                  <a:pt x="2136" y="565"/>
                  <a:pt x="2136" y="565"/>
                  <a:pt x="2136" y="565"/>
                </a:cubicBezTo>
                <a:cubicBezTo>
                  <a:pt x="2136" y="368"/>
                  <a:pt x="2136" y="368"/>
                  <a:pt x="2136" y="368"/>
                </a:cubicBezTo>
                <a:cubicBezTo>
                  <a:pt x="2336" y="368"/>
                  <a:pt x="2336" y="368"/>
                  <a:pt x="2336" y="368"/>
                </a:cubicBezTo>
                <a:cubicBezTo>
                  <a:pt x="2336" y="235"/>
                  <a:pt x="2336" y="235"/>
                  <a:pt x="2336" y="235"/>
                </a:cubicBezTo>
                <a:lnTo>
                  <a:pt x="2136" y="23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0885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/>
          <p:cNvSpPr/>
          <p:nvPr/>
        </p:nvSpPr>
        <p:spPr>
          <a:xfrm>
            <a:off x="1752771" y="1729185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Médaille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3850" y="1729185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Localisation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81693" y="1729185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Message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10614" y="1729185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Couverture réseau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39535" y="1729185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Argent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68456" y="1729185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Multi SIM</a:t>
            </a:r>
          </a:p>
        </p:txBody>
      </p:sp>
      <p:sp>
        <p:nvSpPr>
          <p:cNvPr id="62" name="Freeform 31"/>
          <p:cNvSpPr>
            <a:spLocks noEditPoints="1"/>
          </p:cNvSpPr>
          <p:nvPr/>
        </p:nvSpPr>
        <p:spPr bwMode="auto">
          <a:xfrm>
            <a:off x="741718" y="2116072"/>
            <a:ext cx="510889" cy="786464"/>
          </a:xfrm>
          <a:custGeom>
            <a:avLst/>
            <a:gdLst>
              <a:gd name="T0" fmla="*/ 734 w 734"/>
              <a:gd name="T1" fmla="*/ 367 h 1133"/>
              <a:gd name="T2" fmla="*/ 367 w 734"/>
              <a:gd name="T3" fmla="*/ 0 h 1133"/>
              <a:gd name="T4" fmla="*/ 0 w 734"/>
              <a:gd name="T5" fmla="*/ 367 h 1133"/>
              <a:gd name="T6" fmla="*/ 49 w 734"/>
              <a:gd name="T7" fmla="*/ 549 h 1133"/>
              <a:gd name="T8" fmla="*/ 49 w 734"/>
              <a:gd name="T9" fmla="*/ 549 h 1133"/>
              <a:gd name="T10" fmla="*/ 367 w 734"/>
              <a:gd name="T11" fmla="*/ 1133 h 1133"/>
              <a:gd name="T12" fmla="*/ 685 w 734"/>
              <a:gd name="T13" fmla="*/ 549 h 1133"/>
              <a:gd name="T14" fmla="*/ 685 w 734"/>
              <a:gd name="T15" fmla="*/ 549 h 1133"/>
              <a:gd name="T16" fmla="*/ 734 w 734"/>
              <a:gd name="T17" fmla="*/ 367 h 1133"/>
              <a:gd name="T18" fmla="*/ 367 w 734"/>
              <a:gd name="T19" fmla="*/ 633 h 1133"/>
              <a:gd name="T20" fmla="*/ 100 w 734"/>
              <a:gd name="T21" fmla="*/ 367 h 1133"/>
              <a:gd name="T22" fmla="*/ 367 w 734"/>
              <a:gd name="T23" fmla="*/ 100 h 1133"/>
              <a:gd name="T24" fmla="*/ 634 w 734"/>
              <a:gd name="T25" fmla="*/ 367 h 1133"/>
              <a:gd name="T26" fmla="*/ 367 w 734"/>
              <a:gd name="T27" fmla="*/ 633 h 1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34" h="1133">
                <a:moveTo>
                  <a:pt x="734" y="367"/>
                </a:moveTo>
                <a:cubicBezTo>
                  <a:pt x="734" y="164"/>
                  <a:pt x="570" y="0"/>
                  <a:pt x="367" y="0"/>
                </a:cubicBezTo>
                <a:cubicBezTo>
                  <a:pt x="164" y="0"/>
                  <a:pt x="0" y="164"/>
                  <a:pt x="0" y="367"/>
                </a:cubicBezTo>
                <a:cubicBezTo>
                  <a:pt x="0" y="433"/>
                  <a:pt x="18" y="495"/>
                  <a:pt x="49" y="549"/>
                </a:cubicBezTo>
                <a:cubicBezTo>
                  <a:pt x="49" y="549"/>
                  <a:pt x="49" y="549"/>
                  <a:pt x="49" y="549"/>
                </a:cubicBezTo>
                <a:cubicBezTo>
                  <a:pt x="367" y="1133"/>
                  <a:pt x="367" y="1133"/>
                  <a:pt x="367" y="1133"/>
                </a:cubicBezTo>
                <a:cubicBezTo>
                  <a:pt x="685" y="549"/>
                  <a:pt x="685" y="549"/>
                  <a:pt x="685" y="549"/>
                </a:cubicBezTo>
                <a:cubicBezTo>
                  <a:pt x="685" y="549"/>
                  <a:pt x="685" y="549"/>
                  <a:pt x="685" y="549"/>
                </a:cubicBezTo>
                <a:cubicBezTo>
                  <a:pt x="716" y="495"/>
                  <a:pt x="734" y="433"/>
                  <a:pt x="734" y="367"/>
                </a:cubicBezTo>
                <a:close/>
                <a:moveTo>
                  <a:pt x="367" y="633"/>
                </a:moveTo>
                <a:cubicBezTo>
                  <a:pt x="220" y="633"/>
                  <a:pt x="100" y="514"/>
                  <a:pt x="100" y="367"/>
                </a:cubicBezTo>
                <a:cubicBezTo>
                  <a:pt x="100" y="219"/>
                  <a:pt x="220" y="100"/>
                  <a:pt x="367" y="100"/>
                </a:cubicBezTo>
                <a:cubicBezTo>
                  <a:pt x="514" y="100"/>
                  <a:pt x="634" y="219"/>
                  <a:pt x="634" y="367"/>
                </a:cubicBezTo>
                <a:cubicBezTo>
                  <a:pt x="634" y="514"/>
                  <a:pt x="514" y="633"/>
                  <a:pt x="367" y="63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63" name="Freeform 36"/>
          <p:cNvSpPr>
            <a:spLocks noEditPoints="1"/>
          </p:cNvSpPr>
          <p:nvPr/>
        </p:nvSpPr>
        <p:spPr bwMode="auto">
          <a:xfrm>
            <a:off x="2013582" y="2140021"/>
            <a:ext cx="828364" cy="794154"/>
          </a:xfrm>
          <a:custGeom>
            <a:avLst/>
            <a:gdLst>
              <a:gd name="T0" fmla="*/ 1134 w 1134"/>
              <a:gd name="T1" fmla="*/ 0 h 1067"/>
              <a:gd name="T2" fmla="*/ 734 w 1134"/>
              <a:gd name="T3" fmla="*/ 0 h 1067"/>
              <a:gd name="T4" fmla="*/ 591 w 1134"/>
              <a:gd name="T5" fmla="*/ 143 h 1067"/>
              <a:gd name="T6" fmla="*/ 791 w 1134"/>
              <a:gd name="T7" fmla="*/ 343 h 1067"/>
              <a:gd name="T8" fmla="*/ 1134 w 1134"/>
              <a:gd name="T9" fmla="*/ 0 h 1067"/>
              <a:gd name="T10" fmla="*/ 567 w 1134"/>
              <a:gd name="T11" fmla="*/ 334 h 1067"/>
              <a:gd name="T12" fmla="*/ 200 w 1134"/>
              <a:gd name="T13" fmla="*/ 700 h 1067"/>
              <a:gd name="T14" fmla="*/ 567 w 1134"/>
              <a:gd name="T15" fmla="*/ 1067 h 1067"/>
              <a:gd name="T16" fmla="*/ 934 w 1134"/>
              <a:gd name="T17" fmla="*/ 700 h 1067"/>
              <a:gd name="T18" fmla="*/ 567 w 1134"/>
              <a:gd name="T19" fmla="*/ 334 h 1067"/>
              <a:gd name="T20" fmla="*/ 756 w 1134"/>
              <a:gd name="T21" fmla="*/ 889 h 1067"/>
              <a:gd name="T22" fmla="*/ 567 w 1134"/>
              <a:gd name="T23" fmla="*/ 967 h 1067"/>
              <a:gd name="T24" fmla="*/ 378 w 1134"/>
              <a:gd name="T25" fmla="*/ 889 h 1067"/>
              <a:gd name="T26" fmla="*/ 300 w 1134"/>
              <a:gd name="T27" fmla="*/ 700 h 1067"/>
              <a:gd name="T28" fmla="*/ 378 w 1134"/>
              <a:gd name="T29" fmla="*/ 512 h 1067"/>
              <a:gd name="T30" fmla="*/ 567 w 1134"/>
              <a:gd name="T31" fmla="*/ 434 h 1067"/>
              <a:gd name="T32" fmla="*/ 756 w 1134"/>
              <a:gd name="T33" fmla="*/ 512 h 1067"/>
              <a:gd name="T34" fmla="*/ 834 w 1134"/>
              <a:gd name="T35" fmla="*/ 700 h 1067"/>
              <a:gd name="T36" fmla="*/ 756 w 1134"/>
              <a:gd name="T37" fmla="*/ 889 h 1067"/>
              <a:gd name="T38" fmla="*/ 567 w 1134"/>
              <a:gd name="T39" fmla="*/ 490 h 1067"/>
              <a:gd name="T40" fmla="*/ 508 w 1134"/>
              <a:gd name="T41" fmla="*/ 612 h 1067"/>
              <a:gd name="T42" fmla="*/ 367 w 1134"/>
              <a:gd name="T43" fmla="*/ 636 h 1067"/>
              <a:gd name="T44" fmla="*/ 473 w 1134"/>
              <a:gd name="T45" fmla="*/ 730 h 1067"/>
              <a:gd name="T46" fmla="*/ 438 w 1134"/>
              <a:gd name="T47" fmla="*/ 871 h 1067"/>
              <a:gd name="T48" fmla="*/ 567 w 1134"/>
              <a:gd name="T49" fmla="*/ 800 h 1067"/>
              <a:gd name="T50" fmla="*/ 696 w 1134"/>
              <a:gd name="T51" fmla="*/ 871 h 1067"/>
              <a:gd name="T52" fmla="*/ 661 w 1134"/>
              <a:gd name="T53" fmla="*/ 730 h 1067"/>
              <a:gd name="T54" fmla="*/ 767 w 1134"/>
              <a:gd name="T55" fmla="*/ 636 h 1067"/>
              <a:gd name="T56" fmla="*/ 626 w 1134"/>
              <a:gd name="T57" fmla="*/ 612 h 1067"/>
              <a:gd name="T58" fmla="*/ 567 w 1134"/>
              <a:gd name="T59" fmla="*/ 490 h 1067"/>
              <a:gd name="T60" fmla="*/ 567 w 1134"/>
              <a:gd name="T61" fmla="*/ 300 h 1067"/>
              <a:gd name="T62" fmla="*/ 739 w 1134"/>
              <a:gd name="T63" fmla="*/ 339 h 1067"/>
              <a:gd name="T64" fmla="*/ 400 w 1134"/>
              <a:gd name="T65" fmla="*/ 0 h 1067"/>
              <a:gd name="T66" fmla="*/ 0 w 1134"/>
              <a:gd name="T67" fmla="*/ 0 h 1067"/>
              <a:gd name="T68" fmla="*/ 359 w 1134"/>
              <a:gd name="T69" fmla="*/ 359 h 1067"/>
              <a:gd name="T70" fmla="*/ 567 w 1134"/>
              <a:gd name="T71" fmla="*/ 300 h 10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134" h="1067">
                <a:moveTo>
                  <a:pt x="1134" y="0"/>
                </a:moveTo>
                <a:cubicBezTo>
                  <a:pt x="734" y="0"/>
                  <a:pt x="734" y="0"/>
                  <a:pt x="734" y="0"/>
                </a:cubicBezTo>
                <a:cubicBezTo>
                  <a:pt x="591" y="143"/>
                  <a:pt x="591" y="143"/>
                  <a:pt x="591" y="143"/>
                </a:cubicBezTo>
                <a:cubicBezTo>
                  <a:pt x="791" y="343"/>
                  <a:pt x="791" y="343"/>
                  <a:pt x="791" y="343"/>
                </a:cubicBezTo>
                <a:lnTo>
                  <a:pt x="1134" y="0"/>
                </a:lnTo>
                <a:close/>
                <a:moveTo>
                  <a:pt x="567" y="334"/>
                </a:moveTo>
                <a:cubicBezTo>
                  <a:pt x="364" y="334"/>
                  <a:pt x="200" y="498"/>
                  <a:pt x="200" y="700"/>
                </a:cubicBezTo>
                <a:cubicBezTo>
                  <a:pt x="200" y="903"/>
                  <a:pt x="364" y="1067"/>
                  <a:pt x="567" y="1067"/>
                </a:cubicBezTo>
                <a:cubicBezTo>
                  <a:pt x="770" y="1067"/>
                  <a:pt x="934" y="903"/>
                  <a:pt x="934" y="700"/>
                </a:cubicBezTo>
                <a:cubicBezTo>
                  <a:pt x="934" y="498"/>
                  <a:pt x="770" y="334"/>
                  <a:pt x="567" y="334"/>
                </a:cubicBezTo>
                <a:close/>
                <a:moveTo>
                  <a:pt x="756" y="889"/>
                </a:moveTo>
                <a:cubicBezTo>
                  <a:pt x="705" y="939"/>
                  <a:pt x="638" y="967"/>
                  <a:pt x="567" y="967"/>
                </a:cubicBezTo>
                <a:cubicBezTo>
                  <a:pt x="496" y="967"/>
                  <a:pt x="429" y="939"/>
                  <a:pt x="378" y="889"/>
                </a:cubicBezTo>
                <a:cubicBezTo>
                  <a:pt x="328" y="839"/>
                  <a:pt x="300" y="772"/>
                  <a:pt x="300" y="700"/>
                </a:cubicBezTo>
                <a:cubicBezTo>
                  <a:pt x="300" y="629"/>
                  <a:pt x="328" y="562"/>
                  <a:pt x="378" y="512"/>
                </a:cubicBezTo>
                <a:cubicBezTo>
                  <a:pt x="429" y="461"/>
                  <a:pt x="496" y="434"/>
                  <a:pt x="567" y="434"/>
                </a:cubicBezTo>
                <a:cubicBezTo>
                  <a:pt x="638" y="434"/>
                  <a:pt x="705" y="461"/>
                  <a:pt x="756" y="512"/>
                </a:cubicBezTo>
                <a:cubicBezTo>
                  <a:pt x="806" y="562"/>
                  <a:pt x="834" y="629"/>
                  <a:pt x="834" y="700"/>
                </a:cubicBezTo>
                <a:cubicBezTo>
                  <a:pt x="834" y="772"/>
                  <a:pt x="806" y="839"/>
                  <a:pt x="756" y="889"/>
                </a:cubicBezTo>
                <a:close/>
                <a:moveTo>
                  <a:pt x="567" y="490"/>
                </a:moveTo>
                <a:cubicBezTo>
                  <a:pt x="508" y="612"/>
                  <a:pt x="508" y="612"/>
                  <a:pt x="508" y="612"/>
                </a:cubicBezTo>
                <a:cubicBezTo>
                  <a:pt x="367" y="636"/>
                  <a:pt x="367" y="636"/>
                  <a:pt x="367" y="636"/>
                </a:cubicBezTo>
                <a:cubicBezTo>
                  <a:pt x="473" y="730"/>
                  <a:pt x="473" y="730"/>
                  <a:pt x="473" y="730"/>
                </a:cubicBezTo>
                <a:cubicBezTo>
                  <a:pt x="438" y="871"/>
                  <a:pt x="438" y="871"/>
                  <a:pt x="438" y="871"/>
                </a:cubicBezTo>
                <a:cubicBezTo>
                  <a:pt x="567" y="800"/>
                  <a:pt x="567" y="800"/>
                  <a:pt x="567" y="800"/>
                </a:cubicBezTo>
                <a:cubicBezTo>
                  <a:pt x="696" y="871"/>
                  <a:pt x="696" y="871"/>
                  <a:pt x="696" y="871"/>
                </a:cubicBezTo>
                <a:cubicBezTo>
                  <a:pt x="661" y="730"/>
                  <a:pt x="661" y="730"/>
                  <a:pt x="661" y="730"/>
                </a:cubicBezTo>
                <a:cubicBezTo>
                  <a:pt x="767" y="636"/>
                  <a:pt x="767" y="636"/>
                  <a:pt x="767" y="636"/>
                </a:cubicBezTo>
                <a:cubicBezTo>
                  <a:pt x="626" y="612"/>
                  <a:pt x="626" y="612"/>
                  <a:pt x="626" y="612"/>
                </a:cubicBezTo>
                <a:lnTo>
                  <a:pt x="567" y="490"/>
                </a:lnTo>
                <a:close/>
                <a:moveTo>
                  <a:pt x="567" y="300"/>
                </a:moveTo>
                <a:cubicBezTo>
                  <a:pt x="629" y="300"/>
                  <a:pt x="687" y="314"/>
                  <a:pt x="739" y="339"/>
                </a:cubicBezTo>
                <a:cubicBezTo>
                  <a:pt x="400" y="0"/>
                  <a:pt x="400" y="0"/>
                  <a:pt x="400" y="0"/>
                </a:cubicBezTo>
                <a:cubicBezTo>
                  <a:pt x="0" y="0"/>
                  <a:pt x="0" y="0"/>
                  <a:pt x="0" y="0"/>
                </a:cubicBezTo>
                <a:cubicBezTo>
                  <a:pt x="359" y="359"/>
                  <a:pt x="359" y="359"/>
                  <a:pt x="359" y="359"/>
                </a:cubicBezTo>
                <a:cubicBezTo>
                  <a:pt x="419" y="322"/>
                  <a:pt x="491" y="300"/>
                  <a:pt x="567" y="30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64" name="Freeform 41"/>
          <p:cNvSpPr>
            <a:spLocks noEditPoints="1"/>
          </p:cNvSpPr>
          <p:nvPr/>
        </p:nvSpPr>
        <p:spPr bwMode="auto">
          <a:xfrm>
            <a:off x="3466043" y="2164804"/>
            <a:ext cx="782994" cy="735250"/>
          </a:xfrm>
          <a:custGeom>
            <a:avLst/>
            <a:gdLst>
              <a:gd name="T0" fmla="*/ 1066 w 1066"/>
              <a:gd name="T1" fmla="*/ 100 h 1000"/>
              <a:gd name="T2" fmla="*/ 967 w 1066"/>
              <a:gd name="T3" fmla="*/ 0 h 1000"/>
              <a:gd name="T4" fmla="*/ 0 w 1066"/>
              <a:gd name="T5" fmla="*/ 0 h 1000"/>
              <a:gd name="T6" fmla="*/ 0 w 1066"/>
              <a:gd name="T7" fmla="*/ 700 h 1000"/>
              <a:gd name="T8" fmla="*/ 100 w 1066"/>
              <a:gd name="T9" fmla="*/ 800 h 1000"/>
              <a:gd name="T10" fmla="*/ 233 w 1066"/>
              <a:gd name="T11" fmla="*/ 800 h 1000"/>
              <a:gd name="T12" fmla="*/ 233 w 1066"/>
              <a:gd name="T13" fmla="*/ 1000 h 1000"/>
              <a:gd name="T14" fmla="*/ 433 w 1066"/>
              <a:gd name="T15" fmla="*/ 800 h 1000"/>
              <a:gd name="T16" fmla="*/ 1066 w 1066"/>
              <a:gd name="T17" fmla="*/ 800 h 1000"/>
              <a:gd name="T18" fmla="*/ 1066 w 1066"/>
              <a:gd name="T19" fmla="*/ 100 h 1000"/>
              <a:gd name="T20" fmla="*/ 833 w 1066"/>
              <a:gd name="T21" fmla="*/ 600 h 1000"/>
              <a:gd name="T22" fmla="*/ 833 w 1066"/>
              <a:gd name="T23" fmla="*/ 733 h 1000"/>
              <a:gd name="T24" fmla="*/ 700 w 1066"/>
              <a:gd name="T25" fmla="*/ 600 h 1000"/>
              <a:gd name="T26" fmla="*/ 299 w 1066"/>
              <a:gd name="T27" fmla="*/ 600 h 1000"/>
              <a:gd name="T28" fmla="*/ 233 w 1066"/>
              <a:gd name="T29" fmla="*/ 533 h 1000"/>
              <a:gd name="T30" fmla="*/ 233 w 1066"/>
              <a:gd name="T31" fmla="*/ 433 h 1000"/>
              <a:gd name="T32" fmla="*/ 233 w 1066"/>
              <a:gd name="T33" fmla="*/ 133 h 1000"/>
              <a:gd name="T34" fmla="*/ 233 w 1066"/>
              <a:gd name="T35" fmla="*/ 66 h 1000"/>
              <a:gd name="T36" fmla="*/ 933 w 1066"/>
              <a:gd name="T37" fmla="*/ 66 h 1000"/>
              <a:gd name="T38" fmla="*/ 1000 w 1066"/>
              <a:gd name="T39" fmla="*/ 133 h 1000"/>
              <a:gd name="T40" fmla="*/ 1000 w 1066"/>
              <a:gd name="T41" fmla="*/ 233 h 1000"/>
              <a:gd name="T42" fmla="*/ 1000 w 1066"/>
              <a:gd name="T43" fmla="*/ 355 h 1000"/>
              <a:gd name="T44" fmla="*/ 1000 w 1066"/>
              <a:gd name="T45" fmla="*/ 600 h 1000"/>
              <a:gd name="T46" fmla="*/ 833 w 1066"/>
              <a:gd name="T47" fmla="*/ 60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66" h="1000">
                <a:moveTo>
                  <a:pt x="1066" y="100"/>
                </a:moveTo>
                <a:cubicBezTo>
                  <a:pt x="1066" y="44"/>
                  <a:pt x="1022" y="0"/>
                  <a:pt x="96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700"/>
                  <a:pt x="0" y="700"/>
                  <a:pt x="0" y="700"/>
                </a:cubicBezTo>
                <a:cubicBezTo>
                  <a:pt x="0" y="755"/>
                  <a:pt x="44" y="800"/>
                  <a:pt x="100" y="800"/>
                </a:cubicBezTo>
                <a:cubicBezTo>
                  <a:pt x="233" y="800"/>
                  <a:pt x="233" y="800"/>
                  <a:pt x="233" y="800"/>
                </a:cubicBezTo>
                <a:cubicBezTo>
                  <a:pt x="233" y="1000"/>
                  <a:pt x="233" y="1000"/>
                  <a:pt x="233" y="1000"/>
                </a:cubicBezTo>
                <a:cubicBezTo>
                  <a:pt x="433" y="800"/>
                  <a:pt x="433" y="800"/>
                  <a:pt x="433" y="800"/>
                </a:cubicBezTo>
                <a:cubicBezTo>
                  <a:pt x="1066" y="800"/>
                  <a:pt x="1066" y="800"/>
                  <a:pt x="1066" y="800"/>
                </a:cubicBezTo>
                <a:lnTo>
                  <a:pt x="1066" y="100"/>
                </a:lnTo>
                <a:close/>
                <a:moveTo>
                  <a:pt x="833" y="600"/>
                </a:moveTo>
                <a:cubicBezTo>
                  <a:pt x="833" y="733"/>
                  <a:pt x="833" y="733"/>
                  <a:pt x="833" y="733"/>
                </a:cubicBezTo>
                <a:cubicBezTo>
                  <a:pt x="700" y="600"/>
                  <a:pt x="700" y="600"/>
                  <a:pt x="700" y="600"/>
                </a:cubicBezTo>
                <a:cubicBezTo>
                  <a:pt x="299" y="600"/>
                  <a:pt x="299" y="600"/>
                  <a:pt x="299" y="600"/>
                </a:cubicBezTo>
                <a:cubicBezTo>
                  <a:pt x="263" y="600"/>
                  <a:pt x="233" y="570"/>
                  <a:pt x="233" y="533"/>
                </a:cubicBezTo>
                <a:cubicBezTo>
                  <a:pt x="233" y="433"/>
                  <a:pt x="233" y="433"/>
                  <a:pt x="233" y="433"/>
                </a:cubicBezTo>
                <a:cubicBezTo>
                  <a:pt x="233" y="133"/>
                  <a:pt x="233" y="133"/>
                  <a:pt x="233" y="133"/>
                </a:cubicBezTo>
                <a:cubicBezTo>
                  <a:pt x="233" y="66"/>
                  <a:pt x="233" y="66"/>
                  <a:pt x="233" y="66"/>
                </a:cubicBezTo>
                <a:cubicBezTo>
                  <a:pt x="933" y="66"/>
                  <a:pt x="933" y="66"/>
                  <a:pt x="933" y="66"/>
                </a:cubicBezTo>
                <a:cubicBezTo>
                  <a:pt x="970" y="66"/>
                  <a:pt x="1000" y="96"/>
                  <a:pt x="1000" y="133"/>
                </a:cubicBezTo>
                <a:cubicBezTo>
                  <a:pt x="1000" y="233"/>
                  <a:pt x="1000" y="233"/>
                  <a:pt x="1000" y="233"/>
                </a:cubicBezTo>
                <a:cubicBezTo>
                  <a:pt x="1000" y="355"/>
                  <a:pt x="1000" y="355"/>
                  <a:pt x="1000" y="355"/>
                </a:cubicBezTo>
                <a:cubicBezTo>
                  <a:pt x="1000" y="600"/>
                  <a:pt x="1000" y="600"/>
                  <a:pt x="1000" y="600"/>
                </a:cubicBezTo>
                <a:lnTo>
                  <a:pt x="833" y="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65" name="Freeform 64"/>
          <p:cNvSpPr>
            <a:spLocks noEditPoints="1"/>
          </p:cNvSpPr>
          <p:nvPr/>
        </p:nvSpPr>
        <p:spPr bwMode="auto">
          <a:xfrm>
            <a:off x="4843182" y="2217581"/>
            <a:ext cx="823176" cy="629698"/>
          </a:xfrm>
          <a:custGeom>
            <a:avLst/>
            <a:gdLst>
              <a:gd name="T0" fmla="*/ 1100 w 1134"/>
              <a:gd name="T1" fmla="*/ 0 h 867"/>
              <a:gd name="T2" fmla="*/ 934 w 1134"/>
              <a:gd name="T3" fmla="*/ 0 h 867"/>
              <a:gd name="T4" fmla="*/ 900 w 1134"/>
              <a:gd name="T5" fmla="*/ 34 h 867"/>
              <a:gd name="T6" fmla="*/ 900 w 1134"/>
              <a:gd name="T7" fmla="*/ 834 h 867"/>
              <a:gd name="T8" fmla="*/ 934 w 1134"/>
              <a:gd name="T9" fmla="*/ 867 h 867"/>
              <a:gd name="T10" fmla="*/ 1100 w 1134"/>
              <a:gd name="T11" fmla="*/ 867 h 867"/>
              <a:gd name="T12" fmla="*/ 1134 w 1134"/>
              <a:gd name="T13" fmla="*/ 834 h 867"/>
              <a:gd name="T14" fmla="*/ 1134 w 1134"/>
              <a:gd name="T15" fmla="*/ 34 h 867"/>
              <a:gd name="T16" fmla="*/ 1100 w 1134"/>
              <a:gd name="T17" fmla="*/ 0 h 867"/>
              <a:gd name="T18" fmla="*/ 800 w 1134"/>
              <a:gd name="T19" fmla="*/ 200 h 867"/>
              <a:gd name="T20" fmla="*/ 634 w 1134"/>
              <a:gd name="T21" fmla="*/ 200 h 867"/>
              <a:gd name="T22" fmla="*/ 600 w 1134"/>
              <a:gd name="T23" fmla="*/ 234 h 867"/>
              <a:gd name="T24" fmla="*/ 600 w 1134"/>
              <a:gd name="T25" fmla="*/ 834 h 867"/>
              <a:gd name="T26" fmla="*/ 634 w 1134"/>
              <a:gd name="T27" fmla="*/ 867 h 867"/>
              <a:gd name="T28" fmla="*/ 800 w 1134"/>
              <a:gd name="T29" fmla="*/ 867 h 867"/>
              <a:gd name="T30" fmla="*/ 834 w 1134"/>
              <a:gd name="T31" fmla="*/ 834 h 867"/>
              <a:gd name="T32" fmla="*/ 834 w 1134"/>
              <a:gd name="T33" fmla="*/ 234 h 867"/>
              <a:gd name="T34" fmla="*/ 800 w 1134"/>
              <a:gd name="T35" fmla="*/ 200 h 867"/>
              <a:gd name="T36" fmla="*/ 500 w 1134"/>
              <a:gd name="T37" fmla="*/ 400 h 867"/>
              <a:gd name="T38" fmla="*/ 334 w 1134"/>
              <a:gd name="T39" fmla="*/ 400 h 867"/>
              <a:gd name="T40" fmla="*/ 300 w 1134"/>
              <a:gd name="T41" fmla="*/ 434 h 867"/>
              <a:gd name="T42" fmla="*/ 300 w 1134"/>
              <a:gd name="T43" fmla="*/ 834 h 867"/>
              <a:gd name="T44" fmla="*/ 334 w 1134"/>
              <a:gd name="T45" fmla="*/ 867 h 867"/>
              <a:gd name="T46" fmla="*/ 500 w 1134"/>
              <a:gd name="T47" fmla="*/ 867 h 867"/>
              <a:gd name="T48" fmla="*/ 534 w 1134"/>
              <a:gd name="T49" fmla="*/ 834 h 867"/>
              <a:gd name="T50" fmla="*/ 534 w 1134"/>
              <a:gd name="T51" fmla="*/ 434 h 867"/>
              <a:gd name="T52" fmla="*/ 500 w 1134"/>
              <a:gd name="T53" fmla="*/ 400 h 867"/>
              <a:gd name="T54" fmla="*/ 200 w 1134"/>
              <a:gd name="T55" fmla="*/ 600 h 867"/>
              <a:gd name="T56" fmla="*/ 34 w 1134"/>
              <a:gd name="T57" fmla="*/ 600 h 867"/>
              <a:gd name="T58" fmla="*/ 0 w 1134"/>
              <a:gd name="T59" fmla="*/ 634 h 867"/>
              <a:gd name="T60" fmla="*/ 0 w 1134"/>
              <a:gd name="T61" fmla="*/ 834 h 867"/>
              <a:gd name="T62" fmla="*/ 34 w 1134"/>
              <a:gd name="T63" fmla="*/ 867 h 867"/>
              <a:gd name="T64" fmla="*/ 200 w 1134"/>
              <a:gd name="T65" fmla="*/ 867 h 867"/>
              <a:gd name="T66" fmla="*/ 234 w 1134"/>
              <a:gd name="T67" fmla="*/ 834 h 867"/>
              <a:gd name="T68" fmla="*/ 234 w 1134"/>
              <a:gd name="T69" fmla="*/ 634 h 867"/>
              <a:gd name="T70" fmla="*/ 200 w 1134"/>
              <a:gd name="T71" fmla="*/ 600 h 8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134" h="867">
                <a:moveTo>
                  <a:pt x="1100" y="0"/>
                </a:moveTo>
                <a:cubicBezTo>
                  <a:pt x="934" y="0"/>
                  <a:pt x="934" y="0"/>
                  <a:pt x="934" y="0"/>
                </a:cubicBezTo>
                <a:cubicBezTo>
                  <a:pt x="915" y="0"/>
                  <a:pt x="900" y="15"/>
                  <a:pt x="900" y="34"/>
                </a:cubicBezTo>
                <a:cubicBezTo>
                  <a:pt x="900" y="834"/>
                  <a:pt x="900" y="834"/>
                  <a:pt x="900" y="834"/>
                </a:cubicBezTo>
                <a:cubicBezTo>
                  <a:pt x="900" y="852"/>
                  <a:pt x="915" y="867"/>
                  <a:pt x="934" y="867"/>
                </a:cubicBezTo>
                <a:cubicBezTo>
                  <a:pt x="1100" y="867"/>
                  <a:pt x="1100" y="867"/>
                  <a:pt x="1100" y="867"/>
                </a:cubicBezTo>
                <a:cubicBezTo>
                  <a:pt x="1119" y="867"/>
                  <a:pt x="1134" y="852"/>
                  <a:pt x="1134" y="834"/>
                </a:cubicBezTo>
                <a:cubicBezTo>
                  <a:pt x="1134" y="34"/>
                  <a:pt x="1134" y="34"/>
                  <a:pt x="1134" y="34"/>
                </a:cubicBezTo>
                <a:cubicBezTo>
                  <a:pt x="1134" y="15"/>
                  <a:pt x="1119" y="0"/>
                  <a:pt x="1100" y="0"/>
                </a:cubicBezTo>
                <a:close/>
                <a:moveTo>
                  <a:pt x="800" y="200"/>
                </a:moveTo>
                <a:cubicBezTo>
                  <a:pt x="634" y="200"/>
                  <a:pt x="634" y="200"/>
                  <a:pt x="634" y="200"/>
                </a:cubicBezTo>
                <a:cubicBezTo>
                  <a:pt x="615" y="200"/>
                  <a:pt x="600" y="215"/>
                  <a:pt x="600" y="234"/>
                </a:cubicBezTo>
                <a:cubicBezTo>
                  <a:pt x="600" y="834"/>
                  <a:pt x="600" y="834"/>
                  <a:pt x="600" y="834"/>
                </a:cubicBezTo>
                <a:cubicBezTo>
                  <a:pt x="600" y="852"/>
                  <a:pt x="615" y="867"/>
                  <a:pt x="634" y="867"/>
                </a:cubicBezTo>
                <a:cubicBezTo>
                  <a:pt x="800" y="867"/>
                  <a:pt x="800" y="867"/>
                  <a:pt x="800" y="867"/>
                </a:cubicBezTo>
                <a:cubicBezTo>
                  <a:pt x="819" y="867"/>
                  <a:pt x="834" y="852"/>
                  <a:pt x="834" y="834"/>
                </a:cubicBezTo>
                <a:cubicBezTo>
                  <a:pt x="834" y="234"/>
                  <a:pt x="834" y="234"/>
                  <a:pt x="834" y="234"/>
                </a:cubicBezTo>
                <a:cubicBezTo>
                  <a:pt x="834" y="215"/>
                  <a:pt x="819" y="200"/>
                  <a:pt x="800" y="200"/>
                </a:cubicBezTo>
                <a:close/>
                <a:moveTo>
                  <a:pt x="500" y="400"/>
                </a:moveTo>
                <a:cubicBezTo>
                  <a:pt x="334" y="400"/>
                  <a:pt x="334" y="400"/>
                  <a:pt x="334" y="400"/>
                </a:cubicBezTo>
                <a:cubicBezTo>
                  <a:pt x="315" y="400"/>
                  <a:pt x="300" y="415"/>
                  <a:pt x="300" y="434"/>
                </a:cubicBezTo>
                <a:cubicBezTo>
                  <a:pt x="300" y="834"/>
                  <a:pt x="300" y="834"/>
                  <a:pt x="300" y="834"/>
                </a:cubicBezTo>
                <a:cubicBezTo>
                  <a:pt x="300" y="852"/>
                  <a:pt x="315" y="867"/>
                  <a:pt x="334" y="867"/>
                </a:cubicBezTo>
                <a:cubicBezTo>
                  <a:pt x="500" y="867"/>
                  <a:pt x="500" y="867"/>
                  <a:pt x="500" y="867"/>
                </a:cubicBezTo>
                <a:cubicBezTo>
                  <a:pt x="519" y="867"/>
                  <a:pt x="534" y="852"/>
                  <a:pt x="534" y="834"/>
                </a:cubicBezTo>
                <a:cubicBezTo>
                  <a:pt x="534" y="434"/>
                  <a:pt x="534" y="434"/>
                  <a:pt x="534" y="434"/>
                </a:cubicBezTo>
                <a:cubicBezTo>
                  <a:pt x="534" y="415"/>
                  <a:pt x="519" y="400"/>
                  <a:pt x="500" y="400"/>
                </a:cubicBezTo>
                <a:close/>
                <a:moveTo>
                  <a:pt x="200" y="600"/>
                </a:moveTo>
                <a:cubicBezTo>
                  <a:pt x="34" y="600"/>
                  <a:pt x="34" y="600"/>
                  <a:pt x="34" y="600"/>
                </a:cubicBezTo>
                <a:cubicBezTo>
                  <a:pt x="15" y="600"/>
                  <a:pt x="0" y="615"/>
                  <a:pt x="0" y="634"/>
                </a:cubicBezTo>
                <a:cubicBezTo>
                  <a:pt x="0" y="834"/>
                  <a:pt x="0" y="834"/>
                  <a:pt x="0" y="834"/>
                </a:cubicBezTo>
                <a:cubicBezTo>
                  <a:pt x="0" y="852"/>
                  <a:pt x="15" y="867"/>
                  <a:pt x="34" y="867"/>
                </a:cubicBezTo>
                <a:cubicBezTo>
                  <a:pt x="200" y="867"/>
                  <a:pt x="200" y="867"/>
                  <a:pt x="200" y="867"/>
                </a:cubicBezTo>
                <a:cubicBezTo>
                  <a:pt x="219" y="867"/>
                  <a:pt x="234" y="852"/>
                  <a:pt x="234" y="834"/>
                </a:cubicBezTo>
                <a:cubicBezTo>
                  <a:pt x="234" y="634"/>
                  <a:pt x="234" y="634"/>
                  <a:pt x="234" y="634"/>
                </a:cubicBezTo>
                <a:cubicBezTo>
                  <a:pt x="234" y="615"/>
                  <a:pt x="219" y="600"/>
                  <a:pt x="200" y="60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66" name="Freeform 51"/>
          <p:cNvSpPr>
            <a:spLocks noEditPoints="1"/>
          </p:cNvSpPr>
          <p:nvPr/>
        </p:nvSpPr>
        <p:spPr bwMode="auto">
          <a:xfrm>
            <a:off x="6258575" y="2250239"/>
            <a:ext cx="883886" cy="581184"/>
          </a:xfrm>
          <a:custGeom>
            <a:avLst/>
            <a:gdLst>
              <a:gd name="T0" fmla="*/ 1100 w 1166"/>
              <a:gd name="T1" fmla="*/ 100 h 767"/>
              <a:gd name="T2" fmla="*/ 1100 w 1166"/>
              <a:gd name="T3" fmla="*/ 700 h 767"/>
              <a:gd name="T4" fmla="*/ 66 w 1166"/>
              <a:gd name="T5" fmla="*/ 700 h 767"/>
              <a:gd name="T6" fmla="*/ 66 w 1166"/>
              <a:gd name="T7" fmla="*/ 767 h 767"/>
              <a:gd name="T8" fmla="*/ 1166 w 1166"/>
              <a:gd name="T9" fmla="*/ 767 h 767"/>
              <a:gd name="T10" fmla="*/ 1166 w 1166"/>
              <a:gd name="T11" fmla="*/ 100 h 767"/>
              <a:gd name="T12" fmla="*/ 1100 w 1166"/>
              <a:gd name="T13" fmla="*/ 100 h 767"/>
              <a:gd name="T14" fmla="*/ 533 w 1166"/>
              <a:gd name="T15" fmla="*/ 134 h 767"/>
              <a:gd name="T16" fmla="*/ 333 w 1166"/>
              <a:gd name="T17" fmla="*/ 334 h 767"/>
              <a:gd name="T18" fmla="*/ 533 w 1166"/>
              <a:gd name="T19" fmla="*/ 534 h 767"/>
              <a:gd name="T20" fmla="*/ 733 w 1166"/>
              <a:gd name="T21" fmla="*/ 334 h 767"/>
              <a:gd name="T22" fmla="*/ 533 w 1166"/>
              <a:gd name="T23" fmla="*/ 134 h 767"/>
              <a:gd name="T24" fmla="*/ 216 w 1166"/>
              <a:gd name="T25" fmla="*/ 284 h 767"/>
              <a:gd name="T26" fmla="*/ 166 w 1166"/>
              <a:gd name="T27" fmla="*/ 334 h 767"/>
              <a:gd name="T28" fmla="*/ 216 w 1166"/>
              <a:gd name="T29" fmla="*/ 384 h 767"/>
              <a:gd name="T30" fmla="*/ 266 w 1166"/>
              <a:gd name="T31" fmla="*/ 334 h 767"/>
              <a:gd name="T32" fmla="*/ 216 w 1166"/>
              <a:gd name="T33" fmla="*/ 284 h 767"/>
              <a:gd name="T34" fmla="*/ 850 w 1166"/>
              <a:gd name="T35" fmla="*/ 284 h 767"/>
              <a:gd name="T36" fmla="*/ 800 w 1166"/>
              <a:gd name="T37" fmla="*/ 334 h 767"/>
              <a:gd name="T38" fmla="*/ 850 w 1166"/>
              <a:gd name="T39" fmla="*/ 384 h 767"/>
              <a:gd name="T40" fmla="*/ 900 w 1166"/>
              <a:gd name="T41" fmla="*/ 334 h 767"/>
              <a:gd name="T42" fmla="*/ 850 w 1166"/>
              <a:gd name="T43" fmla="*/ 284 h 767"/>
              <a:gd name="T44" fmla="*/ 1066 w 1166"/>
              <a:gd name="T45" fmla="*/ 0 h 767"/>
              <a:gd name="T46" fmla="*/ 0 w 1166"/>
              <a:gd name="T47" fmla="*/ 0 h 767"/>
              <a:gd name="T48" fmla="*/ 0 w 1166"/>
              <a:gd name="T49" fmla="*/ 667 h 767"/>
              <a:gd name="T50" fmla="*/ 1066 w 1166"/>
              <a:gd name="T51" fmla="*/ 667 h 767"/>
              <a:gd name="T52" fmla="*/ 1066 w 1166"/>
              <a:gd name="T53" fmla="*/ 0 h 767"/>
              <a:gd name="T54" fmla="*/ 1000 w 1166"/>
              <a:gd name="T55" fmla="*/ 500 h 767"/>
              <a:gd name="T56" fmla="*/ 900 w 1166"/>
              <a:gd name="T57" fmla="*/ 600 h 767"/>
              <a:gd name="T58" fmla="*/ 166 w 1166"/>
              <a:gd name="T59" fmla="*/ 600 h 767"/>
              <a:gd name="T60" fmla="*/ 66 w 1166"/>
              <a:gd name="T61" fmla="*/ 500 h 767"/>
              <a:gd name="T62" fmla="*/ 66 w 1166"/>
              <a:gd name="T63" fmla="*/ 167 h 767"/>
              <a:gd name="T64" fmla="*/ 166 w 1166"/>
              <a:gd name="T65" fmla="*/ 67 h 767"/>
              <a:gd name="T66" fmla="*/ 900 w 1166"/>
              <a:gd name="T67" fmla="*/ 67 h 767"/>
              <a:gd name="T68" fmla="*/ 1000 w 1166"/>
              <a:gd name="T69" fmla="*/ 167 h 767"/>
              <a:gd name="T70" fmla="*/ 1000 w 1166"/>
              <a:gd name="T71" fmla="*/ 500 h 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166" h="767">
                <a:moveTo>
                  <a:pt x="1100" y="100"/>
                </a:moveTo>
                <a:cubicBezTo>
                  <a:pt x="1100" y="700"/>
                  <a:pt x="1100" y="700"/>
                  <a:pt x="1100" y="700"/>
                </a:cubicBezTo>
                <a:cubicBezTo>
                  <a:pt x="66" y="700"/>
                  <a:pt x="66" y="700"/>
                  <a:pt x="66" y="700"/>
                </a:cubicBezTo>
                <a:cubicBezTo>
                  <a:pt x="66" y="767"/>
                  <a:pt x="66" y="767"/>
                  <a:pt x="66" y="767"/>
                </a:cubicBezTo>
                <a:cubicBezTo>
                  <a:pt x="1166" y="767"/>
                  <a:pt x="1166" y="767"/>
                  <a:pt x="1166" y="767"/>
                </a:cubicBezTo>
                <a:cubicBezTo>
                  <a:pt x="1166" y="100"/>
                  <a:pt x="1166" y="100"/>
                  <a:pt x="1166" y="100"/>
                </a:cubicBezTo>
                <a:lnTo>
                  <a:pt x="1100" y="100"/>
                </a:lnTo>
                <a:close/>
                <a:moveTo>
                  <a:pt x="533" y="134"/>
                </a:moveTo>
                <a:cubicBezTo>
                  <a:pt x="423" y="134"/>
                  <a:pt x="333" y="223"/>
                  <a:pt x="333" y="334"/>
                </a:cubicBezTo>
                <a:cubicBezTo>
                  <a:pt x="333" y="444"/>
                  <a:pt x="423" y="534"/>
                  <a:pt x="533" y="534"/>
                </a:cubicBezTo>
                <a:cubicBezTo>
                  <a:pt x="643" y="534"/>
                  <a:pt x="733" y="444"/>
                  <a:pt x="733" y="334"/>
                </a:cubicBezTo>
                <a:cubicBezTo>
                  <a:pt x="733" y="223"/>
                  <a:pt x="643" y="134"/>
                  <a:pt x="533" y="134"/>
                </a:cubicBezTo>
                <a:close/>
                <a:moveTo>
                  <a:pt x="216" y="284"/>
                </a:moveTo>
                <a:cubicBezTo>
                  <a:pt x="189" y="284"/>
                  <a:pt x="166" y="306"/>
                  <a:pt x="166" y="334"/>
                </a:cubicBezTo>
                <a:cubicBezTo>
                  <a:pt x="166" y="361"/>
                  <a:pt x="189" y="384"/>
                  <a:pt x="216" y="384"/>
                </a:cubicBezTo>
                <a:cubicBezTo>
                  <a:pt x="244" y="384"/>
                  <a:pt x="266" y="361"/>
                  <a:pt x="266" y="334"/>
                </a:cubicBezTo>
                <a:cubicBezTo>
                  <a:pt x="266" y="306"/>
                  <a:pt x="244" y="284"/>
                  <a:pt x="216" y="284"/>
                </a:cubicBezTo>
                <a:close/>
                <a:moveTo>
                  <a:pt x="850" y="284"/>
                </a:moveTo>
                <a:cubicBezTo>
                  <a:pt x="822" y="284"/>
                  <a:pt x="800" y="306"/>
                  <a:pt x="800" y="334"/>
                </a:cubicBezTo>
                <a:cubicBezTo>
                  <a:pt x="800" y="361"/>
                  <a:pt x="822" y="384"/>
                  <a:pt x="850" y="384"/>
                </a:cubicBezTo>
                <a:cubicBezTo>
                  <a:pt x="877" y="384"/>
                  <a:pt x="900" y="361"/>
                  <a:pt x="900" y="334"/>
                </a:cubicBezTo>
                <a:cubicBezTo>
                  <a:pt x="900" y="306"/>
                  <a:pt x="877" y="284"/>
                  <a:pt x="850" y="284"/>
                </a:cubicBezTo>
                <a:close/>
                <a:moveTo>
                  <a:pt x="1066" y="0"/>
                </a:moveTo>
                <a:cubicBezTo>
                  <a:pt x="0" y="0"/>
                  <a:pt x="0" y="0"/>
                  <a:pt x="0" y="0"/>
                </a:cubicBezTo>
                <a:cubicBezTo>
                  <a:pt x="0" y="667"/>
                  <a:pt x="0" y="667"/>
                  <a:pt x="0" y="667"/>
                </a:cubicBezTo>
                <a:cubicBezTo>
                  <a:pt x="1066" y="667"/>
                  <a:pt x="1066" y="667"/>
                  <a:pt x="1066" y="667"/>
                </a:cubicBezTo>
                <a:lnTo>
                  <a:pt x="1066" y="0"/>
                </a:lnTo>
                <a:close/>
                <a:moveTo>
                  <a:pt x="1000" y="500"/>
                </a:moveTo>
                <a:cubicBezTo>
                  <a:pt x="944" y="500"/>
                  <a:pt x="900" y="545"/>
                  <a:pt x="900" y="600"/>
                </a:cubicBezTo>
                <a:cubicBezTo>
                  <a:pt x="166" y="600"/>
                  <a:pt x="166" y="600"/>
                  <a:pt x="166" y="600"/>
                </a:cubicBezTo>
                <a:cubicBezTo>
                  <a:pt x="166" y="545"/>
                  <a:pt x="122" y="500"/>
                  <a:pt x="66" y="500"/>
                </a:cubicBezTo>
                <a:cubicBezTo>
                  <a:pt x="66" y="167"/>
                  <a:pt x="66" y="167"/>
                  <a:pt x="66" y="167"/>
                </a:cubicBezTo>
                <a:cubicBezTo>
                  <a:pt x="122" y="167"/>
                  <a:pt x="166" y="122"/>
                  <a:pt x="166" y="67"/>
                </a:cubicBezTo>
                <a:cubicBezTo>
                  <a:pt x="900" y="67"/>
                  <a:pt x="900" y="67"/>
                  <a:pt x="900" y="67"/>
                </a:cubicBezTo>
                <a:cubicBezTo>
                  <a:pt x="900" y="122"/>
                  <a:pt x="944" y="167"/>
                  <a:pt x="1000" y="167"/>
                </a:cubicBezTo>
                <a:lnTo>
                  <a:pt x="1000" y="5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67" name="Freeform 56"/>
          <p:cNvSpPr>
            <a:spLocks noEditPoints="1"/>
          </p:cNvSpPr>
          <p:nvPr/>
        </p:nvSpPr>
        <p:spPr bwMode="auto">
          <a:xfrm>
            <a:off x="7868996" y="2115063"/>
            <a:ext cx="586282" cy="796470"/>
          </a:xfrm>
          <a:custGeom>
            <a:avLst/>
            <a:gdLst>
              <a:gd name="T0" fmla="*/ 400 w 834"/>
              <a:gd name="T1" fmla="*/ 0 h 1133"/>
              <a:gd name="T2" fmla="*/ 0 w 834"/>
              <a:gd name="T3" fmla="*/ 50 h 1133"/>
              <a:gd name="T4" fmla="*/ 50 w 834"/>
              <a:gd name="T5" fmla="*/ 967 h 1133"/>
              <a:gd name="T6" fmla="*/ 200 w 834"/>
              <a:gd name="T7" fmla="*/ 900 h 1133"/>
              <a:gd name="T8" fmla="*/ 67 w 834"/>
              <a:gd name="T9" fmla="*/ 867 h 1133"/>
              <a:gd name="T10" fmla="*/ 200 w 834"/>
              <a:gd name="T11" fmla="*/ 767 h 1133"/>
              <a:gd name="T12" fmla="*/ 67 w 834"/>
              <a:gd name="T13" fmla="*/ 733 h 1133"/>
              <a:gd name="T14" fmla="*/ 200 w 834"/>
              <a:gd name="T15" fmla="*/ 600 h 1133"/>
              <a:gd name="T16" fmla="*/ 67 w 834"/>
              <a:gd name="T17" fmla="*/ 567 h 1133"/>
              <a:gd name="T18" fmla="*/ 67 w 834"/>
              <a:gd name="T19" fmla="*/ 467 h 1133"/>
              <a:gd name="T20" fmla="*/ 100 w 834"/>
              <a:gd name="T21" fmla="*/ 433 h 1133"/>
              <a:gd name="T22" fmla="*/ 200 w 834"/>
              <a:gd name="T23" fmla="*/ 217 h 1133"/>
              <a:gd name="T24" fmla="*/ 534 w 834"/>
              <a:gd name="T25" fmla="*/ 133 h 1133"/>
              <a:gd name="T26" fmla="*/ 284 w 834"/>
              <a:gd name="T27" fmla="*/ 167 h 1133"/>
              <a:gd name="T28" fmla="*/ 234 w 834"/>
              <a:gd name="T29" fmla="*/ 1083 h 1133"/>
              <a:gd name="T30" fmla="*/ 784 w 834"/>
              <a:gd name="T31" fmla="*/ 1133 h 1133"/>
              <a:gd name="T32" fmla="*/ 834 w 834"/>
              <a:gd name="T33" fmla="*/ 367 h 1133"/>
              <a:gd name="T34" fmla="*/ 300 w 834"/>
              <a:gd name="T35" fmla="*/ 633 h 1133"/>
              <a:gd name="T36" fmla="*/ 334 w 834"/>
              <a:gd name="T37" fmla="*/ 600 h 1133"/>
              <a:gd name="T38" fmla="*/ 434 w 834"/>
              <a:gd name="T39" fmla="*/ 600 h 1133"/>
              <a:gd name="T40" fmla="*/ 300 w 834"/>
              <a:gd name="T41" fmla="*/ 733 h 1133"/>
              <a:gd name="T42" fmla="*/ 434 w 834"/>
              <a:gd name="T43" fmla="*/ 1067 h 1133"/>
              <a:gd name="T44" fmla="*/ 300 w 834"/>
              <a:gd name="T45" fmla="*/ 1033 h 1133"/>
              <a:gd name="T46" fmla="*/ 434 w 834"/>
              <a:gd name="T47" fmla="*/ 933 h 1133"/>
              <a:gd name="T48" fmla="*/ 600 w 834"/>
              <a:gd name="T49" fmla="*/ 1067 h 1133"/>
              <a:gd name="T50" fmla="*/ 467 w 834"/>
              <a:gd name="T51" fmla="*/ 933 h 1133"/>
              <a:gd name="T52" fmla="*/ 600 w 834"/>
              <a:gd name="T53" fmla="*/ 1067 h 1133"/>
              <a:gd name="T54" fmla="*/ 467 w 834"/>
              <a:gd name="T55" fmla="*/ 900 h 1133"/>
              <a:gd name="T56" fmla="*/ 300 w 834"/>
              <a:gd name="T57" fmla="*/ 900 h 1133"/>
              <a:gd name="T58" fmla="*/ 434 w 834"/>
              <a:gd name="T59" fmla="*/ 767 h 1133"/>
              <a:gd name="T60" fmla="*/ 467 w 834"/>
              <a:gd name="T61" fmla="*/ 733 h 1133"/>
              <a:gd name="T62" fmla="*/ 600 w 834"/>
              <a:gd name="T63" fmla="*/ 600 h 1133"/>
              <a:gd name="T64" fmla="*/ 767 w 834"/>
              <a:gd name="T65" fmla="*/ 1033 h 1133"/>
              <a:gd name="T66" fmla="*/ 634 w 834"/>
              <a:gd name="T67" fmla="*/ 1067 h 1133"/>
              <a:gd name="T68" fmla="*/ 767 w 834"/>
              <a:gd name="T69" fmla="*/ 933 h 1133"/>
              <a:gd name="T70" fmla="*/ 767 w 834"/>
              <a:gd name="T71" fmla="*/ 900 h 1133"/>
              <a:gd name="T72" fmla="*/ 634 w 834"/>
              <a:gd name="T73" fmla="*/ 767 h 1133"/>
              <a:gd name="T74" fmla="*/ 767 w 834"/>
              <a:gd name="T75" fmla="*/ 900 h 1133"/>
              <a:gd name="T76" fmla="*/ 767 w 834"/>
              <a:gd name="T77" fmla="*/ 733 h 1133"/>
              <a:gd name="T78" fmla="*/ 634 w 834"/>
              <a:gd name="T79" fmla="*/ 600 h 1133"/>
              <a:gd name="T80" fmla="*/ 734 w 834"/>
              <a:gd name="T81" fmla="*/ 600 h 1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834" h="1133">
                <a:moveTo>
                  <a:pt x="534" y="133"/>
                </a:moveTo>
                <a:cubicBezTo>
                  <a:pt x="400" y="0"/>
                  <a:pt x="400" y="0"/>
                  <a:pt x="400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23" y="0"/>
                  <a:pt x="0" y="22"/>
                  <a:pt x="0" y="50"/>
                </a:cubicBezTo>
                <a:cubicBezTo>
                  <a:pt x="0" y="917"/>
                  <a:pt x="0" y="917"/>
                  <a:pt x="0" y="917"/>
                </a:cubicBezTo>
                <a:cubicBezTo>
                  <a:pt x="0" y="944"/>
                  <a:pt x="23" y="967"/>
                  <a:pt x="50" y="967"/>
                </a:cubicBezTo>
                <a:cubicBezTo>
                  <a:pt x="200" y="967"/>
                  <a:pt x="200" y="967"/>
                  <a:pt x="200" y="967"/>
                </a:cubicBezTo>
                <a:cubicBezTo>
                  <a:pt x="200" y="900"/>
                  <a:pt x="200" y="900"/>
                  <a:pt x="200" y="900"/>
                </a:cubicBezTo>
                <a:cubicBezTo>
                  <a:pt x="100" y="900"/>
                  <a:pt x="100" y="900"/>
                  <a:pt x="100" y="900"/>
                </a:cubicBezTo>
                <a:cubicBezTo>
                  <a:pt x="82" y="900"/>
                  <a:pt x="67" y="885"/>
                  <a:pt x="67" y="867"/>
                </a:cubicBezTo>
                <a:cubicBezTo>
                  <a:pt x="67" y="767"/>
                  <a:pt x="67" y="767"/>
                  <a:pt x="67" y="767"/>
                </a:cubicBezTo>
                <a:cubicBezTo>
                  <a:pt x="200" y="767"/>
                  <a:pt x="200" y="767"/>
                  <a:pt x="200" y="767"/>
                </a:cubicBezTo>
                <a:cubicBezTo>
                  <a:pt x="200" y="733"/>
                  <a:pt x="200" y="733"/>
                  <a:pt x="200" y="733"/>
                </a:cubicBezTo>
                <a:cubicBezTo>
                  <a:pt x="67" y="733"/>
                  <a:pt x="67" y="733"/>
                  <a:pt x="67" y="733"/>
                </a:cubicBezTo>
                <a:cubicBezTo>
                  <a:pt x="67" y="600"/>
                  <a:pt x="67" y="600"/>
                  <a:pt x="67" y="600"/>
                </a:cubicBezTo>
                <a:cubicBezTo>
                  <a:pt x="200" y="600"/>
                  <a:pt x="200" y="600"/>
                  <a:pt x="200" y="600"/>
                </a:cubicBezTo>
                <a:cubicBezTo>
                  <a:pt x="200" y="567"/>
                  <a:pt x="200" y="567"/>
                  <a:pt x="200" y="567"/>
                </a:cubicBezTo>
                <a:cubicBezTo>
                  <a:pt x="67" y="567"/>
                  <a:pt x="67" y="567"/>
                  <a:pt x="67" y="567"/>
                </a:cubicBezTo>
                <a:cubicBezTo>
                  <a:pt x="67" y="467"/>
                  <a:pt x="67" y="467"/>
                  <a:pt x="67" y="467"/>
                </a:cubicBezTo>
                <a:cubicBezTo>
                  <a:pt x="67" y="467"/>
                  <a:pt x="67" y="467"/>
                  <a:pt x="67" y="467"/>
                </a:cubicBezTo>
                <a:cubicBezTo>
                  <a:pt x="67" y="448"/>
                  <a:pt x="82" y="433"/>
                  <a:pt x="100" y="433"/>
                </a:cubicBezTo>
                <a:cubicBezTo>
                  <a:pt x="100" y="433"/>
                  <a:pt x="100" y="433"/>
                  <a:pt x="100" y="433"/>
                </a:cubicBezTo>
                <a:cubicBezTo>
                  <a:pt x="200" y="433"/>
                  <a:pt x="200" y="433"/>
                  <a:pt x="200" y="433"/>
                </a:cubicBezTo>
                <a:cubicBezTo>
                  <a:pt x="200" y="217"/>
                  <a:pt x="200" y="217"/>
                  <a:pt x="200" y="217"/>
                </a:cubicBezTo>
                <a:cubicBezTo>
                  <a:pt x="200" y="171"/>
                  <a:pt x="238" y="133"/>
                  <a:pt x="284" y="133"/>
                </a:cubicBezTo>
                <a:lnTo>
                  <a:pt x="534" y="133"/>
                </a:lnTo>
                <a:close/>
                <a:moveTo>
                  <a:pt x="634" y="167"/>
                </a:moveTo>
                <a:cubicBezTo>
                  <a:pt x="284" y="167"/>
                  <a:pt x="284" y="167"/>
                  <a:pt x="284" y="167"/>
                </a:cubicBezTo>
                <a:cubicBezTo>
                  <a:pt x="256" y="167"/>
                  <a:pt x="234" y="189"/>
                  <a:pt x="234" y="217"/>
                </a:cubicBezTo>
                <a:cubicBezTo>
                  <a:pt x="234" y="1083"/>
                  <a:pt x="234" y="1083"/>
                  <a:pt x="234" y="1083"/>
                </a:cubicBezTo>
                <a:cubicBezTo>
                  <a:pt x="234" y="1111"/>
                  <a:pt x="256" y="1133"/>
                  <a:pt x="284" y="1133"/>
                </a:cubicBezTo>
                <a:cubicBezTo>
                  <a:pt x="784" y="1133"/>
                  <a:pt x="784" y="1133"/>
                  <a:pt x="784" y="1133"/>
                </a:cubicBezTo>
                <a:cubicBezTo>
                  <a:pt x="811" y="1133"/>
                  <a:pt x="834" y="1111"/>
                  <a:pt x="834" y="1083"/>
                </a:cubicBezTo>
                <a:cubicBezTo>
                  <a:pt x="834" y="367"/>
                  <a:pt x="834" y="367"/>
                  <a:pt x="834" y="367"/>
                </a:cubicBezTo>
                <a:lnTo>
                  <a:pt x="634" y="167"/>
                </a:lnTo>
                <a:close/>
                <a:moveTo>
                  <a:pt x="300" y="633"/>
                </a:moveTo>
                <a:cubicBezTo>
                  <a:pt x="300" y="633"/>
                  <a:pt x="300" y="633"/>
                  <a:pt x="300" y="633"/>
                </a:cubicBezTo>
                <a:cubicBezTo>
                  <a:pt x="300" y="615"/>
                  <a:pt x="315" y="600"/>
                  <a:pt x="334" y="600"/>
                </a:cubicBezTo>
                <a:cubicBezTo>
                  <a:pt x="334" y="600"/>
                  <a:pt x="334" y="600"/>
                  <a:pt x="334" y="600"/>
                </a:cubicBezTo>
                <a:cubicBezTo>
                  <a:pt x="434" y="600"/>
                  <a:pt x="434" y="600"/>
                  <a:pt x="434" y="600"/>
                </a:cubicBezTo>
                <a:cubicBezTo>
                  <a:pt x="434" y="733"/>
                  <a:pt x="434" y="733"/>
                  <a:pt x="434" y="733"/>
                </a:cubicBezTo>
                <a:cubicBezTo>
                  <a:pt x="300" y="733"/>
                  <a:pt x="300" y="733"/>
                  <a:pt x="300" y="733"/>
                </a:cubicBezTo>
                <a:lnTo>
                  <a:pt x="300" y="633"/>
                </a:lnTo>
                <a:close/>
                <a:moveTo>
                  <a:pt x="434" y="1067"/>
                </a:moveTo>
                <a:cubicBezTo>
                  <a:pt x="334" y="1067"/>
                  <a:pt x="334" y="1067"/>
                  <a:pt x="334" y="1067"/>
                </a:cubicBezTo>
                <a:cubicBezTo>
                  <a:pt x="315" y="1067"/>
                  <a:pt x="300" y="1052"/>
                  <a:pt x="300" y="1033"/>
                </a:cubicBezTo>
                <a:cubicBezTo>
                  <a:pt x="300" y="933"/>
                  <a:pt x="300" y="933"/>
                  <a:pt x="300" y="933"/>
                </a:cubicBezTo>
                <a:cubicBezTo>
                  <a:pt x="434" y="933"/>
                  <a:pt x="434" y="933"/>
                  <a:pt x="434" y="933"/>
                </a:cubicBezTo>
                <a:lnTo>
                  <a:pt x="434" y="1067"/>
                </a:lnTo>
                <a:close/>
                <a:moveTo>
                  <a:pt x="600" y="1067"/>
                </a:moveTo>
                <a:cubicBezTo>
                  <a:pt x="467" y="1067"/>
                  <a:pt x="467" y="1067"/>
                  <a:pt x="467" y="1067"/>
                </a:cubicBezTo>
                <a:cubicBezTo>
                  <a:pt x="467" y="933"/>
                  <a:pt x="467" y="933"/>
                  <a:pt x="467" y="933"/>
                </a:cubicBezTo>
                <a:cubicBezTo>
                  <a:pt x="600" y="933"/>
                  <a:pt x="600" y="933"/>
                  <a:pt x="600" y="933"/>
                </a:cubicBezTo>
                <a:lnTo>
                  <a:pt x="600" y="1067"/>
                </a:lnTo>
                <a:close/>
                <a:moveTo>
                  <a:pt x="600" y="900"/>
                </a:moveTo>
                <a:cubicBezTo>
                  <a:pt x="467" y="900"/>
                  <a:pt x="467" y="900"/>
                  <a:pt x="467" y="900"/>
                </a:cubicBezTo>
                <a:cubicBezTo>
                  <a:pt x="434" y="900"/>
                  <a:pt x="434" y="900"/>
                  <a:pt x="434" y="900"/>
                </a:cubicBezTo>
                <a:cubicBezTo>
                  <a:pt x="300" y="900"/>
                  <a:pt x="300" y="900"/>
                  <a:pt x="300" y="900"/>
                </a:cubicBezTo>
                <a:cubicBezTo>
                  <a:pt x="300" y="767"/>
                  <a:pt x="300" y="767"/>
                  <a:pt x="300" y="767"/>
                </a:cubicBezTo>
                <a:cubicBezTo>
                  <a:pt x="434" y="767"/>
                  <a:pt x="434" y="767"/>
                  <a:pt x="434" y="767"/>
                </a:cubicBezTo>
                <a:cubicBezTo>
                  <a:pt x="467" y="767"/>
                  <a:pt x="467" y="767"/>
                  <a:pt x="467" y="767"/>
                </a:cubicBezTo>
                <a:cubicBezTo>
                  <a:pt x="467" y="733"/>
                  <a:pt x="467" y="733"/>
                  <a:pt x="467" y="733"/>
                </a:cubicBezTo>
                <a:cubicBezTo>
                  <a:pt x="467" y="600"/>
                  <a:pt x="467" y="600"/>
                  <a:pt x="467" y="600"/>
                </a:cubicBezTo>
                <a:cubicBezTo>
                  <a:pt x="600" y="600"/>
                  <a:pt x="600" y="600"/>
                  <a:pt x="600" y="600"/>
                </a:cubicBezTo>
                <a:lnTo>
                  <a:pt x="600" y="900"/>
                </a:lnTo>
                <a:close/>
                <a:moveTo>
                  <a:pt x="767" y="1033"/>
                </a:moveTo>
                <a:cubicBezTo>
                  <a:pt x="767" y="1052"/>
                  <a:pt x="752" y="1067"/>
                  <a:pt x="734" y="1067"/>
                </a:cubicBezTo>
                <a:cubicBezTo>
                  <a:pt x="634" y="1067"/>
                  <a:pt x="634" y="1067"/>
                  <a:pt x="634" y="1067"/>
                </a:cubicBezTo>
                <a:cubicBezTo>
                  <a:pt x="634" y="933"/>
                  <a:pt x="634" y="933"/>
                  <a:pt x="634" y="933"/>
                </a:cubicBezTo>
                <a:cubicBezTo>
                  <a:pt x="767" y="933"/>
                  <a:pt x="767" y="933"/>
                  <a:pt x="767" y="933"/>
                </a:cubicBezTo>
                <a:lnTo>
                  <a:pt x="767" y="1033"/>
                </a:lnTo>
                <a:close/>
                <a:moveTo>
                  <a:pt x="767" y="900"/>
                </a:moveTo>
                <a:cubicBezTo>
                  <a:pt x="634" y="900"/>
                  <a:pt x="634" y="900"/>
                  <a:pt x="634" y="900"/>
                </a:cubicBezTo>
                <a:cubicBezTo>
                  <a:pt x="634" y="767"/>
                  <a:pt x="634" y="767"/>
                  <a:pt x="634" y="767"/>
                </a:cubicBezTo>
                <a:cubicBezTo>
                  <a:pt x="767" y="767"/>
                  <a:pt x="767" y="767"/>
                  <a:pt x="767" y="767"/>
                </a:cubicBezTo>
                <a:lnTo>
                  <a:pt x="767" y="900"/>
                </a:lnTo>
                <a:close/>
                <a:moveTo>
                  <a:pt x="767" y="633"/>
                </a:moveTo>
                <a:cubicBezTo>
                  <a:pt x="767" y="733"/>
                  <a:pt x="767" y="733"/>
                  <a:pt x="767" y="733"/>
                </a:cubicBezTo>
                <a:cubicBezTo>
                  <a:pt x="634" y="733"/>
                  <a:pt x="634" y="733"/>
                  <a:pt x="634" y="733"/>
                </a:cubicBezTo>
                <a:cubicBezTo>
                  <a:pt x="634" y="600"/>
                  <a:pt x="634" y="600"/>
                  <a:pt x="634" y="600"/>
                </a:cubicBezTo>
                <a:cubicBezTo>
                  <a:pt x="734" y="600"/>
                  <a:pt x="734" y="600"/>
                  <a:pt x="734" y="600"/>
                </a:cubicBezTo>
                <a:cubicBezTo>
                  <a:pt x="734" y="600"/>
                  <a:pt x="734" y="600"/>
                  <a:pt x="734" y="600"/>
                </a:cubicBezTo>
                <a:cubicBezTo>
                  <a:pt x="752" y="600"/>
                  <a:pt x="767" y="615"/>
                  <a:pt x="767" y="63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40" name="Rectangle 39"/>
          <p:cNvSpPr/>
          <p:nvPr/>
        </p:nvSpPr>
        <p:spPr>
          <a:xfrm>
            <a:off x="1752771" y="3183196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Parasol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3850" y="3183196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Antenne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81693" y="3183196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Personnes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10614" y="3183196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Télécommande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9535" y="3183196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Carte SIM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68456" y="3183196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Protection</a:t>
            </a:r>
          </a:p>
        </p:txBody>
      </p:sp>
      <p:sp>
        <p:nvSpPr>
          <p:cNvPr id="68" name="Freeform 66"/>
          <p:cNvSpPr>
            <a:spLocks noEditPoints="1"/>
          </p:cNvSpPr>
          <p:nvPr/>
        </p:nvSpPr>
        <p:spPr bwMode="auto">
          <a:xfrm>
            <a:off x="541439" y="3610197"/>
            <a:ext cx="871517" cy="739376"/>
          </a:xfrm>
          <a:custGeom>
            <a:avLst/>
            <a:gdLst>
              <a:gd name="T0" fmla="*/ 687 w 1186"/>
              <a:gd name="T1" fmla="*/ 401 h 1007"/>
              <a:gd name="T2" fmla="*/ 499 w 1186"/>
              <a:gd name="T3" fmla="*/ 212 h 1007"/>
              <a:gd name="T4" fmla="*/ 519 w 1186"/>
              <a:gd name="T5" fmla="*/ 417 h 1007"/>
              <a:gd name="T6" fmla="*/ 349 w 1186"/>
              <a:gd name="T7" fmla="*/ 1005 h 1007"/>
              <a:gd name="T8" fmla="*/ 391 w 1186"/>
              <a:gd name="T9" fmla="*/ 984 h 1007"/>
              <a:gd name="T10" fmla="*/ 756 w 1186"/>
              <a:gd name="T11" fmla="*/ 873 h 1007"/>
              <a:gd name="T12" fmla="*/ 826 w 1186"/>
              <a:gd name="T13" fmla="*/ 1007 h 1007"/>
              <a:gd name="T14" fmla="*/ 858 w 1186"/>
              <a:gd name="T15" fmla="*/ 962 h 1007"/>
              <a:gd name="T16" fmla="*/ 582 w 1186"/>
              <a:gd name="T17" fmla="*/ 439 h 1007"/>
              <a:gd name="T18" fmla="*/ 639 w 1186"/>
              <a:gd name="T19" fmla="*/ 540 h 1007"/>
              <a:gd name="T20" fmla="*/ 582 w 1186"/>
              <a:gd name="T21" fmla="*/ 439 h 1007"/>
              <a:gd name="T22" fmla="*/ 663 w 1186"/>
              <a:gd name="T23" fmla="*/ 607 h 1007"/>
              <a:gd name="T24" fmla="*/ 500 w 1186"/>
              <a:gd name="T25" fmla="*/ 673 h 1007"/>
              <a:gd name="T26" fmla="*/ 453 w 1186"/>
              <a:gd name="T27" fmla="*/ 807 h 1007"/>
              <a:gd name="T28" fmla="*/ 709 w 1186"/>
              <a:gd name="T29" fmla="*/ 740 h 1007"/>
              <a:gd name="T30" fmla="*/ 453 w 1186"/>
              <a:gd name="T31" fmla="*/ 807 h 1007"/>
              <a:gd name="T32" fmla="*/ 379 w 1186"/>
              <a:gd name="T33" fmla="*/ 469 h 1007"/>
              <a:gd name="T34" fmla="*/ 360 w 1186"/>
              <a:gd name="T35" fmla="*/ 304 h 1007"/>
              <a:gd name="T36" fmla="*/ 383 w 1186"/>
              <a:gd name="T37" fmla="*/ 139 h 1007"/>
              <a:gd name="T38" fmla="*/ 293 w 1186"/>
              <a:gd name="T39" fmla="*/ 303 h 1007"/>
              <a:gd name="T40" fmla="*/ 363 w 1186"/>
              <a:gd name="T41" fmla="*/ 474 h 1007"/>
              <a:gd name="T42" fmla="*/ 795 w 1186"/>
              <a:gd name="T43" fmla="*/ 189 h 1007"/>
              <a:gd name="T44" fmla="*/ 806 w 1186"/>
              <a:gd name="T45" fmla="*/ 470 h 1007"/>
              <a:gd name="T46" fmla="*/ 852 w 1186"/>
              <a:gd name="T47" fmla="*/ 458 h 1007"/>
              <a:gd name="T48" fmla="*/ 807 w 1186"/>
              <a:gd name="T49" fmla="*/ 144 h 1007"/>
              <a:gd name="T50" fmla="*/ 219 w 1186"/>
              <a:gd name="T51" fmla="*/ 87 h 1007"/>
              <a:gd name="T52" fmla="*/ 248 w 1186"/>
              <a:gd name="T53" fmla="*/ 542 h 1007"/>
              <a:gd name="T54" fmla="*/ 277 w 1186"/>
              <a:gd name="T55" fmla="*/ 492 h 1007"/>
              <a:gd name="T56" fmla="*/ 265 w 1186"/>
              <a:gd name="T57" fmla="*/ 75 h 1007"/>
              <a:gd name="T58" fmla="*/ 921 w 1186"/>
              <a:gd name="T59" fmla="*/ 75 h 1007"/>
              <a:gd name="T60" fmla="*/ 910 w 1186"/>
              <a:gd name="T61" fmla="*/ 492 h 1007"/>
              <a:gd name="T62" fmla="*/ 938 w 1186"/>
              <a:gd name="T63" fmla="*/ 542 h 1007"/>
              <a:gd name="T64" fmla="*/ 967 w 1186"/>
              <a:gd name="T65" fmla="*/ 87 h 1007"/>
              <a:gd name="T66" fmla="*/ 161 w 1186"/>
              <a:gd name="T67" fmla="*/ 55 h 1007"/>
              <a:gd name="T68" fmla="*/ 103 w 1186"/>
              <a:gd name="T69" fmla="*/ 21 h 1007"/>
              <a:gd name="T70" fmla="*/ 133 w 1186"/>
              <a:gd name="T71" fmla="*/ 610 h 1007"/>
              <a:gd name="T72" fmla="*/ 162 w 1186"/>
              <a:gd name="T73" fmla="*/ 560 h 1007"/>
              <a:gd name="T74" fmla="*/ 1083 w 1186"/>
              <a:gd name="T75" fmla="*/ 21 h 1007"/>
              <a:gd name="T76" fmla="*/ 1025 w 1186"/>
              <a:gd name="T77" fmla="*/ 55 h 1007"/>
              <a:gd name="T78" fmla="*/ 1037 w 1186"/>
              <a:gd name="T79" fmla="*/ 605 h 1007"/>
              <a:gd name="T80" fmla="*/ 1082 w 1186"/>
              <a:gd name="T81" fmla="*/ 593 h 10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186" h="1007">
                <a:moveTo>
                  <a:pt x="667" y="417"/>
                </a:moveTo>
                <a:cubicBezTo>
                  <a:pt x="674" y="413"/>
                  <a:pt x="681" y="407"/>
                  <a:pt x="687" y="401"/>
                </a:cubicBezTo>
                <a:cubicBezTo>
                  <a:pt x="739" y="349"/>
                  <a:pt x="739" y="264"/>
                  <a:pt x="687" y="212"/>
                </a:cubicBezTo>
                <a:cubicBezTo>
                  <a:pt x="635" y="160"/>
                  <a:pt x="551" y="160"/>
                  <a:pt x="499" y="212"/>
                </a:cubicBezTo>
                <a:cubicBezTo>
                  <a:pt x="447" y="264"/>
                  <a:pt x="447" y="349"/>
                  <a:pt x="499" y="401"/>
                </a:cubicBezTo>
                <a:cubicBezTo>
                  <a:pt x="505" y="407"/>
                  <a:pt x="512" y="413"/>
                  <a:pt x="519" y="417"/>
                </a:cubicBezTo>
                <a:cubicBezTo>
                  <a:pt x="328" y="962"/>
                  <a:pt x="328" y="962"/>
                  <a:pt x="328" y="962"/>
                </a:cubicBezTo>
                <a:cubicBezTo>
                  <a:pt x="322" y="980"/>
                  <a:pt x="331" y="999"/>
                  <a:pt x="349" y="1005"/>
                </a:cubicBezTo>
                <a:cubicBezTo>
                  <a:pt x="352" y="1006"/>
                  <a:pt x="356" y="1007"/>
                  <a:pt x="360" y="1007"/>
                </a:cubicBezTo>
                <a:cubicBezTo>
                  <a:pt x="373" y="1007"/>
                  <a:pt x="386" y="998"/>
                  <a:pt x="391" y="984"/>
                </a:cubicBezTo>
                <a:cubicBezTo>
                  <a:pt x="430" y="873"/>
                  <a:pt x="430" y="873"/>
                  <a:pt x="430" y="873"/>
                </a:cubicBezTo>
                <a:cubicBezTo>
                  <a:pt x="756" y="873"/>
                  <a:pt x="756" y="873"/>
                  <a:pt x="756" y="873"/>
                </a:cubicBezTo>
                <a:cubicBezTo>
                  <a:pt x="795" y="984"/>
                  <a:pt x="795" y="984"/>
                  <a:pt x="795" y="984"/>
                </a:cubicBezTo>
                <a:cubicBezTo>
                  <a:pt x="800" y="998"/>
                  <a:pt x="813" y="1007"/>
                  <a:pt x="826" y="1007"/>
                </a:cubicBezTo>
                <a:cubicBezTo>
                  <a:pt x="830" y="1007"/>
                  <a:pt x="834" y="1006"/>
                  <a:pt x="837" y="1005"/>
                </a:cubicBezTo>
                <a:cubicBezTo>
                  <a:pt x="855" y="999"/>
                  <a:pt x="864" y="980"/>
                  <a:pt x="858" y="962"/>
                </a:cubicBezTo>
                <a:lnTo>
                  <a:pt x="667" y="417"/>
                </a:lnTo>
                <a:close/>
                <a:moveTo>
                  <a:pt x="582" y="439"/>
                </a:moveTo>
                <a:cubicBezTo>
                  <a:pt x="589" y="440"/>
                  <a:pt x="597" y="440"/>
                  <a:pt x="604" y="439"/>
                </a:cubicBezTo>
                <a:cubicBezTo>
                  <a:pt x="639" y="540"/>
                  <a:pt x="639" y="540"/>
                  <a:pt x="639" y="540"/>
                </a:cubicBezTo>
                <a:cubicBezTo>
                  <a:pt x="547" y="540"/>
                  <a:pt x="547" y="540"/>
                  <a:pt x="547" y="540"/>
                </a:cubicBezTo>
                <a:lnTo>
                  <a:pt x="582" y="439"/>
                </a:lnTo>
                <a:close/>
                <a:moveTo>
                  <a:pt x="523" y="607"/>
                </a:moveTo>
                <a:cubicBezTo>
                  <a:pt x="663" y="607"/>
                  <a:pt x="663" y="607"/>
                  <a:pt x="663" y="607"/>
                </a:cubicBezTo>
                <a:cubicBezTo>
                  <a:pt x="686" y="673"/>
                  <a:pt x="686" y="673"/>
                  <a:pt x="686" y="673"/>
                </a:cubicBezTo>
                <a:cubicBezTo>
                  <a:pt x="500" y="673"/>
                  <a:pt x="500" y="673"/>
                  <a:pt x="500" y="673"/>
                </a:cubicBezTo>
                <a:lnTo>
                  <a:pt x="523" y="607"/>
                </a:lnTo>
                <a:close/>
                <a:moveTo>
                  <a:pt x="453" y="807"/>
                </a:moveTo>
                <a:cubicBezTo>
                  <a:pt x="477" y="740"/>
                  <a:pt x="477" y="740"/>
                  <a:pt x="477" y="740"/>
                </a:cubicBezTo>
                <a:cubicBezTo>
                  <a:pt x="709" y="740"/>
                  <a:pt x="709" y="740"/>
                  <a:pt x="709" y="740"/>
                </a:cubicBezTo>
                <a:cubicBezTo>
                  <a:pt x="733" y="807"/>
                  <a:pt x="733" y="807"/>
                  <a:pt x="733" y="807"/>
                </a:cubicBezTo>
                <a:lnTo>
                  <a:pt x="453" y="807"/>
                </a:lnTo>
                <a:close/>
                <a:moveTo>
                  <a:pt x="363" y="474"/>
                </a:moveTo>
                <a:cubicBezTo>
                  <a:pt x="368" y="474"/>
                  <a:pt x="374" y="472"/>
                  <a:pt x="379" y="469"/>
                </a:cubicBezTo>
                <a:cubicBezTo>
                  <a:pt x="395" y="460"/>
                  <a:pt x="401" y="440"/>
                  <a:pt x="391" y="424"/>
                </a:cubicBezTo>
                <a:cubicBezTo>
                  <a:pt x="370" y="388"/>
                  <a:pt x="359" y="346"/>
                  <a:pt x="360" y="304"/>
                </a:cubicBezTo>
                <a:cubicBezTo>
                  <a:pt x="360" y="262"/>
                  <a:pt x="372" y="221"/>
                  <a:pt x="394" y="185"/>
                </a:cubicBezTo>
                <a:cubicBezTo>
                  <a:pt x="403" y="169"/>
                  <a:pt x="399" y="149"/>
                  <a:pt x="383" y="139"/>
                </a:cubicBezTo>
                <a:cubicBezTo>
                  <a:pt x="367" y="129"/>
                  <a:pt x="347" y="134"/>
                  <a:pt x="337" y="150"/>
                </a:cubicBezTo>
                <a:cubicBezTo>
                  <a:pt x="309" y="196"/>
                  <a:pt x="294" y="249"/>
                  <a:pt x="293" y="303"/>
                </a:cubicBezTo>
                <a:cubicBezTo>
                  <a:pt x="292" y="358"/>
                  <a:pt x="307" y="411"/>
                  <a:pt x="334" y="457"/>
                </a:cubicBezTo>
                <a:cubicBezTo>
                  <a:pt x="340" y="468"/>
                  <a:pt x="351" y="474"/>
                  <a:pt x="363" y="474"/>
                </a:cubicBezTo>
                <a:close/>
                <a:moveTo>
                  <a:pt x="807" y="144"/>
                </a:moveTo>
                <a:cubicBezTo>
                  <a:pt x="791" y="153"/>
                  <a:pt x="786" y="173"/>
                  <a:pt x="795" y="189"/>
                </a:cubicBezTo>
                <a:cubicBezTo>
                  <a:pt x="837" y="262"/>
                  <a:pt x="837" y="352"/>
                  <a:pt x="794" y="424"/>
                </a:cubicBezTo>
                <a:cubicBezTo>
                  <a:pt x="785" y="440"/>
                  <a:pt x="790" y="461"/>
                  <a:pt x="806" y="470"/>
                </a:cubicBezTo>
                <a:cubicBezTo>
                  <a:pt x="812" y="473"/>
                  <a:pt x="817" y="475"/>
                  <a:pt x="823" y="475"/>
                </a:cubicBezTo>
                <a:cubicBezTo>
                  <a:pt x="834" y="475"/>
                  <a:pt x="846" y="469"/>
                  <a:pt x="852" y="458"/>
                </a:cubicBezTo>
                <a:cubicBezTo>
                  <a:pt x="907" y="365"/>
                  <a:pt x="907" y="249"/>
                  <a:pt x="852" y="156"/>
                </a:cubicBezTo>
                <a:cubicBezTo>
                  <a:pt x="843" y="140"/>
                  <a:pt x="823" y="134"/>
                  <a:pt x="807" y="144"/>
                </a:cubicBezTo>
                <a:close/>
                <a:moveTo>
                  <a:pt x="265" y="75"/>
                </a:moveTo>
                <a:cubicBezTo>
                  <a:pt x="249" y="66"/>
                  <a:pt x="228" y="71"/>
                  <a:pt x="219" y="87"/>
                </a:cubicBezTo>
                <a:cubicBezTo>
                  <a:pt x="140" y="222"/>
                  <a:pt x="140" y="390"/>
                  <a:pt x="219" y="526"/>
                </a:cubicBezTo>
                <a:cubicBezTo>
                  <a:pt x="225" y="536"/>
                  <a:pt x="237" y="542"/>
                  <a:pt x="248" y="542"/>
                </a:cubicBezTo>
                <a:cubicBezTo>
                  <a:pt x="254" y="542"/>
                  <a:pt x="259" y="541"/>
                  <a:pt x="265" y="538"/>
                </a:cubicBezTo>
                <a:cubicBezTo>
                  <a:pt x="281" y="528"/>
                  <a:pt x="286" y="508"/>
                  <a:pt x="277" y="492"/>
                </a:cubicBezTo>
                <a:cubicBezTo>
                  <a:pt x="209" y="378"/>
                  <a:pt x="209" y="235"/>
                  <a:pt x="277" y="121"/>
                </a:cubicBezTo>
                <a:cubicBezTo>
                  <a:pt x="286" y="105"/>
                  <a:pt x="281" y="85"/>
                  <a:pt x="265" y="75"/>
                </a:cubicBezTo>
                <a:close/>
                <a:moveTo>
                  <a:pt x="967" y="87"/>
                </a:moveTo>
                <a:cubicBezTo>
                  <a:pt x="958" y="71"/>
                  <a:pt x="937" y="66"/>
                  <a:pt x="921" y="75"/>
                </a:cubicBezTo>
                <a:cubicBezTo>
                  <a:pt x="905" y="85"/>
                  <a:pt x="900" y="105"/>
                  <a:pt x="909" y="121"/>
                </a:cubicBezTo>
                <a:cubicBezTo>
                  <a:pt x="977" y="235"/>
                  <a:pt x="977" y="377"/>
                  <a:pt x="910" y="492"/>
                </a:cubicBezTo>
                <a:cubicBezTo>
                  <a:pt x="900" y="508"/>
                  <a:pt x="906" y="528"/>
                  <a:pt x="921" y="537"/>
                </a:cubicBezTo>
                <a:cubicBezTo>
                  <a:pt x="927" y="540"/>
                  <a:pt x="933" y="542"/>
                  <a:pt x="938" y="542"/>
                </a:cubicBezTo>
                <a:cubicBezTo>
                  <a:pt x="950" y="542"/>
                  <a:pt x="961" y="536"/>
                  <a:pt x="967" y="525"/>
                </a:cubicBezTo>
                <a:cubicBezTo>
                  <a:pt x="1046" y="390"/>
                  <a:pt x="1046" y="222"/>
                  <a:pt x="967" y="87"/>
                </a:cubicBezTo>
                <a:close/>
                <a:moveTo>
                  <a:pt x="93" y="307"/>
                </a:moveTo>
                <a:cubicBezTo>
                  <a:pt x="93" y="218"/>
                  <a:pt x="116" y="131"/>
                  <a:pt x="161" y="55"/>
                </a:cubicBezTo>
                <a:cubicBezTo>
                  <a:pt x="170" y="39"/>
                  <a:pt x="165" y="19"/>
                  <a:pt x="149" y="9"/>
                </a:cubicBezTo>
                <a:cubicBezTo>
                  <a:pt x="133" y="0"/>
                  <a:pt x="112" y="5"/>
                  <a:pt x="103" y="21"/>
                </a:cubicBezTo>
                <a:cubicBezTo>
                  <a:pt x="0" y="198"/>
                  <a:pt x="1" y="417"/>
                  <a:pt x="104" y="593"/>
                </a:cubicBezTo>
                <a:cubicBezTo>
                  <a:pt x="110" y="604"/>
                  <a:pt x="122" y="610"/>
                  <a:pt x="133" y="610"/>
                </a:cubicBezTo>
                <a:cubicBezTo>
                  <a:pt x="139" y="610"/>
                  <a:pt x="145" y="608"/>
                  <a:pt x="150" y="605"/>
                </a:cubicBezTo>
                <a:cubicBezTo>
                  <a:pt x="166" y="596"/>
                  <a:pt x="171" y="576"/>
                  <a:pt x="162" y="560"/>
                </a:cubicBezTo>
                <a:cubicBezTo>
                  <a:pt x="117" y="484"/>
                  <a:pt x="93" y="396"/>
                  <a:pt x="93" y="307"/>
                </a:cubicBezTo>
                <a:close/>
                <a:moveTo>
                  <a:pt x="1083" y="21"/>
                </a:moveTo>
                <a:cubicBezTo>
                  <a:pt x="1074" y="5"/>
                  <a:pt x="1053" y="0"/>
                  <a:pt x="1037" y="9"/>
                </a:cubicBezTo>
                <a:cubicBezTo>
                  <a:pt x="1021" y="19"/>
                  <a:pt x="1016" y="39"/>
                  <a:pt x="1025" y="55"/>
                </a:cubicBezTo>
                <a:cubicBezTo>
                  <a:pt x="1116" y="210"/>
                  <a:pt x="1116" y="404"/>
                  <a:pt x="1025" y="559"/>
                </a:cubicBezTo>
                <a:cubicBezTo>
                  <a:pt x="1015" y="575"/>
                  <a:pt x="1021" y="595"/>
                  <a:pt x="1037" y="605"/>
                </a:cubicBezTo>
                <a:cubicBezTo>
                  <a:pt x="1042" y="608"/>
                  <a:pt x="1048" y="609"/>
                  <a:pt x="1053" y="609"/>
                </a:cubicBezTo>
                <a:cubicBezTo>
                  <a:pt x="1065" y="609"/>
                  <a:pt x="1076" y="603"/>
                  <a:pt x="1082" y="593"/>
                </a:cubicBezTo>
                <a:cubicBezTo>
                  <a:pt x="1185" y="417"/>
                  <a:pt x="1186" y="198"/>
                  <a:pt x="1083" y="2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69" name="Freeform 72"/>
          <p:cNvSpPr>
            <a:spLocks noEditPoints="1"/>
          </p:cNvSpPr>
          <p:nvPr/>
        </p:nvSpPr>
        <p:spPr bwMode="auto">
          <a:xfrm>
            <a:off x="7827099" y="3593684"/>
            <a:ext cx="624447" cy="770112"/>
          </a:xfrm>
          <a:custGeom>
            <a:avLst/>
            <a:gdLst>
              <a:gd name="T0" fmla="*/ 866 w 866"/>
              <a:gd name="T1" fmla="*/ 500 h 1067"/>
              <a:gd name="T2" fmla="*/ 866 w 866"/>
              <a:gd name="T3" fmla="*/ 134 h 1067"/>
              <a:gd name="T4" fmla="*/ 433 w 866"/>
              <a:gd name="T5" fmla="*/ 0 h 1067"/>
              <a:gd name="T6" fmla="*/ 0 w 866"/>
              <a:gd name="T7" fmla="*/ 134 h 1067"/>
              <a:gd name="T8" fmla="*/ 0 w 866"/>
              <a:gd name="T9" fmla="*/ 500 h 1067"/>
              <a:gd name="T10" fmla="*/ 0 w 866"/>
              <a:gd name="T11" fmla="*/ 500 h 1067"/>
              <a:gd name="T12" fmla="*/ 433 w 866"/>
              <a:gd name="T13" fmla="*/ 1067 h 1067"/>
              <a:gd name="T14" fmla="*/ 433 w 866"/>
              <a:gd name="T15" fmla="*/ 1067 h 1067"/>
              <a:gd name="T16" fmla="*/ 866 w 866"/>
              <a:gd name="T17" fmla="*/ 500 h 1067"/>
              <a:gd name="T18" fmla="*/ 866 w 866"/>
              <a:gd name="T19" fmla="*/ 500 h 1067"/>
              <a:gd name="T20" fmla="*/ 693 w 866"/>
              <a:gd name="T21" fmla="*/ 801 h 1067"/>
              <a:gd name="T22" fmla="*/ 569 w 866"/>
              <a:gd name="T23" fmla="*/ 919 h 1067"/>
              <a:gd name="T24" fmla="*/ 433 w 866"/>
              <a:gd name="T25" fmla="*/ 995 h 1067"/>
              <a:gd name="T26" fmla="*/ 433 w 866"/>
              <a:gd name="T27" fmla="*/ 534 h 1067"/>
              <a:gd name="T28" fmla="*/ 68 w 866"/>
              <a:gd name="T29" fmla="*/ 534 h 1067"/>
              <a:gd name="T30" fmla="*/ 66 w 866"/>
              <a:gd name="T31" fmla="*/ 501 h 1067"/>
              <a:gd name="T32" fmla="*/ 66 w 866"/>
              <a:gd name="T33" fmla="*/ 501 h 1067"/>
              <a:gd name="T34" fmla="*/ 66 w 866"/>
              <a:gd name="T35" fmla="*/ 500 h 1067"/>
              <a:gd name="T36" fmla="*/ 66 w 866"/>
              <a:gd name="T37" fmla="*/ 197 h 1067"/>
              <a:gd name="T38" fmla="*/ 433 w 866"/>
              <a:gd name="T39" fmla="*/ 79 h 1067"/>
              <a:gd name="T40" fmla="*/ 433 w 866"/>
              <a:gd name="T41" fmla="*/ 534 h 1067"/>
              <a:gd name="T42" fmla="*/ 798 w 866"/>
              <a:gd name="T43" fmla="*/ 534 h 1067"/>
              <a:gd name="T44" fmla="*/ 693 w 866"/>
              <a:gd name="T45" fmla="*/ 801 h 10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866" h="1067">
                <a:moveTo>
                  <a:pt x="866" y="500"/>
                </a:moveTo>
                <a:cubicBezTo>
                  <a:pt x="866" y="134"/>
                  <a:pt x="866" y="134"/>
                  <a:pt x="866" y="134"/>
                </a:cubicBezTo>
                <a:cubicBezTo>
                  <a:pt x="700" y="134"/>
                  <a:pt x="533" y="67"/>
                  <a:pt x="433" y="0"/>
                </a:cubicBezTo>
                <a:cubicBezTo>
                  <a:pt x="333" y="67"/>
                  <a:pt x="166" y="134"/>
                  <a:pt x="0" y="134"/>
                </a:cubicBezTo>
                <a:cubicBezTo>
                  <a:pt x="0" y="500"/>
                  <a:pt x="0" y="500"/>
                  <a:pt x="0" y="500"/>
                </a:cubicBezTo>
                <a:cubicBezTo>
                  <a:pt x="0" y="500"/>
                  <a:pt x="0" y="500"/>
                  <a:pt x="0" y="500"/>
                </a:cubicBezTo>
                <a:cubicBezTo>
                  <a:pt x="0" y="753"/>
                  <a:pt x="178" y="970"/>
                  <a:pt x="433" y="1067"/>
                </a:cubicBezTo>
                <a:cubicBezTo>
                  <a:pt x="433" y="1067"/>
                  <a:pt x="433" y="1067"/>
                  <a:pt x="433" y="1067"/>
                </a:cubicBezTo>
                <a:cubicBezTo>
                  <a:pt x="688" y="970"/>
                  <a:pt x="866" y="753"/>
                  <a:pt x="866" y="500"/>
                </a:cubicBezTo>
                <a:cubicBezTo>
                  <a:pt x="866" y="500"/>
                  <a:pt x="866" y="500"/>
                  <a:pt x="866" y="500"/>
                </a:cubicBezTo>
                <a:close/>
                <a:moveTo>
                  <a:pt x="693" y="801"/>
                </a:moveTo>
                <a:cubicBezTo>
                  <a:pt x="659" y="845"/>
                  <a:pt x="617" y="885"/>
                  <a:pt x="569" y="919"/>
                </a:cubicBezTo>
                <a:cubicBezTo>
                  <a:pt x="528" y="949"/>
                  <a:pt x="482" y="975"/>
                  <a:pt x="433" y="995"/>
                </a:cubicBezTo>
                <a:cubicBezTo>
                  <a:pt x="433" y="534"/>
                  <a:pt x="433" y="534"/>
                  <a:pt x="433" y="534"/>
                </a:cubicBezTo>
                <a:cubicBezTo>
                  <a:pt x="68" y="534"/>
                  <a:pt x="68" y="534"/>
                  <a:pt x="68" y="534"/>
                </a:cubicBezTo>
                <a:cubicBezTo>
                  <a:pt x="67" y="523"/>
                  <a:pt x="66" y="512"/>
                  <a:pt x="66" y="501"/>
                </a:cubicBezTo>
                <a:cubicBezTo>
                  <a:pt x="66" y="501"/>
                  <a:pt x="66" y="501"/>
                  <a:pt x="66" y="501"/>
                </a:cubicBezTo>
                <a:cubicBezTo>
                  <a:pt x="66" y="500"/>
                  <a:pt x="66" y="500"/>
                  <a:pt x="66" y="500"/>
                </a:cubicBezTo>
                <a:cubicBezTo>
                  <a:pt x="66" y="197"/>
                  <a:pt x="66" y="197"/>
                  <a:pt x="66" y="197"/>
                </a:cubicBezTo>
                <a:cubicBezTo>
                  <a:pt x="208" y="184"/>
                  <a:pt x="340" y="133"/>
                  <a:pt x="433" y="79"/>
                </a:cubicBezTo>
                <a:cubicBezTo>
                  <a:pt x="433" y="534"/>
                  <a:pt x="433" y="534"/>
                  <a:pt x="433" y="534"/>
                </a:cubicBezTo>
                <a:cubicBezTo>
                  <a:pt x="798" y="534"/>
                  <a:pt x="798" y="534"/>
                  <a:pt x="798" y="534"/>
                </a:cubicBezTo>
                <a:cubicBezTo>
                  <a:pt x="791" y="629"/>
                  <a:pt x="755" y="721"/>
                  <a:pt x="693" y="80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70" name="Freeform 97"/>
          <p:cNvSpPr>
            <a:spLocks noEditPoints="1"/>
          </p:cNvSpPr>
          <p:nvPr/>
        </p:nvSpPr>
        <p:spPr bwMode="auto">
          <a:xfrm>
            <a:off x="2036344" y="3534756"/>
            <a:ext cx="784550" cy="782548"/>
          </a:xfrm>
          <a:custGeom>
            <a:avLst/>
            <a:gdLst>
              <a:gd name="T0" fmla="*/ 0 w 1175"/>
              <a:gd name="T1" fmla="*/ 1126 h 1174"/>
              <a:gd name="T2" fmla="*/ 48 w 1175"/>
              <a:gd name="T3" fmla="*/ 1174 h 1174"/>
              <a:gd name="T4" fmla="*/ 624 w 1175"/>
              <a:gd name="T5" fmla="*/ 599 h 1174"/>
              <a:gd name="T6" fmla="*/ 575 w 1175"/>
              <a:gd name="T7" fmla="*/ 551 h 1174"/>
              <a:gd name="T8" fmla="*/ 0 w 1175"/>
              <a:gd name="T9" fmla="*/ 1126 h 1174"/>
              <a:gd name="T10" fmla="*/ 959 w 1175"/>
              <a:gd name="T11" fmla="*/ 264 h 1174"/>
              <a:gd name="T12" fmla="*/ 984 w 1175"/>
              <a:gd name="T13" fmla="*/ 238 h 1174"/>
              <a:gd name="T14" fmla="*/ 984 w 1175"/>
              <a:gd name="T15" fmla="*/ 190 h 1174"/>
              <a:gd name="T16" fmla="*/ 936 w 1175"/>
              <a:gd name="T17" fmla="*/ 190 h 1174"/>
              <a:gd name="T18" fmla="*/ 911 w 1175"/>
              <a:gd name="T19" fmla="*/ 216 h 1174"/>
              <a:gd name="T20" fmla="*/ 287 w 1175"/>
              <a:gd name="T21" fmla="*/ 70 h 1174"/>
              <a:gd name="T22" fmla="*/ 239 w 1175"/>
              <a:gd name="T23" fmla="*/ 166 h 1174"/>
              <a:gd name="T24" fmla="*/ 455 w 1175"/>
              <a:gd name="T25" fmla="*/ 383 h 1174"/>
              <a:gd name="T26" fmla="*/ 551 w 1175"/>
              <a:gd name="T27" fmla="*/ 335 h 1174"/>
              <a:gd name="T28" fmla="*/ 575 w 1175"/>
              <a:gd name="T29" fmla="*/ 359 h 1174"/>
              <a:gd name="T30" fmla="*/ 527 w 1175"/>
              <a:gd name="T31" fmla="*/ 455 h 1174"/>
              <a:gd name="T32" fmla="*/ 720 w 1175"/>
              <a:gd name="T33" fmla="*/ 647 h 1174"/>
              <a:gd name="T34" fmla="*/ 816 w 1175"/>
              <a:gd name="T35" fmla="*/ 599 h 1174"/>
              <a:gd name="T36" fmla="*/ 840 w 1175"/>
              <a:gd name="T37" fmla="*/ 623 h 1174"/>
              <a:gd name="T38" fmla="*/ 792 w 1175"/>
              <a:gd name="T39" fmla="*/ 719 h 1174"/>
              <a:gd name="T40" fmla="*/ 1008 w 1175"/>
              <a:gd name="T41" fmla="*/ 935 h 1174"/>
              <a:gd name="T42" fmla="*/ 1104 w 1175"/>
              <a:gd name="T43" fmla="*/ 887 h 1174"/>
              <a:gd name="T44" fmla="*/ 959 w 1175"/>
              <a:gd name="T45" fmla="*/ 264 h 1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75" h="1174">
                <a:moveTo>
                  <a:pt x="0" y="1126"/>
                </a:moveTo>
                <a:cubicBezTo>
                  <a:pt x="48" y="1174"/>
                  <a:pt x="48" y="1174"/>
                  <a:pt x="48" y="1174"/>
                </a:cubicBezTo>
                <a:cubicBezTo>
                  <a:pt x="624" y="599"/>
                  <a:pt x="624" y="599"/>
                  <a:pt x="624" y="599"/>
                </a:cubicBezTo>
                <a:cubicBezTo>
                  <a:pt x="575" y="551"/>
                  <a:pt x="575" y="551"/>
                  <a:pt x="575" y="551"/>
                </a:cubicBezTo>
                <a:lnTo>
                  <a:pt x="0" y="1126"/>
                </a:lnTo>
                <a:close/>
                <a:moveTo>
                  <a:pt x="959" y="264"/>
                </a:moveTo>
                <a:cubicBezTo>
                  <a:pt x="984" y="238"/>
                  <a:pt x="984" y="238"/>
                  <a:pt x="984" y="238"/>
                </a:cubicBezTo>
                <a:cubicBezTo>
                  <a:pt x="997" y="225"/>
                  <a:pt x="997" y="204"/>
                  <a:pt x="984" y="190"/>
                </a:cubicBezTo>
                <a:cubicBezTo>
                  <a:pt x="971" y="177"/>
                  <a:pt x="949" y="177"/>
                  <a:pt x="936" y="190"/>
                </a:cubicBezTo>
                <a:cubicBezTo>
                  <a:pt x="911" y="216"/>
                  <a:pt x="911" y="216"/>
                  <a:pt x="911" y="216"/>
                </a:cubicBezTo>
                <a:cubicBezTo>
                  <a:pt x="736" y="60"/>
                  <a:pt x="493" y="0"/>
                  <a:pt x="287" y="70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455" y="383"/>
                  <a:pt x="455" y="383"/>
                  <a:pt x="455" y="383"/>
                </a:cubicBezTo>
                <a:cubicBezTo>
                  <a:pt x="551" y="335"/>
                  <a:pt x="551" y="335"/>
                  <a:pt x="551" y="335"/>
                </a:cubicBezTo>
                <a:cubicBezTo>
                  <a:pt x="575" y="359"/>
                  <a:pt x="575" y="359"/>
                  <a:pt x="575" y="359"/>
                </a:cubicBezTo>
                <a:cubicBezTo>
                  <a:pt x="527" y="455"/>
                  <a:pt x="527" y="455"/>
                  <a:pt x="527" y="455"/>
                </a:cubicBezTo>
                <a:cubicBezTo>
                  <a:pt x="720" y="647"/>
                  <a:pt x="720" y="647"/>
                  <a:pt x="720" y="647"/>
                </a:cubicBezTo>
                <a:cubicBezTo>
                  <a:pt x="816" y="599"/>
                  <a:pt x="816" y="599"/>
                  <a:pt x="816" y="599"/>
                </a:cubicBezTo>
                <a:cubicBezTo>
                  <a:pt x="840" y="623"/>
                  <a:pt x="840" y="623"/>
                  <a:pt x="840" y="623"/>
                </a:cubicBezTo>
                <a:cubicBezTo>
                  <a:pt x="792" y="719"/>
                  <a:pt x="792" y="719"/>
                  <a:pt x="792" y="719"/>
                </a:cubicBezTo>
                <a:cubicBezTo>
                  <a:pt x="1008" y="935"/>
                  <a:pt x="1008" y="935"/>
                  <a:pt x="1008" y="935"/>
                </a:cubicBezTo>
                <a:cubicBezTo>
                  <a:pt x="1104" y="887"/>
                  <a:pt x="1104" y="887"/>
                  <a:pt x="1104" y="887"/>
                </a:cubicBezTo>
                <a:cubicBezTo>
                  <a:pt x="1175" y="680"/>
                  <a:pt x="1117" y="438"/>
                  <a:pt x="959" y="264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71" name="Freeform 112"/>
          <p:cNvSpPr>
            <a:spLocks noEditPoints="1"/>
          </p:cNvSpPr>
          <p:nvPr/>
        </p:nvSpPr>
        <p:spPr bwMode="auto">
          <a:xfrm>
            <a:off x="5097852" y="3533279"/>
            <a:ext cx="343917" cy="816294"/>
          </a:xfrm>
          <a:custGeom>
            <a:avLst/>
            <a:gdLst>
              <a:gd name="T0" fmla="*/ 66 w 506"/>
              <a:gd name="T1" fmla="*/ 0 h 1200"/>
              <a:gd name="T2" fmla="*/ 0 w 506"/>
              <a:gd name="T3" fmla="*/ 1133 h 1200"/>
              <a:gd name="T4" fmla="*/ 440 w 506"/>
              <a:gd name="T5" fmla="*/ 1200 h 1200"/>
              <a:gd name="T6" fmla="*/ 506 w 506"/>
              <a:gd name="T7" fmla="*/ 106 h 1200"/>
              <a:gd name="T8" fmla="*/ 253 w 506"/>
              <a:gd name="T9" fmla="*/ 86 h 1200"/>
              <a:gd name="T10" fmla="*/ 253 w 506"/>
              <a:gd name="T11" fmla="*/ 166 h 1200"/>
              <a:gd name="T12" fmla="*/ 253 w 506"/>
              <a:gd name="T13" fmla="*/ 86 h 1200"/>
              <a:gd name="T14" fmla="*/ 129 w 506"/>
              <a:gd name="T15" fmla="*/ 370 h 1200"/>
              <a:gd name="T16" fmla="*/ 60 w 506"/>
              <a:gd name="T17" fmla="*/ 440 h 1200"/>
              <a:gd name="T18" fmla="*/ 80 w 506"/>
              <a:gd name="T19" fmla="*/ 1046 h 1200"/>
              <a:gd name="T20" fmla="*/ 160 w 506"/>
              <a:gd name="T21" fmla="*/ 1046 h 1200"/>
              <a:gd name="T22" fmla="*/ 120 w 506"/>
              <a:gd name="T23" fmla="*/ 953 h 1200"/>
              <a:gd name="T24" fmla="*/ 120 w 506"/>
              <a:gd name="T25" fmla="*/ 873 h 1200"/>
              <a:gd name="T26" fmla="*/ 120 w 506"/>
              <a:gd name="T27" fmla="*/ 953 h 1200"/>
              <a:gd name="T28" fmla="*/ 80 w 506"/>
              <a:gd name="T29" fmla="*/ 780 h 1200"/>
              <a:gd name="T30" fmla="*/ 160 w 506"/>
              <a:gd name="T31" fmla="*/ 780 h 1200"/>
              <a:gd name="T32" fmla="*/ 253 w 506"/>
              <a:gd name="T33" fmla="*/ 1086 h 1200"/>
              <a:gd name="T34" fmla="*/ 253 w 506"/>
              <a:gd name="T35" fmla="*/ 1006 h 1200"/>
              <a:gd name="T36" fmla="*/ 253 w 506"/>
              <a:gd name="T37" fmla="*/ 1086 h 1200"/>
              <a:gd name="T38" fmla="*/ 213 w 506"/>
              <a:gd name="T39" fmla="*/ 913 h 1200"/>
              <a:gd name="T40" fmla="*/ 293 w 506"/>
              <a:gd name="T41" fmla="*/ 913 h 1200"/>
              <a:gd name="T42" fmla="*/ 253 w 506"/>
              <a:gd name="T43" fmla="*/ 820 h 1200"/>
              <a:gd name="T44" fmla="*/ 253 w 506"/>
              <a:gd name="T45" fmla="*/ 740 h 1200"/>
              <a:gd name="T46" fmla="*/ 253 w 506"/>
              <a:gd name="T47" fmla="*/ 820 h 1200"/>
              <a:gd name="T48" fmla="*/ 184 w 506"/>
              <a:gd name="T49" fmla="*/ 562 h 1200"/>
              <a:gd name="T50" fmla="*/ 253 w 506"/>
              <a:gd name="T51" fmla="*/ 633 h 1200"/>
              <a:gd name="T52" fmla="*/ 253 w 506"/>
              <a:gd name="T53" fmla="*/ 380 h 1200"/>
              <a:gd name="T54" fmla="*/ 253 w 506"/>
              <a:gd name="T55" fmla="*/ 500 h 1200"/>
              <a:gd name="T56" fmla="*/ 184 w 506"/>
              <a:gd name="T57" fmla="*/ 316 h 1200"/>
              <a:gd name="T58" fmla="*/ 322 w 506"/>
              <a:gd name="T59" fmla="*/ 316 h 1200"/>
              <a:gd name="T60" fmla="*/ 386 w 506"/>
              <a:gd name="T61" fmla="*/ 1086 h 1200"/>
              <a:gd name="T62" fmla="*/ 386 w 506"/>
              <a:gd name="T63" fmla="*/ 1006 h 1200"/>
              <a:gd name="T64" fmla="*/ 386 w 506"/>
              <a:gd name="T65" fmla="*/ 1086 h 1200"/>
              <a:gd name="T66" fmla="*/ 346 w 506"/>
              <a:gd name="T67" fmla="*/ 913 h 1200"/>
              <a:gd name="T68" fmla="*/ 426 w 506"/>
              <a:gd name="T69" fmla="*/ 913 h 1200"/>
              <a:gd name="T70" fmla="*/ 386 w 506"/>
              <a:gd name="T71" fmla="*/ 820 h 1200"/>
              <a:gd name="T72" fmla="*/ 386 w 506"/>
              <a:gd name="T73" fmla="*/ 740 h 1200"/>
              <a:gd name="T74" fmla="*/ 386 w 506"/>
              <a:gd name="T75" fmla="*/ 820 h 1200"/>
              <a:gd name="T76" fmla="*/ 376 w 506"/>
              <a:gd name="T77" fmla="*/ 370 h 1200"/>
              <a:gd name="T78" fmla="*/ 376 w 506"/>
              <a:gd name="T79" fmla="*/ 509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06" h="1200">
                <a:moveTo>
                  <a:pt x="400" y="0"/>
                </a:moveTo>
                <a:cubicBezTo>
                  <a:pt x="66" y="0"/>
                  <a:pt x="66" y="0"/>
                  <a:pt x="66" y="0"/>
                </a:cubicBezTo>
                <a:cubicBezTo>
                  <a:pt x="29" y="0"/>
                  <a:pt x="0" y="30"/>
                  <a:pt x="0" y="66"/>
                </a:cubicBezTo>
                <a:cubicBezTo>
                  <a:pt x="0" y="1133"/>
                  <a:pt x="0" y="1133"/>
                  <a:pt x="0" y="1133"/>
                </a:cubicBezTo>
                <a:cubicBezTo>
                  <a:pt x="0" y="1170"/>
                  <a:pt x="29" y="1200"/>
                  <a:pt x="66" y="1200"/>
                </a:cubicBezTo>
                <a:cubicBezTo>
                  <a:pt x="440" y="1200"/>
                  <a:pt x="440" y="1200"/>
                  <a:pt x="440" y="1200"/>
                </a:cubicBezTo>
                <a:cubicBezTo>
                  <a:pt x="477" y="1200"/>
                  <a:pt x="506" y="1170"/>
                  <a:pt x="506" y="1133"/>
                </a:cubicBezTo>
                <a:cubicBezTo>
                  <a:pt x="506" y="106"/>
                  <a:pt x="506" y="106"/>
                  <a:pt x="506" y="106"/>
                </a:cubicBezTo>
                <a:lnTo>
                  <a:pt x="400" y="0"/>
                </a:lnTo>
                <a:close/>
                <a:moveTo>
                  <a:pt x="253" y="86"/>
                </a:moveTo>
                <a:cubicBezTo>
                  <a:pt x="275" y="86"/>
                  <a:pt x="293" y="104"/>
                  <a:pt x="293" y="126"/>
                </a:cubicBezTo>
                <a:cubicBezTo>
                  <a:pt x="293" y="148"/>
                  <a:pt x="275" y="166"/>
                  <a:pt x="253" y="166"/>
                </a:cubicBezTo>
                <a:cubicBezTo>
                  <a:pt x="231" y="166"/>
                  <a:pt x="213" y="148"/>
                  <a:pt x="213" y="126"/>
                </a:cubicBezTo>
                <a:cubicBezTo>
                  <a:pt x="213" y="104"/>
                  <a:pt x="231" y="86"/>
                  <a:pt x="253" y="86"/>
                </a:cubicBezTo>
                <a:close/>
                <a:moveTo>
                  <a:pt x="60" y="440"/>
                </a:moveTo>
                <a:cubicBezTo>
                  <a:pt x="129" y="370"/>
                  <a:pt x="129" y="370"/>
                  <a:pt x="129" y="370"/>
                </a:cubicBezTo>
                <a:cubicBezTo>
                  <a:pt x="129" y="509"/>
                  <a:pt x="129" y="509"/>
                  <a:pt x="129" y="509"/>
                </a:cubicBezTo>
                <a:lnTo>
                  <a:pt x="60" y="440"/>
                </a:lnTo>
                <a:close/>
                <a:moveTo>
                  <a:pt x="120" y="1086"/>
                </a:moveTo>
                <a:cubicBezTo>
                  <a:pt x="98" y="1086"/>
                  <a:pt x="80" y="1068"/>
                  <a:pt x="80" y="1046"/>
                </a:cubicBezTo>
                <a:cubicBezTo>
                  <a:pt x="80" y="1024"/>
                  <a:pt x="98" y="1006"/>
                  <a:pt x="120" y="1006"/>
                </a:cubicBezTo>
                <a:cubicBezTo>
                  <a:pt x="142" y="1006"/>
                  <a:pt x="160" y="1024"/>
                  <a:pt x="160" y="1046"/>
                </a:cubicBezTo>
                <a:cubicBezTo>
                  <a:pt x="160" y="1068"/>
                  <a:pt x="142" y="1086"/>
                  <a:pt x="120" y="1086"/>
                </a:cubicBezTo>
                <a:close/>
                <a:moveTo>
                  <a:pt x="120" y="953"/>
                </a:moveTo>
                <a:cubicBezTo>
                  <a:pt x="98" y="953"/>
                  <a:pt x="80" y="935"/>
                  <a:pt x="80" y="913"/>
                </a:cubicBezTo>
                <a:cubicBezTo>
                  <a:pt x="80" y="891"/>
                  <a:pt x="98" y="873"/>
                  <a:pt x="120" y="873"/>
                </a:cubicBezTo>
                <a:cubicBezTo>
                  <a:pt x="142" y="873"/>
                  <a:pt x="160" y="891"/>
                  <a:pt x="160" y="913"/>
                </a:cubicBezTo>
                <a:cubicBezTo>
                  <a:pt x="160" y="935"/>
                  <a:pt x="142" y="953"/>
                  <a:pt x="120" y="953"/>
                </a:cubicBezTo>
                <a:close/>
                <a:moveTo>
                  <a:pt x="120" y="820"/>
                </a:moveTo>
                <a:cubicBezTo>
                  <a:pt x="98" y="820"/>
                  <a:pt x="80" y="802"/>
                  <a:pt x="80" y="780"/>
                </a:cubicBezTo>
                <a:cubicBezTo>
                  <a:pt x="80" y="758"/>
                  <a:pt x="98" y="740"/>
                  <a:pt x="120" y="740"/>
                </a:cubicBezTo>
                <a:cubicBezTo>
                  <a:pt x="142" y="740"/>
                  <a:pt x="160" y="758"/>
                  <a:pt x="160" y="780"/>
                </a:cubicBezTo>
                <a:cubicBezTo>
                  <a:pt x="160" y="802"/>
                  <a:pt x="142" y="820"/>
                  <a:pt x="120" y="820"/>
                </a:cubicBezTo>
                <a:close/>
                <a:moveTo>
                  <a:pt x="253" y="1086"/>
                </a:moveTo>
                <a:cubicBezTo>
                  <a:pt x="231" y="1086"/>
                  <a:pt x="213" y="1068"/>
                  <a:pt x="213" y="1046"/>
                </a:cubicBezTo>
                <a:cubicBezTo>
                  <a:pt x="213" y="1024"/>
                  <a:pt x="231" y="1006"/>
                  <a:pt x="253" y="1006"/>
                </a:cubicBezTo>
                <a:cubicBezTo>
                  <a:pt x="275" y="1006"/>
                  <a:pt x="293" y="1024"/>
                  <a:pt x="293" y="1046"/>
                </a:cubicBezTo>
                <a:cubicBezTo>
                  <a:pt x="293" y="1068"/>
                  <a:pt x="275" y="1086"/>
                  <a:pt x="253" y="1086"/>
                </a:cubicBezTo>
                <a:close/>
                <a:moveTo>
                  <a:pt x="253" y="953"/>
                </a:moveTo>
                <a:cubicBezTo>
                  <a:pt x="231" y="953"/>
                  <a:pt x="213" y="935"/>
                  <a:pt x="213" y="913"/>
                </a:cubicBezTo>
                <a:cubicBezTo>
                  <a:pt x="213" y="891"/>
                  <a:pt x="231" y="873"/>
                  <a:pt x="253" y="873"/>
                </a:cubicBezTo>
                <a:cubicBezTo>
                  <a:pt x="275" y="873"/>
                  <a:pt x="293" y="891"/>
                  <a:pt x="293" y="913"/>
                </a:cubicBezTo>
                <a:cubicBezTo>
                  <a:pt x="293" y="935"/>
                  <a:pt x="275" y="953"/>
                  <a:pt x="253" y="953"/>
                </a:cubicBezTo>
                <a:close/>
                <a:moveTo>
                  <a:pt x="253" y="820"/>
                </a:moveTo>
                <a:cubicBezTo>
                  <a:pt x="231" y="820"/>
                  <a:pt x="213" y="802"/>
                  <a:pt x="213" y="780"/>
                </a:cubicBezTo>
                <a:cubicBezTo>
                  <a:pt x="213" y="758"/>
                  <a:pt x="231" y="740"/>
                  <a:pt x="253" y="740"/>
                </a:cubicBezTo>
                <a:cubicBezTo>
                  <a:pt x="275" y="740"/>
                  <a:pt x="293" y="758"/>
                  <a:pt x="293" y="780"/>
                </a:cubicBezTo>
                <a:cubicBezTo>
                  <a:pt x="293" y="802"/>
                  <a:pt x="275" y="820"/>
                  <a:pt x="253" y="820"/>
                </a:cubicBezTo>
                <a:close/>
                <a:moveTo>
                  <a:pt x="253" y="633"/>
                </a:moveTo>
                <a:cubicBezTo>
                  <a:pt x="184" y="562"/>
                  <a:pt x="184" y="562"/>
                  <a:pt x="184" y="562"/>
                </a:cubicBezTo>
                <a:cubicBezTo>
                  <a:pt x="322" y="562"/>
                  <a:pt x="322" y="562"/>
                  <a:pt x="322" y="562"/>
                </a:cubicBezTo>
                <a:lnTo>
                  <a:pt x="253" y="633"/>
                </a:lnTo>
                <a:close/>
                <a:moveTo>
                  <a:pt x="193" y="440"/>
                </a:moveTo>
                <a:cubicBezTo>
                  <a:pt x="193" y="407"/>
                  <a:pt x="220" y="380"/>
                  <a:pt x="253" y="380"/>
                </a:cubicBezTo>
                <a:cubicBezTo>
                  <a:pt x="286" y="380"/>
                  <a:pt x="313" y="407"/>
                  <a:pt x="313" y="440"/>
                </a:cubicBezTo>
                <a:cubicBezTo>
                  <a:pt x="313" y="473"/>
                  <a:pt x="286" y="500"/>
                  <a:pt x="253" y="500"/>
                </a:cubicBezTo>
                <a:cubicBezTo>
                  <a:pt x="220" y="500"/>
                  <a:pt x="193" y="473"/>
                  <a:pt x="193" y="440"/>
                </a:cubicBezTo>
                <a:close/>
                <a:moveTo>
                  <a:pt x="184" y="316"/>
                </a:moveTo>
                <a:cubicBezTo>
                  <a:pt x="253" y="247"/>
                  <a:pt x="253" y="247"/>
                  <a:pt x="253" y="247"/>
                </a:cubicBezTo>
                <a:cubicBezTo>
                  <a:pt x="322" y="316"/>
                  <a:pt x="322" y="316"/>
                  <a:pt x="322" y="316"/>
                </a:cubicBezTo>
                <a:lnTo>
                  <a:pt x="184" y="316"/>
                </a:lnTo>
                <a:close/>
                <a:moveTo>
                  <a:pt x="386" y="1086"/>
                </a:moveTo>
                <a:cubicBezTo>
                  <a:pt x="364" y="1086"/>
                  <a:pt x="346" y="1068"/>
                  <a:pt x="346" y="1046"/>
                </a:cubicBezTo>
                <a:cubicBezTo>
                  <a:pt x="346" y="1024"/>
                  <a:pt x="364" y="1006"/>
                  <a:pt x="386" y="1006"/>
                </a:cubicBezTo>
                <a:cubicBezTo>
                  <a:pt x="408" y="1006"/>
                  <a:pt x="426" y="1024"/>
                  <a:pt x="426" y="1046"/>
                </a:cubicBezTo>
                <a:cubicBezTo>
                  <a:pt x="426" y="1068"/>
                  <a:pt x="408" y="1086"/>
                  <a:pt x="386" y="1086"/>
                </a:cubicBezTo>
                <a:close/>
                <a:moveTo>
                  <a:pt x="386" y="953"/>
                </a:moveTo>
                <a:cubicBezTo>
                  <a:pt x="364" y="953"/>
                  <a:pt x="346" y="935"/>
                  <a:pt x="346" y="913"/>
                </a:cubicBezTo>
                <a:cubicBezTo>
                  <a:pt x="346" y="891"/>
                  <a:pt x="364" y="873"/>
                  <a:pt x="386" y="873"/>
                </a:cubicBezTo>
                <a:cubicBezTo>
                  <a:pt x="408" y="873"/>
                  <a:pt x="426" y="891"/>
                  <a:pt x="426" y="913"/>
                </a:cubicBezTo>
                <a:cubicBezTo>
                  <a:pt x="426" y="935"/>
                  <a:pt x="408" y="953"/>
                  <a:pt x="386" y="953"/>
                </a:cubicBezTo>
                <a:close/>
                <a:moveTo>
                  <a:pt x="386" y="820"/>
                </a:moveTo>
                <a:cubicBezTo>
                  <a:pt x="364" y="820"/>
                  <a:pt x="346" y="802"/>
                  <a:pt x="346" y="780"/>
                </a:cubicBezTo>
                <a:cubicBezTo>
                  <a:pt x="346" y="758"/>
                  <a:pt x="364" y="740"/>
                  <a:pt x="386" y="740"/>
                </a:cubicBezTo>
                <a:cubicBezTo>
                  <a:pt x="408" y="740"/>
                  <a:pt x="426" y="758"/>
                  <a:pt x="426" y="780"/>
                </a:cubicBezTo>
                <a:cubicBezTo>
                  <a:pt x="426" y="802"/>
                  <a:pt x="408" y="820"/>
                  <a:pt x="386" y="820"/>
                </a:cubicBezTo>
                <a:close/>
                <a:moveTo>
                  <a:pt x="376" y="509"/>
                </a:moveTo>
                <a:cubicBezTo>
                  <a:pt x="376" y="370"/>
                  <a:pt x="376" y="370"/>
                  <a:pt x="376" y="370"/>
                </a:cubicBezTo>
                <a:cubicBezTo>
                  <a:pt x="446" y="440"/>
                  <a:pt x="446" y="440"/>
                  <a:pt x="446" y="440"/>
                </a:cubicBezTo>
                <a:lnTo>
                  <a:pt x="376" y="50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72" name="Freeform 117"/>
          <p:cNvSpPr>
            <a:spLocks noEditPoints="1"/>
          </p:cNvSpPr>
          <p:nvPr/>
        </p:nvSpPr>
        <p:spPr bwMode="auto">
          <a:xfrm>
            <a:off x="6459937" y="3569182"/>
            <a:ext cx="471200" cy="761582"/>
          </a:xfrm>
          <a:custGeom>
            <a:avLst/>
            <a:gdLst>
              <a:gd name="T0" fmla="*/ 467 w 700"/>
              <a:gd name="T1" fmla="*/ 0 h 1133"/>
              <a:gd name="T2" fmla="*/ 467 w 700"/>
              <a:gd name="T3" fmla="*/ 0 h 1133"/>
              <a:gd name="T4" fmla="*/ 67 w 700"/>
              <a:gd name="T5" fmla="*/ 0 h 1133"/>
              <a:gd name="T6" fmla="*/ 0 w 700"/>
              <a:gd name="T7" fmla="*/ 67 h 1133"/>
              <a:gd name="T8" fmla="*/ 0 w 700"/>
              <a:gd name="T9" fmla="*/ 1067 h 1133"/>
              <a:gd name="T10" fmla="*/ 67 w 700"/>
              <a:gd name="T11" fmla="*/ 1133 h 1133"/>
              <a:gd name="T12" fmla="*/ 633 w 700"/>
              <a:gd name="T13" fmla="*/ 1133 h 1133"/>
              <a:gd name="T14" fmla="*/ 700 w 700"/>
              <a:gd name="T15" fmla="*/ 1067 h 1133"/>
              <a:gd name="T16" fmla="*/ 700 w 700"/>
              <a:gd name="T17" fmla="*/ 233 h 1133"/>
              <a:gd name="T18" fmla="*/ 700 w 700"/>
              <a:gd name="T19" fmla="*/ 233 h 1133"/>
              <a:gd name="T20" fmla="*/ 467 w 700"/>
              <a:gd name="T21" fmla="*/ 0 h 1133"/>
              <a:gd name="T22" fmla="*/ 67 w 700"/>
              <a:gd name="T23" fmla="*/ 533 h 1133"/>
              <a:gd name="T24" fmla="*/ 100 w 700"/>
              <a:gd name="T25" fmla="*/ 500 h 1133"/>
              <a:gd name="T26" fmla="*/ 233 w 700"/>
              <a:gd name="T27" fmla="*/ 500 h 1133"/>
              <a:gd name="T28" fmla="*/ 233 w 700"/>
              <a:gd name="T29" fmla="*/ 667 h 1133"/>
              <a:gd name="T30" fmla="*/ 67 w 700"/>
              <a:gd name="T31" fmla="*/ 667 h 1133"/>
              <a:gd name="T32" fmla="*/ 67 w 700"/>
              <a:gd name="T33" fmla="*/ 533 h 1133"/>
              <a:gd name="T34" fmla="*/ 67 w 700"/>
              <a:gd name="T35" fmla="*/ 700 h 1133"/>
              <a:gd name="T36" fmla="*/ 267 w 700"/>
              <a:gd name="T37" fmla="*/ 700 h 1133"/>
              <a:gd name="T38" fmla="*/ 267 w 700"/>
              <a:gd name="T39" fmla="*/ 679 h 1133"/>
              <a:gd name="T40" fmla="*/ 267 w 700"/>
              <a:gd name="T41" fmla="*/ 667 h 1133"/>
              <a:gd name="T42" fmla="*/ 267 w 700"/>
              <a:gd name="T43" fmla="*/ 500 h 1133"/>
              <a:gd name="T44" fmla="*/ 433 w 700"/>
              <a:gd name="T45" fmla="*/ 500 h 1133"/>
              <a:gd name="T46" fmla="*/ 433 w 700"/>
              <a:gd name="T47" fmla="*/ 867 h 1133"/>
              <a:gd name="T48" fmla="*/ 67 w 700"/>
              <a:gd name="T49" fmla="*/ 867 h 1133"/>
              <a:gd name="T50" fmla="*/ 67 w 700"/>
              <a:gd name="T51" fmla="*/ 700 h 1133"/>
              <a:gd name="T52" fmla="*/ 633 w 700"/>
              <a:gd name="T53" fmla="*/ 1033 h 1133"/>
              <a:gd name="T54" fmla="*/ 600 w 700"/>
              <a:gd name="T55" fmla="*/ 1067 h 1133"/>
              <a:gd name="T56" fmla="*/ 100 w 700"/>
              <a:gd name="T57" fmla="*/ 1067 h 1133"/>
              <a:gd name="T58" fmla="*/ 67 w 700"/>
              <a:gd name="T59" fmla="*/ 1033 h 1133"/>
              <a:gd name="T60" fmla="*/ 67 w 700"/>
              <a:gd name="T61" fmla="*/ 900 h 1133"/>
              <a:gd name="T62" fmla="*/ 233 w 700"/>
              <a:gd name="T63" fmla="*/ 900 h 1133"/>
              <a:gd name="T64" fmla="*/ 233 w 700"/>
              <a:gd name="T65" fmla="*/ 1067 h 1133"/>
              <a:gd name="T66" fmla="*/ 267 w 700"/>
              <a:gd name="T67" fmla="*/ 1067 h 1133"/>
              <a:gd name="T68" fmla="*/ 267 w 700"/>
              <a:gd name="T69" fmla="*/ 900 h 1133"/>
              <a:gd name="T70" fmla="*/ 433 w 700"/>
              <a:gd name="T71" fmla="*/ 900 h 1133"/>
              <a:gd name="T72" fmla="*/ 433 w 700"/>
              <a:gd name="T73" fmla="*/ 1067 h 1133"/>
              <a:gd name="T74" fmla="*/ 467 w 700"/>
              <a:gd name="T75" fmla="*/ 1067 h 1133"/>
              <a:gd name="T76" fmla="*/ 467 w 700"/>
              <a:gd name="T77" fmla="*/ 900 h 1133"/>
              <a:gd name="T78" fmla="*/ 633 w 700"/>
              <a:gd name="T79" fmla="*/ 900 h 1133"/>
              <a:gd name="T80" fmla="*/ 633 w 700"/>
              <a:gd name="T81" fmla="*/ 1033 h 1133"/>
              <a:gd name="T82" fmla="*/ 633 w 700"/>
              <a:gd name="T83" fmla="*/ 867 h 1133"/>
              <a:gd name="T84" fmla="*/ 467 w 700"/>
              <a:gd name="T85" fmla="*/ 867 h 1133"/>
              <a:gd name="T86" fmla="*/ 467 w 700"/>
              <a:gd name="T87" fmla="*/ 700 h 1133"/>
              <a:gd name="T88" fmla="*/ 633 w 700"/>
              <a:gd name="T89" fmla="*/ 700 h 1133"/>
              <a:gd name="T90" fmla="*/ 633 w 700"/>
              <a:gd name="T91" fmla="*/ 867 h 1133"/>
              <a:gd name="T92" fmla="*/ 633 w 700"/>
              <a:gd name="T93" fmla="*/ 667 h 1133"/>
              <a:gd name="T94" fmla="*/ 467 w 700"/>
              <a:gd name="T95" fmla="*/ 667 h 1133"/>
              <a:gd name="T96" fmla="*/ 467 w 700"/>
              <a:gd name="T97" fmla="*/ 500 h 1133"/>
              <a:gd name="T98" fmla="*/ 600 w 700"/>
              <a:gd name="T99" fmla="*/ 500 h 1133"/>
              <a:gd name="T100" fmla="*/ 633 w 700"/>
              <a:gd name="T101" fmla="*/ 533 h 1133"/>
              <a:gd name="T102" fmla="*/ 633 w 700"/>
              <a:gd name="T103" fmla="*/ 667 h 1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700" h="1133">
                <a:moveTo>
                  <a:pt x="467" y="0"/>
                </a:moveTo>
                <a:cubicBezTo>
                  <a:pt x="467" y="0"/>
                  <a:pt x="467" y="0"/>
                  <a:pt x="467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30" y="0"/>
                  <a:pt x="0" y="30"/>
                  <a:pt x="0" y="67"/>
                </a:cubicBezTo>
                <a:cubicBezTo>
                  <a:pt x="0" y="1067"/>
                  <a:pt x="0" y="1067"/>
                  <a:pt x="0" y="1067"/>
                </a:cubicBezTo>
                <a:cubicBezTo>
                  <a:pt x="0" y="1103"/>
                  <a:pt x="30" y="1133"/>
                  <a:pt x="67" y="1133"/>
                </a:cubicBezTo>
                <a:cubicBezTo>
                  <a:pt x="633" y="1133"/>
                  <a:pt x="633" y="1133"/>
                  <a:pt x="633" y="1133"/>
                </a:cubicBezTo>
                <a:cubicBezTo>
                  <a:pt x="670" y="1133"/>
                  <a:pt x="700" y="1103"/>
                  <a:pt x="700" y="1067"/>
                </a:cubicBezTo>
                <a:cubicBezTo>
                  <a:pt x="700" y="233"/>
                  <a:pt x="700" y="233"/>
                  <a:pt x="700" y="233"/>
                </a:cubicBezTo>
                <a:cubicBezTo>
                  <a:pt x="700" y="233"/>
                  <a:pt x="700" y="233"/>
                  <a:pt x="700" y="233"/>
                </a:cubicBezTo>
                <a:lnTo>
                  <a:pt x="467" y="0"/>
                </a:lnTo>
                <a:close/>
                <a:moveTo>
                  <a:pt x="67" y="533"/>
                </a:moveTo>
                <a:cubicBezTo>
                  <a:pt x="67" y="515"/>
                  <a:pt x="82" y="500"/>
                  <a:pt x="100" y="500"/>
                </a:cubicBezTo>
                <a:cubicBezTo>
                  <a:pt x="233" y="500"/>
                  <a:pt x="233" y="500"/>
                  <a:pt x="233" y="500"/>
                </a:cubicBezTo>
                <a:cubicBezTo>
                  <a:pt x="233" y="667"/>
                  <a:pt x="233" y="667"/>
                  <a:pt x="233" y="667"/>
                </a:cubicBezTo>
                <a:cubicBezTo>
                  <a:pt x="67" y="667"/>
                  <a:pt x="67" y="667"/>
                  <a:pt x="67" y="667"/>
                </a:cubicBezTo>
                <a:lnTo>
                  <a:pt x="67" y="533"/>
                </a:lnTo>
                <a:close/>
                <a:moveTo>
                  <a:pt x="67" y="700"/>
                </a:moveTo>
                <a:cubicBezTo>
                  <a:pt x="267" y="700"/>
                  <a:pt x="267" y="700"/>
                  <a:pt x="267" y="700"/>
                </a:cubicBezTo>
                <a:cubicBezTo>
                  <a:pt x="267" y="679"/>
                  <a:pt x="267" y="679"/>
                  <a:pt x="267" y="679"/>
                </a:cubicBezTo>
                <a:cubicBezTo>
                  <a:pt x="267" y="667"/>
                  <a:pt x="267" y="667"/>
                  <a:pt x="267" y="667"/>
                </a:cubicBezTo>
                <a:cubicBezTo>
                  <a:pt x="267" y="500"/>
                  <a:pt x="267" y="500"/>
                  <a:pt x="267" y="500"/>
                </a:cubicBezTo>
                <a:cubicBezTo>
                  <a:pt x="433" y="500"/>
                  <a:pt x="433" y="500"/>
                  <a:pt x="433" y="500"/>
                </a:cubicBezTo>
                <a:cubicBezTo>
                  <a:pt x="433" y="867"/>
                  <a:pt x="433" y="867"/>
                  <a:pt x="433" y="867"/>
                </a:cubicBezTo>
                <a:cubicBezTo>
                  <a:pt x="67" y="867"/>
                  <a:pt x="67" y="867"/>
                  <a:pt x="67" y="867"/>
                </a:cubicBezTo>
                <a:lnTo>
                  <a:pt x="67" y="700"/>
                </a:lnTo>
                <a:close/>
                <a:moveTo>
                  <a:pt x="633" y="1033"/>
                </a:moveTo>
                <a:cubicBezTo>
                  <a:pt x="633" y="1052"/>
                  <a:pt x="618" y="1067"/>
                  <a:pt x="600" y="1067"/>
                </a:cubicBezTo>
                <a:cubicBezTo>
                  <a:pt x="100" y="1067"/>
                  <a:pt x="100" y="1067"/>
                  <a:pt x="100" y="1067"/>
                </a:cubicBezTo>
                <a:cubicBezTo>
                  <a:pt x="82" y="1067"/>
                  <a:pt x="67" y="1052"/>
                  <a:pt x="67" y="1033"/>
                </a:cubicBezTo>
                <a:cubicBezTo>
                  <a:pt x="67" y="900"/>
                  <a:pt x="67" y="900"/>
                  <a:pt x="67" y="900"/>
                </a:cubicBezTo>
                <a:cubicBezTo>
                  <a:pt x="233" y="900"/>
                  <a:pt x="233" y="900"/>
                  <a:pt x="233" y="900"/>
                </a:cubicBezTo>
                <a:cubicBezTo>
                  <a:pt x="233" y="1067"/>
                  <a:pt x="233" y="1067"/>
                  <a:pt x="233" y="1067"/>
                </a:cubicBezTo>
                <a:cubicBezTo>
                  <a:pt x="267" y="1067"/>
                  <a:pt x="267" y="1067"/>
                  <a:pt x="267" y="1067"/>
                </a:cubicBezTo>
                <a:cubicBezTo>
                  <a:pt x="267" y="900"/>
                  <a:pt x="267" y="900"/>
                  <a:pt x="267" y="900"/>
                </a:cubicBezTo>
                <a:cubicBezTo>
                  <a:pt x="433" y="900"/>
                  <a:pt x="433" y="900"/>
                  <a:pt x="433" y="900"/>
                </a:cubicBezTo>
                <a:cubicBezTo>
                  <a:pt x="433" y="1067"/>
                  <a:pt x="433" y="1067"/>
                  <a:pt x="433" y="1067"/>
                </a:cubicBezTo>
                <a:cubicBezTo>
                  <a:pt x="467" y="1067"/>
                  <a:pt x="467" y="1067"/>
                  <a:pt x="467" y="1067"/>
                </a:cubicBezTo>
                <a:cubicBezTo>
                  <a:pt x="467" y="900"/>
                  <a:pt x="467" y="900"/>
                  <a:pt x="467" y="900"/>
                </a:cubicBezTo>
                <a:cubicBezTo>
                  <a:pt x="633" y="900"/>
                  <a:pt x="633" y="900"/>
                  <a:pt x="633" y="900"/>
                </a:cubicBezTo>
                <a:lnTo>
                  <a:pt x="633" y="1033"/>
                </a:lnTo>
                <a:close/>
                <a:moveTo>
                  <a:pt x="633" y="867"/>
                </a:moveTo>
                <a:cubicBezTo>
                  <a:pt x="467" y="867"/>
                  <a:pt x="467" y="867"/>
                  <a:pt x="467" y="867"/>
                </a:cubicBezTo>
                <a:cubicBezTo>
                  <a:pt x="467" y="700"/>
                  <a:pt x="467" y="700"/>
                  <a:pt x="467" y="700"/>
                </a:cubicBezTo>
                <a:cubicBezTo>
                  <a:pt x="633" y="700"/>
                  <a:pt x="633" y="700"/>
                  <a:pt x="633" y="700"/>
                </a:cubicBezTo>
                <a:lnTo>
                  <a:pt x="633" y="867"/>
                </a:lnTo>
                <a:close/>
                <a:moveTo>
                  <a:pt x="633" y="667"/>
                </a:moveTo>
                <a:cubicBezTo>
                  <a:pt x="467" y="667"/>
                  <a:pt x="467" y="667"/>
                  <a:pt x="467" y="667"/>
                </a:cubicBezTo>
                <a:cubicBezTo>
                  <a:pt x="467" y="500"/>
                  <a:pt x="467" y="500"/>
                  <a:pt x="467" y="500"/>
                </a:cubicBezTo>
                <a:cubicBezTo>
                  <a:pt x="600" y="500"/>
                  <a:pt x="600" y="500"/>
                  <a:pt x="600" y="500"/>
                </a:cubicBezTo>
                <a:cubicBezTo>
                  <a:pt x="618" y="500"/>
                  <a:pt x="633" y="515"/>
                  <a:pt x="633" y="533"/>
                </a:cubicBezTo>
                <a:lnTo>
                  <a:pt x="633" y="66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73" name="Freeform 21"/>
          <p:cNvSpPr>
            <a:spLocks noEditPoints="1"/>
          </p:cNvSpPr>
          <p:nvPr/>
        </p:nvSpPr>
        <p:spPr bwMode="auto">
          <a:xfrm>
            <a:off x="3554971" y="3552088"/>
            <a:ext cx="595176" cy="778676"/>
          </a:xfrm>
          <a:custGeom>
            <a:avLst/>
            <a:gdLst>
              <a:gd name="T0" fmla="*/ 566 w 866"/>
              <a:gd name="T1" fmla="*/ 417 h 1133"/>
              <a:gd name="T2" fmla="*/ 566 w 866"/>
              <a:gd name="T3" fmla="*/ 433 h 1133"/>
              <a:gd name="T4" fmla="*/ 766 w 866"/>
              <a:gd name="T5" fmla="*/ 217 h 1133"/>
              <a:gd name="T6" fmla="*/ 550 w 866"/>
              <a:gd name="T7" fmla="*/ 0 h 1133"/>
              <a:gd name="T8" fmla="*/ 339 w 866"/>
              <a:gd name="T9" fmla="*/ 168 h 1133"/>
              <a:gd name="T10" fmla="*/ 566 w 866"/>
              <a:gd name="T11" fmla="*/ 417 h 1133"/>
              <a:gd name="T12" fmla="*/ 698 w 866"/>
              <a:gd name="T13" fmla="*/ 442 h 1133"/>
              <a:gd name="T14" fmla="*/ 556 w 866"/>
              <a:gd name="T15" fmla="*/ 487 h 1133"/>
              <a:gd name="T16" fmla="*/ 474 w 866"/>
              <a:gd name="T17" fmla="*/ 611 h 1133"/>
              <a:gd name="T18" fmla="*/ 666 w 866"/>
              <a:gd name="T19" fmla="*/ 867 h 1133"/>
              <a:gd name="T20" fmla="*/ 666 w 866"/>
              <a:gd name="T21" fmla="*/ 898 h 1133"/>
              <a:gd name="T22" fmla="*/ 666 w 866"/>
              <a:gd name="T23" fmla="*/ 933 h 1133"/>
              <a:gd name="T24" fmla="*/ 866 w 866"/>
              <a:gd name="T25" fmla="*/ 933 h 1133"/>
              <a:gd name="T26" fmla="*/ 866 w 866"/>
              <a:gd name="T27" fmla="*/ 667 h 1133"/>
              <a:gd name="T28" fmla="*/ 698 w 866"/>
              <a:gd name="T29" fmla="*/ 442 h 1133"/>
              <a:gd name="T30" fmla="*/ 464 w 866"/>
              <a:gd name="T31" fmla="*/ 642 h 1133"/>
              <a:gd name="T32" fmla="*/ 316 w 866"/>
              <a:gd name="T33" fmla="*/ 687 h 1133"/>
              <a:gd name="T34" fmla="*/ 168 w 866"/>
              <a:gd name="T35" fmla="*/ 642 h 1133"/>
              <a:gd name="T36" fmla="*/ 0 w 866"/>
              <a:gd name="T37" fmla="*/ 867 h 1133"/>
              <a:gd name="T38" fmla="*/ 0 w 866"/>
              <a:gd name="T39" fmla="*/ 1067 h 1133"/>
              <a:gd name="T40" fmla="*/ 66 w 866"/>
              <a:gd name="T41" fmla="*/ 1133 h 1133"/>
              <a:gd name="T42" fmla="*/ 633 w 866"/>
              <a:gd name="T43" fmla="*/ 1133 h 1133"/>
              <a:gd name="T44" fmla="*/ 633 w 866"/>
              <a:gd name="T45" fmla="*/ 867 h 1133"/>
              <a:gd name="T46" fmla="*/ 464 w 866"/>
              <a:gd name="T47" fmla="*/ 642 h 1133"/>
              <a:gd name="T48" fmla="*/ 316 w 866"/>
              <a:gd name="T49" fmla="*/ 633 h 1133"/>
              <a:gd name="T50" fmla="*/ 533 w 866"/>
              <a:gd name="T51" fmla="*/ 417 h 1133"/>
              <a:gd name="T52" fmla="*/ 316 w 866"/>
              <a:gd name="T53" fmla="*/ 200 h 1133"/>
              <a:gd name="T54" fmla="*/ 100 w 866"/>
              <a:gd name="T55" fmla="*/ 417 h 1133"/>
              <a:gd name="T56" fmla="*/ 316 w 866"/>
              <a:gd name="T57" fmla="*/ 633 h 1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866" h="1133">
                <a:moveTo>
                  <a:pt x="566" y="417"/>
                </a:moveTo>
                <a:cubicBezTo>
                  <a:pt x="566" y="422"/>
                  <a:pt x="566" y="427"/>
                  <a:pt x="566" y="433"/>
                </a:cubicBezTo>
                <a:cubicBezTo>
                  <a:pt x="678" y="424"/>
                  <a:pt x="766" y="331"/>
                  <a:pt x="766" y="217"/>
                </a:cubicBezTo>
                <a:cubicBezTo>
                  <a:pt x="766" y="97"/>
                  <a:pt x="669" y="0"/>
                  <a:pt x="550" y="0"/>
                </a:cubicBezTo>
                <a:cubicBezTo>
                  <a:pt x="447" y="0"/>
                  <a:pt x="361" y="72"/>
                  <a:pt x="339" y="168"/>
                </a:cubicBezTo>
                <a:cubicBezTo>
                  <a:pt x="466" y="179"/>
                  <a:pt x="566" y="286"/>
                  <a:pt x="566" y="417"/>
                </a:cubicBezTo>
                <a:close/>
                <a:moveTo>
                  <a:pt x="698" y="442"/>
                </a:moveTo>
                <a:cubicBezTo>
                  <a:pt x="657" y="469"/>
                  <a:pt x="609" y="485"/>
                  <a:pt x="556" y="487"/>
                </a:cubicBezTo>
                <a:cubicBezTo>
                  <a:pt x="542" y="536"/>
                  <a:pt x="513" y="579"/>
                  <a:pt x="474" y="611"/>
                </a:cubicBezTo>
                <a:cubicBezTo>
                  <a:pt x="585" y="643"/>
                  <a:pt x="666" y="745"/>
                  <a:pt x="666" y="867"/>
                </a:cubicBezTo>
                <a:cubicBezTo>
                  <a:pt x="666" y="898"/>
                  <a:pt x="666" y="898"/>
                  <a:pt x="666" y="898"/>
                </a:cubicBezTo>
                <a:cubicBezTo>
                  <a:pt x="666" y="933"/>
                  <a:pt x="666" y="933"/>
                  <a:pt x="666" y="933"/>
                </a:cubicBezTo>
                <a:cubicBezTo>
                  <a:pt x="866" y="933"/>
                  <a:pt x="866" y="933"/>
                  <a:pt x="866" y="933"/>
                </a:cubicBezTo>
                <a:cubicBezTo>
                  <a:pt x="866" y="667"/>
                  <a:pt x="866" y="667"/>
                  <a:pt x="866" y="667"/>
                </a:cubicBezTo>
                <a:cubicBezTo>
                  <a:pt x="866" y="560"/>
                  <a:pt x="795" y="471"/>
                  <a:pt x="698" y="442"/>
                </a:cubicBezTo>
                <a:close/>
                <a:moveTo>
                  <a:pt x="464" y="642"/>
                </a:moveTo>
                <a:cubicBezTo>
                  <a:pt x="422" y="670"/>
                  <a:pt x="371" y="687"/>
                  <a:pt x="316" y="687"/>
                </a:cubicBezTo>
                <a:cubicBezTo>
                  <a:pt x="262" y="687"/>
                  <a:pt x="211" y="670"/>
                  <a:pt x="168" y="642"/>
                </a:cubicBezTo>
                <a:cubicBezTo>
                  <a:pt x="71" y="671"/>
                  <a:pt x="0" y="760"/>
                  <a:pt x="0" y="867"/>
                </a:cubicBezTo>
                <a:cubicBezTo>
                  <a:pt x="0" y="1067"/>
                  <a:pt x="0" y="1067"/>
                  <a:pt x="0" y="1067"/>
                </a:cubicBezTo>
                <a:cubicBezTo>
                  <a:pt x="0" y="1103"/>
                  <a:pt x="30" y="1133"/>
                  <a:pt x="66" y="1133"/>
                </a:cubicBezTo>
                <a:cubicBezTo>
                  <a:pt x="633" y="1133"/>
                  <a:pt x="633" y="1133"/>
                  <a:pt x="633" y="1133"/>
                </a:cubicBezTo>
                <a:cubicBezTo>
                  <a:pt x="633" y="867"/>
                  <a:pt x="633" y="867"/>
                  <a:pt x="633" y="867"/>
                </a:cubicBezTo>
                <a:cubicBezTo>
                  <a:pt x="633" y="760"/>
                  <a:pt x="562" y="671"/>
                  <a:pt x="464" y="642"/>
                </a:cubicBezTo>
                <a:close/>
                <a:moveTo>
                  <a:pt x="316" y="633"/>
                </a:moveTo>
                <a:cubicBezTo>
                  <a:pt x="436" y="633"/>
                  <a:pt x="533" y="536"/>
                  <a:pt x="533" y="417"/>
                </a:cubicBezTo>
                <a:cubicBezTo>
                  <a:pt x="533" y="297"/>
                  <a:pt x="436" y="200"/>
                  <a:pt x="316" y="200"/>
                </a:cubicBezTo>
                <a:cubicBezTo>
                  <a:pt x="197" y="200"/>
                  <a:pt x="100" y="297"/>
                  <a:pt x="100" y="417"/>
                </a:cubicBezTo>
                <a:cubicBezTo>
                  <a:pt x="100" y="536"/>
                  <a:pt x="197" y="633"/>
                  <a:pt x="316" y="63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46" name="Rectangle 45"/>
          <p:cNvSpPr/>
          <p:nvPr/>
        </p:nvSpPr>
        <p:spPr>
          <a:xfrm>
            <a:off x="1752771" y="275174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Tableau de bord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3850" y="275174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>
                <a:solidFill>
                  <a:schemeClr val="tx1"/>
                </a:solidFill>
              </a:rPr>
              <a:t>Football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81693" y="275174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Montre cardio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10614" y="275174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Information data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9535" y="275174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Globe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68456" y="275174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Web</a:t>
            </a:r>
          </a:p>
        </p:txBody>
      </p:sp>
      <p:sp>
        <p:nvSpPr>
          <p:cNvPr id="58" name="Freeform 11"/>
          <p:cNvSpPr>
            <a:spLocks noEditPoints="1"/>
          </p:cNvSpPr>
          <p:nvPr/>
        </p:nvSpPr>
        <p:spPr bwMode="auto">
          <a:xfrm>
            <a:off x="3599440" y="671717"/>
            <a:ext cx="524528" cy="786464"/>
          </a:xfrm>
          <a:custGeom>
            <a:avLst/>
            <a:gdLst>
              <a:gd name="T0" fmla="*/ 167 w 800"/>
              <a:gd name="T1" fmla="*/ 1133 h 1200"/>
              <a:gd name="T2" fmla="*/ 233 w 800"/>
              <a:gd name="T3" fmla="*/ 1200 h 1200"/>
              <a:gd name="T4" fmla="*/ 500 w 800"/>
              <a:gd name="T5" fmla="*/ 1200 h 1200"/>
              <a:gd name="T6" fmla="*/ 567 w 800"/>
              <a:gd name="T7" fmla="*/ 1133 h 1200"/>
              <a:gd name="T8" fmla="*/ 567 w 800"/>
              <a:gd name="T9" fmla="*/ 1000 h 1200"/>
              <a:gd name="T10" fmla="*/ 167 w 800"/>
              <a:gd name="T11" fmla="*/ 1000 h 1200"/>
              <a:gd name="T12" fmla="*/ 167 w 800"/>
              <a:gd name="T13" fmla="*/ 1133 h 1200"/>
              <a:gd name="T14" fmla="*/ 567 w 800"/>
              <a:gd name="T15" fmla="*/ 66 h 1200"/>
              <a:gd name="T16" fmla="*/ 500 w 800"/>
              <a:gd name="T17" fmla="*/ 0 h 1200"/>
              <a:gd name="T18" fmla="*/ 233 w 800"/>
              <a:gd name="T19" fmla="*/ 0 h 1200"/>
              <a:gd name="T20" fmla="*/ 167 w 800"/>
              <a:gd name="T21" fmla="*/ 66 h 1200"/>
              <a:gd name="T22" fmla="*/ 167 w 800"/>
              <a:gd name="T23" fmla="*/ 200 h 1200"/>
              <a:gd name="T24" fmla="*/ 567 w 800"/>
              <a:gd name="T25" fmla="*/ 200 h 1200"/>
              <a:gd name="T26" fmla="*/ 567 w 800"/>
              <a:gd name="T27" fmla="*/ 66 h 1200"/>
              <a:gd name="T28" fmla="*/ 783 w 800"/>
              <a:gd name="T29" fmla="*/ 466 h 1200"/>
              <a:gd name="T30" fmla="*/ 733 w 800"/>
              <a:gd name="T31" fmla="*/ 466 h 1200"/>
              <a:gd name="T32" fmla="*/ 733 w 800"/>
              <a:gd name="T33" fmla="*/ 300 h 1200"/>
              <a:gd name="T34" fmla="*/ 667 w 800"/>
              <a:gd name="T35" fmla="*/ 233 h 1200"/>
              <a:gd name="T36" fmla="*/ 67 w 800"/>
              <a:gd name="T37" fmla="*/ 233 h 1200"/>
              <a:gd name="T38" fmla="*/ 0 w 800"/>
              <a:gd name="T39" fmla="*/ 300 h 1200"/>
              <a:gd name="T40" fmla="*/ 0 w 800"/>
              <a:gd name="T41" fmla="*/ 900 h 1200"/>
              <a:gd name="T42" fmla="*/ 67 w 800"/>
              <a:gd name="T43" fmla="*/ 966 h 1200"/>
              <a:gd name="T44" fmla="*/ 667 w 800"/>
              <a:gd name="T45" fmla="*/ 966 h 1200"/>
              <a:gd name="T46" fmla="*/ 733 w 800"/>
              <a:gd name="T47" fmla="*/ 900 h 1200"/>
              <a:gd name="T48" fmla="*/ 733 w 800"/>
              <a:gd name="T49" fmla="*/ 566 h 1200"/>
              <a:gd name="T50" fmla="*/ 783 w 800"/>
              <a:gd name="T51" fmla="*/ 566 h 1200"/>
              <a:gd name="T52" fmla="*/ 800 w 800"/>
              <a:gd name="T53" fmla="*/ 550 h 1200"/>
              <a:gd name="T54" fmla="*/ 800 w 800"/>
              <a:gd name="T55" fmla="*/ 483 h 1200"/>
              <a:gd name="T56" fmla="*/ 783 w 800"/>
              <a:gd name="T57" fmla="*/ 466 h 1200"/>
              <a:gd name="T58" fmla="*/ 667 w 800"/>
              <a:gd name="T59" fmla="*/ 900 h 1200"/>
              <a:gd name="T60" fmla="*/ 67 w 800"/>
              <a:gd name="T61" fmla="*/ 900 h 1200"/>
              <a:gd name="T62" fmla="*/ 67 w 800"/>
              <a:gd name="T63" fmla="*/ 300 h 1200"/>
              <a:gd name="T64" fmla="*/ 667 w 800"/>
              <a:gd name="T65" fmla="*/ 300 h 1200"/>
              <a:gd name="T66" fmla="*/ 667 w 800"/>
              <a:gd name="T67" fmla="*/ 900 h 1200"/>
              <a:gd name="T68" fmla="*/ 190 w 800"/>
              <a:gd name="T69" fmla="*/ 587 h 1200"/>
              <a:gd name="T70" fmla="*/ 367 w 800"/>
              <a:gd name="T71" fmla="*/ 782 h 1200"/>
              <a:gd name="T72" fmla="*/ 543 w 800"/>
              <a:gd name="T73" fmla="*/ 587 h 1200"/>
              <a:gd name="T74" fmla="*/ 543 w 800"/>
              <a:gd name="T75" fmla="*/ 587 h 1200"/>
              <a:gd name="T76" fmla="*/ 567 w 800"/>
              <a:gd name="T77" fmla="*/ 523 h 1200"/>
              <a:gd name="T78" fmla="*/ 540 w 800"/>
              <a:gd name="T79" fmla="*/ 460 h 1200"/>
              <a:gd name="T80" fmla="*/ 474 w 800"/>
              <a:gd name="T81" fmla="*/ 433 h 1200"/>
              <a:gd name="T82" fmla="*/ 474 w 800"/>
              <a:gd name="T83" fmla="*/ 433 h 1200"/>
              <a:gd name="T84" fmla="*/ 409 w 800"/>
              <a:gd name="T85" fmla="*/ 460 h 1200"/>
              <a:gd name="T86" fmla="*/ 409 w 800"/>
              <a:gd name="T87" fmla="*/ 460 h 1200"/>
              <a:gd name="T88" fmla="*/ 382 w 800"/>
              <a:gd name="T89" fmla="*/ 486 h 1200"/>
              <a:gd name="T90" fmla="*/ 367 w 800"/>
              <a:gd name="T91" fmla="*/ 501 h 1200"/>
              <a:gd name="T92" fmla="*/ 367 w 800"/>
              <a:gd name="T93" fmla="*/ 501 h 1200"/>
              <a:gd name="T94" fmla="*/ 367 w 800"/>
              <a:gd name="T95" fmla="*/ 501 h 1200"/>
              <a:gd name="T96" fmla="*/ 351 w 800"/>
              <a:gd name="T97" fmla="*/ 486 h 1200"/>
              <a:gd name="T98" fmla="*/ 325 w 800"/>
              <a:gd name="T99" fmla="*/ 460 h 1200"/>
              <a:gd name="T100" fmla="*/ 324 w 800"/>
              <a:gd name="T101" fmla="*/ 460 h 1200"/>
              <a:gd name="T102" fmla="*/ 259 w 800"/>
              <a:gd name="T103" fmla="*/ 433 h 1200"/>
              <a:gd name="T104" fmla="*/ 194 w 800"/>
              <a:gd name="T105" fmla="*/ 460 h 1200"/>
              <a:gd name="T106" fmla="*/ 167 w 800"/>
              <a:gd name="T107" fmla="*/ 523 h 1200"/>
              <a:gd name="T108" fmla="*/ 190 w 800"/>
              <a:gd name="T109" fmla="*/ 587 h 1200"/>
              <a:gd name="T110" fmla="*/ 190 w 800"/>
              <a:gd name="T111" fmla="*/ 587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800" h="1200">
                <a:moveTo>
                  <a:pt x="167" y="1133"/>
                </a:moveTo>
                <a:cubicBezTo>
                  <a:pt x="167" y="1170"/>
                  <a:pt x="197" y="1200"/>
                  <a:pt x="233" y="1200"/>
                </a:cubicBezTo>
                <a:cubicBezTo>
                  <a:pt x="500" y="1200"/>
                  <a:pt x="500" y="1200"/>
                  <a:pt x="500" y="1200"/>
                </a:cubicBezTo>
                <a:cubicBezTo>
                  <a:pt x="537" y="1200"/>
                  <a:pt x="567" y="1170"/>
                  <a:pt x="567" y="1133"/>
                </a:cubicBezTo>
                <a:cubicBezTo>
                  <a:pt x="567" y="1000"/>
                  <a:pt x="567" y="1000"/>
                  <a:pt x="567" y="1000"/>
                </a:cubicBezTo>
                <a:cubicBezTo>
                  <a:pt x="167" y="1000"/>
                  <a:pt x="167" y="1000"/>
                  <a:pt x="167" y="1000"/>
                </a:cubicBezTo>
                <a:lnTo>
                  <a:pt x="167" y="1133"/>
                </a:lnTo>
                <a:close/>
                <a:moveTo>
                  <a:pt x="567" y="66"/>
                </a:moveTo>
                <a:cubicBezTo>
                  <a:pt x="567" y="30"/>
                  <a:pt x="537" y="0"/>
                  <a:pt x="500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197" y="0"/>
                  <a:pt x="167" y="30"/>
                  <a:pt x="167" y="66"/>
                </a:cubicBezTo>
                <a:cubicBezTo>
                  <a:pt x="167" y="200"/>
                  <a:pt x="167" y="200"/>
                  <a:pt x="167" y="200"/>
                </a:cubicBezTo>
                <a:cubicBezTo>
                  <a:pt x="567" y="200"/>
                  <a:pt x="567" y="200"/>
                  <a:pt x="567" y="200"/>
                </a:cubicBezTo>
                <a:lnTo>
                  <a:pt x="567" y="66"/>
                </a:lnTo>
                <a:close/>
                <a:moveTo>
                  <a:pt x="783" y="466"/>
                </a:moveTo>
                <a:cubicBezTo>
                  <a:pt x="733" y="466"/>
                  <a:pt x="733" y="466"/>
                  <a:pt x="733" y="466"/>
                </a:cubicBezTo>
                <a:cubicBezTo>
                  <a:pt x="733" y="300"/>
                  <a:pt x="733" y="300"/>
                  <a:pt x="733" y="300"/>
                </a:cubicBezTo>
                <a:cubicBezTo>
                  <a:pt x="733" y="263"/>
                  <a:pt x="703" y="233"/>
                  <a:pt x="667" y="233"/>
                </a:cubicBezTo>
                <a:cubicBezTo>
                  <a:pt x="67" y="233"/>
                  <a:pt x="67" y="233"/>
                  <a:pt x="67" y="233"/>
                </a:cubicBezTo>
                <a:cubicBezTo>
                  <a:pt x="30" y="233"/>
                  <a:pt x="0" y="263"/>
                  <a:pt x="0" y="300"/>
                </a:cubicBezTo>
                <a:cubicBezTo>
                  <a:pt x="0" y="900"/>
                  <a:pt x="0" y="900"/>
                  <a:pt x="0" y="900"/>
                </a:cubicBezTo>
                <a:cubicBezTo>
                  <a:pt x="0" y="936"/>
                  <a:pt x="30" y="966"/>
                  <a:pt x="67" y="966"/>
                </a:cubicBezTo>
                <a:cubicBezTo>
                  <a:pt x="667" y="966"/>
                  <a:pt x="667" y="966"/>
                  <a:pt x="667" y="966"/>
                </a:cubicBezTo>
                <a:cubicBezTo>
                  <a:pt x="703" y="966"/>
                  <a:pt x="733" y="936"/>
                  <a:pt x="733" y="900"/>
                </a:cubicBezTo>
                <a:cubicBezTo>
                  <a:pt x="733" y="566"/>
                  <a:pt x="733" y="566"/>
                  <a:pt x="733" y="566"/>
                </a:cubicBezTo>
                <a:cubicBezTo>
                  <a:pt x="783" y="566"/>
                  <a:pt x="783" y="566"/>
                  <a:pt x="783" y="566"/>
                </a:cubicBezTo>
                <a:cubicBezTo>
                  <a:pt x="793" y="566"/>
                  <a:pt x="800" y="559"/>
                  <a:pt x="800" y="550"/>
                </a:cubicBezTo>
                <a:cubicBezTo>
                  <a:pt x="800" y="483"/>
                  <a:pt x="800" y="483"/>
                  <a:pt x="800" y="483"/>
                </a:cubicBezTo>
                <a:cubicBezTo>
                  <a:pt x="800" y="474"/>
                  <a:pt x="793" y="466"/>
                  <a:pt x="783" y="466"/>
                </a:cubicBezTo>
                <a:close/>
                <a:moveTo>
                  <a:pt x="667" y="900"/>
                </a:moveTo>
                <a:cubicBezTo>
                  <a:pt x="67" y="900"/>
                  <a:pt x="67" y="900"/>
                  <a:pt x="67" y="900"/>
                </a:cubicBezTo>
                <a:cubicBezTo>
                  <a:pt x="67" y="300"/>
                  <a:pt x="67" y="300"/>
                  <a:pt x="67" y="300"/>
                </a:cubicBezTo>
                <a:cubicBezTo>
                  <a:pt x="667" y="300"/>
                  <a:pt x="667" y="300"/>
                  <a:pt x="667" y="300"/>
                </a:cubicBezTo>
                <a:lnTo>
                  <a:pt x="667" y="900"/>
                </a:lnTo>
                <a:close/>
                <a:moveTo>
                  <a:pt x="190" y="587"/>
                </a:moveTo>
                <a:cubicBezTo>
                  <a:pt x="367" y="782"/>
                  <a:pt x="367" y="782"/>
                  <a:pt x="367" y="782"/>
                </a:cubicBezTo>
                <a:cubicBezTo>
                  <a:pt x="543" y="587"/>
                  <a:pt x="543" y="587"/>
                  <a:pt x="543" y="587"/>
                </a:cubicBezTo>
                <a:cubicBezTo>
                  <a:pt x="543" y="587"/>
                  <a:pt x="543" y="587"/>
                  <a:pt x="543" y="587"/>
                </a:cubicBezTo>
                <a:cubicBezTo>
                  <a:pt x="559" y="570"/>
                  <a:pt x="567" y="547"/>
                  <a:pt x="567" y="523"/>
                </a:cubicBezTo>
                <a:cubicBezTo>
                  <a:pt x="566" y="499"/>
                  <a:pt x="556" y="477"/>
                  <a:pt x="540" y="460"/>
                </a:cubicBezTo>
                <a:cubicBezTo>
                  <a:pt x="522" y="443"/>
                  <a:pt x="499" y="433"/>
                  <a:pt x="474" y="433"/>
                </a:cubicBezTo>
                <a:cubicBezTo>
                  <a:pt x="474" y="433"/>
                  <a:pt x="474" y="433"/>
                  <a:pt x="474" y="433"/>
                </a:cubicBezTo>
                <a:cubicBezTo>
                  <a:pt x="450" y="433"/>
                  <a:pt x="427" y="443"/>
                  <a:pt x="409" y="460"/>
                </a:cubicBezTo>
                <a:cubicBezTo>
                  <a:pt x="409" y="460"/>
                  <a:pt x="409" y="460"/>
                  <a:pt x="409" y="460"/>
                </a:cubicBezTo>
                <a:cubicBezTo>
                  <a:pt x="382" y="486"/>
                  <a:pt x="382" y="486"/>
                  <a:pt x="382" y="486"/>
                </a:cubicBezTo>
                <a:cubicBezTo>
                  <a:pt x="367" y="501"/>
                  <a:pt x="367" y="501"/>
                  <a:pt x="367" y="501"/>
                </a:cubicBezTo>
                <a:cubicBezTo>
                  <a:pt x="367" y="501"/>
                  <a:pt x="367" y="501"/>
                  <a:pt x="367" y="501"/>
                </a:cubicBezTo>
                <a:cubicBezTo>
                  <a:pt x="367" y="501"/>
                  <a:pt x="367" y="501"/>
                  <a:pt x="367" y="501"/>
                </a:cubicBezTo>
                <a:cubicBezTo>
                  <a:pt x="351" y="486"/>
                  <a:pt x="351" y="486"/>
                  <a:pt x="351" y="486"/>
                </a:cubicBezTo>
                <a:cubicBezTo>
                  <a:pt x="325" y="460"/>
                  <a:pt x="325" y="460"/>
                  <a:pt x="325" y="460"/>
                </a:cubicBezTo>
                <a:cubicBezTo>
                  <a:pt x="324" y="460"/>
                  <a:pt x="324" y="460"/>
                  <a:pt x="324" y="460"/>
                </a:cubicBezTo>
                <a:cubicBezTo>
                  <a:pt x="307" y="443"/>
                  <a:pt x="284" y="433"/>
                  <a:pt x="259" y="433"/>
                </a:cubicBezTo>
                <a:cubicBezTo>
                  <a:pt x="234" y="433"/>
                  <a:pt x="211" y="443"/>
                  <a:pt x="194" y="460"/>
                </a:cubicBezTo>
                <a:cubicBezTo>
                  <a:pt x="177" y="477"/>
                  <a:pt x="167" y="499"/>
                  <a:pt x="167" y="523"/>
                </a:cubicBezTo>
                <a:cubicBezTo>
                  <a:pt x="166" y="547"/>
                  <a:pt x="175" y="570"/>
                  <a:pt x="190" y="587"/>
                </a:cubicBezTo>
                <a:cubicBezTo>
                  <a:pt x="190" y="587"/>
                  <a:pt x="190" y="587"/>
                  <a:pt x="190" y="58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59" name="Freeform 16"/>
          <p:cNvSpPr>
            <a:spLocks noEditPoints="1"/>
          </p:cNvSpPr>
          <p:nvPr/>
        </p:nvSpPr>
        <p:spPr bwMode="auto">
          <a:xfrm>
            <a:off x="4902863" y="709817"/>
            <a:ext cx="757861" cy="757861"/>
          </a:xfrm>
          <a:custGeom>
            <a:avLst/>
            <a:gdLst>
              <a:gd name="T0" fmla="*/ 600 w 1132"/>
              <a:gd name="T1" fmla="*/ 0 h 1132"/>
              <a:gd name="T2" fmla="*/ 600 w 1132"/>
              <a:gd name="T3" fmla="*/ 532 h 1132"/>
              <a:gd name="T4" fmla="*/ 1132 w 1132"/>
              <a:gd name="T5" fmla="*/ 532 h 1132"/>
              <a:gd name="T6" fmla="*/ 600 w 1132"/>
              <a:gd name="T7" fmla="*/ 0 h 1132"/>
              <a:gd name="T8" fmla="*/ 666 w 1132"/>
              <a:gd name="T9" fmla="*/ 75 h 1132"/>
              <a:gd name="T10" fmla="*/ 920 w 1132"/>
              <a:gd name="T11" fmla="*/ 212 h 1132"/>
              <a:gd name="T12" fmla="*/ 1056 w 1132"/>
              <a:gd name="T13" fmla="*/ 465 h 1132"/>
              <a:gd name="T14" fmla="*/ 666 w 1132"/>
              <a:gd name="T15" fmla="*/ 465 h 1132"/>
              <a:gd name="T16" fmla="*/ 666 w 1132"/>
              <a:gd name="T17" fmla="*/ 75 h 1132"/>
              <a:gd name="T18" fmla="*/ 533 w 1132"/>
              <a:gd name="T19" fmla="*/ 0 h 1132"/>
              <a:gd name="T20" fmla="*/ 0 w 1132"/>
              <a:gd name="T21" fmla="*/ 565 h 1132"/>
              <a:gd name="T22" fmla="*/ 0 w 1132"/>
              <a:gd name="T23" fmla="*/ 565 h 1132"/>
              <a:gd name="T24" fmla="*/ 566 w 1132"/>
              <a:gd name="T25" fmla="*/ 1132 h 1132"/>
              <a:gd name="T26" fmla="*/ 809 w 1132"/>
              <a:gd name="T27" fmla="*/ 1077 h 1132"/>
              <a:gd name="T28" fmla="*/ 533 w 1132"/>
              <a:gd name="T29" fmla="*/ 598 h 1132"/>
              <a:gd name="T30" fmla="*/ 533 w 1132"/>
              <a:gd name="T31" fmla="*/ 0 h 1132"/>
              <a:gd name="T32" fmla="*/ 868 w 1132"/>
              <a:gd name="T33" fmla="*/ 1045 h 1132"/>
              <a:gd name="T34" fmla="*/ 1132 w 1132"/>
              <a:gd name="T35" fmla="*/ 598 h 1132"/>
              <a:gd name="T36" fmla="*/ 611 w 1132"/>
              <a:gd name="T37" fmla="*/ 598 h 1132"/>
              <a:gd name="T38" fmla="*/ 868 w 1132"/>
              <a:gd name="T39" fmla="*/ 1045 h 1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132" h="1132">
                <a:moveTo>
                  <a:pt x="600" y="0"/>
                </a:moveTo>
                <a:cubicBezTo>
                  <a:pt x="600" y="532"/>
                  <a:pt x="600" y="532"/>
                  <a:pt x="600" y="532"/>
                </a:cubicBezTo>
                <a:cubicBezTo>
                  <a:pt x="1132" y="532"/>
                  <a:pt x="1132" y="532"/>
                  <a:pt x="1132" y="532"/>
                </a:cubicBezTo>
                <a:cubicBezTo>
                  <a:pt x="1115" y="245"/>
                  <a:pt x="886" y="16"/>
                  <a:pt x="600" y="0"/>
                </a:cubicBezTo>
                <a:close/>
                <a:moveTo>
                  <a:pt x="666" y="75"/>
                </a:moveTo>
                <a:cubicBezTo>
                  <a:pt x="762" y="95"/>
                  <a:pt x="850" y="142"/>
                  <a:pt x="920" y="212"/>
                </a:cubicBezTo>
                <a:cubicBezTo>
                  <a:pt x="990" y="282"/>
                  <a:pt x="1037" y="370"/>
                  <a:pt x="1056" y="465"/>
                </a:cubicBezTo>
                <a:cubicBezTo>
                  <a:pt x="666" y="465"/>
                  <a:pt x="666" y="465"/>
                  <a:pt x="666" y="465"/>
                </a:cubicBezTo>
                <a:lnTo>
                  <a:pt x="666" y="75"/>
                </a:lnTo>
                <a:close/>
                <a:moveTo>
                  <a:pt x="533" y="0"/>
                </a:moveTo>
                <a:cubicBezTo>
                  <a:pt x="236" y="17"/>
                  <a:pt x="0" y="264"/>
                  <a:pt x="0" y="565"/>
                </a:cubicBezTo>
                <a:cubicBezTo>
                  <a:pt x="0" y="565"/>
                  <a:pt x="0" y="565"/>
                  <a:pt x="0" y="565"/>
                </a:cubicBezTo>
                <a:cubicBezTo>
                  <a:pt x="0" y="878"/>
                  <a:pt x="254" y="1132"/>
                  <a:pt x="566" y="1132"/>
                </a:cubicBezTo>
                <a:cubicBezTo>
                  <a:pt x="653" y="1132"/>
                  <a:pt x="736" y="1112"/>
                  <a:pt x="809" y="1077"/>
                </a:cubicBezTo>
                <a:cubicBezTo>
                  <a:pt x="533" y="598"/>
                  <a:pt x="533" y="598"/>
                  <a:pt x="533" y="598"/>
                </a:cubicBezTo>
                <a:lnTo>
                  <a:pt x="533" y="0"/>
                </a:lnTo>
                <a:close/>
                <a:moveTo>
                  <a:pt x="868" y="1045"/>
                </a:moveTo>
                <a:cubicBezTo>
                  <a:pt x="1018" y="950"/>
                  <a:pt x="1121" y="787"/>
                  <a:pt x="1132" y="598"/>
                </a:cubicBezTo>
                <a:cubicBezTo>
                  <a:pt x="611" y="598"/>
                  <a:pt x="611" y="598"/>
                  <a:pt x="611" y="598"/>
                </a:cubicBezTo>
                <a:lnTo>
                  <a:pt x="868" y="104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60" name="Freeform 21"/>
          <p:cNvSpPr>
            <a:spLocks noEditPoints="1"/>
          </p:cNvSpPr>
          <p:nvPr/>
        </p:nvSpPr>
        <p:spPr bwMode="auto">
          <a:xfrm>
            <a:off x="6314972" y="709817"/>
            <a:ext cx="762543" cy="757861"/>
          </a:xfrm>
          <a:custGeom>
            <a:avLst/>
            <a:gdLst>
              <a:gd name="T0" fmla="*/ 569 w 1138"/>
              <a:gd name="T1" fmla="*/ 0 h 1133"/>
              <a:gd name="T2" fmla="*/ 565 w 1138"/>
              <a:gd name="T3" fmla="*/ 1133 h 1133"/>
              <a:gd name="T4" fmla="*/ 1136 w 1138"/>
              <a:gd name="T5" fmla="*/ 570 h 1133"/>
              <a:gd name="T6" fmla="*/ 441 w 1138"/>
              <a:gd name="T7" fmla="*/ 827 h 1133"/>
              <a:gd name="T8" fmla="*/ 384 w 1138"/>
              <a:gd name="T9" fmla="*/ 896 h 1133"/>
              <a:gd name="T10" fmla="*/ 376 w 1138"/>
              <a:gd name="T11" fmla="*/ 958 h 1133"/>
              <a:gd name="T12" fmla="*/ 336 w 1138"/>
              <a:gd name="T13" fmla="*/ 1009 h 1133"/>
              <a:gd name="T14" fmla="*/ 174 w 1138"/>
              <a:gd name="T15" fmla="*/ 846 h 1133"/>
              <a:gd name="T16" fmla="*/ 124 w 1138"/>
              <a:gd name="T17" fmla="*/ 784 h 1133"/>
              <a:gd name="T18" fmla="*/ 115 w 1138"/>
              <a:gd name="T19" fmla="*/ 660 h 1133"/>
              <a:gd name="T20" fmla="*/ 177 w 1138"/>
              <a:gd name="T21" fmla="*/ 587 h 1133"/>
              <a:gd name="T22" fmla="*/ 232 w 1138"/>
              <a:gd name="T23" fmla="*/ 578 h 1133"/>
              <a:gd name="T24" fmla="*/ 363 w 1138"/>
              <a:gd name="T25" fmla="*/ 698 h 1133"/>
              <a:gd name="T26" fmla="*/ 430 w 1138"/>
              <a:gd name="T27" fmla="*/ 706 h 1133"/>
              <a:gd name="T28" fmla="*/ 441 w 1138"/>
              <a:gd name="T29" fmla="*/ 827 h 1133"/>
              <a:gd name="T30" fmla="*/ 503 w 1138"/>
              <a:gd name="T31" fmla="*/ 121 h 1133"/>
              <a:gd name="T32" fmla="*/ 430 w 1138"/>
              <a:gd name="T33" fmla="*/ 183 h 1133"/>
              <a:gd name="T34" fmla="*/ 313 w 1138"/>
              <a:gd name="T35" fmla="*/ 194 h 1133"/>
              <a:gd name="T36" fmla="*/ 325 w 1138"/>
              <a:gd name="T37" fmla="*/ 253 h 1133"/>
              <a:gd name="T38" fmla="*/ 441 w 1138"/>
              <a:gd name="T39" fmla="*/ 264 h 1133"/>
              <a:gd name="T40" fmla="*/ 430 w 1138"/>
              <a:gd name="T41" fmla="*/ 322 h 1133"/>
              <a:gd name="T42" fmla="*/ 363 w 1138"/>
              <a:gd name="T43" fmla="*/ 331 h 1133"/>
              <a:gd name="T44" fmla="*/ 313 w 1138"/>
              <a:gd name="T45" fmla="*/ 392 h 1133"/>
              <a:gd name="T46" fmla="*/ 305 w 1138"/>
              <a:gd name="T47" fmla="*/ 459 h 1133"/>
              <a:gd name="T48" fmla="*/ 243 w 1138"/>
              <a:gd name="T49" fmla="*/ 508 h 1133"/>
              <a:gd name="T50" fmla="*/ 177 w 1138"/>
              <a:gd name="T51" fmla="*/ 500 h 1133"/>
              <a:gd name="T52" fmla="*/ 115 w 1138"/>
              <a:gd name="T53" fmla="*/ 450 h 1133"/>
              <a:gd name="T54" fmla="*/ 511 w 1138"/>
              <a:gd name="T55" fmla="*/ 70 h 1133"/>
              <a:gd name="T56" fmla="*/ 1031 w 1138"/>
              <a:gd name="T57" fmla="*/ 517 h 1133"/>
              <a:gd name="T58" fmla="*/ 976 w 1138"/>
              <a:gd name="T59" fmla="*/ 508 h 1133"/>
              <a:gd name="T60" fmla="*/ 965 w 1138"/>
              <a:gd name="T61" fmla="*/ 567 h 1133"/>
              <a:gd name="T62" fmla="*/ 1015 w 1138"/>
              <a:gd name="T63" fmla="*/ 628 h 1133"/>
              <a:gd name="T64" fmla="*/ 1023 w 1138"/>
              <a:gd name="T65" fmla="*/ 695 h 1133"/>
              <a:gd name="T66" fmla="*/ 973 w 1138"/>
              <a:gd name="T67" fmla="*/ 756 h 1133"/>
              <a:gd name="T68" fmla="*/ 965 w 1138"/>
              <a:gd name="T69" fmla="*/ 872 h 1133"/>
              <a:gd name="T70" fmla="*/ 775 w 1138"/>
              <a:gd name="T71" fmla="*/ 982 h 1133"/>
              <a:gd name="T72" fmla="*/ 767 w 1138"/>
              <a:gd name="T73" fmla="*/ 788 h 1133"/>
              <a:gd name="T74" fmla="*/ 705 w 1138"/>
              <a:gd name="T75" fmla="*/ 714 h 1133"/>
              <a:gd name="T76" fmla="*/ 569 w 1138"/>
              <a:gd name="T77" fmla="*/ 706 h 1133"/>
              <a:gd name="T78" fmla="*/ 558 w 1138"/>
              <a:gd name="T79" fmla="*/ 590 h 1133"/>
              <a:gd name="T80" fmla="*/ 619 w 1138"/>
              <a:gd name="T81" fmla="*/ 517 h 1133"/>
              <a:gd name="T82" fmla="*/ 755 w 1138"/>
              <a:gd name="T83" fmla="*/ 508 h 1133"/>
              <a:gd name="T84" fmla="*/ 828 w 1138"/>
              <a:gd name="T85" fmla="*/ 447 h 1133"/>
              <a:gd name="T86" fmla="*/ 883 w 1138"/>
              <a:gd name="T87" fmla="*/ 439 h 1133"/>
              <a:gd name="T88" fmla="*/ 895 w 1138"/>
              <a:gd name="T89" fmla="*/ 392 h 1133"/>
              <a:gd name="T90" fmla="*/ 848 w 1138"/>
              <a:gd name="T91" fmla="*/ 381 h 1133"/>
              <a:gd name="T92" fmla="*/ 775 w 1138"/>
              <a:gd name="T93" fmla="*/ 442 h 1133"/>
              <a:gd name="T94" fmla="*/ 640 w 1138"/>
              <a:gd name="T95" fmla="*/ 450 h 1133"/>
              <a:gd name="T96" fmla="*/ 628 w 1138"/>
              <a:gd name="T97" fmla="*/ 392 h 1133"/>
              <a:gd name="T98" fmla="*/ 689 w 1138"/>
              <a:gd name="T99" fmla="*/ 319 h 1133"/>
              <a:gd name="T100" fmla="*/ 813 w 1138"/>
              <a:gd name="T101" fmla="*/ 311 h 1133"/>
              <a:gd name="T102" fmla="*/ 825 w 1138"/>
              <a:gd name="T103" fmla="*/ 264 h 1133"/>
              <a:gd name="T104" fmla="*/ 767 w 1138"/>
              <a:gd name="T105" fmla="*/ 253 h 1133"/>
              <a:gd name="T106" fmla="*/ 755 w 1138"/>
              <a:gd name="T107" fmla="*/ 194 h 1133"/>
              <a:gd name="T108" fmla="*/ 889 w 1138"/>
              <a:gd name="T109" fmla="*/ 183 h 1133"/>
              <a:gd name="T110" fmla="*/ 1031 w 1138"/>
              <a:gd name="T111" fmla="*/ 517 h 1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138" h="1133">
                <a:moveTo>
                  <a:pt x="573" y="0"/>
                </a:moveTo>
                <a:cubicBezTo>
                  <a:pt x="572" y="0"/>
                  <a:pt x="569" y="0"/>
                  <a:pt x="569" y="0"/>
                </a:cubicBezTo>
                <a:cubicBezTo>
                  <a:pt x="258" y="0"/>
                  <a:pt x="4" y="251"/>
                  <a:pt x="2" y="563"/>
                </a:cubicBezTo>
                <a:cubicBezTo>
                  <a:pt x="0" y="876"/>
                  <a:pt x="252" y="1131"/>
                  <a:pt x="565" y="1133"/>
                </a:cubicBezTo>
                <a:cubicBezTo>
                  <a:pt x="567" y="1133"/>
                  <a:pt x="568" y="1133"/>
                  <a:pt x="569" y="1133"/>
                </a:cubicBezTo>
                <a:cubicBezTo>
                  <a:pt x="880" y="1133"/>
                  <a:pt x="1133" y="882"/>
                  <a:pt x="1136" y="570"/>
                </a:cubicBezTo>
                <a:cubicBezTo>
                  <a:pt x="1138" y="257"/>
                  <a:pt x="886" y="2"/>
                  <a:pt x="573" y="0"/>
                </a:cubicBezTo>
                <a:close/>
                <a:moveTo>
                  <a:pt x="441" y="827"/>
                </a:moveTo>
                <a:cubicBezTo>
                  <a:pt x="441" y="834"/>
                  <a:pt x="437" y="843"/>
                  <a:pt x="433" y="847"/>
                </a:cubicBezTo>
                <a:cubicBezTo>
                  <a:pt x="384" y="896"/>
                  <a:pt x="384" y="896"/>
                  <a:pt x="384" y="896"/>
                </a:cubicBezTo>
                <a:cubicBezTo>
                  <a:pt x="380" y="900"/>
                  <a:pt x="376" y="909"/>
                  <a:pt x="376" y="916"/>
                </a:cubicBezTo>
                <a:cubicBezTo>
                  <a:pt x="376" y="958"/>
                  <a:pt x="376" y="958"/>
                  <a:pt x="376" y="958"/>
                </a:cubicBezTo>
                <a:cubicBezTo>
                  <a:pt x="376" y="964"/>
                  <a:pt x="372" y="973"/>
                  <a:pt x="368" y="977"/>
                </a:cubicBezTo>
                <a:cubicBezTo>
                  <a:pt x="336" y="1009"/>
                  <a:pt x="336" y="1009"/>
                  <a:pt x="336" y="1009"/>
                </a:cubicBezTo>
                <a:cubicBezTo>
                  <a:pt x="273" y="976"/>
                  <a:pt x="217" y="929"/>
                  <a:pt x="174" y="873"/>
                </a:cubicBezTo>
                <a:cubicBezTo>
                  <a:pt x="174" y="846"/>
                  <a:pt x="174" y="846"/>
                  <a:pt x="174" y="846"/>
                </a:cubicBezTo>
                <a:cubicBezTo>
                  <a:pt x="174" y="839"/>
                  <a:pt x="170" y="831"/>
                  <a:pt x="165" y="826"/>
                </a:cubicBezTo>
                <a:cubicBezTo>
                  <a:pt x="124" y="784"/>
                  <a:pt x="124" y="784"/>
                  <a:pt x="124" y="784"/>
                </a:cubicBezTo>
                <a:cubicBezTo>
                  <a:pt x="119" y="780"/>
                  <a:pt x="115" y="771"/>
                  <a:pt x="115" y="764"/>
                </a:cubicBezTo>
                <a:cubicBezTo>
                  <a:pt x="115" y="660"/>
                  <a:pt x="115" y="660"/>
                  <a:pt x="115" y="660"/>
                </a:cubicBezTo>
                <a:cubicBezTo>
                  <a:pt x="115" y="653"/>
                  <a:pt x="119" y="644"/>
                  <a:pt x="124" y="640"/>
                </a:cubicBezTo>
                <a:cubicBezTo>
                  <a:pt x="177" y="587"/>
                  <a:pt x="177" y="587"/>
                  <a:pt x="177" y="587"/>
                </a:cubicBezTo>
                <a:cubicBezTo>
                  <a:pt x="182" y="582"/>
                  <a:pt x="191" y="578"/>
                  <a:pt x="197" y="578"/>
                </a:cubicBezTo>
                <a:cubicBezTo>
                  <a:pt x="232" y="578"/>
                  <a:pt x="232" y="578"/>
                  <a:pt x="232" y="578"/>
                </a:cubicBezTo>
                <a:cubicBezTo>
                  <a:pt x="238" y="578"/>
                  <a:pt x="247" y="582"/>
                  <a:pt x="252" y="587"/>
                </a:cubicBezTo>
                <a:cubicBezTo>
                  <a:pt x="363" y="698"/>
                  <a:pt x="363" y="698"/>
                  <a:pt x="363" y="698"/>
                </a:cubicBezTo>
                <a:cubicBezTo>
                  <a:pt x="368" y="703"/>
                  <a:pt x="377" y="706"/>
                  <a:pt x="383" y="706"/>
                </a:cubicBezTo>
                <a:cubicBezTo>
                  <a:pt x="430" y="706"/>
                  <a:pt x="430" y="706"/>
                  <a:pt x="430" y="706"/>
                </a:cubicBezTo>
                <a:cubicBezTo>
                  <a:pt x="436" y="706"/>
                  <a:pt x="441" y="712"/>
                  <a:pt x="441" y="718"/>
                </a:cubicBezTo>
                <a:lnTo>
                  <a:pt x="441" y="827"/>
                </a:lnTo>
                <a:close/>
                <a:moveTo>
                  <a:pt x="511" y="101"/>
                </a:moveTo>
                <a:cubicBezTo>
                  <a:pt x="511" y="108"/>
                  <a:pt x="507" y="117"/>
                  <a:pt x="503" y="121"/>
                </a:cubicBezTo>
                <a:cubicBezTo>
                  <a:pt x="449" y="175"/>
                  <a:pt x="449" y="175"/>
                  <a:pt x="449" y="175"/>
                </a:cubicBezTo>
                <a:cubicBezTo>
                  <a:pt x="445" y="179"/>
                  <a:pt x="436" y="183"/>
                  <a:pt x="430" y="183"/>
                </a:cubicBezTo>
                <a:cubicBezTo>
                  <a:pt x="325" y="183"/>
                  <a:pt x="325" y="183"/>
                  <a:pt x="325" y="183"/>
                </a:cubicBezTo>
                <a:cubicBezTo>
                  <a:pt x="318" y="183"/>
                  <a:pt x="313" y="188"/>
                  <a:pt x="313" y="194"/>
                </a:cubicBezTo>
                <a:cubicBezTo>
                  <a:pt x="313" y="241"/>
                  <a:pt x="313" y="241"/>
                  <a:pt x="313" y="241"/>
                </a:cubicBezTo>
                <a:cubicBezTo>
                  <a:pt x="313" y="247"/>
                  <a:pt x="318" y="253"/>
                  <a:pt x="325" y="253"/>
                </a:cubicBezTo>
                <a:cubicBezTo>
                  <a:pt x="430" y="253"/>
                  <a:pt x="430" y="253"/>
                  <a:pt x="430" y="253"/>
                </a:cubicBezTo>
                <a:cubicBezTo>
                  <a:pt x="436" y="253"/>
                  <a:pt x="441" y="258"/>
                  <a:pt x="441" y="264"/>
                </a:cubicBezTo>
                <a:cubicBezTo>
                  <a:pt x="441" y="311"/>
                  <a:pt x="441" y="311"/>
                  <a:pt x="441" y="311"/>
                </a:cubicBezTo>
                <a:cubicBezTo>
                  <a:pt x="441" y="317"/>
                  <a:pt x="436" y="322"/>
                  <a:pt x="430" y="322"/>
                </a:cubicBezTo>
                <a:cubicBezTo>
                  <a:pt x="383" y="322"/>
                  <a:pt x="383" y="322"/>
                  <a:pt x="383" y="322"/>
                </a:cubicBezTo>
                <a:cubicBezTo>
                  <a:pt x="377" y="322"/>
                  <a:pt x="368" y="326"/>
                  <a:pt x="363" y="331"/>
                </a:cubicBezTo>
                <a:cubicBezTo>
                  <a:pt x="321" y="372"/>
                  <a:pt x="321" y="372"/>
                  <a:pt x="321" y="372"/>
                </a:cubicBezTo>
                <a:cubicBezTo>
                  <a:pt x="317" y="377"/>
                  <a:pt x="313" y="386"/>
                  <a:pt x="313" y="392"/>
                </a:cubicBezTo>
                <a:cubicBezTo>
                  <a:pt x="313" y="439"/>
                  <a:pt x="313" y="439"/>
                  <a:pt x="313" y="439"/>
                </a:cubicBezTo>
                <a:cubicBezTo>
                  <a:pt x="313" y="445"/>
                  <a:pt x="310" y="454"/>
                  <a:pt x="305" y="459"/>
                </a:cubicBezTo>
                <a:cubicBezTo>
                  <a:pt x="263" y="500"/>
                  <a:pt x="263" y="500"/>
                  <a:pt x="263" y="500"/>
                </a:cubicBezTo>
                <a:cubicBezTo>
                  <a:pt x="259" y="505"/>
                  <a:pt x="250" y="508"/>
                  <a:pt x="243" y="508"/>
                </a:cubicBezTo>
                <a:cubicBezTo>
                  <a:pt x="197" y="508"/>
                  <a:pt x="197" y="508"/>
                  <a:pt x="197" y="508"/>
                </a:cubicBezTo>
                <a:cubicBezTo>
                  <a:pt x="191" y="508"/>
                  <a:pt x="182" y="505"/>
                  <a:pt x="177" y="500"/>
                </a:cubicBezTo>
                <a:cubicBezTo>
                  <a:pt x="135" y="459"/>
                  <a:pt x="135" y="459"/>
                  <a:pt x="135" y="459"/>
                </a:cubicBezTo>
                <a:cubicBezTo>
                  <a:pt x="131" y="454"/>
                  <a:pt x="122" y="450"/>
                  <a:pt x="115" y="450"/>
                </a:cubicBezTo>
                <a:cubicBezTo>
                  <a:pt x="83" y="450"/>
                  <a:pt x="83" y="450"/>
                  <a:pt x="83" y="450"/>
                </a:cubicBezTo>
                <a:cubicBezTo>
                  <a:pt x="131" y="249"/>
                  <a:pt x="302" y="94"/>
                  <a:pt x="511" y="70"/>
                </a:cubicBezTo>
                <a:lnTo>
                  <a:pt x="511" y="101"/>
                </a:lnTo>
                <a:close/>
                <a:moveTo>
                  <a:pt x="1031" y="517"/>
                </a:moveTo>
                <a:cubicBezTo>
                  <a:pt x="1027" y="512"/>
                  <a:pt x="1018" y="508"/>
                  <a:pt x="1011" y="508"/>
                </a:cubicBezTo>
                <a:cubicBezTo>
                  <a:pt x="976" y="508"/>
                  <a:pt x="976" y="508"/>
                  <a:pt x="976" y="508"/>
                </a:cubicBezTo>
                <a:cubicBezTo>
                  <a:pt x="970" y="508"/>
                  <a:pt x="965" y="514"/>
                  <a:pt x="965" y="520"/>
                </a:cubicBezTo>
                <a:cubicBezTo>
                  <a:pt x="965" y="567"/>
                  <a:pt x="965" y="567"/>
                  <a:pt x="965" y="567"/>
                </a:cubicBezTo>
                <a:cubicBezTo>
                  <a:pt x="965" y="573"/>
                  <a:pt x="968" y="582"/>
                  <a:pt x="973" y="587"/>
                </a:cubicBezTo>
                <a:cubicBezTo>
                  <a:pt x="1015" y="628"/>
                  <a:pt x="1015" y="628"/>
                  <a:pt x="1015" y="628"/>
                </a:cubicBezTo>
                <a:cubicBezTo>
                  <a:pt x="1019" y="633"/>
                  <a:pt x="1023" y="642"/>
                  <a:pt x="1023" y="648"/>
                </a:cubicBezTo>
                <a:cubicBezTo>
                  <a:pt x="1023" y="695"/>
                  <a:pt x="1023" y="695"/>
                  <a:pt x="1023" y="695"/>
                </a:cubicBezTo>
                <a:cubicBezTo>
                  <a:pt x="1023" y="701"/>
                  <a:pt x="1019" y="710"/>
                  <a:pt x="1015" y="714"/>
                </a:cubicBezTo>
                <a:cubicBezTo>
                  <a:pt x="973" y="756"/>
                  <a:pt x="973" y="756"/>
                  <a:pt x="973" y="756"/>
                </a:cubicBezTo>
                <a:cubicBezTo>
                  <a:pt x="968" y="761"/>
                  <a:pt x="965" y="770"/>
                  <a:pt x="965" y="776"/>
                </a:cubicBezTo>
                <a:cubicBezTo>
                  <a:pt x="965" y="872"/>
                  <a:pt x="965" y="872"/>
                  <a:pt x="965" y="872"/>
                </a:cubicBezTo>
                <a:cubicBezTo>
                  <a:pt x="921" y="928"/>
                  <a:pt x="865" y="975"/>
                  <a:pt x="802" y="1009"/>
                </a:cubicBezTo>
                <a:cubicBezTo>
                  <a:pt x="775" y="982"/>
                  <a:pt x="775" y="982"/>
                  <a:pt x="775" y="982"/>
                </a:cubicBezTo>
                <a:cubicBezTo>
                  <a:pt x="771" y="978"/>
                  <a:pt x="767" y="969"/>
                  <a:pt x="767" y="962"/>
                </a:cubicBezTo>
                <a:cubicBezTo>
                  <a:pt x="767" y="788"/>
                  <a:pt x="767" y="788"/>
                  <a:pt x="767" y="788"/>
                </a:cubicBezTo>
                <a:cubicBezTo>
                  <a:pt x="767" y="781"/>
                  <a:pt x="763" y="772"/>
                  <a:pt x="759" y="768"/>
                </a:cubicBezTo>
                <a:cubicBezTo>
                  <a:pt x="705" y="714"/>
                  <a:pt x="705" y="714"/>
                  <a:pt x="705" y="714"/>
                </a:cubicBezTo>
                <a:cubicBezTo>
                  <a:pt x="701" y="710"/>
                  <a:pt x="692" y="706"/>
                  <a:pt x="685" y="706"/>
                </a:cubicBezTo>
                <a:cubicBezTo>
                  <a:pt x="569" y="706"/>
                  <a:pt x="569" y="706"/>
                  <a:pt x="569" y="706"/>
                </a:cubicBezTo>
                <a:cubicBezTo>
                  <a:pt x="563" y="706"/>
                  <a:pt x="558" y="701"/>
                  <a:pt x="558" y="695"/>
                </a:cubicBezTo>
                <a:cubicBezTo>
                  <a:pt x="558" y="590"/>
                  <a:pt x="558" y="590"/>
                  <a:pt x="558" y="590"/>
                </a:cubicBezTo>
                <a:cubicBezTo>
                  <a:pt x="558" y="584"/>
                  <a:pt x="561" y="575"/>
                  <a:pt x="566" y="570"/>
                </a:cubicBezTo>
                <a:cubicBezTo>
                  <a:pt x="619" y="517"/>
                  <a:pt x="619" y="517"/>
                  <a:pt x="619" y="517"/>
                </a:cubicBezTo>
                <a:cubicBezTo>
                  <a:pt x="624" y="512"/>
                  <a:pt x="633" y="508"/>
                  <a:pt x="639" y="508"/>
                </a:cubicBezTo>
                <a:cubicBezTo>
                  <a:pt x="755" y="508"/>
                  <a:pt x="755" y="508"/>
                  <a:pt x="755" y="508"/>
                </a:cubicBezTo>
                <a:cubicBezTo>
                  <a:pt x="762" y="508"/>
                  <a:pt x="771" y="505"/>
                  <a:pt x="775" y="500"/>
                </a:cubicBezTo>
                <a:cubicBezTo>
                  <a:pt x="828" y="447"/>
                  <a:pt x="828" y="447"/>
                  <a:pt x="828" y="447"/>
                </a:cubicBezTo>
                <a:cubicBezTo>
                  <a:pt x="833" y="442"/>
                  <a:pt x="842" y="439"/>
                  <a:pt x="848" y="439"/>
                </a:cubicBezTo>
                <a:cubicBezTo>
                  <a:pt x="883" y="439"/>
                  <a:pt x="883" y="439"/>
                  <a:pt x="883" y="439"/>
                </a:cubicBezTo>
                <a:cubicBezTo>
                  <a:pt x="890" y="439"/>
                  <a:pt x="895" y="433"/>
                  <a:pt x="895" y="427"/>
                </a:cubicBezTo>
                <a:cubicBezTo>
                  <a:pt x="895" y="392"/>
                  <a:pt x="895" y="392"/>
                  <a:pt x="895" y="392"/>
                </a:cubicBezTo>
                <a:cubicBezTo>
                  <a:pt x="895" y="386"/>
                  <a:pt x="890" y="381"/>
                  <a:pt x="883" y="381"/>
                </a:cubicBezTo>
                <a:cubicBezTo>
                  <a:pt x="848" y="381"/>
                  <a:pt x="848" y="381"/>
                  <a:pt x="848" y="381"/>
                </a:cubicBezTo>
                <a:cubicBezTo>
                  <a:pt x="842" y="381"/>
                  <a:pt x="833" y="384"/>
                  <a:pt x="828" y="389"/>
                </a:cubicBezTo>
                <a:cubicBezTo>
                  <a:pt x="775" y="442"/>
                  <a:pt x="775" y="442"/>
                  <a:pt x="775" y="442"/>
                </a:cubicBezTo>
                <a:cubicBezTo>
                  <a:pt x="771" y="447"/>
                  <a:pt x="762" y="450"/>
                  <a:pt x="755" y="450"/>
                </a:cubicBezTo>
                <a:cubicBezTo>
                  <a:pt x="640" y="450"/>
                  <a:pt x="640" y="450"/>
                  <a:pt x="640" y="450"/>
                </a:cubicBezTo>
                <a:cubicBezTo>
                  <a:pt x="633" y="450"/>
                  <a:pt x="628" y="445"/>
                  <a:pt x="628" y="439"/>
                </a:cubicBezTo>
                <a:cubicBezTo>
                  <a:pt x="628" y="392"/>
                  <a:pt x="628" y="392"/>
                  <a:pt x="628" y="392"/>
                </a:cubicBezTo>
                <a:cubicBezTo>
                  <a:pt x="628" y="386"/>
                  <a:pt x="632" y="377"/>
                  <a:pt x="636" y="372"/>
                </a:cubicBezTo>
                <a:cubicBezTo>
                  <a:pt x="689" y="319"/>
                  <a:pt x="689" y="319"/>
                  <a:pt x="689" y="319"/>
                </a:cubicBezTo>
                <a:cubicBezTo>
                  <a:pt x="693" y="314"/>
                  <a:pt x="702" y="311"/>
                  <a:pt x="709" y="311"/>
                </a:cubicBezTo>
                <a:cubicBezTo>
                  <a:pt x="813" y="311"/>
                  <a:pt x="813" y="311"/>
                  <a:pt x="813" y="311"/>
                </a:cubicBezTo>
                <a:cubicBezTo>
                  <a:pt x="820" y="311"/>
                  <a:pt x="825" y="305"/>
                  <a:pt x="825" y="299"/>
                </a:cubicBezTo>
                <a:cubicBezTo>
                  <a:pt x="825" y="264"/>
                  <a:pt x="825" y="264"/>
                  <a:pt x="825" y="264"/>
                </a:cubicBezTo>
                <a:cubicBezTo>
                  <a:pt x="825" y="258"/>
                  <a:pt x="820" y="253"/>
                  <a:pt x="813" y="253"/>
                </a:cubicBezTo>
                <a:cubicBezTo>
                  <a:pt x="767" y="253"/>
                  <a:pt x="767" y="253"/>
                  <a:pt x="767" y="253"/>
                </a:cubicBezTo>
                <a:cubicBezTo>
                  <a:pt x="760" y="253"/>
                  <a:pt x="755" y="247"/>
                  <a:pt x="755" y="241"/>
                </a:cubicBezTo>
                <a:cubicBezTo>
                  <a:pt x="755" y="194"/>
                  <a:pt x="755" y="194"/>
                  <a:pt x="755" y="194"/>
                </a:cubicBezTo>
                <a:cubicBezTo>
                  <a:pt x="755" y="188"/>
                  <a:pt x="760" y="183"/>
                  <a:pt x="767" y="183"/>
                </a:cubicBezTo>
                <a:cubicBezTo>
                  <a:pt x="889" y="183"/>
                  <a:pt x="889" y="183"/>
                  <a:pt x="889" y="183"/>
                </a:cubicBezTo>
                <a:cubicBezTo>
                  <a:pt x="996" y="272"/>
                  <a:pt x="1065" y="406"/>
                  <a:pt x="1069" y="555"/>
                </a:cubicBezTo>
                <a:lnTo>
                  <a:pt x="1031" y="5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61" name="Freeform 26"/>
          <p:cNvSpPr>
            <a:spLocks noEditPoints="1"/>
          </p:cNvSpPr>
          <p:nvPr/>
        </p:nvSpPr>
        <p:spPr bwMode="auto">
          <a:xfrm>
            <a:off x="7761282" y="709817"/>
            <a:ext cx="764319" cy="762300"/>
          </a:xfrm>
          <a:custGeom>
            <a:avLst/>
            <a:gdLst>
              <a:gd name="T0" fmla="*/ 0 w 1134"/>
              <a:gd name="T1" fmla="*/ 567 h 1133"/>
              <a:gd name="T2" fmla="*/ 1134 w 1134"/>
              <a:gd name="T3" fmla="*/ 567 h 1133"/>
              <a:gd name="T4" fmla="*/ 213 w 1134"/>
              <a:gd name="T5" fmla="*/ 213 h 1133"/>
              <a:gd name="T6" fmla="*/ 401 w 1134"/>
              <a:gd name="T7" fmla="*/ 95 h 1133"/>
              <a:gd name="T8" fmla="*/ 167 w 1134"/>
              <a:gd name="T9" fmla="*/ 267 h 1133"/>
              <a:gd name="T10" fmla="*/ 106 w 1134"/>
              <a:gd name="T11" fmla="*/ 372 h 1133"/>
              <a:gd name="T12" fmla="*/ 294 w 1134"/>
              <a:gd name="T13" fmla="*/ 333 h 1133"/>
              <a:gd name="T14" fmla="*/ 68 w 1134"/>
              <a:gd name="T15" fmla="*/ 533 h 1133"/>
              <a:gd name="T16" fmla="*/ 125 w 1134"/>
              <a:gd name="T17" fmla="*/ 800 h 1133"/>
              <a:gd name="T18" fmla="*/ 68 w 1134"/>
              <a:gd name="T19" fmla="*/ 600 h 1133"/>
              <a:gd name="T20" fmla="*/ 294 w 1134"/>
              <a:gd name="T21" fmla="*/ 800 h 1133"/>
              <a:gd name="T22" fmla="*/ 372 w 1134"/>
              <a:gd name="T23" fmla="*/ 1027 h 1133"/>
              <a:gd name="T24" fmla="*/ 167 w 1134"/>
              <a:gd name="T25" fmla="*/ 867 h 1133"/>
              <a:gd name="T26" fmla="*/ 401 w 1134"/>
              <a:gd name="T27" fmla="*/ 1038 h 1133"/>
              <a:gd name="T28" fmla="*/ 534 w 1134"/>
              <a:gd name="T29" fmla="*/ 1061 h 1133"/>
              <a:gd name="T30" fmla="*/ 414 w 1134"/>
              <a:gd name="T31" fmla="*/ 936 h 1133"/>
              <a:gd name="T32" fmla="*/ 534 w 1134"/>
              <a:gd name="T33" fmla="*/ 867 h 1133"/>
              <a:gd name="T34" fmla="*/ 534 w 1134"/>
              <a:gd name="T35" fmla="*/ 800 h 1133"/>
              <a:gd name="T36" fmla="*/ 356 w 1134"/>
              <a:gd name="T37" fmla="*/ 773 h 1133"/>
              <a:gd name="T38" fmla="*/ 534 w 1134"/>
              <a:gd name="T39" fmla="*/ 600 h 1133"/>
              <a:gd name="T40" fmla="*/ 534 w 1134"/>
              <a:gd name="T41" fmla="*/ 533 h 1133"/>
              <a:gd name="T42" fmla="*/ 356 w 1134"/>
              <a:gd name="T43" fmla="*/ 361 h 1133"/>
              <a:gd name="T44" fmla="*/ 534 w 1134"/>
              <a:gd name="T45" fmla="*/ 333 h 1133"/>
              <a:gd name="T46" fmla="*/ 534 w 1134"/>
              <a:gd name="T47" fmla="*/ 267 h 1133"/>
              <a:gd name="T48" fmla="*/ 414 w 1134"/>
              <a:gd name="T49" fmla="*/ 197 h 1133"/>
              <a:gd name="T50" fmla="*/ 534 w 1134"/>
              <a:gd name="T51" fmla="*/ 73 h 1133"/>
              <a:gd name="T52" fmla="*/ 1009 w 1134"/>
              <a:gd name="T53" fmla="*/ 333 h 1133"/>
              <a:gd name="T54" fmla="*/ 1066 w 1134"/>
              <a:gd name="T55" fmla="*/ 533 h 1133"/>
              <a:gd name="T56" fmla="*/ 840 w 1134"/>
              <a:gd name="T57" fmla="*/ 333 h 1133"/>
              <a:gd name="T58" fmla="*/ 762 w 1134"/>
              <a:gd name="T59" fmla="*/ 106 h 1133"/>
              <a:gd name="T60" fmla="*/ 967 w 1134"/>
              <a:gd name="T61" fmla="*/ 267 h 1133"/>
              <a:gd name="T62" fmla="*/ 733 w 1134"/>
              <a:gd name="T63" fmla="*/ 95 h 1133"/>
              <a:gd name="T64" fmla="*/ 600 w 1134"/>
              <a:gd name="T65" fmla="*/ 73 h 1133"/>
              <a:gd name="T66" fmla="*/ 720 w 1134"/>
              <a:gd name="T67" fmla="*/ 197 h 1133"/>
              <a:gd name="T68" fmla="*/ 600 w 1134"/>
              <a:gd name="T69" fmla="*/ 267 h 1133"/>
              <a:gd name="T70" fmla="*/ 600 w 1134"/>
              <a:gd name="T71" fmla="*/ 333 h 1133"/>
              <a:gd name="T72" fmla="*/ 778 w 1134"/>
              <a:gd name="T73" fmla="*/ 361 h 1133"/>
              <a:gd name="T74" fmla="*/ 600 w 1134"/>
              <a:gd name="T75" fmla="*/ 533 h 1133"/>
              <a:gd name="T76" fmla="*/ 600 w 1134"/>
              <a:gd name="T77" fmla="*/ 600 h 1133"/>
              <a:gd name="T78" fmla="*/ 778 w 1134"/>
              <a:gd name="T79" fmla="*/ 773 h 1133"/>
              <a:gd name="T80" fmla="*/ 600 w 1134"/>
              <a:gd name="T81" fmla="*/ 800 h 1133"/>
              <a:gd name="T82" fmla="*/ 642 w 1134"/>
              <a:gd name="T83" fmla="*/ 1037 h 1133"/>
              <a:gd name="T84" fmla="*/ 600 w 1134"/>
              <a:gd name="T85" fmla="*/ 867 h 1133"/>
              <a:gd name="T86" fmla="*/ 720 w 1134"/>
              <a:gd name="T87" fmla="*/ 936 h 1133"/>
              <a:gd name="T88" fmla="*/ 921 w 1134"/>
              <a:gd name="T89" fmla="*/ 920 h 1133"/>
              <a:gd name="T90" fmla="*/ 733 w 1134"/>
              <a:gd name="T91" fmla="*/ 1038 h 1133"/>
              <a:gd name="T92" fmla="*/ 967 w 1134"/>
              <a:gd name="T93" fmla="*/ 867 h 1133"/>
              <a:gd name="T94" fmla="*/ 1028 w 1134"/>
              <a:gd name="T95" fmla="*/ 761 h 1133"/>
              <a:gd name="T96" fmla="*/ 840 w 1134"/>
              <a:gd name="T97" fmla="*/ 800 h 1133"/>
              <a:gd name="T98" fmla="*/ 1066 w 1134"/>
              <a:gd name="T99" fmla="*/ 600 h 1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134" h="1133">
                <a:moveTo>
                  <a:pt x="567" y="0"/>
                </a:moveTo>
                <a:cubicBezTo>
                  <a:pt x="254" y="0"/>
                  <a:pt x="0" y="254"/>
                  <a:pt x="0" y="567"/>
                </a:cubicBezTo>
                <a:cubicBezTo>
                  <a:pt x="0" y="880"/>
                  <a:pt x="254" y="1133"/>
                  <a:pt x="567" y="1133"/>
                </a:cubicBezTo>
                <a:cubicBezTo>
                  <a:pt x="880" y="1133"/>
                  <a:pt x="1134" y="880"/>
                  <a:pt x="1134" y="567"/>
                </a:cubicBezTo>
                <a:cubicBezTo>
                  <a:pt x="1134" y="254"/>
                  <a:pt x="880" y="0"/>
                  <a:pt x="567" y="0"/>
                </a:cubicBezTo>
                <a:close/>
                <a:moveTo>
                  <a:pt x="213" y="213"/>
                </a:moveTo>
                <a:cubicBezTo>
                  <a:pt x="259" y="167"/>
                  <a:pt x="313" y="131"/>
                  <a:pt x="372" y="106"/>
                </a:cubicBezTo>
                <a:cubicBezTo>
                  <a:pt x="382" y="102"/>
                  <a:pt x="391" y="98"/>
                  <a:pt x="401" y="95"/>
                </a:cubicBezTo>
                <a:cubicBezTo>
                  <a:pt x="365" y="140"/>
                  <a:pt x="335" y="198"/>
                  <a:pt x="312" y="267"/>
                </a:cubicBezTo>
                <a:cubicBezTo>
                  <a:pt x="167" y="267"/>
                  <a:pt x="167" y="267"/>
                  <a:pt x="167" y="267"/>
                </a:cubicBezTo>
                <a:cubicBezTo>
                  <a:pt x="181" y="248"/>
                  <a:pt x="197" y="230"/>
                  <a:pt x="213" y="213"/>
                </a:cubicBezTo>
                <a:close/>
                <a:moveTo>
                  <a:pt x="106" y="372"/>
                </a:moveTo>
                <a:cubicBezTo>
                  <a:pt x="112" y="359"/>
                  <a:pt x="118" y="346"/>
                  <a:pt x="125" y="333"/>
                </a:cubicBezTo>
                <a:cubicBezTo>
                  <a:pt x="294" y="333"/>
                  <a:pt x="294" y="333"/>
                  <a:pt x="294" y="333"/>
                </a:cubicBezTo>
                <a:cubicBezTo>
                  <a:pt x="279" y="395"/>
                  <a:pt x="270" y="462"/>
                  <a:pt x="268" y="533"/>
                </a:cubicBezTo>
                <a:cubicBezTo>
                  <a:pt x="68" y="533"/>
                  <a:pt x="68" y="533"/>
                  <a:pt x="68" y="533"/>
                </a:cubicBezTo>
                <a:cubicBezTo>
                  <a:pt x="72" y="478"/>
                  <a:pt x="85" y="423"/>
                  <a:pt x="106" y="372"/>
                </a:cubicBezTo>
                <a:close/>
                <a:moveTo>
                  <a:pt x="125" y="800"/>
                </a:moveTo>
                <a:cubicBezTo>
                  <a:pt x="118" y="787"/>
                  <a:pt x="112" y="774"/>
                  <a:pt x="106" y="761"/>
                </a:cubicBezTo>
                <a:cubicBezTo>
                  <a:pt x="85" y="710"/>
                  <a:pt x="72" y="656"/>
                  <a:pt x="68" y="600"/>
                </a:cubicBezTo>
                <a:cubicBezTo>
                  <a:pt x="268" y="600"/>
                  <a:pt x="268" y="600"/>
                  <a:pt x="268" y="600"/>
                </a:cubicBezTo>
                <a:cubicBezTo>
                  <a:pt x="270" y="671"/>
                  <a:pt x="279" y="738"/>
                  <a:pt x="294" y="800"/>
                </a:cubicBezTo>
                <a:lnTo>
                  <a:pt x="125" y="800"/>
                </a:lnTo>
                <a:close/>
                <a:moveTo>
                  <a:pt x="372" y="1027"/>
                </a:moveTo>
                <a:cubicBezTo>
                  <a:pt x="313" y="1002"/>
                  <a:pt x="259" y="966"/>
                  <a:pt x="213" y="920"/>
                </a:cubicBezTo>
                <a:cubicBezTo>
                  <a:pt x="197" y="903"/>
                  <a:pt x="181" y="885"/>
                  <a:pt x="167" y="867"/>
                </a:cubicBezTo>
                <a:cubicBezTo>
                  <a:pt x="312" y="867"/>
                  <a:pt x="312" y="867"/>
                  <a:pt x="312" y="867"/>
                </a:cubicBezTo>
                <a:cubicBezTo>
                  <a:pt x="335" y="935"/>
                  <a:pt x="365" y="994"/>
                  <a:pt x="401" y="1038"/>
                </a:cubicBezTo>
                <a:cubicBezTo>
                  <a:pt x="391" y="1035"/>
                  <a:pt x="382" y="1031"/>
                  <a:pt x="372" y="1027"/>
                </a:cubicBezTo>
                <a:close/>
                <a:moveTo>
                  <a:pt x="534" y="1061"/>
                </a:moveTo>
                <a:cubicBezTo>
                  <a:pt x="520" y="1056"/>
                  <a:pt x="506" y="1048"/>
                  <a:pt x="492" y="1037"/>
                </a:cubicBezTo>
                <a:cubicBezTo>
                  <a:pt x="464" y="1014"/>
                  <a:pt x="437" y="979"/>
                  <a:pt x="414" y="936"/>
                </a:cubicBezTo>
                <a:cubicBezTo>
                  <a:pt x="402" y="915"/>
                  <a:pt x="392" y="891"/>
                  <a:pt x="383" y="867"/>
                </a:cubicBezTo>
                <a:cubicBezTo>
                  <a:pt x="534" y="867"/>
                  <a:pt x="534" y="867"/>
                  <a:pt x="534" y="867"/>
                </a:cubicBezTo>
                <a:lnTo>
                  <a:pt x="534" y="1061"/>
                </a:lnTo>
                <a:close/>
                <a:moveTo>
                  <a:pt x="534" y="800"/>
                </a:moveTo>
                <a:cubicBezTo>
                  <a:pt x="362" y="800"/>
                  <a:pt x="362" y="800"/>
                  <a:pt x="362" y="800"/>
                </a:cubicBezTo>
                <a:cubicBezTo>
                  <a:pt x="360" y="791"/>
                  <a:pt x="358" y="782"/>
                  <a:pt x="356" y="773"/>
                </a:cubicBezTo>
                <a:cubicBezTo>
                  <a:pt x="343" y="718"/>
                  <a:pt x="336" y="660"/>
                  <a:pt x="334" y="600"/>
                </a:cubicBezTo>
                <a:cubicBezTo>
                  <a:pt x="534" y="600"/>
                  <a:pt x="534" y="600"/>
                  <a:pt x="534" y="600"/>
                </a:cubicBezTo>
                <a:lnTo>
                  <a:pt x="534" y="800"/>
                </a:lnTo>
                <a:close/>
                <a:moveTo>
                  <a:pt x="534" y="533"/>
                </a:moveTo>
                <a:cubicBezTo>
                  <a:pt x="334" y="533"/>
                  <a:pt x="334" y="533"/>
                  <a:pt x="334" y="533"/>
                </a:cubicBezTo>
                <a:cubicBezTo>
                  <a:pt x="336" y="474"/>
                  <a:pt x="343" y="416"/>
                  <a:pt x="356" y="361"/>
                </a:cubicBezTo>
                <a:cubicBezTo>
                  <a:pt x="358" y="351"/>
                  <a:pt x="360" y="342"/>
                  <a:pt x="362" y="333"/>
                </a:cubicBezTo>
                <a:cubicBezTo>
                  <a:pt x="534" y="333"/>
                  <a:pt x="534" y="333"/>
                  <a:pt x="534" y="333"/>
                </a:cubicBezTo>
                <a:lnTo>
                  <a:pt x="534" y="533"/>
                </a:lnTo>
                <a:close/>
                <a:moveTo>
                  <a:pt x="534" y="267"/>
                </a:moveTo>
                <a:cubicBezTo>
                  <a:pt x="383" y="267"/>
                  <a:pt x="383" y="267"/>
                  <a:pt x="383" y="267"/>
                </a:cubicBezTo>
                <a:cubicBezTo>
                  <a:pt x="392" y="242"/>
                  <a:pt x="402" y="219"/>
                  <a:pt x="414" y="197"/>
                </a:cubicBezTo>
                <a:cubicBezTo>
                  <a:pt x="437" y="154"/>
                  <a:pt x="464" y="119"/>
                  <a:pt x="492" y="97"/>
                </a:cubicBezTo>
                <a:cubicBezTo>
                  <a:pt x="506" y="86"/>
                  <a:pt x="520" y="78"/>
                  <a:pt x="534" y="73"/>
                </a:cubicBezTo>
                <a:lnTo>
                  <a:pt x="534" y="267"/>
                </a:lnTo>
                <a:close/>
                <a:moveTo>
                  <a:pt x="1009" y="333"/>
                </a:moveTo>
                <a:cubicBezTo>
                  <a:pt x="1016" y="346"/>
                  <a:pt x="1022" y="359"/>
                  <a:pt x="1028" y="372"/>
                </a:cubicBezTo>
                <a:cubicBezTo>
                  <a:pt x="1049" y="423"/>
                  <a:pt x="1062" y="478"/>
                  <a:pt x="1066" y="533"/>
                </a:cubicBezTo>
                <a:cubicBezTo>
                  <a:pt x="866" y="533"/>
                  <a:pt x="866" y="533"/>
                  <a:pt x="866" y="533"/>
                </a:cubicBezTo>
                <a:cubicBezTo>
                  <a:pt x="864" y="462"/>
                  <a:pt x="855" y="395"/>
                  <a:pt x="840" y="333"/>
                </a:cubicBezTo>
                <a:lnTo>
                  <a:pt x="1009" y="333"/>
                </a:lnTo>
                <a:close/>
                <a:moveTo>
                  <a:pt x="762" y="106"/>
                </a:moveTo>
                <a:cubicBezTo>
                  <a:pt x="821" y="131"/>
                  <a:pt x="875" y="167"/>
                  <a:pt x="921" y="213"/>
                </a:cubicBezTo>
                <a:cubicBezTo>
                  <a:pt x="937" y="230"/>
                  <a:pt x="953" y="248"/>
                  <a:pt x="967" y="267"/>
                </a:cubicBezTo>
                <a:cubicBezTo>
                  <a:pt x="822" y="267"/>
                  <a:pt x="822" y="267"/>
                  <a:pt x="822" y="267"/>
                </a:cubicBezTo>
                <a:cubicBezTo>
                  <a:pt x="799" y="198"/>
                  <a:pt x="769" y="140"/>
                  <a:pt x="733" y="95"/>
                </a:cubicBezTo>
                <a:cubicBezTo>
                  <a:pt x="743" y="98"/>
                  <a:pt x="752" y="102"/>
                  <a:pt x="762" y="106"/>
                </a:cubicBezTo>
                <a:close/>
                <a:moveTo>
                  <a:pt x="600" y="73"/>
                </a:moveTo>
                <a:cubicBezTo>
                  <a:pt x="614" y="78"/>
                  <a:pt x="628" y="86"/>
                  <a:pt x="642" y="97"/>
                </a:cubicBezTo>
                <a:cubicBezTo>
                  <a:pt x="670" y="119"/>
                  <a:pt x="697" y="154"/>
                  <a:pt x="720" y="197"/>
                </a:cubicBezTo>
                <a:cubicBezTo>
                  <a:pt x="732" y="219"/>
                  <a:pt x="742" y="242"/>
                  <a:pt x="751" y="267"/>
                </a:cubicBezTo>
                <a:cubicBezTo>
                  <a:pt x="600" y="267"/>
                  <a:pt x="600" y="267"/>
                  <a:pt x="600" y="267"/>
                </a:cubicBezTo>
                <a:lnTo>
                  <a:pt x="600" y="73"/>
                </a:lnTo>
                <a:close/>
                <a:moveTo>
                  <a:pt x="600" y="333"/>
                </a:moveTo>
                <a:cubicBezTo>
                  <a:pt x="772" y="333"/>
                  <a:pt x="772" y="333"/>
                  <a:pt x="772" y="333"/>
                </a:cubicBezTo>
                <a:cubicBezTo>
                  <a:pt x="774" y="342"/>
                  <a:pt x="776" y="351"/>
                  <a:pt x="778" y="361"/>
                </a:cubicBezTo>
                <a:cubicBezTo>
                  <a:pt x="791" y="416"/>
                  <a:pt x="798" y="474"/>
                  <a:pt x="800" y="533"/>
                </a:cubicBezTo>
                <a:cubicBezTo>
                  <a:pt x="600" y="533"/>
                  <a:pt x="600" y="533"/>
                  <a:pt x="600" y="533"/>
                </a:cubicBezTo>
                <a:lnTo>
                  <a:pt x="600" y="333"/>
                </a:lnTo>
                <a:close/>
                <a:moveTo>
                  <a:pt x="600" y="600"/>
                </a:moveTo>
                <a:cubicBezTo>
                  <a:pt x="800" y="600"/>
                  <a:pt x="800" y="600"/>
                  <a:pt x="800" y="600"/>
                </a:cubicBezTo>
                <a:cubicBezTo>
                  <a:pt x="798" y="660"/>
                  <a:pt x="791" y="718"/>
                  <a:pt x="778" y="773"/>
                </a:cubicBezTo>
                <a:cubicBezTo>
                  <a:pt x="776" y="782"/>
                  <a:pt x="774" y="791"/>
                  <a:pt x="772" y="800"/>
                </a:cubicBezTo>
                <a:cubicBezTo>
                  <a:pt x="600" y="800"/>
                  <a:pt x="600" y="800"/>
                  <a:pt x="600" y="800"/>
                </a:cubicBezTo>
                <a:lnTo>
                  <a:pt x="600" y="600"/>
                </a:lnTo>
                <a:close/>
                <a:moveTo>
                  <a:pt x="642" y="1037"/>
                </a:moveTo>
                <a:cubicBezTo>
                  <a:pt x="628" y="1048"/>
                  <a:pt x="614" y="1056"/>
                  <a:pt x="600" y="1061"/>
                </a:cubicBezTo>
                <a:cubicBezTo>
                  <a:pt x="600" y="867"/>
                  <a:pt x="600" y="867"/>
                  <a:pt x="600" y="867"/>
                </a:cubicBezTo>
                <a:cubicBezTo>
                  <a:pt x="751" y="867"/>
                  <a:pt x="751" y="867"/>
                  <a:pt x="751" y="867"/>
                </a:cubicBezTo>
                <a:cubicBezTo>
                  <a:pt x="742" y="891"/>
                  <a:pt x="732" y="915"/>
                  <a:pt x="720" y="936"/>
                </a:cubicBezTo>
                <a:cubicBezTo>
                  <a:pt x="697" y="979"/>
                  <a:pt x="670" y="1014"/>
                  <a:pt x="642" y="1037"/>
                </a:cubicBezTo>
                <a:close/>
                <a:moveTo>
                  <a:pt x="921" y="920"/>
                </a:moveTo>
                <a:cubicBezTo>
                  <a:pt x="875" y="966"/>
                  <a:pt x="821" y="1002"/>
                  <a:pt x="762" y="1027"/>
                </a:cubicBezTo>
                <a:cubicBezTo>
                  <a:pt x="752" y="1031"/>
                  <a:pt x="743" y="1035"/>
                  <a:pt x="733" y="1038"/>
                </a:cubicBezTo>
                <a:cubicBezTo>
                  <a:pt x="769" y="994"/>
                  <a:pt x="799" y="935"/>
                  <a:pt x="822" y="867"/>
                </a:cubicBezTo>
                <a:cubicBezTo>
                  <a:pt x="967" y="867"/>
                  <a:pt x="967" y="867"/>
                  <a:pt x="967" y="867"/>
                </a:cubicBezTo>
                <a:cubicBezTo>
                  <a:pt x="953" y="885"/>
                  <a:pt x="937" y="903"/>
                  <a:pt x="921" y="920"/>
                </a:cubicBezTo>
                <a:close/>
                <a:moveTo>
                  <a:pt x="1028" y="761"/>
                </a:moveTo>
                <a:cubicBezTo>
                  <a:pt x="1022" y="774"/>
                  <a:pt x="1016" y="787"/>
                  <a:pt x="1009" y="800"/>
                </a:cubicBezTo>
                <a:cubicBezTo>
                  <a:pt x="840" y="800"/>
                  <a:pt x="840" y="800"/>
                  <a:pt x="840" y="800"/>
                </a:cubicBezTo>
                <a:cubicBezTo>
                  <a:pt x="855" y="738"/>
                  <a:pt x="864" y="671"/>
                  <a:pt x="866" y="600"/>
                </a:cubicBezTo>
                <a:cubicBezTo>
                  <a:pt x="1066" y="600"/>
                  <a:pt x="1066" y="600"/>
                  <a:pt x="1066" y="600"/>
                </a:cubicBezTo>
                <a:cubicBezTo>
                  <a:pt x="1062" y="656"/>
                  <a:pt x="1049" y="710"/>
                  <a:pt x="1028" y="76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74" name="Freeform 90"/>
          <p:cNvSpPr>
            <a:spLocks noEditPoints="1"/>
          </p:cNvSpPr>
          <p:nvPr/>
        </p:nvSpPr>
        <p:spPr bwMode="auto">
          <a:xfrm>
            <a:off x="637520" y="770951"/>
            <a:ext cx="679356" cy="679354"/>
          </a:xfrm>
          <a:custGeom>
            <a:avLst/>
            <a:gdLst>
              <a:gd name="T0" fmla="*/ 566 w 1132"/>
              <a:gd name="T1" fmla="*/ 0 h 1132"/>
              <a:gd name="T2" fmla="*/ 0 w 1132"/>
              <a:gd name="T3" fmla="*/ 566 h 1132"/>
              <a:gd name="T4" fmla="*/ 566 w 1132"/>
              <a:gd name="T5" fmla="*/ 1132 h 1132"/>
              <a:gd name="T6" fmla="*/ 1132 w 1132"/>
              <a:gd name="T7" fmla="*/ 566 h 1132"/>
              <a:gd name="T8" fmla="*/ 566 w 1132"/>
              <a:gd name="T9" fmla="*/ 0 h 1132"/>
              <a:gd name="T10" fmla="*/ 952 w 1132"/>
              <a:gd name="T11" fmla="*/ 887 h 1132"/>
              <a:gd name="T12" fmla="*/ 937 w 1132"/>
              <a:gd name="T13" fmla="*/ 790 h 1132"/>
              <a:gd name="T14" fmla="*/ 761 w 1132"/>
              <a:gd name="T15" fmla="*/ 835 h 1132"/>
              <a:gd name="T16" fmla="*/ 666 w 1132"/>
              <a:gd name="T17" fmla="*/ 987 h 1132"/>
              <a:gd name="T18" fmla="*/ 752 w 1132"/>
              <a:gd name="T19" fmla="*/ 1032 h 1132"/>
              <a:gd name="T20" fmla="*/ 567 w 1132"/>
              <a:gd name="T21" fmla="*/ 1068 h 1132"/>
              <a:gd name="T22" fmla="*/ 379 w 1132"/>
              <a:gd name="T23" fmla="*/ 1031 h 1132"/>
              <a:gd name="T24" fmla="*/ 466 w 1132"/>
              <a:gd name="T25" fmla="*/ 987 h 1132"/>
              <a:gd name="T26" fmla="*/ 369 w 1132"/>
              <a:gd name="T27" fmla="*/ 834 h 1132"/>
              <a:gd name="T28" fmla="*/ 195 w 1132"/>
              <a:gd name="T29" fmla="*/ 790 h 1132"/>
              <a:gd name="T30" fmla="*/ 180 w 1132"/>
              <a:gd name="T31" fmla="*/ 884 h 1132"/>
              <a:gd name="T32" fmla="*/ 67 w 1132"/>
              <a:gd name="T33" fmla="*/ 568 h 1132"/>
              <a:gd name="T34" fmla="*/ 68 w 1132"/>
              <a:gd name="T35" fmla="*/ 535 h 1132"/>
              <a:gd name="T36" fmla="*/ 134 w 1132"/>
              <a:gd name="T37" fmla="*/ 601 h 1132"/>
              <a:gd name="T38" fmla="*/ 249 w 1132"/>
              <a:gd name="T39" fmla="*/ 461 h 1132"/>
              <a:gd name="T40" fmla="*/ 237 w 1132"/>
              <a:gd name="T41" fmla="*/ 282 h 1132"/>
              <a:gd name="T42" fmla="*/ 147 w 1132"/>
              <a:gd name="T43" fmla="*/ 296 h 1132"/>
              <a:gd name="T44" fmla="*/ 440 w 1132"/>
              <a:gd name="T45" fmla="*/ 84 h 1132"/>
              <a:gd name="T46" fmla="*/ 398 w 1132"/>
              <a:gd name="T47" fmla="*/ 165 h 1132"/>
              <a:gd name="T48" fmla="*/ 567 w 1132"/>
              <a:gd name="T49" fmla="*/ 232 h 1132"/>
              <a:gd name="T50" fmla="*/ 733 w 1132"/>
              <a:gd name="T51" fmla="*/ 165 h 1132"/>
              <a:gd name="T52" fmla="*/ 693 w 1132"/>
              <a:gd name="T53" fmla="*/ 84 h 1132"/>
              <a:gd name="T54" fmla="*/ 987 w 1132"/>
              <a:gd name="T55" fmla="*/ 297 h 1132"/>
              <a:gd name="T56" fmla="*/ 895 w 1132"/>
              <a:gd name="T57" fmla="*/ 282 h 1132"/>
              <a:gd name="T58" fmla="*/ 883 w 1132"/>
              <a:gd name="T59" fmla="*/ 463 h 1132"/>
              <a:gd name="T60" fmla="*/ 998 w 1132"/>
              <a:gd name="T61" fmla="*/ 601 h 1132"/>
              <a:gd name="T62" fmla="*/ 1066 w 1132"/>
              <a:gd name="T63" fmla="*/ 534 h 1132"/>
              <a:gd name="T64" fmla="*/ 1067 w 1132"/>
              <a:gd name="T65" fmla="*/ 568 h 1132"/>
              <a:gd name="T66" fmla="*/ 952 w 1132"/>
              <a:gd name="T67" fmla="*/ 887 h 1132"/>
              <a:gd name="T68" fmla="*/ 400 w 1132"/>
              <a:gd name="T69" fmla="*/ 498 h 1132"/>
              <a:gd name="T70" fmla="*/ 467 w 1132"/>
              <a:gd name="T71" fmla="*/ 698 h 1132"/>
              <a:gd name="T72" fmla="*/ 667 w 1132"/>
              <a:gd name="T73" fmla="*/ 698 h 1132"/>
              <a:gd name="T74" fmla="*/ 733 w 1132"/>
              <a:gd name="T75" fmla="*/ 498 h 1132"/>
              <a:gd name="T76" fmla="*/ 567 w 1132"/>
              <a:gd name="T77" fmla="*/ 381 h 1132"/>
              <a:gd name="T78" fmla="*/ 400 w 1132"/>
              <a:gd name="T79" fmla="*/ 498 h 1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132" h="1132">
                <a:moveTo>
                  <a:pt x="566" y="0"/>
                </a:moveTo>
                <a:cubicBezTo>
                  <a:pt x="253" y="0"/>
                  <a:pt x="0" y="253"/>
                  <a:pt x="0" y="566"/>
                </a:cubicBezTo>
                <a:cubicBezTo>
                  <a:pt x="0" y="878"/>
                  <a:pt x="253" y="1132"/>
                  <a:pt x="566" y="1132"/>
                </a:cubicBezTo>
                <a:cubicBezTo>
                  <a:pt x="879" y="1132"/>
                  <a:pt x="1132" y="878"/>
                  <a:pt x="1132" y="566"/>
                </a:cubicBezTo>
                <a:cubicBezTo>
                  <a:pt x="1132" y="253"/>
                  <a:pt x="879" y="0"/>
                  <a:pt x="566" y="0"/>
                </a:cubicBezTo>
                <a:close/>
                <a:moveTo>
                  <a:pt x="952" y="887"/>
                </a:moveTo>
                <a:cubicBezTo>
                  <a:pt x="937" y="790"/>
                  <a:pt x="937" y="790"/>
                  <a:pt x="937" y="790"/>
                </a:cubicBezTo>
                <a:cubicBezTo>
                  <a:pt x="761" y="835"/>
                  <a:pt x="761" y="835"/>
                  <a:pt x="761" y="835"/>
                </a:cubicBezTo>
                <a:cubicBezTo>
                  <a:pt x="666" y="987"/>
                  <a:pt x="666" y="987"/>
                  <a:pt x="666" y="987"/>
                </a:cubicBezTo>
                <a:cubicBezTo>
                  <a:pt x="752" y="1032"/>
                  <a:pt x="752" y="1032"/>
                  <a:pt x="752" y="1032"/>
                </a:cubicBezTo>
                <a:cubicBezTo>
                  <a:pt x="695" y="1055"/>
                  <a:pt x="632" y="1068"/>
                  <a:pt x="567" y="1068"/>
                </a:cubicBezTo>
                <a:cubicBezTo>
                  <a:pt x="500" y="1068"/>
                  <a:pt x="437" y="1055"/>
                  <a:pt x="379" y="1031"/>
                </a:cubicBezTo>
                <a:cubicBezTo>
                  <a:pt x="466" y="987"/>
                  <a:pt x="466" y="987"/>
                  <a:pt x="466" y="987"/>
                </a:cubicBezTo>
                <a:cubicBezTo>
                  <a:pt x="369" y="834"/>
                  <a:pt x="369" y="834"/>
                  <a:pt x="369" y="834"/>
                </a:cubicBezTo>
                <a:cubicBezTo>
                  <a:pt x="195" y="790"/>
                  <a:pt x="195" y="790"/>
                  <a:pt x="195" y="790"/>
                </a:cubicBezTo>
                <a:cubicBezTo>
                  <a:pt x="180" y="884"/>
                  <a:pt x="180" y="884"/>
                  <a:pt x="180" y="884"/>
                </a:cubicBezTo>
                <a:cubicBezTo>
                  <a:pt x="109" y="798"/>
                  <a:pt x="67" y="688"/>
                  <a:pt x="67" y="568"/>
                </a:cubicBezTo>
                <a:cubicBezTo>
                  <a:pt x="67" y="557"/>
                  <a:pt x="67" y="545"/>
                  <a:pt x="68" y="535"/>
                </a:cubicBezTo>
                <a:cubicBezTo>
                  <a:pt x="134" y="601"/>
                  <a:pt x="134" y="601"/>
                  <a:pt x="134" y="601"/>
                </a:cubicBezTo>
                <a:cubicBezTo>
                  <a:pt x="249" y="461"/>
                  <a:pt x="249" y="461"/>
                  <a:pt x="249" y="461"/>
                </a:cubicBezTo>
                <a:cubicBezTo>
                  <a:pt x="237" y="282"/>
                  <a:pt x="237" y="282"/>
                  <a:pt x="237" y="282"/>
                </a:cubicBezTo>
                <a:cubicBezTo>
                  <a:pt x="147" y="296"/>
                  <a:pt x="147" y="296"/>
                  <a:pt x="147" y="296"/>
                </a:cubicBezTo>
                <a:cubicBezTo>
                  <a:pt x="214" y="193"/>
                  <a:pt x="318" y="116"/>
                  <a:pt x="440" y="84"/>
                </a:cubicBezTo>
                <a:cubicBezTo>
                  <a:pt x="398" y="165"/>
                  <a:pt x="398" y="165"/>
                  <a:pt x="398" y="165"/>
                </a:cubicBezTo>
                <a:cubicBezTo>
                  <a:pt x="567" y="232"/>
                  <a:pt x="567" y="232"/>
                  <a:pt x="567" y="232"/>
                </a:cubicBezTo>
                <a:cubicBezTo>
                  <a:pt x="733" y="165"/>
                  <a:pt x="733" y="165"/>
                  <a:pt x="733" y="165"/>
                </a:cubicBezTo>
                <a:cubicBezTo>
                  <a:pt x="693" y="84"/>
                  <a:pt x="693" y="84"/>
                  <a:pt x="693" y="84"/>
                </a:cubicBezTo>
                <a:cubicBezTo>
                  <a:pt x="816" y="116"/>
                  <a:pt x="920" y="193"/>
                  <a:pt x="987" y="297"/>
                </a:cubicBezTo>
                <a:cubicBezTo>
                  <a:pt x="895" y="282"/>
                  <a:pt x="895" y="282"/>
                  <a:pt x="895" y="282"/>
                </a:cubicBezTo>
                <a:cubicBezTo>
                  <a:pt x="883" y="463"/>
                  <a:pt x="883" y="463"/>
                  <a:pt x="883" y="463"/>
                </a:cubicBezTo>
                <a:cubicBezTo>
                  <a:pt x="998" y="601"/>
                  <a:pt x="998" y="601"/>
                  <a:pt x="998" y="601"/>
                </a:cubicBezTo>
                <a:cubicBezTo>
                  <a:pt x="1066" y="534"/>
                  <a:pt x="1066" y="534"/>
                  <a:pt x="1066" y="534"/>
                </a:cubicBezTo>
                <a:cubicBezTo>
                  <a:pt x="1066" y="545"/>
                  <a:pt x="1067" y="556"/>
                  <a:pt x="1067" y="568"/>
                </a:cubicBezTo>
                <a:cubicBezTo>
                  <a:pt x="1067" y="689"/>
                  <a:pt x="1023" y="800"/>
                  <a:pt x="952" y="887"/>
                </a:cubicBezTo>
                <a:close/>
                <a:moveTo>
                  <a:pt x="400" y="498"/>
                </a:moveTo>
                <a:cubicBezTo>
                  <a:pt x="467" y="698"/>
                  <a:pt x="467" y="698"/>
                  <a:pt x="467" y="698"/>
                </a:cubicBezTo>
                <a:cubicBezTo>
                  <a:pt x="667" y="698"/>
                  <a:pt x="667" y="698"/>
                  <a:pt x="667" y="698"/>
                </a:cubicBezTo>
                <a:cubicBezTo>
                  <a:pt x="733" y="498"/>
                  <a:pt x="733" y="498"/>
                  <a:pt x="733" y="498"/>
                </a:cubicBezTo>
                <a:cubicBezTo>
                  <a:pt x="567" y="381"/>
                  <a:pt x="567" y="381"/>
                  <a:pt x="567" y="381"/>
                </a:cubicBezTo>
                <a:lnTo>
                  <a:pt x="400" y="4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75" name="Freeform 95"/>
          <p:cNvSpPr>
            <a:spLocks noEditPoints="1"/>
          </p:cNvSpPr>
          <p:nvPr/>
        </p:nvSpPr>
        <p:spPr bwMode="auto">
          <a:xfrm>
            <a:off x="2033670" y="778023"/>
            <a:ext cx="764364" cy="694094"/>
          </a:xfrm>
          <a:custGeom>
            <a:avLst/>
            <a:gdLst>
              <a:gd name="T0" fmla="*/ 833 w 1066"/>
              <a:gd name="T1" fmla="*/ 200 h 967"/>
              <a:gd name="T2" fmla="*/ 566 w 1066"/>
              <a:gd name="T3" fmla="*/ 200 h 967"/>
              <a:gd name="T4" fmla="*/ 566 w 1066"/>
              <a:gd name="T5" fmla="*/ 267 h 967"/>
              <a:gd name="T6" fmla="*/ 833 w 1066"/>
              <a:gd name="T7" fmla="*/ 267 h 967"/>
              <a:gd name="T8" fmla="*/ 833 w 1066"/>
              <a:gd name="T9" fmla="*/ 200 h 967"/>
              <a:gd name="T10" fmla="*/ 900 w 1066"/>
              <a:gd name="T11" fmla="*/ 300 h 967"/>
              <a:gd name="T12" fmla="*/ 566 w 1066"/>
              <a:gd name="T13" fmla="*/ 300 h 967"/>
              <a:gd name="T14" fmla="*/ 566 w 1066"/>
              <a:gd name="T15" fmla="*/ 367 h 967"/>
              <a:gd name="T16" fmla="*/ 900 w 1066"/>
              <a:gd name="T17" fmla="*/ 367 h 967"/>
              <a:gd name="T18" fmla="*/ 900 w 1066"/>
              <a:gd name="T19" fmla="*/ 300 h 967"/>
              <a:gd name="T20" fmla="*/ 800 w 1066"/>
              <a:gd name="T21" fmla="*/ 900 h 967"/>
              <a:gd name="T22" fmla="*/ 633 w 1066"/>
              <a:gd name="T23" fmla="*/ 900 h 967"/>
              <a:gd name="T24" fmla="*/ 633 w 1066"/>
              <a:gd name="T25" fmla="*/ 800 h 967"/>
              <a:gd name="T26" fmla="*/ 433 w 1066"/>
              <a:gd name="T27" fmla="*/ 800 h 967"/>
              <a:gd name="T28" fmla="*/ 433 w 1066"/>
              <a:gd name="T29" fmla="*/ 900 h 967"/>
              <a:gd name="T30" fmla="*/ 266 w 1066"/>
              <a:gd name="T31" fmla="*/ 900 h 967"/>
              <a:gd name="T32" fmla="*/ 233 w 1066"/>
              <a:gd name="T33" fmla="*/ 934 h 967"/>
              <a:gd name="T34" fmla="*/ 233 w 1066"/>
              <a:gd name="T35" fmla="*/ 967 h 967"/>
              <a:gd name="T36" fmla="*/ 266 w 1066"/>
              <a:gd name="T37" fmla="*/ 967 h 967"/>
              <a:gd name="T38" fmla="*/ 433 w 1066"/>
              <a:gd name="T39" fmla="*/ 967 h 967"/>
              <a:gd name="T40" fmla="*/ 633 w 1066"/>
              <a:gd name="T41" fmla="*/ 967 h 967"/>
              <a:gd name="T42" fmla="*/ 800 w 1066"/>
              <a:gd name="T43" fmla="*/ 967 h 967"/>
              <a:gd name="T44" fmla="*/ 833 w 1066"/>
              <a:gd name="T45" fmla="*/ 967 h 967"/>
              <a:gd name="T46" fmla="*/ 833 w 1066"/>
              <a:gd name="T47" fmla="*/ 934 h 967"/>
              <a:gd name="T48" fmla="*/ 800 w 1066"/>
              <a:gd name="T49" fmla="*/ 900 h 967"/>
              <a:gd name="T50" fmla="*/ 1000 w 1066"/>
              <a:gd name="T51" fmla="*/ 0 h 967"/>
              <a:gd name="T52" fmla="*/ 66 w 1066"/>
              <a:gd name="T53" fmla="*/ 0 h 967"/>
              <a:gd name="T54" fmla="*/ 0 w 1066"/>
              <a:gd name="T55" fmla="*/ 67 h 967"/>
              <a:gd name="T56" fmla="*/ 0 w 1066"/>
              <a:gd name="T57" fmla="*/ 700 h 967"/>
              <a:gd name="T58" fmla="*/ 66 w 1066"/>
              <a:gd name="T59" fmla="*/ 767 h 967"/>
              <a:gd name="T60" fmla="*/ 1000 w 1066"/>
              <a:gd name="T61" fmla="*/ 767 h 967"/>
              <a:gd name="T62" fmla="*/ 1066 w 1066"/>
              <a:gd name="T63" fmla="*/ 700 h 967"/>
              <a:gd name="T64" fmla="*/ 1066 w 1066"/>
              <a:gd name="T65" fmla="*/ 67 h 967"/>
              <a:gd name="T66" fmla="*/ 1000 w 1066"/>
              <a:gd name="T67" fmla="*/ 0 h 967"/>
              <a:gd name="T68" fmla="*/ 532 w 1066"/>
              <a:gd name="T69" fmla="*/ 732 h 967"/>
              <a:gd name="T70" fmla="*/ 498 w 1066"/>
              <a:gd name="T71" fmla="*/ 699 h 967"/>
              <a:gd name="T72" fmla="*/ 532 w 1066"/>
              <a:gd name="T73" fmla="*/ 666 h 967"/>
              <a:gd name="T74" fmla="*/ 565 w 1066"/>
              <a:gd name="T75" fmla="*/ 699 h 967"/>
              <a:gd name="T76" fmla="*/ 532 w 1066"/>
              <a:gd name="T77" fmla="*/ 732 h 967"/>
              <a:gd name="T78" fmla="*/ 1000 w 1066"/>
              <a:gd name="T79" fmla="*/ 634 h 967"/>
              <a:gd name="T80" fmla="*/ 66 w 1066"/>
              <a:gd name="T81" fmla="*/ 634 h 967"/>
              <a:gd name="T82" fmla="*/ 66 w 1066"/>
              <a:gd name="T83" fmla="*/ 68 h 967"/>
              <a:gd name="T84" fmla="*/ 1000 w 1066"/>
              <a:gd name="T85" fmla="*/ 68 h 967"/>
              <a:gd name="T86" fmla="*/ 1000 w 1066"/>
              <a:gd name="T87" fmla="*/ 634 h 967"/>
              <a:gd name="T88" fmla="*/ 833 w 1066"/>
              <a:gd name="T89" fmla="*/ 400 h 967"/>
              <a:gd name="T90" fmla="*/ 566 w 1066"/>
              <a:gd name="T91" fmla="*/ 400 h 967"/>
              <a:gd name="T92" fmla="*/ 566 w 1066"/>
              <a:gd name="T93" fmla="*/ 467 h 967"/>
              <a:gd name="T94" fmla="*/ 833 w 1066"/>
              <a:gd name="T95" fmla="*/ 467 h 967"/>
              <a:gd name="T96" fmla="*/ 833 w 1066"/>
              <a:gd name="T97" fmla="*/ 400 h 967"/>
              <a:gd name="T98" fmla="*/ 333 w 1066"/>
              <a:gd name="T99" fmla="*/ 500 h 967"/>
              <a:gd name="T100" fmla="*/ 500 w 1066"/>
              <a:gd name="T101" fmla="*/ 334 h 967"/>
              <a:gd name="T102" fmla="*/ 333 w 1066"/>
              <a:gd name="T103" fmla="*/ 167 h 967"/>
              <a:gd name="T104" fmla="*/ 166 w 1066"/>
              <a:gd name="T105" fmla="*/ 334 h 967"/>
              <a:gd name="T106" fmla="*/ 333 w 1066"/>
              <a:gd name="T107" fmla="*/ 500 h 967"/>
              <a:gd name="T108" fmla="*/ 333 w 1066"/>
              <a:gd name="T109" fmla="*/ 200 h 967"/>
              <a:gd name="T110" fmla="*/ 448 w 1066"/>
              <a:gd name="T111" fmla="*/ 267 h 967"/>
              <a:gd name="T112" fmla="*/ 333 w 1066"/>
              <a:gd name="T113" fmla="*/ 334 h 967"/>
              <a:gd name="T114" fmla="*/ 333 w 1066"/>
              <a:gd name="T115" fmla="*/ 200 h 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066" h="967">
                <a:moveTo>
                  <a:pt x="833" y="200"/>
                </a:moveTo>
                <a:cubicBezTo>
                  <a:pt x="566" y="200"/>
                  <a:pt x="566" y="200"/>
                  <a:pt x="566" y="200"/>
                </a:cubicBezTo>
                <a:cubicBezTo>
                  <a:pt x="566" y="267"/>
                  <a:pt x="566" y="267"/>
                  <a:pt x="566" y="267"/>
                </a:cubicBezTo>
                <a:cubicBezTo>
                  <a:pt x="833" y="267"/>
                  <a:pt x="833" y="267"/>
                  <a:pt x="833" y="267"/>
                </a:cubicBezTo>
                <a:lnTo>
                  <a:pt x="833" y="200"/>
                </a:lnTo>
                <a:close/>
                <a:moveTo>
                  <a:pt x="900" y="300"/>
                </a:moveTo>
                <a:cubicBezTo>
                  <a:pt x="566" y="300"/>
                  <a:pt x="566" y="300"/>
                  <a:pt x="566" y="300"/>
                </a:cubicBezTo>
                <a:cubicBezTo>
                  <a:pt x="566" y="367"/>
                  <a:pt x="566" y="367"/>
                  <a:pt x="566" y="367"/>
                </a:cubicBezTo>
                <a:cubicBezTo>
                  <a:pt x="900" y="367"/>
                  <a:pt x="900" y="367"/>
                  <a:pt x="900" y="367"/>
                </a:cubicBezTo>
                <a:lnTo>
                  <a:pt x="900" y="300"/>
                </a:lnTo>
                <a:close/>
                <a:moveTo>
                  <a:pt x="800" y="900"/>
                </a:moveTo>
                <a:cubicBezTo>
                  <a:pt x="633" y="900"/>
                  <a:pt x="633" y="900"/>
                  <a:pt x="633" y="900"/>
                </a:cubicBezTo>
                <a:cubicBezTo>
                  <a:pt x="633" y="800"/>
                  <a:pt x="633" y="800"/>
                  <a:pt x="633" y="800"/>
                </a:cubicBezTo>
                <a:cubicBezTo>
                  <a:pt x="433" y="800"/>
                  <a:pt x="433" y="800"/>
                  <a:pt x="433" y="800"/>
                </a:cubicBezTo>
                <a:cubicBezTo>
                  <a:pt x="433" y="900"/>
                  <a:pt x="433" y="900"/>
                  <a:pt x="433" y="900"/>
                </a:cubicBezTo>
                <a:cubicBezTo>
                  <a:pt x="266" y="900"/>
                  <a:pt x="266" y="900"/>
                  <a:pt x="266" y="900"/>
                </a:cubicBezTo>
                <a:cubicBezTo>
                  <a:pt x="248" y="900"/>
                  <a:pt x="233" y="915"/>
                  <a:pt x="233" y="934"/>
                </a:cubicBezTo>
                <a:cubicBezTo>
                  <a:pt x="233" y="967"/>
                  <a:pt x="233" y="967"/>
                  <a:pt x="233" y="967"/>
                </a:cubicBezTo>
                <a:cubicBezTo>
                  <a:pt x="266" y="967"/>
                  <a:pt x="266" y="967"/>
                  <a:pt x="266" y="967"/>
                </a:cubicBezTo>
                <a:cubicBezTo>
                  <a:pt x="433" y="967"/>
                  <a:pt x="433" y="967"/>
                  <a:pt x="433" y="967"/>
                </a:cubicBezTo>
                <a:cubicBezTo>
                  <a:pt x="633" y="967"/>
                  <a:pt x="633" y="967"/>
                  <a:pt x="633" y="967"/>
                </a:cubicBezTo>
                <a:cubicBezTo>
                  <a:pt x="800" y="967"/>
                  <a:pt x="800" y="967"/>
                  <a:pt x="800" y="967"/>
                </a:cubicBezTo>
                <a:cubicBezTo>
                  <a:pt x="833" y="967"/>
                  <a:pt x="833" y="967"/>
                  <a:pt x="833" y="967"/>
                </a:cubicBezTo>
                <a:cubicBezTo>
                  <a:pt x="833" y="934"/>
                  <a:pt x="833" y="934"/>
                  <a:pt x="833" y="934"/>
                </a:cubicBezTo>
                <a:cubicBezTo>
                  <a:pt x="833" y="915"/>
                  <a:pt x="818" y="900"/>
                  <a:pt x="800" y="900"/>
                </a:cubicBezTo>
                <a:close/>
                <a:moveTo>
                  <a:pt x="1000" y="0"/>
                </a:moveTo>
                <a:cubicBezTo>
                  <a:pt x="66" y="0"/>
                  <a:pt x="66" y="0"/>
                  <a:pt x="66" y="0"/>
                </a:cubicBezTo>
                <a:cubicBezTo>
                  <a:pt x="30" y="0"/>
                  <a:pt x="0" y="30"/>
                  <a:pt x="0" y="67"/>
                </a:cubicBezTo>
                <a:cubicBezTo>
                  <a:pt x="0" y="700"/>
                  <a:pt x="0" y="700"/>
                  <a:pt x="0" y="700"/>
                </a:cubicBezTo>
                <a:cubicBezTo>
                  <a:pt x="0" y="737"/>
                  <a:pt x="30" y="767"/>
                  <a:pt x="66" y="767"/>
                </a:cubicBezTo>
                <a:cubicBezTo>
                  <a:pt x="1000" y="767"/>
                  <a:pt x="1000" y="767"/>
                  <a:pt x="1000" y="767"/>
                </a:cubicBezTo>
                <a:cubicBezTo>
                  <a:pt x="1036" y="767"/>
                  <a:pt x="1066" y="737"/>
                  <a:pt x="1066" y="700"/>
                </a:cubicBezTo>
                <a:cubicBezTo>
                  <a:pt x="1066" y="67"/>
                  <a:pt x="1066" y="67"/>
                  <a:pt x="1066" y="67"/>
                </a:cubicBezTo>
                <a:cubicBezTo>
                  <a:pt x="1066" y="30"/>
                  <a:pt x="1036" y="0"/>
                  <a:pt x="1000" y="0"/>
                </a:cubicBezTo>
                <a:close/>
                <a:moveTo>
                  <a:pt x="532" y="732"/>
                </a:moveTo>
                <a:cubicBezTo>
                  <a:pt x="513" y="732"/>
                  <a:pt x="498" y="717"/>
                  <a:pt x="498" y="699"/>
                </a:cubicBezTo>
                <a:cubicBezTo>
                  <a:pt x="498" y="681"/>
                  <a:pt x="513" y="666"/>
                  <a:pt x="532" y="666"/>
                </a:cubicBezTo>
                <a:cubicBezTo>
                  <a:pt x="550" y="666"/>
                  <a:pt x="565" y="681"/>
                  <a:pt x="565" y="699"/>
                </a:cubicBezTo>
                <a:cubicBezTo>
                  <a:pt x="565" y="717"/>
                  <a:pt x="550" y="732"/>
                  <a:pt x="532" y="732"/>
                </a:cubicBezTo>
                <a:close/>
                <a:moveTo>
                  <a:pt x="1000" y="634"/>
                </a:moveTo>
                <a:cubicBezTo>
                  <a:pt x="66" y="634"/>
                  <a:pt x="66" y="634"/>
                  <a:pt x="66" y="634"/>
                </a:cubicBezTo>
                <a:cubicBezTo>
                  <a:pt x="66" y="68"/>
                  <a:pt x="66" y="68"/>
                  <a:pt x="66" y="68"/>
                </a:cubicBezTo>
                <a:cubicBezTo>
                  <a:pt x="1000" y="68"/>
                  <a:pt x="1000" y="68"/>
                  <a:pt x="1000" y="68"/>
                </a:cubicBezTo>
                <a:lnTo>
                  <a:pt x="1000" y="634"/>
                </a:lnTo>
                <a:close/>
                <a:moveTo>
                  <a:pt x="833" y="400"/>
                </a:moveTo>
                <a:cubicBezTo>
                  <a:pt x="566" y="400"/>
                  <a:pt x="566" y="400"/>
                  <a:pt x="566" y="400"/>
                </a:cubicBezTo>
                <a:cubicBezTo>
                  <a:pt x="566" y="467"/>
                  <a:pt x="566" y="467"/>
                  <a:pt x="566" y="467"/>
                </a:cubicBezTo>
                <a:cubicBezTo>
                  <a:pt x="833" y="467"/>
                  <a:pt x="833" y="467"/>
                  <a:pt x="833" y="467"/>
                </a:cubicBezTo>
                <a:lnTo>
                  <a:pt x="833" y="400"/>
                </a:lnTo>
                <a:close/>
                <a:moveTo>
                  <a:pt x="333" y="500"/>
                </a:moveTo>
                <a:cubicBezTo>
                  <a:pt x="425" y="500"/>
                  <a:pt x="500" y="426"/>
                  <a:pt x="500" y="334"/>
                </a:cubicBezTo>
                <a:cubicBezTo>
                  <a:pt x="500" y="242"/>
                  <a:pt x="425" y="167"/>
                  <a:pt x="333" y="167"/>
                </a:cubicBezTo>
                <a:cubicBezTo>
                  <a:pt x="241" y="167"/>
                  <a:pt x="166" y="242"/>
                  <a:pt x="166" y="334"/>
                </a:cubicBezTo>
                <a:cubicBezTo>
                  <a:pt x="166" y="426"/>
                  <a:pt x="241" y="500"/>
                  <a:pt x="333" y="500"/>
                </a:cubicBezTo>
                <a:close/>
                <a:moveTo>
                  <a:pt x="333" y="200"/>
                </a:moveTo>
                <a:cubicBezTo>
                  <a:pt x="382" y="200"/>
                  <a:pt x="425" y="227"/>
                  <a:pt x="448" y="267"/>
                </a:cubicBezTo>
                <a:cubicBezTo>
                  <a:pt x="333" y="334"/>
                  <a:pt x="333" y="334"/>
                  <a:pt x="333" y="334"/>
                </a:cubicBezTo>
                <a:lnTo>
                  <a:pt x="333" y="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0718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1752771" y="3183196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D’accord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3850" y="3183196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Trophée</a:t>
            </a:r>
          </a:p>
        </p:txBody>
      </p:sp>
      <p:sp>
        <p:nvSpPr>
          <p:cNvPr id="48" name="Freeform 102"/>
          <p:cNvSpPr>
            <a:spLocks noEditPoints="1"/>
          </p:cNvSpPr>
          <p:nvPr/>
        </p:nvSpPr>
        <p:spPr bwMode="auto">
          <a:xfrm>
            <a:off x="4950499" y="3588742"/>
            <a:ext cx="667301" cy="753779"/>
          </a:xfrm>
          <a:custGeom>
            <a:avLst/>
            <a:gdLst>
              <a:gd name="T0" fmla="*/ 839 w 1034"/>
              <a:gd name="T1" fmla="*/ 0 h 1167"/>
              <a:gd name="T2" fmla="*/ 0 w 1034"/>
              <a:gd name="T3" fmla="*/ 967 h 1167"/>
              <a:gd name="T4" fmla="*/ 67 w 1034"/>
              <a:gd name="T5" fmla="*/ 479 h 1167"/>
              <a:gd name="T6" fmla="*/ 829 w 1034"/>
              <a:gd name="T7" fmla="*/ 67 h 1167"/>
              <a:gd name="T8" fmla="*/ 934 w 1034"/>
              <a:gd name="T9" fmla="*/ 100 h 1167"/>
              <a:gd name="T10" fmla="*/ 100 w 1034"/>
              <a:gd name="T11" fmla="*/ 1067 h 1167"/>
              <a:gd name="T12" fmla="*/ 1034 w 1034"/>
              <a:gd name="T13" fmla="*/ 1167 h 1167"/>
              <a:gd name="T14" fmla="*/ 934 w 1034"/>
              <a:gd name="T15" fmla="*/ 100 h 1167"/>
              <a:gd name="T16" fmla="*/ 167 w 1034"/>
              <a:gd name="T17" fmla="*/ 1100 h 1167"/>
              <a:gd name="T18" fmla="*/ 267 w 1034"/>
              <a:gd name="T19" fmla="*/ 1000 h 1167"/>
              <a:gd name="T20" fmla="*/ 267 w 1034"/>
              <a:gd name="T21" fmla="*/ 934 h 1167"/>
              <a:gd name="T22" fmla="*/ 167 w 1034"/>
              <a:gd name="T23" fmla="*/ 834 h 1167"/>
              <a:gd name="T24" fmla="*/ 267 w 1034"/>
              <a:gd name="T25" fmla="*/ 934 h 1167"/>
              <a:gd name="T26" fmla="*/ 167 w 1034"/>
              <a:gd name="T27" fmla="*/ 767 h 1167"/>
              <a:gd name="T28" fmla="*/ 267 w 1034"/>
              <a:gd name="T29" fmla="*/ 667 h 1167"/>
              <a:gd name="T30" fmla="*/ 267 w 1034"/>
              <a:gd name="T31" fmla="*/ 600 h 1167"/>
              <a:gd name="T32" fmla="*/ 167 w 1034"/>
              <a:gd name="T33" fmla="*/ 500 h 1167"/>
              <a:gd name="T34" fmla="*/ 267 w 1034"/>
              <a:gd name="T35" fmla="*/ 600 h 1167"/>
              <a:gd name="T36" fmla="*/ 167 w 1034"/>
              <a:gd name="T37" fmla="*/ 434 h 1167"/>
              <a:gd name="T38" fmla="*/ 267 w 1034"/>
              <a:gd name="T39" fmla="*/ 334 h 1167"/>
              <a:gd name="T40" fmla="*/ 267 w 1034"/>
              <a:gd name="T41" fmla="*/ 267 h 1167"/>
              <a:gd name="T42" fmla="*/ 167 w 1034"/>
              <a:gd name="T43" fmla="*/ 167 h 1167"/>
              <a:gd name="T44" fmla="*/ 267 w 1034"/>
              <a:gd name="T45" fmla="*/ 267 h 1167"/>
              <a:gd name="T46" fmla="*/ 767 w 1034"/>
              <a:gd name="T47" fmla="*/ 1100 h 1167"/>
              <a:gd name="T48" fmla="*/ 334 w 1034"/>
              <a:gd name="T49" fmla="*/ 1067 h 1167"/>
              <a:gd name="T50" fmla="*/ 367 w 1034"/>
              <a:gd name="T51" fmla="*/ 667 h 1167"/>
              <a:gd name="T52" fmla="*/ 800 w 1034"/>
              <a:gd name="T53" fmla="*/ 700 h 1167"/>
              <a:gd name="T54" fmla="*/ 800 w 1034"/>
              <a:gd name="T55" fmla="*/ 567 h 1167"/>
              <a:gd name="T56" fmla="*/ 367 w 1034"/>
              <a:gd name="T57" fmla="*/ 600 h 1167"/>
              <a:gd name="T58" fmla="*/ 334 w 1034"/>
              <a:gd name="T59" fmla="*/ 200 h 1167"/>
              <a:gd name="T60" fmla="*/ 767 w 1034"/>
              <a:gd name="T61" fmla="*/ 167 h 1167"/>
              <a:gd name="T62" fmla="*/ 800 w 1034"/>
              <a:gd name="T63" fmla="*/ 567 h 1167"/>
              <a:gd name="T64" fmla="*/ 867 w 1034"/>
              <a:gd name="T65" fmla="*/ 1100 h 1167"/>
              <a:gd name="T66" fmla="*/ 967 w 1034"/>
              <a:gd name="T67" fmla="*/ 1000 h 1167"/>
              <a:gd name="T68" fmla="*/ 967 w 1034"/>
              <a:gd name="T69" fmla="*/ 934 h 1167"/>
              <a:gd name="T70" fmla="*/ 867 w 1034"/>
              <a:gd name="T71" fmla="*/ 834 h 1167"/>
              <a:gd name="T72" fmla="*/ 967 w 1034"/>
              <a:gd name="T73" fmla="*/ 934 h 1167"/>
              <a:gd name="T74" fmla="*/ 867 w 1034"/>
              <a:gd name="T75" fmla="*/ 767 h 1167"/>
              <a:gd name="T76" fmla="*/ 967 w 1034"/>
              <a:gd name="T77" fmla="*/ 667 h 1167"/>
              <a:gd name="T78" fmla="*/ 967 w 1034"/>
              <a:gd name="T79" fmla="*/ 600 h 1167"/>
              <a:gd name="T80" fmla="*/ 867 w 1034"/>
              <a:gd name="T81" fmla="*/ 500 h 1167"/>
              <a:gd name="T82" fmla="*/ 967 w 1034"/>
              <a:gd name="T83" fmla="*/ 600 h 1167"/>
              <a:gd name="T84" fmla="*/ 867 w 1034"/>
              <a:gd name="T85" fmla="*/ 434 h 1167"/>
              <a:gd name="T86" fmla="*/ 967 w 1034"/>
              <a:gd name="T87" fmla="*/ 334 h 1167"/>
              <a:gd name="T88" fmla="*/ 967 w 1034"/>
              <a:gd name="T89" fmla="*/ 267 h 1167"/>
              <a:gd name="T90" fmla="*/ 867 w 1034"/>
              <a:gd name="T91" fmla="*/ 167 h 1167"/>
              <a:gd name="T92" fmla="*/ 967 w 1034"/>
              <a:gd name="T93" fmla="*/ 267 h 1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034" h="1167">
                <a:moveTo>
                  <a:pt x="934" y="67"/>
                </a:moveTo>
                <a:cubicBezTo>
                  <a:pt x="920" y="28"/>
                  <a:pt x="883" y="0"/>
                  <a:pt x="839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967"/>
                  <a:pt x="0" y="967"/>
                  <a:pt x="0" y="967"/>
                </a:cubicBezTo>
                <a:cubicBezTo>
                  <a:pt x="0" y="1011"/>
                  <a:pt x="28" y="1048"/>
                  <a:pt x="67" y="1061"/>
                </a:cubicBezTo>
                <a:cubicBezTo>
                  <a:pt x="67" y="479"/>
                  <a:pt x="67" y="479"/>
                  <a:pt x="67" y="479"/>
                </a:cubicBezTo>
                <a:cubicBezTo>
                  <a:pt x="67" y="67"/>
                  <a:pt x="67" y="67"/>
                  <a:pt x="67" y="67"/>
                </a:cubicBezTo>
                <a:cubicBezTo>
                  <a:pt x="829" y="67"/>
                  <a:pt x="829" y="67"/>
                  <a:pt x="829" y="67"/>
                </a:cubicBezTo>
                <a:lnTo>
                  <a:pt x="934" y="67"/>
                </a:lnTo>
                <a:close/>
                <a:moveTo>
                  <a:pt x="934" y="100"/>
                </a:moveTo>
                <a:cubicBezTo>
                  <a:pt x="100" y="100"/>
                  <a:pt x="100" y="100"/>
                  <a:pt x="100" y="100"/>
                </a:cubicBezTo>
                <a:cubicBezTo>
                  <a:pt x="100" y="1067"/>
                  <a:pt x="100" y="1067"/>
                  <a:pt x="100" y="1067"/>
                </a:cubicBezTo>
                <a:cubicBezTo>
                  <a:pt x="100" y="1122"/>
                  <a:pt x="145" y="1167"/>
                  <a:pt x="200" y="1167"/>
                </a:cubicBezTo>
                <a:cubicBezTo>
                  <a:pt x="1034" y="1167"/>
                  <a:pt x="1034" y="1167"/>
                  <a:pt x="1034" y="1167"/>
                </a:cubicBezTo>
                <a:cubicBezTo>
                  <a:pt x="1034" y="200"/>
                  <a:pt x="1034" y="200"/>
                  <a:pt x="1034" y="200"/>
                </a:cubicBezTo>
                <a:cubicBezTo>
                  <a:pt x="1034" y="145"/>
                  <a:pt x="989" y="100"/>
                  <a:pt x="934" y="100"/>
                </a:cubicBezTo>
                <a:close/>
                <a:moveTo>
                  <a:pt x="267" y="1100"/>
                </a:moveTo>
                <a:cubicBezTo>
                  <a:pt x="167" y="1100"/>
                  <a:pt x="167" y="1100"/>
                  <a:pt x="167" y="1100"/>
                </a:cubicBezTo>
                <a:cubicBezTo>
                  <a:pt x="167" y="1000"/>
                  <a:pt x="167" y="1000"/>
                  <a:pt x="167" y="1000"/>
                </a:cubicBezTo>
                <a:cubicBezTo>
                  <a:pt x="267" y="1000"/>
                  <a:pt x="267" y="1000"/>
                  <a:pt x="267" y="1000"/>
                </a:cubicBezTo>
                <a:lnTo>
                  <a:pt x="267" y="1100"/>
                </a:lnTo>
                <a:close/>
                <a:moveTo>
                  <a:pt x="267" y="934"/>
                </a:moveTo>
                <a:cubicBezTo>
                  <a:pt x="167" y="934"/>
                  <a:pt x="167" y="934"/>
                  <a:pt x="167" y="934"/>
                </a:cubicBezTo>
                <a:cubicBezTo>
                  <a:pt x="167" y="834"/>
                  <a:pt x="167" y="834"/>
                  <a:pt x="167" y="834"/>
                </a:cubicBezTo>
                <a:cubicBezTo>
                  <a:pt x="267" y="834"/>
                  <a:pt x="267" y="834"/>
                  <a:pt x="267" y="834"/>
                </a:cubicBezTo>
                <a:lnTo>
                  <a:pt x="267" y="934"/>
                </a:lnTo>
                <a:close/>
                <a:moveTo>
                  <a:pt x="267" y="767"/>
                </a:moveTo>
                <a:cubicBezTo>
                  <a:pt x="167" y="767"/>
                  <a:pt x="167" y="767"/>
                  <a:pt x="167" y="767"/>
                </a:cubicBezTo>
                <a:cubicBezTo>
                  <a:pt x="167" y="667"/>
                  <a:pt x="167" y="667"/>
                  <a:pt x="167" y="667"/>
                </a:cubicBezTo>
                <a:cubicBezTo>
                  <a:pt x="267" y="667"/>
                  <a:pt x="267" y="667"/>
                  <a:pt x="267" y="667"/>
                </a:cubicBezTo>
                <a:lnTo>
                  <a:pt x="267" y="767"/>
                </a:lnTo>
                <a:close/>
                <a:moveTo>
                  <a:pt x="267" y="600"/>
                </a:moveTo>
                <a:cubicBezTo>
                  <a:pt x="167" y="600"/>
                  <a:pt x="167" y="600"/>
                  <a:pt x="167" y="600"/>
                </a:cubicBezTo>
                <a:cubicBezTo>
                  <a:pt x="167" y="500"/>
                  <a:pt x="167" y="500"/>
                  <a:pt x="167" y="500"/>
                </a:cubicBezTo>
                <a:cubicBezTo>
                  <a:pt x="267" y="500"/>
                  <a:pt x="267" y="500"/>
                  <a:pt x="267" y="500"/>
                </a:cubicBezTo>
                <a:lnTo>
                  <a:pt x="267" y="600"/>
                </a:lnTo>
                <a:close/>
                <a:moveTo>
                  <a:pt x="267" y="434"/>
                </a:moveTo>
                <a:cubicBezTo>
                  <a:pt x="167" y="434"/>
                  <a:pt x="167" y="434"/>
                  <a:pt x="167" y="434"/>
                </a:cubicBezTo>
                <a:cubicBezTo>
                  <a:pt x="167" y="334"/>
                  <a:pt x="167" y="334"/>
                  <a:pt x="167" y="334"/>
                </a:cubicBezTo>
                <a:cubicBezTo>
                  <a:pt x="267" y="334"/>
                  <a:pt x="267" y="334"/>
                  <a:pt x="267" y="334"/>
                </a:cubicBezTo>
                <a:lnTo>
                  <a:pt x="267" y="434"/>
                </a:lnTo>
                <a:close/>
                <a:moveTo>
                  <a:pt x="267" y="267"/>
                </a:moveTo>
                <a:cubicBezTo>
                  <a:pt x="167" y="267"/>
                  <a:pt x="167" y="267"/>
                  <a:pt x="167" y="267"/>
                </a:cubicBezTo>
                <a:cubicBezTo>
                  <a:pt x="167" y="167"/>
                  <a:pt x="167" y="167"/>
                  <a:pt x="167" y="167"/>
                </a:cubicBezTo>
                <a:cubicBezTo>
                  <a:pt x="267" y="167"/>
                  <a:pt x="267" y="167"/>
                  <a:pt x="267" y="167"/>
                </a:cubicBezTo>
                <a:lnTo>
                  <a:pt x="267" y="267"/>
                </a:lnTo>
                <a:close/>
                <a:moveTo>
                  <a:pt x="800" y="1067"/>
                </a:moveTo>
                <a:cubicBezTo>
                  <a:pt x="800" y="1085"/>
                  <a:pt x="785" y="1100"/>
                  <a:pt x="767" y="1100"/>
                </a:cubicBezTo>
                <a:cubicBezTo>
                  <a:pt x="367" y="1100"/>
                  <a:pt x="367" y="1100"/>
                  <a:pt x="367" y="1100"/>
                </a:cubicBezTo>
                <a:cubicBezTo>
                  <a:pt x="349" y="1100"/>
                  <a:pt x="334" y="1085"/>
                  <a:pt x="334" y="1067"/>
                </a:cubicBezTo>
                <a:cubicBezTo>
                  <a:pt x="334" y="700"/>
                  <a:pt x="334" y="700"/>
                  <a:pt x="334" y="700"/>
                </a:cubicBezTo>
                <a:cubicBezTo>
                  <a:pt x="334" y="682"/>
                  <a:pt x="349" y="667"/>
                  <a:pt x="367" y="667"/>
                </a:cubicBezTo>
                <a:cubicBezTo>
                  <a:pt x="767" y="667"/>
                  <a:pt x="767" y="667"/>
                  <a:pt x="767" y="667"/>
                </a:cubicBezTo>
                <a:cubicBezTo>
                  <a:pt x="785" y="667"/>
                  <a:pt x="800" y="682"/>
                  <a:pt x="800" y="700"/>
                </a:cubicBezTo>
                <a:lnTo>
                  <a:pt x="800" y="1067"/>
                </a:lnTo>
                <a:close/>
                <a:moveTo>
                  <a:pt x="800" y="567"/>
                </a:moveTo>
                <a:cubicBezTo>
                  <a:pt x="800" y="585"/>
                  <a:pt x="785" y="600"/>
                  <a:pt x="767" y="600"/>
                </a:cubicBezTo>
                <a:cubicBezTo>
                  <a:pt x="367" y="600"/>
                  <a:pt x="367" y="600"/>
                  <a:pt x="367" y="600"/>
                </a:cubicBezTo>
                <a:cubicBezTo>
                  <a:pt x="349" y="600"/>
                  <a:pt x="334" y="585"/>
                  <a:pt x="334" y="567"/>
                </a:cubicBezTo>
                <a:cubicBezTo>
                  <a:pt x="334" y="200"/>
                  <a:pt x="334" y="200"/>
                  <a:pt x="334" y="200"/>
                </a:cubicBezTo>
                <a:cubicBezTo>
                  <a:pt x="334" y="182"/>
                  <a:pt x="349" y="167"/>
                  <a:pt x="367" y="167"/>
                </a:cubicBezTo>
                <a:cubicBezTo>
                  <a:pt x="767" y="167"/>
                  <a:pt x="767" y="167"/>
                  <a:pt x="767" y="167"/>
                </a:cubicBezTo>
                <a:cubicBezTo>
                  <a:pt x="785" y="167"/>
                  <a:pt x="800" y="182"/>
                  <a:pt x="800" y="200"/>
                </a:cubicBezTo>
                <a:lnTo>
                  <a:pt x="800" y="567"/>
                </a:lnTo>
                <a:close/>
                <a:moveTo>
                  <a:pt x="967" y="1100"/>
                </a:moveTo>
                <a:cubicBezTo>
                  <a:pt x="867" y="1100"/>
                  <a:pt x="867" y="1100"/>
                  <a:pt x="867" y="1100"/>
                </a:cubicBezTo>
                <a:cubicBezTo>
                  <a:pt x="867" y="1000"/>
                  <a:pt x="867" y="1000"/>
                  <a:pt x="867" y="1000"/>
                </a:cubicBezTo>
                <a:cubicBezTo>
                  <a:pt x="967" y="1000"/>
                  <a:pt x="967" y="1000"/>
                  <a:pt x="967" y="1000"/>
                </a:cubicBezTo>
                <a:lnTo>
                  <a:pt x="967" y="1100"/>
                </a:lnTo>
                <a:close/>
                <a:moveTo>
                  <a:pt x="967" y="934"/>
                </a:moveTo>
                <a:cubicBezTo>
                  <a:pt x="867" y="934"/>
                  <a:pt x="867" y="934"/>
                  <a:pt x="867" y="934"/>
                </a:cubicBezTo>
                <a:cubicBezTo>
                  <a:pt x="867" y="834"/>
                  <a:pt x="867" y="834"/>
                  <a:pt x="867" y="834"/>
                </a:cubicBezTo>
                <a:cubicBezTo>
                  <a:pt x="967" y="834"/>
                  <a:pt x="967" y="834"/>
                  <a:pt x="967" y="834"/>
                </a:cubicBezTo>
                <a:lnTo>
                  <a:pt x="967" y="934"/>
                </a:lnTo>
                <a:close/>
                <a:moveTo>
                  <a:pt x="967" y="767"/>
                </a:moveTo>
                <a:cubicBezTo>
                  <a:pt x="867" y="767"/>
                  <a:pt x="867" y="767"/>
                  <a:pt x="867" y="767"/>
                </a:cubicBezTo>
                <a:cubicBezTo>
                  <a:pt x="867" y="667"/>
                  <a:pt x="867" y="667"/>
                  <a:pt x="867" y="667"/>
                </a:cubicBezTo>
                <a:cubicBezTo>
                  <a:pt x="967" y="667"/>
                  <a:pt x="967" y="667"/>
                  <a:pt x="967" y="667"/>
                </a:cubicBezTo>
                <a:lnTo>
                  <a:pt x="967" y="767"/>
                </a:lnTo>
                <a:close/>
                <a:moveTo>
                  <a:pt x="967" y="600"/>
                </a:moveTo>
                <a:cubicBezTo>
                  <a:pt x="867" y="600"/>
                  <a:pt x="867" y="600"/>
                  <a:pt x="867" y="600"/>
                </a:cubicBezTo>
                <a:cubicBezTo>
                  <a:pt x="867" y="500"/>
                  <a:pt x="867" y="500"/>
                  <a:pt x="867" y="500"/>
                </a:cubicBezTo>
                <a:cubicBezTo>
                  <a:pt x="967" y="500"/>
                  <a:pt x="967" y="500"/>
                  <a:pt x="967" y="500"/>
                </a:cubicBezTo>
                <a:lnTo>
                  <a:pt x="967" y="600"/>
                </a:lnTo>
                <a:close/>
                <a:moveTo>
                  <a:pt x="967" y="434"/>
                </a:moveTo>
                <a:cubicBezTo>
                  <a:pt x="867" y="434"/>
                  <a:pt x="867" y="434"/>
                  <a:pt x="867" y="434"/>
                </a:cubicBezTo>
                <a:cubicBezTo>
                  <a:pt x="867" y="334"/>
                  <a:pt x="867" y="334"/>
                  <a:pt x="867" y="334"/>
                </a:cubicBezTo>
                <a:cubicBezTo>
                  <a:pt x="967" y="334"/>
                  <a:pt x="967" y="334"/>
                  <a:pt x="967" y="334"/>
                </a:cubicBezTo>
                <a:lnTo>
                  <a:pt x="967" y="434"/>
                </a:lnTo>
                <a:close/>
                <a:moveTo>
                  <a:pt x="967" y="267"/>
                </a:moveTo>
                <a:cubicBezTo>
                  <a:pt x="867" y="267"/>
                  <a:pt x="867" y="267"/>
                  <a:pt x="867" y="267"/>
                </a:cubicBezTo>
                <a:cubicBezTo>
                  <a:pt x="867" y="167"/>
                  <a:pt x="867" y="167"/>
                  <a:pt x="867" y="167"/>
                </a:cubicBezTo>
                <a:cubicBezTo>
                  <a:pt x="967" y="167"/>
                  <a:pt x="967" y="167"/>
                  <a:pt x="967" y="167"/>
                </a:cubicBezTo>
                <a:lnTo>
                  <a:pt x="967" y="26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49" name="Freeform 107"/>
          <p:cNvSpPr>
            <a:spLocks noEditPoints="1"/>
          </p:cNvSpPr>
          <p:nvPr/>
        </p:nvSpPr>
        <p:spPr bwMode="auto">
          <a:xfrm>
            <a:off x="627795" y="3648292"/>
            <a:ext cx="656656" cy="694229"/>
          </a:xfrm>
          <a:custGeom>
            <a:avLst/>
            <a:gdLst>
              <a:gd name="T0" fmla="*/ 834 w 1134"/>
              <a:gd name="T1" fmla="*/ 1100 h 1200"/>
              <a:gd name="T2" fmla="*/ 300 w 1134"/>
              <a:gd name="T3" fmla="*/ 1100 h 1200"/>
              <a:gd name="T4" fmla="*/ 267 w 1134"/>
              <a:gd name="T5" fmla="*/ 1133 h 1200"/>
              <a:gd name="T6" fmla="*/ 267 w 1134"/>
              <a:gd name="T7" fmla="*/ 1200 h 1200"/>
              <a:gd name="T8" fmla="*/ 867 w 1134"/>
              <a:gd name="T9" fmla="*/ 1200 h 1200"/>
              <a:gd name="T10" fmla="*/ 867 w 1134"/>
              <a:gd name="T11" fmla="*/ 1133 h 1200"/>
              <a:gd name="T12" fmla="*/ 834 w 1134"/>
              <a:gd name="T13" fmla="*/ 1100 h 1200"/>
              <a:gd name="T14" fmla="*/ 934 w 1134"/>
              <a:gd name="T15" fmla="*/ 100 h 1200"/>
              <a:gd name="T16" fmla="*/ 934 w 1134"/>
              <a:gd name="T17" fmla="*/ 0 h 1200"/>
              <a:gd name="T18" fmla="*/ 200 w 1134"/>
              <a:gd name="T19" fmla="*/ 0 h 1200"/>
              <a:gd name="T20" fmla="*/ 200 w 1134"/>
              <a:gd name="T21" fmla="*/ 100 h 1200"/>
              <a:gd name="T22" fmla="*/ 0 w 1134"/>
              <a:gd name="T23" fmla="*/ 100 h 1200"/>
              <a:gd name="T24" fmla="*/ 0 w 1134"/>
              <a:gd name="T25" fmla="*/ 333 h 1200"/>
              <a:gd name="T26" fmla="*/ 224 w 1134"/>
              <a:gd name="T27" fmla="*/ 596 h 1200"/>
              <a:gd name="T28" fmla="*/ 467 w 1134"/>
              <a:gd name="T29" fmla="*/ 819 h 1200"/>
              <a:gd name="T30" fmla="*/ 467 w 1134"/>
              <a:gd name="T31" fmla="*/ 966 h 1200"/>
              <a:gd name="T32" fmla="*/ 434 w 1134"/>
              <a:gd name="T33" fmla="*/ 966 h 1200"/>
              <a:gd name="T34" fmla="*/ 334 w 1134"/>
              <a:gd name="T35" fmla="*/ 1066 h 1200"/>
              <a:gd name="T36" fmla="*/ 334 w 1134"/>
              <a:gd name="T37" fmla="*/ 1066 h 1200"/>
              <a:gd name="T38" fmla="*/ 800 w 1134"/>
              <a:gd name="T39" fmla="*/ 1066 h 1200"/>
              <a:gd name="T40" fmla="*/ 800 w 1134"/>
              <a:gd name="T41" fmla="*/ 1066 h 1200"/>
              <a:gd name="T42" fmla="*/ 700 w 1134"/>
              <a:gd name="T43" fmla="*/ 966 h 1200"/>
              <a:gd name="T44" fmla="*/ 667 w 1134"/>
              <a:gd name="T45" fmla="*/ 966 h 1200"/>
              <a:gd name="T46" fmla="*/ 667 w 1134"/>
              <a:gd name="T47" fmla="*/ 819 h 1200"/>
              <a:gd name="T48" fmla="*/ 910 w 1134"/>
              <a:gd name="T49" fmla="*/ 596 h 1200"/>
              <a:gd name="T50" fmla="*/ 1134 w 1134"/>
              <a:gd name="T51" fmla="*/ 333 h 1200"/>
              <a:gd name="T52" fmla="*/ 1134 w 1134"/>
              <a:gd name="T53" fmla="*/ 100 h 1200"/>
              <a:gd name="T54" fmla="*/ 934 w 1134"/>
              <a:gd name="T55" fmla="*/ 100 h 1200"/>
              <a:gd name="T56" fmla="*/ 135 w 1134"/>
              <a:gd name="T57" fmla="*/ 465 h 1200"/>
              <a:gd name="T58" fmla="*/ 80 w 1134"/>
              <a:gd name="T59" fmla="*/ 333 h 1200"/>
              <a:gd name="T60" fmla="*/ 80 w 1134"/>
              <a:gd name="T61" fmla="*/ 180 h 1200"/>
              <a:gd name="T62" fmla="*/ 200 w 1134"/>
              <a:gd name="T63" fmla="*/ 180 h 1200"/>
              <a:gd name="T64" fmla="*/ 200 w 1134"/>
              <a:gd name="T65" fmla="*/ 466 h 1200"/>
              <a:gd name="T66" fmla="*/ 203 w 1134"/>
              <a:gd name="T67" fmla="*/ 508 h 1200"/>
              <a:gd name="T68" fmla="*/ 135 w 1134"/>
              <a:gd name="T69" fmla="*/ 465 h 1200"/>
              <a:gd name="T70" fmla="*/ 692 w 1134"/>
              <a:gd name="T71" fmla="*/ 566 h 1200"/>
              <a:gd name="T72" fmla="*/ 567 w 1134"/>
              <a:gd name="T73" fmla="*/ 480 h 1200"/>
              <a:gd name="T74" fmla="*/ 442 w 1134"/>
              <a:gd name="T75" fmla="*/ 566 h 1200"/>
              <a:gd name="T76" fmla="*/ 492 w 1134"/>
              <a:gd name="T77" fmla="*/ 416 h 1200"/>
              <a:gd name="T78" fmla="*/ 367 w 1134"/>
              <a:gd name="T79" fmla="*/ 316 h 1200"/>
              <a:gd name="T80" fmla="*/ 517 w 1134"/>
              <a:gd name="T81" fmla="*/ 316 h 1200"/>
              <a:gd name="T82" fmla="*/ 567 w 1134"/>
              <a:gd name="T83" fmla="*/ 166 h 1200"/>
              <a:gd name="T84" fmla="*/ 617 w 1134"/>
              <a:gd name="T85" fmla="*/ 316 h 1200"/>
              <a:gd name="T86" fmla="*/ 767 w 1134"/>
              <a:gd name="T87" fmla="*/ 316 h 1200"/>
              <a:gd name="T88" fmla="*/ 642 w 1134"/>
              <a:gd name="T89" fmla="*/ 416 h 1200"/>
              <a:gd name="T90" fmla="*/ 692 w 1134"/>
              <a:gd name="T91" fmla="*/ 566 h 1200"/>
              <a:gd name="T92" fmla="*/ 1054 w 1134"/>
              <a:gd name="T93" fmla="*/ 333 h 1200"/>
              <a:gd name="T94" fmla="*/ 999 w 1134"/>
              <a:gd name="T95" fmla="*/ 465 h 1200"/>
              <a:gd name="T96" fmla="*/ 931 w 1134"/>
              <a:gd name="T97" fmla="*/ 508 h 1200"/>
              <a:gd name="T98" fmla="*/ 934 w 1134"/>
              <a:gd name="T99" fmla="*/ 466 h 1200"/>
              <a:gd name="T100" fmla="*/ 934 w 1134"/>
              <a:gd name="T101" fmla="*/ 180 h 1200"/>
              <a:gd name="T102" fmla="*/ 1054 w 1134"/>
              <a:gd name="T103" fmla="*/ 180 h 1200"/>
              <a:gd name="T104" fmla="*/ 1054 w 1134"/>
              <a:gd name="T105" fmla="*/ 333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134" h="1200">
                <a:moveTo>
                  <a:pt x="834" y="1100"/>
                </a:moveTo>
                <a:cubicBezTo>
                  <a:pt x="300" y="1100"/>
                  <a:pt x="300" y="1100"/>
                  <a:pt x="300" y="1100"/>
                </a:cubicBezTo>
                <a:cubicBezTo>
                  <a:pt x="282" y="1100"/>
                  <a:pt x="267" y="1115"/>
                  <a:pt x="267" y="1133"/>
                </a:cubicBezTo>
                <a:cubicBezTo>
                  <a:pt x="267" y="1200"/>
                  <a:pt x="267" y="1200"/>
                  <a:pt x="267" y="1200"/>
                </a:cubicBezTo>
                <a:cubicBezTo>
                  <a:pt x="867" y="1200"/>
                  <a:pt x="867" y="1200"/>
                  <a:pt x="867" y="1200"/>
                </a:cubicBezTo>
                <a:cubicBezTo>
                  <a:pt x="867" y="1133"/>
                  <a:pt x="867" y="1133"/>
                  <a:pt x="867" y="1133"/>
                </a:cubicBezTo>
                <a:cubicBezTo>
                  <a:pt x="867" y="1115"/>
                  <a:pt x="852" y="1100"/>
                  <a:pt x="834" y="1100"/>
                </a:cubicBezTo>
                <a:close/>
                <a:moveTo>
                  <a:pt x="934" y="100"/>
                </a:moveTo>
                <a:cubicBezTo>
                  <a:pt x="934" y="0"/>
                  <a:pt x="934" y="0"/>
                  <a:pt x="934" y="0"/>
                </a:cubicBezTo>
                <a:cubicBezTo>
                  <a:pt x="200" y="0"/>
                  <a:pt x="200" y="0"/>
                  <a:pt x="200" y="0"/>
                </a:cubicBezTo>
                <a:cubicBezTo>
                  <a:pt x="200" y="100"/>
                  <a:pt x="200" y="100"/>
                  <a:pt x="200" y="100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333"/>
                  <a:pt x="0" y="333"/>
                  <a:pt x="0" y="333"/>
                </a:cubicBezTo>
                <a:cubicBezTo>
                  <a:pt x="0" y="466"/>
                  <a:pt x="97" y="576"/>
                  <a:pt x="224" y="596"/>
                </a:cubicBezTo>
                <a:cubicBezTo>
                  <a:pt x="265" y="704"/>
                  <a:pt x="355" y="788"/>
                  <a:pt x="467" y="819"/>
                </a:cubicBezTo>
                <a:cubicBezTo>
                  <a:pt x="467" y="966"/>
                  <a:pt x="467" y="966"/>
                  <a:pt x="467" y="966"/>
                </a:cubicBezTo>
                <a:cubicBezTo>
                  <a:pt x="434" y="966"/>
                  <a:pt x="434" y="966"/>
                  <a:pt x="434" y="966"/>
                </a:cubicBezTo>
                <a:cubicBezTo>
                  <a:pt x="378" y="966"/>
                  <a:pt x="334" y="1011"/>
                  <a:pt x="334" y="1066"/>
                </a:cubicBezTo>
                <a:cubicBezTo>
                  <a:pt x="334" y="1066"/>
                  <a:pt x="334" y="1066"/>
                  <a:pt x="334" y="1066"/>
                </a:cubicBezTo>
                <a:cubicBezTo>
                  <a:pt x="800" y="1066"/>
                  <a:pt x="800" y="1066"/>
                  <a:pt x="800" y="1066"/>
                </a:cubicBezTo>
                <a:cubicBezTo>
                  <a:pt x="800" y="1066"/>
                  <a:pt x="800" y="1066"/>
                  <a:pt x="800" y="1066"/>
                </a:cubicBezTo>
                <a:cubicBezTo>
                  <a:pt x="800" y="1011"/>
                  <a:pt x="756" y="966"/>
                  <a:pt x="700" y="966"/>
                </a:cubicBezTo>
                <a:cubicBezTo>
                  <a:pt x="667" y="966"/>
                  <a:pt x="667" y="966"/>
                  <a:pt x="667" y="966"/>
                </a:cubicBezTo>
                <a:cubicBezTo>
                  <a:pt x="667" y="819"/>
                  <a:pt x="667" y="819"/>
                  <a:pt x="667" y="819"/>
                </a:cubicBezTo>
                <a:cubicBezTo>
                  <a:pt x="779" y="788"/>
                  <a:pt x="869" y="704"/>
                  <a:pt x="910" y="596"/>
                </a:cubicBezTo>
                <a:cubicBezTo>
                  <a:pt x="1037" y="576"/>
                  <a:pt x="1134" y="466"/>
                  <a:pt x="1134" y="333"/>
                </a:cubicBezTo>
                <a:cubicBezTo>
                  <a:pt x="1134" y="100"/>
                  <a:pt x="1134" y="100"/>
                  <a:pt x="1134" y="100"/>
                </a:cubicBezTo>
                <a:lnTo>
                  <a:pt x="934" y="100"/>
                </a:lnTo>
                <a:close/>
                <a:moveTo>
                  <a:pt x="135" y="465"/>
                </a:moveTo>
                <a:cubicBezTo>
                  <a:pt x="100" y="430"/>
                  <a:pt x="80" y="383"/>
                  <a:pt x="80" y="333"/>
                </a:cubicBezTo>
                <a:cubicBezTo>
                  <a:pt x="80" y="180"/>
                  <a:pt x="80" y="180"/>
                  <a:pt x="80" y="180"/>
                </a:cubicBezTo>
                <a:cubicBezTo>
                  <a:pt x="200" y="180"/>
                  <a:pt x="200" y="180"/>
                  <a:pt x="200" y="180"/>
                </a:cubicBezTo>
                <a:cubicBezTo>
                  <a:pt x="200" y="466"/>
                  <a:pt x="200" y="466"/>
                  <a:pt x="200" y="466"/>
                </a:cubicBezTo>
                <a:cubicBezTo>
                  <a:pt x="200" y="481"/>
                  <a:pt x="201" y="495"/>
                  <a:pt x="203" y="508"/>
                </a:cubicBezTo>
                <a:cubicBezTo>
                  <a:pt x="178" y="499"/>
                  <a:pt x="155" y="485"/>
                  <a:pt x="135" y="465"/>
                </a:cubicBezTo>
                <a:close/>
                <a:moveTo>
                  <a:pt x="692" y="566"/>
                </a:moveTo>
                <a:cubicBezTo>
                  <a:pt x="567" y="480"/>
                  <a:pt x="567" y="480"/>
                  <a:pt x="567" y="480"/>
                </a:cubicBezTo>
                <a:cubicBezTo>
                  <a:pt x="442" y="566"/>
                  <a:pt x="442" y="566"/>
                  <a:pt x="442" y="566"/>
                </a:cubicBezTo>
                <a:cubicBezTo>
                  <a:pt x="492" y="416"/>
                  <a:pt x="492" y="416"/>
                  <a:pt x="492" y="416"/>
                </a:cubicBezTo>
                <a:cubicBezTo>
                  <a:pt x="367" y="316"/>
                  <a:pt x="367" y="316"/>
                  <a:pt x="367" y="316"/>
                </a:cubicBezTo>
                <a:cubicBezTo>
                  <a:pt x="517" y="316"/>
                  <a:pt x="517" y="316"/>
                  <a:pt x="517" y="316"/>
                </a:cubicBezTo>
                <a:cubicBezTo>
                  <a:pt x="567" y="166"/>
                  <a:pt x="567" y="166"/>
                  <a:pt x="567" y="166"/>
                </a:cubicBezTo>
                <a:cubicBezTo>
                  <a:pt x="617" y="316"/>
                  <a:pt x="617" y="316"/>
                  <a:pt x="617" y="316"/>
                </a:cubicBezTo>
                <a:cubicBezTo>
                  <a:pt x="767" y="316"/>
                  <a:pt x="767" y="316"/>
                  <a:pt x="767" y="316"/>
                </a:cubicBezTo>
                <a:cubicBezTo>
                  <a:pt x="642" y="416"/>
                  <a:pt x="642" y="416"/>
                  <a:pt x="642" y="416"/>
                </a:cubicBezTo>
                <a:lnTo>
                  <a:pt x="692" y="566"/>
                </a:lnTo>
                <a:close/>
                <a:moveTo>
                  <a:pt x="1054" y="333"/>
                </a:moveTo>
                <a:cubicBezTo>
                  <a:pt x="1054" y="383"/>
                  <a:pt x="1034" y="430"/>
                  <a:pt x="999" y="465"/>
                </a:cubicBezTo>
                <a:cubicBezTo>
                  <a:pt x="979" y="485"/>
                  <a:pt x="956" y="499"/>
                  <a:pt x="931" y="508"/>
                </a:cubicBezTo>
                <a:cubicBezTo>
                  <a:pt x="933" y="495"/>
                  <a:pt x="934" y="481"/>
                  <a:pt x="934" y="466"/>
                </a:cubicBezTo>
                <a:cubicBezTo>
                  <a:pt x="934" y="180"/>
                  <a:pt x="934" y="180"/>
                  <a:pt x="934" y="180"/>
                </a:cubicBezTo>
                <a:cubicBezTo>
                  <a:pt x="1054" y="180"/>
                  <a:pt x="1054" y="180"/>
                  <a:pt x="1054" y="180"/>
                </a:cubicBezTo>
                <a:lnTo>
                  <a:pt x="1054" y="3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53" name="Freeform 11"/>
          <p:cNvSpPr>
            <a:spLocks noEditPoints="1"/>
          </p:cNvSpPr>
          <p:nvPr/>
        </p:nvSpPr>
        <p:spPr bwMode="auto">
          <a:xfrm>
            <a:off x="3486086" y="3657157"/>
            <a:ext cx="692526" cy="715262"/>
          </a:xfrm>
          <a:custGeom>
            <a:avLst/>
            <a:gdLst>
              <a:gd name="T0" fmla="*/ 1000 w 1066"/>
              <a:gd name="T1" fmla="*/ 66 h 1100"/>
              <a:gd name="T2" fmla="*/ 900 w 1066"/>
              <a:gd name="T3" fmla="*/ 66 h 1100"/>
              <a:gd name="T4" fmla="*/ 833 w 1066"/>
              <a:gd name="T5" fmla="*/ 133 h 1100"/>
              <a:gd name="T6" fmla="*/ 833 w 1066"/>
              <a:gd name="T7" fmla="*/ 566 h 1100"/>
              <a:gd name="T8" fmla="*/ 900 w 1066"/>
              <a:gd name="T9" fmla="*/ 633 h 1100"/>
              <a:gd name="T10" fmla="*/ 1000 w 1066"/>
              <a:gd name="T11" fmla="*/ 633 h 1100"/>
              <a:gd name="T12" fmla="*/ 1066 w 1066"/>
              <a:gd name="T13" fmla="*/ 566 h 1100"/>
              <a:gd name="T14" fmla="*/ 1066 w 1066"/>
              <a:gd name="T15" fmla="*/ 133 h 1100"/>
              <a:gd name="T16" fmla="*/ 1000 w 1066"/>
              <a:gd name="T17" fmla="*/ 66 h 1100"/>
              <a:gd name="T18" fmla="*/ 950 w 1066"/>
              <a:gd name="T19" fmla="*/ 233 h 1100"/>
              <a:gd name="T20" fmla="*/ 900 w 1066"/>
              <a:gd name="T21" fmla="*/ 183 h 1100"/>
              <a:gd name="T22" fmla="*/ 950 w 1066"/>
              <a:gd name="T23" fmla="*/ 133 h 1100"/>
              <a:gd name="T24" fmla="*/ 1000 w 1066"/>
              <a:gd name="T25" fmla="*/ 183 h 1100"/>
              <a:gd name="T26" fmla="*/ 950 w 1066"/>
              <a:gd name="T27" fmla="*/ 233 h 1100"/>
              <a:gd name="T28" fmla="*/ 719 w 1066"/>
              <a:gd name="T29" fmla="*/ 93 h 1100"/>
              <a:gd name="T30" fmla="*/ 561 w 1066"/>
              <a:gd name="T31" fmla="*/ 14 h 1100"/>
              <a:gd name="T32" fmla="*/ 502 w 1066"/>
              <a:gd name="T33" fmla="*/ 0 h 1100"/>
              <a:gd name="T34" fmla="*/ 233 w 1066"/>
              <a:gd name="T35" fmla="*/ 0 h 1100"/>
              <a:gd name="T36" fmla="*/ 133 w 1066"/>
              <a:gd name="T37" fmla="*/ 100 h 1100"/>
              <a:gd name="T38" fmla="*/ 133 w 1066"/>
              <a:gd name="T39" fmla="*/ 100 h 1100"/>
              <a:gd name="T40" fmla="*/ 159 w 1066"/>
              <a:gd name="T41" fmla="*/ 167 h 1100"/>
              <a:gd name="T42" fmla="*/ 66 w 1066"/>
              <a:gd name="T43" fmla="*/ 266 h 1100"/>
              <a:gd name="T44" fmla="*/ 66 w 1066"/>
              <a:gd name="T45" fmla="*/ 266 h 1100"/>
              <a:gd name="T46" fmla="*/ 98 w 1066"/>
              <a:gd name="T47" fmla="*/ 339 h 1100"/>
              <a:gd name="T48" fmla="*/ 33 w 1066"/>
              <a:gd name="T49" fmla="*/ 433 h 1100"/>
              <a:gd name="T50" fmla="*/ 33 w 1066"/>
              <a:gd name="T51" fmla="*/ 433 h 1100"/>
              <a:gd name="T52" fmla="*/ 65 w 1066"/>
              <a:gd name="T53" fmla="*/ 506 h 1100"/>
              <a:gd name="T54" fmla="*/ 0 w 1066"/>
              <a:gd name="T55" fmla="*/ 600 h 1100"/>
              <a:gd name="T56" fmla="*/ 0 w 1066"/>
              <a:gd name="T57" fmla="*/ 600 h 1100"/>
              <a:gd name="T58" fmla="*/ 100 w 1066"/>
              <a:gd name="T59" fmla="*/ 700 h 1100"/>
              <a:gd name="T60" fmla="*/ 366 w 1066"/>
              <a:gd name="T61" fmla="*/ 700 h 1100"/>
              <a:gd name="T62" fmla="*/ 333 w 1066"/>
              <a:gd name="T63" fmla="*/ 916 h 1100"/>
              <a:gd name="T64" fmla="*/ 444 w 1066"/>
              <a:gd name="T65" fmla="*/ 1099 h 1100"/>
              <a:gd name="T66" fmla="*/ 444 w 1066"/>
              <a:gd name="T67" fmla="*/ 1099 h 1100"/>
              <a:gd name="T68" fmla="*/ 446 w 1066"/>
              <a:gd name="T69" fmla="*/ 1100 h 1100"/>
              <a:gd name="T70" fmla="*/ 450 w 1066"/>
              <a:gd name="T71" fmla="*/ 1100 h 1100"/>
              <a:gd name="T72" fmla="*/ 450 w 1066"/>
              <a:gd name="T73" fmla="*/ 1100 h 1100"/>
              <a:gd name="T74" fmla="*/ 533 w 1066"/>
              <a:gd name="T75" fmla="*/ 1016 h 1100"/>
              <a:gd name="T76" fmla="*/ 533 w 1066"/>
              <a:gd name="T77" fmla="*/ 900 h 1100"/>
              <a:gd name="T78" fmla="*/ 633 w 1066"/>
              <a:gd name="T79" fmla="*/ 700 h 1100"/>
              <a:gd name="T80" fmla="*/ 800 w 1066"/>
              <a:gd name="T81" fmla="*/ 600 h 1100"/>
              <a:gd name="T82" fmla="*/ 800 w 1066"/>
              <a:gd name="T83" fmla="*/ 600 h 1100"/>
              <a:gd name="T84" fmla="*/ 800 w 1066"/>
              <a:gd name="T85" fmla="*/ 500 h 1100"/>
              <a:gd name="T86" fmla="*/ 800 w 1066"/>
              <a:gd name="T87" fmla="*/ 466 h 1100"/>
              <a:gd name="T88" fmla="*/ 800 w 1066"/>
              <a:gd name="T89" fmla="*/ 100 h 1100"/>
              <a:gd name="T90" fmla="*/ 749 w 1066"/>
              <a:gd name="T91" fmla="*/ 100 h 1100"/>
              <a:gd name="T92" fmla="*/ 719 w 1066"/>
              <a:gd name="T93" fmla="*/ 93 h 1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066" h="1100">
                <a:moveTo>
                  <a:pt x="1000" y="66"/>
                </a:moveTo>
                <a:cubicBezTo>
                  <a:pt x="900" y="66"/>
                  <a:pt x="900" y="66"/>
                  <a:pt x="900" y="66"/>
                </a:cubicBezTo>
                <a:cubicBezTo>
                  <a:pt x="863" y="66"/>
                  <a:pt x="833" y="96"/>
                  <a:pt x="833" y="133"/>
                </a:cubicBezTo>
                <a:cubicBezTo>
                  <a:pt x="833" y="566"/>
                  <a:pt x="833" y="566"/>
                  <a:pt x="833" y="566"/>
                </a:cubicBezTo>
                <a:cubicBezTo>
                  <a:pt x="833" y="603"/>
                  <a:pt x="863" y="633"/>
                  <a:pt x="900" y="633"/>
                </a:cubicBezTo>
                <a:cubicBezTo>
                  <a:pt x="1000" y="633"/>
                  <a:pt x="1000" y="633"/>
                  <a:pt x="1000" y="633"/>
                </a:cubicBezTo>
                <a:cubicBezTo>
                  <a:pt x="1036" y="633"/>
                  <a:pt x="1066" y="603"/>
                  <a:pt x="1066" y="566"/>
                </a:cubicBezTo>
                <a:cubicBezTo>
                  <a:pt x="1066" y="133"/>
                  <a:pt x="1066" y="133"/>
                  <a:pt x="1066" y="133"/>
                </a:cubicBezTo>
                <a:cubicBezTo>
                  <a:pt x="1066" y="96"/>
                  <a:pt x="1036" y="66"/>
                  <a:pt x="1000" y="66"/>
                </a:cubicBezTo>
                <a:close/>
                <a:moveTo>
                  <a:pt x="950" y="233"/>
                </a:moveTo>
                <a:cubicBezTo>
                  <a:pt x="922" y="233"/>
                  <a:pt x="900" y="211"/>
                  <a:pt x="900" y="183"/>
                </a:cubicBezTo>
                <a:cubicBezTo>
                  <a:pt x="900" y="155"/>
                  <a:pt x="922" y="133"/>
                  <a:pt x="950" y="133"/>
                </a:cubicBezTo>
                <a:cubicBezTo>
                  <a:pt x="977" y="133"/>
                  <a:pt x="1000" y="155"/>
                  <a:pt x="1000" y="183"/>
                </a:cubicBezTo>
                <a:cubicBezTo>
                  <a:pt x="1000" y="211"/>
                  <a:pt x="977" y="233"/>
                  <a:pt x="950" y="233"/>
                </a:cubicBezTo>
                <a:close/>
                <a:moveTo>
                  <a:pt x="719" y="93"/>
                </a:moveTo>
                <a:cubicBezTo>
                  <a:pt x="561" y="14"/>
                  <a:pt x="561" y="14"/>
                  <a:pt x="561" y="14"/>
                </a:cubicBezTo>
                <a:cubicBezTo>
                  <a:pt x="543" y="4"/>
                  <a:pt x="522" y="0"/>
                  <a:pt x="502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178" y="0"/>
                  <a:pt x="133" y="44"/>
                  <a:pt x="133" y="100"/>
                </a:cubicBezTo>
                <a:cubicBezTo>
                  <a:pt x="133" y="100"/>
                  <a:pt x="133" y="100"/>
                  <a:pt x="133" y="100"/>
                </a:cubicBezTo>
                <a:cubicBezTo>
                  <a:pt x="133" y="125"/>
                  <a:pt x="143" y="149"/>
                  <a:pt x="159" y="167"/>
                </a:cubicBezTo>
                <a:cubicBezTo>
                  <a:pt x="107" y="171"/>
                  <a:pt x="66" y="214"/>
                  <a:pt x="66" y="266"/>
                </a:cubicBezTo>
                <a:cubicBezTo>
                  <a:pt x="66" y="266"/>
                  <a:pt x="66" y="266"/>
                  <a:pt x="66" y="266"/>
                </a:cubicBezTo>
                <a:cubicBezTo>
                  <a:pt x="66" y="295"/>
                  <a:pt x="79" y="321"/>
                  <a:pt x="98" y="339"/>
                </a:cubicBezTo>
                <a:cubicBezTo>
                  <a:pt x="60" y="353"/>
                  <a:pt x="33" y="390"/>
                  <a:pt x="33" y="433"/>
                </a:cubicBezTo>
                <a:cubicBezTo>
                  <a:pt x="33" y="433"/>
                  <a:pt x="33" y="433"/>
                  <a:pt x="33" y="433"/>
                </a:cubicBezTo>
                <a:cubicBezTo>
                  <a:pt x="33" y="462"/>
                  <a:pt x="45" y="488"/>
                  <a:pt x="65" y="506"/>
                </a:cubicBezTo>
                <a:cubicBezTo>
                  <a:pt x="27" y="520"/>
                  <a:pt x="0" y="557"/>
                  <a:pt x="0" y="600"/>
                </a:cubicBezTo>
                <a:cubicBezTo>
                  <a:pt x="0" y="600"/>
                  <a:pt x="0" y="600"/>
                  <a:pt x="0" y="600"/>
                </a:cubicBezTo>
                <a:cubicBezTo>
                  <a:pt x="0" y="655"/>
                  <a:pt x="44" y="700"/>
                  <a:pt x="100" y="700"/>
                </a:cubicBezTo>
                <a:cubicBezTo>
                  <a:pt x="366" y="700"/>
                  <a:pt x="366" y="700"/>
                  <a:pt x="366" y="700"/>
                </a:cubicBezTo>
                <a:cubicBezTo>
                  <a:pt x="366" y="700"/>
                  <a:pt x="333" y="887"/>
                  <a:pt x="333" y="916"/>
                </a:cubicBezTo>
                <a:cubicBezTo>
                  <a:pt x="333" y="1066"/>
                  <a:pt x="420" y="1098"/>
                  <a:pt x="444" y="1099"/>
                </a:cubicBezTo>
                <a:cubicBezTo>
                  <a:pt x="444" y="1099"/>
                  <a:pt x="444" y="1099"/>
                  <a:pt x="444" y="1099"/>
                </a:cubicBezTo>
                <a:cubicBezTo>
                  <a:pt x="445" y="1099"/>
                  <a:pt x="445" y="1100"/>
                  <a:pt x="446" y="1100"/>
                </a:cubicBezTo>
                <a:cubicBezTo>
                  <a:pt x="447" y="1100"/>
                  <a:pt x="449" y="1100"/>
                  <a:pt x="450" y="1100"/>
                </a:cubicBezTo>
                <a:cubicBezTo>
                  <a:pt x="450" y="1100"/>
                  <a:pt x="450" y="1100"/>
                  <a:pt x="450" y="1100"/>
                </a:cubicBezTo>
                <a:cubicBezTo>
                  <a:pt x="496" y="1100"/>
                  <a:pt x="533" y="1062"/>
                  <a:pt x="533" y="1016"/>
                </a:cubicBezTo>
                <a:cubicBezTo>
                  <a:pt x="533" y="900"/>
                  <a:pt x="533" y="900"/>
                  <a:pt x="533" y="900"/>
                </a:cubicBezTo>
                <a:cubicBezTo>
                  <a:pt x="633" y="700"/>
                  <a:pt x="633" y="700"/>
                  <a:pt x="633" y="700"/>
                </a:cubicBezTo>
                <a:cubicBezTo>
                  <a:pt x="669" y="644"/>
                  <a:pt x="730" y="606"/>
                  <a:pt x="800" y="600"/>
                </a:cubicBezTo>
                <a:cubicBezTo>
                  <a:pt x="800" y="600"/>
                  <a:pt x="800" y="600"/>
                  <a:pt x="800" y="600"/>
                </a:cubicBezTo>
                <a:cubicBezTo>
                  <a:pt x="800" y="500"/>
                  <a:pt x="800" y="500"/>
                  <a:pt x="800" y="500"/>
                </a:cubicBezTo>
                <a:cubicBezTo>
                  <a:pt x="800" y="466"/>
                  <a:pt x="800" y="466"/>
                  <a:pt x="800" y="466"/>
                </a:cubicBezTo>
                <a:cubicBezTo>
                  <a:pt x="800" y="100"/>
                  <a:pt x="800" y="100"/>
                  <a:pt x="800" y="100"/>
                </a:cubicBezTo>
                <a:cubicBezTo>
                  <a:pt x="749" y="100"/>
                  <a:pt x="749" y="100"/>
                  <a:pt x="749" y="100"/>
                </a:cubicBezTo>
                <a:cubicBezTo>
                  <a:pt x="738" y="100"/>
                  <a:pt x="728" y="97"/>
                  <a:pt x="719" y="9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54" name="Freeform 16"/>
          <p:cNvSpPr>
            <a:spLocks noEditPoints="1"/>
          </p:cNvSpPr>
          <p:nvPr/>
        </p:nvSpPr>
        <p:spPr bwMode="auto">
          <a:xfrm>
            <a:off x="2096596" y="3612081"/>
            <a:ext cx="674972" cy="697134"/>
          </a:xfrm>
          <a:custGeom>
            <a:avLst/>
            <a:gdLst>
              <a:gd name="T0" fmla="*/ 166 w 1066"/>
              <a:gd name="T1" fmla="*/ 466 h 1100"/>
              <a:gd name="T2" fmla="*/ 66 w 1066"/>
              <a:gd name="T3" fmla="*/ 466 h 1100"/>
              <a:gd name="T4" fmla="*/ 0 w 1066"/>
              <a:gd name="T5" fmla="*/ 533 h 1100"/>
              <a:gd name="T6" fmla="*/ 0 w 1066"/>
              <a:gd name="T7" fmla="*/ 966 h 1100"/>
              <a:gd name="T8" fmla="*/ 66 w 1066"/>
              <a:gd name="T9" fmla="*/ 1033 h 1100"/>
              <a:gd name="T10" fmla="*/ 166 w 1066"/>
              <a:gd name="T11" fmla="*/ 1033 h 1100"/>
              <a:gd name="T12" fmla="*/ 233 w 1066"/>
              <a:gd name="T13" fmla="*/ 966 h 1100"/>
              <a:gd name="T14" fmla="*/ 233 w 1066"/>
              <a:gd name="T15" fmla="*/ 533 h 1100"/>
              <a:gd name="T16" fmla="*/ 166 w 1066"/>
              <a:gd name="T17" fmla="*/ 466 h 1100"/>
              <a:gd name="T18" fmla="*/ 116 w 1066"/>
              <a:gd name="T19" fmla="*/ 966 h 1100"/>
              <a:gd name="T20" fmla="*/ 66 w 1066"/>
              <a:gd name="T21" fmla="*/ 916 h 1100"/>
              <a:gd name="T22" fmla="*/ 116 w 1066"/>
              <a:gd name="T23" fmla="*/ 866 h 1100"/>
              <a:gd name="T24" fmla="*/ 166 w 1066"/>
              <a:gd name="T25" fmla="*/ 916 h 1100"/>
              <a:gd name="T26" fmla="*/ 116 w 1066"/>
              <a:gd name="T27" fmla="*/ 966 h 1100"/>
              <a:gd name="T28" fmla="*/ 966 w 1066"/>
              <a:gd name="T29" fmla="*/ 400 h 1100"/>
              <a:gd name="T30" fmla="*/ 700 w 1066"/>
              <a:gd name="T31" fmla="*/ 400 h 1100"/>
              <a:gd name="T32" fmla="*/ 733 w 1066"/>
              <a:gd name="T33" fmla="*/ 183 h 1100"/>
              <a:gd name="T34" fmla="*/ 622 w 1066"/>
              <a:gd name="T35" fmla="*/ 0 h 1100"/>
              <a:gd name="T36" fmla="*/ 622 w 1066"/>
              <a:gd name="T37" fmla="*/ 0 h 1100"/>
              <a:gd name="T38" fmla="*/ 620 w 1066"/>
              <a:gd name="T39" fmla="*/ 0 h 1100"/>
              <a:gd name="T40" fmla="*/ 616 w 1066"/>
              <a:gd name="T41" fmla="*/ 0 h 1100"/>
              <a:gd name="T42" fmla="*/ 616 w 1066"/>
              <a:gd name="T43" fmla="*/ 0 h 1100"/>
              <a:gd name="T44" fmla="*/ 533 w 1066"/>
              <a:gd name="T45" fmla="*/ 83 h 1100"/>
              <a:gd name="T46" fmla="*/ 533 w 1066"/>
              <a:gd name="T47" fmla="*/ 200 h 1100"/>
              <a:gd name="T48" fmla="*/ 433 w 1066"/>
              <a:gd name="T49" fmla="*/ 400 h 1100"/>
              <a:gd name="T50" fmla="*/ 266 w 1066"/>
              <a:gd name="T51" fmla="*/ 499 h 1100"/>
              <a:gd name="T52" fmla="*/ 266 w 1066"/>
              <a:gd name="T53" fmla="*/ 500 h 1100"/>
              <a:gd name="T54" fmla="*/ 266 w 1066"/>
              <a:gd name="T55" fmla="*/ 600 h 1100"/>
              <a:gd name="T56" fmla="*/ 266 w 1066"/>
              <a:gd name="T57" fmla="*/ 633 h 1100"/>
              <a:gd name="T58" fmla="*/ 266 w 1066"/>
              <a:gd name="T59" fmla="*/ 1000 h 1100"/>
              <a:gd name="T60" fmla="*/ 317 w 1066"/>
              <a:gd name="T61" fmla="*/ 1000 h 1100"/>
              <a:gd name="T62" fmla="*/ 347 w 1066"/>
              <a:gd name="T63" fmla="*/ 1007 h 1100"/>
              <a:gd name="T64" fmla="*/ 505 w 1066"/>
              <a:gd name="T65" fmla="*/ 1086 h 1100"/>
              <a:gd name="T66" fmla="*/ 564 w 1066"/>
              <a:gd name="T67" fmla="*/ 1100 h 1100"/>
              <a:gd name="T68" fmla="*/ 833 w 1066"/>
              <a:gd name="T69" fmla="*/ 1100 h 1100"/>
              <a:gd name="T70" fmla="*/ 933 w 1066"/>
              <a:gd name="T71" fmla="*/ 1000 h 1100"/>
              <a:gd name="T72" fmla="*/ 933 w 1066"/>
              <a:gd name="T73" fmla="*/ 1000 h 1100"/>
              <a:gd name="T74" fmla="*/ 907 w 1066"/>
              <a:gd name="T75" fmla="*/ 933 h 1100"/>
              <a:gd name="T76" fmla="*/ 1000 w 1066"/>
              <a:gd name="T77" fmla="*/ 833 h 1100"/>
              <a:gd name="T78" fmla="*/ 1000 w 1066"/>
              <a:gd name="T79" fmla="*/ 833 h 1100"/>
              <a:gd name="T80" fmla="*/ 968 w 1066"/>
              <a:gd name="T81" fmla="*/ 760 h 1100"/>
              <a:gd name="T82" fmla="*/ 1033 w 1066"/>
              <a:gd name="T83" fmla="*/ 666 h 1100"/>
              <a:gd name="T84" fmla="*/ 1033 w 1066"/>
              <a:gd name="T85" fmla="*/ 666 h 1100"/>
              <a:gd name="T86" fmla="*/ 1001 w 1066"/>
              <a:gd name="T87" fmla="*/ 593 h 1100"/>
              <a:gd name="T88" fmla="*/ 1066 w 1066"/>
              <a:gd name="T89" fmla="*/ 500 h 1100"/>
              <a:gd name="T90" fmla="*/ 1066 w 1066"/>
              <a:gd name="T91" fmla="*/ 500 h 1100"/>
              <a:gd name="T92" fmla="*/ 966 w 1066"/>
              <a:gd name="T93" fmla="*/ 400 h 1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066" h="1100">
                <a:moveTo>
                  <a:pt x="166" y="466"/>
                </a:moveTo>
                <a:cubicBezTo>
                  <a:pt x="66" y="466"/>
                  <a:pt x="66" y="466"/>
                  <a:pt x="66" y="466"/>
                </a:cubicBezTo>
                <a:cubicBezTo>
                  <a:pt x="30" y="466"/>
                  <a:pt x="0" y="496"/>
                  <a:pt x="0" y="533"/>
                </a:cubicBezTo>
                <a:cubicBezTo>
                  <a:pt x="0" y="966"/>
                  <a:pt x="0" y="966"/>
                  <a:pt x="0" y="966"/>
                </a:cubicBezTo>
                <a:cubicBezTo>
                  <a:pt x="0" y="1003"/>
                  <a:pt x="30" y="1033"/>
                  <a:pt x="66" y="1033"/>
                </a:cubicBezTo>
                <a:cubicBezTo>
                  <a:pt x="166" y="1033"/>
                  <a:pt x="166" y="1033"/>
                  <a:pt x="166" y="1033"/>
                </a:cubicBezTo>
                <a:cubicBezTo>
                  <a:pt x="203" y="1033"/>
                  <a:pt x="233" y="1003"/>
                  <a:pt x="233" y="966"/>
                </a:cubicBezTo>
                <a:cubicBezTo>
                  <a:pt x="233" y="533"/>
                  <a:pt x="233" y="533"/>
                  <a:pt x="233" y="533"/>
                </a:cubicBezTo>
                <a:cubicBezTo>
                  <a:pt x="233" y="496"/>
                  <a:pt x="203" y="466"/>
                  <a:pt x="166" y="466"/>
                </a:cubicBezTo>
                <a:close/>
                <a:moveTo>
                  <a:pt x="116" y="966"/>
                </a:moveTo>
                <a:cubicBezTo>
                  <a:pt x="89" y="966"/>
                  <a:pt x="66" y="944"/>
                  <a:pt x="66" y="916"/>
                </a:cubicBezTo>
                <a:cubicBezTo>
                  <a:pt x="66" y="889"/>
                  <a:pt x="89" y="866"/>
                  <a:pt x="116" y="866"/>
                </a:cubicBezTo>
                <a:cubicBezTo>
                  <a:pt x="144" y="866"/>
                  <a:pt x="166" y="889"/>
                  <a:pt x="166" y="916"/>
                </a:cubicBezTo>
                <a:cubicBezTo>
                  <a:pt x="166" y="944"/>
                  <a:pt x="144" y="966"/>
                  <a:pt x="116" y="966"/>
                </a:cubicBezTo>
                <a:close/>
                <a:moveTo>
                  <a:pt x="966" y="400"/>
                </a:moveTo>
                <a:cubicBezTo>
                  <a:pt x="700" y="400"/>
                  <a:pt x="700" y="400"/>
                  <a:pt x="700" y="400"/>
                </a:cubicBezTo>
                <a:cubicBezTo>
                  <a:pt x="700" y="400"/>
                  <a:pt x="733" y="212"/>
                  <a:pt x="733" y="183"/>
                </a:cubicBezTo>
                <a:cubicBezTo>
                  <a:pt x="733" y="33"/>
                  <a:pt x="646" y="2"/>
                  <a:pt x="622" y="0"/>
                </a:cubicBezTo>
                <a:cubicBezTo>
                  <a:pt x="622" y="0"/>
                  <a:pt x="622" y="0"/>
                  <a:pt x="622" y="0"/>
                </a:cubicBezTo>
                <a:cubicBezTo>
                  <a:pt x="621" y="0"/>
                  <a:pt x="621" y="0"/>
                  <a:pt x="620" y="0"/>
                </a:cubicBezTo>
                <a:cubicBezTo>
                  <a:pt x="619" y="0"/>
                  <a:pt x="617" y="0"/>
                  <a:pt x="616" y="0"/>
                </a:cubicBezTo>
                <a:cubicBezTo>
                  <a:pt x="616" y="0"/>
                  <a:pt x="616" y="0"/>
                  <a:pt x="616" y="0"/>
                </a:cubicBezTo>
                <a:cubicBezTo>
                  <a:pt x="570" y="0"/>
                  <a:pt x="533" y="37"/>
                  <a:pt x="533" y="83"/>
                </a:cubicBezTo>
                <a:cubicBezTo>
                  <a:pt x="533" y="200"/>
                  <a:pt x="533" y="200"/>
                  <a:pt x="533" y="200"/>
                </a:cubicBezTo>
                <a:cubicBezTo>
                  <a:pt x="433" y="400"/>
                  <a:pt x="433" y="400"/>
                  <a:pt x="433" y="400"/>
                </a:cubicBezTo>
                <a:cubicBezTo>
                  <a:pt x="397" y="455"/>
                  <a:pt x="336" y="494"/>
                  <a:pt x="266" y="499"/>
                </a:cubicBezTo>
                <a:cubicBezTo>
                  <a:pt x="266" y="500"/>
                  <a:pt x="266" y="500"/>
                  <a:pt x="266" y="500"/>
                </a:cubicBezTo>
                <a:cubicBezTo>
                  <a:pt x="266" y="600"/>
                  <a:pt x="266" y="600"/>
                  <a:pt x="266" y="600"/>
                </a:cubicBezTo>
                <a:cubicBezTo>
                  <a:pt x="266" y="633"/>
                  <a:pt x="266" y="633"/>
                  <a:pt x="266" y="633"/>
                </a:cubicBezTo>
                <a:cubicBezTo>
                  <a:pt x="266" y="1000"/>
                  <a:pt x="266" y="1000"/>
                  <a:pt x="266" y="1000"/>
                </a:cubicBezTo>
                <a:cubicBezTo>
                  <a:pt x="317" y="1000"/>
                  <a:pt x="317" y="1000"/>
                  <a:pt x="317" y="1000"/>
                </a:cubicBezTo>
                <a:cubicBezTo>
                  <a:pt x="328" y="1000"/>
                  <a:pt x="338" y="1002"/>
                  <a:pt x="347" y="1007"/>
                </a:cubicBezTo>
                <a:cubicBezTo>
                  <a:pt x="505" y="1086"/>
                  <a:pt x="505" y="1086"/>
                  <a:pt x="505" y="1086"/>
                </a:cubicBezTo>
                <a:cubicBezTo>
                  <a:pt x="523" y="1095"/>
                  <a:pt x="544" y="1100"/>
                  <a:pt x="564" y="1100"/>
                </a:cubicBezTo>
                <a:cubicBezTo>
                  <a:pt x="833" y="1100"/>
                  <a:pt x="833" y="1100"/>
                  <a:pt x="833" y="1100"/>
                </a:cubicBezTo>
                <a:cubicBezTo>
                  <a:pt x="888" y="1100"/>
                  <a:pt x="933" y="1055"/>
                  <a:pt x="933" y="1000"/>
                </a:cubicBezTo>
                <a:cubicBezTo>
                  <a:pt x="933" y="1000"/>
                  <a:pt x="933" y="1000"/>
                  <a:pt x="933" y="1000"/>
                </a:cubicBezTo>
                <a:cubicBezTo>
                  <a:pt x="933" y="974"/>
                  <a:pt x="923" y="950"/>
                  <a:pt x="907" y="933"/>
                </a:cubicBezTo>
                <a:cubicBezTo>
                  <a:pt x="959" y="929"/>
                  <a:pt x="1000" y="886"/>
                  <a:pt x="1000" y="833"/>
                </a:cubicBezTo>
                <a:cubicBezTo>
                  <a:pt x="1000" y="833"/>
                  <a:pt x="1000" y="833"/>
                  <a:pt x="1000" y="833"/>
                </a:cubicBezTo>
                <a:cubicBezTo>
                  <a:pt x="1000" y="804"/>
                  <a:pt x="987" y="778"/>
                  <a:pt x="968" y="760"/>
                </a:cubicBezTo>
                <a:cubicBezTo>
                  <a:pt x="1006" y="746"/>
                  <a:pt x="1033" y="709"/>
                  <a:pt x="1033" y="666"/>
                </a:cubicBezTo>
                <a:cubicBezTo>
                  <a:pt x="1033" y="666"/>
                  <a:pt x="1033" y="666"/>
                  <a:pt x="1033" y="666"/>
                </a:cubicBezTo>
                <a:cubicBezTo>
                  <a:pt x="1033" y="638"/>
                  <a:pt x="1021" y="612"/>
                  <a:pt x="1001" y="593"/>
                </a:cubicBezTo>
                <a:cubicBezTo>
                  <a:pt x="1039" y="579"/>
                  <a:pt x="1066" y="543"/>
                  <a:pt x="1066" y="500"/>
                </a:cubicBezTo>
                <a:cubicBezTo>
                  <a:pt x="1066" y="500"/>
                  <a:pt x="1066" y="500"/>
                  <a:pt x="1066" y="500"/>
                </a:cubicBezTo>
                <a:cubicBezTo>
                  <a:pt x="1066" y="444"/>
                  <a:pt x="1022" y="400"/>
                  <a:pt x="966" y="40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55" name="Freeform 21"/>
          <p:cNvSpPr>
            <a:spLocks noEditPoints="1"/>
          </p:cNvSpPr>
          <p:nvPr/>
        </p:nvSpPr>
        <p:spPr bwMode="auto">
          <a:xfrm>
            <a:off x="6287021" y="3592924"/>
            <a:ext cx="774309" cy="749597"/>
          </a:xfrm>
          <a:custGeom>
            <a:avLst/>
            <a:gdLst>
              <a:gd name="T0" fmla="*/ 966 w 1033"/>
              <a:gd name="T1" fmla="*/ 0 h 1000"/>
              <a:gd name="T2" fmla="*/ 66 w 1033"/>
              <a:gd name="T3" fmla="*/ 0 h 1000"/>
              <a:gd name="T4" fmla="*/ 0 w 1033"/>
              <a:gd name="T5" fmla="*/ 66 h 1000"/>
              <a:gd name="T6" fmla="*/ 0 w 1033"/>
              <a:gd name="T7" fmla="*/ 700 h 1000"/>
              <a:gd name="T8" fmla="*/ 66 w 1033"/>
              <a:gd name="T9" fmla="*/ 766 h 1000"/>
              <a:gd name="T10" fmla="*/ 402 w 1033"/>
              <a:gd name="T11" fmla="*/ 766 h 1000"/>
              <a:gd name="T12" fmla="*/ 419 w 1033"/>
              <a:gd name="T13" fmla="*/ 700 h 1000"/>
              <a:gd name="T14" fmla="*/ 66 w 1033"/>
              <a:gd name="T15" fmla="*/ 700 h 1000"/>
              <a:gd name="T16" fmla="*/ 66 w 1033"/>
              <a:gd name="T17" fmla="*/ 700 h 1000"/>
              <a:gd name="T18" fmla="*/ 66 w 1033"/>
              <a:gd name="T19" fmla="*/ 66 h 1000"/>
              <a:gd name="T20" fmla="*/ 66 w 1033"/>
              <a:gd name="T21" fmla="*/ 66 h 1000"/>
              <a:gd name="T22" fmla="*/ 966 w 1033"/>
              <a:gd name="T23" fmla="*/ 66 h 1000"/>
              <a:gd name="T24" fmla="*/ 966 w 1033"/>
              <a:gd name="T25" fmla="*/ 66 h 1000"/>
              <a:gd name="T26" fmla="*/ 966 w 1033"/>
              <a:gd name="T27" fmla="*/ 591 h 1000"/>
              <a:gd name="T28" fmla="*/ 988 w 1033"/>
              <a:gd name="T29" fmla="*/ 611 h 1000"/>
              <a:gd name="T30" fmla="*/ 1033 w 1033"/>
              <a:gd name="T31" fmla="*/ 670 h 1000"/>
              <a:gd name="T32" fmla="*/ 1033 w 1033"/>
              <a:gd name="T33" fmla="*/ 66 h 1000"/>
              <a:gd name="T34" fmla="*/ 966 w 1033"/>
              <a:gd name="T35" fmla="*/ 0 h 1000"/>
              <a:gd name="T36" fmla="*/ 333 w 1033"/>
              <a:gd name="T37" fmla="*/ 433 h 1000"/>
              <a:gd name="T38" fmla="*/ 466 w 1033"/>
              <a:gd name="T39" fmla="*/ 300 h 1000"/>
              <a:gd name="T40" fmla="*/ 333 w 1033"/>
              <a:gd name="T41" fmla="*/ 166 h 1000"/>
              <a:gd name="T42" fmla="*/ 200 w 1033"/>
              <a:gd name="T43" fmla="*/ 300 h 1000"/>
              <a:gd name="T44" fmla="*/ 333 w 1033"/>
              <a:gd name="T45" fmla="*/ 433 h 1000"/>
              <a:gd name="T46" fmla="*/ 1033 w 1033"/>
              <a:gd name="T47" fmla="*/ 800 h 1000"/>
              <a:gd name="T48" fmla="*/ 898 w 1033"/>
              <a:gd name="T49" fmla="*/ 588 h 1000"/>
              <a:gd name="T50" fmla="*/ 733 w 1033"/>
              <a:gd name="T51" fmla="*/ 650 h 1000"/>
              <a:gd name="T52" fmla="*/ 568 w 1033"/>
              <a:gd name="T53" fmla="*/ 588 h 1000"/>
              <a:gd name="T54" fmla="*/ 433 w 1033"/>
              <a:gd name="T55" fmla="*/ 800 h 1000"/>
              <a:gd name="T56" fmla="*/ 433 w 1033"/>
              <a:gd name="T57" fmla="*/ 800 h 1000"/>
              <a:gd name="T58" fmla="*/ 433 w 1033"/>
              <a:gd name="T59" fmla="*/ 933 h 1000"/>
              <a:gd name="T60" fmla="*/ 433 w 1033"/>
              <a:gd name="T61" fmla="*/ 933 h 1000"/>
              <a:gd name="T62" fmla="*/ 500 w 1033"/>
              <a:gd name="T63" fmla="*/ 1000 h 1000"/>
              <a:gd name="T64" fmla="*/ 546 w 1033"/>
              <a:gd name="T65" fmla="*/ 1000 h 1000"/>
              <a:gd name="T66" fmla="*/ 546 w 1033"/>
              <a:gd name="T67" fmla="*/ 1000 h 1000"/>
              <a:gd name="T68" fmla="*/ 920 w 1033"/>
              <a:gd name="T69" fmla="*/ 1000 h 1000"/>
              <a:gd name="T70" fmla="*/ 920 w 1033"/>
              <a:gd name="T71" fmla="*/ 1000 h 1000"/>
              <a:gd name="T72" fmla="*/ 966 w 1033"/>
              <a:gd name="T73" fmla="*/ 1000 h 1000"/>
              <a:gd name="T74" fmla="*/ 966 w 1033"/>
              <a:gd name="T75" fmla="*/ 1000 h 1000"/>
              <a:gd name="T76" fmla="*/ 1033 w 1033"/>
              <a:gd name="T77" fmla="*/ 933 h 1000"/>
              <a:gd name="T78" fmla="*/ 1033 w 1033"/>
              <a:gd name="T79" fmla="*/ 933 h 1000"/>
              <a:gd name="T80" fmla="*/ 1033 w 1033"/>
              <a:gd name="T81" fmla="*/ 800 h 1000"/>
              <a:gd name="T82" fmla="*/ 1033 w 1033"/>
              <a:gd name="T83" fmla="*/ 800 h 1000"/>
              <a:gd name="T84" fmla="*/ 435 w 1033"/>
              <a:gd name="T85" fmla="*/ 666 h 1000"/>
              <a:gd name="T86" fmla="*/ 478 w 1033"/>
              <a:gd name="T87" fmla="*/ 611 h 1000"/>
              <a:gd name="T88" fmla="*/ 544 w 1033"/>
              <a:gd name="T89" fmla="*/ 563 h 1000"/>
              <a:gd name="T90" fmla="*/ 492 w 1033"/>
              <a:gd name="T91" fmla="*/ 468 h 1000"/>
              <a:gd name="T92" fmla="*/ 439 w 1033"/>
              <a:gd name="T93" fmla="*/ 441 h 1000"/>
              <a:gd name="T94" fmla="*/ 333 w 1033"/>
              <a:gd name="T95" fmla="*/ 476 h 1000"/>
              <a:gd name="T96" fmla="*/ 227 w 1033"/>
              <a:gd name="T97" fmla="*/ 441 h 1000"/>
              <a:gd name="T98" fmla="*/ 100 w 1033"/>
              <a:gd name="T99" fmla="*/ 612 h 1000"/>
              <a:gd name="T100" fmla="*/ 100 w 1033"/>
              <a:gd name="T101" fmla="*/ 613 h 1000"/>
              <a:gd name="T102" fmla="*/ 100 w 1033"/>
              <a:gd name="T103" fmla="*/ 666 h 1000"/>
              <a:gd name="T104" fmla="*/ 435 w 1033"/>
              <a:gd name="T105" fmla="*/ 666 h 1000"/>
              <a:gd name="T106" fmla="*/ 733 w 1033"/>
              <a:gd name="T107" fmla="*/ 600 h 1000"/>
              <a:gd name="T108" fmla="*/ 933 w 1033"/>
              <a:gd name="T109" fmla="*/ 400 h 1000"/>
              <a:gd name="T110" fmla="*/ 733 w 1033"/>
              <a:gd name="T111" fmla="*/ 200 h 1000"/>
              <a:gd name="T112" fmla="*/ 533 w 1033"/>
              <a:gd name="T113" fmla="*/ 400 h 1000"/>
              <a:gd name="T114" fmla="*/ 733 w 1033"/>
              <a:gd name="T115" fmla="*/ 60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033" h="1000">
                <a:moveTo>
                  <a:pt x="966" y="0"/>
                </a:moveTo>
                <a:cubicBezTo>
                  <a:pt x="66" y="0"/>
                  <a:pt x="66" y="0"/>
                  <a:pt x="66" y="0"/>
                </a:cubicBezTo>
                <a:cubicBezTo>
                  <a:pt x="30" y="0"/>
                  <a:pt x="0" y="30"/>
                  <a:pt x="0" y="66"/>
                </a:cubicBezTo>
                <a:cubicBezTo>
                  <a:pt x="0" y="700"/>
                  <a:pt x="0" y="700"/>
                  <a:pt x="0" y="700"/>
                </a:cubicBezTo>
                <a:cubicBezTo>
                  <a:pt x="0" y="736"/>
                  <a:pt x="30" y="766"/>
                  <a:pt x="66" y="766"/>
                </a:cubicBezTo>
                <a:cubicBezTo>
                  <a:pt x="402" y="766"/>
                  <a:pt x="402" y="766"/>
                  <a:pt x="402" y="766"/>
                </a:cubicBezTo>
                <a:cubicBezTo>
                  <a:pt x="405" y="743"/>
                  <a:pt x="410" y="721"/>
                  <a:pt x="419" y="700"/>
                </a:cubicBezTo>
                <a:cubicBezTo>
                  <a:pt x="66" y="700"/>
                  <a:pt x="66" y="700"/>
                  <a:pt x="66" y="700"/>
                </a:cubicBezTo>
                <a:cubicBezTo>
                  <a:pt x="66" y="700"/>
                  <a:pt x="66" y="700"/>
                  <a:pt x="66" y="700"/>
                </a:cubicBezTo>
                <a:cubicBezTo>
                  <a:pt x="66" y="66"/>
                  <a:pt x="66" y="66"/>
                  <a:pt x="66" y="66"/>
                </a:cubicBezTo>
                <a:cubicBezTo>
                  <a:pt x="66" y="66"/>
                  <a:pt x="66" y="66"/>
                  <a:pt x="66" y="66"/>
                </a:cubicBezTo>
                <a:cubicBezTo>
                  <a:pt x="966" y="66"/>
                  <a:pt x="966" y="66"/>
                  <a:pt x="966" y="66"/>
                </a:cubicBezTo>
                <a:cubicBezTo>
                  <a:pt x="966" y="66"/>
                  <a:pt x="966" y="66"/>
                  <a:pt x="966" y="66"/>
                </a:cubicBezTo>
                <a:cubicBezTo>
                  <a:pt x="966" y="591"/>
                  <a:pt x="966" y="591"/>
                  <a:pt x="966" y="591"/>
                </a:cubicBezTo>
                <a:cubicBezTo>
                  <a:pt x="974" y="598"/>
                  <a:pt x="981" y="604"/>
                  <a:pt x="988" y="611"/>
                </a:cubicBezTo>
                <a:cubicBezTo>
                  <a:pt x="1006" y="629"/>
                  <a:pt x="1021" y="649"/>
                  <a:pt x="1033" y="670"/>
                </a:cubicBezTo>
                <a:cubicBezTo>
                  <a:pt x="1033" y="66"/>
                  <a:pt x="1033" y="66"/>
                  <a:pt x="1033" y="66"/>
                </a:cubicBezTo>
                <a:cubicBezTo>
                  <a:pt x="1033" y="30"/>
                  <a:pt x="1003" y="0"/>
                  <a:pt x="966" y="0"/>
                </a:cubicBezTo>
                <a:close/>
                <a:moveTo>
                  <a:pt x="333" y="433"/>
                </a:moveTo>
                <a:cubicBezTo>
                  <a:pt x="407" y="433"/>
                  <a:pt x="466" y="373"/>
                  <a:pt x="466" y="300"/>
                </a:cubicBezTo>
                <a:cubicBezTo>
                  <a:pt x="466" y="226"/>
                  <a:pt x="407" y="166"/>
                  <a:pt x="333" y="166"/>
                </a:cubicBezTo>
                <a:cubicBezTo>
                  <a:pt x="259" y="166"/>
                  <a:pt x="200" y="226"/>
                  <a:pt x="200" y="300"/>
                </a:cubicBezTo>
                <a:cubicBezTo>
                  <a:pt x="200" y="373"/>
                  <a:pt x="259" y="433"/>
                  <a:pt x="333" y="433"/>
                </a:cubicBezTo>
                <a:close/>
                <a:moveTo>
                  <a:pt x="1033" y="800"/>
                </a:moveTo>
                <a:cubicBezTo>
                  <a:pt x="1033" y="706"/>
                  <a:pt x="978" y="625"/>
                  <a:pt x="898" y="588"/>
                </a:cubicBezTo>
                <a:cubicBezTo>
                  <a:pt x="854" y="626"/>
                  <a:pt x="796" y="650"/>
                  <a:pt x="733" y="650"/>
                </a:cubicBezTo>
                <a:cubicBezTo>
                  <a:pt x="670" y="650"/>
                  <a:pt x="612" y="626"/>
                  <a:pt x="568" y="588"/>
                </a:cubicBezTo>
                <a:cubicBezTo>
                  <a:pt x="488" y="625"/>
                  <a:pt x="433" y="706"/>
                  <a:pt x="433" y="800"/>
                </a:cubicBezTo>
                <a:cubicBezTo>
                  <a:pt x="433" y="800"/>
                  <a:pt x="433" y="800"/>
                  <a:pt x="433" y="800"/>
                </a:cubicBezTo>
                <a:cubicBezTo>
                  <a:pt x="433" y="933"/>
                  <a:pt x="433" y="933"/>
                  <a:pt x="433" y="933"/>
                </a:cubicBezTo>
                <a:cubicBezTo>
                  <a:pt x="433" y="933"/>
                  <a:pt x="433" y="933"/>
                  <a:pt x="433" y="933"/>
                </a:cubicBezTo>
                <a:cubicBezTo>
                  <a:pt x="433" y="970"/>
                  <a:pt x="463" y="1000"/>
                  <a:pt x="500" y="1000"/>
                </a:cubicBezTo>
                <a:cubicBezTo>
                  <a:pt x="546" y="1000"/>
                  <a:pt x="546" y="1000"/>
                  <a:pt x="546" y="1000"/>
                </a:cubicBezTo>
                <a:cubicBezTo>
                  <a:pt x="546" y="1000"/>
                  <a:pt x="546" y="1000"/>
                  <a:pt x="546" y="1000"/>
                </a:cubicBezTo>
                <a:cubicBezTo>
                  <a:pt x="920" y="1000"/>
                  <a:pt x="920" y="1000"/>
                  <a:pt x="920" y="1000"/>
                </a:cubicBezTo>
                <a:cubicBezTo>
                  <a:pt x="920" y="1000"/>
                  <a:pt x="920" y="1000"/>
                  <a:pt x="920" y="1000"/>
                </a:cubicBezTo>
                <a:cubicBezTo>
                  <a:pt x="966" y="1000"/>
                  <a:pt x="966" y="1000"/>
                  <a:pt x="966" y="1000"/>
                </a:cubicBezTo>
                <a:cubicBezTo>
                  <a:pt x="966" y="1000"/>
                  <a:pt x="966" y="1000"/>
                  <a:pt x="966" y="1000"/>
                </a:cubicBezTo>
                <a:cubicBezTo>
                  <a:pt x="1003" y="1000"/>
                  <a:pt x="1033" y="970"/>
                  <a:pt x="1033" y="933"/>
                </a:cubicBezTo>
                <a:cubicBezTo>
                  <a:pt x="1033" y="933"/>
                  <a:pt x="1033" y="933"/>
                  <a:pt x="1033" y="933"/>
                </a:cubicBezTo>
                <a:cubicBezTo>
                  <a:pt x="1033" y="800"/>
                  <a:pt x="1033" y="800"/>
                  <a:pt x="1033" y="800"/>
                </a:cubicBezTo>
                <a:cubicBezTo>
                  <a:pt x="1033" y="800"/>
                  <a:pt x="1033" y="800"/>
                  <a:pt x="1033" y="800"/>
                </a:cubicBezTo>
                <a:close/>
                <a:moveTo>
                  <a:pt x="435" y="666"/>
                </a:moveTo>
                <a:cubicBezTo>
                  <a:pt x="447" y="646"/>
                  <a:pt x="461" y="628"/>
                  <a:pt x="478" y="611"/>
                </a:cubicBezTo>
                <a:cubicBezTo>
                  <a:pt x="497" y="592"/>
                  <a:pt x="519" y="575"/>
                  <a:pt x="544" y="563"/>
                </a:cubicBezTo>
                <a:cubicBezTo>
                  <a:pt x="520" y="536"/>
                  <a:pt x="502" y="503"/>
                  <a:pt x="492" y="468"/>
                </a:cubicBezTo>
                <a:cubicBezTo>
                  <a:pt x="476" y="456"/>
                  <a:pt x="458" y="447"/>
                  <a:pt x="439" y="441"/>
                </a:cubicBezTo>
                <a:cubicBezTo>
                  <a:pt x="409" y="463"/>
                  <a:pt x="373" y="476"/>
                  <a:pt x="333" y="476"/>
                </a:cubicBezTo>
                <a:cubicBezTo>
                  <a:pt x="293" y="476"/>
                  <a:pt x="257" y="463"/>
                  <a:pt x="227" y="441"/>
                </a:cubicBezTo>
                <a:cubicBezTo>
                  <a:pt x="153" y="464"/>
                  <a:pt x="100" y="532"/>
                  <a:pt x="100" y="612"/>
                </a:cubicBezTo>
                <a:cubicBezTo>
                  <a:pt x="100" y="613"/>
                  <a:pt x="100" y="613"/>
                  <a:pt x="100" y="613"/>
                </a:cubicBezTo>
                <a:cubicBezTo>
                  <a:pt x="100" y="666"/>
                  <a:pt x="100" y="666"/>
                  <a:pt x="100" y="666"/>
                </a:cubicBezTo>
                <a:lnTo>
                  <a:pt x="435" y="666"/>
                </a:lnTo>
                <a:close/>
                <a:moveTo>
                  <a:pt x="733" y="600"/>
                </a:moveTo>
                <a:cubicBezTo>
                  <a:pt x="843" y="600"/>
                  <a:pt x="933" y="510"/>
                  <a:pt x="933" y="400"/>
                </a:cubicBezTo>
                <a:cubicBezTo>
                  <a:pt x="933" y="289"/>
                  <a:pt x="843" y="200"/>
                  <a:pt x="733" y="200"/>
                </a:cubicBezTo>
                <a:cubicBezTo>
                  <a:pt x="623" y="200"/>
                  <a:pt x="533" y="289"/>
                  <a:pt x="533" y="400"/>
                </a:cubicBezTo>
                <a:cubicBezTo>
                  <a:pt x="533" y="510"/>
                  <a:pt x="623" y="600"/>
                  <a:pt x="733" y="60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grpSp>
        <p:nvGrpSpPr>
          <p:cNvPr id="3" name="Group 2"/>
          <p:cNvGrpSpPr/>
          <p:nvPr/>
        </p:nvGrpSpPr>
        <p:grpSpPr>
          <a:xfrm>
            <a:off x="7756313" y="3592827"/>
            <a:ext cx="745607" cy="745607"/>
            <a:chOff x="7632914" y="3435846"/>
            <a:chExt cx="992404" cy="992404"/>
          </a:xfrm>
        </p:grpSpPr>
        <p:sp>
          <p:nvSpPr>
            <p:cNvPr id="2" name="Oval 1"/>
            <p:cNvSpPr/>
            <p:nvPr/>
          </p:nvSpPr>
          <p:spPr>
            <a:xfrm>
              <a:off x="7632914" y="3435846"/>
              <a:ext cx="992404" cy="99240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>
                <a:solidFill>
                  <a:srgbClr val="000000"/>
                </a:solidFill>
              </a:endParaRPr>
            </a:p>
          </p:txBody>
        </p:sp>
        <p:sp>
          <p:nvSpPr>
            <p:cNvPr id="56" name="Freeform 26"/>
            <p:cNvSpPr>
              <a:spLocks noEditPoints="1"/>
            </p:cNvSpPr>
            <p:nvPr/>
          </p:nvSpPr>
          <p:spPr bwMode="auto">
            <a:xfrm>
              <a:off x="7788468" y="3667446"/>
              <a:ext cx="681296" cy="529205"/>
            </a:xfrm>
            <a:custGeom>
              <a:avLst/>
              <a:gdLst>
                <a:gd name="T0" fmla="*/ 157 w 1203"/>
                <a:gd name="T1" fmla="*/ 406 h 935"/>
                <a:gd name="T2" fmla="*/ 236 w 1203"/>
                <a:gd name="T3" fmla="*/ 485 h 935"/>
                <a:gd name="T4" fmla="*/ 400 w 1203"/>
                <a:gd name="T5" fmla="*/ 373 h 935"/>
                <a:gd name="T6" fmla="*/ 602 w 1203"/>
                <a:gd name="T7" fmla="*/ 333 h 935"/>
                <a:gd name="T8" fmla="*/ 803 w 1203"/>
                <a:gd name="T9" fmla="*/ 373 h 935"/>
                <a:gd name="T10" fmla="*/ 968 w 1203"/>
                <a:gd name="T11" fmla="*/ 485 h 935"/>
                <a:gd name="T12" fmla="*/ 1046 w 1203"/>
                <a:gd name="T13" fmla="*/ 406 h 935"/>
                <a:gd name="T14" fmla="*/ 602 w 1203"/>
                <a:gd name="T15" fmla="*/ 222 h 935"/>
                <a:gd name="T16" fmla="*/ 157 w 1203"/>
                <a:gd name="T17" fmla="*/ 406 h 935"/>
                <a:gd name="T18" fmla="*/ 602 w 1203"/>
                <a:gd name="T19" fmla="*/ 0 h 935"/>
                <a:gd name="T20" fmla="*/ 0 w 1203"/>
                <a:gd name="T21" fmla="*/ 249 h 935"/>
                <a:gd name="T22" fmla="*/ 79 w 1203"/>
                <a:gd name="T23" fmla="*/ 328 h 935"/>
                <a:gd name="T24" fmla="*/ 314 w 1203"/>
                <a:gd name="T25" fmla="*/ 169 h 935"/>
                <a:gd name="T26" fmla="*/ 602 w 1203"/>
                <a:gd name="T27" fmla="*/ 111 h 935"/>
                <a:gd name="T28" fmla="*/ 889 w 1203"/>
                <a:gd name="T29" fmla="*/ 169 h 935"/>
                <a:gd name="T30" fmla="*/ 1125 w 1203"/>
                <a:gd name="T31" fmla="*/ 328 h 935"/>
                <a:gd name="T32" fmla="*/ 1203 w 1203"/>
                <a:gd name="T33" fmla="*/ 249 h 935"/>
                <a:gd name="T34" fmla="*/ 602 w 1203"/>
                <a:gd name="T35" fmla="*/ 0 h 935"/>
                <a:gd name="T36" fmla="*/ 602 w 1203"/>
                <a:gd name="T37" fmla="*/ 668 h 935"/>
                <a:gd name="T38" fmla="*/ 468 w 1203"/>
                <a:gd name="T39" fmla="*/ 801 h 935"/>
                <a:gd name="T40" fmla="*/ 602 w 1203"/>
                <a:gd name="T41" fmla="*/ 935 h 935"/>
                <a:gd name="T42" fmla="*/ 735 w 1203"/>
                <a:gd name="T43" fmla="*/ 801 h 935"/>
                <a:gd name="T44" fmla="*/ 602 w 1203"/>
                <a:gd name="T45" fmla="*/ 668 h 935"/>
                <a:gd name="T46" fmla="*/ 314 w 1203"/>
                <a:gd name="T47" fmla="*/ 563 h 935"/>
                <a:gd name="T48" fmla="*/ 393 w 1203"/>
                <a:gd name="T49" fmla="*/ 641 h 935"/>
                <a:gd name="T50" fmla="*/ 602 w 1203"/>
                <a:gd name="T51" fmla="*/ 555 h 935"/>
                <a:gd name="T52" fmla="*/ 811 w 1203"/>
                <a:gd name="T53" fmla="*/ 641 h 935"/>
                <a:gd name="T54" fmla="*/ 889 w 1203"/>
                <a:gd name="T55" fmla="*/ 563 h 935"/>
                <a:gd name="T56" fmla="*/ 602 w 1203"/>
                <a:gd name="T57" fmla="*/ 444 h 935"/>
                <a:gd name="T58" fmla="*/ 314 w 1203"/>
                <a:gd name="T59" fmla="*/ 563 h 9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03" h="935">
                  <a:moveTo>
                    <a:pt x="157" y="406"/>
                  </a:moveTo>
                  <a:cubicBezTo>
                    <a:pt x="236" y="485"/>
                    <a:pt x="236" y="485"/>
                    <a:pt x="236" y="485"/>
                  </a:cubicBezTo>
                  <a:cubicBezTo>
                    <a:pt x="283" y="437"/>
                    <a:pt x="339" y="400"/>
                    <a:pt x="400" y="373"/>
                  </a:cubicBezTo>
                  <a:cubicBezTo>
                    <a:pt x="464" y="347"/>
                    <a:pt x="532" y="333"/>
                    <a:pt x="602" y="333"/>
                  </a:cubicBezTo>
                  <a:cubicBezTo>
                    <a:pt x="672" y="333"/>
                    <a:pt x="739" y="347"/>
                    <a:pt x="803" y="373"/>
                  </a:cubicBezTo>
                  <a:cubicBezTo>
                    <a:pt x="865" y="400"/>
                    <a:pt x="920" y="437"/>
                    <a:pt x="968" y="485"/>
                  </a:cubicBezTo>
                  <a:cubicBezTo>
                    <a:pt x="1046" y="406"/>
                    <a:pt x="1046" y="406"/>
                    <a:pt x="1046" y="406"/>
                  </a:cubicBezTo>
                  <a:cubicBezTo>
                    <a:pt x="932" y="292"/>
                    <a:pt x="775" y="222"/>
                    <a:pt x="602" y="222"/>
                  </a:cubicBezTo>
                  <a:cubicBezTo>
                    <a:pt x="428" y="222"/>
                    <a:pt x="271" y="292"/>
                    <a:pt x="157" y="406"/>
                  </a:cubicBezTo>
                  <a:close/>
                  <a:moveTo>
                    <a:pt x="602" y="0"/>
                  </a:moveTo>
                  <a:cubicBezTo>
                    <a:pt x="367" y="0"/>
                    <a:pt x="154" y="95"/>
                    <a:pt x="0" y="249"/>
                  </a:cubicBezTo>
                  <a:cubicBezTo>
                    <a:pt x="79" y="328"/>
                    <a:pt x="79" y="328"/>
                    <a:pt x="79" y="328"/>
                  </a:cubicBezTo>
                  <a:cubicBezTo>
                    <a:pt x="147" y="260"/>
                    <a:pt x="226" y="206"/>
                    <a:pt x="314" y="169"/>
                  </a:cubicBezTo>
                  <a:cubicBezTo>
                    <a:pt x="405" y="130"/>
                    <a:pt x="502" y="111"/>
                    <a:pt x="602" y="111"/>
                  </a:cubicBezTo>
                  <a:cubicBezTo>
                    <a:pt x="702" y="111"/>
                    <a:pt x="798" y="130"/>
                    <a:pt x="889" y="169"/>
                  </a:cubicBezTo>
                  <a:cubicBezTo>
                    <a:pt x="978" y="206"/>
                    <a:pt x="1057" y="260"/>
                    <a:pt x="1125" y="328"/>
                  </a:cubicBezTo>
                  <a:cubicBezTo>
                    <a:pt x="1203" y="249"/>
                    <a:pt x="1203" y="249"/>
                    <a:pt x="1203" y="249"/>
                  </a:cubicBezTo>
                  <a:cubicBezTo>
                    <a:pt x="1049" y="95"/>
                    <a:pt x="837" y="0"/>
                    <a:pt x="602" y="0"/>
                  </a:cubicBezTo>
                  <a:close/>
                  <a:moveTo>
                    <a:pt x="602" y="668"/>
                  </a:moveTo>
                  <a:cubicBezTo>
                    <a:pt x="528" y="668"/>
                    <a:pt x="468" y="728"/>
                    <a:pt x="468" y="801"/>
                  </a:cubicBezTo>
                  <a:cubicBezTo>
                    <a:pt x="468" y="875"/>
                    <a:pt x="528" y="935"/>
                    <a:pt x="602" y="935"/>
                  </a:cubicBezTo>
                  <a:cubicBezTo>
                    <a:pt x="675" y="935"/>
                    <a:pt x="735" y="875"/>
                    <a:pt x="735" y="801"/>
                  </a:cubicBezTo>
                  <a:cubicBezTo>
                    <a:pt x="735" y="728"/>
                    <a:pt x="675" y="668"/>
                    <a:pt x="602" y="668"/>
                  </a:cubicBezTo>
                  <a:close/>
                  <a:moveTo>
                    <a:pt x="314" y="563"/>
                  </a:moveTo>
                  <a:cubicBezTo>
                    <a:pt x="393" y="641"/>
                    <a:pt x="393" y="641"/>
                    <a:pt x="393" y="641"/>
                  </a:cubicBezTo>
                  <a:cubicBezTo>
                    <a:pt x="448" y="586"/>
                    <a:pt x="523" y="555"/>
                    <a:pt x="602" y="555"/>
                  </a:cubicBezTo>
                  <a:cubicBezTo>
                    <a:pt x="681" y="555"/>
                    <a:pt x="755" y="586"/>
                    <a:pt x="811" y="641"/>
                  </a:cubicBezTo>
                  <a:cubicBezTo>
                    <a:pt x="889" y="563"/>
                    <a:pt x="889" y="563"/>
                    <a:pt x="889" y="563"/>
                  </a:cubicBezTo>
                  <a:cubicBezTo>
                    <a:pt x="810" y="484"/>
                    <a:pt x="706" y="444"/>
                    <a:pt x="602" y="444"/>
                  </a:cubicBezTo>
                  <a:cubicBezTo>
                    <a:pt x="498" y="444"/>
                    <a:pt x="393" y="484"/>
                    <a:pt x="314" y="56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</p:grpSp>
      <p:sp>
        <p:nvSpPr>
          <p:cNvPr id="59" name="Rectangle 58"/>
          <p:cNvSpPr/>
          <p:nvPr/>
        </p:nvSpPr>
        <p:spPr>
          <a:xfrm>
            <a:off x="3181693" y="3183196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Pas d’accord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10614" y="3183196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Vidéo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9535" y="3183196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Vidéo conférence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68456" y="3183196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Wi-Fi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52771" y="1729185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Synchronisation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3850" y="1729185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Surveillance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81693" y="1729185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TV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10614" y="1729185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Thermomètre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9535" y="1729185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Ok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68456" y="1729185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Passeport</a:t>
            </a:r>
          </a:p>
        </p:txBody>
      </p:sp>
      <p:sp>
        <p:nvSpPr>
          <p:cNvPr id="45" name="Freeform 6"/>
          <p:cNvSpPr>
            <a:spLocks noEditPoints="1"/>
          </p:cNvSpPr>
          <p:nvPr/>
        </p:nvSpPr>
        <p:spPr bwMode="auto">
          <a:xfrm>
            <a:off x="5127279" y="2123191"/>
            <a:ext cx="313743" cy="762812"/>
          </a:xfrm>
          <a:custGeom>
            <a:avLst/>
            <a:gdLst>
              <a:gd name="T0" fmla="*/ 284 w 466"/>
              <a:gd name="T1" fmla="*/ 814 h 1133"/>
              <a:gd name="T2" fmla="*/ 284 w 466"/>
              <a:gd name="T3" fmla="*/ 484 h 1133"/>
              <a:gd name="T4" fmla="*/ 233 w 466"/>
              <a:gd name="T5" fmla="*/ 433 h 1133"/>
              <a:gd name="T6" fmla="*/ 182 w 466"/>
              <a:gd name="T7" fmla="*/ 484 h 1133"/>
              <a:gd name="T8" fmla="*/ 182 w 466"/>
              <a:gd name="T9" fmla="*/ 814 h 1133"/>
              <a:gd name="T10" fmla="*/ 133 w 466"/>
              <a:gd name="T11" fmla="*/ 900 h 1133"/>
              <a:gd name="T12" fmla="*/ 233 w 466"/>
              <a:gd name="T13" fmla="*/ 1000 h 1133"/>
              <a:gd name="T14" fmla="*/ 333 w 466"/>
              <a:gd name="T15" fmla="*/ 900 h 1133"/>
              <a:gd name="T16" fmla="*/ 284 w 466"/>
              <a:gd name="T17" fmla="*/ 814 h 1133"/>
              <a:gd name="T18" fmla="*/ 400 w 466"/>
              <a:gd name="T19" fmla="*/ 737 h 1133"/>
              <a:gd name="T20" fmla="*/ 400 w 466"/>
              <a:gd name="T21" fmla="*/ 167 h 1133"/>
              <a:gd name="T22" fmla="*/ 233 w 466"/>
              <a:gd name="T23" fmla="*/ 0 h 1133"/>
              <a:gd name="T24" fmla="*/ 66 w 466"/>
              <a:gd name="T25" fmla="*/ 167 h 1133"/>
              <a:gd name="T26" fmla="*/ 66 w 466"/>
              <a:gd name="T27" fmla="*/ 737 h 1133"/>
              <a:gd name="T28" fmla="*/ 0 w 466"/>
              <a:gd name="T29" fmla="*/ 900 h 1133"/>
              <a:gd name="T30" fmla="*/ 233 w 466"/>
              <a:gd name="T31" fmla="*/ 1133 h 1133"/>
              <a:gd name="T32" fmla="*/ 466 w 466"/>
              <a:gd name="T33" fmla="*/ 900 h 1133"/>
              <a:gd name="T34" fmla="*/ 400 w 466"/>
              <a:gd name="T35" fmla="*/ 737 h 1133"/>
              <a:gd name="T36" fmla="*/ 233 w 466"/>
              <a:gd name="T37" fmla="*/ 1067 h 1133"/>
              <a:gd name="T38" fmla="*/ 66 w 466"/>
              <a:gd name="T39" fmla="*/ 900 h 1133"/>
              <a:gd name="T40" fmla="*/ 133 w 466"/>
              <a:gd name="T41" fmla="*/ 767 h 1133"/>
              <a:gd name="T42" fmla="*/ 133 w 466"/>
              <a:gd name="T43" fmla="*/ 367 h 1133"/>
              <a:gd name="T44" fmla="*/ 183 w 466"/>
              <a:gd name="T45" fmla="*/ 367 h 1133"/>
              <a:gd name="T46" fmla="*/ 200 w 466"/>
              <a:gd name="T47" fmla="*/ 350 h 1133"/>
              <a:gd name="T48" fmla="*/ 183 w 466"/>
              <a:gd name="T49" fmla="*/ 333 h 1133"/>
              <a:gd name="T50" fmla="*/ 133 w 466"/>
              <a:gd name="T51" fmla="*/ 333 h 1133"/>
              <a:gd name="T52" fmla="*/ 133 w 466"/>
              <a:gd name="T53" fmla="*/ 300 h 1133"/>
              <a:gd name="T54" fmla="*/ 183 w 466"/>
              <a:gd name="T55" fmla="*/ 300 h 1133"/>
              <a:gd name="T56" fmla="*/ 200 w 466"/>
              <a:gd name="T57" fmla="*/ 283 h 1133"/>
              <a:gd name="T58" fmla="*/ 183 w 466"/>
              <a:gd name="T59" fmla="*/ 267 h 1133"/>
              <a:gd name="T60" fmla="*/ 133 w 466"/>
              <a:gd name="T61" fmla="*/ 267 h 1133"/>
              <a:gd name="T62" fmla="*/ 133 w 466"/>
              <a:gd name="T63" fmla="*/ 233 h 1133"/>
              <a:gd name="T64" fmla="*/ 183 w 466"/>
              <a:gd name="T65" fmla="*/ 233 h 1133"/>
              <a:gd name="T66" fmla="*/ 200 w 466"/>
              <a:gd name="T67" fmla="*/ 217 h 1133"/>
              <a:gd name="T68" fmla="*/ 183 w 466"/>
              <a:gd name="T69" fmla="*/ 200 h 1133"/>
              <a:gd name="T70" fmla="*/ 133 w 466"/>
              <a:gd name="T71" fmla="*/ 200 h 1133"/>
              <a:gd name="T72" fmla="*/ 133 w 466"/>
              <a:gd name="T73" fmla="*/ 167 h 1133"/>
              <a:gd name="T74" fmla="*/ 233 w 466"/>
              <a:gd name="T75" fmla="*/ 67 h 1133"/>
              <a:gd name="T76" fmla="*/ 333 w 466"/>
              <a:gd name="T77" fmla="*/ 167 h 1133"/>
              <a:gd name="T78" fmla="*/ 333 w 466"/>
              <a:gd name="T79" fmla="*/ 767 h 1133"/>
              <a:gd name="T80" fmla="*/ 400 w 466"/>
              <a:gd name="T81" fmla="*/ 900 h 1133"/>
              <a:gd name="T82" fmla="*/ 233 w 466"/>
              <a:gd name="T83" fmla="*/ 1067 h 1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66" h="1133">
                <a:moveTo>
                  <a:pt x="284" y="814"/>
                </a:moveTo>
                <a:cubicBezTo>
                  <a:pt x="284" y="484"/>
                  <a:pt x="284" y="484"/>
                  <a:pt x="284" y="484"/>
                </a:cubicBezTo>
                <a:cubicBezTo>
                  <a:pt x="284" y="456"/>
                  <a:pt x="261" y="433"/>
                  <a:pt x="233" y="433"/>
                </a:cubicBezTo>
                <a:cubicBezTo>
                  <a:pt x="205" y="433"/>
                  <a:pt x="182" y="456"/>
                  <a:pt x="182" y="484"/>
                </a:cubicBezTo>
                <a:cubicBezTo>
                  <a:pt x="182" y="814"/>
                  <a:pt x="182" y="814"/>
                  <a:pt x="182" y="814"/>
                </a:cubicBezTo>
                <a:cubicBezTo>
                  <a:pt x="153" y="831"/>
                  <a:pt x="133" y="863"/>
                  <a:pt x="133" y="900"/>
                </a:cubicBezTo>
                <a:cubicBezTo>
                  <a:pt x="133" y="955"/>
                  <a:pt x="178" y="1000"/>
                  <a:pt x="233" y="1000"/>
                </a:cubicBezTo>
                <a:cubicBezTo>
                  <a:pt x="288" y="1000"/>
                  <a:pt x="333" y="955"/>
                  <a:pt x="333" y="900"/>
                </a:cubicBezTo>
                <a:cubicBezTo>
                  <a:pt x="333" y="863"/>
                  <a:pt x="313" y="831"/>
                  <a:pt x="284" y="814"/>
                </a:cubicBezTo>
                <a:close/>
                <a:moveTo>
                  <a:pt x="400" y="737"/>
                </a:moveTo>
                <a:cubicBezTo>
                  <a:pt x="400" y="167"/>
                  <a:pt x="400" y="167"/>
                  <a:pt x="400" y="167"/>
                </a:cubicBezTo>
                <a:cubicBezTo>
                  <a:pt x="400" y="75"/>
                  <a:pt x="325" y="0"/>
                  <a:pt x="233" y="0"/>
                </a:cubicBezTo>
                <a:cubicBezTo>
                  <a:pt x="141" y="0"/>
                  <a:pt x="66" y="75"/>
                  <a:pt x="66" y="167"/>
                </a:cubicBezTo>
                <a:cubicBezTo>
                  <a:pt x="66" y="737"/>
                  <a:pt x="66" y="737"/>
                  <a:pt x="66" y="737"/>
                </a:cubicBezTo>
                <a:cubicBezTo>
                  <a:pt x="25" y="779"/>
                  <a:pt x="0" y="836"/>
                  <a:pt x="0" y="900"/>
                </a:cubicBezTo>
                <a:cubicBezTo>
                  <a:pt x="0" y="1029"/>
                  <a:pt x="104" y="1133"/>
                  <a:pt x="233" y="1133"/>
                </a:cubicBezTo>
                <a:cubicBezTo>
                  <a:pt x="362" y="1133"/>
                  <a:pt x="466" y="1029"/>
                  <a:pt x="466" y="900"/>
                </a:cubicBezTo>
                <a:cubicBezTo>
                  <a:pt x="466" y="836"/>
                  <a:pt x="441" y="779"/>
                  <a:pt x="400" y="737"/>
                </a:cubicBezTo>
                <a:close/>
                <a:moveTo>
                  <a:pt x="233" y="1067"/>
                </a:moveTo>
                <a:cubicBezTo>
                  <a:pt x="141" y="1067"/>
                  <a:pt x="66" y="992"/>
                  <a:pt x="66" y="900"/>
                </a:cubicBezTo>
                <a:cubicBezTo>
                  <a:pt x="66" y="845"/>
                  <a:pt x="93" y="797"/>
                  <a:pt x="133" y="767"/>
                </a:cubicBezTo>
                <a:cubicBezTo>
                  <a:pt x="133" y="367"/>
                  <a:pt x="133" y="367"/>
                  <a:pt x="133" y="367"/>
                </a:cubicBezTo>
                <a:cubicBezTo>
                  <a:pt x="183" y="367"/>
                  <a:pt x="183" y="367"/>
                  <a:pt x="183" y="367"/>
                </a:cubicBezTo>
                <a:cubicBezTo>
                  <a:pt x="192" y="367"/>
                  <a:pt x="200" y="359"/>
                  <a:pt x="200" y="350"/>
                </a:cubicBezTo>
                <a:cubicBezTo>
                  <a:pt x="200" y="341"/>
                  <a:pt x="192" y="333"/>
                  <a:pt x="183" y="333"/>
                </a:cubicBezTo>
                <a:cubicBezTo>
                  <a:pt x="133" y="333"/>
                  <a:pt x="133" y="333"/>
                  <a:pt x="133" y="333"/>
                </a:cubicBezTo>
                <a:cubicBezTo>
                  <a:pt x="133" y="300"/>
                  <a:pt x="133" y="300"/>
                  <a:pt x="133" y="300"/>
                </a:cubicBezTo>
                <a:cubicBezTo>
                  <a:pt x="183" y="300"/>
                  <a:pt x="183" y="300"/>
                  <a:pt x="183" y="300"/>
                </a:cubicBezTo>
                <a:cubicBezTo>
                  <a:pt x="192" y="300"/>
                  <a:pt x="200" y="293"/>
                  <a:pt x="200" y="283"/>
                </a:cubicBezTo>
                <a:cubicBezTo>
                  <a:pt x="200" y="274"/>
                  <a:pt x="192" y="267"/>
                  <a:pt x="183" y="267"/>
                </a:cubicBezTo>
                <a:cubicBezTo>
                  <a:pt x="133" y="267"/>
                  <a:pt x="133" y="267"/>
                  <a:pt x="133" y="267"/>
                </a:cubicBezTo>
                <a:cubicBezTo>
                  <a:pt x="133" y="233"/>
                  <a:pt x="133" y="233"/>
                  <a:pt x="133" y="233"/>
                </a:cubicBezTo>
                <a:cubicBezTo>
                  <a:pt x="183" y="233"/>
                  <a:pt x="183" y="233"/>
                  <a:pt x="183" y="233"/>
                </a:cubicBezTo>
                <a:cubicBezTo>
                  <a:pt x="192" y="233"/>
                  <a:pt x="200" y="226"/>
                  <a:pt x="200" y="217"/>
                </a:cubicBezTo>
                <a:cubicBezTo>
                  <a:pt x="200" y="207"/>
                  <a:pt x="192" y="200"/>
                  <a:pt x="183" y="200"/>
                </a:cubicBezTo>
                <a:cubicBezTo>
                  <a:pt x="133" y="200"/>
                  <a:pt x="133" y="200"/>
                  <a:pt x="133" y="200"/>
                </a:cubicBezTo>
                <a:cubicBezTo>
                  <a:pt x="133" y="167"/>
                  <a:pt x="133" y="167"/>
                  <a:pt x="133" y="167"/>
                </a:cubicBezTo>
                <a:cubicBezTo>
                  <a:pt x="133" y="111"/>
                  <a:pt x="178" y="67"/>
                  <a:pt x="233" y="67"/>
                </a:cubicBezTo>
                <a:cubicBezTo>
                  <a:pt x="288" y="67"/>
                  <a:pt x="333" y="111"/>
                  <a:pt x="333" y="167"/>
                </a:cubicBezTo>
                <a:cubicBezTo>
                  <a:pt x="333" y="767"/>
                  <a:pt x="333" y="767"/>
                  <a:pt x="333" y="767"/>
                </a:cubicBezTo>
                <a:cubicBezTo>
                  <a:pt x="373" y="797"/>
                  <a:pt x="400" y="845"/>
                  <a:pt x="400" y="900"/>
                </a:cubicBezTo>
                <a:cubicBezTo>
                  <a:pt x="400" y="992"/>
                  <a:pt x="325" y="1067"/>
                  <a:pt x="233" y="106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46" name="Freeform 61"/>
          <p:cNvSpPr>
            <a:spLocks noEditPoints="1"/>
          </p:cNvSpPr>
          <p:nvPr/>
        </p:nvSpPr>
        <p:spPr bwMode="auto">
          <a:xfrm>
            <a:off x="7803992" y="2019937"/>
            <a:ext cx="725001" cy="918788"/>
          </a:xfrm>
          <a:custGeom>
            <a:avLst/>
            <a:gdLst>
              <a:gd name="T0" fmla="*/ 799 w 852"/>
              <a:gd name="T1" fmla="*/ 294 h 1079"/>
              <a:gd name="T2" fmla="*/ 457 w 852"/>
              <a:gd name="T3" fmla="*/ 20 h 1079"/>
              <a:gd name="T4" fmla="*/ 16 w 852"/>
              <a:gd name="T5" fmla="*/ 651 h 1079"/>
              <a:gd name="T6" fmla="*/ 390 w 852"/>
              <a:gd name="T7" fmla="*/ 136 h 1079"/>
              <a:gd name="T8" fmla="*/ 823 w 852"/>
              <a:gd name="T9" fmla="*/ 347 h 1079"/>
              <a:gd name="T10" fmla="*/ 403 w 852"/>
              <a:gd name="T11" fmla="*/ 181 h 1079"/>
              <a:gd name="T12" fmla="*/ 77 w 852"/>
              <a:gd name="T13" fmla="*/ 878 h 1079"/>
              <a:gd name="T14" fmla="*/ 487 w 852"/>
              <a:gd name="T15" fmla="*/ 1034 h 1079"/>
              <a:gd name="T16" fmla="*/ 823 w 852"/>
              <a:gd name="T17" fmla="*/ 347 h 1079"/>
              <a:gd name="T18" fmla="*/ 483 w 852"/>
              <a:gd name="T19" fmla="*/ 444 h 1079"/>
              <a:gd name="T20" fmla="*/ 471 w 852"/>
              <a:gd name="T21" fmla="*/ 465 h 1079"/>
              <a:gd name="T22" fmla="*/ 430 w 852"/>
              <a:gd name="T23" fmla="*/ 427 h 1079"/>
              <a:gd name="T24" fmla="*/ 451 w 852"/>
              <a:gd name="T25" fmla="*/ 440 h 1079"/>
              <a:gd name="T26" fmla="*/ 430 w 852"/>
              <a:gd name="T27" fmla="*/ 427 h 1079"/>
              <a:gd name="T28" fmla="*/ 410 w 852"/>
              <a:gd name="T29" fmla="*/ 402 h 1079"/>
              <a:gd name="T30" fmla="*/ 398 w 852"/>
              <a:gd name="T31" fmla="*/ 423 h 1079"/>
              <a:gd name="T32" fmla="*/ 357 w 852"/>
              <a:gd name="T33" fmla="*/ 385 h 1079"/>
              <a:gd name="T34" fmla="*/ 378 w 852"/>
              <a:gd name="T35" fmla="*/ 397 h 1079"/>
              <a:gd name="T36" fmla="*/ 357 w 852"/>
              <a:gd name="T37" fmla="*/ 385 h 1079"/>
              <a:gd name="T38" fmla="*/ 337 w 852"/>
              <a:gd name="T39" fmla="*/ 359 h 1079"/>
              <a:gd name="T40" fmla="*/ 325 w 852"/>
              <a:gd name="T41" fmla="*/ 380 h 1079"/>
              <a:gd name="T42" fmla="*/ 516 w 852"/>
              <a:gd name="T43" fmla="*/ 811 h 1079"/>
              <a:gd name="T44" fmla="*/ 402 w 852"/>
              <a:gd name="T45" fmla="*/ 742 h 1079"/>
              <a:gd name="T46" fmla="*/ 372 w 852"/>
              <a:gd name="T47" fmla="*/ 881 h 1079"/>
              <a:gd name="T48" fmla="*/ 233 w 852"/>
              <a:gd name="T49" fmla="*/ 813 h 1079"/>
              <a:gd name="T50" fmla="*/ 297 w 852"/>
              <a:gd name="T51" fmla="*/ 811 h 1079"/>
              <a:gd name="T52" fmla="*/ 212 w 852"/>
              <a:gd name="T53" fmla="*/ 671 h 1079"/>
              <a:gd name="T54" fmla="*/ 377 w 852"/>
              <a:gd name="T55" fmla="*/ 653 h 1079"/>
              <a:gd name="T56" fmla="*/ 466 w 852"/>
              <a:gd name="T57" fmla="*/ 562 h 1079"/>
              <a:gd name="T58" fmla="*/ 434 w 852"/>
              <a:gd name="T59" fmla="*/ 686 h 1079"/>
              <a:gd name="T60" fmla="*/ 524 w 852"/>
              <a:gd name="T61" fmla="*/ 482 h 1079"/>
              <a:gd name="T62" fmla="*/ 503 w 852"/>
              <a:gd name="T63" fmla="*/ 470 h 1079"/>
              <a:gd name="T64" fmla="*/ 524 w 852"/>
              <a:gd name="T65" fmla="*/ 482 h 1079"/>
              <a:gd name="T66" fmla="*/ 544 w 852"/>
              <a:gd name="T67" fmla="*/ 508 h 1079"/>
              <a:gd name="T68" fmla="*/ 556 w 852"/>
              <a:gd name="T69" fmla="*/ 487 h 1079"/>
              <a:gd name="T70" fmla="*/ 597 w 852"/>
              <a:gd name="T71" fmla="*/ 525 h 1079"/>
              <a:gd name="T72" fmla="*/ 576 w 852"/>
              <a:gd name="T73" fmla="*/ 512 h 1079"/>
              <a:gd name="T74" fmla="*/ 597 w 852"/>
              <a:gd name="T75" fmla="*/ 525 h 1079"/>
              <a:gd name="T76" fmla="*/ 617 w 852"/>
              <a:gd name="T77" fmla="*/ 550 h 1079"/>
              <a:gd name="T78" fmla="*/ 629 w 852"/>
              <a:gd name="T79" fmla="*/ 529 h 1079"/>
              <a:gd name="T80" fmla="*/ 670 w 852"/>
              <a:gd name="T81" fmla="*/ 567 h 1079"/>
              <a:gd name="T82" fmla="*/ 649 w 852"/>
              <a:gd name="T83" fmla="*/ 555 h 1079"/>
              <a:gd name="T84" fmla="*/ 670 w 852"/>
              <a:gd name="T85" fmla="*/ 567 h 1079"/>
              <a:gd name="T86" fmla="*/ 689 w 852"/>
              <a:gd name="T87" fmla="*/ 593 h 1079"/>
              <a:gd name="T88" fmla="*/ 701 w 852"/>
              <a:gd name="T89" fmla="*/ 572 h 10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52" h="1079">
                <a:moveTo>
                  <a:pt x="481" y="111"/>
                </a:moveTo>
                <a:cubicBezTo>
                  <a:pt x="799" y="294"/>
                  <a:pt x="799" y="294"/>
                  <a:pt x="799" y="294"/>
                </a:cubicBezTo>
                <a:cubicBezTo>
                  <a:pt x="820" y="255"/>
                  <a:pt x="804" y="220"/>
                  <a:pt x="776" y="202"/>
                </a:cubicBezTo>
                <a:cubicBezTo>
                  <a:pt x="457" y="20"/>
                  <a:pt x="457" y="20"/>
                  <a:pt x="457" y="20"/>
                </a:cubicBezTo>
                <a:cubicBezTo>
                  <a:pt x="423" y="0"/>
                  <a:pt x="385" y="11"/>
                  <a:pt x="366" y="44"/>
                </a:cubicBezTo>
                <a:cubicBezTo>
                  <a:pt x="16" y="651"/>
                  <a:pt x="16" y="651"/>
                  <a:pt x="16" y="651"/>
                </a:cubicBezTo>
                <a:cubicBezTo>
                  <a:pt x="0" y="686"/>
                  <a:pt x="13" y="721"/>
                  <a:pt x="41" y="740"/>
                </a:cubicBezTo>
                <a:cubicBezTo>
                  <a:pt x="43" y="735"/>
                  <a:pt x="390" y="136"/>
                  <a:pt x="390" y="136"/>
                </a:cubicBezTo>
                <a:cubicBezTo>
                  <a:pt x="410" y="102"/>
                  <a:pt x="448" y="91"/>
                  <a:pt x="481" y="111"/>
                </a:cubicBezTo>
                <a:close/>
                <a:moveTo>
                  <a:pt x="823" y="347"/>
                </a:moveTo>
                <a:cubicBezTo>
                  <a:pt x="494" y="157"/>
                  <a:pt x="494" y="157"/>
                  <a:pt x="494" y="157"/>
                </a:cubicBezTo>
                <a:cubicBezTo>
                  <a:pt x="460" y="137"/>
                  <a:pt x="422" y="147"/>
                  <a:pt x="403" y="181"/>
                </a:cubicBezTo>
                <a:cubicBezTo>
                  <a:pt x="53" y="787"/>
                  <a:pt x="53" y="787"/>
                  <a:pt x="53" y="787"/>
                </a:cubicBezTo>
                <a:cubicBezTo>
                  <a:pt x="33" y="829"/>
                  <a:pt x="49" y="857"/>
                  <a:pt x="77" y="878"/>
                </a:cubicBezTo>
                <a:cubicBezTo>
                  <a:pt x="391" y="1060"/>
                  <a:pt x="391" y="1060"/>
                  <a:pt x="391" y="1060"/>
                </a:cubicBezTo>
                <a:cubicBezTo>
                  <a:pt x="425" y="1079"/>
                  <a:pt x="468" y="1068"/>
                  <a:pt x="487" y="1034"/>
                </a:cubicBezTo>
                <a:cubicBezTo>
                  <a:pt x="836" y="431"/>
                  <a:pt x="836" y="431"/>
                  <a:pt x="836" y="431"/>
                </a:cubicBezTo>
                <a:cubicBezTo>
                  <a:pt x="852" y="402"/>
                  <a:pt x="846" y="369"/>
                  <a:pt x="823" y="347"/>
                </a:cubicBezTo>
                <a:close/>
                <a:moveTo>
                  <a:pt x="466" y="449"/>
                </a:moveTo>
                <a:cubicBezTo>
                  <a:pt x="470" y="443"/>
                  <a:pt x="477" y="441"/>
                  <a:pt x="483" y="444"/>
                </a:cubicBezTo>
                <a:cubicBezTo>
                  <a:pt x="489" y="448"/>
                  <a:pt x="491" y="455"/>
                  <a:pt x="487" y="461"/>
                </a:cubicBezTo>
                <a:cubicBezTo>
                  <a:pt x="484" y="467"/>
                  <a:pt x="477" y="469"/>
                  <a:pt x="471" y="465"/>
                </a:cubicBezTo>
                <a:cubicBezTo>
                  <a:pt x="465" y="462"/>
                  <a:pt x="463" y="454"/>
                  <a:pt x="466" y="449"/>
                </a:cubicBezTo>
                <a:close/>
                <a:moveTo>
                  <a:pt x="430" y="427"/>
                </a:moveTo>
                <a:cubicBezTo>
                  <a:pt x="433" y="422"/>
                  <a:pt x="441" y="420"/>
                  <a:pt x="446" y="423"/>
                </a:cubicBezTo>
                <a:cubicBezTo>
                  <a:pt x="452" y="426"/>
                  <a:pt x="454" y="434"/>
                  <a:pt x="451" y="440"/>
                </a:cubicBezTo>
                <a:cubicBezTo>
                  <a:pt x="447" y="445"/>
                  <a:pt x="440" y="447"/>
                  <a:pt x="434" y="444"/>
                </a:cubicBezTo>
                <a:cubicBezTo>
                  <a:pt x="429" y="441"/>
                  <a:pt x="427" y="433"/>
                  <a:pt x="430" y="427"/>
                </a:cubicBezTo>
                <a:close/>
                <a:moveTo>
                  <a:pt x="393" y="406"/>
                </a:moveTo>
                <a:cubicBezTo>
                  <a:pt x="397" y="400"/>
                  <a:pt x="404" y="398"/>
                  <a:pt x="410" y="402"/>
                </a:cubicBezTo>
                <a:cubicBezTo>
                  <a:pt x="416" y="405"/>
                  <a:pt x="418" y="412"/>
                  <a:pt x="414" y="418"/>
                </a:cubicBezTo>
                <a:cubicBezTo>
                  <a:pt x="411" y="424"/>
                  <a:pt x="404" y="426"/>
                  <a:pt x="398" y="423"/>
                </a:cubicBezTo>
                <a:cubicBezTo>
                  <a:pt x="392" y="419"/>
                  <a:pt x="390" y="412"/>
                  <a:pt x="393" y="406"/>
                </a:cubicBezTo>
                <a:close/>
                <a:moveTo>
                  <a:pt x="357" y="385"/>
                </a:moveTo>
                <a:cubicBezTo>
                  <a:pt x="360" y="379"/>
                  <a:pt x="368" y="377"/>
                  <a:pt x="373" y="380"/>
                </a:cubicBezTo>
                <a:cubicBezTo>
                  <a:pt x="379" y="384"/>
                  <a:pt x="381" y="391"/>
                  <a:pt x="378" y="397"/>
                </a:cubicBezTo>
                <a:cubicBezTo>
                  <a:pt x="375" y="403"/>
                  <a:pt x="367" y="405"/>
                  <a:pt x="361" y="401"/>
                </a:cubicBezTo>
                <a:cubicBezTo>
                  <a:pt x="356" y="398"/>
                  <a:pt x="354" y="391"/>
                  <a:pt x="357" y="385"/>
                </a:cubicBezTo>
                <a:close/>
                <a:moveTo>
                  <a:pt x="320" y="364"/>
                </a:moveTo>
                <a:cubicBezTo>
                  <a:pt x="324" y="358"/>
                  <a:pt x="331" y="356"/>
                  <a:pt x="337" y="359"/>
                </a:cubicBezTo>
                <a:cubicBezTo>
                  <a:pt x="343" y="362"/>
                  <a:pt x="345" y="370"/>
                  <a:pt x="341" y="376"/>
                </a:cubicBezTo>
                <a:cubicBezTo>
                  <a:pt x="338" y="382"/>
                  <a:pt x="331" y="384"/>
                  <a:pt x="325" y="380"/>
                </a:cubicBezTo>
                <a:cubicBezTo>
                  <a:pt x="319" y="377"/>
                  <a:pt x="317" y="369"/>
                  <a:pt x="320" y="364"/>
                </a:cubicBezTo>
                <a:close/>
                <a:moveTo>
                  <a:pt x="516" y="811"/>
                </a:moveTo>
                <a:cubicBezTo>
                  <a:pt x="514" y="815"/>
                  <a:pt x="501" y="838"/>
                  <a:pt x="501" y="838"/>
                </a:cubicBezTo>
                <a:cubicBezTo>
                  <a:pt x="402" y="742"/>
                  <a:pt x="402" y="742"/>
                  <a:pt x="402" y="742"/>
                </a:cubicBezTo>
                <a:cubicBezTo>
                  <a:pt x="335" y="833"/>
                  <a:pt x="335" y="833"/>
                  <a:pt x="335" y="833"/>
                </a:cubicBezTo>
                <a:cubicBezTo>
                  <a:pt x="372" y="881"/>
                  <a:pt x="372" y="881"/>
                  <a:pt x="372" y="881"/>
                </a:cubicBezTo>
                <a:cubicBezTo>
                  <a:pt x="367" y="890"/>
                  <a:pt x="367" y="890"/>
                  <a:pt x="367" y="890"/>
                </a:cubicBezTo>
                <a:cubicBezTo>
                  <a:pt x="233" y="813"/>
                  <a:pt x="233" y="813"/>
                  <a:pt x="233" y="813"/>
                </a:cubicBezTo>
                <a:cubicBezTo>
                  <a:pt x="239" y="804"/>
                  <a:pt x="239" y="804"/>
                  <a:pt x="239" y="804"/>
                </a:cubicBezTo>
                <a:cubicBezTo>
                  <a:pt x="297" y="811"/>
                  <a:pt x="297" y="811"/>
                  <a:pt x="297" y="811"/>
                </a:cubicBezTo>
                <a:cubicBezTo>
                  <a:pt x="344" y="709"/>
                  <a:pt x="344" y="709"/>
                  <a:pt x="344" y="709"/>
                </a:cubicBezTo>
                <a:cubicBezTo>
                  <a:pt x="212" y="671"/>
                  <a:pt x="212" y="671"/>
                  <a:pt x="212" y="671"/>
                </a:cubicBezTo>
                <a:cubicBezTo>
                  <a:pt x="212" y="671"/>
                  <a:pt x="223" y="651"/>
                  <a:pt x="227" y="646"/>
                </a:cubicBezTo>
                <a:cubicBezTo>
                  <a:pt x="232" y="641"/>
                  <a:pt x="377" y="653"/>
                  <a:pt x="377" y="653"/>
                </a:cubicBezTo>
                <a:cubicBezTo>
                  <a:pt x="412" y="608"/>
                  <a:pt x="412" y="608"/>
                  <a:pt x="412" y="608"/>
                </a:cubicBezTo>
                <a:cubicBezTo>
                  <a:pt x="424" y="591"/>
                  <a:pt x="445" y="561"/>
                  <a:pt x="466" y="562"/>
                </a:cubicBezTo>
                <a:cubicBezTo>
                  <a:pt x="481" y="577"/>
                  <a:pt x="462" y="619"/>
                  <a:pt x="455" y="635"/>
                </a:cubicBezTo>
                <a:cubicBezTo>
                  <a:pt x="434" y="686"/>
                  <a:pt x="434" y="686"/>
                  <a:pt x="434" y="686"/>
                </a:cubicBezTo>
                <a:cubicBezTo>
                  <a:pt x="434" y="686"/>
                  <a:pt x="518" y="808"/>
                  <a:pt x="516" y="811"/>
                </a:cubicBezTo>
                <a:close/>
                <a:moveTo>
                  <a:pt x="524" y="482"/>
                </a:moveTo>
                <a:cubicBezTo>
                  <a:pt x="520" y="488"/>
                  <a:pt x="513" y="490"/>
                  <a:pt x="507" y="487"/>
                </a:cubicBezTo>
                <a:cubicBezTo>
                  <a:pt x="501" y="483"/>
                  <a:pt x="499" y="476"/>
                  <a:pt x="503" y="470"/>
                </a:cubicBezTo>
                <a:cubicBezTo>
                  <a:pt x="506" y="464"/>
                  <a:pt x="513" y="462"/>
                  <a:pt x="519" y="465"/>
                </a:cubicBezTo>
                <a:cubicBezTo>
                  <a:pt x="525" y="469"/>
                  <a:pt x="527" y="476"/>
                  <a:pt x="524" y="482"/>
                </a:cubicBezTo>
                <a:close/>
                <a:moveTo>
                  <a:pt x="560" y="503"/>
                </a:moveTo>
                <a:cubicBezTo>
                  <a:pt x="557" y="509"/>
                  <a:pt x="549" y="511"/>
                  <a:pt x="544" y="508"/>
                </a:cubicBezTo>
                <a:cubicBezTo>
                  <a:pt x="538" y="504"/>
                  <a:pt x="536" y="497"/>
                  <a:pt x="539" y="491"/>
                </a:cubicBezTo>
                <a:cubicBezTo>
                  <a:pt x="543" y="485"/>
                  <a:pt x="550" y="483"/>
                  <a:pt x="556" y="487"/>
                </a:cubicBezTo>
                <a:cubicBezTo>
                  <a:pt x="561" y="490"/>
                  <a:pt x="563" y="498"/>
                  <a:pt x="560" y="503"/>
                </a:cubicBezTo>
                <a:close/>
                <a:moveTo>
                  <a:pt x="597" y="525"/>
                </a:moveTo>
                <a:cubicBezTo>
                  <a:pt x="593" y="530"/>
                  <a:pt x="586" y="532"/>
                  <a:pt x="580" y="529"/>
                </a:cubicBezTo>
                <a:cubicBezTo>
                  <a:pt x="574" y="526"/>
                  <a:pt x="572" y="518"/>
                  <a:pt x="576" y="512"/>
                </a:cubicBezTo>
                <a:cubicBezTo>
                  <a:pt x="579" y="507"/>
                  <a:pt x="586" y="505"/>
                  <a:pt x="592" y="508"/>
                </a:cubicBezTo>
                <a:cubicBezTo>
                  <a:pt x="598" y="511"/>
                  <a:pt x="600" y="519"/>
                  <a:pt x="597" y="525"/>
                </a:cubicBezTo>
                <a:close/>
                <a:moveTo>
                  <a:pt x="633" y="546"/>
                </a:moveTo>
                <a:cubicBezTo>
                  <a:pt x="630" y="552"/>
                  <a:pt x="622" y="554"/>
                  <a:pt x="617" y="550"/>
                </a:cubicBezTo>
                <a:cubicBezTo>
                  <a:pt x="611" y="547"/>
                  <a:pt x="609" y="540"/>
                  <a:pt x="612" y="534"/>
                </a:cubicBezTo>
                <a:cubicBezTo>
                  <a:pt x="615" y="528"/>
                  <a:pt x="623" y="526"/>
                  <a:pt x="629" y="529"/>
                </a:cubicBezTo>
                <a:cubicBezTo>
                  <a:pt x="634" y="533"/>
                  <a:pt x="636" y="540"/>
                  <a:pt x="633" y="546"/>
                </a:cubicBezTo>
                <a:close/>
                <a:moveTo>
                  <a:pt x="670" y="567"/>
                </a:moveTo>
                <a:cubicBezTo>
                  <a:pt x="666" y="573"/>
                  <a:pt x="659" y="575"/>
                  <a:pt x="653" y="572"/>
                </a:cubicBezTo>
                <a:cubicBezTo>
                  <a:pt x="647" y="568"/>
                  <a:pt x="645" y="561"/>
                  <a:pt x="649" y="555"/>
                </a:cubicBezTo>
                <a:cubicBezTo>
                  <a:pt x="652" y="549"/>
                  <a:pt x="659" y="547"/>
                  <a:pt x="665" y="551"/>
                </a:cubicBezTo>
                <a:cubicBezTo>
                  <a:pt x="671" y="554"/>
                  <a:pt x="673" y="561"/>
                  <a:pt x="670" y="567"/>
                </a:cubicBezTo>
                <a:close/>
                <a:moveTo>
                  <a:pt x="706" y="588"/>
                </a:moveTo>
                <a:cubicBezTo>
                  <a:pt x="703" y="594"/>
                  <a:pt x="695" y="596"/>
                  <a:pt x="689" y="593"/>
                </a:cubicBezTo>
                <a:cubicBezTo>
                  <a:pt x="684" y="590"/>
                  <a:pt x="682" y="582"/>
                  <a:pt x="685" y="576"/>
                </a:cubicBezTo>
                <a:cubicBezTo>
                  <a:pt x="688" y="570"/>
                  <a:pt x="696" y="568"/>
                  <a:pt x="701" y="572"/>
                </a:cubicBezTo>
                <a:cubicBezTo>
                  <a:pt x="707" y="575"/>
                  <a:pt x="709" y="583"/>
                  <a:pt x="706" y="58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47" name="Freeform 92"/>
          <p:cNvSpPr>
            <a:spLocks noEditPoints="1"/>
          </p:cNvSpPr>
          <p:nvPr/>
        </p:nvSpPr>
        <p:spPr bwMode="auto">
          <a:xfrm>
            <a:off x="3450998" y="2218155"/>
            <a:ext cx="813083" cy="573309"/>
          </a:xfrm>
          <a:custGeom>
            <a:avLst/>
            <a:gdLst>
              <a:gd name="T0" fmla="*/ 0 w 1134"/>
              <a:gd name="T1" fmla="*/ 0 h 800"/>
              <a:gd name="T2" fmla="*/ 0 w 1134"/>
              <a:gd name="T3" fmla="*/ 693 h 800"/>
              <a:gd name="T4" fmla="*/ 200 w 1134"/>
              <a:gd name="T5" fmla="*/ 693 h 800"/>
              <a:gd name="T6" fmla="*/ 200 w 1134"/>
              <a:gd name="T7" fmla="*/ 800 h 800"/>
              <a:gd name="T8" fmla="*/ 934 w 1134"/>
              <a:gd name="T9" fmla="*/ 800 h 800"/>
              <a:gd name="T10" fmla="*/ 934 w 1134"/>
              <a:gd name="T11" fmla="*/ 693 h 800"/>
              <a:gd name="T12" fmla="*/ 1134 w 1134"/>
              <a:gd name="T13" fmla="*/ 693 h 800"/>
              <a:gd name="T14" fmla="*/ 1134 w 1134"/>
              <a:gd name="T15" fmla="*/ 0 h 800"/>
              <a:gd name="T16" fmla="*/ 0 w 1134"/>
              <a:gd name="T17" fmla="*/ 0 h 800"/>
              <a:gd name="T18" fmla="*/ 567 w 1134"/>
              <a:gd name="T19" fmla="*/ 740 h 800"/>
              <a:gd name="T20" fmla="*/ 527 w 1134"/>
              <a:gd name="T21" fmla="*/ 700 h 800"/>
              <a:gd name="T22" fmla="*/ 567 w 1134"/>
              <a:gd name="T23" fmla="*/ 660 h 800"/>
              <a:gd name="T24" fmla="*/ 607 w 1134"/>
              <a:gd name="T25" fmla="*/ 700 h 800"/>
              <a:gd name="T26" fmla="*/ 567 w 1134"/>
              <a:gd name="T27" fmla="*/ 740 h 800"/>
              <a:gd name="T28" fmla="*/ 1054 w 1134"/>
              <a:gd name="T29" fmla="*/ 613 h 800"/>
              <a:gd name="T30" fmla="*/ 80 w 1134"/>
              <a:gd name="T31" fmla="*/ 613 h 800"/>
              <a:gd name="T32" fmla="*/ 80 w 1134"/>
              <a:gd name="T33" fmla="*/ 80 h 800"/>
              <a:gd name="T34" fmla="*/ 1054 w 1134"/>
              <a:gd name="T35" fmla="*/ 80 h 800"/>
              <a:gd name="T36" fmla="*/ 1054 w 1134"/>
              <a:gd name="T37" fmla="*/ 613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34" h="800">
                <a:moveTo>
                  <a:pt x="0" y="0"/>
                </a:moveTo>
                <a:cubicBezTo>
                  <a:pt x="0" y="693"/>
                  <a:pt x="0" y="693"/>
                  <a:pt x="0" y="693"/>
                </a:cubicBezTo>
                <a:cubicBezTo>
                  <a:pt x="200" y="693"/>
                  <a:pt x="200" y="693"/>
                  <a:pt x="200" y="693"/>
                </a:cubicBezTo>
                <a:cubicBezTo>
                  <a:pt x="200" y="800"/>
                  <a:pt x="200" y="800"/>
                  <a:pt x="200" y="800"/>
                </a:cubicBezTo>
                <a:cubicBezTo>
                  <a:pt x="934" y="800"/>
                  <a:pt x="934" y="800"/>
                  <a:pt x="934" y="800"/>
                </a:cubicBezTo>
                <a:cubicBezTo>
                  <a:pt x="934" y="693"/>
                  <a:pt x="934" y="693"/>
                  <a:pt x="934" y="693"/>
                </a:cubicBezTo>
                <a:cubicBezTo>
                  <a:pt x="1134" y="693"/>
                  <a:pt x="1134" y="693"/>
                  <a:pt x="1134" y="693"/>
                </a:cubicBezTo>
                <a:cubicBezTo>
                  <a:pt x="1134" y="0"/>
                  <a:pt x="1134" y="0"/>
                  <a:pt x="1134" y="0"/>
                </a:cubicBezTo>
                <a:lnTo>
                  <a:pt x="0" y="0"/>
                </a:lnTo>
                <a:close/>
                <a:moveTo>
                  <a:pt x="567" y="740"/>
                </a:moveTo>
                <a:cubicBezTo>
                  <a:pt x="545" y="740"/>
                  <a:pt x="527" y="722"/>
                  <a:pt x="527" y="700"/>
                </a:cubicBezTo>
                <a:cubicBezTo>
                  <a:pt x="527" y="678"/>
                  <a:pt x="545" y="660"/>
                  <a:pt x="567" y="660"/>
                </a:cubicBezTo>
                <a:cubicBezTo>
                  <a:pt x="589" y="660"/>
                  <a:pt x="607" y="678"/>
                  <a:pt x="607" y="700"/>
                </a:cubicBezTo>
                <a:cubicBezTo>
                  <a:pt x="607" y="722"/>
                  <a:pt x="589" y="740"/>
                  <a:pt x="567" y="740"/>
                </a:cubicBezTo>
                <a:close/>
                <a:moveTo>
                  <a:pt x="1054" y="613"/>
                </a:moveTo>
                <a:cubicBezTo>
                  <a:pt x="80" y="613"/>
                  <a:pt x="80" y="613"/>
                  <a:pt x="80" y="613"/>
                </a:cubicBezTo>
                <a:cubicBezTo>
                  <a:pt x="80" y="80"/>
                  <a:pt x="80" y="80"/>
                  <a:pt x="80" y="80"/>
                </a:cubicBezTo>
                <a:cubicBezTo>
                  <a:pt x="1054" y="80"/>
                  <a:pt x="1054" y="80"/>
                  <a:pt x="1054" y="80"/>
                </a:cubicBezTo>
                <a:lnTo>
                  <a:pt x="1054" y="61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50" name="Freeform 122"/>
          <p:cNvSpPr>
            <a:spLocks/>
          </p:cNvSpPr>
          <p:nvPr/>
        </p:nvSpPr>
        <p:spPr bwMode="auto">
          <a:xfrm>
            <a:off x="6411187" y="2214074"/>
            <a:ext cx="676930" cy="587665"/>
          </a:xfrm>
          <a:custGeom>
            <a:avLst/>
            <a:gdLst>
              <a:gd name="T0" fmla="*/ 1000 w 1000"/>
              <a:gd name="T1" fmla="*/ 87 h 867"/>
              <a:gd name="T2" fmla="*/ 914 w 1000"/>
              <a:gd name="T3" fmla="*/ 0 h 867"/>
              <a:gd name="T4" fmla="*/ 855 w 1000"/>
              <a:gd name="T5" fmla="*/ 24 h 867"/>
              <a:gd name="T6" fmla="*/ 855 w 1000"/>
              <a:gd name="T7" fmla="*/ 24 h 867"/>
              <a:gd name="T8" fmla="*/ 345 w 1000"/>
              <a:gd name="T9" fmla="*/ 520 h 867"/>
              <a:gd name="T10" fmla="*/ 177 w 1000"/>
              <a:gd name="T11" fmla="*/ 333 h 867"/>
              <a:gd name="T12" fmla="*/ 177 w 1000"/>
              <a:gd name="T13" fmla="*/ 333 h 867"/>
              <a:gd name="T14" fmla="*/ 121 w 1000"/>
              <a:gd name="T15" fmla="*/ 312 h 867"/>
              <a:gd name="T16" fmla="*/ 60 w 1000"/>
              <a:gd name="T17" fmla="*/ 338 h 867"/>
              <a:gd name="T18" fmla="*/ 25 w 1000"/>
              <a:gd name="T19" fmla="*/ 372 h 867"/>
              <a:gd name="T20" fmla="*/ 0 w 1000"/>
              <a:gd name="T21" fmla="*/ 434 h 867"/>
              <a:gd name="T22" fmla="*/ 19 w 1000"/>
              <a:gd name="T23" fmla="*/ 488 h 867"/>
              <a:gd name="T24" fmla="*/ 19 w 1000"/>
              <a:gd name="T25" fmla="*/ 488 h 867"/>
              <a:gd name="T26" fmla="*/ 295 w 1000"/>
              <a:gd name="T27" fmla="*/ 834 h 867"/>
              <a:gd name="T28" fmla="*/ 295 w 1000"/>
              <a:gd name="T29" fmla="*/ 834 h 867"/>
              <a:gd name="T30" fmla="*/ 362 w 1000"/>
              <a:gd name="T31" fmla="*/ 867 h 867"/>
              <a:gd name="T32" fmla="*/ 429 w 1000"/>
              <a:gd name="T33" fmla="*/ 834 h 867"/>
              <a:gd name="T34" fmla="*/ 429 w 1000"/>
              <a:gd name="T35" fmla="*/ 834 h 867"/>
              <a:gd name="T36" fmla="*/ 981 w 1000"/>
              <a:gd name="T37" fmla="*/ 141 h 867"/>
              <a:gd name="T38" fmla="*/ 981 w 1000"/>
              <a:gd name="T39" fmla="*/ 141 h 867"/>
              <a:gd name="T40" fmla="*/ 1000 w 1000"/>
              <a:gd name="T41" fmla="*/ 87 h 8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000" h="867">
                <a:moveTo>
                  <a:pt x="1000" y="87"/>
                </a:moveTo>
                <a:cubicBezTo>
                  <a:pt x="1000" y="39"/>
                  <a:pt x="961" y="0"/>
                  <a:pt x="914" y="0"/>
                </a:cubicBezTo>
                <a:cubicBezTo>
                  <a:pt x="891" y="0"/>
                  <a:pt x="870" y="9"/>
                  <a:pt x="855" y="24"/>
                </a:cubicBezTo>
                <a:cubicBezTo>
                  <a:pt x="855" y="24"/>
                  <a:pt x="855" y="24"/>
                  <a:pt x="855" y="24"/>
                </a:cubicBezTo>
                <a:cubicBezTo>
                  <a:pt x="345" y="520"/>
                  <a:pt x="345" y="520"/>
                  <a:pt x="345" y="520"/>
                </a:cubicBezTo>
                <a:cubicBezTo>
                  <a:pt x="177" y="333"/>
                  <a:pt x="177" y="333"/>
                  <a:pt x="177" y="333"/>
                </a:cubicBezTo>
                <a:cubicBezTo>
                  <a:pt x="177" y="333"/>
                  <a:pt x="177" y="333"/>
                  <a:pt x="177" y="333"/>
                </a:cubicBezTo>
                <a:cubicBezTo>
                  <a:pt x="162" y="320"/>
                  <a:pt x="142" y="312"/>
                  <a:pt x="121" y="312"/>
                </a:cubicBezTo>
                <a:cubicBezTo>
                  <a:pt x="97" y="312"/>
                  <a:pt x="75" y="322"/>
                  <a:pt x="60" y="338"/>
                </a:cubicBezTo>
                <a:cubicBezTo>
                  <a:pt x="25" y="372"/>
                  <a:pt x="25" y="372"/>
                  <a:pt x="25" y="372"/>
                </a:cubicBezTo>
                <a:cubicBezTo>
                  <a:pt x="10" y="388"/>
                  <a:pt x="0" y="410"/>
                  <a:pt x="0" y="434"/>
                </a:cubicBezTo>
                <a:cubicBezTo>
                  <a:pt x="0" y="454"/>
                  <a:pt x="7" y="473"/>
                  <a:pt x="19" y="488"/>
                </a:cubicBezTo>
                <a:cubicBezTo>
                  <a:pt x="19" y="488"/>
                  <a:pt x="19" y="488"/>
                  <a:pt x="19" y="488"/>
                </a:cubicBezTo>
                <a:cubicBezTo>
                  <a:pt x="295" y="834"/>
                  <a:pt x="295" y="834"/>
                  <a:pt x="295" y="834"/>
                </a:cubicBezTo>
                <a:cubicBezTo>
                  <a:pt x="295" y="834"/>
                  <a:pt x="295" y="834"/>
                  <a:pt x="295" y="834"/>
                </a:cubicBezTo>
                <a:cubicBezTo>
                  <a:pt x="311" y="854"/>
                  <a:pt x="335" y="867"/>
                  <a:pt x="362" y="867"/>
                </a:cubicBezTo>
                <a:cubicBezTo>
                  <a:pt x="389" y="867"/>
                  <a:pt x="414" y="854"/>
                  <a:pt x="429" y="834"/>
                </a:cubicBezTo>
                <a:cubicBezTo>
                  <a:pt x="429" y="834"/>
                  <a:pt x="429" y="834"/>
                  <a:pt x="429" y="834"/>
                </a:cubicBezTo>
                <a:cubicBezTo>
                  <a:pt x="981" y="141"/>
                  <a:pt x="981" y="141"/>
                  <a:pt x="981" y="141"/>
                </a:cubicBezTo>
                <a:cubicBezTo>
                  <a:pt x="981" y="141"/>
                  <a:pt x="981" y="141"/>
                  <a:pt x="981" y="141"/>
                </a:cubicBezTo>
                <a:cubicBezTo>
                  <a:pt x="993" y="126"/>
                  <a:pt x="1000" y="107"/>
                  <a:pt x="1000" y="8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51" name="Freeform 127"/>
          <p:cNvSpPr>
            <a:spLocks noEditPoints="1"/>
          </p:cNvSpPr>
          <p:nvPr/>
        </p:nvSpPr>
        <p:spPr bwMode="auto">
          <a:xfrm>
            <a:off x="627795" y="2151012"/>
            <a:ext cx="808755" cy="757148"/>
          </a:xfrm>
          <a:custGeom>
            <a:avLst/>
            <a:gdLst>
              <a:gd name="T0" fmla="*/ 739 w 1142"/>
              <a:gd name="T1" fmla="*/ 573 h 1069"/>
              <a:gd name="T2" fmla="*/ 145 w 1142"/>
              <a:gd name="T3" fmla="*/ 270 h 1069"/>
              <a:gd name="T4" fmla="*/ 99 w 1142"/>
              <a:gd name="T5" fmla="*/ 322 h 1069"/>
              <a:gd name="T6" fmla="*/ 335 w 1142"/>
              <a:gd name="T7" fmla="*/ 482 h 1069"/>
              <a:gd name="T8" fmla="*/ 367 w 1142"/>
              <a:gd name="T9" fmla="*/ 591 h 1069"/>
              <a:gd name="T10" fmla="*/ 130 w 1142"/>
              <a:gd name="T11" fmla="*/ 786 h 1069"/>
              <a:gd name="T12" fmla="*/ 0 w 1142"/>
              <a:gd name="T13" fmla="*/ 1069 h 1069"/>
              <a:gd name="T14" fmla="*/ 300 w 1142"/>
              <a:gd name="T15" fmla="*/ 886 h 1069"/>
              <a:gd name="T16" fmla="*/ 301 w 1142"/>
              <a:gd name="T17" fmla="*/ 886 h 1069"/>
              <a:gd name="T18" fmla="*/ 304 w 1142"/>
              <a:gd name="T19" fmla="*/ 886 h 1069"/>
              <a:gd name="T20" fmla="*/ 307 w 1142"/>
              <a:gd name="T21" fmla="*/ 885 h 1069"/>
              <a:gd name="T22" fmla="*/ 314 w 1142"/>
              <a:gd name="T23" fmla="*/ 884 h 1069"/>
              <a:gd name="T24" fmla="*/ 323 w 1142"/>
              <a:gd name="T25" fmla="*/ 880 h 1069"/>
              <a:gd name="T26" fmla="*/ 330 w 1142"/>
              <a:gd name="T27" fmla="*/ 876 h 1069"/>
              <a:gd name="T28" fmla="*/ 332 w 1142"/>
              <a:gd name="T29" fmla="*/ 874 h 1069"/>
              <a:gd name="T30" fmla="*/ 335 w 1142"/>
              <a:gd name="T31" fmla="*/ 872 h 1069"/>
              <a:gd name="T32" fmla="*/ 337 w 1142"/>
              <a:gd name="T33" fmla="*/ 869 h 1069"/>
              <a:gd name="T34" fmla="*/ 340 w 1142"/>
              <a:gd name="T35" fmla="*/ 867 h 1069"/>
              <a:gd name="T36" fmla="*/ 342 w 1142"/>
              <a:gd name="T37" fmla="*/ 864 h 1069"/>
              <a:gd name="T38" fmla="*/ 343 w 1142"/>
              <a:gd name="T39" fmla="*/ 861 h 1069"/>
              <a:gd name="T40" fmla="*/ 345 w 1142"/>
              <a:gd name="T41" fmla="*/ 858 h 1069"/>
              <a:gd name="T42" fmla="*/ 345 w 1142"/>
              <a:gd name="T43" fmla="*/ 857 h 1069"/>
              <a:gd name="T44" fmla="*/ 467 w 1142"/>
              <a:gd name="T45" fmla="*/ 636 h 1069"/>
              <a:gd name="T46" fmla="*/ 824 w 1142"/>
              <a:gd name="T47" fmla="*/ 736 h 1069"/>
              <a:gd name="T48" fmla="*/ 985 w 1142"/>
              <a:gd name="T49" fmla="*/ 497 h 1069"/>
              <a:gd name="T50" fmla="*/ 1100 w 1142"/>
              <a:gd name="T51" fmla="*/ 536 h 1069"/>
              <a:gd name="T52" fmla="*/ 929 w 1142"/>
              <a:gd name="T53" fmla="*/ 684 h 1069"/>
              <a:gd name="T54" fmla="*/ 1048 w 1142"/>
              <a:gd name="T55" fmla="*/ 756 h 1069"/>
              <a:gd name="T56" fmla="*/ 1100 w 1142"/>
              <a:gd name="T57" fmla="*/ 536 h 1069"/>
              <a:gd name="T58" fmla="*/ 731 w 1142"/>
              <a:gd name="T59" fmla="*/ 537 h 1069"/>
              <a:gd name="T60" fmla="*/ 1059 w 1142"/>
              <a:gd name="T61" fmla="*/ 439 h 1069"/>
              <a:gd name="T62" fmla="*/ 283 w 1142"/>
              <a:gd name="T63" fmla="*/ 4 h 1069"/>
              <a:gd name="T64" fmla="*/ 153 w 1142"/>
              <a:gd name="T65" fmla="*/ 218 h 1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142" h="1069">
                <a:moveTo>
                  <a:pt x="754" y="570"/>
                </a:moveTo>
                <a:cubicBezTo>
                  <a:pt x="749" y="572"/>
                  <a:pt x="744" y="573"/>
                  <a:pt x="739" y="573"/>
                </a:cubicBezTo>
                <a:cubicBezTo>
                  <a:pt x="731" y="573"/>
                  <a:pt x="723" y="571"/>
                  <a:pt x="716" y="567"/>
                </a:cubicBezTo>
                <a:cubicBezTo>
                  <a:pt x="145" y="270"/>
                  <a:pt x="145" y="270"/>
                  <a:pt x="145" y="270"/>
                </a:cubicBezTo>
                <a:cubicBezTo>
                  <a:pt x="140" y="268"/>
                  <a:pt x="135" y="264"/>
                  <a:pt x="131" y="260"/>
                </a:cubicBezTo>
                <a:cubicBezTo>
                  <a:pt x="99" y="322"/>
                  <a:pt x="99" y="322"/>
                  <a:pt x="99" y="322"/>
                </a:cubicBezTo>
                <a:cubicBezTo>
                  <a:pt x="91" y="338"/>
                  <a:pt x="97" y="358"/>
                  <a:pt x="114" y="367"/>
                </a:cubicBezTo>
                <a:cubicBezTo>
                  <a:pt x="335" y="482"/>
                  <a:pt x="335" y="482"/>
                  <a:pt x="335" y="482"/>
                </a:cubicBezTo>
                <a:cubicBezTo>
                  <a:pt x="334" y="489"/>
                  <a:pt x="334" y="495"/>
                  <a:pt x="334" y="502"/>
                </a:cubicBezTo>
                <a:cubicBezTo>
                  <a:pt x="334" y="536"/>
                  <a:pt x="346" y="567"/>
                  <a:pt x="367" y="591"/>
                </a:cubicBezTo>
                <a:cubicBezTo>
                  <a:pt x="269" y="786"/>
                  <a:pt x="269" y="786"/>
                  <a:pt x="269" y="786"/>
                </a:cubicBezTo>
                <a:cubicBezTo>
                  <a:pt x="130" y="786"/>
                  <a:pt x="130" y="786"/>
                  <a:pt x="130" y="786"/>
                </a:cubicBezTo>
                <a:cubicBezTo>
                  <a:pt x="117" y="681"/>
                  <a:pt x="64" y="602"/>
                  <a:pt x="0" y="602"/>
                </a:cubicBezTo>
                <a:cubicBezTo>
                  <a:pt x="0" y="1069"/>
                  <a:pt x="0" y="1069"/>
                  <a:pt x="0" y="1069"/>
                </a:cubicBezTo>
                <a:cubicBezTo>
                  <a:pt x="64" y="1069"/>
                  <a:pt x="117" y="991"/>
                  <a:pt x="130" y="886"/>
                </a:cubicBezTo>
                <a:cubicBezTo>
                  <a:pt x="300" y="886"/>
                  <a:pt x="300" y="886"/>
                  <a:pt x="300" y="886"/>
                </a:cubicBezTo>
                <a:cubicBezTo>
                  <a:pt x="300" y="886"/>
                  <a:pt x="300" y="886"/>
                  <a:pt x="300" y="886"/>
                </a:cubicBezTo>
                <a:cubicBezTo>
                  <a:pt x="301" y="886"/>
                  <a:pt x="301" y="886"/>
                  <a:pt x="301" y="886"/>
                </a:cubicBezTo>
                <a:cubicBezTo>
                  <a:pt x="302" y="886"/>
                  <a:pt x="303" y="886"/>
                  <a:pt x="303" y="886"/>
                </a:cubicBezTo>
                <a:cubicBezTo>
                  <a:pt x="304" y="886"/>
                  <a:pt x="304" y="886"/>
                  <a:pt x="304" y="886"/>
                </a:cubicBezTo>
                <a:cubicBezTo>
                  <a:pt x="305" y="886"/>
                  <a:pt x="306" y="885"/>
                  <a:pt x="307" y="885"/>
                </a:cubicBezTo>
                <a:cubicBezTo>
                  <a:pt x="307" y="885"/>
                  <a:pt x="307" y="885"/>
                  <a:pt x="307" y="885"/>
                </a:cubicBezTo>
                <a:cubicBezTo>
                  <a:pt x="310" y="885"/>
                  <a:pt x="312" y="885"/>
                  <a:pt x="314" y="884"/>
                </a:cubicBezTo>
                <a:cubicBezTo>
                  <a:pt x="314" y="884"/>
                  <a:pt x="314" y="884"/>
                  <a:pt x="314" y="884"/>
                </a:cubicBezTo>
                <a:cubicBezTo>
                  <a:pt x="317" y="883"/>
                  <a:pt x="320" y="882"/>
                  <a:pt x="323" y="880"/>
                </a:cubicBezTo>
                <a:cubicBezTo>
                  <a:pt x="323" y="880"/>
                  <a:pt x="323" y="880"/>
                  <a:pt x="323" y="880"/>
                </a:cubicBezTo>
                <a:cubicBezTo>
                  <a:pt x="325" y="879"/>
                  <a:pt x="327" y="878"/>
                  <a:pt x="329" y="877"/>
                </a:cubicBezTo>
                <a:cubicBezTo>
                  <a:pt x="329" y="877"/>
                  <a:pt x="329" y="876"/>
                  <a:pt x="330" y="876"/>
                </a:cubicBezTo>
                <a:cubicBezTo>
                  <a:pt x="330" y="876"/>
                  <a:pt x="331" y="876"/>
                  <a:pt x="331" y="875"/>
                </a:cubicBezTo>
                <a:cubicBezTo>
                  <a:pt x="331" y="875"/>
                  <a:pt x="332" y="875"/>
                  <a:pt x="332" y="874"/>
                </a:cubicBezTo>
                <a:cubicBezTo>
                  <a:pt x="333" y="874"/>
                  <a:pt x="333" y="873"/>
                  <a:pt x="334" y="873"/>
                </a:cubicBezTo>
                <a:cubicBezTo>
                  <a:pt x="334" y="872"/>
                  <a:pt x="335" y="872"/>
                  <a:pt x="335" y="872"/>
                </a:cubicBezTo>
                <a:cubicBezTo>
                  <a:pt x="336" y="871"/>
                  <a:pt x="336" y="871"/>
                  <a:pt x="336" y="871"/>
                </a:cubicBezTo>
                <a:cubicBezTo>
                  <a:pt x="337" y="870"/>
                  <a:pt x="337" y="870"/>
                  <a:pt x="337" y="869"/>
                </a:cubicBezTo>
                <a:cubicBezTo>
                  <a:pt x="338" y="869"/>
                  <a:pt x="338" y="868"/>
                  <a:pt x="339" y="867"/>
                </a:cubicBezTo>
                <a:cubicBezTo>
                  <a:pt x="339" y="867"/>
                  <a:pt x="339" y="867"/>
                  <a:pt x="340" y="867"/>
                </a:cubicBezTo>
                <a:cubicBezTo>
                  <a:pt x="340" y="866"/>
                  <a:pt x="341" y="865"/>
                  <a:pt x="341" y="865"/>
                </a:cubicBezTo>
                <a:cubicBezTo>
                  <a:pt x="341" y="865"/>
                  <a:pt x="341" y="864"/>
                  <a:pt x="342" y="864"/>
                </a:cubicBezTo>
                <a:cubicBezTo>
                  <a:pt x="342" y="863"/>
                  <a:pt x="343" y="862"/>
                  <a:pt x="343" y="861"/>
                </a:cubicBezTo>
                <a:cubicBezTo>
                  <a:pt x="343" y="861"/>
                  <a:pt x="343" y="861"/>
                  <a:pt x="343" y="861"/>
                </a:cubicBezTo>
                <a:cubicBezTo>
                  <a:pt x="344" y="860"/>
                  <a:pt x="344" y="859"/>
                  <a:pt x="345" y="858"/>
                </a:cubicBezTo>
                <a:cubicBezTo>
                  <a:pt x="345" y="858"/>
                  <a:pt x="345" y="858"/>
                  <a:pt x="345" y="858"/>
                </a:cubicBezTo>
                <a:cubicBezTo>
                  <a:pt x="345" y="858"/>
                  <a:pt x="345" y="858"/>
                  <a:pt x="345" y="858"/>
                </a:cubicBezTo>
                <a:cubicBezTo>
                  <a:pt x="345" y="858"/>
                  <a:pt x="345" y="858"/>
                  <a:pt x="345" y="857"/>
                </a:cubicBezTo>
                <a:cubicBezTo>
                  <a:pt x="456" y="635"/>
                  <a:pt x="456" y="635"/>
                  <a:pt x="456" y="635"/>
                </a:cubicBezTo>
                <a:cubicBezTo>
                  <a:pt x="460" y="636"/>
                  <a:pt x="463" y="636"/>
                  <a:pt x="467" y="636"/>
                </a:cubicBezTo>
                <a:cubicBezTo>
                  <a:pt x="503" y="636"/>
                  <a:pt x="535" y="622"/>
                  <a:pt x="559" y="598"/>
                </a:cubicBezTo>
                <a:cubicBezTo>
                  <a:pt x="824" y="736"/>
                  <a:pt x="824" y="736"/>
                  <a:pt x="824" y="736"/>
                </a:cubicBezTo>
                <a:cubicBezTo>
                  <a:pt x="840" y="744"/>
                  <a:pt x="860" y="738"/>
                  <a:pt x="869" y="722"/>
                </a:cubicBezTo>
                <a:cubicBezTo>
                  <a:pt x="985" y="497"/>
                  <a:pt x="985" y="497"/>
                  <a:pt x="985" y="497"/>
                </a:cubicBezTo>
                <a:lnTo>
                  <a:pt x="754" y="570"/>
                </a:lnTo>
                <a:close/>
                <a:moveTo>
                  <a:pt x="1100" y="536"/>
                </a:moveTo>
                <a:cubicBezTo>
                  <a:pt x="1006" y="536"/>
                  <a:pt x="1006" y="536"/>
                  <a:pt x="1006" y="536"/>
                </a:cubicBezTo>
                <a:cubicBezTo>
                  <a:pt x="929" y="684"/>
                  <a:pt x="929" y="684"/>
                  <a:pt x="929" y="684"/>
                </a:cubicBezTo>
                <a:cubicBezTo>
                  <a:pt x="992" y="762"/>
                  <a:pt x="992" y="762"/>
                  <a:pt x="992" y="762"/>
                </a:cubicBezTo>
                <a:cubicBezTo>
                  <a:pt x="1006" y="782"/>
                  <a:pt x="1037" y="778"/>
                  <a:pt x="1048" y="756"/>
                </a:cubicBezTo>
                <a:cubicBezTo>
                  <a:pt x="1130" y="586"/>
                  <a:pt x="1130" y="586"/>
                  <a:pt x="1130" y="586"/>
                </a:cubicBezTo>
                <a:cubicBezTo>
                  <a:pt x="1142" y="564"/>
                  <a:pt x="1125" y="536"/>
                  <a:pt x="1100" y="536"/>
                </a:cubicBezTo>
                <a:close/>
                <a:moveTo>
                  <a:pt x="160" y="241"/>
                </a:moveTo>
                <a:cubicBezTo>
                  <a:pt x="731" y="537"/>
                  <a:pt x="731" y="537"/>
                  <a:pt x="731" y="537"/>
                </a:cubicBezTo>
                <a:cubicBezTo>
                  <a:pt x="735" y="539"/>
                  <a:pt x="740" y="540"/>
                  <a:pt x="744" y="538"/>
                </a:cubicBezTo>
                <a:cubicBezTo>
                  <a:pt x="1059" y="439"/>
                  <a:pt x="1059" y="439"/>
                  <a:pt x="1059" y="439"/>
                </a:cubicBezTo>
                <a:cubicBezTo>
                  <a:pt x="1073" y="435"/>
                  <a:pt x="1074" y="415"/>
                  <a:pt x="1061" y="408"/>
                </a:cubicBezTo>
                <a:cubicBezTo>
                  <a:pt x="283" y="4"/>
                  <a:pt x="283" y="4"/>
                  <a:pt x="283" y="4"/>
                </a:cubicBezTo>
                <a:cubicBezTo>
                  <a:pt x="275" y="0"/>
                  <a:pt x="265" y="3"/>
                  <a:pt x="261" y="11"/>
                </a:cubicBezTo>
                <a:cubicBezTo>
                  <a:pt x="153" y="218"/>
                  <a:pt x="153" y="218"/>
                  <a:pt x="153" y="218"/>
                </a:cubicBezTo>
                <a:cubicBezTo>
                  <a:pt x="149" y="226"/>
                  <a:pt x="152" y="237"/>
                  <a:pt x="160" y="24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33" name="Rectangle 32"/>
          <p:cNvSpPr/>
          <p:nvPr/>
        </p:nvSpPr>
        <p:spPr>
          <a:xfrm>
            <a:off x="1752771" y="275174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Clé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3850" y="275174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000" dirty="0">
                <a:solidFill>
                  <a:schemeClr val="tx1"/>
                </a:solidFill>
              </a:rPr>
              <a:t>Recherche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81693" y="275174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Speaker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0614" y="275174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Valise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9535" y="275174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Stockage cloud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68456" y="275174"/>
            <a:ext cx="1351694" cy="135169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Levé de soleil</a:t>
            </a:r>
          </a:p>
        </p:txBody>
      </p:sp>
      <p:sp>
        <p:nvSpPr>
          <p:cNvPr id="52" name="Freeform 82"/>
          <p:cNvSpPr>
            <a:spLocks noEditPoints="1"/>
          </p:cNvSpPr>
          <p:nvPr/>
        </p:nvSpPr>
        <p:spPr bwMode="auto">
          <a:xfrm>
            <a:off x="7719060" y="662625"/>
            <a:ext cx="850486" cy="771680"/>
          </a:xfrm>
          <a:custGeom>
            <a:avLst/>
            <a:gdLst>
              <a:gd name="T0" fmla="*/ 1104 w 1142"/>
              <a:gd name="T1" fmla="*/ 704 h 1037"/>
              <a:gd name="T2" fmla="*/ 970 w 1142"/>
              <a:gd name="T3" fmla="*/ 596 h 1037"/>
              <a:gd name="T4" fmla="*/ 971 w 1142"/>
              <a:gd name="T5" fmla="*/ 580 h 1037"/>
              <a:gd name="T6" fmla="*/ 971 w 1142"/>
              <a:gd name="T7" fmla="*/ 571 h 1037"/>
              <a:gd name="T8" fmla="*/ 171 w 1142"/>
              <a:gd name="T9" fmla="*/ 571 h 1037"/>
              <a:gd name="T10" fmla="*/ 171 w 1142"/>
              <a:gd name="T11" fmla="*/ 580 h 1037"/>
              <a:gd name="T12" fmla="*/ 172 w 1142"/>
              <a:gd name="T13" fmla="*/ 596 h 1037"/>
              <a:gd name="T14" fmla="*/ 38 w 1142"/>
              <a:gd name="T15" fmla="*/ 704 h 1037"/>
              <a:gd name="T16" fmla="*/ 38 w 1142"/>
              <a:gd name="T17" fmla="*/ 771 h 1037"/>
              <a:gd name="T18" fmla="*/ 1104 w 1142"/>
              <a:gd name="T19" fmla="*/ 771 h 1037"/>
              <a:gd name="T20" fmla="*/ 1104 w 1142"/>
              <a:gd name="T21" fmla="*/ 704 h 1037"/>
              <a:gd name="T22" fmla="*/ 904 w 1142"/>
              <a:gd name="T23" fmla="*/ 837 h 1037"/>
              <a:gd name="T24" fmla="*/ 204 w 1142"/>
              <a:gd name="T25" fmla="*/ 871 h 1037"/>
              <a:gd name="T26" fmla="*/ 904 w 1142"/>
              <a:gd name="T27" fmla="*/ 904 h 1037"/>
              <a:gd name="T28" fmla="*/ 938 w 1142"/>
              <a:gd name="T29" fmla="*/ 871 h 1037"/>
              <a:gd name="T30" fmla="*/ 738 w 1142"/>
              <a:gd name="T31" fmla="*/ 971 h 1037"/>
              <a:gd name="T32" fmla="*/ 404 w 1142"/>
              <a:gd name="T33" fmla="*/ 971 h 1037"/>
              <a:gd name="T34" fmla="*/ 404 w 1142"/>
              <a:gd name="T35" fmla="*/ 1037 h 1037"/>
              <a:gd name="T36" fmla="*/ 738 w 1142"/>
              <a:gd name="T37" fmla="*/ 1037 h 1037"/>
              <a:gd name="T38" fmla="*/ 738 w 1142"/>
              <a:gd name="T39" fmla="*/ 971 h 1037"/>
              <a:gd name="T40" fmla="*/ 332 w 1142"/>
              <a:gd name="T41" fmla="*/ 112 h 1037"/>
              <a:gd name="T42" fmla="*/ 332 w 1142"/>
              <a:gd name="T43" fmla="*/ 112 h 1037"/>
              <a:gd name="T44" fmla="*/ 394 w 1142"/>
              <a:gd name="T45" fmla="*/ 86 h 1037"/>
              <a:gd name="T46" fmla="*/ 368 w 1142"/>
              <a:gd name="T47" fmla="*/ 25 h 1037"/>
              <a:gd name="T48" fmla="*/ 325 w 1142"/>
              <a:gd name="T49" fmla="*/ 7 h 1037"/>
              <a:gd name="T50" fmla="*/ 25 w 1142"/>
              <a:gd name="T51" fmla="*/ 368 h 1037"/>
              <a:gd name="T52" fmla="*/ 87 w 1142"/>
              <a:gd name="T53" fmla="*/ 394 h 1037"/>
              <a:gd name="T54" fmla="*/ 87 w 1142"/>
              <a:gd name="T55" fmla="*/ 394 h 1037"/>
              <a:gd name="T56" fmla="*/ 112 w 1142"/>
              <a:gd name="T57" fmla="*/ 332 h 1037"/>
              <a:gd name="T58" fmla="*/ 50 w 1142"/>
              <a:gd name="T59" fmla="*/ 307 h 1037"/>
              <a:gd name="T60" fmla="*/ 7 w 1142"/>
              <a:gd name="T61" fmla="*/ 325 h 1037"/>
              <a:gd name="T62" fmla="*/ 1055 w 1142"/>
              <a:gd name="T63" fmla="*/ 394 h 1037"/>
              <a:gd name="T64" fmla="*/ 1117 w 1142"/>
              <a:gd name="T65" fmla="*/ 368 h 1037"/>
              <a:gd name="T66" fmla="*/ 1092 w 1142"/>
              <a:gd name="T67" fmla="*/ 307 h 1037"/>
              <a:gd name="T68" fmla="*/ 1092 w 1142"/>
              <a:gd name="T69" fmla="*/ 307 h 1037"/>
              <a:gd name="T70" fmla="*/ 1030 w 1142"/>
              <a:gd name="T71" fmla="*/ 332 h 1037"/>
              <a:gd name="T72" fmla="*/ 1055 w 1142"/>
              <a:gd name="T73" fmla="*/ 394 h 1037"/>
              <a:gd name="T74" fmla="*/ 810 w 1142"/>
              <a:gd name="T75" fmla="*/ 112 h 1037"/>
              <a:gd name="T76" fmla="*/ 835 w 1142"/>
              <a:gd name="T77" fmla="*/ 50 h 1037"/>
              <a:gd name="T78" fmla="*/ 774 w 1142"/>
              <a:gd name="T79" fmla="*/ 25 h 1037"/>
              <a:gd name="T80" fmla="*/ 748 w 1142"/>
              <a:gd name="T81" fmla="*/ 86 h 1037"/>
              <a:gd name="T82" fmla="*/ 766 w 1142"/>
              <a:gd name="T83" fmla="*/ 130 h 10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142" h="1037">
                <a:moveTo>
                  <a:pt x="1104" y="704"/>
                </a:moveTo>
                <a:cubicBezTo>
                  <a:pt x="1104" y="704"/>
                  <a:pt x="1104" y="704"/>
                  <a:pt x="1104" y="704"/>
                </a:cubicBezTo>
                <a:cubicBezTo>
                  <a:pt x="948" y="704"/>
                  <a:pt x="948" y="704"/>
                  <a:pt x="948" y="704"/>
                </a:cubicBezTo>
                <a:cubicBezTo>
                  <a:pt x="960" y="670"/>
                  <a:pt x="968" y="634"/>
                  <a:pt x="970" y="596"/>
                </a:cubicBezTo>
                <a:cubicBezTo>
                  <a:pt x="970" y="596"/>
                  <a:pt x="970" y="596"/>
                  <a:pt x="970" y="596"/>
                </a:cubicBezTo>
                <a:cubicBezTo>
                  <a:pt x="971" y="591"/>
                  <a:pt x="971" y="585"/>
                  <a:pt x="971" y="580"/>
                </a:cubicBezTo>
                <a:cubicBezTo>
                  <a:pt x="971" y="579"/>
                  <a:pt x="971" y="579"/>
                  <a:pt x="971" y="578"/>
                </a:cubicBezTo>
                <a:cubicBezTo>
                  <a:pt x="971" y="576"/>
                  <a:pt x="971" y="573"/>
                  <a:pt x="971" y="571"/>
                </a:cubicBezTo>
                <a:cubicBezTo>
                  <a:pt x="971" y="350"/>
                  <a:pt x="792" y="171"/>
                  <a:pt x="571" y="171"/>
                </a:cubicBezTo>
                <a:cubicBezTo>
                  <a:pt x="350" y="171"/>
                  <a:pt x="171" y="350"/>
                  <a:pt x="171" y="571"/>
                </a:cubicBezTo>
                <a:cubicBezTo>
                  <a:pt x="171" y="573"/>
                  <a:pt x="171" y="576"/>
                  <a:pt x="171" y="578"/>
                </a:cubicBezTo>
                <a:cubicBezTo>
                  <a:pt x="171" y="579"/>
                  <a:pt x="171" y="579"/>
                  <a:pt x="171" y="580"/>
                </a:cubicBezTo>
                <a:cubicBezTo>
                  <a:pt x="171" y="585"/>
                  <a:pt x="171" y="591"/>
                  <a:pt x="172" y="596"/>
                </a:cubicBezTo>
                <a:cubicBezTo>
                  <a:pt x="172" y="596"/>
                  <a:pt x="172" y="596"/>
                  <a:pt x="172" y="596"/>
                </a:cubicBezTo>
                <a:cubicBezTo>
                  <a:pt x="174" y="634"/>
                  <a:pt x="182" y="670"/>
                  <a:pt x="194" y="704"/>
                </a:cubicBezTo>
                <a:cubicBezTo>
                  <a:pt x="38" y="704"/>
                  <a:pt x="38" y="704"/>
                  <a:pt x="38" y="704"/>
                </a:cubicBezTo>
                <a:cubicBezTo>
                  <a:pt x="19" y="704"/>
                  <a:pt x="4" y="719"/>
                  <a:pt x="4" y="737"/>
                </a:cubicBezTo>
                <a:cubicBezTo>
                  <a:pt x="4" y="756"/>
                  <a:pt x="19" y="771"/>
                  <a:pt x="38" y="771"/>
                </a:cubicBezTo>
                <a:cubicBezTo>
                  <a:pt x="1104" y="771"/>
                  <a:pt x="1104" y="771"/>
                  <a:pt x="1104" y="771"/>
                </a:cubicBezTo>
                <a:cubicBezTo>
                  <a:pt x="1104" y="771"/>
                  <a:pt x="1104" y="771"/>
                  <a:pt x="1104" y="771"/>
                </a:cubicBezTo>
                <a:cubicBezTo>
                  <a:pt x="1123" y="771"/>
                  <a:pt x="1138" y="756"/>
                  <a:pt x="1138" y="737"/>
                </a:cubicBezTo>
                <a:cubicBezTo>
                  <a:pt x="1138" y="719"/>
                  <a:pt x="1123" y="704"/>
                  <a:pt x="1104" y="704"/>
                </a:cubicBezTo>
                <a:close/>
                <a:moveTo>
                  <a:pt x="904" y="837"/>
                </a:moveTo>
                <a:cubicBezTo>
                  <a:pt x="904" y="837"/>
                  <a:pt x="904" y="837"/>
                  <a:pt x="904" y="837"/>
                </a:cubicBezTo>
                <a:cubicBezTo>
                  <a:pt x="238" y="837"/>
                  <a:pt x="238" y="837"/>
                  <a:pt x="238" y="837"/>
                </a:cubicBezTo>
                <a:cubicBezTo>
                  <a:pt x="219" y="837"/>
                  <a:pt x="204" y="852"/>
                  <a:pt x="204" y="871"/>
                </a:cubicBezTo>
                <a:cubicBezTo>
                  <a:pt x="204" y="889"/>
                  <a:pt x="219" y="904"/>
                  <a:pt x="238" y="904"/>
                </a:cubicBezTo>
                <a:cubicBezTo>
                  <a:pt x="904" y="904"/>
                  <a:pt x="904" y="904"/>
                  <a:pt x="904" y="904"/>
                </a:cubicBezTo>
                <a:cubicBezTo>
                  <a:pt x="904" y="904"/>
                  <a:pt x="904" y="904"/>
                  <a:pt x="904" y="904"/>
                </a:cubicBezTo>
                <a:cubicBezTo>
                  <a:pt x="923" y="904"/>
                  <a:pt x="938" y="889"/>
                  <a:pt x="938" y="871"/>
                </a:cubicBezTo>
                <a:cubicBezTo>
                  <a:pt x="938" y="852"/>
                  <a:pt x="923" y="837"/>
                  <a:pt x="904" y="837"/>
                </a:cubicBezTo>
                <a:close/>
                <a:moveTo>
                  <a:pt x="738" y="971"/>
                </a:moveTo>
                <a:cubicBezTo>
                  <a:pt x="738" y="971"/>
                  <a:pt x="738" y="971"/>
                  <a:pt x="738" y="971"/>
                </a:cubicBezTo>
                <a:cubicBezTo>
                  <a:pt x="404" y="971"/>
                  <a:pt x="404" y="971"/>
                  <a:pt x="404" y="971"/>
                </a:cubicBezTo>
                <a:cubicBezTo>
                  <a:pt x="386" y="971"/>
                  <a:pt x="371" y="986"/>
                  <a:pt x="371" y="1004"/>
                </a:cubicBezTo>
                <a:cubicBezTo>
                  <a:pt x="371" y="1022"/>
                  <a:pt x="386" y="1037"/>
                  <a:pt x="404" y="1037"/>
                </a:cubicBezTo>
                <a:cubicBezTo>
                  <a:pt x="738" y="1037"/>
                  <a:pt x="738" y="1037"/>
                  <a:pt x="738" y="1037"/>
                </a:cubicBezTo>
                <a:cubicBezTo>
                  <a:pt x="738" y="1037"/>
                  <a:pt x="738" y="1037"/>
                  <a:pt x="738" y="1037"/>
                </a:cubicBezTo>
                <a:cubicBezTo>
                  <a:pt x="756" y="1037"/>
                  <a:pt x="771" y="1022"/>
                  <a:pt x="771" y="1004"/>
                </a:cubicBezTo>
                <a:cubicBezTo>
                  <a:pt x="771" y="986"/>
                  <a:pt x="756" y="971"/>
                  <a:pt x="738" y="971"/>
                </a:cubicBezTo>
                <a:close/>
                <a:moveTo>
                  <a:pt x="307" y="50"/>
                </a:moveTo>
                <a:cubicBezTo>
                  <a:pt x="332" y="112"/>
                  <a:pt x="332" y="112"/>
                  <a:pt x="332" y="112"/>
                </a:cubicBezTo>
                <a:cubicBezTo>
                  <a:pt x="332" y="112"/>
                  <a:pt x="332" y="112"/>
                  <a:pt x="332" y="112"/>
                </a:cubicBezTo>
                <a:cubicBezTo>
                  <a:pt x="332" y="112"/>
                  <a:pt x="332" y="112"/>
                  <a:pt x="332" y="112"/>
                </a:cubicBezTo>
                <a:cubicBezTo>
                  <a:pt x="339" y="129"/>
                  <a:pt x="359" y="137"/>
                  <a:pt x="376" y="130"/>
                </a:cubicBezTo>
                <a:cubicBezTo>
                  <a:pt x="393" y="123"/>
                  <a:pt x="401" y="103"/>
                  <a:pt x="394" y="86"/>
                </a:cubicBezTo>
                <a:cubicBezTo>
                  <a:pt x="394" y="86"/>
                  <a:pt x="394" y="86"/>
                  <a:pt x="394" y="86"/>
                </a:cubicBezTo>
                <a:cubicBezTo>
                  <a:pt x="368" y="25"/>
                  <a:pt x="368" y="25"/>
                  <a:pt x="368" y="25"/>
                </a:cubicBezTo>
                <a:cubicBezTo>
                  <a:pt x="368" y="25"/>
                  <a:pt x="368" y="25"/>
                  <a:pt x="368" y="25"/>
                </a:cubicBezTo>
                <a:cubicBezTo>
                  <a:pt x="361" y="8"/>
                  <a:pt x="342" y="0"/>
                  <a:pt x="325" y="7"/>
                </a:cubicBezTo>
                <a:cubicBezTo>
                  <a:pt x="308" y="14"/>
                  <a:pt x="300" y="33"/>
                  <a:pt x="307" y="50"/>
                </a:cubicBezTo>
                <a:close/>
                <a:moveTo>
                  <a:pt x="25" y="368"/>
                </a:moveTo>
                <a:cubicBezTo>
                  <a:pt x="25" y="368"/>
                  <a:pt x="25" y="368"/>
                  <a:pt x="25" y="368"/>
                </a:cubicBezTo>
                <a:cubicBezTo>
                  <a:pt x="87" y="394"/>
                  <a:pt x="87" y="394"/>
                  <a:pt x="87" y="394"/>
                </a:cubicBezTo>
                <a:cubicBezTo>
                  <a:pt x="87" y="394"/>
                  <a:pt x="87" y="394"/>
                  <a:pt x="87" y="394"/>
                </a:cubicBezTo>
                <a:cubicBezTo>
                  <a:pt x="87" y="394"/>
                  <a:pt x="87" y="394"/>
                  <a:pt x="87" y="394"/>
                </a:cubicBezTo>
                <a:cubicBezTo>
                  <a:pt x="104" y="401"/>
                  <a:pt x="123" y="393"/>
                  <a:pt x="130" y="376"/>
                </a:cubicBezTo>
                <a:cubicBezTo>
                  <a:pt x="137" y="359"/>
                  <a:pt x="129" y="339"/>
                  <a:pt x="112" y="332"/>
                </a:cubicBezTo>
                <a:cubicBezTo>
                  <a:pt x="112" y="332"/>
                  <a:pt x="112" y="332"/>
                  <a:pt x="112" y="332"/>
                </a:cubicBezTo>
                <a:cubicBezTo>
                  <a:pt x="50" y="307"/>
                  <a:pt x="50" y="307"/>
                  <a:pt x="50" y="307"/>
                </a:cubicBezTo>
                <a:cubicBezTo>
                  <a:pt x="50" y="307"/>
                  <a:pt x="50" y="307"/>
                  <a:pt x="50" y="307"/>
                </a:cubicBezTo>
                <a:cubicBezTo>
                  <a:pt x="33" y="300"/>
                  <a:pt x="14" y="308"/>
                  <a:pt x="7" y="325"/>
                </a:cubicBezTo>
                <a:cubicBezTo>
                  <a:pt x="0" y="342"/>
                  <a:pt x="8" y="361"/>
                  <a:pt x="25" y="368"/>
                </a:cubicBezTo>
                <a:close/>
                <a:moveTo>
                  <a:pt x="1055" y="394"/>
                </a:moveTo>
                <a:cubicBezTo>
                  <a:pt x="1055" y="394"/>
                  <a:pt x="1055" y="394"/>
                  <a:pt x="1055" y="394"/>
                </a:cubicBezTo>
                <a:cubicBezTo>
                  <a:pt x="1117" y="368"/>
                  <a:pt x="1117" y="368"/>
                  <a:pt x="1117" y="368"/>
                </a:cubicBezTo>
                <a:cubicBezTo>
                  <a:pt x="1134" y="361"/>
                  <a:pt x="1142" y="342"/>
                  <a:pt x="1135" y="325"/>
                </a:cubicBezTo>
                <a:cubicBezTo>
                  <a:pt x="1128" y="308"/>
                  <a:pt x="1109" y="300"/>
                  <a:pt x="1092" y="307"/>
                </a:cubicBezTo>
                <a:cubicBezTo>
                  <a:pt x="1092" y="307"/>
                  <a:pt x="1092" y="307"/>
                  <a:pt x="1092" y="307"/>
                </a:cubicBezTo>
                <a:cubicBezTo>
                  <a:pt x="1092" y="307"/>
                  <a:pt x="1092" y="307"/>
                  <a:pt x="1092" y="307"/>
                </a:cubicBezTo>
                <a:cubicBezTo>
                  <a:pt x="1030" y="332"/>
                  <a:pt x="1030" y="332"/>
                  <a:pt x="1030" y="332"/>
                </a:cubicBezTo>
                <a:cubicBezTo>
                  <a:pt x="1030" y="332"/>
                  <a:pt x="1030" y="332"/>
                  <a:pt x="1030" y="332"/>
                </a:cubicBezTo>
                <a:cubicBezTo>
                  <a:pt x="1013" y="339"/>
                  <a:pt x="1005" y="359"/>
                  <a:pt x="1012" y="376"/>
                </a:cubicBezTo>
                <a:cubicBezTo>
                  <a:pt x="1019" y="393"/>
                  <a:pt x="1038" y="401"/>
                  <a:pt x="1055" y="394"/>
                </a:cubicBezTo>
                <a:close/>
                <a:moveTo>
                  <a:pt x="766" y="130"/>
                </a:moveTo>
                <a:cubicBezTo>
                  <a:pt x="783" y="137"/>
                  <a:pt x="803" y="129"/>
                  <a:pt x="810" y="112"/>
                </a:cubicBezTo>
                <a:cubicBezTo>
                  <a:pt x="810" y="112"/>
                  <a:pt x="810" y="112"/>
                  <a:pt x="810" y="112"/>
                </a:cubicBezTo>
                <a:cubicBezTo>
                  <a:pt x="835" y="50"/>
                  <a:pt x="835" y="50"/>
                  <a:pt x="835" y="50"/>
                </a:cubicBezTo>
                <a:cubicBezTo>
                  <a:pt x="842" y="33"/>
                  <a:pt x="834" y="14"/>
                  <a:pt x="817" y="7"/>
                </a:cubicBezTo>
                <a:cubicBezTo>
                  <a:pt x="800" y="0"/>
                  <a:pt x="781" y="8"/>
                  <a:pt x="774" y="25"/>
                </a:cubicBezTo>
                <a:cubicBezTo>
                  <a:pt x="774" y="25"/>
                  <a:pt x="774" y="25"/>
                  <a:pt x="774" y="25"/>
                </a:cubicBezTo>
                <a:cubicBezTo>
                  <a:pt x="748" y="86"/>
                  <a:pt x="748" y="86"/>
                  <a:pt x="748" y="86"/>
                </a:cubicBezTo>
                <a:cubicBezTo>
                  <a:pt x="748" y="86"/>
                  <a:pt x="748" y="86"/>
                  <a:pt x="748" y="86"/>
                </a:cubicBezTo>
                <a:cubicBezTo>
                  <a:pt x="741" y="103"/>
                  <a:pt x="749" y="123"/>
                  <a:pt x="766" y="13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57" name="Freeform 77"/>
          <p:cNvSpPr>
            <a:spLocks/>
          </p:cNvSpPr>
          <p:nvPr/>
        </p:nvSpPr>
        <p:spPr bwMode="auto">
          <a:xfrm>
            <a:off x="2029703" y="707494"/>
            <a:ext cx="693013" cy="693013"/>
          </a:xfrm>
          <a:custGeom>
            <a:avLst/>
            <a:gdLst>
              <a:gd name="T0" fmla="*/ 966 w 1000"/>
              <a:gd name="T1" fmla="*/ 801 h 1000"/>
              <a:gd name="T2" fmla="*/ 459 w 1000"/>
              <a:gd name="T3" fmla="*/ 293 h 1000"/>
              <a:gd name="T4" fmla="*/ 467 w 1000"/>
              <a:gd name="T5" fmla="*/ 233 h 1000"/>
              <a:gd name="T6" fmla="*/ 233 w 1000"/>
              <a:gd name="T7" fmla="*/ 0 h 1000"/>
              <a:gd name="T8" fmla="*/ 159 w 1000"/>
              <a:gd name="T9" fmla="*/ 12 h 1000"/>
              <a:gd name="T10" fmla="*/ 290 w 1000"/>
              <a:gd name="T11" fmla="*/ 143 h 1000"/>
              <a:gd name="T12" fmla="*/ 290 w 1000"/>
              <a:gd name="T13" fmla="*/ 143 h 1000"/>
              <a:gd name="T14" fmla="*/ 300 w 1000"/>
              <a:gd name="T15" fmla="*/ 166 h 1000"/>
              <a:gd name="T16" fmla="*/ 290 w 1000"/>
              <a:gd name="T17" fmla="*/ 190 h 1000"/>
              <a:gd name="T18" fmla="*/ 190 w 1000"/>
              <a:gd name="T19" fmla="*/ 290 h 1000"/>
              <a:gd name="T20" fmla="*/ 167 w 1000"/>
              <a:gd name="T21" fmla="*/ 300 h 1000"/>
              <a:gd name="T22" fmla="*/ 143 w 1000"/>
              <a:gd name="T23" fmla="*/ 290 h 1000"/>
              <a:gd name="T24" fmla="*/ 12 w 1000"/>
              <a:gd name="T25" fmla="*/ 159 h 1000"/>
              <a:gd name="T26" fmla="*/ 0 w 1000"/>
              <a:gd name="T27" fmla="*/ 233 h 1000"/>
              <a:gd name="T28" fmla="*/ 233 w 1000"/>
              <a:gd name="T29" fmla="*/ 466 h 1000"/>
              <a:gd name="T30" fmla="*/ 294 w 1000"/>
              <a:gd name="T31" fmla="*/ 458 h 1000"/>
              <a:gd name="T32" fmla="*/ 801 w 1000"/>
              <a:gd name="T33" fmla="*/ 965 h 1000"/>
              <a:gd name="T34" fmla="*/ 801 w 1000"/>
              <a:gd name="T35" fmla="*/ 965 h 1000"/>
              <a:gd name="T36" fmla="*/ 883 w 1000"/>
              <a:gd name="T37" fmla="*/ 1000 h 1000"/>
              <a:gd name="T38" fmla="*/ 1000 w 1000"/>
              <a:gd name="T39" fmla="*/ 883 h 1000"/>
              <a:gd name="T40" fmla="*/ 966 w 1000"/>
              <a:gd name="T41" fmla="*/ 801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000" h="1000">
                <a:moveTo>
                  <a:pt x="966" y="801"/>
                </a:moveTo>
                <a:cubicBezTo>
                  <a:pt x="459" y="293"/>
                  <a:pt x="459" y="293"/>
                  <a:pt x="459" y="293"/>
                </a:cubicBezTo>
                <a:cubicBezTo>
                  <a:pt x="464" y="274"/>
                  <a:pt x="467" y="254"/>
                  <a:pt x="467" y="233"/>
                </a:cubicBezTo>
                <a:cubicBezTo>
                  <a:pt x="467" y="104"/>
                  <a:pt x="362" y="0"/>
                  <a:pt x="233" y="0"/>
                </a:cubicBezTo>
                <a:cubicBezTo>
                  <a:pt x="207" y="0"/>
                  <a:pt x="182" y="4"/>
                  <a:pt x="159" y="12"/>
                </a:cubicBezTo>
                <a:cubicBezTo>
                  <a:pt x="290" y="143"/>
                  <a:pt x="290" y="143"/>
                  <a:pt x="290" y="143"/>
                </a:cubicBezTo>
                <a:cubicBezTo>
                  <a:pt x="290" y="143"/>
                  <a:pt x="290" y="143"/>
                  <a:pt x="290" y="143"/>
                </a:cubicBezTo>
                <a:cubicBezTo>
                  <a:pt x="296" y="149"/>
                  <a:pt x="300" y="157"/>
                  <a:pt x="300" y="166"/>
                </a:cubicBezTo>
                <a:cubicBezTo>
                  <a:pt x="300" y="176"/>
                  <a:pt x="296" y="184"/>
                  <a:pt x="290" y="190"/>
                </a:cubicBezTo>
                <a:cubicBezTo>
                  <a:pt x="190" y="290"/>
                  <a:pt x="190" y="290"/>
                  <a:pt x="190" y="290"/>
                </a:cubicBezTo>
                <a:cubicBezTo>
                  <a:pt x="184" y="296"/>
                  <a:pt x="176" y="300"/>
                  <a:pt x="167" y="300"/>
                </a:cubicBezTo>
                <a:cubicBezTo>
                  <a:pt x="157" y="300"/>
                  <a:pt x="149" y="296"/>
                  <a:pt x="143" y="290"/>
                </a:cubicBezTo>
                <a:cubicBezTo>
                  <a:pt x="12" y="159"/>
                  <a:pt x="12" y="159"/>
                  <a:pt x="12" y="159"/>
                </a:cubicBezTo>
                <a:cubicBezTo>
                  <a:pt x="4" y="182"/>
                  <a:pt x="0" y="207"/>
                  <a:pt x="0" y="233"/>
                </a:cubicBezTo>
                <a:cubicBezTo>
                  <a:pt x="0" y="362"/>
                  <a:pt x="104" y="466"/>
                  <a:pt x="233" y="466"/>
                </a:cubicBezTo>
                <a:cubicBezTo>
                  <a:pt x="254" y="466"/>
                  <a:pt x="274" y="464"/>
                  <a:pt x="294" y="458"/>
                </a:cubicBezTo>
                <a:cubicBezTo>
                  <a:pt x="801" y="965"/>
                  <a:pt x="801" y="965"/>
                  <a:pt x="801" y="965"/>
                </a:cubicBezTo>
                <a:cubicBezTo>
                  <a:pt x="801" y="965"/>
                  <a:pt x="801" y="965"/>
                  <a:pt x="801" y="965"/>
                </a:cubicBezTo>
                <a:cubicBezTo>
                  <a:pt x="822" y="987"/>
                  <a:pt x="851" y="1000"/>
                  <a:pt x="883" y="1000"/>
                </a:cubicBezTo>
                <a:cubicBezTo>
                  <a:pt x="948" y="1000"/>
                  <a:pt x="1000" y="947"/>
                  <a:pt x="1000" y="883"/>
                </a:cubicBezTo>
                <a:cubicBezTo>
                  <a:pt x="1000" y="851"/>
                  <a:pt x="987" y="822"/>
                  <a:pt x="966" y="80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58" name="Freeform 87"/>
          <p:cNvSpPr>
            <a:spLocks noEditPoints="1"/>
          </p:cNvSpPr>
          <p:nvPr/>
        </p:nvSpPr>
        <p:spPr bwMode="auto">
          <a:xfrm>
            <a:off x="4863262" y="731549"/>
            <a:ext cx="765270" cy="665020"/>
          </a:xfrm>
          <a:custGeom>
            <a:avLst/>
            <a:gdLst>
              <a:gd name="T0" fmla="*/ 633 w 998"/>
              <a:gd name="T1" fmla="*/ 134 h 867"/>
              <a:gd name="T2" fmla="*/ 600 w 998"/>
              <a:gd name="T3" fmla="*/ 0 h 867"/>
              <a:gd name="T4" fmla="*/ 366 w 998"/>
              <a:gd name="T5" fmla="*/ 35 h 867"/>
              <a:gd name="T6" fmla="*/ 103 w 998"/>
              <a:gd name="T7" fmla="*/ 134 h 867"/>
              <a:gd name="T8" fmla="*/ 0 w 998"/>
              <a:gd name="T9" fmla="*/ 765 h 867"/>
              <a:gd name="T10" fmla="*/ 896 w 998"/>
              <a:gd name="T11" fmla="*/ 867 h 867"/>
              <a:gd name="T12" fmla="*/ 998 w 998"/>
              <a:gd name="T13" fmla="*/ 237 h 867"/>
              <a:gd name="T14" fmla="*/ 428 w 998"/>
              <a:gd name="T15" fmla="*/ 34 h 867"/>
              <a:gd name="T16" fmla="*/ 600 w 998"/>
              <a:gd name="T17" fmla="*/ 66 h 867"/>
              <a:gd name="T18" fmla="*/ 400 w 998"/>
              <a:gd name="T19" fmla="*/ 134 h 867"/>
              <a:gd name="T20" fmla="*/ 428 w 998"/>
              <a:gd name="T21" fmla="*/ 34 h 867"/>
              <a:gd name="T22" fmla="*/ 133 w 998"/>
              <a:gd name="T23" fmla="*/ 834 h 867"/>
              <a:gd name="T24" fmla="*/ 166 w 998"/>
              <a:gd name="T25" fmla="*/ 167 h 867"/>
              <a:gd name="T26" fmla="*/ 692 w 998"/>
              <a:gd name="T27" fmla="*/ 377 h 867"/>
              <a:gd name="T28" fmla="*/ 687 w 998"/>
              <a:gd name="T29" fmla="*/ 666 h 867"/>
              <a:gd name="T30" fmla="*/ 685 w 998"/>
              <a:gd name="T31" fmla="*/ 685 h 867"/>
              <a:gd name="T32" fmla="*/ 685 w 998"/>
              <a:gd name="T33" fmla="*/ 686 h 867"/>
              <a:gd name="T34" fmla="*/ 553 w 998"/>
              <a:gd name="T35" fmla="*/ 539 h 867"/>
              <a:gd name="T36" fmla="*/ 457 w 998"/>
              <a:gd name="T37" fmla="*/ 721 h 867"/>
              <a:gd name="T38" fmla="*/ 455 w 998"/>
              <a:gd name="T39" fmla="*/ 729 h 867"/>
              <a:gd name="T40" fmla="*/ 455 w 998"/>
              <a:gd name="T41" fmla="*/ 729 h 867"/>
              <a:gd name="T42" fmla="*/ 285 w 998"/>
              <a:gd name="T43" fmla="*/ 574 h 867"/>
              <a:gd name="T44" fmla="*/ 292 w 998"/>
              <a:gd name="T45" fmla="*/ 567 h 867"/>
              <a:gd name="T46" fmla="*/ 302 w 998"/>
              <a:gd name="T47" fmla="*/ 565 h 867"/>
              <a:gd name="T48" fmla="*/ 378 w 998"/>
              <a:gd name="T49" fmla="*/ 597 h 867"/>
              <a:gd name="T50" fmla="*/ 309 w 998"/>
              <a:gd name="T51" fmla="*/ 364 h 867"/>
              <a:gd name="T52" fmla="*/ 352 w 998"/>
              <a:gd name="T53" fmla="*/ 333 h 867"/>
              <a:gd name="T54" fmla="*/ 552 w 998"/>
              <a:gd name="T55" fmla="*/ 400 h 867"/>
              <a:gd name="T56" fmla="*/ 713 w 998"/>
              <a:gd name="T57" fmla="*/ 305 h 867"/>
              <a:gd name="T58" fmla="*/ 714 w 998"/>
              <a:gd name="T59" fmla="*/ 306 h 867"/>
              <a:gd name="T60" fmla="*/ 716 w 998"/>
              <a:gd name="T61" fmla="*/ 308 h 867"/>
              <a:gd name="T62" fmla="*/ 716 w 998"/>
              <a:gd name="T63" fmla="*/ 309 h 867"/>
              <a:gd name="T64" fmla="*/ 866 w 998"/>
              <a:gd name="T65" fmla="*/ 834 h 867"/>
              <a:gd name="T66" fmla="*/ 833 w 998"/>
              <a:gd name="T67" fmla="*/ 167 h 867"/>
              <a:gd name="T68" fmla="*/ 866 w 998"/>
              <a:gd name="T69" fmla="*/ 834 h 8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998" h="867">
                <a:moveTo>
                  <a:pt x="896" y="134"/>
                </a:moveTo>
                <a:cubicBezTo>
                  <a:pt x="633" y="134"/>
                  <a:pt x="633" y="134"/>
                  <a:pt x="633" y="134"/>
                </a:cubicBezTo>
                <a:cubicBezTo>
                  <a:pt x="633" y="35"/>
                  <a:pt x="633" y="35"/>
                  <a:pt x="633" y="35"/>
                </a:cubicBezTo>
                <a:cubicBezTo>
                  <a:pt x="633" y="17"/>
                  <a:pt x="618" y="0"/>
                  <a:pt x="600" y="0"/>
                </a:cubicBezTo>
                <a:cubicBezTo>
                  <a:pt x="400" y="0"/>
                  <a:pt x="400" y="0"/>
                  <a:pt x="400" y="0"/>
                </a:cubicBezTo>
                <a:cubicBezTo>
                  <a:pt x="381" y="0"/>
                  <a:pt x="366" y="17"/>
                  <a:pt x="366" y="35"/>
                </a:cubicBezTo>
                <a:cubicBezTo>
                  <a:pt x="366" y="134"/>
                  <a:pt x="366" y="134"/>
                  <a:pt x="366" y="134"/>
                </a:cubicBezTo>
                <a:cubicBezTo>
                  <a:pt x="103" y="134"/>
                  <a:pt x="103" y="134"/>
                  <a:pt x="103" y="134"/>
                </a:cubicBezTo>
                <a:cubicBezTo>
                  <a:pt x="47" y="134"/>
                  <a:pt x="0" y="181"/>
                  <a:pt x="0" y="237"/>
                </a:cubicBezTo>
                <a:cubicBezTo>
                  <a:pt x="0" y="765"/>
                  <a:pt x="0" y="765"/>
                  <a:pt x="0" y="765"/>
                </a:cubicBezTo>
                <a:cubicBezTo>
                  <a:pt x="0" y="821"/>
                  <a:pt x="47" y="867"/>
                  <a:pt x="103" y="867"/>
                </a:cubicBezTo>
                <a:cubicBezTo>
                  <a:pt x="896" y="867"/>
                  <a:pt x="896" y="867"/>
                  <a:pt x="896" y="867"/>
                </a:cubicBezTo>
                <a:cubicBezTo>
                  <a:pt x="953" y="867"/>
                  <a:pt x="998" y="821"/>
                  <a:pt x="998" y="765"/>
                </a:cubicBezTo>
                <a:cubicBezTo>
                  <a:pt x="998" y="237"/>
                  <a:pt x="998" y="237"/>
                  <a:pt x="998" y="237"/>
                </a:cubicBezTo>
                <a:cubicBezTo>
                  <a:pt x="998" y="181"/>
                  <a:pt x="953" y="134"/>
                  <a:pt x="896" y="134"/>
                </a:cubicBezTo>
                <a:close/>
                <a:moveTo>
                  <a:pt x="428" y="34"/>
                </a:moveTo>
                <a:cubicBezTo>
                  <a:pt x="571" y="34"/>
                  <a:pt x="571" y="34"/>
                  <a:pt x="571" y="34"/>
                </a:cubicBezTo>
                <a:cubicBezTo>
                  <a:pt x="598" y="34"/>
                  <a:pt x="600" y="47"/>
                  <a:pt x="600" y="66"/>
                </a:cubicBezTo>
                <a:cubicBezTo>
                  <a:pt x="600" y="134"/>
                  <a:pt x="600" y="134"/>
                  <a:pt x="600" y="134"/>
                </a:cubicBezTo>
                <a:cubicBezTo>
                  <a:pt x="400" y="134"/>
                  <a:pt x="400" y="134"/>
                  <a:pt x="400" y="134"/>
                </a:cubicBezTo>
                <a:cubicBezTo>
                  <a:pt x="400" y="66"/>
                  <a:pt x="400" y="66"/>
                  <a:pt x="400" y="66"/>
                </a:cubicBezTo>
                <a:cubicBezTo>
                  <a:pt x="400" y="57"/>
                  <a:pt x="399" y="34"/>
                  <a:pt x="428" y="34"/>
                </a:cubicBezTo>
                <a:close/>
                <a:moveTo>
                  <a:pt x="166" y="834"/>
                </a:moveTo>
                <a:cubicBezTo>
                  <a:pt x="133" y="834"/>
                  <a:pt x="133" y="834"/>
                  <a:pt x="133" y="834"/>
                </a:cubicBezTo>
                <a:cubicBezTo>
                  <a:pt x="133" y="167"/>
                  <a:pt x="133" y="167"/>
                  <a:pt x="133" y="167"/>
                </a:cubicBezTo>
                <a:cubicBezTo>
                  <a:pt x="166" y="167"/>
                  <a:pt x="166" y="167"/>
                  <a:pt x="166" y="167"/>
                </a:cubicBezTo>
                <a:lnTo>
                  <a:pt x="166" y="834"/>
                </a:lnTo>
                <a:close/>
                <a:moveTo>
                  <a:pt x="692" y="377"/>
                </a:moveTo>
                <a:cubicBezTo>
                  <a:pt x="622" y="470"/>
                  <a:pt x="622" y="470"/>
                  <a:pt x="622" y="470"/>
                </a:cubicBezTo>
                <a:cubicBezTo>
                  <a:pt x="687" y="666"/>
                  <a:pt x="687" y="666"/>
                  <a:pt x="687" y="666"/>
                </a:cubicBezTo>
                <a:cubicBezTo>
                  <a:pt x="691" y="672"/>
                  <a:pt x="690" y="680"/>
                  <a:pt x="685" y="685"/>
                </a:cubicBezTo>
                <a:cubicBezTo>
                  <a:pt x="685" y="685"/>
                  <a:pt x="685" y="685"/>
                  <a:pt x="685" y="685"/>
                </a:cubicBezTo>
                <a:cubicBezTo>
                  <a:pt x="685" y="686"/>
                  <a:pt x="685" y="686"/>
                  <a:pt x="685" y="686"/>
                </a:cubicBezTo>
                <a:cubicBezTo>
                  <a:pt x="685" y="686"/>
                  <a:pt x="685" y="686"/>
                  <a:pt x="685" y="686"/>
                </a:cubicBezTo>
                <a:cubicBezTo>
                  <a:pt x="657" y="714"/>
                  <a:pt x="657" y="714"/>
                  <a:pt x="657" y="714"/>
                </a:cubicBezTo>
                <a:cubicBezTo>
                  <a:pt x="553" y="539"/>
                  <a:pt x="553" y="539"/>
                  <a:pt x="553" y="539"/>
                </a:cubicBezTo>
                <a:cubicBezTo>
                  <a:pt x="424" y="644"/>
                  <a:pt x="424" y="644"/>
                  <a:pt x="424" y="644"/>
                </a:cubicBezTo>
                <a:cubicBezTo>
                  <a:pt x="457" y="721"/>
                  <a:pt x="457" y="721"/>
                  <a:pt x="457" y="721"/>
                </a:cubicBezTo>
                <a:cubicBezTo>
                  <a:pt x="457" y="721"/>
                  <a:pt x="457" y="721"/>
                  <a:pt x="457" y="721"/>
                </a:cubicBezTo>
                <a:cubicBezTo>
                  <a:pt x="458" y="724"/>
                  <a:pt x="458" y="727"/>
                  <a:pt x="455" y="729"/>
                </a:cubicBezTo>
                <a:cubicBezTo>
                  <a:pt x="455" y="729"/>
                  <a:pt x="455" y="729"/>
                  <a:pt x="455" y="729"/>
                </a:cubicBezTo>
                <a:cubicBezTo>
                  <a:pt x="455" y="729"/>
                  <a:pt x="455" y="729"/>
                  <a:pt x="455" y="729"/>
                </a:cubicBezTo>
                <a:cubicBezTo>
                  <a:pt x="452" y="733"/>
                  <a:pt x="448" y="737"/>
                  <a:pt x="448" y="737"/>
                </a:cubicBezTo>
                <a:cubicBezTo>
                  <a:pt x="285" y="574"/>
                  <a:pt x="285" y="574"/>
                  <a:pt x="285" y="574"/>
                </a:cubicBezTo>
                <a:cubicBezTo>
                  <a:pt x="292" y="567"/>
                  <a:pt x="292" y="567"/>
                  <a:pt x="292" y="567"/>
                </a:cubicBezTo>
                <a:cubicBezTo>
                  <a:pt x="292" y="567"/>
                  <a:pt x="292" y="567"/>
                  <a:pt x="292" y="567"/>
                </a:cubicBezTo>
                <a:cubicBezTo>
                  <a:pt x="293" y="567"/>
                  <a:pt x="293" y="567"/>
                  <a:pt x="293" y="567"/>
                </a:cubicBezTo>
                <a:cubicBezTo>
                  <a:pt x="295" y="564"/>
                  <a:pt x="299" y="564"/>
                  <a:pt x="302" y="565"/>
                </a:cubicBezTo>
                <a:cubicBezTo>
                  <a:pt x="302" y="565"/>
                  <a:pt x="302" y="565"/>
                  <a:pt x="302" y="565"/>
                </a:cubicBezTo>
                <a:cubicBezTo>
                  <a:pt x="378" y="597"/>
                  <a:pt x="378" y="597"/>
                  <a:pt x="378" y="597"/>
                </a:cubicBezTo>
                <a:cubicBezTo>
                  <a:pt x="482" y="469"/>
                  <a:pt x="482" y="469"/>
                  <a:pt x="482" y="469"/>
                </a:cubicBezTo>
                <a:cubicBezTo>
                  <a:pt x="309" y="364"/>
                  <a:pt x="309" y="364"/>
                  <a:pt x="309" y="364"/>
                </a:cubicBezTo>
                <a:cubicBezTo>
                  <a:pt x="336" y="337"/>
                  <a:pt x="336" y="337"/>
                  <a:pt x="336" y="337"/>
                </a:cubicBezTo>
                <a:cubicBezTo>
                  <a:pt x="340" y="333"/>
                  <a:pt x="347" y="331"/>
                  <a:pt x="352" y="333"/>
                </a:cubicBezTo>
                <a:cubicBezTo>
                  <a:pt x="352" y="333"/>
                  <a:pt x="352" y="333"/>
                  <a:pt x="352" y="333"/>
                </a:cubicBezTo>
                <a:cubicBezTo>
                  <a:pt x="552" y="400"/>
                  <a:pt x="552" y="400"/>
                  <a:pt x="552" y="400"/>
                </a:cubicBezTo>
                <a:cubicBezTo>
                  <a:pt x="645" y="330"/>
                  <a:pt x="645" y="330"/>
                  <a:pt x="645" y="330"/>
                </a:cubicBezTo>
                <a:cubicBezTo>
                  <a:pt x="670" y="311"/>
                  <a:pt x="700" y="297"/>
                  <a:pt x="713" y="305"/>
                </a:cubicBezTo>
                <a:cubicBezTo>
                  <a:pt x="713" y="305"/>
                  <a:pt x="713" y="305"/>
                  <a:pt x="713" y="306"/>
                </a:cubicBezTo>
                <a:cubicBezTo>
                  <a:pt x="714" y="306"/>
                  <a:pt x="714" y="306"/>
                  <a:pt x="714" y="306"/>
                </a:cubicBezTo>
                <a:cubicBezTo>
                  <a:pt x="714" y="306"/>
                  <a:pt x="715" y="306"/>
                  <a:pt x="715" y="307"/>
                </a:cubicBezTo>
                <a:cubicBezTo>
                  <a:pt x="715" y="307"/>
                  <a:pt x="715" y="307"/>
                  <a:pt x="716" y="308"/>
                </a:cubicBezTo>
                <a:cubicBezTo>
                  <a:pt x="716" y="308"/>
                  <a:pt x="716" y="308"/>
                  <a:pt x="716" y="308"/>
                </a:cubicBezTo>
                <a:cubicBezTo>
                  <a:pt x="716" y="308"/>
                  <a:pt x="716" y="309"/>
                  <a:pt x="716" y="309"/>
                </a:cubicBezTo>
                <a:cubicBezTo>
                  <a:pt x="725" y="322"/>
                  <a:pt x="711" y="351"/>
                  <a:pt x="692" y="377"/>
                </a:cubicBezTo>
                <a:close/>
                <a:moveTo>
                  <a:pt x="866" y="834"/>
                </a:moveTo>
                <a:cubicBezTo>
                  <a:pt x="833" y="834"/>
                  <a:pt x="833" y="834"/>
                  <a:pt x="833" y="834"/>
                </a:cubicBezTo>
                <a:cubicBezTo>
                  <a:pt x="833" y="167"/>
                  <a:pt x="833" y="167"/>
                  <a:pt x="833" y="167"/>
                </a:cubicBezTo>
                <a:cubicBezTo>
                  <a:pt x="866" y="167"/>
                  <a:pt x="866" y="167"/>
                  <a:pt x="866" y="167"/>
                </a:cubicBezTo>
                <a:lnTo>
                  <a:pt x="866" y="83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6" name="Freeform 5"/>
          <p:cNvSpPr>
            <a:spLocks noEditPoints="1"/>
          </p:cNvSpPr>
          <p:nvPr/>
        </p:nvSpPr>
        <p:spPr bwMode="auto">
          <a:xfrm>
            <a:off x="2097088" y="2190750"/>
            <a:ext cx="665163" cy="677862"/>
          </a:xfrm>
          <a:custGeom>
            <a:avLst/>
            <a:gdLst>
              <a:gd name="T0" fmla="*/ 607 w 2207"/>
              <a:gd name="T1" fmla="*/ 626 h 2246"/>
              <a:gd name="T2" fmla="*/ 1104 w 2207"/>
              <a:gd name="T3" fmla="*/ 421 h 2246"/>
              <a:gd name="T4" fmla="*/ 1600 w 2207"/>
              <a:gd name="T5" fmla="*/ 626 h 2246"/>
              <a:gd name="T6" fmla="*/ 1314 w 2207"/>
              <a:gd name="T7" fmla="*/ 912 h 2246"/>
              <a:gd name="T8" fmla="*/ 2016 w 2207"/>
              <a:gd name="T9" fmla="*/ 912 h 2246"/>
              <a:gd name="T10" fmla="*/ 2157 w 2207"/>
              <a:gd name="T11" fmla="*/ 772 h 2246"/>
              <a:gd name="T12" fmla="*/ 2157 w 2207"/>
              <a:gd name="T13" fmla="*/ 70 h 2246"/>
              <a:gd name="T14" fmla="*/ 1898 w 2207"/>
              <a:gd name="T15" fmla="*/ 329 h 2246"/>
              <a:gd name="T16" fmla="*/ 1104 w 2207"/>
              <a:gd name="T17" fmla="*/ 0 h 2246"/>
              <a:gd name="T18" fmla="*/ 0 w 2207"/>
              <a:gd name="T19" fmla="*/ 912 h 2246"/>
              <a:gd name="T20" fmla="*/ 434 w 2207"/>
              <a:gd name="T21" fmla="*/ 912 h 2246"/>
              <a:gd name="T22" fmla="*/ 607 w 2207"/>
              <a:gd name="T23" fmla="*/ 626 h 2246"/>
              <a:gd name="T24" fmla="*/ 1774 w 2207"/>
              <a:gd name="T25" fmla="*/ 1333 h 2246"/>
              <a:gd name="T26" fmla="*/ 1600 w 2207"/>
              <a:gd name="T27" fmla="*/ 1619 h 2246"/>
              <a:gd name="T28" fmla="*/ 1104 w 2207"/>
              <a:gd name="T29" fmla="*/ 1825 h 2246"/>
              <a:gd name="T30" fmla="*/ 607 w 2207"/>
              <a:gd name="T31" fmla="*/ 1619 h 2246"/>
              <a:gd name="T32" fmla="*/ 893 w 2207"/>
              <a:gd name="T33" fmla="*/ 1333 h 2246"/>
              <a:gd name="T34" fmla="*/ 191 w 2207"/>
              <a:gd name="T35" fmla="*/ 1333 h 2246"/>
              <a:gd name="T36" fmla="*/ 51 w 2207"/>
              <a:gd name="T37" fmla="*/ 1474 h 2246"/>
              <a:gd name="T38" fmla="*/ 51 w 2207"/>
              <a:gd name="T39" fmla="*/ 2175 h 2246"/>
              <a:gd name="T40" fmla="*/ 310 w 2207"/>
              <a:gd name="T41" fmla="*/ 1917 h 2246"/>
              <a:gd name="T42" fmla="*/ 1104 w 2207"/>
              <a:gd name="T43" fmla="*/ 2246 h 2246"/>
              <a:gd name="T44" fmla="*/ 2207 w 2207"/>
              <a:gd name="T45" fmla="*/ 1333 h 2246"/>
              <a:gd name="T46" fmla="*/ 1774 w 2207"/>
              <a:gd name="T47" fmla="*/ 1333 h 2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207" h="2246">
                <a:moveTo>
                  <a:pt x="607" y="626"/>
                </a:moveTo>
                <a:cubicBezTo>
                  <a:pt x="740" y="494"/>
                  <a:pt x="916" y="421"/>
                  <a:pt x="1104" y="421"/>
                </a:cubicBezTo>
                <a:cubicBezTo>
                  <a:pt x="1291" y="421"/>
                  <a:pt x="1467" y="494"/>
                  <a:pt x="1600" y="626"/>
                </a:cubicBezTo>
                <a:cubicBezTo>
                  <a:pt x="1314" y="912"/>
                  <a:pt x="1314" y="912"/>
                  <a:pt x="1314" y="912"/>
                </a:cubicBezTo>
                <a:cubicBezTo>
                  <a:pt x="2016" y="912"/>
                  <a:pt x="2016" y="912"/>
                  <a:pt x="2016" y="912"/>
                </a:cubicBezTo>
                <a:cubicBezTo>
                  <a:pt x="2094" y="912"/>
                  <a:pt x="2157" y="849"/>
                  <a:pt x="2157" y="772"/>
                </a:cubicBezTo>
                <a:cubicBezTo>
                  <a:pt x="2157" y="70"/>
                  <a:pt x="2157" y="70"/>
                  <a:pt x="2157" y="70"/>
                </a:cubicBezTo>
                <a:cubicBezTo>
                  <a:pt x="1898" y="329"/>
                  <a:pt x="1898" y="329"/>
                  <a:pt x="1898" y="329"/>
                </a:cubicBezTo>
                <a:cubicBezTo>
                  <a:pt x="1695" y="125"/>
                  <a:pt x="1414" y="0"/>
                  <a:pt x="1104" y="0"/>
                </a:cubicBezTo>
                <a:cubicBezTo>
                  <a:pt x="555" y="0"/>
                  <a:pt x="99" y="393"/>
                  <a:pt x="0" y="912"/>
                </a:cubicBezTo>
                <a:cubicBezTo>
                  <a:pt x="434" y="912"/>
                  <a:pt x="434" y="912"/>
                  <a:pt x="434" y="912"/>
                </a:cubicBezTo>
                <a:cubicBezTo>
                  <a:pt x="467" y="805"/>
                  <a:pt x="526" y="708"/>
                  <a:pt x="607" y="626"/>
                </a:cubicBezTo>
                <a:close/>
                <a:moveTo>
                  <a:pt x="1774" y="1333"/>
                </a:moveTo>
                <a:cubicBezTo>
                  <a:pt x="1740" y="1440"/>
                  <a:pt x="1681" y="1538"/>
                  <a:pt x="1600" y="1619"/>
                </a:cubicBezTo>
                <a:cubicBezTo>
                  <a:pt x="1467" y="1752"/>
                  <a:pt x="1291" y="1825"/>
                  <a:pt x="1104" y="1825"/>
                </a:cubicBezTo>
                <a:cubicBezTo>
                  <a:pt x="916" y="1825"/>
                  <a:pt x="740" y="1752"/>
                  <a:pt x="607" y="1619"/>
                </a:cubicBezTo>
                <a:cubicBezTo>
                  <a:pt x="893" y="1333"/>
                  <a:pt x="893" y="1333"/>
                  <a:pt x="893" y="1333"/>
                </a:cubicBezTo>
                <a:cubicBezTo>
                  <a:pt x="191" y="1333"/>
                  <a:pt x="191" y="1333"/>
                  <a:pt x="191" y="1333"/>
                </a:cubicBezTo>
                <a:cubicBezTo>
                  <a:pt x="114" y="1333"/>
                  <a:pt x="51" y="1396"/>
                  <a:pt x="51" y="1474"/>
                </a:cubicBezTo>
                <a:cubicBezTo>
                  <a:pt x="51" y="2175"/>
                  <a:pt x="51" y="2175"/>
                  <a:pt x="51" y="2175"/>
                </a:cubicBezTo>
                <a:cubicBezTo>
                  <a:pt x="310" y="1917"/>
                  <a:pt x="310" y="1917"/>
                  <a:pt x="310" y="1917"/>
                </a:cubicBezTo>
                <a:cubicBezTo>
                  <a:pt x="513" y="2120"/>
                  <a:pt x="794" y="2246"/>
                  <a:pt x="1104" y="2246"/>
                </a:cubicBezTo>
                <a:cubicBezTo>
                  <a:pt x="1652" y="2246"/>
                  <a:pt x="2108" y="1853"/>
                  <a:pt x="2207" y="1333"/>
                </a:cubicBezTo>
                <a:lnTo>
                  <a:pt x="1774" y="13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9" name="Freeform 9"/>
          <p:cNvSpPr>
            <a:spLocks/>
          </p:cNvSpPr>
          <p:nvPr/>
        </p:nvSpPr>
        <p:spPr bwMode="auto">
          <a:xfrm>
            <a:off x="6307138" y="812800"/>
            <a:ext cx="771525" cy="544512"/>
          </a:xfrm>
          <a:custGeom>
            <a:avLst/>
            <a:gdLst>
              <a:gd name="T0" fmla="*/ 2329 w 2494"/>
              <a:gd name="T1" fmla="*/ 977 h 1761"/>
              <a:gd name="T2" fmla="*/ 2347 w 2494"/>
              <a:gd name="T3" fmla="*/ 807 h 1761"/>
              <a:gd name="T4" fmla="*/ 1540 w 2494"/>
              <a:gd name="T5" fmla="*/ 0 h 1761"/>
              <a:gd name="T6" fmla="*/ 912 w 2494"/>
              <a:gd name="T7" fmla="*/ 301 h 1761"/>
              <a:gd name="T8" fmla="*/ 843 w 2494"/>
              <a:gd name="T9" fmla="*/ 294 h 1761"/>
              <a:gd name="T10" fmla="*/ 515 w 2494"/>
              <a:gd name="T11" fmla="*/ 592 h 1761"/>
              <a:gd name="T12" fmla="*/ 0 w 2494"/>
              <a:gd name="T13" fmla="*/ 1174 h 1761"/>
              <a:gd name="T14" fmla="*/ 586 w 2494"/>
              <a:gd name="T15" fmla="*/ 1761 h 1761"/>
              <a:gd name="T16" fmla="*/ 2054 w 2494"/>
              <a:gd name="T17" fmla="*/ 1761 h 1761"/>
              <a:gd name="T18" fmla="*/ 2494 w 2494"/>
              <a:gd name="T19" fmla="*/ 1321 h 1761"/>
              <a:gd name="T20" fmla="*/ 2329 w 2494"/>
              <a:gd name="T21" fmla="*/ 977 h 17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94" h="1761">
                <a:moveTo>
                  <a:pt x="2329" y="977"/>
                </a:moveTo>
                <a:cubicBezTo>
                  <a:pt x="2341" y="923"/>
                  <a:pt x="2347" y="866"/>
                  <a:pt x="2347" y="807"/>
                </a:cubicBezTo>
                <a:cubicBezTo>
                  <a:pt x="2347" y="362"/>
                  <a:pt x="1986" y="0"/>
                  <a:pt x="1540" y="0"/>
                </a:cubicBezTo>
                <a:cubicBezTo>
                  <a:pt x="1286" y="0"/>
                  <a:pt x="1060" y="118"/>
                  <a:pt x="912" y="301"/>
                </a:cubicBezTo>
                <a:cubicBezTo>
                  <a:pt x="890" y="296"/>
                  <a:pt x="867" y="294"/>
                  <a:pt x="843" y="294"/>
                </a:cubicBezTo>
                <a:cubicBezTo>
                  <a:pt x="672" y="294"/>
                  <a:pt x="531" y="424"/>
                  <a:pt x="515" y="592"/>
                </a:cubicBezTo>
                <a:cubicBezTo>
                  <a:pt x="224" y="627"/>
                  <a:pt x="0" y="874"/>
                  <a:pt x="0" y="1174"/>
                </a:cubicBezTo>
                <a:cubicBezTo>
                  <a:pt x="0" y="1498"/>
                  <a:pt x="262" y="1761"/>
                  <a:pt x="586" y="1761"/>
                </a:cubicBezTo>
                <a:cubicBezTo>
                  <a:pt x="2054" y="1761"/>
                  <a:pt x="2054" y="1761"/>
                  <a:pt x="2054" y="1761"/>
                </a:cubicBezTo>
                <a:cubicBezTo>
                  <a:pt x="2297" y="1761"/>
                  <a:pt x="2494" y="1564"/>
                  <a:pt x="2494" y="1321"/>
                </a:cubicBezTo>
                <a:cubicBezTo>
                  <a:pt x="2494" y="1182"/>
                  <a:pt x="2429" y="1058"/>
                  <a:pt x="2329" y="97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12" name="Freeform 13"/>
          <p:cNvSpPr>
            <a:spLocks noEditPoints="1"/>
          </p:cNvSpPr>
          <p:nvPr/>
        </p:nvSpPr>
        <p:spPr bwMode="auto">
          <a:xfrm>
            <a:off x="3459163" y="612775"/>
            <a:ext cx="746125" cy="830263"/>
          </a:xfrm>
          <a:custGeom>
            <a:avLst/>
            <a:gdLst>
              <a:gd name="T0" fmla="*/ 1069 w 2138"/>
              <a:gd name="T1" fmla="*/ 924 h 2375"/>
              <a:gd name="T2" fmla="*/ 1531 w 2138"/>
              <a:gd name="T3" fmla="*/ 462 h 2375"/>
              <a:gd name="T4" fmla="*/ 1069 w 2138"/>
              <a:gd name="T5" fmla="*/ 0 h 2375"/>
              <a:gd name="T6" fmla="*/ 607 w 2138"/>
              <a:gd name="T7" fmla="*/ 462 h 2375"/>
              <a:gd name="T8" fmla="*/ 1069 w 2138"/>
              <a:gd name="T9" fmla="*/ 924 h 2375"/>
              <a:gd name="T10" fmla="*/ 1003 w 2138"/>
              <a:gd name="T11" fmla="*/ 1504 h 2375"/>
              <a:gd name="T12" fmla="*/ 904 w 2138"/>
              <a:gd name="T13" fmla="*/ 1352 h 2375"/>
              <a:gd name="T14" fmla="*/ 1069 w 2138"/>
              <a:gd name="T15" fmla="*/ 1187 h 2375"/>
              <a:gd name="T16" fmla="*/ 1234 w 2138"/>
              <a:gd name="T17" fmla="*/ 1352 h 2375"/>
              <a:gd name="T18" fmla="*/ 1135 w 2138"/>
              <a:gd name="T19" fmla="*/ 1504 h 2375"/>
              <a:gd name="T20" fmla="*/ 1135 w 2138"/>
              <a:gd name="T21" fmla="*/ 1649 h 2375"/>
              <a:gd name="T22" fmla="*/ 1795 w 2138"/>
              <a:gd name="T23" fmla="*/ 1649 h 2375"/>
              <a:gd name="T24" fmla="*/ 1795 w 2138"/>
              <a:gd name="T25" fmla="*/ 1390 h 2375"/>
              <a:gd name="T26" fmla="*/ 1484 w 2138"/>
              <a:gd name="T27" fmla="*/ 892 h 2375"/>
              <a:gd name="T28" fmla="*/ 1069 w 2138"/>
              <a:gd name="T29" fmla="*/ 1057 h 2375"/>
              <a:gd name="T30" fmla="*/ 653 w 2138"/>
              <a:gd name="T31" fmla="*/ 892 h 2375"/>
              <a:gd name="T32" fmla="*/ 343 w 2138"/>
              <a:gd name="T33" fmla="*/ 1390 h 2375"/>
              <a:gd name="T34" fmla="*/ 343 w 2138"/>
              <a:gd name="T35" fmla="*/ 1649 h 2375"/>
              <a:gd name="T36" fmla="*/ 1003 w 2138"/>
              <a:gd name="T37" fmla="*/ 1649 h 2375"/>
              <a:gd name="T38" fmla="*/ 1003 w 2138"/>
              <a:gd name="T39" fmla="*/ 1504 h 2375"/>
              <a:gd name="T40" fmla="*/ 2058 w 2138"/>
              <a:gd name="T41" fmla="*/ 1715 h 2375"/>
              <a:gd name="T42" fmla="*/ 79 w 2138"/>
              <a:gd name="T43" fmla="*/ 1715 h 2375"/>
              <a:gd name="T44" fmla="*/ 18 w 2138"/>
              <a:gd name="T45" fmla="*/ 1807 h 2375"/>
              <a:gd name="T46" fmla="*/ 145 w 2138"/>
              <a:gd name="T47" fmla="*/ 2177 h 2375"/>
              <a:gd name="T48" fmla="*/ 277 w 2138"/>
              <a:gd name="T49" fmla="*/ 2177 h 2375"/>
              <a:gd name="T50" fmla="*/ 277 w 2138"/>
              <a:gd name="T51" fmla="*/ 2375 h 2375"/>
              <a:gd name="T52" fmla="*/ 1861 w 2138"/>
              <a:gd name="T53" fmla="*/ 2375 h 2375"/>
              <a:gd name="T54" fmla="*/ 1861 w 2138"/>
              <a:gd name="T55" fmla="*/ 2177 h 2375"/>
              <a:gd name="T56" fmla="*/ 1992 w 2138"/>
              <a:gd name="T57" fmla="*/ 2177 h 2375"/>
              <a:gd name="T58" fmla="*/ 2119 w 2138"/>
              <a:gd name="T59" fmla="*/ 1807 h 2375"/>
              <a:gd name="T60" fmla="*/ 2058 w 2138"/>
              <a:gd name="T61" fmla="*/ 1715 h 2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138" h="2375">
                <a:moveTo>
                  <a:pt x="1069" y="924"/>
                </a:moveTo>
                <a:cubicBezTo>
                  <a:pt x="1324" y="924"/>
                  <a:pt x="1531" y="717"/>
                  <a:pt x="1531" y="462"/>
                </a:cubicBezTo>
                <a:cubicBezTo>
                  <a:pt x="1531" y="206"/>
                  <a:pt x="1324" y="0"/>
                  <a:pt x="1069" y="0"/>
                </a:cubicBezTo>
                <a:cubicBezTo>
                  <a:pt x="814" y="0"/>
                  <a:pt x="607" y="206"/>
                  <a:pt x="607" y="462"/>
                </a:cubicBezTo>
                <a:cubicBezTo>
                  <a:pt x="607" y="717"/>
                  <a:pt x="814" y="924"/>
                  <a:pt x="1069" y="924"/>
                </a:cubicBezTo>
                <a:close/>
                <a:moveTo>
                  <a:pt x="1003" y="1504"/>
                </a:moveTo>
                <a:cubicBezTo>
                  <a:pt x="944" y="1478"/>
                  <a:pt x="904" y="1420"/>
                  <a:pt x="904" y="1352"/>
                </a:cubicBezTo>
                <a:cubicBezTo>
                  <a:pt x="904" y="1261"/>
                  <a:pt x="978" y="1187"/>
                  <a:pt x="1069" y="1187"/>
                </a:cubicBezTo>
                <a:cubicBezTo>
                  <a:pt x="1160" y="1187"/>
                  <a:pt x="1234" y="1261"/>
                  <a:pt x="1234" y="1352"/>
                </a:cubicBezTo>
                <a:cubicBezTo>
                  <a:pt x="1234" y="1420"/>
                  <a:pt x="1193" y="1478"/>
                  <a:pt x="1135" y="1504"/>
                </a:cubicBezTo>
                <a:cubicBezTo>
                  <a:pt x="1135" y="1649"/>
                  <a:pt x="1135" y="1649"/>
                  <a:pt x="1135" y="1649"/>
                </a:cubicBezTo>
                <a:cubicBezTo>
                  <a:pt x="1795" y="1649"/>
                  <a:pt x="1795" y="1649"/>
                  <a:pt x="1795" y="1649"/>
                </a:cubicBezTo>
                <a:cubicBezTo>
                  <a:pt x="1795" y="1390"/>
                  <a:pt x="1795" y="1390"/>
                  <a:pt x="1795" y="1390"/>
                </a:cubicBezTo>
                <a:cubicBezTo>
                  <a:pt x="1795" y="1171"/>
                  <a:pt x="1668" y="982"/>
                  <a:pt x="1484" y="892"/>
                </a:cubicBezTo>
                <a:cubicBezTo>
                  <a:pt x="1376" y="994"/>
                  <a:pt x="1230" y="1057"/>
                  <a:pt x="1069" y="1057"/>
                </a:cubicBezTo>
                <a:cubicBezTo>
                  <a:pt x="908" y="1057"/>
                  <a:pt x="761" y="994"/>
                  <a:pt x="653" y="892"/>
                </a:cubicBezTo>
                <a:cubicBezTo>
                  <a:pt x="469" y="982"/>
                  <a:pt x="343" y="1171"/>
                  <a:pt x="343" y="1390"/>
                </a:cubicBezTo>
                <a:cubicBezTo>
                  <a:pt x="343" y="1649"/>
                  <a:pt x="343" y="1649"/>
                  <a:pt x="343" y="1649"/>
                </a:cubicBezTo>
                <a:cubicBezTo>
                  <a:pt x="1003" y="1649"/>
                  <a:pt x="1003" y="1649"/>
                  <a:pt x="1003" y="1649"/>
                </a:cubicBezTo>
                <a:lnTo>
                  <a:pt x="1003" y="1504"/>
                </a:lnTo>
                <a:close/>
                <a:moveTo>
                  <a:pt x="2058" y="1715"/>
                </a:moveTo>
                <a:cubicBezTo>
                  <a:pt x="79" y="1715"/>
                  <a:pt x="79" y="1715"/>
                  <a:pt x="79" y="1715"/>
                </a:cubicBezTo>
                <a:cubicBezTo>
                  <a:pt x="32" y="1715"/>
                  <a:pt x="0" y="1764"/>
                  <a:pt x="18" y="1807"/>
                </a:cubicBezTo>
                <a:cubicBezTo>
                  <a:pt x="145" y="2177"/>
                  <a:pt x="145" y="2177"/>
                  <a:pt x="145" y="2177"/>
                </a:cubicBezTo>
                <a:cubicBezTo>
                  <a:pt x="277" y="2177"/>
                  <a:pt x="277" y="2177"/>
                  <a:pt x="277" y="2177"/>
                </a:cubicBezTo>
                <a:cubicBezTo>
                  <a:pt x="277" y="2375"/>
                  <a:pt x="277" y="2375"/>
                  <a:pt x="277" y="2375"/>
                </a:cubicBezTo>
                <a:cubicBezTo>
                  <a:pt x="1861" y="2375"/>
                  <a:pt x="1861" y="2375"/>
                  <a:pt x="1861" y="2375"/>
                </a:cubicBezTo>
                <a:cubicBezTo>
                  <a:pt x="1861" y="2177"/>
                  <a:pt x="1861" y="2177"/>
                  <a:pt x="1861" y="2177"/>
                </a:cubicBezTo>
                <a:cubicBezTo>
                  <a:pt x="1992" y="2177"/>
                  <a:pt x="1992" y="2177"/>
                  <a:pt x="1992" y="2177"/>
                </a:cubicBezTo>
                <a:cubicBezTo>
                  <a:pt x="2119" y="1807"/>
                  <a:pt x="2119" y="1807"/>
                  <a:pt x="2119" y="1807"/>
                </a:cubicBezTo>
                <a:cubicBezTo>
                  <a:pt x="2138" y="1764"/>
                  <a:pt x="2106" y="1715"/>
                  <a:pt x="2058" y="1715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15" name="Freeform 17"/>
          <p:cNvSpPr>
            <a:spLocks noEditPoints="1"/>
          </p:cNvSpPr>
          <p:nvPr/>
        </p:nvSpPr>
        <p:spPr bwMode="auto">
          <a:xfrm>
            <a:off x="592138" y="690563"/>
            <a:ext cx="717550" cy="717550"/>
          </a:xfrm>
          <a:custGeom>
            <a:avLst/>
            <a:gdLst>
              <a:gd name="T0" fmla="*/ 2125 w 2151"/>
              <a:gd name="T1" fmla="*/ 1930 h 2151"/>
              <a:gd name="T2" fmla="*/ 1520 w 2151"/>
              <a:gd name="T3" fmla="*/ 1325 h 2151"/>
              <a:gd name="T4" fmla="*/ 1676 w 2151"/>
              <a:gd name="T5" fmla="*/ 838 h 2151"/>
              <a:gd name="T6" fmla="*/ 838 w 2151"/>
              <a:gd name="T7" fmla="*/ 0 h 2151"/>
              <a:gd name="T8" fmla="*/ 0 w 2151"/>
              <a:gd name="T9" fmla="*/ 838 h 2151"/>
              <a:gd name="T10" fmla="*/ 838 w 2151"/>
              <a:gd name="T11" fmla="*/ 1676 h 2151"/>
              <a:gd name="T12" fmla="*/ 1325 w 2151"/>
              <a:gd name="T13" fmla="*/ 1520 h 2151"/>
              <a:gd name="T14" fmla="*/ 1930 w 2151"/>
              <a:gd name="T15" fmla="*/ 2125 h 2151"/>
              <a:gd name="T16" fmla="*/ 2025 w 2151"/>
              <a:gd name="T17" fmla="*/ 2125 h 2151"/>
              <a:gd name="T18" fmla="*/ 2125 w 2151"/>
              <a:gd name="T19" fmla="*/ 2025 h 2151"/>
              <a:gd name="T20" fmla="*/ 2125 w 2151"/>
              <a:gd name="T21" fmla="*/ 1930 h 2151"/>
              <a:gd name="T22" fmla="*/ 838 w 2151"/>
              <a:gd name="T23" fmla="*/ 1408 h 2151"/>
              <a:gd name="T24" fmla="*/ 269 w 2151"/>
              <a:gd name="T25" fmla="*/ 838 h 2151"/>
              <a:gd name="T26" fmla="*/ 838 w 2151"/>
              <a:gd name="T27" fmla="*/ 269 h 2151"/>
              <a:gd name="T28" fmla="*/ 1408 w 2151"/>
              <a:gd name="T29" fmla="*/ 838 h 2151"/>
              <a:gd name="T30" fmla="*/ 838 w 2151"/>
              <a:gd name="T31" fmla="*/ 1408 h 2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151" h="2151">
                <a:moveTo>
                  <a:pt x="2125" y="1930"/>
                </a:moveTo>
                <a:cubicBezTo>
                  <a:pt x="1520" y="1325"/>
                  <a:pt x="1520" y="1325"/>
                  <a:pt x="1520" y="1325"/>
                </a:cubicBezTo>
                <a:cubicBezTo>
                  <a:pt x="1618" y="1187"/>
                  <a:pt x="1676" y="1020"/>
                  <a:pt x="1676" y="838"/>
                </a:cubicBezTo>
                <a:cubicBezTo>
                  <a:pt x="1676" y="376"/>
                  <a:pt x="1301" y="0"/>
                  <a:pt x="838" y="0"/>
                </a:cubicBezTo>
                <a:cubicBezTo>
                  <a:pt x="376" y="0"/>
                  <a:pt x="0" y="376"/>
                  <a:pt x="0" y="838"/>
                </a:cubicBezTo>
                <a:cubicBezTo>
                  <a:pt x="0" y="1301"/>
                  <a:pt x="376" y="1676"/>
                  <a:pt x="838" y="1676"/>
                </a:cubicBezTo>
                <a:cubicBezTo>
                  <a:pt x="1020" y="1676"/>
                  <a:pt x="1187" y="1618"/>
                  <a:pt x="1325" y="1520"/>
                </a:cubicBezTo>
                <a:cubicBezTo>
                  <a:pt x="1930" y="2125"/>
                  <a:pt x="1930" y="2125"/>
                  <a:pt x="1930" y="2125"/>
                </a:cubicBezTo>
                <a:cubicBezTo>
                  <a:pt x="1956" y="2151"/>
                  <a:pt x="1998" y="2151"/>
                  <a:pt x="2025" y="2125"/>
                </a:cubicBezTo>
                <a:cubicBezTo>
                  <a:pt x="2125" y="2025"/>
                  <a:pt x="2125" y="2025"/>
                  <a:pt x="2125" y="2025"/>
                </a:cubicBezTo>
                <a:cubicBezTo>
                  <a:pt x="2151" y="1998"/>
                  <a:pt x="2151" y="1956"/>
                  <a:pt x="2125" y="1930"/>
                </a:cubicBezTo>
                <a:close/>
                <a:moveTo>
                  <a:pt x="838" y="1408"/>
                </a:moveTo>
                <a:cubicBezTo>
                  <a:pt x="524" y="1408"/>
                  <a:pt x="269" y="1153"/>
                  <a:pt x="269" y="838"/>
                </a:cubicBezTo>
                <a:cubicBezTo>
                  <a:pt x="269" y="524"/>
                  <a:pt x="524" y="269"/>
                  <a:pt x="838" y="269"/>
                </a:cubicBezTo>
                <a:cubicBezTo>
                  <a:pt x="1153" y="269"/>
                  <a:pt x="1408" y="524"/>
                  <a:pt x="1408" y="838"/>
                </a:cubicBezTo>
                <a:cubicBezTo>
                  <a:pt x="1408" y="1153"/>
                  <a:pt x="1153" y="1408"/>
                  <a:pt x="838" y="140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40927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dirty="0"/>
              <a:t>Orange</a:t>
            </a:r>
          </a:p>
          <a:p>
            <a:pPr lvl="1"/>
            <a:r>
              <a:rPr lang="fr-FR" dirty="0"/>
              <a:t>Photographie</a:t>
            </a:r>
          </a:p>
        </p:txBody>
      </p:sp>
    </p:spTree>
    <p:extLst>
      <p:ext uri="{BB962C8B-B14F-4D97-AF65-F5344CB8AC3E}">
        <p14:creationId xmlns:p14="http://schemas.microsoft.com/office/powerpoint/2010/main" val="60391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9144000" cy="51435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chemeClr val="bg1"/>
                </a:solidFill>
              </a:rPr>
              <a:t>Texte avec photo</a:t>
            </a:r>
          </a:p>
        </p:txBody>
      </p:sp>
    </p:spTree>
    <p:extLst>
      <p:ext uri="{BB962C8B-B14F-4D97-AF65-F5344CB8AC3E}">
        <p14:creationId xmlns:p14="http://schemas.microsoft.com/office/powerpoint/2010/main" val="326817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" r="953" b="17234"/>
          <a:stretch/>
        </p:blipFill>
        <p:spPr>
          <a:xfrm>
            <a:off x="0" y="0"/>
            <a:ext cx="9143999" cy="51435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Texte avec photo</a:t>
            </a:r>
            <a:endParaRPr lang="fr-F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226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" t="12402" r="953" b="1470"/>
          <a:stretch/>
        </p:blipFill>
        <p:spPr>
          <a:xfrm>
            <a:off x="0" y="0"/>
            <a:ext cx="9143999" cy="51435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Texte avec photo</a:t>
            </a:r>
            <a:endParaRPr lang="fr-F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36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3" b="14063"/>
          <a:stretch/>
        </p:blipFill>
        <p:spPr>
          <a:xfrm>
            <a:off x="0" y="0"/>
            <a:ext cx="9144000" cy="51435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Texte avec photo</a:t>
            </a:r>
            <a:endParaRPr lang="fr-F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5589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" t="8147" r="396" b="8147"/>
          <a:stretch/>
        </p:blipFill>
        <p:spPr>
          <a:xfrm>
            <a:off x="0" y="0"/>
            <a:ext cx="9144000" cy="51435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Texte avec photo</a:t>
            </a:r>
            <a:endParaRPr lang="fr-F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097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pour une image  6">
            <a:extLst>
              <a:ext uri="{FF2B5EF4-FFF2-40B4-BE49-F238E27FC236}">
                <a16:creationId xmlns:a16="http://schemas.microsoft.com/office/drawing/2014/main" id="{1B1E0A82-3F16-4666-8640-2FCD9B8D8E5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4" b="7834"/>
          <a:stretch>
            <a:fillRect/>
          </a:stretch>
        </p:blipFill>
        <p:spPr>
          <a:xfrm>
            <a:off x="-563" y="-30563"/>
            <a:ext cx="9144000" cy="51435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Texte avec photo</a:t>
            </a:r>
            <a:endParaRPr lang="fr-FR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09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Texte avec photo</a:t>
            </a:r>
            <a:endParaRPr lang="fr-FR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03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" t="11891" r="396" b="3073"/>
          <a:stretch/>
        </p:blipFill>
        <p:spPr>
          <a:xfrm>
            <a:off x="0" y="0"/>
            <a:ext cx="9143999" cy="51435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Texte avec photo</a:t>
            </a:r>
            <a:endParaRPr lang="fr-F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70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" t="11810" r="953" b="11810"/>
          <a:stretch/>
        </p:blipFill>
        <p:spPr>
          <a:xfrm>
            <a:off x="1" y="0"/>
            <a:ext cx="9144000" cy="51435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Texte avec photo</a:t>
            </a:r>
            <a:endParaRPr lang="fr-F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040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9143999" cy="51435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Texte avec photo</a:t>
            </a:r>
            <a:endParaRPr lang="fr-F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261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9143999" cy="51435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Texte avec photo</a:t>
            </a:r>
            <a:endParaRPr lang="fr-FR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443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 flipH="1">
            <a:off x="0" y="0"/>
            <a:ext cx="9144000" cy="51435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Texte avec photo</a:t>
            </a:r>
            <a:endParaRPr lang="fr-FR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133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9143999" cy="51435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Texte avec photo</a:t>
            </a:r>
            <a:endParaRPr lang="fr-F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193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6D124702-3195-4C47-B09C-CF3C1B9C0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094476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Texte avec photo</a:t>
            </a:r>
            <a:endParaRPr lang="fr-FR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34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" t="8617" r="953" b="8617"/>
          <a:stretch/>
        </p:blipFill>
        <p:spPr>
          <a:xfrm>
            <a:off x="0" y="0"/>
            <a:ext cx="9143999" cy="51435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Texte avec photo</a:t>
            </a:r>
            <a:endParaRPr lang="fr-F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6925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" t="9395" r="953" b="1951"/>
          <a:stretch/>
        </p:blipFill>
        <p:spPr>
          <a:xfrm>
            <a:off x="1" y="0"/>
            <a:ext cx="9144000" cy="51435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Texte avec photo</a:t>
            </a:r>
            <a:endParaRPr lang="fr-F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17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9143999" cy="51435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Texte avec photo</a:t>
            </a:r>
            <a:endParaRPr lang="fr-F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061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29" b="9029"/>
          <a:stretch/>
        </p:blipFill>
        <p:spPr>
          <a:xfrm>
            <a:off x="0" y="0"/>
            <a:ext cx="9144000" cy="51435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Texte avec photo</a:t>
            </a:r>
            <a:endParaRPr lang="fr-F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879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2DF72952-372A-4B89-84C3-5ACF45E518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06" y="-596602"/>
            <a:ext cx="9152506" cy="6109298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Texte avec photo</a:t>
            </a:r>
            <a:endParaRPr lang="fr-FR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95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" t="9565" r="953" b="9565"/>
          <a:stretch/>
        </p:blipFill>
        <p:spPr>
          <a:xfrm>
            <a:off x="0" y="0"/>
            <a:ext cx="9143999" cy="51435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Texte avec photo</a:t>
            </a:r>
            <a:endParaRPr lang="fr-F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158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" t="6971" r="229" b="350"/>
          <a:stretch/>
        </p:blipFill>
        <p:spPr>
          <a:xfrm>
            <a:off x="0" y="0"/>
            <a:ext cx="9144000" cy="51435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Texte avec photo</a:t>
            </a:r>
            <a:endParaRPr lang="fr-F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169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" t="10925" r="396" b="10925"/>
          <a:stretch/>
        </p:blipFill>
        <p:spPr>
          <a:xfrm>
            <a:off x="0" y="0"/>
            <a:ext cx="9143999" cy="51435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Texte avec photo</a:t>
            </a:r>
            <a:endParaRPr lang="fr-F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2553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7" t="20189" r="1087" b="1665"/>
          <a:stretch/>
        </p:blipFill>
        <p:spPr>
          <a:xfrm>
            <a:off x="0" y="0"/>
            <a:ext cx="9144000" cy="51435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Texte avec photo</a:t>
            </a:r>
            <a:endParaRPr lang="fr-F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542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4" t="13898" r="1193" b="5386"/>
          <a:stretch/>
        </p:blipFill>
        <p:spPr>
          <a:xfrm>
            <a:off x="0" y="0"/>
            <a:ext cx="9144000" cy="51435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Texte avec photo</a:t>
            </a:r>
            <a:endParaRPr lang="fr-FR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98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38" b="3718"/>
          <a:stretch/>
        </p:blipFill>
        <p:spPr>
          <a:xfrm>
            <a:off x="0" y="0"/>
            <a:ext cx="9144000" cy="51435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Texte avec photo</a:t>
            </a:r>
            <a:endParaRPr lang="fr-FR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108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pour une image  3"/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45" b="12045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Texte avec photo</a:t>
            </a:r>
            <a:endParaRPr lang="fr-FR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01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pour une image  3"/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2" b="7802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Texte avec photo</a:t>
            </a:r>
            <a:endParaRPr lang="fr-FR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409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pour une image  3"/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2" b="7802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Texte avec photo</a:t>
            </a:r>
            <a:endParaRPr lang="fr-FR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630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" t="1506" r="385" b="14779"/>
          <a:stretch/>
        </p:blipFill>
        <p:spPr>
          <a:xfrm>
            <a:off x="0" y="0"/>
            <a:ext cx="9143999" cy="51435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Texte avec photo</a:t>
            </a:r>
            <a:endParaRPr lang="fr-F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4175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Texte avec photo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261257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0" r="1220" b="17682"/>
          <a:stretch/>
        </p:blipFill>
        <p:spPr>
          <a:xfrm>
            <a:off x="0" y="0"/>
            <a:ext cx="9144000" cy="51435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Texte avec photo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188108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dirty="0"/>
              <a:t>Orange</a:t>
            </a:r>
          </a:p>
          <a:p>
            <a:pPr lvl="1"/>
            <a:r>
              <a:rPr lang="fr-FR" dirty="0"/>
              <a:t>Illustrations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14325" y="2704144"/>
            <a:ext cx="5049763" cy="123575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tabLst/>
              <a:defRPr sz="14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 spc="-20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407988" indent="-1905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595313" indent="-173038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 kern="1200" spc="-20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800100" indent="-1905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Helvetica 55 Roman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tx1"/>
                </a:solidFill>
              </a:rPr>
              <a:t>Toutes les illustrations sont aux format vectoriel et peuvent être modifiées et recolorées directement sous PowerPoint. </a:t>
            </a:r>
          </a:p>
          <a:p>
            <a:r>
              <a:rPr lang="fr-FR" dirty="0">
                <a:solidFill>
                  <a:schemeClr val="tx1"/>
                </a:solidFill>
              </a:rPr>
              <a:t>Pour modifier ou recolorer un objet dans une illustration, il suffit simplement de cliquer sur cet objet ce qui le met en évidence dans un cadre puis de le recolorer.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5096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F9248A7-A2B4-4568-ACEF-82EFC8C0740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022693" y="0"/>
            <a:ext cx="5092030" cy="5092030"/>
            <a:chOff x="1260" y="0"/>
            <a:chExt cx="3240" cy="3240"/>
          </a:xfrm>
        </p:grpSpPr>
        <p:sp>
          <p:nvSpPr>
            <p:cNvPr id="6" name="AutoShape 3">
              <a:extLst>
                <a:ext uri="{FF2B5EF4-FFF2-40B4-BE49-F238E27FC236}">
                  <a16:creationId xmlns:a16="http://schemas.microsoft.com/office/drawing/2014/main" id="{333D9065-8909-4DAD-A418-0F64F6ACA80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260" y="0"/>
              <a:ext cx="3240" cy="3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D863AF78-2078-4F3D-AE2B-257F6D1CA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2" y="-17"/>
              <a:ext cx="3315" cy="32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0742EE9-247C-47B5-B5F7-FFC5E4BAA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5" y="1277"/>
              <a:ext cx="3024" cy="1105"/>
            </a:xfrm>
            <a:custGeom>
              <a:avLst/>
              <a:gdLst>
                <a:gd name="T0" fmla="*/ 5160 w 5291"/>
                <a:gd name="T1" fmla="*/ 449 h 1935"/>
                <a:gd name="T2" fmla="*/ 5070 w 5291"/>
                <a:gd name="T3" fmla="*/ 0 h 1935"/>
                <a:gd name="T4" fmla="*/ 4981 w 5291"/>
                <a:gd name="T5" fmla="*/ 449 h 1935"/>
                <a:gd name="T6" fmla="*/ 4978 w 5291"/>
                <a:gd name="T7" fmla="*/ 449 h 1935"/>
                <a:gd name="T8" fmla="*/ 4829 w 5291"/>
                <a:gd name="T9" fmla="*/ 449 h 1935"/>
                <a:gd name="T10" fmla="*/ 4829 w 5291"/>
                <a:gd name="T11" fmla="*/ 563 h 1935"/>
                <a:gd name="T12" fmla="*/ 4893 w 5291"/>
                <a:gd name="T13" fmla="*/ 563 h 1935"/>
                <a:gd name="T14" fmla="*/ 4893 w 5291"/>
                <a:gd name="T15" fmla="*/ 1466 h 1935"/>
                <a:gd name="T16" fmla="*/ 3844 w 5291"/>
                <a:gd name="T17" fmla="*/ 1466 h 1935"/>
                <a:gd name="T18" fmla="*/ 3770 w 5291"/>
                <a:gd name="T19" fmla="*/ 1097 h 1935"/>
                <a:gd name="T20" fmla="*/ 3696 w 5291"/>
                <a:gd name="T21" fmla="*/ 1466 h 1935"/>
                <a:gd name="T22" fmla="*/ 2733 w 5291"/>
                <a:gd name="T23" fmla="*/ 1466 h 1935"/>
                <a:gd name="T24" fmla="*/ 2659 w 5291"/>
                <a:gd name="T25" fmla="*/ 1097 h 1935"/>
                <a:gd name="T26" fmla="*/ 2585 w 5291"/>
                <a:gd name="T27" fmla="*/ 1466 h 1935"/>
                <a:gd name="T28" fmla="*/ 1618 w 5291"/>
                <a:gd name="T29" fmla="*/ 1466 h 1935"/>
                <a:gd name="T30" fmla="*/ 1544 w 5291"/>
                <a:gd name="T31" fmla="*/ 1097 h 1935"/>
                <a:gd name="T32" fmla="*/ 1471 w 5291"/>
                <a:gd name="T33" fmla="*/ 1466 h 1935"/>
                <a:gd name="T34" fmla="*/ 426 w 5291"/>
                <a:gd name="T35" fmla="*/ 1466 h 1935"/>
                <a:gd name="T36" fmla="*/ 426 w 5291"/>
                <a:gd name="T37" fmla="*/ 563 h 1935"/>
                <a:gd name="T38" fmla="*/ 461 w 5291"/>
                <a:gd name="T39" fmla="*/ 563 h 1935"/>
                <a:gd name="T40" fmla="*/ 461 w 5291"/>
                <a:gd name="T41" fmla="*/ 449 h 1935"/>
                <a:gd name="T42" fmla="*/ 330 w 5291"/>
                <a:gd name="T43" fmla="*/ 449 h 1935"/>
                <a:gd name="T44" fmla="*/ 241 w 5291"/>
                <a:gd name="T45" fmla="*/ 0 h 1935"/>
                <a:gd name="T46" fmla="*/ 152 w 5291"/>
                <a:gd name="T47" fmla="*/ 449 h 1935"/>
                <a:gd name="T48" fmla="*/ 149 w 5291"/>
                <a:gd name="T49" fmla="*/ 449 h 1935"/>
                <a:gd name="T50" fmla="*/ 0 w 5291"/>
                <a:gd name="T51" fmla="*/ 449 h 1935"/>
                <a:gd name="T52" fmla="*/ 0 w 5291"/>
                <a:gd name="T53" fmla="*/ 563 h 1935"/>
                <a:gd name="T54" fmla="*/ 64 w 5291"/>
                <a:gd name="T55" fmla="*/ 563 h 1935"/>
                <a:gd name="T56" fmla="*/ 64 w 5291"/>
                <a:gd name="T57" fmla="*/ 1935 h 1935"/>
                <a:gd name="T58" fmla="*/ 426 w 5291"/>
                <a:gd name="T59" fmla="*/ 1935 h 1935"/>
                <a:gd name="T60" fmla="*/ 426 w 5291"/>
                <a:gd name="T61" fmla="*/ 1931 h 1935"/>
                <a:gd name="T62" fmla="*/ 625 w 5291"/>
                <a:gd name="T63" fmla="*/ 1931 h 1935"/>
                <a:gd name="T64" fmla="*/ 625 w 5291"/>
                <a:gd name="T65" fmla="*/ 1921 h 1935"/>
                <a:gd name="T66" fmla="*/ 1005 w 5291"/>
                <a:gd name="T67" fmla="*/ 1541 h 1935"/>
                <a:gd name="T68" fmla="*/ 1384 w 5291"/>
                <a:gd name="T69" fmla="*/ 1921 h 1935"/>
                <a:gd name="T70" fmla="*/ 1384 w 5291"/>
                <a:gd name="T71" fmla="*/ 1931 h 1935"/>
                <a:gd name="T72" fmla="*/ 1729 w 5291"/>
                <a:gd name="T73" fmla="*/ 1931 h 1935"/>
                <a:gd name="T74" fmla="*/ 1729 w 5291"/>
                <a:gd name="T75" fmla="*/ 1921 h 1935"/>
                <a:gd name="T76" fmla="*/ 2108 w 5291"/>
                <a:gd name="T77" fmla="*/ 1541 h 1935"/>
                <a:gd name="T78" fmla="*/ 2488 w 5291"/>
                <a:gd name="T79" fmla="*/ 1921 h 1935"/>
                <a:gd name="T80" fmla="*/ 2488 w 5291"/>
                <a:gd name="T81" fmla="*/ 1931 h 1935"/>
                <a:gd name="T82" fmla="*/ 2847 w 5291"/>
                <a:gd name="T83" fmla="*/ 1931 h 1935"/>
                <a:gd name="T84" fmla="*/ 2847 w 5291"/>
                <a:gd name="T85" fmla="*/ 1921 h 1935"/>
                <a:gd name="T86" fmla="*/ 3227 w 5291"/>
                <a:gd name="T87" fmla="*/ 1541 h 1935"/>
                <a:gd name="T88" fmla="*/ 3606 w 5291"/>
                <a:gd name="T89" fmla="*/ 1921 h 1935"/>
                <a:gd name="T90" fmla="*/ 3606 w 5291"/>
                <a:gd name="T91" fmla="*/ 1931 h 1935"/>
                <a:gd name="T92" fmla="*/ 3937 w 5291"/>
                <a:gd name="T93" fmla="*/ 1931 h 1935"/>
                <a:gd name="T94" fmla="*/ 3936 w 5291"/>
                <a:gd name="T95" fmla="*/ 1921 h 1935"/>
                <a:gd name="T96" fmla="*/ 4316 w 5291"/>
                <a:gd name="T97" fmla="*/ 1541 h 1935"/>
                <a:gd name="T98" fmla="*/ 4696 w 5291"/>
                <a:gd name="T99" fmla="*/ 1921 h 1935"/>
                <a:gd name="T100" fmla="*/ 4695 w 5291"/>
                <a:gd name="T101" fmla="*/ 1931 h 1935"/>
                <a:gd name="T102" fmla="*/ 4893 w 5291"/>
                <a:gd name="T103" fmla="*/ 1931 h 1935"/>
                <a:gd name="T104" fmla="*/ 4893 w 5291"/>
                <a:gd name="T105" fmla="*/ 1935 h 1935"/>
                <a:gd name="T106" fmla="*/ 5255 w 5291"/>
                <a:gd name="T107" fmla="*/ 1935 h 1935"/>
                <a:gd name="T108" fmla="*/ 5255 w 5291"/>
                <a:gd name="T109" fmla="*/ 563 h 1935"/>
                <a:gd name="T110" fmla="*/ 5291 w 5291"/>
                <a:gd name="T111" fmla="*/ 563 h 1935"/>
                <a:gd name="T112" fmla="*/ 5291 w 5291"/>
                <a:gd name="T113" fmla="*/ 449 h 1935"/>
                <a:gd name="T114" fmla="*/ 5160 w 5291"/>
                <a:gd name="T115" fmla="*/ 449 h 19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291" h="1935">
                  <a:moveTo>
                    <a:pt x="5160" y="449"/>
                  </a:moveTo>
                  <a:cubicBezTo>
                    <a:pt x="5070" y="0"/>
                    <a:pt x="5070" y="0"/>
                    <a:pt x="5070" y="0"/>
                  </a:cubicBezTo>
                  <a:cubicBezTo>
                    <a:pt x="4981" y="449"/>
                    <a:pt x="4981" y="449"/>
                    <a:pt x="4981" y="449"/>
                  </a:cubicBezTo>
                  <a:cubicBezTo>
                    <a:pt x="4978" y="449"/>
                    <a:pt x="4978" y="449"/>
                    <a:pt x="4978" y="449"/>
                  </a:cubicBezTo>
                  <a:cubicBezTo>
                    <a:pt x="4829" y="449"/>
                    <a:pt x="4829" y="449"/>
                    <a:pt x="4829" y="449"/>
                  </a:cubicBezTo>
                  <a:cubicBezTo>
                    <a:pt x="4829" y="563"/>
                    <a:pt x="4829" y="563"/>
                    <a:pt x="4829" y="563"/>
                  </a:cubicBezTo>
                  <a:cubicBezTo>
                    <a:pt x="4893" y="563"/>
                    <a:pt x="4893" y="563"/>
                    <a:pt x="4893" y="563"/>
                  </a:cubicBezTo>
                  <a:cubicBezTo>
                    <a:pt x="4893" y="1466"/>
                    <a:pt x="4893" y="1466"/>
                    <a:pt x="4893" y="1466"/>
                  </a:cubicBezTo>
                  <a:cubicBezTo>
                    <a:pt x="3844" y="1466"/>
                    <a:pt x="3844" y="1466"/>
                    <a:pt x="3844" y="1466"/>
                  </a:cubicBezTo>
                  <a:cubicBezTo>
                    <a:pt x="3770" y="1097"/>
                    <a:pt x="3770" y="1097"/>
                    <a:pt x="3770" y="1097"/>
                  </a:cubicBezTo>
                  <a:cubicBezTo>
                    <a:pt x="3696" y="1466"/>
                    <a:pt x="3696" y="1466"/>
                    <a:pt x="3696" y="1466"/>
                  </a:cubicBezTo>
                  <a:cubicBezTo>
                    <a:pt x="2733" y="1466"/>
                    <a:pt x="2733" y="1466"/>
                    <a:pt x="2733" y="1466"/>
                  </a:cubicBezTo>
                  <a:cubicBezTo>
                    <a:pt x="2659" y="1097"/>
                    <a:pt x="2659" y="1097"/>
                    <a:pt x="2659" y="1097"/>
                  </a:cubicBezTo>
                  <a:cubicBezTo>
                    <a:pt x="2585" y="1466"/>
                    <a:pt x="2585" y="1466"/>
                    <a:pt x="2585" y="1466"/>
                  </a:cubicBezTo>
                  <a:cubicBezTo>
                    <a:pt x="1618" y="1466"/>
                    <a:pt x="1618" y="1466"/>
                    <a:pt x="1618" y="1466"/>
                  </a:cubicBezTo>
                  <a:cubicBezTo>
                    <a:pt x="1544" y="1097"/>
                    <a:pt x="1544" y="1097"/>
                    <a:pt x="1544" y="1097"/>
                  </a:cubicBezTo>
                  <a:cubicBezTo>
                    <a:pt x="1471" y="1466"/>
                    <a:pt x="1471" y="1466"/>
                    <a:pt x="1471" y="1466"/>
                  </a:cubicBezTo>
                  <a:cubicBezTo>
                    <a:pt x="426" y="1466"/>
                    <a:pt x="426" y="1466"/>
                    <a:pt x="426" y="1466"/>
                  </a:cubicBezTo>
                  <a:cubicBezTo>
                    <a:pt x="426" y="563"/>
                    <a:pt x="426" y="563"/>
                    <a:pt x="426" y="563"/>
                  </a:cubicBezTo>
                  <a:cubicBezTo>
                    <a:pt x="461" y="563"/>
                    <a:pt x="461" y="563"/>
                    <a:pt x="461" y="563"/>
                  </a:cubicBezTo>
                  <a:cubicBezTo>
                    <a:pt x="461" y="449"/>
                    <a:pt x="461" y="449"/>
                    <a:pt x="461" y="449"/>
                  </a:cubicBezTo>
                  <a:cubicBezTo>
                    <a:pt x="330" y="449"/>
                    <a:pt x="330" y="449"/>
                    <a:pt x="330" y="449"/>
                  </a:cubicBezTo>
                  <a:cubicBezTo>
                    <a:pt x="241" y="0"/>
                    <a:pt x="241" y="0"/>
                    <a:pt x="241" y="0"/>
                  </a:cubicBezTo>
                  <a:cubicBezTo>
                    <a:pt x="152" y="449"/>
                    <a:pt x="152" y="449"/>
                    <a:pt x="152" y="449"/>
                  </a:cubicBezTo>
                  <a:cubicBezTo>
                    <a:pt x="149" y="449"/>
                    <a:pt x="149" y="449"/>
                    <a:pt x="149" y="449"/>
                  </a:cubicBezTo>
                  <a:cubicBezTo>
                    <a:pt x="0" y="449"/>
                    <a:pt x="0" y="449"/>
                    <a:pt x="0" y="449"/>
                  </a:cubicBezTo>
                  <a:cubicBezTo>
                    <a:pt x="0" y="563"/>
                    <a:pt x="0" y="563"/>
                    <a:pt x="0" y="563"/>
                  </a:cubicBezTo>
                  <a:cubicBezTo>
                    <a:pt x="64" y="563"/>
                    <a:pt x="64" y="563"/>
                    <a:pt x="64" y="563"/>
                  </a:cubicBezTo>
                  <a:cubicBezTo>
                    <a:pt x="64" y="1935"/>
                    <a:pt x="64" y="1935"/>
                    <a:pt x="64" y="1935"/>
                  </a:cubicBezTo>
                  <a:cubicBezTo>
                    <a:pt x="426" y="1935"/>
                    <a:pt x="426" y="1935"/>
                    <a:pt x="426" y="1935"/>
                  </a:cubicBezTo>
                  <a:cubicBezTo>
                    <a:pt x="426" y="1931"/>
                    <a:pt x="426" y="1931"/>
                    <a:pt x="426" y="1931"/>
                  </a:cubicBezTo>
                  <a:cubicBezTo>
                    <a:pt x="625" y="1931"/>
                    <a:pt x="625" y="1931"/>
                    <a:pt x="625" y="1931"/>
                  </a:cubicBezTo>
                  <a:cubicBezTo>
                    <a:pt x="625" y="1928"/>
                    <a:pt x="625" y="1924"/>
                    <a:pt x="625" y="1921"/>
                  </a:cubicBezTo>
                  <a:cubicBezTo>
                    <a:pt x="625" y="1711"/>
                    <a:pt x="795" y="1541"/>
                    <a:pt x="1005" y="1541"/>
                  </a:cubicBezTo>
                  <a:cubicBezTo>
                    <a:pt x="1214" y="1541"/>
                    <a:pt x="1384" y="1711"/>
                    <a:pt x="1384" y="1921"/>
                  </a:cubicBezTo>
                  <a:cubicBezTo>
                    <a:pt x="1384" y="1924"/>
                    <a:pt x="1384" y="1928"/>
                    <a:pt x="1384" y="1931"/>
                  </a:cubicBezTo>
                  <a:cubicBezTo>
                    <a:pt x="1729" y="1931"/>
                    <a:pt x="1729" y="1931"/>
                    <a:pt x="1729" y="1931"/>
                  </a:cubicBezTo>
                  <a:cubicBezTo>
                    <a:pt x="1729" y="1928"/>
                    <a:pt x="1729" y="1924"/>
                    <a:pt x="1729" y="1921"/>
                  </a:cubicBezTo>
                  <a:cubicBezTo>
                    <a:pt x="1729" y="1711"/>
                    <a:pt x="1899" y="1541"/>
                    <a:pt x="2108" y="1541"/>
                  </a:cubicBezTo>
                  <a:cubicBezTo>
                    <a:pt x="2318" y="1541"/>
                    <a:pt x="2488" y="1711"/>
                    <a:pt x="2488" y="1921"/>
                  </a:cubicBezTo>
                  <a:cubicBezTo>
                    <a:pt x="2488" y="1924"/>
                    <a:pt x="2488" y="1928"/>
                    <a:pt x="2488" y="1931"/>
                  </a:cubicBezTo>
                  <a:cubicBezTo>
                    <a:pt x="2847" y="1931"/>
                    <a:pt x="2847" y="1931"/>
                    <a:pt x="2847" y="1931"/>
                  </a:cubicBezTo>
                  <a:cubicBezTo>
                    <a:pt x="2847" y="1928"/>
                    <a:pt x="2847" y="1924"/>
                    <a:pt x="2847" y="1921"/>
                  </a:cubicBezTo>
                  <a:cubicBezTo>
                    <a:pt x="2847" y="1711"/>
                    <a:pt x="3017" y="1541"/>
                    <a:pt x="3227" y="1541"/>
                  </a:cubicBezTo>
                  <a:cubicBezTo>
                    <a:pt x="3436" y="1541"/>
                    <a:pt x="3606" y="1711"/>
                    <a:pt x="3606" y="1921"/>
                  </a:cubicBezTo>
                  <a:cubicBezTo>
                    <a:pt x="3606" y="1924"/>
                    <a:pt x="3606" y="1928"/>
                    <a:pt x="3606" y="1931"/>
                  </a:cubicBezTo>
                  <a:cubicBezTo>
                    <a:pt x="3937" y="1931"/>
                    <a:pt x="3937" y="1931"/>
                    <a:pt x="3937" y="1931"/>
                  </a:cubicBezTo>
                  <a:cubicBezTo>
                    <a:pt x="3937" y="1928"/>
                    <a:pt x="3936" y="1924"/>
                    <a:pt x="3936" y="1921"/>
                  </a:cubicBezTo>
                  <a:cubicBezTo>
                    <a:pt x="3936" y="1711"/>
                    <a:pt x="4106" y="1541"/>
                    <a:pt x="4316" y="1541"/>
                  </a:cubicBezTo>
                  <a:cubicBezTo>
                    <a:pt x="4526" y="1541"/>
                    <a:pt x="4696" y="1711"/>
                    <a:pt x="4696" y="1921"/>
                  </a:cubicBezTo>
                  <a:cubicBezTo>
                    <a:pt x="4696" y="1924"/>
                    <a:pt x="4696" y="1928"/>
                    <a:pt x="4695" y="1931"/>
                  </a:cubicBezTo>
                  <a:cubicBezTo>
                    <a:pt x="4893" y="1931"/>
                    <a:pt x="4893" y="1931"/>
                    <a:pt x="4893" y="1931"/>
                  </a:cubicBezTo>
                  <a:cubicBezTo>
                    <a:pt x="4893" y="1935"/>
                    <a:pt x="4893" y="1935"/>
                    <a:pt x="4893" y="1935"/>
                  </a:cubicBezTo>
                  <a:cubicBezTo>
                    <a:pt x="5255" y="1935"/>
                    <a:pt x="5255" y="1935"/>
                    <a:pt x="5255" y="1935"/>
                  </a:cubicBezTo>
                  <a:cubicBezTo>
                    <a:pt x="5255" y="563"/>
                    <a:pt x="5255" y="563"/>
                    <a:pt x="5255" y="563"/>
                  </a:cubicBezTo>
                  <a:cubicBezTo>
                    <a:pt x="5291" y="563"/>
                    <a:pt x="5291" y="563"/>
                    <a:pt x="5291" y="563"/>
                  </a:cubicBezTo>
                  <a:cubicBezTo>
                    <a:pt x="5291" y="449"/>
                    <a:pt x="5291" y="449"/>
                    <a:pt x="5291" y="449"/>
                  </a:cubicBezTo>
                  <a:lnTo>
                    <a:pt x="5160" y="4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ADD63301-1EB3-4173-BE9F-8D0832FE1C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7" y="2114"/>
              <a:ext cx="392" cy="26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4236DC04-D878-43F5-99DC-38D9A1391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" y="2114"/>
              <a:ext cx="222" cy="26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A34D4249-DD75-42C7-BA50-B480BD314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2" y="2081"/>
              <a:ext cx="127" cy="4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0B263DD6-93F4-428A-B8D4-CA98254B7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8" y="2081"/>
              <a:ext cx="127" cy="4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8FF53B2B-D0EB-4C28-B96B-09F1BCDF9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2" y="2081"/>
              <a:ext cx="127" cy="4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066BFF41-0B86-4D20-837F-3418E56BC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7" y="2919"/>
              <a:ext cx="3325" cy="354"/>
            </a:xfrm>
            <a:prstGeom prst="rect">
              <a:avLst/>
            </a:prstGeom>
            <a:solidFill>
              <a:srgbClr val="595959"/>
            </a:solidFill>
            <a:ln w="3175" cap="flat">
              <a:solidFill>
                <a:srgbClr val="4BB4E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9D6D5D16-6CBC-46CF-BA3D-6357CECBD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7" y="2380"/>
              <a:ext cx="3325" cy="611"/>
            </a:xfrm>
            <a:prstGeom prst="rect">
              <a:avLst/>
            </a:prstGeom>
            <a:solidFill>
              <a:srgbClr val="4BB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6D660612-5A63-4A30-8BAA-028E2AB242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" y="1293"/>
              <a:ext cx="174" cy="232"/>
            </a:xfrm>
            <a:custGeom>
              <a:avLst/>
              <a:gdLst>
                <a:gd name="T0" fmla="*/ 102 w 304"/>
                <a:gd name="T1" fmla="*/ 0 h 406"/>
                <a:gd name="T2" fmla="*/ 10 w 304"/>
                <a:gd name="T3" fmla="*/ 213 h 406"/>
                <a:gd name="T4" fmla="*/ 96 w 304"/>
                <a:gd name="T5" fmla="*/ 406 h 406"/>
                <a:gd name="T6" fmla="*/ 304 w 304"/>
                <a:gd name="T7" fmla="*/ 264 h 406"/>
                <a:gd name="T8" fmla="*/ 102 w 304"/>
                <a:gd name="T9" fmla="*/ 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4" h="406">
                  <a:moveTo>
                    <a:pt x="102" y="0"/>
                  </a:moveTo>
                  <a:cubicBezTo>
                    <a:pt x="102" y="0"/>
                    <a:pt x="20" y="120"/>
                    <a:pt x="10" y="213"/>
                  </a:cubicBezTo>
                  <a:cubicBezTo>
                    <a:pt x="0" y="306"/>
                    <a:pt x="96" y="406"/>
                    <a:pt x="96" y="406"/>
                  </a:cubicBezTo>
                  <a:cubicBezTo>
                    <a:pt x="304" y="264"/>
                    <a:pt x="304" y="264"/>
                    <a:pt x="304" y="264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C193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4FCC0BA-E783-4EAA-9B17-A931C0165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2" y="1113"/>
              <a:ext cx="576" cy="1257"/>
            </a:xfrm>
            <a:custGeom>
              <a:avLst/>
              <a:gdLst>
                <a:gd name="T0" fmla="*/ 493 w 1008"/>
                <a:gd name="T1" fmla="*/ 68 h 2200"/>
                <a:gd name="T2" fmla="*/ 393 w 1008"/>
                <a:gd name="T3" fmla="*/ 1616 h 2200"/>
                <a:gd name="T4" fmla="*/ 772 w 1008"/>
                <a:gd name="T5" fmla="*/ 1987 h 2200"/>
                <a:gd name="T6" fmla="*/ 675 w 1008"/>
                <a:gd name="T7" fmla="*/ 1254 h 2200"/>
                <a:gd name="T8" fmla="*/ 1008 w 1008"/>
                <a:gd name="T9" fmla="*/ 668 h 2200"/>
                <a:gd name="T10" fmla="*/ 966 w 1008"/>
                <a:gd name="T11" fmla="*/ 391 h 2200"/>
                <a:gd name="T12" fmla="*/ 493 w 1008"/>
                <a:gd name="T13" fmla="*/ 68 h 2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8" h="2200">
                  <a:moveTo>
                    <a:pt x="493" y="68"/>
                  </a:moveTo>
                  <a:cubicBezTo>
                    <a:pt x="493" y="68"/>
                    <a:pt x="0" y="1032"/>
                    <a:pt x="393" y="1616"/>
                  </a:cubicBezTo>
                  <a:cubicBezTo>
                    <a:pt x="786" y="2200"/>
                    <a:pt x="772" y="1987"/>
                    <a:pt x="772" y="1987"/>
                  </a:cubicBezTo>
                  <a:cubicBezTo>
                    <a:pt x="772" y="1987"/>
                    <a:pt x="573" y="1458"/>
                    <a:pt x="675" y="1254"/>
                  </a:cubicBezTo>
                  <a:cubicBezTo>
                    <a:pt x="778" y="1051"/>
                    <a:pt x="1008" y="668"/>
                    <a:pt x="1008" y="668"/>
                  </a:cubicBezTo>
                  <a:cubicBezTo>
                    <a:pt x="1008" y="668"/>
                    <a:pt x="882" y="514"/>
                    <a:pt x="966" y="391"/>
                  </a:cubicBezTo>
                  <a:cubicBezTo>
                    <a:pt x="966" y="391"/>
                    <a:pt x="663" y="0"/>
                    <a:pt x="493" y="68"/>
                  </a:cubicBezTo>
                  <a:close/>
                </a:path>
              </a:pathLst>
            </a:custGeom>
            <a:solidFill>
              <a:srgbClr val="6234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4B6C912D-D2EA-4C1B-9CC0-8FB947BEA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9" y="931"/>
              <a:ext cx="755" cy="2343"/>
            </a:xfrm>
            <a:custGeom>
              <a:avLst/>
              <a:gdLst>
                <a:gd name="T0" fmla="*/ 1181 w 1322"/>
                <a:gd name="T1" fmla="*/ 64 h 4100"/>
                <a:gd name="T2" fmla="*/ 1029 w 1322"/>
                <a:gd name="T3" fmla="*/ 235 h 4100"/>
                <a:gd name="T4" fmla="*/ 192 w 1322"/>
                <a:gd name="T5" fmla="*/ 1395 h 4100"/>
                <a:gd name="T6" fmla="*/ 111 w 1322"/>
                <a:gd name="T7" fmla="*/ 2161 h 4100"/>
                <a:gd name="T8" fmla="*/ 598 w 1322"/>
                <a:gd name="T9" fmla="*/ 2858 h 4100"/>
                <a:gd name="T10" fmla="*/ 339 w 1322"/>
                <a:gd name="T11" fmla="*/ 3666 h 4100"/>
                <a:gd name="T12" fmla="*/ 108 w 1322"/>
                <a:gd name="T13" fmla="*/ 4100 h 4100"/>
                <a:gd name="T14" fmla="*/ 1091 w 1322"/>
                <a:gd name="T15" fmla="*/ 4098 h 4100"/>
                <a:gd name="T16" fmla="*/ 1260 w 1322"/>
                <a:gd name="T17" fmla="*/ 1609 h 4100"/>
                <a:gd name="T18" fmla="*/ 1047 w 1322"/>
                <a:gd name="T19" fmla="*/ 1438 h 4100"/>
                <a:gd name="T20" fmla="*/ 769 w 1322"/>
                <a:gd name="T21" fmla="*/ 1359 h 4100"/>
                <a:gd name="T22" fmla="*/ 1123 w 1322"/>
                <a:gd name="T23" fmla="*/ 706 h 4100"/>
                <a:gd name="T24" fmla="*/ 1320 w 1322"/>
                <a:gd name="T25" fmla="*/ 100 h 4100"/>
                <a:gd name="T26" fmla="*/ 1181 w 1322"/>
                <a:gd name="T27" fmla="*/ 64 h 4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22" h="4100">
                  <a:moveTo>
                    <a:pt x="1181" y="64"/>
                  </a:moveTo>
                  <a:cubicBezTo>
                    <a:pt x="1181" y="64"/>
                    <a:pt x="1167" y="65"/>
                    <a:pt x="1029" y="235"/>
                  </a:cubicBezTo>
                  <a:cubicBezTo>
                    <a:pt x="891" y="405"/>
                    <a:pt x="257" y="1261"/>
                    <a:pt x="192" y="1395"/>
                  </a:cubicBezTo>
                  <a:cubicBezTo>
                    <a:pt x="104" y="1579"/>
                    <a:pt x="0" y="1959"/>
                    <a:pt x="111" y="2161"/>
                  </a:cubicBezTo>
                  <a:cubicBezTo>
                    <a:pt x="222" y="2363"/>
                    <a:pt x="532" y="2558"/>
                    <a:pt x="598" y="2858"/>
                  </a:cubicBezTo>
                  <a:cubicBezTo>
                    <a:pt x="664" y="3159"/>
                    <a:pt x="450" y="3504"/>
                    <a:pt x="339" y="3666"/>
                  </a:cubicBezTo>
                  <a:cubicBezTo>
                    <a:pt x="228" y="3828"/>
                    <a:pt x="150" y="3948"/>
                    <a:pt x="108" y="4100"/>
                  </a:cubicBezTo>
                  <a:cubicBezTo>
                    <a:pt x="1091" y="4098"/>
                    <a:pt x="1091" y="4098"/>
                    <a:pt x="1091" y="4098"/>
                  </a:cubicBezTo>
                  <a:cubicBezTo>
                    <a:pt x="1091" y="4098"/>
                    <a:pt x="1247" y="1830"/>
                    <a:pt x="1260" y="1609"/>
                  </a:cubicBezTo>
                  <a:cubicBezTo>
                    <a:pt x="1272" y="1389"/>
                    <a:pt x="1081" y="1444"/>
                    <a:pt x="1047" y="1438"/>
                  </a:cubicBezTo>
                  <a:cubicBezTo>
                    <a:pt x="1012" y="1433"/>
                    <a:pt x="769" y="1359"/>
                    <a:pt x="769" y="1359"/>
                  </a:cubicBezTo>
                  <a:cubicBezTo>
                    <a:pt x="769" y="1359"/>
                    <a:pt x="1079" y="818"/>
                    <a:pt x="1123" y="706"/>
                  </a:cubicBezTo>
                  <a:cubicBezTo>
                    <a:pt x="1167" y="595"/>
                    <a:pt x="1322" y="155"/>
                    <a:pt x="1320" y="100"/>
                  </a:cubicBezTo>
                  <a:cubicBezTo>
                    <a:pt x="1318" y="45"/>
                    <a:pt x="1234" y="0"/>
                    <a:pt x="1181" y="64"/>
                  </a:cubicBezTo>
                  <a:close/>
                </a:path>
              </a:pathLst>
            </a:custGeom>
            <a:solidFill>
              <a:srgbClr val="8F8F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64843F41-E730-46E5-B4F5-ACA6AC4CDF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" y="871"/>
              <a:ext cx="650" cy="454"/>
            </a:xfrm>
            <a:custGeom>
              <a:avLst/>
              <a:gdLst>
                <a:gd name="T0" fmla="*/ 0 w 1138"/>
                <a:gd name="T1" fmla="*/ 490 h 794"/>
                <a:gd name="T2" fmla="*/ 453 w 1138"/>
                <a:gd name="T3" fmla="*/ 83 h 794"/>
                <a:gd name="T4" fmla="*/ 810 w 1138"/>
                <a:gd name="T5" fmla="*/ 0 h 794"/>
                <a:gd name="T6" fmla="*/ 1073 w 1138"/>
                <a:gd name="T7" fmla="*/ 154 h 794"/>
                <a:gd name="T8" fmla="*/ 550 w 1138"/>
                <a:gd name="T9" fmla="*/ 794 h 794"/>
                <a:gd name="T10" fmla="*/ 61 w 1138"/>
                <a:gd name="T11" fmla="*/ 512 h 794"/>
                <a:gd name="T12" fmla="*/ 0 w 1138"/>
                <a:gd name="T13" fmla="*/ 490 h 7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8" h="794">
                  <a:moveTo>
                    <a:pt x="0" y="490"/>
                  </a:moveTo>
                  <a:cubicBezTo>
                    <a:pt x="0" y="490"/>
                    <a:pt x="205" y="192"/>
                    <a:pt x="453" y="83"/>
                  </a:cubicBezTo>
                  <a:cubicBezTo>
                    <a:pt x="579" y="27"/>
                    <a:pt x="748" y="9"/>
                    <a:pt x="810" y="0"/>
                  </a:cubicBezTo>
                  <a:cubicBezTo>
                    <a:pt x="810" y="0"/>
                    <a:pt x="1138" y="62"/>
                    <a:pt x="1073" y="154"/>
                  </a:cubicBezTo>
                  <a:cubicBezTo>
                    <a:pt x="1029" y="215"/>
                    <a:pt x="550" y="794"/>
                    <a:pt x="550" y="794"/>
                  </a:cubicBezTo>
                  <a:cubicBezTo>
                    <a:pt x="550" y="794"/>
                    <a:pt x="197" y="648"/>
                    <a:pt x="61" y="512"/>
                  </a:cubicBezTo>
                  <a:cubicBezTo>
                    <a:pt x="61" y="512"/>
                    <a:pt x="11" y="483"/>
                    <a:pt x="0" y="490"/>
                  </a:cubicBezTo>
                </a:path>
              </a:pathLst>
            </a:custGeom>
            <a:solidFill>
              <a:srgbClr val="6234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B8EC230D-223D-4FE7-8195-C1319322B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5" y="821"/>
              <a:ext cx="504" cy="589"/>
            </a:xfrm>
            <a:custGeom>
              <a:avLst/>
              <a:gdLst>
                <a:gd name="T0" fmla="*/ 882 w 882"/>
                <a:gd name="T1" fmla="*/ 247 h 1030"/>
                <a:gd name="T2" fmla="*/ 337 w 882"/>
                <a:gd name="T3" fmla="*/ 119 h 1030"/>
                <a:gd name="T4" fmla="*/ 17 w 882"/>
                <a:gd name="T5" fmla="*/ 668 h 1030"/>
                <a:gd name="T6" fmla="*/ 265 w 882"/>
                <a:gd name="T7" fmla="*/ 1030 h 1030"/>
                <a:gd name="T8" fmla="*/ 882 w 882"/>
                <a:gd name="T9" fmla="*/ 247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2" h="1030">
                  <a:moveTo>
                    <a:pt x="882" y="247"/>
                  </a:moveTo>
                  <a:cubicBezTo>
                    <a:pt x="882" y="247"/>
                    <a:pt x="666" y="0"/>
                    <a:pt x="337" y="119"/>
                  </a:cubicBezTo>
                  <a:cubicBezTo>
                    <a:pt x="8" y="238"/>
                    <a:pt x="0" y="576"/>
                    <a:pt x="17" y="668"/>
                  </a:cubicBezTo>
                  <a:cubicBezTo>
                    <a:pt x="34" y="760"/>
                    <a:pt x="24" y="936"/>
                    <a:pt x="265" y="1030"/>
                  </a:cubicBezTo>
                  <a:lnTo>
                    <a:pt x="882" y="2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763D2722-8BC6-44C0-A699-44D3F5BBB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" y="1111"/>
              <a:ext cx="1327" cy="1839"/>
            </a:xfrm>
            <a:custGeom>
              <a:avLst/>
              <a:gdLst>
                <a:gd name="T0" fmla="*/ 1404 w 2322"/>
                <a:gd name="T1" fmla="*/ 78 h 3218"/>
                <a:gd name="T2" fmla="*/ 1739 w 2322"/>
                <a:gd name="T3" fmla="*/ 299 h 3218"/>
                <a:gd name="T4" fmla="*/ 2309 w 2322"/>
                <a:gd name="T5" fmla="*/ 1650 h 3218"/>
                <a:gd name="T6" fmla="*/ 1945 w 2322"/>
                <a:gd name="T7" fmla="*/ 3218 h 3218"/>
                <a:gd name="T8" fmla="*/ 997 w 2322"/>
                <a:gd name="T9" fmla="*/ 3178 h 3218"/>
                <a:gd name="T10" fmla="*/ 1086 w 2322"/>
                <a:gd name="T11" fmla="*/ 1235 h 3218"/>
                <a:gd name="T12" fmla="*/ 1066 w 2322"/>
                <a:gd name="T13" fmla="*/ 1299 h 3218"/>
                <a:gd name="T14" fmla="*/ 445 w 2322"/>
                <a:gd name="T15" fmla="*/ 2210 h 3218"/>
                <a:gd name="T16" fmla="*/ 113 w 2322"/>
                <a:gd name="T17" fmla="*/ 2340 h 3218"/>
                <a:gd name="T18" fmla="*/ 86 w 2322"/>
                <a:gd name="T19" fmla="*/ 1998 h 3218"/>
                <a:gd name="T20" fmla="*/ 344 w 2322"/>
                <a:gd name="T21" fmla="*/ 1455 h 3218"/>
                <a:gd name="T22" fmla="*/ 740 w 2322"/>
                <a:gd name="T23" fmla="*/ 828 h 3218"/>
                <a:gd name="T24" fmla="*/ 1228 w 2322"/>
                <a:gd name="T25" fmla="*/ 64 h 3218"/>
                <a:gd name="T26" fmla="*/ 1404 w 2322"/>
                <a:gd name="T27" fmla="*/ 78 h 3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22" h="3218">
                  <a:moveTo>
                    <a:pt x="1404" y="78"/>
                  </a:moveTo>
                  <a:cubicBezTo>
                    <a:pt x="1415" y="81"/>
                    <a:pt x="1631" y="173"/>
                    <a:pt x="1739" y="299"/>
                  </a:cubicBezTo>
                  <a:cubicBezTo>
                    <a:pt x="1847" y="426"/>
                    <a:pt x="2322" y="725"/>
                    <a:pt x="2309" y="1650"/>
                  </a:cubicBezTo>
                  <a:cubicBezTo>
                    <a:pt x="2295" y="2576"/>
                    <a:pt x="1945" y="3218"/>
                    <a:pt x="1945" y="3218"/>
                  </a:cubicBezTo>
                  <a:cubicBezTo>
                    <a:pt x="997" y="3178"/>
                    <a:pt x="997" y="3178"/>
                    <a:pt x="997" y="3178"/>
                  </a:cubicBezTo>
                  <a:cubicBezTo>
                    <a:pt x="997" y="3178"/>
                    <a:pt x="1099" y="1349"/>
                    <a:pt x="1086" y="1235"/>
                  </a:cubicBezTo>
                  <a:cubicBezTo>
                    <a:pt x="1080" y="1176"/>
                    <a:pt x="1093" y="1223"/>
                    <a:pt x="1066" y="1299"/>
                  </a:cubicBezTo>
                  <a:cubicBezTo>
                    <a:pt x="910" y="1738"/>
                    <a:pt x="514" y="2118"/>
                    <a:pt x="445" y="2210"/>
                  </a:cubicBezTo>
                  <a:cubicBezTo>
                    <a:pt x="376" y="2302"/>
                    <a:pt x="225" y="2408"/>
                    <a:pt x="113" y="2340"/>
                  </a:cubicBezTo>
                  <a:cubicBezTo>
                    <a:pt x="0" y="2272"/>
                    <a:pt x="62" y="2084"/>
                    <a:pt x="86" y="1998"/>
                  </a:cubicBezTo>
                  <a:cubicBezTo>
                    <a:pt x="110" y="1911"/>
                    <a:pt x="265" y="1644"/>
                    <a:pt x="344" y="1455"/>
                  </a:cubicBezTo>
                  <a:cubicBezTo>
                    <a:pt x="439" y="1228"/>
                    <a:pt x="669" y="937"/>
                    <a:pt x="740" y="828"/>
                  </a:cubicBezTo>
                  <a:cubicBezTo>
                    <a:pt x="806" y="728"/>
                    <a:pt x="1090" y="128"/>
                    <a:pt x="1228" y="64"/>
                  </a:cubicBezTo>
                  <a:cubicBezTo>
                    <a:pt x="1367" y="0"/>
                    <a:pt x="1404" y="78"/>
                    <a:pt x="1404" y="78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4110940-48F4-466A-9FFC-796F4E4EBA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3" y="2927"/>
              <a:ext cx="543" cy="346"/>
            </a:xfrm>
            <a:custGeom>
              <a:avLst/>
              <a:gdLst>
                <a:gd name="T0" fmla="*/ 481 w 543"/>
                <a:gd name="T1" fmla="*/ 346 h 346"/>
                <a:gd name="T2" fmla="*/ 543 w 543"/>
                <a:gd name="T3" fmla="*/ 20 h 346"/>
                <a:gd name="T4" fmla="*/ 10 w 543"/>
                <a:gd name="T5" fmla="*/ 0 h 346"/>
                <a:gd name="T6" fmla="*/ 0 w 543"/>
                <a:gd name="T7" fmla="*/ 346 h 346"/>
                <a:gd name="T8" fmla="*/ 481 w 543"/>
                <a:gd name="T9" fmla="*/ 34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3" h="346">
                  <a:moveTo>
                    <a:pt x="481" y="346"/>
                  </a:moveTo>
                  <a:lnTo>
                    <a:pt x="543" y="20"/>
                  </a:lnTo>
                  <a:lnTo>
                    <a:pt x="10" y="0"/>
                  </a:lnTo>
                  <a:lnTo>
                    <a:pt x="0" y="346"/>
                  </a:lnTo>
                  <a:lnTo>
                    <a:pt x="481" y="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993ECB71-543F-47AC-94F2-99AFCB2180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" y="1034"/>
              <a:ext cx="348" cy="360"/>
            </a:xfrm>
            <a:custGeom>
              <a:avLst/>
              <a:gdLst>
                <a:gd name="T0" fmla="*/ 273 w 610"/>
                <a:gd name="T1" fmla="*/ 0 h 629"/>
                <a:gd name="T2" fmla="*/ 610 w 610"/>
                <a:gd name="T3" fmla="*/ 233 h 629"/>
                <a:gd name="T4" fmla="*/ 323 w 610"/>
                <a:gd name="T5" fmla="*/ 477 h 629"/>
                <a:gd name="T6" fmla="*/ 25 w 610"/>
                <a:gd name="T7" fmla="*/ 591 h 629"/>
                <a:gd name="T8" fmla="*/ 259 w 610"/>
                <a:gd name="T9" fmla="*/ 52 h 629"/>
                <a:gd name="T10" fmla="*/ 273 w 610"/>
                <a:gd name="T11" fmla="*/ 0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0" h="629">
                  <a:moveTo>
                    <a:pt x="273" y="0"/>
                  </a:moveTo>
                  <a:cubicBezTo>
                    <a:pt x="273" y="0"/>
                    <a:pt x="591" y="80"/>
                    <a:pt x="610" y="233"/>
                  </a:cubicBezTo>
                  <a:cubicBezTo>
                    <a:pt x="610" y="233"/>
                    <a:pt x="438" y="410"/>
                    <a:pt x="323" y="477"/>
                  </a:cubicBezTo>
                  <a:cubicBezTo>
                    <a:pt x="241" y="524"/>
                    <a:pt x="0" y="629"/>
                    <a:pt x="25" y="591"/>
                  </a:cubicBezTo>
                  <a:cubicBezTo>
                    <a:pt x="181" y="358"/>
                    <a:pt x="259" y="52"/>
                    <a:pt x="259" y="52"/>
                  </a:cubicBezTo>
                  <a:lnTo>
                    <a:pt x="273" y="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184F0DAA-B45D-4499-A747-2669F1258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" y="393"/>
              <a:ext cx="309" cy="484"/>
            </a:xfrm>
            <a:custGeom>
              <a:avLst/>
              <a:gdLst>
                <a:gd name="T0" fmla="*/ 346 w 540"/>
                <a:gd name="T1" fmla="*/ 416 h 848"/>
                <a:gd name="T2" fmla="*/ 526 w 540"/>
                <a:gd name="T3" fmla="*/ 12 h 848"/>
                <a:gd name="T4" fmla="*/ 424 w 540"/>
                <a:gd name="T5" fmla="*/ 0 h 848"/>
                <a:gd name="T6" fmla="*/ 0 w 540"/>
                <a:gd name="T7" fmla="*/ 424 h 848"/>
                <a:gd name="T8" fmla="*/ 424 w 540"/>
                <a:gd name="T9" fmla="*/ 848 h 848"/>
                <a:gd name="T10" fmla="*/ 540 w 540"/>
                <a:gd name="T11" fmla="*/ 832 h 848"/>
                <a:gd name="T12" fmla="*/ 346 w 540"/>
                <a:gd name="T13" fmla="*/ 416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0" h="848">
                  <a:moveTo>
                    <a:pt x="346" y="416"/>
                  </a:moveTo>
                  <a:cubicBezTo>
                    <a:pt x="346" y="256"/>
                    <a:pt x="415" y="112"/>
                    <a:pt x="526" y="12"/>
                  </a:cubicBezTo>
                  <a:cubicBezTo>
                    <a:pt x="494" y="4"/>
                    <a:pt x="459" y="0"/>
                    <a:pt x="424" y="0"/>
                  </a:cubicBezTo>
                  <a:cubicBezTo>
                    <a:pt x="190" y="0"/>
                    <a:pt x="0" y="190"/>
                    <a:pt x="0" y="424"/>
                  </a:cubicBezTo>
                  <a:cubicBezTo>
                    <a:pt x="0" y="658"/>
                    <a:pt x="190" y="848"/>
                    <a:pt x="424" y="848"/>
                  </a:cubicBezTo>
                  <a:cubicBezTo>
                    <a:pt x="464" y="848"/>
                    <a:pt x="503" y="843"/>
                    <a:pt x="540" y="832"/>
                  </a:cubicBezTo>
                  <a:cubicBezTo>
                    <a:pt x="421" y="733"/>
                    <a:pt x="346" y="583"/>
                    <a:pt x="346" y="416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Texte avec illustration</a:t>
            </a:r>
          </a:p>
        </p:txBody>
      </p:sp>
    </p:spTree>
    <p:extLst>
      <p:ext uri="{BB962C8B-B14F-4D97-AF65-F5344CB8AC3E}">
        <p14:creationId xmlns:p14="http://schemas.microsoft.com/office/powerpoint/2010/main" val="1945499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6">
            <a:extLst>
              <a:ext uri="{FF2B5EF4-FFF2-40B4-BE49-F238E27FC236}">
                <a16:creationId xmlns:a16="http://schemas.microsoft.com/office/drawing/2014/main" id="{F5A4F557-218F-4A85-90E8-E31EFB2BFCD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42966" y="-53720"/>
            <a:ext cx="5311776" cy="5265738"/>
            <a:chOff x="1209" y="-30"/>
            <a:chExt cx="3346" cy="3317"/>
          </a:xfrm>
        </p:grpSpPr>
        <p:sp>
          <p:nvSpPr>
            <p:cNvPr id="90" name="AutoShape 85">
              <a:extLst>
                <a:ext uri="{FF2B5EF4-FFF2-40B4-BE49-F238E27FC236}">
                  <a16:creationId xmlns:a16="http://schemas.microsoft.com/office/drawing/2014/main" id="{A3DC3ECC-4492-4D92-AC31-D35C8166AFA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260" y="0"/>
              <a:ext cx="3240" cy="3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1" name="Rectangle 87">
              <a:extLst>
                <a:ext uri="{FF2B5EF4-FFF2-40B4-BE49-F238E27FC236}">
                  <a16:creationId xmlns:a16="http://schemas.microsoft.com/office/drawing/2014/main" id="{588B7E73-67C7-439F-BA0A-3F015D8AC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5" y="-30"/>
              <a:ext cx="3340" cy="13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  <p:sp>
          <p:nvSpPr>
            <p:cNvPr id="92" name="Freeform 88">
              <a:extLst>
                <a:ext uri="{FF2B5EF4-FFF2-40B4-BE49-F238E27FC236}">
                  <a16:creationId xmlns:a16="http://schemas.microsoft.com/office/drawing/2014/main" id="{C49C891B-7EFD-460E-BF4C-BCB52F2DD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3" y="767"/>
              <a:ext cx="3341" cy="715"/>
            </a:xfrm>
            <a:custGeom>
              <a:avLst/>
              <a:gdLst>
                <a:gd name="T0" fmla="*/ 5846 w 5846"/>
                <a:gd name="T1" fmla="*/ 0 h 1251"/>
                <a:gd name="T2" fmla="*/ 5751 w 5846"/>
                <a:gd name="T3" fmla="*/ 16 h 1251"/>
                <a:gd name="T4" fmla="*/ 5214 w 5846"/>
                <a:gd name="T5" fmla="*/ 51 h 1251"/>
                <a:gd name="T6" fmla="*/ 4668 w 5846"/>
                <a:gd name="T7" fmla="*/ 23 h 1251"/>
                <a:gd name="T8" fmla="*/ 4131 w 5846"/>
                <a:gd name="T9" fmla="*/ 141 h 1251"/>
                <a:gd name="T10" fmla="*/ 3630 w 5846"/>
                <a:gd name="T11" fmla="*/ 155 h 1251"/>
                <a:gd name="T12" fmla="*/ 3339 w 5846"/>
                <a:gd name="T13" fmla="*/ 64 h 1251"/>
                <a:gd name="T14" fmla="*/ 2975 w 5846"/>
                <a:gd name="T15" fmla="*/ 113 h 1251"/>
                <a:gd name="T16" fmla="*/ 2629 w 5846"/>
                <a:gd name="T17" fmla="*/ 37 h 1251"/>
                <a:gd name="T18" fmla="*/ 2237 w 5846"/>
                <a:gd name="T19" fmla="*/ 71 h 1251"/>
                <a:gd name="T20" fmla="*/ 1782 w 5846"/>
                <a:gd name="T21" fmla="*/ 106 h 1251"/>
                <a:gd name="T22" fmla="*/ 1364 w 5846"/>
                <a:gd name="T23" fmla="*/ 196 h 1251"/>
                <a:gd name="T24" fmla="*/ 1109 w 5846"/>
                <a:gd name="T25" fmla="*/ 168 h 1251"/>
                <a:gd name="T26" fmla="*/ 663 w 5846"/>
                <a:gd name="T27" fmla="*/ 182 h 1251"/>
                <a:gd name="T28" fmla="*/ 353 w 5846"/>
                <a:gd name="T29" fmla="*/ 182 h 1251"/>
                <a:gd name="T30" fmla="*/ 53 w 5846"/>
                <a:gd name="T31" fmla="*/ 258 h 1251"/>
                <a:gd name="T32" fmla="*/ 5 w 5846"/>
                <a:gd name="T33" fmla="*/ 271 h 1251"/>
                <a:gd name="T34" fmla="*/ 0 w 5846"/>
                <a:gd name="T35" fmla="*/ 1155 h 1251"/>
                <a:gd name="T36" fmla="*/ 5846 w 5846"/>
                <a:gd name="T37" fmla="*/ 1251 h 1251"/>
                <a:gd name="T38" fmla="*/ 5846 w 5846"/>
                <a:gd name="T39" fmla="*/ 0 h 1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846" h="1251">
                  <a:moveTo>
                    <a:pt x="5846" y="0"/>
                  </a:moveTo>
                  <a:cubicBezTo>
                    <a:pt x="5811" y="4"/>
                    <a:pt x="5779" y="10"/>
                    <a:pt x="5751" y="16"/>
                  </a:cubicBezTo>
                  <a:cubicBezTo>
                    <a:pt x="5624" y="44"/>
                    <a:pt x="5369" y="51"/>
                    <a:pt x="5214" y="51"/>
                  </a:cubicBezTo>
                  <a:cubicBezTo>
                    <a:pt x="5059" y="51"/>
                    <a:pt x="4841" y="23"/>
                    <a:pt x="4668" y="23"/>
                  </a:cubicBezTo>
                  <a:cubicBezTo>
                    <a:pt x="4495" y="23"/>
                    <a:pt x="4213" y="113"/>
                    <a:pt x="4131" y="141"/>
                  </a:cubicBezTo>
                  <a:cubicBezTo>
                    <a:pt x="4049" y="168"/>
                    <a:pt x="3630" y="155"/>
                    <a:pt x="3630" y="155"/>
                  </a:cubicBezTo>
                  <a:cubicBezTo>
                    <a:pt x="3630" y="155"/>
                    <a:pt x="3412" y="71"/>
                    <a:pt x="3339" y="64"/>
                  </a:cubicBezTo>
                  <a:cubicBezTo>
                    <a:pt x="3266" y="58"/>
                    <a:pt x="3130" y="113"/>
                    <a:pt x="2975" y="113"/>
                  </a:cubicBezTo>
                  <a:cubicBezTo>
                    <a:pt x="2820" y="113"/>
                    <a:pt x="2756" y="58"/>
                    <a:pt x="2629" y="37"/>
                  </a:cubicBezTo>
                  <a:cubicBezTo>
                    <a:pt x="2501" y="16"/>
                    <a:pt x="2392" y="23"/>
                    <a:pt x="2237" y="71"/>
                  </a:cubicBezTo>
                  <a:cubicBezTo>
                    <a:pt x="2083" y="120"/>
                    <a:pt x="1928" y="99"/>
                    <a:pt x="1782" y="106"/>
                  </a:cubicBezTo>
                  <a:cubicBezTo>
                    <a:pt x="1637" y="113"/>
                    <a:pt x="1527" y="196"/>
                    <a:pt x="1364" y="196"/>
                  </a:cubicBezTo>
                  <a:cubicBezTo>
                    <a:pt x="1200" y="196"/>
                    <a:pt x="1191" y="155"/>
                    <a:pt x="1109" y="168"/>
                  </a:cubicBezTo>
                  <a:cubicBezTo>
                    <a:pt x="1027" y="182"/>
                    <a:pt x="863" y="182"/>
                    <a:pt x="663" y="182"/>
                  </a:cubicBezTo>
                  <a:cubicBezTo>
                    <a:pt x="462" y="182"/>
                    <a:pt x="481" y="161"/>
                    <a:pt x="353" y="182"/>
                  </a:cubicBezTo>
                  <a:cubicBezTo>
                    <a:pt x="226" y="203"/>
                    <a:pt x="53" y="258"/>
                    <a:pt x="53" y="258"/>
                  </a:cubicBezTo>
                  <a:cubicBezTo>
                    <a:pt x="5" y="271"/>
                    <a:pt x="5" y="271"/>
                    <a:pt x="5" y="271"/>
                  </a:cubicBezTo>
                  <a:cubicBezTo>
                    <a:pt x="0" y="1155"/>
                    <a:pt x="0" y="1155"/>
                    <a:pt x="0" y="1155"/>
                  </a:cubicBezTo>
                  <a:cubicBezTo>
                    <a:pt x="5846" y="1251"/>
                    <a:pt x="5846" y="1251"/>
                    <a:pt x="5846" y="1251"/>
                  </a:cubicBezTo>
                  <a:lnTo>
                    <a:pt x="58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3" name="Freeform 89">
              <a:extLst>
                <a:ext uri="{FF2B5EF4-FFF2-40B4-BE49-F238E27FC236}">
                  <a16:creationId xmlns:a16="http://schemas.microsoft.com/office/drawing/2014/main" id="{FDAB8E6D-C1C0-4C9A-9C2E-AFAA61944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9" y="895"/>
              <a:ext cx="3305" cy="490"/>
            </a:xfrm>
            <a:custGeom>
              <a:avLst/>
              <a:gdLst>
                <a:gd name="T0" fmla="*/ 1435 w 5783"/>
                <a:gd name="T1" fmla="*/ 579 h 857"/>
                <a:gd name="T2" fmla="*/ 3546 w 5783"/>
                <a:gd name="T3" fmla="*/ 290 h 857"/>
                <a:gd name="T4" fmla="*/ 4487 w 5783"/>
                <a:gd name="T5" fmla="*/ 45 h 857"/>
                <a:gd name="T6" fmla="*/ 4848 w 5783"/>
                <a:gd name="T7" fmla="*/ 50 h 857"/>
                <a:gd name="T8" fmla="*/ 5272 w 5783"/>
                <a:gd name="T9" fmla="*/ 0 h 857"/>
                <a:gd name="T10" fmla="*/ 5783 w 5783"/>
                <a:gd name="T11" fmla="*/ 8 h 857"/>
                <a:gd name="T12" fmla="*/ 5774 w 5783"/>
                <a:gd name="T13" fmla="*/ 857 h 857"/>
                <a:gd name="T14" fmla="*/ 0 w 5783"/>
                <a:gd name="T15" fmla="*/ 808 h 857"/>
                <a:gd name="T16" fmla="*/ 31 w 5783"/>
                <a:gd name="T17" fmla="*/ 674 h 857"/>
                <a:gd name="T18" fmla="*/ 1435 w 5783"/>
                <a:gd name="T19" fmla="*/ 579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83" h="857">
                  <a:moveTo>
                    <a:pt x="1435" y="579"/>
                  </a:moveTo>
                  <a:cubicBezTo>
                    <a:pt x="1435" y="579"/>
                    <a:pt x="3044" y="434"/>
                    <a:pt x="3546" y="290"/>
                  </a:cubicBezTo>
                  <a:cubicBezTo>
                    <a:pt x="4048" y="145"/>
                    <a:pt x="4323" y="50"/>
                    <a:pt x="4487" y="45"/>
                  </a:cubicBezTo>
                  <a:cubicBezTo>
                    <a:pt x="4652" y="39"/>
                    <a:pt x="4731" y="67"/>
                    <a:pt x="4848" y="50"/>
                  </a:cubicBezTo>
                  <a:cubicBezTo>
                    <a:pt x="4966" y="34"/>
                    <a:pt x="5139" y="0"/>
                    <a:pt x="5272" y="0"/>
                  </a:cubicBezTo>
                  <a:cubicBezTo>
                    <a:pt x="5405" y="0"/>
                    <a:pt x="5783" y="8"/>
                    <a:pt x="5783" y="8"/>
                  </a:cubicBezTo>
                  <a:cubicBezTo>
                    <a:pt x="5774" y="857"/>
                    <a:pt x="5774" y="857"/>
                    <a:pt x="5774" y="857"/>
                  </a:cubicBezTo>
                  <a:cubicBezTo>
                    <a:pt x="0" y="808"/>
                    <a:pt x="0" y="808"/>
                    <a:pt x="0" y="808"/>
                  </a:cubicBezTo>
                  <a:cubicBezTo>
                    <a:pt x="31" y="674"/>
                    <a:pt x="31" y="674"/>
                    <a:pt x="31" y="674"/>
                  </a:cubicBezTo>
                  <a:lnTo>
                    <a:pt x="1435" y="579"/>
                  </a:lnTo>
                  <a:close/>
                </a:path>
              </a:pathLst>
            </a:custGeom>
            <a:solidFill>
              <a:srgbClr val="8F8F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4" name="Freeform 90">
              <a:extLst>
                <a:ext uri="{FF2B5EF4-FFF2-40B4-BE49-F238E27FC236}">
                  <a16:creationId xmlns:a16="http://schemas.microsoft.com/office/drawing/2014/main" id="{B64250B0-8B01-4238-959D-15F0A3F11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3" y="1032"/>
              <a:ext cx="3341" cy="428"/>
            </a:xfrm>
            <a:custGeom>
              <a:avLst/>
              <a:gdLst>
                <a:gd name="T0" fmla="*/ 0 w 5846"/>
                <a:gd name="T1" fmla="*/ 355 h 749"/>
                <a:gd name="T2" fmla="*/ 449 w 5846"/>
                <a:gd name="T3" fmla="*/ 356 h 749"/>
                <a:gd name="T4" fmla="*/ 1167 w 5846"/>
                <a:gd name="T5" fmla="*/ 295 h 749"/>
                <a:gd name="T6" fmla="*/ 1916 w 5846"/>
                <a:gd name="T7" fmla="*/ 228 h 749"/>
                <a:gd name="T8" fmla="*/ 2673 w 5846"/>
                <a:gd name="T9" fmla="*/ 161 h 749"/>
                <a:gd name="T10" fmla="*/ 3414 w 5846"/>
                <a:gd name="T11" fmla="*/ 211 h 749"/>
                <a:gd name="T12" fmla="*/ 4233 w 5846"/>
                <a:gd name="T13" fmla="*/ 155 h 749"/>
                <a:gd name="T14" fmla="*/ 5177 w 5846"/>
                <a:gd name="T15" fmla="*/ 61 h 749"/>
                <a:gd name="T16" fmla="*/ 5840 w 5846"/>
                <a:gd name="T17" fmla="*/ 362 h 749"/>
                <a:gd name="T18" fmla="*/ 5846 w 5846"/>
                <a:gd name="T19" fmla="*/ 749 h 749"/>
                <a:gd name="T20" fmla="*/ 0 w 5846"/>
                <a:gd name="T21" fmla="*/ 705 h 749"/>
                <a:gd name="T22" fmla="*/ 0 w 5846"/>
                <a:gd name="T23" fmla="*/ 355 h 7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46" h="749">
                  <a:moveTo>
                    <a:pt x="0" y="355"/>
                  </a:moveTo>
                  <a:cubicBezTo>
                    <a:pt x="0" y="355"/>
                    <a:pt x="262" y="378"/>
                    <a:pt x="449" y="356"/>
                  </a:cubicBezTo>
                  <a:cubicBezTo>
                    <a:pt x="636" y="334"/>
                    <a:pt x="925" y="367"/>
                    <a:pt x="1167" y="295"/>
                  </a:cubicBezTo>
                  <a:cubicBezTo>
                    <a:pt x="1409" y="222"/>
                    <a:pt x="1713" y="295"/>
                    <a:pt x="1916" y="228"/>
                  </a:cubicBezTo>
                  <a:cubicBezTo>
                    <a:pt x="2119" y="161"/>
                    <a:pt x="2478" y="150"/>
                    <a:pt x="2673" y="161"/>
                  </a:cubicBezTo>
                  <a:cubicBezTo>
                    <a:pt x="2868" y="172"/>
                    <a:pt x="3156" y="200"/>
                    <a:pt x="3414" y="211"/>
                  </a:cubicBezTo>
                  <a:cubicBezTo>
                    <a:pt x="3671" y="222"/>
                    <a:pt x="3921" y="206"/>
                    <a:pt x="4233" y="155"/>
                  </a:cubicBezTo>
                  <a:cubicBezTo>
                    <a:pt x="4545" y="105"/>
                    <a:pt x="4896" y="0"/>
                    <a:pt x="5177" y="61"/>
                  </a:cubicBezTo>
                  <a:cubicBezTo>
                    <a:pt x="5458" y="122"/>
                    <a:pt x="5840" y="362"/>
                    <a:pt x="5840" y="362"/>
                  </a:cubicBezTo>
                  <a:cubicBezTo>
                    <a:pt x="5846" y="749"/>
                    <a:pt x="5846" y="749"/>
                    <a:pt x="5846" y="749"/>
                  </a:cubicBezTo>
                  <a:cubicBezTo>
                    <a:pt x="0" y="705"/>
                    <a:pt x="0" y="705"/>
                    <a:pt x="0" y="705"/>
                  </a:cubicBezTo>
                  <a:lnTo>
                    <a:pt x="0" y="355"/>
                  </a:lnTo>
                  <a:close/>
                </a:path>
              </a:pathLst>
            </a:custGeom>
            <a:solidFill>
              <a:srgbClr val="FF7900"/>
            </a:solidFill>
            <a:ln w="3175" cap="flat">
              <a:solidFill>
                <a:srgbClr val="FF79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5" name="Rectangle 91">
              <a:extLst>
                <a:ext uri="{FF2B5EF4-FFF2-40B4-BE49-F238E27FC236}">
                  <a16:creationId xmlns:a16="http://schemas.microsoft.com/office/drawing/2014/main" id="{1D93E185-8D3B-459F-A5C9-548643564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9" y="1433"/>
              <a:ext cx="3332" cy="1105"/>
            </a:xfrm>
            <a:prstGeom prst="rect">
              <a:avLst/>
            </a:prstGeom>
            <a:solidFill>
              <a:srgbClr val="4BB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  <p:sp>
          <p:nvSpPr>
            <p:cNvPr id="96" name="Rectangle 92">
              <a:extLst>
                <a:ext uri="{FF2B5EF4-FFF2-40B4-BE49-F238E27FC236}">
                  <a16:creationId xmlns:a16="http://schemas.microsoft.com/office/drawing/2014/main" id="{B226D368-4763-4392-89C1-5A4EDBD21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1437"/>
              <a:ext cx="3115" cy="306"/>
            </a:xfrm>
            <a:prstGeom prst="rect">
              <a:avLst/>
            </a:prstGeom>
            <a:solidFill>
              <a:srgbClr val="FF7900"/>
            </a:solidFill>
            <a:ln w="3175" cap="flat">
              <a:solidFill>
                <a:srgbClr val="FF79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7" name="Rectangle 93">
              <a:extLst>
                <a:ext uri="{FF2B5EF4-FFF2-40B4-BE49-F238E27FC236}">
                  <a16:creationId xmlns:a16="http://schemas.microsoft.com/office/drawing/2014/main" id="{ABB8B2F0-7651-4602-A945-A32F0B7FA6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0" y="2538"/>
              <a:ext cx="3341" cy="749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8" name="Freeform 94">
              <a:extLst>
                <a:ext uri="{FF2B5EF4-FFF2-40B4-BE49-F238E27FC236}">
                  <a16:creationId xmlns:a16="http://schemas.microsoft.com/office/drawing/2014/main" id="{967281DF-5A4F-47B9-8753-01E8277F37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3" y="1397"/>
              <a:ext cx="3338" cy="388"/>
            </a:xfrm>
            <a:custGeom>
              <a:avLst/>
              <a:gdLst>
                <a:gd name="T0" fmla="*/ 2 w 5842"/>
                <a:gd name="T1" fmla="*/ 634 h 679"/>
                <a:gd name="T2" fmla="*/ 251 w 5842"/>
                <a:gd name="T3" fmla="*/ 636 h 679"/>
                <a:gd name="T4" fmla="*/ 255 w 5842"/>
                <a:gd name="T5" fmla="*/ 541 h 679"/>
                <a:gd name="T6" fmla="*/ 238 w 5842"/>
                <a:gd name="T7" fmla="*/ 524 h 679"/>
                <a:gd name="T8" fmla="*/ 432 w 5842"/>
                <a:gd name="T9" fmla="*/ 170 h 679"/>
                <a:gd name="T10" fmla="*/ 1043 w 5842"/>
                <a:gd name="T11" fmla="*/ 307 h 679"/>
                <a:gd name="T12" fmla="*/ 1136 w 5842"/>
                <a:gd name="T13" fmla="*/ 515 h 679"/>
                <a:gd name="T14" fmla="*/ 1095 w 5842"/>
                <a:gd name="T15" fmla="*/ 537 h 679"/>
                <a:gd name="T16" fmla="*/ 1106 w 5842"/>
                <a:gd name="T17" fmla="*/ 637 h 679"/>
                <a:gd name="T18" fmla="*/ 1595 w 5842"/>
                <a:gd name="T19" fmla="*/ 638 h 679"/>
                <a:gd name="T20" fmla="*/ 1595 w 5842"/>
                <a:gd name="T21" fmla="*/ 533 h 679"/>
                <a:gd name="T22" fmla="*/ 1565 w 5842"/>
                <a:gd name="T23" fmla="*/ 519 h 679"/>
                <a:gd name="T24" fmla="*/ 2019 w 5842"/>
                <a:gd name="T25" fmla="*/ 98 h 679"/>
                <a:gd name="T26" fmla="*/ 2491 w 5842"/>
                <a:gd name="T27" fmla="*/ 530 h 679"/>
                <a:gd name="T28" fmla="*/ 2454 w 5842"/>
                <a:gd name="T29" fmla="*/ 533 h 679"/>
                <a:gd name="T30" fmla="*/ 2471 w 5842"/>
                <a:gd name="T31" fmla="*/ 679 h 679"/>
                <a:gd name="T32" fmla="*/ 2973 w 5842"/>
                <a:gd name="T33" fmla="*/ 679 h 679"/>
                <a:gd name="T34" fmla="*/ 2947 w 5842"/>
                <a:gd name="T35" fmla="*/ 548 h 679"/>
                <a:gd name="T36" fmla="*/ 2902 w 5842"/>
                <a:gd name="T37" fmla="*/ 541 h 679"/>
                <a:gd name="T38" fmla="*/ 3384 w 5842"/>
                <a:gd name="T39" fmla="*/ 93 h 679"/>
                <a:gd name="T40" fmla="*/ 3828 w 5842"/>
                <a:gd name="T41" fmla="*/ 548 h 679"/>
                <a:gd name="T42" fmla="*/ 3828 w 5842"/>
                <a:gd name="T43" fmla="*/ 633 h 679"/>
                <a:gd name="T44" fmla="*/ 4287 w 5842"/>
                <a:gd name="T45" fmla="*/ 633 h 679"/>
                <a:gd name="T46" fmla="*/ 4287 w 5842"/>
                <a:gd name="T47" fmla="*/ 544 h 679"/>
                <a:gd name="T48" fmla="*/ 4265 w 5842"/>
                <a:gd name="T49" fmla="*/ 544 h 679"/>
                <a:gd name="T50" fmla="*/ 4747 w 5842"/>
                <a:gd name="T51" fmla="*/ 115 h 679"/>
                <a:gd name="T52" fmla="*/ 5215 w 5842"/>
                <a:gd name="T53" fmla="*/ 640 h 679"/>
                <a:gd name="T54" fmla="*/ 5842 w 5842"/>
                <a:gd name="T55" fmla="*/ 640 h 679"/>
                <a:gd name="T56" fmla="*/ 5841 w 5842"/>
                <a:gd name="T57" fmla="*/ 44 h 679"/>
                <a:gd name="T58" fmla="*/ 0 w 5842"/>
                <a:gd name="T59" fmla="*/ 0 h 679"/>
                <a:gd name="T60" fmla="*/ 2 w 5842"/>
                <a:gd name="T61" fmla="*/ 634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842" h="679">
                  <a:moveTo>
                    <a:pt x="2" y="634"/>
                  </a:moveTo>
                  <a:cubicBezTo>
                    <a:pt x="251" y="636"/>
                    <a:pt x="251" y="636"/>
                    <a:pt x="251" y="636"/>
                  </a:cubicBezTo>
                  <a:cubicBezTo>
                    <a:pt x="255" y="541"/>
                    <a:pt x="255" y="541"/>
                    <a:pt x="255" y="541"/>
                  </a:cubicBezTo>
                  <a:cubicBezTo>
                    <a:pt x="238" y="524"/>
                    <a:pt x="238" y="524"/>
                    <a:pt x="238" y="524"/>
                  </a:cubicBezTo>
                  <a:cubicBezTo>
                    <a:pt x="238" y="524"/>
                    <a:pt x="232" y="282"/>
                    <a:pt x="432" y="170"/>
                  </a:cubicBezTo>
                  <a:cubicBezTo>
                    <a:pt x="632" y="59"/>
                    <a:pt x="936" y="115"/>
                    <a:pt x="1043" y="307"/>
                  </a:cubicBezTo>
                  <a:cubicBezTo>
                    <a:pt x="1043" y="307"/>
                    <a:pt x="1103" y="396"/>
                    <a:pt x="1136" y="515"/>
                  </a:cubicBezTo>
                  <a:cubicBezTo>
                    <a:pt x="1095" y="537"/>
                    <a:pt x="1095" y="537"/>
                    <a:pt x="1095" y="537"/>
                  </a:cubicBezTo>
                  <a:cubicBezTo>
                    <a:pt x="1106" y="637"/>
                    <a:pt x="1106" y="637"/>
                    <a:pt x="1106" y="637"/>
                  </a:cubicBezTo>
                  <a:cubicBezTo>
                    <a:pt x="1595" y="638"/>
                    <a:pt x="1595" y="638"/>
                    <a:pt x="1595" y="638"/>
                  </a:cubicBezTo>
                  <a:cubicBezTo>
                    <a:pt x="1595" y="533"/>
                    <a:pt x="1595" y="533"/>
                    <a:pt x="1595" y="533"/>
                  </a:cubicBezTo>
                  <a:cubicBezTo>
                    <a:pt x="1565" y="519"/>
                    <a:pt x="1565" y="519"/>
                    <a:pt x="1565" y="519"/>
                  </a:cubicBezTo>
                  <a:cubicBezTo>
                    <a:pt x="1565" y="519"/>
                    <a:pt x="1612" y="105"/>
                    <a:pt x="2019" y="98"/>
                  </a:cubicBezTo>
                  <a:cubicBezTo>
                    <a:pt x="2019" y="98"/>
                    <a:pt x="2432" y="93"/>
                    <a:pt x="2491" y="530"/>
                  </a:cubicBezTo>
                  <a:cubicBezTo>
                    <a:pt x="2454" y="533"/>
                    <a:pt x="2454" y="533"/>
                    <a:pt x="2454" y="533"/>
                  </a:cubicBezTo>
                  <a:cubicBezTo>
                    <a:pt x="2471" y="679"/>
                    <a:pt x="2471" y="679"/>
                    <a:pt x="2471" y="679"/>
                  </a:cubicBezTo>
                  <a:cubicBezTo>
                    <a:pt x="2973" y="679"/>
                    <a:pt x="2973" y="679"/>
                    <a:pt x="2973" y="679"/>
                  </a:cubicBezTo>
                  <a:cubicBezTo>
                    <a:pt x="2947" y="548"/>
                    <a:pt x="2947" y="548"/>
                    <a:pt x="2947" y="548"/>
                  </a:cubicBezTo>
                  <a:cubicBezTo>
                    <a:pt x="2902" y="541"/>
                    <a:pt x="2902" y="541"/>
                    <a:pt x="2902" y="541"/>
                  </a:cubicBezTo>
                  <a:cubicBezTo>
                    <a:pt x="2902" y="541"/>
                    <a:pt x="2958" y="82"/>
                    <a:pt x="3384" y="93"/>
                  </a:cubicBezTo>
                  <a:cubicBezTo>
                    <a:pt x="3828" y="548"/>
                    <a:pt x="3828" y="548"/>
                    <a:pt x="3828" y="548"/>
                  </a:cubicBezTo>
                  <a:cubicBezTo>
                    <a:pt x="3828" y="633"/>
                    <a:pt x="3828" y="633"/>
                    <a:pt x="3828" y="633"/>
                  </a:cubicBezTo>
                  <a:cubicBezTo>
                    <a:pt x="4287" y="633"/>
                    <a:pt x="4287" y="633"/>
                    <a:pt x="4287" y="633"/>
                  </a:cubicBezTo>
                  <a:cubicBezTo>
                    <a:pt x="4287" y="544"/>
                    <a:pt x="4287" y="544"/>
                    <a:pt x="4287" y="544"/>
                  </a:cubicBezTo>
                  <a:cubicBezTo>
                    <a:pt x="4265" y="544"/>
                    <a:pt x="4265" y="544"/>
                    <a:pt x="4265" y="544"/>
                  </a:cubicBezTo>
                  <a:cubicBezTo>
                    <a:pt x="4265" y="544"/>
                    <a:pt x="4399" y="63"/>
                    <a:pt x="4747" y="115"/>
                  </a:cubicBezTo>
                  <a:cubicBezTo>
                    <a:pt x="5095" y="167"/>
                    <a:pt x="5192" y="518"/>
                    <a:pt x="5215" y="640"/>
                  </a:cubicBezTo>
                  <a:cubicBezTo>
                    <a:pt x="5842" y="640"/>
                    <a:pt x="5842" y="640"/>
                    <a:pt x="5842" y="640"/>
                  </a:cubicBezTo>
                  <a:cubicBezTo>
                    <a:pt x="5841" y="44"/>
                    <a:pt x="5841" y="44"/>
                    <a:pt x="5841" y="44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" y="6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9" name="Rectangle 95">
              <a:extLst>
                <a:ext uri="{FF2B5EF4-FFF2-40B4-BE49-F238E27FC236}">
                  <a16:creationId xmlns:a16="http://schemas.microsoft.com/office/drawing/2014/main" id="{9058BEAB-BC06-4D2F-B5AD-1142CE90D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9" y="1234"/>
              <a:ext cx="51" cy="16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0" name="Freeform 96">
              <a:extLst>
                <a:ext uri="{FF2B5EF4-FFF2-40B4-BE49-F238E27FC236}">
                  <a16:creationId xmlns:a16="http://schemas.microsoft.com/office/drawing/2014/main" id="{5CDFCA2A-9802-4121-95D9-F3FFCCBB1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1154"/>
              <a:ext cx="28" cy="95"/>
            </a:xfrm>
            <a:custGeom>
              <a:avLst/>
              <a:gdLst>
                <a:gd name="T0" fmla="*/ 0 w 28"/>
                <a:gd name="T1" fmla="*/ 95 h 95"/>
                <a:gd name="T2" fmla="*/ 13 w 28"/>
                <a:gd name="T3" fmla="*/ 0 h 95"/>
                <a:gd name="T4" fmla="*/ 28 w 28"/>
                <a:gd name="T5" fmla="*/ 88 h 95"/>
                <a:gd name="T6" fmla="*/ 0 w 28"/>
                <a:gd name="T7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95">
                  <a:moveTo>
                    <a:pt x="0" y="95"/>
                  </a:moveTo>
                  <a:lnTo>
                    <a:pt x="13" y="0"/>
                  </a:lnTo>
                  <a:lnTo>
                    <a:pt x="28" y="88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1" name="Freeform 97">
              <a:extLst>
                <a:ext uri="{FF2B5EF4-FFF2-40B4-BE49-F238E27FC236}">
                  <a16:creationId xmlns:a16="http://schemas.microsoft.com/office/drawing/2014/main" id="{D70689EB-0BF0-482B-BF64-11C1DAA79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1154"/>
              <a:ext cx="28" cy="95"/>
            </a:xfrm>
            <a:custGeom>
              <a:avLst/>
              <a:gdLst>
                <a:gd name="T0" fmla="*/ 0 w 28"/>
                <a:gd name="T1" fmla="*/ 95 h 95"/>
                <a:gd name="T2" fmla="*/ 13 w 28"/>
                <a:gd name="T3" fmla="*/ 0 h 95"/>
                <a:gd name="T4" fmla="*/ 28 w 28"/>
                <a:gd name="T5" fmla="*/ 88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95">
                  <a:moveTo>
                    <a:pt x="0" y="95"/>
                  </a:moveTo>
                  <a:lnTo>
                    <a:pt x="13" y="0"/>
                  </a:lnTo>
                  <a:lnTo>
                    <a:pt x="28" y="8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" name="Rectangle 98">
              <a:extLst>
                <a:ext uri="{FF2B5EF4-FFF2-40B4-BE49-F238E27FC236}">
                  <a16:creationId xmlns:a16="http://schemas.microsoft.com/office/drawing/2014/main" id="{D43372A9-AD5F-4D60-942F-119D90B19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1234"/>
              <a:ext cx="51" cy="16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3" name="Freeform 99">
              <a:extLst>
                <a:ext uri="{FF2B5EF4-FFF2-40B4-BE49-F238E27FC236}">
                  <a16:creationId xmlns:a16="http://schemas.microsoft.com/office/drawing/2014/main" id="{7306DF6A-6EAA-4B1B-8E64-07E437C7E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" y="1154"/>
              <a:ext cx="27" cy="95"/>
            </a:xfrm>
            <a:custGeom>
              <a:avLst/>
              <a:gdLst>
                <a:gd name="T0" fmla="*/ 0 w 27"/>
                <a:gd name="T1" fmla="*/ 95 h 95"/>
                <a:gd name="T2" fmla="*/ 13 w 27"/>
                <a:gd name="T3" fmla="*/ 0 h 95"/>
                <a:gd name="T4" fmla="*/ 27 w 27"/>
                <a:gd name="T5" fmla="*/ 88 h 95"/>
                <a:gd name="T6" fmla="*/ 0 w 27"/>
                <a:gd name="T7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95">
                  <a:moveTo>
                    <a:pt x="0" y="95"/>
                  </a:moveTo>
                  <a:lnTo>
                    <a:pt x="13" y="0"/>
                  </a:lnTo>
                  <a:lnTo>
                    <a:pt x="27" y="88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4" name="Freeform 100">
              <a:extLst>
                <a:ext uri="{FF2B5EF4-FFF2-40B4-BE49-F238E27FC236}">
                  <a16:creationId xmlns:a16="http://schemas.microsoft.com/office/drawing/2014/main" id="{D825DC83-7BAC-4D9C-8911-3C53A1A61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" y="1154"/>
              <a:ext cx="27" cy="95"/>
            </a:xfrm>
            <a:custGeom>
              <a:avLst/>
              <a:gdLst>
                <a:gd name="T0" fmla="*/ 0 w 27"/>
                <a:gd name="T1" fmla="*/ 95 h 95"/>
                <a:gd name="T2" fmla="*/ 13 w 27"/>
                <a:gd name="T3" fmla="*/ 0 h 95"/>
                <a:gd name="T4" fmla="*/ 27 w 27"/>
                <a:gd name="T5" fmla="*/ 88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95">
                  <a:moveTo>
                    <a:pt x="0" y="95"/>
                  </a:moveTo>
                  <a:lnTo>
                    <a:pt x="13" y="0"/>
                  </a:lnTo>
                  <a:lnTo>
                    <a:pt x="27" y="8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5" name="Rectangle 101">
              <a:extLst>
                <a:ext uri="{FF2B5EF4-FFF2-40B4-BE49-F238E27FC236}">
                  <a16:creationId xmlns:a16="http://schemas.microsoft.com/office/drawing/2014/main" id="{166908CE-07FE-440E-9C49-CF643B702B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1" y="1234"/>
              <a:ext cx="51" cy="16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6" name="Freeform 102">
              <a:extLst>
                <a:ext uri="{FF2B5EF4-FFF2-40B4-BE49-F238E27FC236}">
                  <a16:creationId xmlns:a16="http://schemas.microsoft.com/office/drawing/2014/main" id="{5FD126C7-F846-4909-97AC-851C41465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" y="1154"/>
              <a:ext cx="27" cy="95"/>
            </a:xfrm>
            <a:custGeom>
              <a:avLst/>
              <a:gdLst>
                <a:gd name="T0" fmla="*/ 0 w 27"/>
                <a:gd name="T1" fmla="*/ 95 h 95"/>
                <a:gd name="T2" fmla="*/ 12 w 27"/>
                <a:gd name="T3" fmla="*/ 0 h 95"/>
                <a:gd name="T4" fmla="*/ 27 w 27"/>
                <a:gd name="T5" fmla="*/ 88 h 95"/>
                <a:gd name="T6" fmla="*/ 0 w 27"/>
                <a:gd name="T7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95">
                  <a:moveTo>
                    <a:pt x="0" y="95"/>
                  </a:moveTo>
                  <a:lnTo>
                    <a:pt x="12" y="0"/>
                  </a:lnTo>
                  <a:lnTo>
                    <a:pt x="27" y="88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7" name="Freeform 103">
              <a:extLst>
                <a:ext uri="{FF2B5EF4-FFF2-40B4-BE49-F238E27FC236}">
                  <a16:creationId xmlns:a16="http://schemas.microsoft.com/office/drawing/2014/main" id="{755121F6-AABC-4F1B-8838-D6BBB7E47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" y="1154"/>
              <a:ext cx="27" cy="95"/>
            </a:xfrm>
            <a:custGeom>
              <a:avLst/>
              <a:gdLst>
                <a:gd name="T0" fmla="*/ 0 w 27"/>
                <a:gd name="T1" fmla="*/ 95 h 95"/>
                <a:gd name="T2" fmla="*/ 12 w 27"/>
                <a:gd name="T3" fmla="*/ 0 h 95"/>
                <a:gd name="T4" fmla="*/ 27 w 27"/>
                <a:gd name="T5" fmla="*/ 88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95">
                  <a:moveTo>
                    <a:pt x="0" y="95"/>
                  </a:moveTo>
                  <a:lnTo>
                    <a:pt x="12" y="0"/>
                  </a:lnTo>
                  <a:lnTo>
                    <a:pt x="27" y="8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8" name="Freeform 104">
              <a:extLst>
                <a:ext uri="{FF2B5EF4-FFF2-40B4-BE49-F238E27FC236}">
                  <a16:creationId xmlns:a16="http://schemas.microsoft.com/office/drawing/2014/main" id="{5E9A5B75-3650-421E-AE28-EC2BB28F78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0" y="1421"/>
              <a:ext cx="9" cy="2"/>
            </a:xfrm>
            <a:custGeom>
              <a:avLst/>
              <a:gdLst>
                <a:gd name="T0" fmla="*/ 0 w 17"/>
                <a:gd name="T1" fmla="*/ 5 h 5"/>
                <a:gd name="T2" fmla="*/ 17 w 17"/>
                <a:gd name="T3" fmla="*/ 1 h 5"/>
                <a:gd name="T4" fmla="*/ 0 w 17"/>
                <a:gd name="T5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5">
                  <a:moveTo>
                    <a:pt x="0" y="5"/>
                  </a:moveTo>
                  <a:cubicBezTo>
                    <a:pt x="17" y="1"/>
                    <a:pt x="17" y="1"/>
                    <a:pt x="17" y="1"/>
                  </a:cubicBezTo>
                  <a:cubicBezTo>
                    <a:pt x="10" y="0"/>
                    <a:pt x="3" y="4"/>
                    <a:pt x="0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9" name="Freeform 105">
              <a:extLst>
                <a:ext uri="{FF2B5EF4-FFF2-40B4-BE49-F238E27FC236}">
                  <a16:creationId xmlns:a16="http://schemas.microsoft.com/office/drawing/2014/main" id="{FA217643-E071-4D4A-A78B-09062B10D9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9" y="1423"/>
              <a:ext cx="1" cy="1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0" name="Freeform 106">
              <a:extLst>
                <a:ext uri="{FF2B5EF4-FFF2-40B4-BE49-F238E27FC236}">
                  <a16:creationId xmlns:a16="http://schemas.microsoft.com/office/drawing/2014/main" id="{E1253380-C081-42A7-872A-0FC31B9FF7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72" y="1267"/>
              <a:ext cx="197" cy="200"/>
            </a:xfrm>
            <a:custGeom>
              <a:avLst/>
              <a:gdLst>
                <a:gd name="T0" fmla="*/ 297 w 344"/>
                <a:gd name="T1" fmla="*/ 225 h 350"/>
                <a:gd name="T2" fmla="*/ 317 w 344"/>
                <a:gd name="T3" fmla="*/ 225 h 350"/>
                <a:gd name="T4" fmla="*/ 318 w 344"/>
                <a:gd name="T5" fmla="*/ 204 h 350"/>
                <a:gd name="T6" fmla="*/ 286 w 344"/>
                <a:gd name="T7" fmla="*/ 216 h 350"/>
                <a:gd name="T8" fmla="*/ 260 w 344"/>
                <a:gd name="T9" fmla="*/ 121 h 350"/>
                <a:gd name="T10" fmla="*/ 273 w 344"/>
                <a:gd name="T11" fmla="*/ 141 h 350"/>
                <a:gd name="T12" fmla="*/ 279 w 344"/>
                <a:gd name="T13" fmla="*/ 126 h 350"/>
                <a:gd name="T14" fmla="*/ 285 w 344"/>
                <a:gd name="T15" fmla="*/ 105 h 350"/>
                <a:gd name="T16" fmla="*/ 257 w 344"/>
                <a:gd name="T17" fmla="*/ 100 h 350"/>
                <a:gd name="T18" fmla="*/ 181 w 344"/>
                <a:gd name="T19" fmla="*/ 82 h 350"/>
                <a:gd name="T20" fmla="*/ 181 w 344"/>
                <a:gd name="T21" fmla="*/ 53 h 350"/>
                <a:gd name="T22" fmla="*/ 192 w 344"/>
                <a:gd name="T23" fmla="*/ 43 h 350"/>
                <a:gd name="T24" fmla="*/ 192 w 344"/>
                <a:gd name="T25" fmla="*/ 37 h 350"/>
                <a:gd name="T26" fmla="*/ 195 w 344"/>
                <a:gd name="T27" fmla="*/ 28 h 350"/>
                <a:gd name="T28" fmla="*/ 190 w 344"/>
                <a:gd name="T29" fmla="*/ 22 h 350"/>
                <a:gd name="T30" fmla="*/ 160 w 344"/>
                <a:gd name="T31" fmla="*/ 3 h 350"/>
                <a:gd name="T32" fmla="*/ 155 w 344"/>
                <a:gd name="T33" fmla="*/ 63 h 350"/>
                <a:gd name="T34" fmla="*/ 102 w 344"/>
                <a:gd name="T35" fmla="*/ 111 h 350"/>
                <a:gd name="T36" fmla="*/ 101 w 344"/>
                <a:gd name="T37" fmla="*/ 97 h 350"/>
                <a:gd name="T38" fmla="*/ 105 w 344"/>
                <a:gd name="T39" fmla="*/ 90 h 350"/>
                <a:gd name="T40" fmla="*/ 118 w 344"/>
                <a:gd name="T41" fmla="*/ 78 h 350"/>
                <a:gd name="T42" fmla="*/ 120 w 344"/>
                <a:gd name="T43" fmla="*/ 67 h 350"/>
                <a:gd name="T44" fmla="*/ 115 w 344"/>
                <a:gd name="T45" fmla="*/ 59 h 350"/>
                <a:gd name="T46" fmla="*/ 76 w 344"/>
                <a:gd name="T47" fmla="*/ 51 h 350"/>
                <a:gd name="T48" fmla="*/ 85 w 344"/>
                <a:gd name="T49" fmla="*/ 93 h 350"/>
                <a:gd name="T50" fmla="*/ 41 w 344"/>
                <a:gd name="T51" fmla="*/ 78 h 350"/>
                <a:gd name="T52" fmla="*/ 81 w 344"/>
                <a:gd name="T53" fmla="*/ 100 h 350"/>
                <a:gd name="T54" fmla="*/ 70 w 344"/>
                <a:gd name="T55" fmla="*/ 115 h 350"/>
                <a:gd name="T56" fmla="*/ 26 w 344"/>
                <a:gd name="T57" fmla="*/ 226 h 350"/>
                <a:gd name="T58" fmla="*/ 20 w 344"/>
                <a:gd name="T59" fmla="*/ 261 h 350"/>
                <a:gd name="T60" fmla="*/ 78 w 344"/>
                <a:gd name="T61" fmla="*/ 337 h 350"/>
                <a:gd name="T62" fmla="*/ 240 w 344"/>
                <a:gd name="T63" fmla="*/ 296 h 350"/>
                <a:gd name="T64" fmla="*/ 248 w 344"/>
                <a:gd name="T65" fmla="*/ 315 h 350"/>
                <a:gd name="T66" fmla="*/ 341 w 344"/>
                <a:gd name="T67" fmla="*/ 320 h 350"/>
                <a:gd name="T68" fmla="*/ 27 w 344"/>
                <a:gd name="T69" fmla="*/ 253 h 350"/>
                <a:gd name="T70" fmla="*/ 112 w 344"/>
                <a:gd name="T71" fmla="*/ 163 h 350"/>
                <a:gd name="T72" fmla="*/ 93 w 344"/>
                <a:gd name="T73" fmla="*/ 186 h 350"/>
                <a:gd name="T74" fmla="*/ 110 w 344"/>
                <a:gd name="T75" fmla="*/ 131 h 350"/>
                <a:gd name="T76" fmla="*/ 84 w 344"/>
                <a:gd name="T77" fmla="*/ 95 h 350"/>
                <a:gd name="T78" fmla="*/ 71 w 344"/>
                <a:gd name="T79" fmla="*/ 143 h 350"/>
                <a:gd name="T80" fmla="*/ 62 w 344"/>
                <a:gd name="T81" fmla="*/ 175 h 350"/>
                <a:gd name="T82" fmla="*/ 40 w 344"/>
                <a:gd name="T83" fmla="*/ 230 h 350"/>
                <a:gd name="T84" fmla="*/ 171 w 344"/>
                <a:gd name="T85" fmla="*/ 207 h 350"/>
                <a:gd name="T86" fmla="*/ 199 w 344"/>
                <a:gd name="T87" fmla="*/ 173 h 350"/>
                <a:gd name="T88" fmla="*/ 174 w 344"/>
                <a:gd name="T89" fmla="*/ 271 h 350"/>
                <a:gd name="T90" fmla="*/ 211 w 344"/>
                <a:gd name="T91" fmla="*/ 276 h 350"/>
                <a:gd name="T92" fmla="*/ 206 w 344"/>
                <a:gd name="T93" fmla="*/ 274 h 350"/>
                <a:gd name="T94" fmla="*/ 202 w 344"/>
                <a:gd name="T95" fmla="*/ 265 h 350"/>
                <a:gd name="T96" fmla="*/ 205 w 344"/>
                <a:gd name="T97" fmla="*/ 258 h 350"/>
                <a:gd name="T98" fmla="*/ 161 w 344"/>
                <a:gd name="T99" fmla="*/ 147 h 350"/>
                <a:gd name="T100" fmla="*/ 173 w 344"/>
                <a:gd name="T101" fmla="*/ 103 h 350"/>
                <a:gd name="T102" fmla="*/ 256 w 344"/>
                <a:gd name="T103" fmla="*/ 114 h 350"/>
                <a:gd name="T104" fmla="*/ 272 w 344"/>
                <a:gd name="T105" fmla="*/ 246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44" h="350">
                  <a:moveTo>
                    <a:pt x="312" y="276"/>
                  </a:moveTo>
                  <a:cubicBezTo>
                    <a:pt x="306" y="273"/>
                    <a:pt x="297" y="269"/>
                    <a:pt x="288" y="267"/>
                  </a:cubicBezTo>
                  <a:cubicBezTo>
                    <a:pt x="287" y="264"/>
                    <a:pt x="286" y="255"/>
                    <a:pt x="286" y="249"/>
                  </a:cubicBezTo>
                  <a:cubicBezTo>
                    <a:pt x="287" y="240"/>
                    <a:pt x="297" y="225"/>
                    <a:pt x="297" y="225"/>
                  </a:cubicBezTo>
                  <a:cubicBezTo>
                    <a:pt x="297" y="225"/>
                    <a:pt x="306" y="229"/>
                    <a:pt x="314" y="227"/>
                  </a:cubicBezTo>
                  <a:cubicBezTo>
                    <a:pt x="314" y="229"/>
                    <a:pt x="314" y="229"/>
                    <a:pt x="314" y="229"/>
                  </a:cubicBezTo>
                  <a:cubicBezTo>
                    <a:pt x="317" y="228"/>
                    <a:pt x="317" y="228"/>
                    <a:pt x="317" y="228"/>
                  </a:cubicBezTo>
                  <a:cubicBezTo>
                    <a:pt x="317" y="225"/>
                    <a:pt x="317" y="225"/>
                    <a:pt x="317" y="225"/>
                  </a:cubicBezTo>
                  <a:cubicBezTo>
                    <a:pt x="319" y="224"/>
                    <a:pt x="323" y="224"/>
                    <a:pt x="326" y="222"/>
                  </a:cubicBezTo>
                  <a:cubicBezTo>
                    <a:pt x="330" y="221"/>
                    <a:pt x="336" y="217"/>
                    <a:pt x="332" y="213"/>
                  </a:cubicBezTo>
                  <a:cubicBezTo>
                    <a:pt x="329" y="210"/>
                    <a:pt x="321" y="208"/>
                    <a:pt x="318" y="207"/>
                  </a:cubicBezTo>
                  <a:cubicBezTo>
                    <a:pt x="318" y="204"/>
                    <a:pt x="318" y="204"/>
                    <a:pt x="318" y="204"/>
                  </a:cubicBezTo>
                  <a:cubicBezTo>
                    <a:pt x="313" y="204"/>
                    <a:pt x="313" y="204"/>
                    <a:pt x="313" y="204"/>
                  </a:cubicBezTo>
                  <a:cubicBezTo>
                    <a:pt x="313" y="207"/>
                    <a:pt x="313" y="207"/>
                    <a:pt x="313" y="207"/>
                  </a:cubicBezTo>
                  <a:cubicBezTo>
                    <a:pt x="313" y="207"/>
                    <a:pt x="303" y="204"/>
                    <a:pt x="295" y="209"/>
                  </a:cubicBezTo>
                  <a:cubicBezTo>
                    <a:pt x="287" y="213"/>
                    <a:pt x="285" y="214"/>
                    <a:pt x="286" y="216"/>
                  </a:cubicBezTo>
                  <a:cubicBezTo>
                    <a:pt x="287" y="218"/>
                    <a:pt x="289" y="221"/>
                    <a:pt x="289" y="221"/>
                  </a:cubicBezTo>
                  <a:cubicBezTo>
                    <a:pt x="289" y="221"/>
                    <a:pt x="284" y="229"/>
                    <a:pt x="278" y="238"/>
                  </a:cubicBezTo>
                  <a:cubicBezTo>
                    <a:pt x="256" y="127"/>
                    <a:pt x="256" y="127"/>
                    <a:pt x="256" y="127"/>
                  </a:cubicBezTo>
                  <a:cubicBezTo>
                    <a:pt x="258" y="126"/>
                    <a:pt x="260" y="124"/>
                    <a:pt x="260" y="121"/>
                  </a:cubicBezTo>
                  <a:cubicBezTo>
                    <a:pt x="260" y="121"/>
                    <a:pt x="260" y="121"/>
                    <a:pt x="260" y="121"/>
                  </a:cubicBezTo>
                  <a:cubicBezTo>
                    <a:pt x="261" y="124"/>
                    <a:pt x="262" y="136"/>
                    <a:pt x="264" y="136"/>
                  </a:cubicBezTo>
                  <a:cubicBezTo>
                    <a:pt x="266" y="137"/>
                    <a:pt x="264" y="125"/>
                    <a:pt x="264" y="121"/>
                  </a:cubicBezTo>
                  <a:cubicBezTo>
                    <a:pt x="265" y="117"/>
                    <a:pt x="271" y="141"/>
                    <a:pt x="273" y="141"/>
                  </a:cubicBezTo>
                  <a:cubicBezTo>
                    <a:pt x="274" y="141"/>
                    <a:pt x="270" y="128"/>
                    <a:pt x="269" y="122"/>
                  </a:cubicBezTo>
                  <a:cubicBezTo>
                    <a:pt x="273" y="123"/>
                    <a:pt x="273" y="123"/>
                    <a:pt x="273" y="123"/>
                  </a:cubicBezTo>
                  <a:cubicBezTo>
                    <a:pt x="277" y="128"/>
                    <a:pt x="282" y="136"/>
                    <a:pt x="282" y="133"/>
                  </a:cubicBezTo>
                  <a:cubicBezTo>
                    <a:pt x="282" y="131"/>
                    <a:pt x="280" y="128"/>
                    <a:pt x="279" y="126"/>
                  </a:cubicBezTo>
                  <a:cubicBezTo>
                    <a:pt x="284" y="128"/>
                    <a:pt x="284" y="128"/>
                    <a:pt x="284" y="128"/>
                  </a:cubicBezTo>
                  <a:cubicBezTo>
                    <a:pt x="284" y="128"/>
                    <a:pt x="284" y="129"/>
                    <a:pt x="285" y="129"/>
                  </a:cubicBezTo>
                  <a:cubicBezTo>
                    <a:pt x="286" y="129"/>
                    <a:pt x="288" y="123"/>
                    <a:pt x="288" y="117"/>
                  </a:cubicBezTo>
                  <a:cubicBezTo>
                    <a:pt x="288" y="110"/>
                    <a:pt x="286" y="105"/>
                    <a:pt x="285" y="105"/>
                  </a:cubicBezTo>
                  <a:cubicBezTo>
                    <a:pt x="284" y="105"/>
                    <a:pt x="284" y="106"/>
                    <a:pt x="283" y="107"/>
                  </a:cubicBezTo>
                  <a:cubicBezTo>
                    <a:pt x="283" y="105"/>
                    <a:pt x="283" y="105"/>
                    <a:pt x="283" y="105"/>
                  </a:cubicBezTo>
                  <a:cubicBezTo>
                    <a:pt x="273" y="112"/>
                    <a:pt x="273" y="112"/>
                    <a:pt x="273" y="112"/>
                  </a:cubicBezTo>
                  <a:cubicBezTo>
                    <a:pt x="267" y="107"/>
                    <a:pt x="260" y="101"/>
                    <a:pt x="257" y="100"/>
                  </a:cubicBezTo>
                  <a:cubicBezTo>
                    <a:pt x="251" y="98"/>
                    <a:pt x="233" y="106"/>
                    <a:pt x="227" y="110"/>
                  </a:cubicBezTo>
                  <a:cubicBezTo>
                    <a:pt x="221" y="114"/>
                    <a:pt x="214" y="116"/>
                    <a:pt x="206" y="115"/>
                  </a:cubicBezTo>
                  <a:cubicBezTo>
                    <a:pt x="198" y="113"/>
                    <a:pt x="183" y="87"/>
                    <a:pt x="181" y="83"/>
                  </a:cubicBezTo>
                  <a:cubicBezTo>
                    <a:pt x="181" y="82"/>
                    <a:pt x="181" y="82"/>
                    <a:pt x="181" y="82"/>
                  </a:cubicBezTo>
                  <a:cubicBezTo>
                    <a:pt x="181" y="82"/>
                    <a:pt x="177" y="74"/>
                    <a:pt x="172" y="68"/>
                  </a:cubicBezTo>
                  <a:cubicBezTo>
                    <a:pt x="173" y="69"/>
                    <a:pt x="173" y="69"/>
                    <a:pt x="173" y="69"/>
                  </a:cubicBezTo>
                  <a:cubicBezTo>
                    <a:pt x="173" y="69"/>
                    <a:pt x="173" y="66"/>
                    <a:pt x="174" y="62"/>
                  </a:cubicBezTo>
                  <a:cubicBezTo>
                    <a:pt x="175" y="57"/>
                    <a:pt x="179" y="54"/>
                    <a:pt x="181" y="53"/>
                  </a:cubicBezTo>
                  <a:cubicBezTo>
                    <a:pt x="183" y="51"/>
                    <a:pt x="189" y="52"/>
                    <a:pt x="190" y="51"/>
                  </a:cubicBezTo>
                  <a:cubicBezTo>
                    <a:pt x="192" y="49"/>
                    <a:pt x="191" y="48"/>
                    <a:pt x="191" y="47"/>
                  </a:cubicBezTo>
                  <a:cubicBezTo>
                    <a:pt x="191" y="47"/>
                    <a:pt x="193" y="47"/>
                    <a:pt x="193" y="46"/>
                  </a:cubicBezTo>
                  <a:cubicBezTo>
                    <a:pt x="194" y="45"/>
                    <a:pt x="192" y="44"/>
                    <a:pt x="192" y="43"/>
                  </a:cubicBezTo>
                  <a:cubicBezTo>
                    <a:pt x="192" y="42"/>
                    <a:pt x="194" y="42"/>
                    <a:pt x="194" y="42"/>
                  </a:cubicBezTo>
                  <a:cubicBezTo>
                    <a:pt x="195" y="40"/>
                    <a:pt x="194" y="39"/>
                    <a:pt x="193" y="38"/>
                  </a:cubicBezTo>
                  <a:cubicBezTo>
                    <a:pt x="193" y="38"/>
                    <a:pt x="193" y="38"/>
                    <a:pt x="193" y="38"/>
                  </a:cubicBezTo>
                  <a:cubicBezTo>
                    <a:pt x="193" y="38"/>
                    <a:pt x="193" y="38"/>
                    <a:pt x="192" y="37"/>
                  </a:cubicBezTo>
                  <a:cubicBezTo>
                    <a:pt x="192" y="37"/>
                    <a:pt x="193" y="36"/>
                    <a:pt x="194" y="36"/>
                  </a:cubicBezTo>
                  <a:cubicBezTo>
                    <a:pt x="196" y="35"/>
                    <a:pt x="196" y="35"/>
                    <a:pt x="195" y="33"/>
                  </a:cubicBezTo>
                  <a:cubicBezTo>
                    <a:pt x="195" y="32"/>
                    <a:pt x="194" y="30"/>
                    <a:pt x="193" y="28"/>
                  </a:cubicBezTo>
                  <a:cubicBezTo>
                    <a:pt x="195" y="28"/>
                    <a:pt x="195" y="28"/>
                    <a:pt x="195" y="28"/>
                  </a:cubicBezTo>
                  <a:cubicBezTo>
                    <a:pt x="195" y="28"/>
                    <a:pt x="194" y="24"/>
                    <a:pt x="193" y="24"/>
                  </a:cubicBezTo>
                  <a:cubicBezTo>
                    <a:pt x="193" y="24"/>
                    <a:pt x="192" y="24"/>
                    <a:pt x="192" y="25"/>
                  </a:cubicBezTo>
                  <a:cubicBezTo>
                    <a:pt x="191" y="22"/>
                    <a:pt x="190" y="21"/>
                    <a:pt x="190" y="21"/>
                  </a:cubicBezTo>
                  <a:cubicBezTo>
                    <a:pt x="190" y="21"/>
                    <a:pt x="190" y="22"/>
                    <a:pt x="190" y="22"/>
                  </a:cubicBezTo>
                  <a:cubicBezTo>
                    <a:pt x="189" y="21"/>
                    <a:pt x="189" y="20"/>
                    <a:pt x="189" y="19"/>
                  </a:cubicBezTo>
                  <a:cubicBezTo>
                    <a:pt x="190" y="19"/>
                    <a:pt x="191" y="19"/>
                    <a:pt x="191" y="19"/>
                  </a:cubicBezTo>
                  <a:cubicBezTo>
                    <a:pt x="191" y="19"/>
                    <a:pt x="195" y="16"/>
                    <a:pt x="191" y="11"/>
                  </a:cubicBezTo>
                  <a:cubicBezTo>
                    <a:pt x="185" y="4"/>
                    <a:pt x="172" y="0"/>
                    <a:pt x="160" y="3"/>
                  </a:cubicBezTo>
                  <a:cubicBezTo>
                    <a:pt x="148" y="6"/>
                    <a:pt x="145" y="9"/>
                    <a:pt x="142" y="19"/>
                  </a:cubicBezTo>
                  <a:cubicBezTo>
                    <a:pt x="139" y="28"/>
                    <a:pt x="145" y="42"/>
                    <a:pt x="150" y="45"/>
                  </a:cubicBezTo>
                  <a:cubicBezTo>
                    <a:pt x="153" y="47"/>
                    <a:pt x="155" y="48"/>
                    <a:pt x="157" y="49"/>
                  </a:cubicBezTo>
                  <a:cubicBezTo>
                    <a:pt x="155" y="63"/>
                    <a:pt x="155" y="63"/>
                    <a:pt x="155" y="63"/>
                  </a:cubicBezTo>
                  <a:cubicBezTo>
                    <a:pt x="151" y="64"/>
                    <a:pt x="148" y="65"/>
                    <a:pt x="145" y="68"/>
                  </a:cubicBezTo>
                  <a:cubicBezTo>
                    <a:pt x="137" y="74"/>
                    <a:pt x="136" y="94"/>
                    <a:pt x="133" y="108"/>
                  </a:cubicBezTo>
                  <a:cubicBezTo>
                    <a:pt x="132" y="111"/>
                    <a:pt x="131" y="117"/>
                    <a:pt x="128" y="123"/>
                  </a:cubicBezTo>
                  <a:cubicBezTo>
                    <a:pt x="102" y="111"/>
                    <a:pt x="102" y="111"/>
                    <a:pt x="102" y="111"/>
                  </a:cubicBezTo>
                  <a:cubicBezTo>
                    <a:pt x="101" y="108"/>
                    <a:pt x="101" y="105"/>
                    <a:pt x="101" y="103"/>
                  </a:cubicBezTo>
                  <a:cubicBezTo>
                    <a:pt x="101" y="103"/>
                    <a:pt x="101" y="103"/>
                    <a:pt x="102" y="103"/>
                  </a:cubicBezTo>
                  <a:cubicBezTo>
                    <a:pt x="105" y="101"/>
                    <a:pt x="102" y="97"/>
                    <a:pt x="102" y="97"/>
                  </a:cubicBezTo>
                  <a:cubicBezTo>
                    <a:pt x="102" y="97"/>
                    <a:pt x="102" y="97"/>
                    <a:pt x="101" y="97"/>
                  </a:cubicBezTo>
                  <a:cubicBezTo>
                    <a:pt x="101" y="95"/>
                    <a:pt x="102" y="94"/>
                    <a:pt x="102" y="93"/>
                  </a:cubicBezTo>
                  <a:cubicBezTo>
                    <a:pt x="103" y="93"/>
                    <a:pt x="103" y="93"/>
                    <a:pt x="103" y="93"/>
                  </a:cubicBezTo>
                  <a:cubicBezTo>
                    <a:pt x="105" y="92"/>
                    <a:pt x="105" y="90"/>
                    <a:pt x="105" y="90"/>
                  </a:cubicBezTo>
                  <a:cubicBezTo>
                    <a:pt x="105" y="90"/>
                    <a:pt x="105" y="90"/>
                    <a:pt x="105" y="90"/>
                  </a:cubicBezTo>
                  <a:cubicBezTo>
                    <a:pt x="106" y="88"/>
                    <a:pt x="108" y="87"/>
                    <a:pt x="109" y="87"/>
                  </a:cubicBezTo>
                  <a:cubicBezTo>
                    <a:pt x="112" y="85"/>
                    <a:pt x="116" y="86"/>
                    <a:pt x="117" y="85"/>
                  </a:cubicBezTo>
                  <a:cubicBezTo>
                    <a:pt x="118" y="83"/>
                    <a:pt x="117" y="80"/>
                    <a:pt x="116" y="79"/>
                  </a:cubicBezTo>
                  <a:cubicBezTo>
                    <a:pt x="115" y="78"/>
                    <a:pt x="117" y="78"/>
                    <a:pt x="118" y="78"/>
                  </a:cubicBezTo>
                  <a:cubicBezTo>
                    <a:pt x="119" y="77"/>
                    <a:pt x="118" y="76"/>
                    <a:pt x="117" y="75"/>
                  </a:cubicBezTo>
                  <a:cubicBezTo>
                    <a:pt x="116" y="75"/>
                    <a:pt x="118" y="75"/>
                    <a:pt x="119" y="73"/>
                  </a:cubicBezTo>
                  <a:cubicBezTo>
                    <a:pt x="119" y="72"/>
                    <a:pt x="117" y="72"/>
                    <a:pt x="117" y="70"/>
                  </a:cubicBezTo>
                  <a:cubicBezTo>
                    <a:pt x="116" y="69"/>
                    <a:pt x="119" y="69"/>
                    <a:pt x="120" y="67"/>
                  </a:cubicBezTo>
                  <a:cubicBezTo>
                    <a:pt x="120" y="66"/>
                    <a:pt x="118" y="64"/>
                    <a:pt x="117" y="61"/>
                  </a:cubicBezTo>
                  <a:cubicBezTo>
                    <a:pt x="117" y="61"/>
                    <a:pt x="118" y="61"/>
                    <a:pt x="118" y="61"/>
                  </a:cubicBezTo>
                  <a:cubicBezTo>
                    <a:pt x="116" y="59"/>
                    <a:pt x="116" y="59"/>
                    <a:pt x="116" y="59"/>
                  </a:cubicBezTo>
                  <a:cubicBezTo>
                    <a:pt x="116" y="59"/>
                    <a:pt x="116" y="59"/>
                    <a:pt x="115" y="59"/>
                  </a:cubicBezTo>
                  <a:cubicBezTo>
                    <a:pt x="114" y="58"/>
                    <a:pt x="114" y="57"/>
                    <a:pt x="113" y="56"/>
                  </a:cubicBezTo>
                  <a:cubicBezTo>
                    <a:pt x="114" y="56"/>
                    <a:pt x="115" y="55"/>
                    <a:pt x="115" y="55"/>
                  </a:cubicBezTo>
                  <a:cubicBezTo>
                    <a:pt x="116" y="53"/>
                    <a:pt x="111" y="46"/>
                    <a:pt x="101" y="45"/>
                  </a:cubicBezTo>
                  <a:cubicBezTo>
                    <a:pt x="91" y="43"/>
                    <a:pt x="82" y="46"/>
                    <a:pt x="76" y="51"/>
                  </a:cubicBezTo>
                  <a:cubicBezTo>
                    <a:pt x="69" y="55"/>
                    <a:pt x="66" y="66"/>
                    <a:pt x="66" y="71"/>
                  </a:cubicBezTo>
                  <a:cubicBezTo>
                    <a:pt x="66" y="75"/>
                    <a:pt x="69" y="86"/>
                    <a:pt x="82" y="90"/>
                  </a:cubicBezTo>
                  <a:cubicBezTo>
                    <a:pt x="83" y="90"/>
                    <a:pt x="85" y="90"/>
                    <a:pt x="86" y="90"/>
                  </a:cubicBezTo>
                  <a:cubicBezTo>
                    <a:pt x="86" y="91"/>
                    <a:pt x="85" y="92"/>
                    <a:pt x="85" y="93"/>
                  </a:cubicBezTo>
                  <a:cubicBezTo>
                    <a:pt x="85" y="93"/>
                    <a:pt x="85" y="93"/>
                    <a:pt x="84" y="93"/>
                  </a:cubicBezTo>
                  <a:cubicBezTo>
                    <a:pt x="82" y="93"/>
                    <a:pt x="73" y="88"/>
                    <a:pt x="66" y="83"/>
                  </a:cubicBezTo>
                  <a:cubicBezTo>
                    <a:pt x="60" y="77"/>
                    <a:pt x="53" y="64"/>
                    <a:pt x="53" y="64"/>
                  </a:cubicBezTo>
                  <a:cubicBezTo>
                    <a:pt x="49" y="70"/>
                    <a:pt x="41" y="78"/>
                    <a:pt x="41" y="78"/>
                  </a:cubicBezTo>
                  <a:cubicBezTo>
                    <a:pt x="41" y="78"/>
                    <a:pt x="41" y="78"/>
                    <a:pt x="48" y="84"/>
                  </a:cubicBezTo>
                  <a:cubicBezTo>
                    <a:pt x="45" y="89"/>
                    <a:pt x="42" y="95"/>
                    <a:pt x="39" y="96"/>
                  </a:cubicBezTo>
                  <a:cubicBezTo>
                    <a:pt x="35" y="98"/>
                    <a:pt x="52" y="103"/>
                    <a:pt x="66" y="102"/>
                  </a:cubicBezTo>
                  <a:cubicBezTo>
                    <a:pt x="74" y="101"/>
                    <a:pt x="79" y="100"/>
                    <a:pt x="81" y="100"/>
                  </a:cubicBezTo>
                  <a:cubicBezTo>
                    <a:pt x="81" y="100"/>
                    <a:pt x="81" y="100"/>
                    <a:pt x="82" y="100"/>
                  </a:cubicBezTo>
                  <a:cubicBezTo>
                    <a:pt x="82" y="100"/>
                    <a:pt x="82" y="100"/>
                    <a:pt x="83" y="100"/>
                  </a:cubicBezTo>
                  <a:cubicBezTo>
                    <a:pt x="80" y="105"/>
                    <a:pt x="76" y="110"/>
                    <a:pt x="71" y="115"/>
                  </a:cubicBezTo>
                  <a:cubicBezTo>
                    <a:pt x="71" y="115"/>
                    <a:pt x="70" y="115"/>
                    <a:pt x="70" y="115"/>
                  </a:cubicBezTo>
                  <a:cubicBezTo>
                    <a:pt x="67" y="117"/>
                    <a:pt x="59" y="127"/>
                    <a:pt x="59" y="127"/>
                  </a:cubicBezTo>
                  <a:cubicBezTo>
                    <a:pt x="59" y="127"/>
                    <a:pt x="60" y="127"/>
                    <a:pt x="60" y="127"/>
                  </a:cubicBezTo>
                  <a:cubicBezTo>
                    <a:pt x="54" y="134"/>
                    <a:pt x="32" y="176"/>
                    <a:pt x="30" y="187"/>
                  </a:cubicBezTo>
                  <a:cubicBezTo>
                    <a:pt x="28" y="197"/>
                    <a:pt x="26" y="218"/>
                    <a:pt x="26" y="226"/>
                  </a:cubicBezTo>
                  <a:cubicBezTo>
                    <a:pt x="26" y="235"/>
                    <a:pt x="24" y="244"/>
                    <a:pt x="23" y="247"/>
                  </a:cubicBezTo>
                  <a:cubicBezTo>
                    <a:pt x="23" y="247"/>
                    <a:pt x="23" y="247"/>
                    <a:pt x="23" y="247"/>
                  </a:cubicBezTo>
                  <a:cubicBezTo>
                    <a:pt x="23" y="249"/>
                    <a:pt x="24" y="253"/>
                    <a:pt x="24" y="257"/>
                  </a:cubicBezTo>
                  <a:cubicBezTo>
                    <a:pt x="22" y="259"/>
                    <a:pt x="20" y="261"/>
                    <a:pt x="20" y="261"/>
                  </a:cubicBezTo>
                  <a:cubicBezTo>
                    <a:pt x="20" y="261"/>
                    <a:pt x="0" y="284"/>
                    <a:pt x="5" y="298"/>
                  </a:cubicBezTo>
                  <a:cubicBezTo>
                    <a:pt x="6" y="301"/>
                    <a:pt x="13" y="303"/>
                    <a:pt x="23" y="304"/>
                  </a:cubicBezTo>
                  <a:cubicBezTo>
                    <a:pt x="23" y="309"/>
                    <a:pt x="23" y="323"/>
                    <a:pt x="35" y="333"/>
                  </a:cubicBezTo>
                  <a:cubicBezTo>
                    <a:pt x="49" y="347"/>
                    <a:pt x="68" y="344"/>
                    <a:pt x="78" y="337"/>
                  </a:cubicBezTo>
                  <a:cubicBezTo>
                    <a:pt x="87" y="331"/>
                    <a:pt x="94" y="325"/>
                    <a:pt x="99" y="301"/>
                  </a:cubicBezTo>
                  <a:cubicBezTo>
                    <a:pt x="100" y="300"/>
                    <a:pt x="100" y="300"/>
                    <a:pt x="100" y="300"/>
                  </a:cubicBezTo>
                  <a:cubicBezTo>
                    <a:pt x="106" y="299"/>
                    <a:pt x="111" y="298"/>
                    <a:pt x="114" y="298"/>
                  </a:cubicBezTo>
                  <a:cubicBezTo>
                    <a:pt x="127" y="297"/>
                    <a:pt x="240" y="296"/>
                    <a:pt x="240" y="296"/>
                  </a:cubicBezTo>
                  <a:cubicBezTo>
                    <a:pt x="240" y="296"/>
                    <a:pt x="240" y="296"/>
                    <a:pt x="240" y="296"/>
                  </a:cubicBezTo>
                  <a:cubicBezTo>
                    <a:pt x="239" y="300"/>
                    <a:pt x="237" y="304"/>
                    <a:pt x="235" y="309"/>
                  </a:cubicBezTo>
                  <a:cubicBezTo>
                    <a:pt x="235" y="309"/>
                    <a:pt x="232" y="315"/>
                    <a:pt x="236" y="314"/>
                  </a:cubicBezTo>
                  <a:cubicBezTo>
                    <a:pt x="238" y="314"/>
                    <a:pt x="242" y="315"/>
                    <a:pt x="248" y="315"/>
                  </a:cubicBezTo>
                  <a:cubicBezTo>
                    <a:pt x="249" y="322"/>
                    <a:pt x="254" y="340"/>
                    <a:pt x="273" y="344"/>
                  </a:cubicBezTo>
                  <a:cubicBezTo>
                    <a:pt x="295" y="350"/>
                    <a:pt x="308" y="342"/>
                    <a:pt x="314" y="335"/>
                  </a:cubicBezTo>
                  <a:cubicBezTo>
                    <a:pt x="318" y="330"/>
                    <a:pt x="320" y="323"/>
                    <a:pt x="321" y="319"/>
                  </a:cubicBezTo>
                  <a:cubicBezTo>
                    <a:pt x="330" y="320"/>
                    <a:pt x="339" y="321"/>
                    <a:pt x="341" y="320"/>
                  </a:cubicBezTo>
                  <a:cubicBezTo>
                    <a:pt x="344" y="319"/>
                    <a:pt x="344" y="316"/>
                    <a:pt x="342" y="311"/>
                  </a:cubicBezTo>
                  <a:cubicBezTo>
                    <a:pt x="340" y="306"/>
                    <a:pt x="322" y="282"/>
                    <a:pt x="312" y="276"/>
                  </a:cubicBezTo>
                  <a:close/>
                  <a:moveTo>
                    <a:pt x="29" y="251"/>
                  </a:moveTo>
                  <a:cubicBezTo>
                    <a:pt x="28" y="252"/>
                    <a:pt x="28" y="253"/>
                    <a:pt x="27" y="253"/>
                  </a:cubicBezTo>
                  <a:cubicBezTo>
                    <a:pt x="27" y="252"/>
                    <a:pt x="27" y="251"/>
                    <a:pt x="27" y="250"/>
                  </a:cubicBezTo>
                  <a:cubicBezTo>
                    <a:pt x="28" y="249"/>
                    <a:pt x="28" y="250"/>
                    <a:pt x="29" y="251"/>
                  </a:cubicBezTo>
                  <a:close/>
                  <a:moveTo>
                    <a:pt x="113" y="161"/>
                  </a:moveTo>
                  <a:cubicBezTo>
                    <a:pt x="112" y="162"/>
                    <a:pt x="112" y="163"/>
                    <a:pt x="112" y="163"/>
                  </a:cubicBezTo>
                  <a:cubicBezTo>
                    <a:pt x="112" y="163"/>
                    <a:pt x="112" y="163"/>
                    <a:pt x="113" y="163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10" y="182"/>
                    <a:pt x="111" y="184"/>
                    <a:pt x="111" y="185"/>
                  </a:cubicBezTo>
                  <a:cubicBezTo>
                    <a:pt x="102" y="186"/>
                    <a:pt x="95" y="187"/>
                    <a:pt x="93" y="186"/>
                  </a:cubicBezTo>
                  <a:cubicBezTo>
                    <a:pt x="87" y="184"/>
                    <a:pt x="93" y="181"/>
                    <a:pt x="91" y="181"/>
                  </a:cubicBezTo>
                  <a:cubicBezTo>
                    <a:pt x="89" y="170"/>
                    <a:pt x="103" y="141"/>
                    <a:pt x="103" y="141"/>
                  </a:cubicBezTo>
                  <a:cubicBezTo>
                    <a:pt x="103" y="141"/>
                    <a:pt x="108" y="137"/>
                    <a:pt x="110" y="133"/>
                  </a:cubicBezTo>
                  <a:cubicBezTo>
                    <a:pt x="110" y="133"/>
                    <a:pt x="110" y="132"/>
                    <a:pt x="110" y="131"/>
                  </a:cubicBezTo>
                  <a:cubicBezTo>
                    <a:pt x="122" y="138"/>
                    <a:pt x="122" y="138"/>
                    <a:pt x="122" y="138"/>
                  </a:cubicBezTo>
                  <a:cubicBezTo>
                    <a:pt x="118" y="148"/>
                    <a:pt x="114" y="157"/>
                    <a:pt x="113" y="161"/>
                  </a:cubicBezTo>
                  <a:close/>
                  <a:moveTo>
                    <a:pt x="84" y="95"/>
                  </a:moveTo>
                  <a:cubicBezTo>
                    <a:pt x="84" y="95"/>
                    <a:pt x="84" y="95"/>
                    <a:pt x="84" y="95"/>
                  </a:cubicBezTo>
                  <a:cubicBezTo>
                    <a:pt x="84" y="95"/>
                    <a:pt x="84" y="95"/>
                    <a:pt x="84" y="95"/>
                  </a:cubicBezTo>
                  <a:cubicBezTo>
                    <a:pt x="84" y="95"/>
                    <a:pt x="84" y="95"/>
                    <a:pt x="84" y="95"/>
                  </a:cubicBezTo>
                  <a:close/>
                  <a:moveTo>
                    <a:pt x="39" y="197"/>
                  </a:moveTo>
                  <a:cubicBezTo>
                    <a:pt x="39" y="180"/>
                    <a:pt x="69" y="148"/>
                    <a:pt x="71" y="143"/>
                  </a:cubicBezTo>
                  <a:cubicBezTo>
                    <a:pt x="72" y="141"/>
                    <a:pt x="73" y="140"/>
                    <a:pt x="75" y="139"/>
                  </a:cubicBezTo>
                  <a:cubicBezTo>
                    <a:pt x="74" y="147"/>
                    <a:pt x="63" y="175"/>
                    <a:pt x="63" y="175"/>
                  </a:cubicBezTo>
                  <a:cubicBezTo>
                    <a:pt x="63" y="175"/>
                    <a:pt x="63" y="175"/>
                    <a:pt x="63" y="175"/>
                  </a:cubicBezTo>
                  <a:cubicBezTo>
                    <a:pt x="62" y="175"/>
                    <a:pt x="62" y="175"/>
                    <a:pt x="62" y="175"/>
                  </a:cubicBezTo>
                  <a:cubicBezTo>
                    <a:pt x="45" y="200"/>
                    <a:pt x="59" y="213"/>
                    <a:pt x="71" y="216"/>
                  </a:cubicBezTo>
                  <a:cubicBezTo>
                    <a:pt x="62" y="220"/>
                    <a:pt x="56" y="222"/>
                    <a:pt x="50" y="229"/>
                  </a:cubicBezTo>
                  <a:cubicBezTo>
                    <a:pt x="48" y="230"/>
                    <a:pt x="46" y="232"/>
                    <a:pt x="44" y="235"/>
                  </a:cubicBezTo>
                  <a:cubicBezTo>
                    <a:pt x="43" y="233"/>
                    <a:pt x="41" y="232"/>
                    <a:pt x="40" y="230"/>
                  </a:cubicBezTo>
                  <a:cubicBezTo>
                    <a:pt x="35" y="225"/>
                    <a:pt x="38" y="214"/>
                    <a:pt x="39" y="197"/>
                  </a:cubicBezTo>
                  <a:close/>
                  <a:moveTo>
                    <a:pt x="153" y="284"/>
                  </a:moveTo>
                  <a:cubicBezTo>
                    <a:pt x="170" y="207"/>
                    <a:pt x="170" y="207"/>
                    <a:pt x="170" y="207"/>
                  </a:cubicBezTo>
                  <a:cubicBezTo>
                    <a:pt x="171" y="207"/>
                    <a:pt x="171" y="207"/>
                    <a:pt x="171" y="207"/>
                  </a:cubicBezTo>
                  <a:cubicBezTo>
                    <a:pt x="174" y="207"/>
                    <a:pt x="173" y="207"/>
                    <a:pt x="175" y="200"/>
                  </a:cubicBezTo>
                  <a:cubicBezTo>
                    <a:pt x="177" y="194"/>
                    <a:pt x="175" y="192"/>
                    <a:pt x="175" y="192"/>
                  </a:cubicBezTo>
                  <a:cubicBezTo>
                    <a:pt x="175" y="192"/>
                    <a:pt x="167" y="191"/>
                    <a:pt x="156" y="189"/>
                  </a:cubicBezTo>
                  <a:cubicBezTo>
                    <a:pt x="173" y="183"/>
                    <a:pt x="195" y="171"/>
                    <a:pt x="199" y="173"/>
                  </a:cubicBezTo>
                  <a:cubicBezTo>
                    <a:pt x="204" y="174"/>
                    <a:pt x="176" y="258"/>
                    <a:pt x="176" y="258"/>
                  </a:cubicBezTo>
                  <a:cubicBezTo>
                    <a:pt x="180" y="258"/>
                    <a:pt x="180" y="258"/>
                    <a:pt x="180" y="258"/>
                  </a:cubicBezTo>
                  <a:cubicBezTo>
                    <a:pt x="176" y="272"/>
                    <a:pt x="176" y="272"/>
                    <a:pt x="176" y="272"/>
                  </a:cubicBezTo>
                  <a:cubicBezTo>
                    <a:pt x="175" y="272"/>
                    <a:pt x="175" y="271"/>
                    <a:pt x="174" y="271"/>
                  </a:cubicBezTo>
                  <a:cubicBezTo>
                    <a:pt x="174" y="271"/>
                    <a:pt x="169" y="279"/>
                    <a:pt x="169" y="285"/>
                  </a:cubicBezTo>
                  <a:cubicBezTo>
                    <a:pt x="157" y="285"/>
                    <a:pt x="153" y="284"/>
                    <a:pt x="153" y="284"/>
                  </a:cubicBezTo>
                  <a:close/>
                  <a:moveTo>
                    <a:pt x="224" y="277"/>
                  </a:moveTo>
                  <a:cubicBezTo>
                    <a:pt x="219" y="276"/>
                    <a:pt x="212" y="276"/>
                    <a:pt x="211" y="276"/>
                  </a:cubicBezTo>
                  <a:cubicBezTo>
                    <a:pt x="208" y="276"/>
                    <a:pt x="205" y="275"/>
                    <a:pt x="205" y="275"/>
                  </a:cubicBezTo>
                  <a:cubicBezTo>
                    <a:pt x="205" y="275"/>
                    <a:pt x="205" y="275"/>
                    <a:pt x="205" y="275"/>
                  </a:cubicBezTo>
                  <a:cubicBezTo>
                    <a:pt x="205" y="275"/>
                    <a:pt x="205" y="275"/>
                    <a:pt x="204" y="275"/>
                  </a:cubicBezTo>
                  <a:cubicBezTo>
                    <a:pt x="206" y="274"/>
                    <a:pt x="206" y="274"/>
                    <a:pt x="206" y="274"/>
                  </a:cubicBezTo>
                  <a:cubicBezTo>
                    <a:pt x="208" y="272"/>
                    <a:pt x="214" y="266"/>
                    <a:pt x="210" y="265"/>
                  </a:cubicBezTo>
                  <a:cubicBezTo>
                    <a:pt x="206" y="265"/>
                    <a:pt x="204" y="273"/>
                    <a:pt x="204" y="274"/>
                  </a:cubicBezTo>
                  <a:cubicBezTo>
                    <a:pt x="203" y="274"/>
                    <a:pt x="203" y="274"/>
                    <a:pt x="203" y="274"/>
                  </a:cubicBezTo>
                  <a:cubicBezTo>
                    <a:pt x="203" y="273"/>
                    <a:pt x="206" y="264"/>
                    <a:pt x="202" y="265"/>
                  </a:cubicBezTo>
                  <a:cubicBezTo>
                    <a:pt x="198" y="267"/>
                    <a:pt x="202" y="273"/>
                    <a:pt x="203" y="274"/>
                  </a:cubicBezTo>
                  <a:cubicBezTo>
                    <a:pt x="197" y="273"/>
                    <a:pt x="190" y="271"/>
                    <a:pt x="190" y="270"/>
                  </a:cubicBezTo>
                  <a:cubicBezTo>
                    <a:pt x="190" y="268"/>
                    <a:pt x="194" y="261"/>
                    <a:pt x="195" y="258"/>
                  </a:cubicBezTo>
                  <a:cubicBezTo>
                    <a:pt x="205" y="258"/>
                    <a:pt x="205" y="258"/>
                    <a:pt x="205" y="258"/>
                  </a:cubicBezTo>
                  <a:cubicBezTo>
                    <a:pt x="205" y="258"/>
                    <a:pt x="221" y="200"/>
                    <a:pt x="224" y="190"/>
                  </a:cubicBezTo>
                  <a:cubicBezTo>
                    <a:pt x="227" y="180"/>
                    <a:pt x="235" y="148"/>
                    <a:pt x="220" y="148"/>
                  </a:cubicBezTo>
                  <a:cubicBezTo>
                    <a:pt x="207" y="149"/>
                    <a:pt x="165" y="152"/>
                    <a:pt x="159" y="152"/>
                  </a:cubicBezTo>
                  <a:cubicBezTo>
                    <a:pt x="160" y="151"/>
                    <a:pt x="160" y="149"/>
                    <a:pt x="161" y="147"/>
                  </a:cubicBezTo>
                  <a:cubicBezTo>
                    <a:pt x="162" y="146"/>
                    <a:pt x="162" y="145"/>
                    <a:pt x="163" y="144"/>
                  </a:cubicBezTo>
                  <a:cubicBezTo>
                    <a:pt x="165" y="142"/>
                    <a:pt x="170" y="132"/>
                    <a:pt x="168" y="128"/>
                  </a:cubicBezTo>
                  <a:cubicBezTo>
                    <a:pt x="168" y="128"/>
                    <a:pt x="167" y="128"/>
                    <a:pt x="167" y="128"/>
                  </a:cubicBezTo>
                  <a:cubicBezTo>
                    <a:pt x="169" y="119"/>
                    <a:pt x="172" y="109"/>
                    <a:pt x="173" y="103"/>
                  </a:cubicBezTo>
                  <a:cubicBezTo>
                    <a:pt x="173" y="103"/>
                    <a:pt x="173" y="103"/>
                    <a:pt x="173" y="103"/>
                  </a:cubicBezTo>
                  <a:cubicBezTo>
                    <a:pt x="177" y="108"/>
                    <a:pt x="200" y="140"/>
                    <a:pt x="208" y="136"/>
                  </a:cubicBezTo>
                  <a:cubicBezTo>
                    <a:pt x="217" y="132"/>
                    <a:pt x="248" y="112"/>
                    <a:pt x="252" y="112"/>
                  </a:cubicBezTo>
                  <a:cubicBezTo>
                    <a:pt x="253" y="112"/>
                    <a:pt x="255" y="113"/>
                    <a:pt x="256" y="114"/>
                  </a:cubicBezTo>
                  <a:cubicBezTo>
                    <a:pt x="255" y="114"/>
                    <a:pt x="254" y="114"/>
                    <a:pt x="254" y="114"/>
                  </a:cubicBezTo>
                  <a:cubicBezTo>
                    <a:pt x="251" y="114"/>
                    <a:pt x="248" y="117"/>
                    <a:pt x="248" y="120"/>
                  </a:cubicBezTo>
                  <a:cubicBezTo>
                    <a:pt x="248" y="123"/>
                    <a:pt x="250" y="126"/>
                    <a:pt x="252" y="127"/>
                  </a:cubicBezTo>
                  <a:cubicBezTo>
                    <a:pt x="272" y="246"/>
                    <a:pt x="272" y="246"/>
                    <a:pt x="272" y="246"/>
                  </a:cubicBezTo>
                  <a:cubicBezTo>
                    <a:pt x="267" y="252"/>
                    <a:pt x="262" y="257"/>
                    <a:pt x="257" y="260"/>
                  </a:cubicBezTo>
                  <a:cubicBezTo>
                    <a:pt x="248" y="267"/>
                    <a:pt x="240" y="272"/>
                    <a:pt x="224" y="27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1" name="Freeform 107">
              <a:extLst>
                <a:ext uri="{FF2B5EF4-FFF2-40B4-BE49-F238E27FC236}">
                  <a16:creationId xmlns:a16="http://schemas.microsoft.com/office/drawing/2014/main" id="{E3828AF8-C194-4CD0-822A-EDBA7AA84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5" y="867"/>
              <a:ext cx="743" cy="584"/>
            </a:xfrm>
            <a:custGeom>
              <a:avLst/>
              <a:gdLst>
                <a:gd name="T0" fmla="*/ 1282 w 1301"/>
                <a:gd name="T1" fmla="*/ 704 h 1021"/>
                <a:gd name="T2" fmla="*/ 1240 w 1301"/>
                <a:gd name="T3" fmla="*/ 676 h 1021"/>
                <a:gd name="T4" fmla="*/ 1248 w 1301"/>
                <a:gd name="T5" fmla="*/ 648 h 1021"/>
                <a:gd name="T6" fmla="*/ 1234 w 1301"/>
                <a:gd name="T7" fmla="*/ 625 h 1021"/>
                <a:gd name="T8" fmla="*/ 1186 w 1301"/>
                <a:gd name="T9" fmla="*/ 529 h 1021"/>
                <a:gd name="T10" fmla="*/ 1181 w 1301"/>
                <a:gd name="T11" fmla="*/ 583 h 1021"/>
                <a:gd name="T12" fmla="*/ 1126 w 1301"/>
                <a:gd name="T13" fmla="*/ 625 h 1021"/>
                <a:gd name="T14" fmla="*/ 1133 w 1301"/>
                <a:gd name="T15" fmla="*/ 648 h 1021"/>
                <a:gd name="T16" fmla="*/ 1106 w 1301"/>
                <a:gd name="T17" fmla="*/ 676 h 1021"/>
                <a:gd name="T18" fmla="*/ 1120 w 1301"/>
                <a:gd name="T19" fmla="*/ 583 h 1021"/>
                <a:gd name="T20" fmla="*/ 1093 w 1301"/>
                <a:gd name="T21" fmla="*/ 551 h 1021"/>
                <a:gd name="T22" fmla="*/ 1032 w 1301"/>
                <a:gd name="T23" fmla="*/ 415 h 1021"/>
                <a:gd name="T24" fmla="*/ 1024 w 1301"/>
                <a:gd name="T25" fmla="*/ 489 h 1021"/>
                <a:gd name="T26" fmla="*/ 927 w 1301"/>
                <a:gd name="T27" fmla="*/ 551 h 1021"/>
                <a:gd name="T28" fmla="*/ 945 w 1301"/>
                <a:gd name="T29" fmla="*/ 583 h 1021"/>
                <a:gd name="T30" fmla="*/ 910 w 1301"/>
                <a:gd name="T31" fmla="*/ 676 h 1021"/>
                <a:gd name="T32" fmla="*/ 923 w 1301"/>
                <a:gd name="T33" fmla="*/ 434 h 1021"/>
                <a:gd name="T34" fmla="*/ 904 w 1301"/>
                <a:gd name="T35" fmla="*/ 411 h 1021"/>
                <a:gd name="T36" fmla="*/ 721 w 1301"/>
                <a:gd name="T37" fmla="*/ 161 h 1021"/>
                <a:gd name="T38" fmla="*/ 708 w 1301"/>
                <a:gd name="T39" fmla="*/ 95 h 1021"/>
                <a:gd name="T40" fmla="*/ 651 w 1301"/>
                <a:gd name="T41" fmla="*/ 62 h 1021"/>
                <a:gd name="T42" fmla="*/ 644 w 1301"/>
                <a:gd name="T43" fmla="*/ 0 h 1021"/>
                <a:gd name="T44" fmla="*/ 606 w 1301"/>
                <a:gd name="T45" fmla="*/ 95 h 1021"/>
                <a:gd name="T46" fmla="*/ 597 w 1301"/>
                <a:gd name="T47" fmla="*/ 161 h 1021"/>
                <a:gd name="T48" fmla="*/ 573 w 1301"/>
                <a:gd name="T49" fmla="*/ 182 h 1021"/>
                <a:gd name="T50" fmla="*/ 372 w 1301"/>
                <a:gd name="T51" fmla="*/ 411 h 1021"/>
                <a:gd name="T52" fmla="*/ 394 w 1301"/>
                <a:gd name="T53" fmla="*/ 434 h 1021"/>
                <a:gd name="T54" fmla="*/ 366 w 1301"/>
                <a:gd name="T55" fmla="*/ 676 h 1021"/>
                <a:gd name="T56" fmla="*/ 385 w 1301"/>
                <a:gd name="T57" fmla="*/ 592 h 1021"/>
                <a:gd name="T58" fmla="*/ 355 w 1301"/>
                <a:gd name="T59" fmla="*/ 560 h 1021"/>
                <a:gd name="T60" fmla="*/ 285 w 1301"/>
                <a:gd name="T61" fmla="*/ 499 h 1021"/>
                <a:gd name="T62" fmla="*/ 278 w 1301"/>
                <a:gd name="T63" fmla="*/ 424 h 1021"/>
                <a:gd name="T64" fmla="*/ 220 w 1301"/>
                <a:gd name="T65" fmla="*/ 560 h 1021"/>
                <a:gd name="T66" fmla="*/ 187 w 1301"/>
                <a:gd name="T67" fmla="*/ 592 h 1021"/>
                <a:gd name="T68" fmla="*/ 205 w 1301"/>
                <a:gd name="T69" fmla="*/ 676 h 1021"/>
                <a:gd name="T70" fmla="*/ 185 w 1301"/>
                <a:gd name="T71" fmla="*/ 657 h 1021"/>
                <a:gd name="T72" fmla="*/ 195 w 1301"/>
                <a:gd name="T73" fmla="*/ 635 h 1021"/>
                <a:gd name="T74" fmla="*/ 133 w 1301"/>
                <a:gd name="T75" fmla="*/ 591 h 1021"/>
                <a:gd name="T76" fmla="*/ 127 w 1301"/>
                <a:gd name="T77" fmla="*/ 538 h 1021"/>
                <a:gd name="T78" fmla="*/ 85 w 1301"/>
                <a:gd name="T79" fmla="*/ 635 h 1021"/>
                <a:gd name="T80" fmla="*/ 73 w 1301"/>
                <a:gd name="T81" fmla="*/ 657 h 1021"/>
                <a:gd name="T82" fmla="*/ 80 w 1301"/>
                <a:gd name="T83" fmla="*/ 676 h 1021"/>
                <a:gd name="T84" fmla="*/ 23 w 1301"/>
                <a:gd name="T85" fmla="*/ 704 h 1021"/>
                <a:gd name="T86" fmla="*/ 0 w 1301"/>
                <a:gd name="T87" fmla="*/ 740 h 1021"/>
                <a:gd name="T88" fmla="*/ 23 w 1301"/>
                <a:gd name="T89" fmla="*/ 1021 h 1021"/>
                <a:gd name="T90" fmla="*/ 1282 w 1301"/>
                <a:gd name="T91" fmla="*/ 740 h 1021"/>
                <a:gd name="T92" fmla="*/ 1301 w 1301"/>
                <a:gd name="T93" fmla="*/ 704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301" h="1021">
                  <a:moveTo>
                    <a:pt x="1301" y="704"/>
                  </a:moveTo>
                  <a:cubicBezTo>
                    <a:pt x="1282" y="704"/>
                    <a:pt x="1282" y="704"/>
                    <a:pt x="1282" y="704"/>
                  </a:cubicBezTo>
                  <a:cubicBezTo>
                    <a:pt x="1282" y="676"/>
                    <a:pt x="1282" y="676"/>
                    <a:pt x="1282" y="676"/>
                  </a:cubicBezTo>
                  <a:cubicBezTo>
                    <a:pt x="1240" y="676"/>
                    <a:pt x="1240" y="676"/>
                    <a:pt x="1240" y="676"/>
                  </a:cubicBezTo>
                  <a:cubicBezTo>
                    <a:pt x="1240" y="648"/>
                    <a:pt x="1240" y="648"/>
                    <a:pt x="1240" y="648"/>
                  </a:cubicBezTo>
                  <a:cubicBezTo>
                    <a:pt x="1248" y="648"/>
                    <a:pt x="1248" y="648"/>
                    <a:pt x="1248" y="648"/>
                  </a:cubicBezTo>
                  <a:cubicBezTo>
                    <a:pt x="1248" y="625"/>
                    <a:pt x="1248" y="625"/>
                    <a:pt x="1248" y="625"/>
                  </a:cubicBezTo>
                  <a:cubicBezTo>
                    <a:pt x="1234" y="625"/>
                    <a:pt x="1234" y="625"/>
                    <a:pt x="1234" y="625"/>
                  </a:cubicBezTo>
                  <a:cubicBezTo>
                    <a:pt x="1231" y="601"/>
                    <a:pt x="1211" y="582"/>
                    <a:pt x="1186" y="582"/>
                  </a:cubicBezTo>
                  <a:cubicBezTo>
                    <a:pt x="1186" y="529"/>
                    <a:pt x="1186" y="529"/>
                    <a:pt x="1186" y="529"/>
                  </a:cubicBezTo>
                  <a:cubicBezTo>
                    <a:pt x="1181" y="529"/>
                    <a:pt x="1181" y="529"/>
                    <a:pt x="1181" y="529"/>
                  </a:cubicBezTo>
                  <a:cubicBezTo>
                    <a:pt x="1181" y="583"/>
                    <a:pt x="1181" y="583"/>
                    <a:pt x="1181" y="583"/>
                  </a:cubicBezTo>
                  <a:cubicBezTo>
                    <a:pt x="1158" y="585"/>
                    <a:pt x="1141" y="603"/>
                    <a:pt x="1138" y="625"/>
                  </a:cubicBezTo>
                  <a:cubicBezTo>
                    <a:pt x="1126" y="625"/>
                    <a:pt x="1126" y="625"/>
                    <a:pt x="1126" y="625"/>
                  </a:cubicBezTo>
                  <a:cubicBezTo>
                    <a:pt x="1126" y="648"/>
                    <a:pt x="1126" y="648"/>
                    <a:pt x="1126" y="648"/>
                  </a:cubicBezTo>
                  <a:cubicBezTo>
                    <a:pt x="1133" y="648"/>
                    <a:pt x="1133" y="648"/>
                    <a:pt x="1133" y="648"/>
                  </a:cubicBezTo>
                  <a:cubicBezTo>
                    <a:pt x="1133" y="676"/>
                    <a:pt x="1133" y="676"/>
                    <a:pt x="1133" y="676"/>
                  </a:cubicBezTo>
                  <a:cubicBezTo>
                    <a:pt x="1106" y="676"/>
                    <a:pt x="1106" y="676"/>
                    <a:pt x="1106" y="676"/>
                  </a:cubicBezTo>
                  <a:cubicBezTo>
                    <a:pt x="1106" y="583"/>
                    <a:pt x="1106" y="583"/>
                    <a:pt x="1106" y="583"/>
                  </a:cubicBezTo>
                  <a:cubicBezTo>
                    <a:pt x="1120" y="583"/>
                    <a:pt x="1120" y="583"/>
                    <a:pt x="1120" y="583"/>
                  </a:cubicBezTo>
                  <a:cubicBezTo>
                    <a:pt x="1120" y="551"/>
                    <a:pt x="1120" y="551"/>
                    <a:pt x="1120" y="551"/>
                  </a:cubicBezTo>
                  <a:cubicBezTo>
                    <a:pt x="1093" y="551"/>
                    <a:pt x="1093" y="551"/>
                    <a:pt x="1093" y="551"/>
                  </a:cubicBezTo>
                  <a:cubicBezTo>
                    <a:pt x="1089" y="518"/>
                    <a:pt x="1064" y="494"/>
                    <a:pt x="1032" y="490"/>
                  </a:cubicBezTo>
                  <a:cubicBezTo>
                    <a:pt x="1032" y="415"/>
                    <a:pt x="1032" y="415"/>
                    <a:pt x="1032" y="415"/>
                  </a:cubicBezTo>
                  <a:cubicBezTo>
                    <a:pt x="1024" y="415"/>
                    <a:pt x="1024" y="415"/>
                    <a:pt x="1024" y="415"/>
                  </a:cubicBezTo>
                  <a:cubicBezTo>
                    <a:pt x="1024" y="489"/>
                    <a:pt x="1024" y="489"/>
                    <a:pt x="1024" y="489"/>
                  </a:cubicBezTo>
                  <a:cubicBezTo>
                    <a:pt x="989" y="490"/>
                    <a:pt x="962" y="517"/>
                    <a:pt x="958" y="551"/>
                  </a:cubicBezTo>
                  <a:cubicBezTo>
                    <a:pt x="927" y="551"/>
                    <a:pt x="927" y="551"/>
                    <a:pt x="927" y="551"/>
                  </a:cubicBezTo>
                  <a:cubicBezTo>
                    <a:pt x="927" y="583"/>
                    <a:pt x="927" y="583"/>
                    <a:pt x="927" y="583"/>
                  </a:cubicBezTo>
                  <a:cubicBezTo>
                    <a:pt x="945" y="583"/>
                    <a:pt x="945" y="583"/>
                    <a:pt x="945" y="583"/>
                  </a:cubicBezTo>
                  <a:cubicBezTo>
                    <a:pt x="945" y="676"/>
                    <a:pt x="945" y="676"/>
                    <a:pt x="945" y="676"/>
                  </a:cubicBezTo>
                  <a:cubicBezTo>
                    <a:pt x="910" y="676"/>
                    <a:pt x="910" y="676"/>
                    <a:pt x="910" y="676"/>
                  </a:cubicBezTo>
                  <a:cubicBezTo>
                    <a:pt x="910" y="434"/>
                    <a:pt x="910" y="434"/>
                    <a:pt x="910" y="434"/>
                  </a:cubicBezTo>
                  <a:cubicBezTo>
                    <a:pt x="923" y="434"/>
                    <a:pt x="923" y="434"/>
                    <a:pt x="923" y="434"/>
                  </a:cubicBezTo>
                  <a:cubicBezTo>
                    <a:pt x="923" y="411"/>
                    <a:pt x="923" y="411"/>
                    <a:pt x="923" y="411"/>
                  </a:cubicBezTo>
                  <a:cubicBezTo>
                    <a:pt x="904" y="411"/>
                    <a:pt x="904" y="411"/>
                    <a:pt x="904" y="411"/>
                  </a:cubicBezTo>
                  <a:cubicBezTo>
                    <a:pt x="898" y="301"/>
                    <a:pt x="823" y="210"/>
                    <a:pt x="721" y="180"/>
                  </a:cubicBezTo>
                  <a:cubicBezTo>
                    <a:pt x="721" y="161"/>
                    <a:pt x="721" y="161"/>
                    <a:pt x="721" y="161"/>
                  </a:cubicBezTo>
                  <a:cubicBezTo>
                    <a:pt x="708" y="161"/>
                    <a:pt x="708" y="161"/>
                    <a:pt x="708" y="161"/>
                  </a:cubicBezTo>
                  <a:cubicBezTo>
                    <a:pt x="708" y="95"/>
                    <a:pt x="708" y="95"/>
                    <a:pt x="708" y="95"/>
                  </a:cubicBezTo>
                  <a:cubicBezTo>
                    <a:pt x="697" y="95"/>
                    <a:pt x="697" y="95"/>
                    <a:pt x="697" y="95"/>
                  </a:cubicBezTo>
                  <a:cubicBezTo>
                    <a:pt x="691" y="76"/>
                    <a:pt x="673" y="62"/>
                    <a:pt x="651" y="62"/>
                  </a:cubicBezTo>
                  <a:cubicBezTo>
                    <a:pt x="651" y="0"/>
                    <a:pt x="651" y="0"/>
                    <a:pt x="651" y="0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44" y="63"/>
                    <a:pt x="644" y="63"/>
                    <a:pt x="644" y="63"/>
                  </a:cubicBezTo>
                  <a:cubicBezTo>
                    <a:pt x="625" y="66"/>
                    <a:pt x="611" y="78"/>
                    <a:pt x="606" y="95"/>
                  </a:cubicBezTo>
                  <a:cubicBezTo>
                    <a:pt x="597" y="95"/>
                    <a:pt x="597" y="95"/>
                    <a:pt x="597" y="95"/>
                  </a:cubicBezTo>
                  <a:cubicBezTo>
                    <a:pt x="597" y="161"/>
                    <a:pt x="597" y="161"/>
                    <a:pt x="597" y="161"/>
                  </a:cubicBezTo>
                  <a:cubicBezTo>
                    <a:pt x="573" y="161"/>
                    <a:pt x="573" y="161"/>
                    <a:pt x="573" y="161"/>
                  </a:cubicBezTo>
                  <a:cubicBezTo>
                    <a:pt x="573" y="182"/>
                    <a:pt x="573" y="182"/>
                    <a:pt x="573" y="182"/>
                  </a:cubicBezTo>
                  <a:cubicBezTo>
                    <a:pt x="474" y="214"/>
                    <a:pt x="402" y="303"/>
                    <a:pt x="396" y="411"/>
                  </a:cubicBezTo>
                  <a:cubicBezTo>
                    <a:pt x="372" y="411"/>
                    <a:pt x="372" y="411"/>
                    <a:pt x="372" y="411"/>
                  </a:cubicBezTo>
                  <a:cubicBezTo>
                    <a:pt x="372" y="434"/>
                    <a:pt x="372" y="434"/>
                    <a:pt x="372" y="434"/>
                  </a:cubicBezTo>
                  <a:cubicBezTo>
                    <a:pt x="394" y="434"/>
                    <a:pt x="394" y="434"/>
                    <a:pt x="394" y="434"/>
                  </a:cubicBezTo>
                  <a:cubicBezTo>
                    <a:pt x="394" y="676"/>
                    <a:pt x="394" y="676"/>
                    <a:pt x="394" y="676"/>
                  </a:cubicBezTo>
                  <a:cubicBezTo>
                    <a:pt x="366" y="676"/>
                    <a:pt x="366" y="676"/>
                    <a:pt x="366" y="676"/>
                  </a:cubicBezTo>
                  <a:cubicBezTo>
                    <a:pt x="366" y="592"/>
                    <a:pt x="366" y="592"/>
                    <a:pt x="366" y="592"/>
                  </a:cubicBezTo>
                  <a:cubicBezTo>
                    <a:pt x="385" y="592"/>
                    <a:pt x="385" y="592"/>
                    <a:pt x="385" y="592"/>
                  </a:cubicBezTo>
                  <a:cubicBezTo>
                    <a:pt x="385" y="560"/>
                    <a:pt x="385" y="560"/>
                    <a:pt x="385" y="560"/>
                  </a:cubicBezTo>
                  <a:cubicBezTo>
                    <a:pt x="355" y="560"/>
                    <a:pt x="355" y="560"/>
                    <a:pt x="355" y="560"/>
                  </a:cubicBezTo>
                  <a:cubicBezTo>
                    <a:pt x="351" y="526"/>
                    <a:pt x="323" y="498"/>
                    <a:pt x="288" y="498"/>
                  </a:cubicBezTo>
                  <a:cubicBezTo>
                    <a:pt x="287" y="498"/>
                    <a:pt x="286" y="499"/>
                    <a:pt x="285" y="499"/>
                  </a:cubicBezTo>
                  <a:cubicBezTo>
                    <a:pt x="285" y="424"/>
                    <a:pt x="285" y="424"/>
                    <a:pt x="285" y="424"/>
                  </a:cubicBezTo>
                  <a:cubicBezTo>
                    <a:pt x="278" y="424"/>
                    <a:pt x="278" y="424"/>
                    <a:pt x="278" y="424"/>
                  </a:cubicBezTo>
                  <a:cubicBezTo>
                    <a:pt x="278" y="500"/>
                    <a:pt x="278" y="500"/>
                    <a:pt x="278" y="500"/>
                  </a:cubicBezTo>
                  <a:cubicBezTo>
                    <a:pt x="247" y="505"/>
                    <a:pt x="224" y="529"/>
                    <a:pt x="220" y="560"/>
                  </a:cubicBezTo>
                  <a:cubicBezTo>
                    <a:pt x="187" y="560"/>
                    <a:pt x="187" y="560"/>
                    <a:pt x="187" y="560"/>
                  </a:cubicBezTo>
                  <a:cubicBezTo>
                    <a:pt x="187" y="592"/>
                    <a:pt x="187" y="592"/>
                    <a:pt x="187" y="592"/>
                  </a:cubicBezTo>
                  <a:cubicBezTo>
                    <a:pt x="205" y="592"/>
                    <a:pt x="205" y="592"/>
                    <a:pt x="205" y="592"/>
                  </a:cubicBezTo>
                  <a:cubicBezTo>
                    <a:pt x="205" y="676"/>
                    <a:pt x="205" y="676"/>
                    <a:pt x="205" y="676"/>
                  </a:cubicBezTo>
                  <a:cubicBezTo>
                    <a:pt x="185" y="676"/>
                    <a:pt x="185" y="676"/>
                    <a:pt x="185" y="676"/>
                  </a:cubicBezTo>
                  <a:cubicBezTo>
                    <a:pt x="185" y="657"/>
                    <a:pt x="185" y="657"/>
                    <a:pt x="185" y="657"/>
                  </a:cubicBezTo>
                  <a:cubicBezTo>
                    <a:pt x="195" y="657"/>
                    <a:pt x="195" y="657"/>
                    <a:pt x="195" y="657"/>
                  </a:cubicBezTo>
                  <a:cubicBezTo>
                    <a:pt x="195" y="635"/>
                    <a:pt x="195" y="635"/>
                    <a:pt x="195" y="635"/>
                  </a:cubicBezTo>
                  <a:cubicBezTo>
                    <a:pt x="181" y="635"/>
                    <a:pt x="181" y="635"/>
                    <a:pt x="181" y="635"/>
                  </a:cubicBezTo>
                  <a:cubicBezTo>
                    <a:pt x="178" y="610"/>
                    <a:pt x="158" y="591"/>
                    <a:pt x="133" y="591"/>
                  </a:cubicBezTo>
                  <a:cubicBezTo>
                    <a:pt x="133" y="538"/>
                    <a:pt x="133" y="538"/>
                    <a:pt x="133" y="538"/>
                  </a:cubicBezTo>
                  <a:cubicBezTo>
                    <a:pt x="127" y="538"/>
                    <a:pt x="127" y="538"/>
                    <a:pt x="127" y="538"/>
                  </a:cubicBezTo>
                  <a:cubicBezTo>
                    <a:pt x="127" y="592"/>
                    <a:pt x="127" y="592"/>
                    <a:pt x="127" y="592"/>
                  </a:cubicBezTo>
                  <a:cubicBezTo>
                    <a:pt x="105" y="595"/>
                    <a:pt x="88" y="612"/>
                    <a:pt x="85" y="635"/>
                  </a:cubicBezTo>
                  <a:cubicBezTo>
                    <a:pt x="73" y="635"/>
                    <a:pt x="73" y="635"/>
                    <a:pt x="73" y="635"/>
                  </a:cubicBezTo>
                  <a:cubicBezTo>
                    <a:pt x="73" y="657"/>
                    <a:pt x="73" y="657"/>
                    <a:pt x="73" y="657"/>
                  </a:cubicBezTo>
                  <a:cubicBezTo>
                    <a:pt x="80" y="657"/>
                    <a:pt x="80" y="657"/>
                    <a:pt x="80" y="657"/>
                  </a:cubicBezTo>
                  <a:cubicBezTo>
                    <a:pt x="80" y="676"/>
                    <a:pt x="80" y="676"/>
                    <a:pt x="80" y="676"/>
                  </a:cubicBezTo>
                  <a:cubicBezTo>
                    <a:pt x="23" y="676"/>
                    <a:pt x="23" y="676"/>
                    <a:pt x="23" y="676"/>
                  </a:cubicBezTo>
                  <a:cubicBezTo>
                    <a:pt x="23" y="704"/>
                    <a:pt x="23" y="704"/>
                    <a:pt x="23" y="704"/>
                  </a:cubicBezTo>
                  <a:cubicBezTo>
                    <a:pt x="0" y="704"/>
                    <a:pt x="0" y="704"/>
                    <a:pt x="0" y="704"/>
                  </a:cubicBezTo>
                  <a:cubicBezTo>
                    <a:pt x="0" y="740"/>
                    <a:pt x="0" y="740"/>
                    <a:pt x="0" y="740"/>
                  </a:cubicBezTo>
                  <a:cubicBezTo>
                    <a:pt x="23" y="740"/>
                    <a:pt x="23" y="740"/>
                    <a:pt x="23" y="740"/>
                  </a:cubicBezTo>
                  <a:cubicBezTo>
                    <a:pt x="23" y="1021"/>
                    <a:pt x="23" y="1021"/>
                    <a:pt x="23" y="1021"/>
                  </a:cubicBezTo>
                  <a:cubicBezTo>
                    <a:pt x="1276" y="1011"/>
                    <a:pt x="1276" y="1011"/>
                    <a:pt x="1276" y="1011"/>
                  </a:cubicBezTo>
                  <a:cubicBezTo>
                    <a:pt x="1282" y="740"/>
                    <a:pt x="1282" y="740"/>
                    <a:pt x="1282" y="740"/>
                  </a:cubicBezTo>
                  <a:cubicBezTo>
                    <a:pt x="1301" y="740"/>
                    <a:pt x="1301" y="740"/>
                    <a:pt x="1301" y="740"/>
                  </a:cubicBezTo>
                  <a:lnTo>
                    <a:pt x="1301" y="70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2" name="Freeform 108">
              <a:extLst>
                <a:ext uri="{FF2B5EF4-FFF2-40B4-BE49-F238E27FC236}">
                  <a16:creationId xmlns:a16="http://schemas.microsoft.com/office/drawing/2014/main" id="{B2C6D4DC-2858-4BA6-9532-18F8A1B714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9" y="1170"/>
              <a:ext cx="1327" cy="255"/>
            </a:xfrm>
            <a:custGeom>
              <a:avLst/>
              <a:gdLst>
                <a:gd name="T0" fmla="*/ 1819 w 2323"/>
                <a:gd name="T1" fmla="*/ 16 h 446"/>
                <a:gd name="T2" fmla="*/ 1837 w 2323"/>
                <a:gd name="T3" fmla="*/ 357 h 446"/>
                <a:gd name="T4" fmla="*/ 2007 w 2323"/>
                <a:gd name="T5" fmla="*/ 292 h 446"/>
                <a:gd name="T6" fmla="*/ 2079 w 2323"/>
                <a:gd name="T7" fmla="*/ 301 h 446"/>
                <a:gd name="T8" fmla="*/ 2184 w 2323"/>
                <a:gd name="T9" fmla="*/ 311 h 446"/>
                <a:gd name="T10" fmla="*/ 2207 w 2323"/>
                <a:gd name="T11" fmla="*/ 279 h 446"/>
                <a:gd name="T12" fmla="*/ 2266 w 2323"/>
                <a:gd name="T13" fmla="*/ 360 h 446"/>
                <a:gd name="T14" fmla="*/ 2288 w 2323"/>
                <a:gd name="T15" fmla="*/ 367 h 446"/>
                <a:gd name="T16" fmla="*/ 2323 w 2323"/>
                <a:gd name="T17" fmla="*/ 387 h 446"/>
                <a:gd name="T18" fmla="*/ 0 w 2323"/>
                <a:gd name="T19" fmla="*/ 392 h 446"/>
                <a:gd name="T20" fmla="*/ 52 w 2323"/>
                <a:gd name="T21" fmla="*/ 354 h 446"/>
                <a:gd name="T22" fmla="*/ 167 w 2323"/>
                <a:gd name="T23" fmla="*/ 175 h 446"/>
                <a:gd name="T24" fmla="*/ 201 w 2323"/>
                <a:gd name="T25" fmla="*/ 309 h 446"/>
                <a:gd name="T26" fmla="*/ 237 w 2323"/>
                <a:gd name="T27" fmla="*/ 354 h 446"/>
                <a:gd name="T28" fmla="*/ 248 w 2323"/>
                <a:gd name="T29" fmla="*/ 269 h 446"/>
                <a:gd name="T30" fmla="*/ 373 w 2323"/>
                <a:gd name="T31" fmla="*/ 218 h 446"/>
                <a:gd name="T32" fmla="*/ 435 w 2323"/>
                <a:gd name="T33" fmla="*/ 228 h 446"/>
                <a:gd name="T34" fmla="*/ 478 w 2323"/>
                <a:gd name="T35" fmla="*/ 244 h 446"/>
                <a:gd name="T36" fmla="*/ 539 w 2323"/>
                <a:gd name="T37" fmla="*/ 150 h 446"/>
                <a:gd name="T38" fmla="*/ 580 w 2323"/>
                <a:gd name="T39" fmla="*/ 244 h 446"/>
                <a:gd name="T40" fmla="*/ 598 w 2323"/>
                <a:gd name="T41" fmla="*/ 346 h 446"/>
                <a:gd name="T42" fmla="*/ 713 w 2323"/>
                <a:gd name="T43" fmla="*/ 178 h 446"/>
                <a:gd name="T44" fmla="*/ 730 w 2323"/>
                <a:gd name="T45" fmla="*/ 289 h 446"/>
                <a:gd name="T46" fmla="*/ 772 w 2323"/>
                <a:gd name="T47" fmla="*/ 231 h 446"/>
                <a:gd name="T48" fmla="*/ 797 w 2323"/>
                <a:gd name="T49" fmla="*/ 209 h 446"/>
                <a:gd name="T50" fmla="*/ 898 w 2323"/>
                <a:gd name="T51" fmla="*/ 171 h 446"/>
                <a:gd name="T52" fmla="*/ 933 w 2323"/>
                <a:gd name="T53" fmla="*/ 199 h 446"/>
                <a:gd name="T54" fmla="*/ 958 w 2323"/>
                <a:gd name="T55" fmla="*/ 343 h 446"/>
                <a:gd name="T56" fmla="*/ 1000 w 2323"/>
                <a:gd name="T57" fmla="*/ 434 h 446"/>
                <a:gd name="T58" fmla="*/ 1023 w 2323"/>
                <a:gd name="T59" fmla="*/ 40 h 446"/>
                <a:gd name="T60" fmla="*/ 1075 w 2323"/>
                <a:gd name="T61" fmla="*/ 434 h 446"/>
                <a:gd name="T62" fmla="*/ 1081 w 2323"/>
                <a:gd name="T63" fmla="*/ 341 h 446"/>
                <a:gd name="T64" fmla="*/ 1094 w 2323"/>
                <a:gd name="T65" fmla="*/ 285 h 446"/>
                <a:gd name="T66" fmla="*/ 1148 w 2323"/>
                <a:gd name="T67" fmla="*/ 295 h 446"/>
                <a:gd name="T68" fmla="*/ 1159 w 2323"/>
                <a:gd name="T69" fmla="*/ 263 h 446"/>
                <a:gd name="T70" fmla="*/ 1178 w 2323"/>
                <a:gd name="T71" fmla="*/ 285 h 446"/>
                <a:gd name="T72" fmla="*/ 1336 w 2323"/>
                <a:gd name="T73" fmla="*/ 285 h 446"/>
                <a:gd name="T74" fmla="*/ 1381 w 2323"/>
                <a:gd name="T75" fmla="*/ 250 h 446"/>
                <a:gd name="T76" fmla="*/ 1421 w 2323"/>
                <a:gd name="T77" fmla="*/ 92 h 446"/>
                <a:gd name="T78" fmla="*/ 1433 w 2323"/>
                <a:gd name="T79" fmla="*/ 161 h 446"/>
                <a:gd name="T80" fmla="*/ 1462 w 2323"/>
                <a:gd name="T81" fmla="*/ 249 h 446"/>
                <a:gd name="T82" fmla="*/ 1507 w 2323"/>
                <a:gd name="T83" fmla="*/ 285 h 446"/>
                <a:gd name="T84" fmla="*/ 1650 w 2323"/>
                <a:gd name="T85" fmla="*/ 301 h 446"/>
                <a:gd name="T86" fmla="*/ 1677 w 2323"/>
                <a:gd name="T87" fmla="*/ 263 h 446"/>
                <a:gd name="T88" fmla="*/ 1735 w 2323"/>
                <a:gd name="T89" fmla="*/ 295 h 446"/>
                <a:gd name="T90" fmla="*/ 1743 w 2323"/>
                <a:gd name="T91" fmla="*/ 293 h 446"/>
                <a:gd name="T92" fmla="*/ 1755 w 2323"/>
                <a:gd name="T93" fmla="*/ 387 h 446"/>
                <a:gd name="T94" fmla="*/ 1800 w 2323"/>
                <a:gd name="T95" fmla="*/ 273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23" h="446">
                  <a:moveTo>
                    <a:pt x="1800" y="1"/>
                  </a:moveTo>
                  <a:cubicBezTo>
                    <a:pt x="1810" y="0"/>
                    <a:pt x="1805" y="13"/>
                    <a:pt x="1813" y="5"/>
                  </a:cubicBezTo>
                  <a:cubicBezTo>
                    <a:pt x="1815" y="8"/>
                    <a:pt x="1816" y="13"/>
                    <a:pt x="1819" y="16"/>
                  </a:cubicBezTo>
                  <a:cubicBezTo>
                    <a:pt x="1810" y="55"/>
                    <a:pt x="1823" y="97"/>
                    <a:pt x="1819" y="140"/>
                  </a:cubicBezTo>
                  <a:cubicBezTo>
                    <a:pt x="1817" y="146"/>
                    <a:pt x="1826" y="141"/>
                    <a:pt x="1826" y="145"/>
                  </a:cubicBezTo>
                  <a:cubicBezTo>
                    <a:pt x="1826" y="219"/>
                    <a:pt x="1832" y="288"/>
                    <a:pt x="1837" y="357"/>
                  </a:cubicBezTo>
                  <a:cubicBezTo>
                    <a:pt x="1839" y="332"/>
                    <a:pt x="1846" y="312"/>
                    <a:pt x="1843" y="282"/>
                  </a:cubicBezTo>
                  <a:cubicBezTo>
                    <a:pt x="1848" y="282"/>
                    <a:pt x="1848" y="277"/>
                    <a:pt x="1851" y="276"/>
                  </a:cubicBezTo>
                  <a:cubicBezTo>
                    <a:pt x="1902" y="282"/>
                    <a:pt x="1954" y="288"/>
                    <a:pt x="2007" y="292"/>
                  </a:cubicBezTo>
                  <a:cubicBezTo>
                    <a:pt x="2007" y="277"/>
                    <a:pt x="2007" y="262"/>
                    <a:pt x="2007" y="247"/>
                  </a:cubicBezTo>
                  <a:cubicBezTo>
                    <a:pt x="2017" y="255"/>
                    <a:pt x="2013" y="277"/>
                    <a:pt x="2014" y="293"/>
                  </a:cubicBezTo>
                  <a:cubicBezTo>
                    <a:pt x="2035" y="297"/>
                    <a:pt x="2057" y="299"/>
                    <a:pt x="2079" y="301"/>
                  </a:cubicBezTo>
                  <a:cubicBezTo>
                    <a:pt x="2082" y="253"/>
                    <a:pt x="2084" y="223"/>
                    <a:pt x="2084" y="175"/>
                  </a:cubicBezTo>
                  <a:cubicBezTo>
                    <a:pt x="2093" y="214"/>
                    <a:pt x="2093" y="261"/>
                    <a:pt x="2097" y="304"/>
                  </a:cubicBezTo>
                  <a:cubicBezTo>
                    <a:pt x="2129" y="303"/>
                    <a:pt x="2153" y="311"/>
                    <a:pt x="2184" y="311"/>
                  </a:cubicBezTo>
                  <a:cubicBezTo>
                    <a:pt x="2189" y="311"/>
                    <a:pt x="2189" y="316"/>
                    <a:pt x="2192" y="317"/>
                  </a:cubicBezTo>
                  <a:cubicBezTo>
                    <a:pt x="2199" y="277"/>
                    <a:pt x="2197" y="229"/>
                    <a:pt x="2197" y="183"/>
                  </a:cubicBezTo>
                  <a:cubicBezTo>
                    <a:pt x="2207" y="208"/>
                    <a:pt x="2205" y="246"/>
                    <a:pt x="2207" y="279"/>
                  </a:cubicBezTo>
                  <a:cubicBezTo>
                    <a:pt x="2204" y="285"/>
                    <a:pt x="2214" y="280"/>
                    <a:pt x="2213" y="284"/>
                  </a:cubicBezTo>
                  <a:cubicBezTo>
                    <a:pt x="2211" y="310"/>
                    <a:pt x="2218" y="327"/>
                    <a:pt x="2216" y="352"/>
                  </a:cubicBezTo>
                  <a:cubicBezTo>
                    <a:pt x="2222" y="366"/>
                    <a:pt x="2248" y="359"/>
                    <a:pt x="2266" y="360"/>
                  </a:cubicBezTo>
                  <a:cubicBezTo>
                    <a:pt x="2265" y="358"/>
                    <a:pt x="2266" y="357"/>
                    <a:pt x="2267" y="357"/>
                  </a:cubicBezTo>
                  <a:cubicBezTo>
                    <a:pt x="2277" y="317"/>
                    <a:pt x="2267" y="259"/>
                    <a:pt x="2275" y="218"/>
                  </a:cubicBezTo>
                  <a:cubicBezTo>
                    <a:pt x="2278" y="269"/>
                    <a:pt x="2287" y="314"/>
                    <a:pt x="2288" y="367"/>
                  </a:cubicBezTo>
                  <a:cubicBezTo>
                    <a:pt x="2297" y="370"/>
                    <a:pt x="2305" y="373"/>
                    <a:pt x="2317" y="373"/>
                  </a:cubicBezTo>
                  <a:cubicBezTo>
                    <a:pt x="2319" y="380"/>
                    <a:pt x="2312" y="378"/>
                    <a:pt x="2314" y="384"/>
                  </a:cubicBezTo>
                  <a:cubicBezTo>
                    <a:pt x="2313" y="389"/>
                    <a:pt x="2323" y="383"/>
                    <a:pt x="2323" y="387"/>
                  </a:cubicBezTo>
                  <a:cubicBezTo>
                    <a:pt x="2323" y="407"/>
                    <a:pt x="2323" y="427"/>
                    <a:pt x="2323" y="446"/>
                  </a:cubicBezTo>
                  <a:cubicBezTo>
                    <a:pt x="1549" y="446"/>
                    <a:pt x="774" y="446"/>
                    <a:pt x="0" y="446"/>
                  </a:cubicBezTo>
                  <a:cubicBezTo>
                    <a:pt x="0" y="428"/>
                    <a:pt x="0" y="410"/>
                    <a:pt x="0" y="392"/>
                  </a:cubicBezTo>
                  <a:cubicBezTo>
                    <a:pt x="10" y="392"/>
                    <a:pt x="21" y="392"/>
                    <a:pt x="32" y="392"/>
                  </a:cubicBezTo>
                  <a:cubicBezTo>
                    <a:pt x="34" y="383"/>
                    <a:pt x="36" y="361"/>
                    <a:pt x="28" y="357"/>
                  </a:cubicBezTo>
                  <a:cubicBezTo>
                    <a:pt x="34" y="354"/>
                    <a:pt x="43" y="353"/>
                    <a:pt x="52" y="354"/>
                  </a:cubicBezTo>
                  <a:cubicBezTo>
                    <a:pt x="56" y="329"/>
                    <a:pt x="39" y="284"/>
                    <a:pt x="78" y="295"/>
                  </a:cubicBezTo>
                  <a:cubicBezTo>
                    <a:pt x="78" y="255"/>
                    <a:pt x="78" y="215"/>
                    <a:pt x="78" y="175"/>
                  </a:cubicBezTo>
                  <a:cubicBezTo>
                    <a:pt x="108" y="175"/>
                    <a:pt x="137" y="175"/>
                    <a:pt x="167" y="175"/>
                  </a:cubicBezTo>
                  <a:cubicBezTo>
                    <a:pt x="167" y="185"/>
                    <a:pt x="167" y="196"/>
                    <a:pt x="167" y="206"/>
                  </a:cubicBezTo>
                  <a:cubicBezTo>
                    <a:pt x="177" y="204"/>
                    <a:pt x="185" y="201"/>
                    <a:pt x="197" y="202"/>
                  </a:cubicBezTo>
                  <a:cubicBezTo>
                    <a:pt x="199" y="237"/>
                    <a:pt x="193" y="280"/>
                    <a:pt x="201" y="309"/>
                  </a:cubicBezTo>
                  <a:cubicBezTo>
                    <a:pt x="202" y="316"/>
                    <a:pt x="205" y="303"/>
                    <a:pt x="207" y="309"/>
                  </a:cubicBezTo>
                  <a:cubicBezTo>
                    <a:pt x="214" y="318"/>
                    <a:pt x="208" y="339"/>
                    <a:pt x="210" y="352"/>
                  </a:cubicBezTo>
                  <a:cubicBezTo>
                    <a:pt x="216" y="356"/>
                    <a:pt x="229" y="353"/>
                    <a:pt x="237" y="354"/>
                  </a:cubicBezTo>
                  <a:cubicBezTo>
                    <a:pt x="241" y="352"/>
                    <a:pt x="238" y="343"/>
                    <a:pt x="239" y="338"/>
                  </a:cubicBezTo>
                  <a:cubicBezTo>
                    <a:pt x="242" y="338"/>
                    <a:pt x="245" y="338"/>
                    <a:pt x="248" y="338"/>
                  </a:cubicBezTo>
                  <a:cubicBezTo>
                    <a:pt x="248" y="315"/>
                    <a:pt x="248" y="292"/>
                    <a:pt x="248" y="269"/>
                  </a:cubicBezTo>
                  <a:cubicBezTo>
                    <a:pt x="276" y="269"/>
                    <a:pt x="304" y="269"/>
                    <a:pt x="331" y="269"/>
                  </a:cubicBezTo>
                  <a:cubicBezTo>
                    <a:pt x="335" y="256"/>
                    <a:pt x="332" y="235"/>
                    <a:pt x="333" y="218"/>
                  </a:cubicBezTo>
                  <a:cubicBezTo>
                    <a:pt x="346" y="218"/>
                    <a:pt x="360" y="218"/>
                    <a:pt x="373" y="218"/>
                  </a:cubicBezTo>
                  <a:cubicBezTo>
                    <a:pt x="376" y="211"/>
                    <a:pt x="375" y="200"/>
                    <a:pt x="381" y="196"/>
                  </a:cubicBezTo>
                  <a:cubicBezTo>
                    <a:pt x="389" y="201"/>
                    <a:pt x="376" y="211"/>
                    <a:pt x="381" y="223"/>
                  </a:cubicBezTo>
                  <a:cubicBezTo>
                    <a:pt x="395" y="228"/>
                    <a:pt x="423" y="220"/>
                    <a:pt x="435" y="228"/>
                  </a:cubicBezTo>
                  <a:cubicBezTo>
                    <a:pt x="431" y="249"/>
                    <a:pt x="440" y="306"/>
                    <a:pt x="432" y="340"/>
                  </a:cubicBezTo>
                  <a:cubicBezTo>
                    <a:pt x="444" y="343"/>
                    <a:pt x="462" y="340"/>
                    <a:pt x="476" y="341"/>
                  </a:cubicBezTo>
                  <a:cubicBezTo>
                    <a:pt x="480" y="312"/>
                    <a:pt x="477" y="276"/>
                    <a:pt x="478" y="244"/>
                  </a:cubicBezTo>
                  <a:cubicBezTo>
                    <a:pt x="486" y="246"/>
                    <a:pt x="489" y="243"/>
                    <a:pt x="488" y="234"/>
                  </a:cubicBezTo>
                  <a:cubicBezTo>
                    <a:pt x="503" y="234"/>
                    <a:pt x="518" y="234"/>
                    <a:pt x="534" y="234"/>
                  </a:cubicBezTo>
                  <a:cubicBezTo>
                    <a:pt x="543" y="214"/>
                    <a:pt x="537" y="178"/>
                    <a:pt x="539" y="150"/>
                  </a:cubicBezTo>
                  <a:cubicBezTo>
                    <a:pt x="546" y="172"/>
                    <a:pt x="540" y="207"/>
                    <a:pt x="542" y="234"/>
                  </a:cubicBezTo>
                  <a:cubicBezTo>
                    <a:pt x="550" y="234"/>
                    <a:pt x="559" y="234"/>
                    <a:pt x="567" y="234"/>
                  </a:cubicBezTo>
                  <a:cubicBezTo>
                    <a:pt x="570" y="239"/>
                    <a:pt x="570" y="247"/>
                    <a:pt x="580" y="244"/>
                  </a:cubicBezTo>
                  <a:cubicBezTo>
                    <a:pt x="580" y="258"/>
                    <a:pt x="580" y="273"/>
                    <a:pt x="580" y="287"/>
                  </a:cubicBezTo>
                  <a:cubicBezTo>
                    <a:pt x="583" y="291"/>
                    <a:pt x="592" y="288"/>
                    <a:pt x="598" y="289"/>
                  </a:cubicBezTo>
                  <a:cubicBezTo>
                    <a:pt x="598" y="308"/>
                    <a:pt x="598" y="327"/>
                    <a:pt x="598" y="346"/>
                  </a:cubicBezTo>
                  <a:cubicBezTo>
                    <a:pt x="604" y="350"/>
                    <a:pt x="617" y="346"/>
                    <a:pt x="626" y="348"/>
                  </a:cubicBezTo>
                  <a:cubicBezTo>
                    <a:pt x="626" y="291"/>
                    <a:pt x="626" y="235"/>
                    <a:pt x="626" y="178"/>
                  </a:cubicBezTo>
                  <a:cubicBezTo>
                    <a:pt x="655" y="178"/>
                    <a:pt x="684" y="178"/>
                    <a:pt x="713" y="178"/>
                  </a:cubicBezTo>
                  <a:cubicBezTo>
                    <a:pt x="713" y="232"/>
                    <a:pt x="713" y="286"/>
                    <a:pt x="713" y="340"/>
                  </a:cubicBezTo>
                  <a:cubicBezTo>
                    <a:pt x="715" y="343"/>
                    <a:pt x="725" y="340"/>
                    <a:pt x="730" y="341"/>
                  </a:cubicBezTo>
                  <a:cubicBezTo>
                    <a:pt x="730" y="324"/>
                    <a:pt x="730" y="306"/>
                    <a:pt x="730" y="289"/>
                  </a:cubicBezTo>
                  <a:cubicBezTo>
                    <a:pt x="734" y="289"/>
                    <a:pt x="739" y="289"/>
                    <a:pt x="743" y="289"/>
                  </a:cubicBezTo>
                  <a:cubicBezTo>
                    <a:pt x="742" y="265"/>
                    <a:pt x="744" y="245"/>
                    <a:pt x="752" y="231"/>
                  </a:cubicBezTo>
                  <a:cubicBezTo>
                    <a:pt x="759" y="231"/>
                    <a:pt x="765" y="231"/>
                    <a:pt x="772" y="231"/>
                  </a:cubicBezTo>
                  <a:cubicBezTo>
                    <a:pt x="781" y="245"/>
                    <a:pt x="781" y="270"/>
                    <a:pt x="783" y="292"/>
                  </a:cubicBezTo>
                  <a:cubicBezTo>
                    <a:pt x="791" y="291"/>
                    <a:pt x="786" y="278"/>
                    <a:pt x="794" y="277"/>
                  </a:cubicBezTo>
                  <a:cubicBezTo>
                    <a:pt x="792" y="251"/>
                    <a:pt x="799" y="235"/>
                    <a:pt x="797" y="209"/>
                  </a:cubicBezTo>
                  <a:cubicBezTo>
                    <a:pt x="798" y="204"/>
                    <a:pt x="804" y="205"/>
                    <a:pt x="807" y="202"/>
                  </a:cubicBezTo>
                  <a:cubicBezTo>
                    <a:pt x="816" y="156"/>
                    <a:pt x="843" y="128"/>
                    <a:pt x="894" y="124"/>
                  </a:cubicBezTo>
                  <a:cubicBezTo>
                    <a:pt x="896" y="139"/>
                    <a:pt x="891" y="161"/>
                    <a:pt x="898" y="171"/>
                  </a:cubicBezTo>
                  <a:cubicBezTo>
                    <a:pt x="902" y="168"/>
                    <a:pt x="908" y="173"/>
                    <a:pt x="913" y="169"/>
                  </a:cubicBezTo>
                  <a:cubicBezTo>
                    <a:pt x="913" y="178"/>
                    <a:pt x="913" y="188"/>
                    <a:pt x="913" y="198"/>
                  </a:cubicBezTo>
                  <a:cubicBezTo>
                    <a:pt x="917" y="201"/>
                    <a:pt x="927" y="198"/>
                    <a:pt x="933" y="199"/>
                  </a:cubicBezTo>
                  <a:cubicBezTo>
                    <a:pt x="933" y="223"/>
                    <a:pt x="933" y="247"/>
                    <a:pt x="933" y="271"/>
                  </a:cubicBezTo>
                  <a:cubicBezTo>
                    <a:pt x="938" y="275"/>
                    <a:pt x="950" y="272"/>
                    <a:pt x="958" y="273"/>
                  </a:cubicBezTo>
                  <a:cubicBezTo>
                    <a:pt x="958" y="296"/>
                    <a:pt x="958" y="319"/>
                    <a:pt x="958" y="343"/>
                  </a:cubicBezTo>
                  <a:cubicBezTo>
                    <a:pt x="962" y="346"/>
                    <a:pt x="973" y="343"/>
                    <a:pt x="980" y="344"/>
                  </a:cubicBezTo>
                  <a:cubicBezTo>
                    <a:pt x="980" y="374"/>
                    <a:pt x="980" y="403"/>
                    <a:pt x="980" y="432"/>
                  </a:cubicBezTo>
                  <a:cubicBezTo>
                    <a:pt x="984" y="436"/>
                    <a:pt x="994" y="433"/>
                    <a:pt x="1000" y="434"/>
                  </a:cubicBezTo>
                  <a:cubicBezTo>
                    <a:pt x="998" y="400"/>
                    <a:pt x="1005" y="375"/>
                    <a:pt x="1003" y="341"/>
                  </a:cubicBezTo>
                  <a:cubicBezTo>
                    <a:pt x="1000" y="335"/>
                    <a:pt x="1008" y="340"/>
                    <a:pt x="1008" y="336"/>
                  </a:cubicBezTo>
                  <a:cubicBezTo>
                    <a:pt x="1010" y="234"/>
                    <a:pt x="1020" y="140"/>
                    <a:pt x="1023" y="40"/>
                  </a:cubicBezTo>
                  <a:cubicBezTo>
                    <a:pt x="1031" y="34"/>
                    <a:pt x="1033" y="21"/>
                    <a:pt x="1043" y="17"/>
                  </a:cubicBezTo>
                  <a:cubicBezTo>
                    <a:pt x="1048" y="28"/>
                    <a:pt x="1055" y="37"/>
                    <a:pt x="1059" y="49"/>
                  </a:cubicBezTo>
                  <a:cubicBezTo>
                    <a:pt x="1061" y="180"/>
                    <a:pt x="1072" y="303"/>
                    <a:pt x="1075" y="434"/>
                  </a:cubicBezTo>
                  <a:cubicBezTo>
                    <a:pt x="1078" y="434"/>
                    <a:pt x="1082" y="434"/>
                    <a:pt x="1086" y="434"/>
                  </a:cubicBezTo>
                  <a:cubicBezTo>
                    <a:pt x="1090" y="426"/>
                    <a:pt x="1088" y="412"/>
                    <a:pt x="1081" y="410"/>
                  </a:cubicBezTo>
                  <a:cubicBezTo>
                    <a:pt x="1090" y="397"/>
                    <a:pt x="1091" y="353"/>
                    <a:pt x="1081" y="341"/>
                  </a:cubicBezTo>
                  <a:cubicBezTo>
                    <a:pt x="1090" y="339"/>
                    <a:pt x="1089" y="317"/>
                    <a:pt x="1084" y="311"/>
                  </a:cubicBezTo>
                  <a:cubicBezTo>
                    <a:pt x="1091" y="308"/>
                    <a:pt x="1094" y="302"/>
                    <a:pt x="1100" y="298"/>
                  </a:cubicBezTo>
                  <a:cubicBezTo>
                    <a:pt x="1100" y="292"/>
                    <a:pt x="1092" y="294"/>
                    <a:pt x="1094" y="285"/>
                  </a:cubicBezTo>
                  <a:cubicBezTo>
                    <a:pt x="1097" y="288"/>
                    <a:pt x="1102" y="289"/>
                    <a:pt x="1110" y="289"/>
                  </a:cubicBezTo>
                  <a:cubicBezTo>
                    <a:pt x="1112" y="294"/>
                    <a:pt x="1104" y="290"/>
                    <a:pt x="1106" y="295"/>
                  </a:cubicBezTo>
                  <a:cubicBezTo>
                    <a:pt x="1120" y="295"/>
                    <a:pt x="1134" y="295"/>
                    <a:pt x="1148" y="295"/>
                  </a:cubicBezTo>
                  <a:cubicBezTo>
                    <a:pt x="1151" y="293"/>
                    <a:pt x="1154" y="289"/>
                    <a:pt x="1153" y="282"/>
                  </a:cubicBezTo>
                  <a:cubicBezTo>
                    <a:pt x="1162" y="285"/>
                    <a:pt x="1161" y="277"/>
                    <a:pt x="1165" y="276"/>
                  </a:cubicBezTo>
                  <a:cubicBezTo>
                    <a:pt x="1167" y="267"/>
                    <a:pt x="1159" y="269"/>
                    <a:pt x="1159" y="263"/>
                  </a:cubicBezTo>
                  <a:cubicBezTo>
                    <a:pt x="1166" y="261"/>
                    <a:pt x="1168" y="265"/>
                    <a:pt x="1172" y="266"/>
                  </a:cubicBezTo>
                  <a:cubicBezTo>
                    <a:pt x="1168" y="276"/>
                    <a:pt x="1173" y="275"/>
                    <a:pt x="1172" y="289"/>
                  </a:cubicBezTo>
                  <a:cubicBezTo>
                    <a:pt x="1177" y="290"/>
                    <a:pt x="1173" y="283"/>
                    <a:pt x="1178" y="285"/>
                  </a:cubicBezTo>
                  <a:cubicBezTo>
                    <a:pt x="1181" y="308"/>
                    <a:pt x="1209" y="304"/>
                    <a:pt x="1221" y="317"/>
                  </a:cubicBezTo>
                  <a:cubicBezTo>
                    <a:pt x="1256" y="315"/>
                    <a:pt x="1299" y="321"/>
                    <a:pt x="1328" y="314"/>
                  </a:cubicBezTo>
                  <a:cubicBezTo>
                    <a:pt x="1324" y="307"/>
                    <a:pt x="1333" y="295"/>
                    <a:pt x="1336" y="285"/>
                  </a:cubicBezTo>
                  <a:cubicBezTo>
                    <a:pt x="1340" y="290"/>
                    <a:pt x="1351" y="288"/>
                    <a:pt x="1360" y="289"/>
                  </a:cubicBezTo>
                  <a:cubicBezTo>
                    <a:pt x="1366" y="282"/>
                    <a:pt x="1380" y="271"/>
                    <a:pt x="1371" y="260"/>
                  </a:cubicBezTo>
                  <a:cubicBezTo>
                    <a:pt x="1374" y="257"/>
                    <a:pt x="1377" y="253"/>
                    <a:pt x="1381" y="250"/>
                  </a:cubicBezTo>
                  <a:cubicBezTo>
                    <a:pt x="1380" y="243"/>
                    <a:pt x="1374" y="238"/>
                    <a:pt x="1384" y="236"/>
                  </a:cubicBezTo>
                  <a:cubicBezTo>
                    <a:pt x="1379" y="203"/>
                    <a:pt x="1398" y="167"/>
                    <a:pt x="1416" y="147"/>
                  </a:cubicBezTo>
                  <a:cubicBezTo>
                    <a:pt x="1409" y="131"/>
                    <a:pt x="1422" y="113"/>
                    <a:pt x="1421" y="92"/>
                  </a:cubicBezTo>
                  <a:cubicBezTo>
                    <a:pt x="1428" y="99"/>
                    <a:pt x="1421" y="111"/>
                    <a:pt x="1424" y="121"/>
                  </a:cubicBezTo>
                  <a:cubicBezTo>
                    <a:pt x="1425" y="128"/>
                    <a:pt x="1435" y="135"/>
                    <a:pt x="1427" y="143"/>
                  </a:cubicBezTo>
                  <a:cubicBezTo>
                    <a:pt x="1429" y="149"/>
                    <a:pt x="1436" y="150"/>
                    <a:pt x="1433" y="161"/>
                  </a:cubicBezTo>
                  <a:cubicBezTo>
                    <a:pt x="1450" y="170"/>
                    <a:pt x="1459" y="200"/>
                    <a:pt x="1456" y="218"/>
                  </a:cubicBezTo>
                  <a:cubicBezTo>
                    <a:pt x="1453" y="225"/>
                    <a:pt x="1463" y="219"/>
                    <a:pt x="1462" y="223"/>
                  </a:cubicBezTo>
                  <a:cubicBezTo>
                    <a:pt x="1453" y="235"/>
                    <a:pt x="1469" y="240"/>
                    <a:pt x="1462" y="249"/>
                  </a:cubicBezTo>
                  <a:cubicBezTo>
                    <a:pt x="1467" y="250"/>
                    <a:pt x="1463" y="259"/>
                    <a:pt x="1472" y="257"/>
                  </a:cubicBezTo>
                  <a:cubicBezTo>
                    <a:pt x="1462" y="269"/>
                    <a:pt x="1476" y="281"/>
                    <a:pt x="1481" y="289"/>
                  </a:cubicBezTo>
                  <a:cubicBezTo>
                    <a:pt x="1490" y="288"/>
                    <a:pt x="1502" y="290"/>
                    <a:pt x="1507" y="285"/>
                  </a:cubicBezTo>
                  <a:cubicBezTo>
                    <a:pt x="1507" y="298"/>
                    <a:pt x="1521" y="304"/>
                    <a:pt x="1513" y="316"/>
                  </a:cubicBezTo>
                  <a:cubicBezTo>
                    <a:pt x="1545" y="314"/>
                    <a:pt x="1588" y="324"/>
                    <a:pt x="1620" y="317"/>
                  </a:cubicBezTo>
                  <a:cubicBezTo>
                    <a:pt x="1627" y="316"/>
                    <a:pt x="1641" y="306"/>
                    <a:pt x="1650" y="301"/>
                  </a:cubicBezTo>
                  <a:cubicBezTo>
                    <a:pt x="1659" y="297"/>
                    <a:pt x="1666" y="298"/>
                    <a:pt x="1665" y="285"/>
                  </a:cubicBezTo>
                  <a:cubicBezTo>
                    <a:pt x="1668" y="284"/>
                    <a:pt x="1667" y="288"/>
                    <a:pt x="1669" y="289"/>
                  </a:cubicBezTo>
                  <a:cubicBezTo>
                    <a:pt x="1674" y="282"/>
                    <a:pt x="1666" y="263"/>
                    <a:pt x="1677" y="263"/>
                  </a:cubicBezTo>
                  <a:cubicBezTo>
                    <a:pt x="1686" y="266"/>
                    <a:pt x="1674" y="270"/>
                    <a:pt x="1677" y="277"/>
                  </a:cubicBezTo>
                  <a:cubicBezTo>
                    <a:pt x="1680" y="281"/>
                    <a:pt x="1683" y="283"/>
                    <a:pt x="1690" y="282"/>
                  </a:cubicBezTo>
                  <a:cubicBezTo>
                    <a:pt x="1680" y="299"/>
                    <a:pt x="1717" y="294"/>
                    <a:pt x="1735" y="295"/>
                  </a:cubicBezTo>
                  <a:cubicBezTo>
                    <a:pt x="1741" y="292"/>
                    <a:pt x="1731" y="293"/>
                    <a:pt x="1733" y="289"/>
                  </a:cubicBezTo>
                  <a:cubicBezTo>
                    <a:pt x="1740" y="289"/>
                    <a:pt x="1745" y="288"/>
                    <a:pt x="1749" y="285"/>
                  </a:cubicBezTo>
                  <a:cubicBezTo>
                    <a:pt x="1752" y="293"/>
                    <a:pt x="1745" y="290"/>
                    <a:pt x="1743" y="293"/>
                  </a:cubicBezTo>
                  <a:cubicBezTo>
                    <a:pt x="1745" y="301"/>
                    <a:pt x="1749" y="308"/>
                    <a:pt x="1759" y="309"/>
                  </a:cubicBezTo>
                  <a:cubicBezTo>
                    <a:pt x="1756" y="315"/>
                    <a:pt x="1751" y="339"/>
                    <a:pt x="1762" y="340"/>
                  </a:cubicBezTo>
                  <a:cubicBezTo>
                    <a:pt x="1753" y="349"/>
                    <a:pt x="1756" y="370"/>
                    <a:pt x="1755" y="387"/>
                  </a:cubicBezTo>
                  <a:cubicBezTo>
                    <a:pt x="1760" y="391"/>
                    <a:pt x="1772" y="388"/>
                    <a:pt x="1779" y="389"/>
                  </a:cubicBezTo>
                  <a:cubicBezTo>
                    <a:pt x="1790" y="339"/>
                    <a:pt x="1786" y="274"/>
                    <a:pt x="1794" y="222"/>
                  </a:cubicBezTo>
                  <a:cubicBezTo>
                    <a:pt x="1803" y="231"/>
                    <a:pt x="1791" y="263"/>
                    <a:pt x="1800" y="273"/>
                  </a:cubicBezTo>
                  <a:cubicBezTo>
                    <a:pt x="1804" y="188"/>
                    <a:pt x="1807" y="102"/>
                    <a:pt x="1810" y="17"/>
                  </a:cubicBezTo>
                  <a:cubicBezTo>
                    <a:pt x="1807" y="12"/>
                    <a:pt x="1802" y="8"/>
                    <a:pt x="18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3" name="Freeform 109">
              <a:extLst>
                <a:ext uri="{FF2B5EF4-FFF2-40B4-BE49-F238E27FC236}">
                  <a16:creationId xmlns:a16="http://schemas.microsoft.com/office/drawing/2014/main" id="{22B9D0F0-9DB3-47E4-98E9-830D52019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" y="1153"/>
              <a:ext cx="1328" cy="255"/>
            </a:xfrm>
            <a:custGeom>
              <a:avLst/>
              <a:gdLst>
                <a:gd name="T0" fmla="*/ 1819 w 2323"/>
                <a:gd name="T1" fmla="*/ 16 h 446"/>
                <a:gd name="T2" fmla="*/ 1837 w 2323"/>
                <a:gd name="T3" fmla="*/ 357 h 446"/>
                <a:gd name="T4" fmla="*/ 2007 w 2323"/>
                <a:gd name="T5" fmla="*/ 292 h 446"/>
                <a:gd name="T6" fmla="*/ 2079 w 2323"/>
                <a:gd name="T7" fmla="*/ 301 h 446"/>
                <a:gd name="T8" fmla="*/ 2184 w 2323"/>
                <a:gd name="T9" fmla="*/ 311 h 446"/>
                <a:gd name="T10" fmla="*/ 2207 w 2323"/>
                <a:gd name="T11" fmla="*/ 279 h 446"/>
                <a:gd name="T12" fmla="*/ 2266 w 2323"/>
                <a:gd name="T13" fmla="*/ 360 h 446"/>
                <a:gd name="T14" fmla="*/ 2288 w 2323"/>
                <a:gd name="T15" fmla="*/ 367 h 446"/>
                <a:gd name="T16" fmla="*/ 2323 w 2323"/>
                <a:gd name="T17" fmla="*/ 387 h 446"/>
                <a:gd name="T18" fmla="*/ 0 w 2323"/>
                <a:gd name="T19" fmla="*/ 392 h 446"/>
                <a:gd name="T20" fmla="*/ 52 w 2323"/>
                <a:gd name="T21" fmla="*/ 354 h 446"/>
                <a:gd name="T22" fmla="*/ 167 w 2323"/>
                <a:gd name="T23" fmla="*/ 175 h 446"/>
                <a:gd name="T24" fmla="*/ 201 w 2323"/>
                <a:gd name="T25" fmla="*/ 309 h 446"/>
                <a:gd name="T26" fmla="*/ 237 w 2323"/>
                <a:gd name="T27" fmla="*/ 354 h 446"/>
                <a:gd name="T28" fmla="*/ 248 w 2323"/>
                <a:gd name="T29" fmla="*/ 269 h 446"/>
                <a:gd name="T30" fmla="*/ 373 w 2323"/>
                <a:gd name="T31" fmla="*/ 218 h 446"/>
                <a:gd name="T32" fmla="*/ 435 w 2323"/>
                <a:gd name="T33" fmla="*/ 228 h 446"/>
                <a:gd name="T34" fmla="*/ 478 w 2323"/>
                <a:gd name="T35" fmla="*/ 244 h 446"/>
                <a:gd name="T36" fmla="*/ 539 w 2323"/>
                <a:gd name="T37" fmla="*/ 150 h 446"/>
                <a:gd name="T38" fmla="*/ 580 w 2323"/>
                <a:gd name="T39" fmla="*/ 244 h 446"/>
                <a:gd name="T40" fmla="*/ 598 w 2323"/>
                <a:gd name="T41" fmla="*/ 346 h 446"/>
                <a:gd name="T42" fmla="*/ 712 w 2323"/>
                <a:gd name="T43" fmla="*/ 178 h 446"/>
                <a:gd name="T44" fmla="*/ 730 w 2323"/>
                <a:gd name="T45" fmla="*/ 289 h 446"/>
                <a:gd name="T46" fmla="*/ 771 w 2323"/>
                <a:gd name="T47" fmla="*/ 231 h 446"/>
                <a:gd name="T48" fmla="*/ 797 w 2323"/>
                <a:gd name="T49" fmla="*/ 209 h 446"/>
                <a:gd name="T50" fmla="*/ 897 w 2323"/>
                <a:gd name="T51" fmla="*/ 171 h 446"/>
                <a:gd name="T52" fmla="*/ 933 w 2323"/>
                <a:gd name="T53" fmla="*/ 199 h 446"/>
                <a:gd name="T54" fmla="*/ 958 w 2323"/>
                <a:gd name="T55" fmla="*/ 343 h 446"/>
                <a:gd name="T56" fmla="*/ 1000 w 2323"/>
                <a:gd name="T57" fmla="*/ 434 h 446"/>
                <a:gd name="T58" fmla="*/ 1023 w 2323"/>
                <a:gd name="T59" fmla="*/ 40 h 446"/>
                <a:gd name="T60" fmla="*/ 1074 w 2323"/>
                <a:gd name="T61" fmla="*/ 434 h 446"/>
                <a:gd name="T62" fmla="*/ 1081 w 2323"/>
                <a:gd name="T63" fmla="*/ 341 h 446"/>
                <a:gd name="T64" fmla="*/ 1094 w 2323"/>
                <a:gd name="T65" fmla="*/ 285 h 446"/>
                <a:gd name="T66" fmla="*/ 1148 w 2323"/>
                <a:gd name="T67" fmla="*/ 295 h 446"/>
                <a:gd name="T68" fmla="*/ 1159 w 2323"/>
                <a:gd name="T69" fmla="*/ 263 h 446"/>
                <a:gd name="T70" fmla="*/ 1178 w 2323"/>
                <a:gd name="T71" fmla="*/ 285 h 446"/>
                <a:gd name="T72" fmla="*/ 1336 w 2323"/>
                <a:gd name="T73" fmla="*/ 285 h 446"/>
                <a:gd name="T74" fmla="*/ 1381 w 2323"/>
                <a:gd name="T75" fmla="*/ 250 h 446"/>
                <a:gd name="T76" fmla="*/ 1421 w 2323"/>
                <a:gd name="T77" fmla="*/ 92 h 446"/>
                <a:gd name="T78" fmla="*/ 1433 w 2323"/>
                <a:gd name="T79" fmla="*/ 161 h 446"/>
                <a:gd name="T80" fmla="*/ 1462 w 2323"/>
                <a:gd name="T81" fmla="*/ 249 h 446"/>
                <a:gd name="T82" fmla="*/ 1507 w 2323"/>
                <a:gd name="T83" fmla="*/ 285 h 446"/>
                <a:gd name="T84" fmla="*/ 1650 w 2323"/>
                <a:gd name="T85" fmla="*/ 301 h 446"/>
                <a:gd name="T86" fmla="*/ 1677 w 2323"/>
                <a:gd name="T87" fmla="*/ 263 h 446"/>
                <a:gd name="T88" fmla="*/ 1735 w 2323"/>
                <a:gd name="T89" fmla="*/ 295 h 446"/>
                <a:gd name="T90" fmla="*/ 1743 w 2323"/>
                <a:gd name="T91" fmla="*/ 293 h 446"/>
                <a:gd name="T92" fmla="*/ 1755 w 2323"/>
                <a:gd name="T93" fmla="*/ 387 h 446"/>
                <a:gd name="T94" fmla="*/ 1800 w 2323"/>
                <a:gd name="T95" fmla="*/ 273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23" h="446">
                  <a:moveTo>
                    <a:pt x="1800" y="1"/>
                  </a:moveTo>
                  <a:cubicBezTo>
                    <a:pt x="1810" y="0"/>
                    <a:pt x="1805" y="13"/>
                    <a:pt x="1813" y="5"/>
                  </a:cubicBezTo>
                  <a:cubicBezTo>
                    <a:pt x="1815" y="8"/>
                    <a:pt x="1816" y="13"/>
                    <a:pt x="1819" y="16"/>
                  </a:cubicBezTo>
                  <a:cubicBezTo>
                    <a:pt x="1810" y="55"/>
                    <a:pt x="1823" y="97"/>
                    <a:pt x="1819" y="140"/>
                  </a:cubicBezTo>
                  <a:cubicBezTo>
                    <a:pt x="1817" y="146"/>
                    <a:pt x="1826" y="141"/>
                    <a:pt x="1826" y="145"/>
                  </a:cubicBezTo>
                  <a:cubicBezTo>
                    <a:pt x="1826" y="219"/>
                    <a:pt x="1831" y="288"/>
                    <a:pt x="1837" y="357"/>
                  </a:cubicBezTo>
                  <a:cubicBezTo>
                    <a:pt x="1839" y="332"/>
                    <a:pt x="1846" y="312"/>
                    <a:pt x="1843" y="282"/>
                  </a:cubicBezTo>
                  <a:cubicBezTo>
                    <a:pt x="1848" y="282"/>
                    <a:pt x="1848" y="277"/>
                    <a:pt x="1851" y="276"/>
                  </a:cubicBezTo>
                  <a:cubicBezTo>
                    <a:pt x="1902" y="282"/>
                    <a:pt x="1953" y="288"/>
                    <a:pt x="2007" y="292"/>
                  </a:cubicBezTo>
                  <a:cubicBezTo>
                    <a:pt x="2007" y="277"/>
                    <a:pt x="2007" y="262"/>
                    <a:pt x="2007" y="247"/>
                  </a:cubicBezTo>
                  <a:cubicBezTo>
                    <a:pt x="2017" y="255"/>
                    <a:pt x="2013" y="277"/>
                    <a:pt x="2014" y="293"/>
                  </a:cubicBezTo>
                  <a:cubicBezTo>
                    <a:pt x="2035" y="297"/>
                    <a:pt x="2057" y="299"/>
                    <a:pt x="2079" y="301"/>
                  </a:cubicBezTo>
                  <a:cubicBezTo>
                    <a:pt x="2082" y="253"/>
                    <a:pt x="2084" y="223"/>
                    <a:pt x="2084" y="175"/>
                  </a:cubicBezTo>
                  <a:cubicBezTo>
                    <a:pt x="2093" y="214"/>
                    <a:pt x="2093" y="261"/>
                    <a:pt x="2097" y="304"/>
                  </a:cubicBezTo>
                  <a:cubicBezTo>
                    <a:pt x="2129" y="303"/>
                    <a:pt x="2153" y="311"/>
                    <a:pt x="2184" y="311"/>
                  </a:cubicBezTo>
                  <a:cubicBezTo>
                    <a:pt x="2189" y="311"/>
                    <a:pt x="2189" y="316"/>
                    <a:pt x="2192" y="317"/>
                  </a:cubicBezTo>
                  <a:cubicBezTo>
                    <a:pt x="2199" y="277"/>
                    <a:pt x="2197" y="229"/>
                    <a:pt x="2197" y="183"/>
                  </a:cubicBezTo>
                  <a:cubicBezTo>
                    <a:pt x="2207" y="208"/>
                    <a:pt x="2205" y="246"/>
                    <a:pt x="2207" y="279"/>
                  </a:cubicBezTo>
                  <a:cubicBezTo>
                    <a:pt x="2204" y="285"/>
                    <a:pt x="2214" y="280"/>
                    <a:pt x="2213" y="284"/>
                  </a:cubicBezTo>
                  <a:cubicBezTo>
                    <a:pt x="2211" y="310"/>
                    <a:pt x="2218" y="327"/>
                    <a:pt x="2216" y="352"/>
                  </a:cubicBezTo>
                  <a:cubicBezTo>
                    <a:pt x="2222" y="366"/>
                    <a:pt x="2248" y="359"/>
                    <a:pt x="2266" y="360"/>
                  </a:cubicBezTo>
                  <a:cubicBezTo>
                    <a:pt x="2265" y="358"/>
                    <a:pt x="2266" y="357"/>
                    <a:pt x="2267" y="357"/>
                  </a:cubicBezTo>
                  <a:cubicBezTo>
                    <a:pt x="2277" y="317"/>
                    <a:pt x="2267" y="259"/>
                    <a:pt x="2275" y="218"/>
                  </a:cubicBezTo>
                  <a:cubicBezTo>
                    <a:pt x="2278" y="269"/>
                    <a:pt x="2287" y="314"/>
                    <a:pt x="2288" y="367"/>
                  </a:cubicBezTo>
                  <a:cubicBezTo>
                    <a:pt x="2297" y="370"/>
                    <a:pt x="2305" y="373"/>
                    <a:pt x="2317" y="373"/>
                  </a:cubicBezTo>
                  <a:cubicBezTo>
                    <a:pt x="2319" y="380"/>
                    <a:pt x="2312" y="378"/>
                    <a:pt x="2314" y="384"/>
                  </a:cubicBezTo>
                  <a:cubicBezTo>
                    <a:pt x="2313" y="389"/>
                    <a:pt x="2323" y="383"/>
                    <a:pt x="2323" y="387"/>
                  </a:cubicBezTo>
                  <a:cubicBezTo>
                    <a:pt x="2323" y="407"/>
                    <a:pt x="2323" y="427"/>
                    <a:pt x="2323" y="446"/>
                  </a:cubicBezTo>
                  <a:cubicBezTo>
                    <a:pt x="1549" y="446"/>
                    <a:pt x="774" y="446"/>
                    <a:pt x="0" y="446"/>
                  </a:cubicBezTo>
                  <a:cubicBezTo>
                    <a:pt x="0" y="428"/>
                    <a:pt x="0" y="410"/>
                    <a:pt x="0" y="392"/>
                  </a:cubicBezTo>
                  <a:cubicBezTo>
                    <a:pt x="10" y="392"/>
                    <a:pt x="21" y="392"/>
                    <a:pt x="32" y="392"/>
                  </a:cubicBezTo>
                  <a:cubicBezTo>
                    <a:pt x="34" y="383"/>
                    <a:pt x="36" y="361"/>
                    <a:pt x="28" y="357"/>
                  </a:cubicBezTo>
                  <a:cubicBezTo>
                    <a:pt x="34" y="354"/>
                    <a:pt x="42" y="353"/>
                    <a:pt x="52" y="354"/>
                  </a:cubicBezTo>
                  <a:cubicBezTo>
                    <a:pt x="56" y="329"/>
                    <a:pt x="39" y="284"/>
                    <a:pt x="78" y="295"/>
                  </a:cubicBezTo>
                  <a:cubicBezTo>
                    <a:pt x="78" y="255"/>
                    <a:pt x="78" y="215"/>
                    <a:pt x="78" y="175"/>
                  </a:cubicBezTo>
                  <a:cubicBezTo>
                    <a:pt x="108" y="175"/>
                    <a:pt x="137" y="175"/>
                    <a:pt x="167" y="175"/>
                  </a:cubicBezTo>
                  <a:cubicBezTo>
                    <a:pt x="167" y="185"/>
                    <a:pt x="167" y="196"/>
                    <a:pt x="167" y="206"/>
                  </a:cubicBezTo>
                  <a:cubicBezTo>
                    <a:pt x="177" y="204"/>
                    <a:pt x="185" y="201"/>
                    <a:pt x="197" y="202"/>
                  </a:cubicBezTo>
                  <a:cubicBezTo>
                    <a:pt x="199" y="237"/>
                    <a:pt x="193" y="280"/>
                    <a:pt x="201" y="309"/>
                  </a:cubicBezTo>
                  <a:cubicBezTo>
                    <a:pt x="202" y="316"/>
                    <a:pt x="205" y="303"/>
                    <a:pt x="207" y="309"/>
                  </a:cubicBezTo>
                  <a:cubicBezTo>
                    <a:pt x="214" y="318"/>
                    <a:pt x="208" y="339"/>
                    <a:pt x="210" y="352"/>
                  </a:cubicBezTo>
                  <a:cubicBezTo>
                    <a:pt x="216" y="356"/>
                    <a:pt x="229" y="353"/>
                    <a:pt x="237" y="354"/>
                  </a:cubicBezTo>
                  <a:cubicBezTo>
                    <a:pt x="241" y="352"/>
                    <a:pt x="238" y="343"/>
                    <a:pt x="239" y="338"/>
                  </a:cubicBezTo>
                  <a:cubicBezTo>
                    <a:pt x="242" y="338"/>
                    <a:pt x="245" y="338"/>
                    <a:pt x="248" y="338"/>
                  </a:cubicBezTo>
                  <a:cubicBezTo>
                    <a:pt x="248" y="315"/>
                    <a:pt x="248" y="292"/>
                    <a:pt x="248" y="269"/>
                  </a:cubicBezTo>
                  <a:cubicBezTo>
                    <a:pt x="276" y="269"/>
                    <a:pt x="304" y="269"/>
                    <a:pt x="331" y="269"/>
                  </a:cubicBezTo>
                  <a:cubicBezTo>
                    <a:pt x="335" y="256"/>
                    <a:pt x="332" y="235"/>
                    <a:pt x="333" y="218"/>
                  </a:cubicBezTo>
                  <a:cubicBezTo>
                    <a:pt x="346" y="218"/>
                    <a:pt x="360" y="218"/>
                    <a:pt x="373" y="218"/>
                  </a:cubicBezTo>
                  <a:cubicBezTo>
                    <a:pt x="376" y="211"/>
                    <a:pt x="375" y="200"/>
                    <a:pt x="381" y="196"/>
                  </a:cubicBezTo>
                  <a:cubicBezTo>
                    <a:pt x="389" y="201"/>
                    <a:pt x="376" y="211"/>
                    <a:pt x="381" y="223"/>
                  </a:cubicBezTo>
                  <a:cubicBezTo>
                    <a:pt x="395" y="228"/>
                    <a:pt x="423" y="220"/>
                    <a:pt x="435" y="228"/>
                  </a:cubicBezTo>
                  <a:cubicBezTo>
                    <a:pt x="431" y="249"/>
                    <a:pt x="440" y="306"/>
                    <a:pt x="432" y="340"/>
                  </a:cubicBezTo>
                  <a:cubicBezTo>
                    <a:pt x="443" y="343"/>
                    <a:pt x="462" y="340"/>
                    <a:pt x="476" y="341"/>
                  </a:cubicBezTo>
                  <a:cubicBezTo>
                    <a:pt x="480" y="312"/>
                    <a:pt x="477" y="276"/>
                    <a:pt x="478" y="244"/>
                  </a:cubicBezTo>
                  <a:cubicBezTo>
                    <a:pt x="486" y="246"/>
                    <a:pt x="489" y="243"/>
                    <a:pt x="488" y="234"/>
                  </a:cubicBezTo>
                  <a:cubicBezTo>
                    <a:pt x="503" y="234"/>
                    <a:pt x="518" y="234"/>
                    <a:pt x="534" y="234"/>
                  </a:cubicBezTo>
                  <a:cubicBezTo>
                    <a:pt x="543" y="214"/>
                    <a:pt x="537" y="178"/>
                    <a:pt x="539" y="150"/>
                  </a:cubicBezTo>
                  <a:cubicBezTo>
                    <a:pt x="546" y="172"/>
                    <a:pt x="540" y="207"/>
                    <a:pt x="542" y="234"/>
                  </a:cubicBezTo>
                  <a:cubicBezTo>
                    <a:pt x="550" y="234"/>
                    <a:pt x="559" y="234"/>
                    <a:pt x="567" y="234"/>
                  </a:cubicBezTo>
                  <a:cubicBezTo>
                    <a:pt x="570" y="239"/>
                    <a:pt x="570" y="247"/>
                    <a:pt x="580" y="244"/>
                  </a:cubicBezTo>
                  <a:cubicBezTo>
                    <a:pt x="580" y="258"/>
                    <a:pt x="580" y="273"/>
                    <a:pt x="580" y="287"/>
                  </a:cubicBezTo>
                  <a:cubicBezTo>
                    <a:pt x="583" y="291"/>
                    <a:pt x="592" y="288"/>
                    <a:pt x="598" y="289"/>
                  </a:cubicBezTo>
                  <a:cubicBezTo>
                    <a:pt x="598" y="308"/>
                    <a:pt x="598" y="327"/>
                    <a:pt x="598" y="346"/>
                  </a:cubicBezTo>
                  <a:cubicBezTo>
                    <a:pt x="604" y="350"/>
                    <a:pt x="617" y="346"/>
                    <a:pt x="626" y="348"/>
                  </a:cubicBezTo>
                  <a:cubicBezTo>
                    <a:pt x="626" y="291"/>
                    <a:pt x="626" y="235"/>
                    <a:pt x="626" y="178"/>
                  </a:cubicBezTo>
                  <a:cubicBezTo>
                    <a:pt x="655" y="178"/>
                    <a:pt x="684" y="178"/>
                    <a:pt x="712" y="178"/>
                  </a:cubicBezTo>
                  <a:cubicBezTo>
                    <a:pt x="712" y="232"/>
                    <a:pt x="712" y="286"/>
                    <a:pt x="712" y="340"/>
                  </a:cubicBezTo>
                  <a:cubicBezTo>
                    <a:pt x="715" y="343"/>
                    <a:pt x="725" y="340"/>
                    <a:pt x="730" y="341"/>
                  </a:cubicBezTo>
                  <a:cubicBezTo>
                    <a:pt x="730" y="324"/>
                    <a:pt x="730" y="306"/>
                    <a:pt x="730" y="289"/>
                  </a:cubicBezTo>
                  <a:cubicBezTo>
                    <a:pt x="734" y="289"/>
                    <a:pt x="739" y="289"/>
                    <a:pt x="743" y="289"/>
                  </a:cubicBezTo>
                  <a:cubicBezTo>
                    <a:pt x="742" y="265"/>
                    <a:pt x="743" y="245"/>
                    <a:pt x="752" y="231"/>
                  </a:cubicBezTo>
                  <a:cubicBezTo>
                    <a:pt x="759" y="231"/>
                    <a:pt x="765" y="231"/>
                    <a:pt x="771" y="231"/>
                  </a:cubicBezTo>
                  <a:cubicBezTo>
                    <a:pt x="781" y="245"/>
                    <a:pt x="781" y="270"/>
                    <a:pt x="783" y="292"/>
                  </a:cubicBezTo>
                  <a:cubicBezTo>
                    <a:pt x="791" y="291"/>
                    <a:pt x="786" y="278"/>
                    <a:pt x="794" y="277"/>
                  </a:cubicBezTo>
                  <a:cubicBezTo>
                    <a:pt x="792" y="251"/>
                    <a:pt x="799" y="235"/>
                    <a:pt x="797" y="209"/>
                  </a:cubicBezTo>
                  <a:cubicBezTo>
                    <a:pt x="798" y="204"/>
                    <a:pt x="804" y="205"/>
                    <a:pt x="807" y="202"/>
                  </a:cubicBezTo>
                  <a:cubicBezTo>
                    <a:pt x="816" y="156"/>
                    <a:pt x="843" y="128"/>
                    <a:pt x="894" y="124"/>
                  </a:cubicBezTo>
                  <a:cubicBezTo>
                    <a:pt x="896" y="139"/>
                    <a:pt x="890" y="161"/>
                    <a:pt x="897" y="171"/>
                  </a:cubicBezTo>
                  <a:cubicBezTo>
                    <a:pt x="902" y="168"/>
                    <a:pt x="908" y="173"/>
                    <a:pt x="913" y="169"/>
                  </a:cubicBezTo>
                  <a:cubicBezTo>
                    <a:pt x="913" y="178"/>
                    <a:pt x="913" y="188"/>
                    <a:pt x="913" y="198"/>
                  </a:cubicBezTo>
                  <a:cubicBezTo>
                    <a:pt x="917" y="201"/>
                    <a:pt x="927" y="198"/>
                    <a:pt x="933" y="199"/>
                  </a:cubicBezTo>
                  <a:cubicBezTo>
                    <a:pt x="933" y="223"/>
                    <a:pt x="933" y="247"/>
                    <a:pt x="933" y="271"/>
                  </a:cubicBezTo>
                  <a:cubicBezTo>
                    <a:pt x="938" y="275"/>
                    <a:pt x="950" y="272"/>
                    <a:pt x="958" y="273"/>
                  </a:cubicBezTo>
                  <a:cubicBezTo>
                    <a:pt x="958" y="296"/>
                    <a:pt x="958" y="319"/>
                    <a:pt x="958" y="343"/>
                  </a:cubicBezTo>
                  <a:cubicBezTo>
                    <a:pt x="962" y="346"/>
                    <a:pt x="973" y="343"/>
                    <a:pt x="980" y="344"/>
                  </a:cubicBezTo>
                  <a:cubicBezTo>
                    <a:pt x="980" y="374"/>
                    <a:pt x="980" y="403"/>
                    <a:pt x="980" y="432"/>
                  </a:cubicBezTo>
                  <a:cubicBezTo>
                    <a:pt x="984" y="436"/>
                    <a:pt x="994" y="433"/>
                    <a:pt x="1000" y="434"/>
                  </a:cubicBezTo>
                  <a:cubicBezTo>
                    <a:pt x="998" y="400"/>
                    <a:pt x="1005" y="375"/>
                    <a:pt x="1003" y="341"/>
                  </a:cubicBezTo>
                  <a:cubicBezTo>
                    <a:pt x="1000" y="335"/>
                    <a:pt x="1008" y="340"/>
                    <a:pt x="1007" y="336"/>
                  </a:cubicBezTo>
                  <a:cubicBezTo>
                    <a:pt x="1010" y="234"/>
                    <a:pt x="1020" y="140"/>
                    <a:pt x="1023" y="40"/>
                  </a:cubicBezTo>
                  <a:cubicBezTo>
                    <a:pt x="1031" y="34"/>
                    <a:pt x="1033" y="21"/>
                    <a:pt x="1043" y="17"/>
                  </a:cubicBezTo>
                  <a:cubicBezTo>
                    <a:pt x="1048" y="28"/>
                    <a:pt x="1055" y="37"/>
                    <a:pt x="1059" y="49"/>
                  </a:cubicBezTo>
                  <a:cubicBezTo>
                    <a:pt x="1061" y="180"/>
                    <a:pt x="1072" y="303"/>
                    <a:pt x="1074" y="434"/>
                  </a:cubicBezTo>
                  <a:cubicBezTo>
                    <a:pt x="1078" y="434"/>
                    <a:pt x="1082" y="434"/>
                    <a:pt x="1086" y="434"/>
                  </a:cubicBezTo>
                  <a:cubicBezTo>
                    <a:pt x="1090" y="426"/>
                    <a:pt x="1088" y="412"/>
                    <a:pt x="1081" y="410"/>
                  </a:cubicBezTo>
                  <a:cubicBezTo>
                    <a:pt x="1090" y="397"/>
                    <a:pt x="1091" y="353"/>
                    <a:pt x="1081" y="341"/>
                  </a:cubicBezTo>
                  <a:cubicBezTo>
                    <a:pt x="1090" y="339"/>
                    <a:pt x="1089" y="317"/>
                    <a:pt x="1084" y="311"/>
                  </a:cubicBezTo>
                  <a:cubicBezTo>
                    <a:pt x="1091" y="308"/>
                    <a:pt x="1094" y="302"/>
                    <a:pt x="1100" y="298"/>
                  </a:cubicBezTo>
                  <a:cubicBezTo>
                    <a:pt x="1100" y="292"/>
                    <a:pt x="1092" y="294"/>
                    <a:pt x="1094" y="285"/>
                  </a:cubicBezTo>
                  <a:cubicBezTo>
                    <a:pt x="1097" y="288"/>
                    <a:pt x="1102" y="289"/>
                    <a:pt x="1110" y="289"/>
                  </a:cubicBezTo>
                  <a:cubicBezTo>
                    <a:pt x="1112" y="294"/>
                    <a:pt x="1104" y="290"/>
                    <a:pt x="1106" y="295"/>
                  </a:cubicBezTo>
                  <a:cubicBezTo>
                    <a:pt x="1120" y="295"/>
                    <a:pt x="1134" y="295"/>
                    <a:pt x="1148" y="295"/>
                  </a:cubicBezTo>
                  <a:cubicBezTo>
                    <a:pt x="1151" y="293"/>
                    <a:pt x="1154" y="289"/>
                    <a:pt x="1153" y="282"/>
                  </a:cubicBezTo>
                  <a:cubicBezTo>
                    <a:pt x="1162" y="285"/>
                    <a:pt x="1161" y="277"/>
                    <a:pt x="1165" y="276"/>
                  </a:cubicBezTo>
                  <a:cubicBezTo>
                    <a:pt x="1167" y="267"/>
                    <a:pt x="1159" y="269"/>
                    <a:pt x="1159" y="263"/>
                  </a:cubicBezTo>
                  <a:cubicBezTo>
                    <a:pt x="1166" y="261"/>
                    <a:pt x="1168" y="265"/>
                    <a:pt x="1172" y="266"/>
                  </a:cubicBezTo>
                  <a:cubicBezTo>
                    <a:pt x="1168" y="276"/>
                    <a:pt x="1173" y="275"/>
                    <a:pt x="1172" y="289"/>
                  </a:cubicBezTo>
                  <a:cubicBezTo>
                    <a:pt x="1177" y="290"/>
                    <a:pt x="1173" y="283"/>
                    <a:pt x="1178" y="285"/>
                  </a:cubicBezTo>
                  <a:cubicBezTo>
                    <a:pt x="1181" y="308"/>
                    <a:pt x="1209" y="304"/>
                    <a:pt x="1221" y="317"/>
                  </a:cubicBezTo>
                  <a:cubicBezTo>
                    <a:pt x="1256" y="315"/>
                    <a:pt x="1299" y="321"/>
                    <a:pt x="1328" y="314"/>
                  </a:cubicBezTo>
                  <a:cubicBezTo>
                    <a:pt x="1324" y="307"/>
                    <a:pt x="1333" y="295"/>
                    <a:pt x="1336" y="285"/>
                  </a:cubicBezTo>
                  <a:cubicBezTo>
                    <a:pt x="1340" y="290"/>
                    <a:pt x="1351" y="288"/>
                    <a:pt x="1360" y="289"/>
                  </a:cubicBezTo>
                  <a:cubicBezTo>
                    <a:pt x="1366" y="282"/>
                    <a:pt x="1380" y="271"/>
                    <a:pt x="1371" y="260"/>
                  </a:cubicBezTo>
                  <a:cubicBezTo>
                    <a:pt x="1374" y="257"/>
                    <a:pt x="1377" y="253"/>
                    <a:pt x="1381" y="250"/>
                  </a:cubicBezTo>
                  <a:cubicBezTo>
                    <a:pt x="1380" y="243"/>
                    <a:pt x="1374" y="238"/>
                    <a:pt x="1384" y="236"/>
                  </a:cubicBezTo>
                  <a:cubicBezTo>
                    <a:pt x="1379" y="203"/>
                    <a:pt x="1397" y="167"/>
                    <a:pt x="1416" y="147"/>
                  </a:cubicBezTo>
                  <a:cubicBezTo>
                    <a:pt x="1409" y="131"/>
                    <a:pt x="1422" y="113"/>
                    <a:pt x="1421" y="92"/>
                  </a:cubicBezTo>
                  <a:cubicBezTo>
                    <a:pt x="1428" y="99"/>
                    <a:pt x="1421" y="111"/>
                    <a:pt x="1424" y="121"/>
                  </a:cubicBezTo>
                  <a:cubicBezTo>
                    <a:pt x="1425" y="128"/>
                    <a:pt x="1435" y="135"/>
                    <a:pt x="1427" y="143"/>
                  </a:cubicBezTo>
                  <a:cubicBezTo>
                    <a:pt x="1429" y="149"/>
                    <a:pt x="1436" y="150"/>
                    <a:pt x="1433" y="161"/>
                  </a:cubicBezTo>
                  <a:cubicBezTo>
                    <a:pt x="1450" y="170"/>
                    <a:pt x="1459" y="200"/>
                    <a:pt x="1456" y="218"/>
                  </a:cubicBezTo>
                  <a:cubicBezTo>
                    <a:pt x="1453" y="225"/>
                    <a:pt x="1462" y="219"/>
                    <a:pt x="1462" y="223"/>
                  </a:cubicBezTo>
                  <a:cubicBezTo>
                    <a:pt x="1453" y="235"/>
                    <a:pt x="1469" y="240"/>
                    <a:pt x="1462" y="249"/>
                  </a:cubicBezTo>
                  <a:cubicBezTo>
                    <a:pt x="1467" y="250"/>
                    <a:pt x="1463" y="259"/>
                    <a:pt x="1472" y="257"/>
                  </a:cubicBezTo>
                  <a:cubicBezTo>
                    <a:pt x="1462" y="269"/>
                    <a:pt x="1476" y="281"/>
                    <a:pt x="1481" y="289"/>
                  </a:cubicBezTo>
                  <a:cubicBezTo>
                    <a:pt x="1490" y="288"/>
                    <a:pt x="1502" y="290"/>
                    <a:pt x="1507" y="285"/>
                  </a:cubicBezTo>
                  <a:cubicBezTo>
                    <a:pt x="1507" y="298"/>
                    <a:pt x="1521" y="304"/>
                    <a:pt x="1513" y="316"/>
                  </a:cubicBezTo>
                  <a:cubicBezTo>
                    <a:pt x="1545" y="314"/>
                    <a:pt x="1588" y="324"/>
                    <a:pt x="1620" y="317"/>
                  </a:cubicBezTo>
                  <a:cubicBezTo>
                    <a:pt x="1627" y="316"/>
                    <a:pt x="1641" y="306"/>
                    <a:pt x="1650" y="301"/>
                  </a:cubicBezTo>
                  <a:cubicBezTo>
                    <a:pt x="1659" y="297"/>
                    <a:pt x="1666" y="298"/>
                    <a:pt x="1664" y="285"/>
                  </a:cubicBezTo>
                  <a:cubicBezTo>
                    <a:pt x="1668" y="284"/>
                    <a:pt x="1667" y="288"/>
                    <a:pt x="1669" y="289"/>
                  </a:cubicBezTo>
                  <a:cubicBezTo>
                    <a:pt x="1674" y="282"/>
                    <a:pt x="1666" y="263"/>
                    <a:pt x="1677" y="263"/>
                  </a:cubicBezTo>
                  <a:cubicBezTo>
                    <a:pt x="1686" y="266"/>
                    <a:pt x="1674" y="270"/>
                    <a:pt x="1677" y="277"/>
                  </a:cubicBezTo>
                  <a:cubicBezTo>
                    <a:pt x="1680" y="281"/>
                    <a:pt x="1683" y="283"/>
                    <a:pt x="1690" y="282"/>
                  </a:cubicBezTo>
                  <a:cubicBezTo>
                    <a:pt x="1680" y="299"/>
                    <a:pt x="1717" y="294"/>
                    <a:pt x="1735" y="295"/>
                  </a:cubicBezTo>
                  <a:cubicBezTo>
                    <a:pt x="1740" y="292"/>
                    <a:pt x="1731" y="293"/>
                    <a:pt x="1733" y="289"/>
                  </a:cubicBezTo>
                  <a:cubicBezTo>
                    <a:pt x="1740" y="289"/>
                    <a:pt x="1745" y="288"/>
                    <a:pt x="1749" y="285"/>
                  </a:cubicBezTo>
                  <a:cubicBezTo>
                    <a:pt x="1752" y="293"/>
                    <a:pt x="1745" y="290"/>
                    <a:pt x="1743" y="293"/>
                  </a:cubicBezTo>
                  <a:cubicBezTo>
                    <a:pt x="1745" y="301"/>
                    <a:pt x="1749" y="308"/>
                    <a:pt x="1759" y="309"/>
                  </a:cubicBezTo>
                  <a:cubicBezTo>
                    <a:pt x="1756" y="315"/>
                    <a:pt x="1750" y="339"/>
                    <a:pt x="1762" y="340"/>
                  </a:cubicBezTo>
                  <a:cubicBezTo>
                    <a:pt x="1753" y="349"/>
                    <a:pt x="1756" y="370"/>
                    <a:pt x="1755" y="387"/>
                  </a:cubicBezTo>
                  <a:cubicBezTo>
                    <a:pt x="1760" y="391"/>
                    <a:pt x="1772" y="388"/>
                    <a:pt x="1779" y="389"/>
                  </a:cubicBezTo>
                  <a:cubicBezTo>
                    <a:pt x="1790" y="339"/>
                    <a:pt x="1785" y="274"/>
                    <a:pt x="1794" y="222"/>
                  </a:cubicBezTo>
                  <a:cubicBezTo>
                    <a:pt x="1803" y="231"/>
                    <a:pt x="1791" y="263"/>
                    <a:pt x="1800" y="273"/>
                  </a:cubicBezTo>
                  <a:cubicBezTo>
                    <a:pt x="1804" y="188"/>
                    <a:pt x="1807" y="102"/>
                    <a:pt x="1810" y="17"/>
                  </a:cubicBezTo>
                  <a:cubicBezTo>
                    <a:pt x="1807" y="12"/>
                    <a:pt x="1802" y="8"/>
                    <a:pt x="18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4" name="Freeform 110">
              <a:extLst>
                <a:ext uri="{FF2B5EF4-FFF2-40B4-BE49-F238E27FC236}">
                  <a16:creationId xmlns:a16="http://schemas.microsoft.com/office/drawing/2014/main" id="{17420044-C4F8-4A5B-9AC1-413122F87A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1" y="2495"/>
              <a:ext cx="110" cy="100"/>
            </a:xfrm>
            <a:custGeom>
              <a:avLst/>
              <a:gdLst>
                <a:gd name="T0" fmla="*/ 0 w 193"/>
                <a:gd name="T1" fmla="*/ 55 h 175"/>
                <a:gd name="T2" fmla="*/ 146 w 193"/>
                <a:gd name="T3" fmla="*/ 175 h 175"/>
                <a:gd name="T4" fmla="*/ 193 w 193"/>
                <a:gd name="T5" fmla="*/ 110 h 175"/>
                <a:gd name="T6" fmla="*/ 65 w 193"/>
                <a:gd name="T7" fmla="*/ 0 h 175"/>
                <a:gd name="T8" fmla="*/ 0 w 193"/>
                <a:gd name="T9" fmla="*/ 5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75">
                  <a:moveTo>
                    <a:pt x="0" y="55"/>
                  </a:moveTo>
                  <a:cubicBezTo>
                    <a:pt x="0" y="55"/>
                    <a:pt x="52" y="149"/>
                    <a:pt x="146" y="175"/>
                  </a:cubicBezTo>
                  <a:cubicBezTo>
                    <a:pt x="193" y="110"/>
                    <a:pt x="193" y="110"/>
                    <a:pt x="193" y="110"/>
                  </a:cubicBezTo>
                  <a:cubicBezTo>
                    <a:pt x="193" y="110"/>
                    <a:pt x="86" y="99"/>
                    <a:pt x="65" y="0"/>
                  </a:cubicBezTo>
                  <a:lnTo>
                    <a:pt x="0" y="55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5" name="Freeform 111">
              <a:extLst>
                <a:ext uri="{FF2B5EF4-FFF2-40B4-BE49-F238E27FC236}">
                  <a16:creationId xmlns:a16="http://schemas.microsoft.com/office/drawing/2014/main" id="{3D7C15EE-D795-49C3-B770-739CB7DC1C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9" y="2487"/>
              <a:ext cx="110" cy="100"/>
            </a:xfrm>
            <a:custGeom>
              <a:avLst/>
              <a:gdLst>
                <a:gd name="T0" fmla="*/ 0 w 193"/>
                <a:gd name="T1" fmla="*/ 55 h 175"/>
                <a:gd name="T2" fmla="*/ 146 w 193"/>
                <a:gd name="T3" fmla="*/ 175 h 175"/>
                <a:gd name="T4" fmla="*/ 193 w 193"/>
                <a:gd name="T5" fmla="*/ 110 h 175"/>
                <a:gd name="T6" fmla="*/ 65 w 193"/>
                <a:gd name="T7" fmla="*/ 0 h 175"/>
                <a:gd name="T8" fmla="*/ 0 w 193"/>
                <a:gd name="T9" fmla="*/ 5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75">
                  <a:moveTo>
                    <a:pt x="0" y="55"/>
                  </a:moveTo>
                  <a:cubicBezTo>
                    <a:pt x="0" y="55"/>
                    <a:pt x="52" y="149"/>
                    <a:pt x="146" y="175"/>
                  </a:cubicBezTo>
                  <a:cubicBezTo>
                    <a:pt x="193" y="110"/>
                    <a:pt x="193" y="110"/>
                    <a:pt x="193" y="110"/>
                  </a:cubicBezTo>
                  <a:cubicBezTo>
                    <a:pt x="193" y="110"/>
                    <a:pt x="86" y="99"/>
                    <a:pt x="65" y="0"/>
                  </a:cubicBezTo>
                  <a:lnTo>
                    <a:pt x="0" y="55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6" name="Freeform 112">
              <a:extLst>
                <a:ext uri="{FF2B5EF4-FFF2-40B4-BE49-F238E27FC236}">
                  <a16:creationId xmlns:a16="http://schemas.microsoft.com/office/drawing/2014/main" id="{38099D06-4879-4D50-ABF0-AA728A3A1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" y="2772"/>
              <a:ext cx="311" cy="507"/>
            </a:xfrm>
            <a:custGeom>
              <a:avLst/>
              <a:gdLst>
                <a:gd name="T0" fmla="*/ 98 w 544"/>
                <a:gd name="T1" fmla="*/ 180 h 888"/>
                <a:gd name="T2" fmla="*/ 0 w 544"/>
                <a:gd name="T3" fmla="*/ 882 h 888"/>
                <a:gd name="T4" fmla="*/ 544 w 544"/>
                <a:gd name="T5" fmla="*/ 888 h 888"/>
                <a:gd name="T6" fmla="*/ 419 w 544"/>
                <a:gd name="T7" fmla="*/ 117 h 888"/>
                <a:gd name="T8" fmla="*/ 121 w 544"/>
                <a:gd name="T9" fmla="*/ 0 h 888"/>
                <a:gd name="T10" fmla="*/ 98 w 544"/>
                <a:gd name="T11" fmla="*/ 180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4" h="888">
                  <a:moveTo>
                    <a:pt x="98" y="180"/>
                  </a:moveTo>
                  <a:cubicBezTo>
                    <a:pt x="98" y="180"/>
                    <a:pt x="178" y="705"/>
                    <a:pt x="0" y="882"/>
                  </a:cubicBezTo>
                  <a:cubicBezTo>
                    <a:pt x="544" y="888"/>
                    <a:pt x="544" y="888"/>
                    <a:pt x="544" y="888"/>
                  </a:cubicBezTo>
                  <a:cubicBezTo>
                    <a:pt x="419" y="117"/>
                    <a:pt x="419" y="117"/>
                    <a:pt x="419" y="117"/>
                  </a:cubicBezTo>
                  <a:cubicBezTo>
                    <a:pt x="121" y="0"/>
                    <a:pt x="121" y="0"/>
                    <a:pt x="121" y="0"/>
                  </a:cubicBezTo>
                  <a:lnTo>
                    <a:pt x="98" y="1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7" name="Freeform 113">
              <a:extLst>
                <a:ext uri="{FF2B5EF4-FFF2-40B4-BE49-F238E27FC236}">
                  <a16:creationId xmlns:a16="http://schemas.microsoft.com/office/drawing/2014/main" id="{438AE779-1107-427F-A15C-42E9C9595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6" y="2660"/>
              <a:ext cx="219" cy="261"/>
            </a:xfrm>
            <a:custGeom>
              <a:avLst/>
              <a:gdLst>
                <a:gd name="T0" fmla="*/ 0 w 219"/>
                <a:gd name="T1" fmla="*/ 143 h 261"/>
                <a:gd name="T2" fmla="*/ 210 w 219"/>
                <a:gd name="T3" fmla="*/ 0 h 261"/>
                <a:gd name="T4" fmla="*/ 219 w 219"/>
                <a:gd name="T5" fmla="*/ 261 h 261"/>
                <a:gd name="T6" fmla="*/ 41 w 219"/>
                <a:gd name="T7" fmla="*/ 190 h 261"/>
                <a:gd name="T8" fmla="*/ 0 w 219"/>
                <a:gd name="T9" fmla="*/ 143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9" h="261">
                  <a:moveTo>
                    <a:pt x="0" y="143"/>
                  </a:moveTo>
                  <a:lnTo>
                    <a:pt x="210" y="0"/>
                  </a:lnTo>
                  <a:lnTo>
                    <a:pt x="219" y="261"/>
                  </a:lnTo>
                  <a:lnTo>
                    <a:pt x="41" y="190"/>
                  </a:lnTo>
                  <a:lnTo>
                    <a:pt x="0" y="1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8" name="Freeform 114">
              <a:extLst>
                <a:ext uri="{FF2B5EF4-FFF2-40B4-BE49-F238E27FC236}">
                  <a16:creationId xmlns:a16="http://schemas.microsoft.com/office/drawing/2014/main" id="{B4E544E9-3726-45C7-A6EF-9FF723E7A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7" y="2266"/>
              <a:ext cx="466" cy="296"/>
            </a:xfrm>
            <a:custGeom>
              <a:avLst/>
              <a:gdLst>
                <a:gd name="T0" fmla="*/ 237 w 814"/>
                <a:gd name="T1" fmla="*/ 0 h 517"/>
                <a:gd name="T2" fmla="*/ 814 w 814"/>
                <a:gd name="T3" fmla="*/ 218 h 517"/>
                <a:gd name="T4" fmla="*/ 729 w 814"/>
                <a:gd name="T5" fmla="*/ 517 h 517"/>
                <a:gd name="T6" fmla="*/ 418 w 814"/>
                <a:gd name="T7" fmla="*/ 406 h 517"/>
                <a:gd name="T8" fmla="*/ 237 w 814"/>
                <a:gd name="T9" fmla="*/ 0 h 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4" h="517">
                  <a:moveTo>
                    <a:pt x="237" y="0"/>
                  </a:moveTo>
                  <a:cubicBezTo>
                    <a:pt x="814" y="218"/>
                    <a:pt x="814" y="218"/>
                    <a:pt x="814" y="218"/>
                  </a:cubicBezTo>
                  <a:cubicBezTo>
                    <a:pt x="729" y="517"/>
                    <a:pt x="729" y="517"/>
                    <a:pt x="729" y="517"/>
                  </a:cubicBezTo>
                  <a:cubicBezTo>
                    <a:pt x="418" y="406"/>
                    <a:pt x="418" y="406"/>
                    <a:pt x="418" y="406"/>
                  </a:cubicBezTo>
                  <a:cubicBezTo>
                    <a:pt x="418" y="406"/>
                    <a:pt x="0" y="233"/>
                    <a:pt x="237" y="0"/>
                  </a:cubicBezTo>
                  <a:close/>
                </a:path>
              </a:pathLst>
            </a:custGeom>
            <a:solidFill>
              <a:srgbClr val="F4CF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9" name="Freeform 115">
              <a:extLst>
                <a:ext uri="{FF2B5EF4-FFF2-40B4-BE49-F238E27FC236}">
                  <a16:creationId xmlns:a16="http://schemas.microsoft.com/office/drawing/2014/main" id="{DD9F82EB-5CCB-45D4-A24D-3B8E67991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" y="1578"/>
              <a:ext cx="1114" cy="1702"/>
            </a:xfrm>
            <a:custGeom>
              <a:avLst/>
              <a:gdLst>
                <a:gd name="T0" fmla="*/ 0 w 1949"/>
                <a:gd name="T1" fmla="*/ 2977 h 2979"/>
                <a:gd name="T2" fmla="*/ 713 w 1949"/>
                <a:gd name="T3" fmla="*/ 1512 h 2979"/>
                <a:gd name="T4" fmla="*/ 1186 w 1949"/>
                <a:gd name="T5" fmla="*/ 921 h 2979"/>
                <a:gd name="T6" fmla="*/ 1244 w 1949"/>
                <a:gd name="T7" fmla="*/ 653 h 2979"/>
                <a:gd name="T8" fmla="*/ 1437 w 1949"/>
                <a:gd name="T9" fmla="*/ 74 h 2979"/>
                <a:gd name="T10" fmla="*/ 1633 w 1949"/>
                <a:gd name="T11" fmla="*/ 5 h 2979"/>
                <a:gd name="T12" fmla="*/ 1772 w 1949"/>
                <a:gd name="T13" fmla="*/ 0 h 2979"/>
                <a:gd name="T14" fmla="*/ 1913 w 1949"/>
                <a:gd name="T15" fmla="*/ 302 h 2979"/>
                <a:gd name="T16" fmla="*/ 1855 w 1949"/>
                <a:gd name="T17" fmla="*/ 367 h 2979"/>
                <a:gd name="T18" fmla="*/ 1881 w 1949"/>
                <a:gd name="T19" fmla="*/ 426 h 2979"/>
                <a:gd name="T20" fmla="*/ 1847 w 1949"/>
                <a:gd name="T21" fmla="*/ 469 h 2979"/>
                <a:gd name="T22" fmla="*/ 1866 w 1949"/>
                <a:gd name="T23" fmla="*/ 525 h 2979"/>
                <a:gd name="T24" fmla="*/ 1849 w 1949"/>
                <a:gd name="T25" fmla="*/ 559 h 2979"/>
                <a:gd name="T26" fmla="*/ 1845 w 1949"/>
                <a:gd name="T27" fmla="*/ 642 h 2979"/>
                <a:gd name="T28" fmla="*/ 1708 w 1949"/>
                <a:gd name="T29" fmla="*/ 707 h 2979"/>
                <a:gd name="T30" fmla="*/ 1530 w 1949"/>
                <a:gd name="T31" fmla="*/ 957 h 2979"/>
                <a:gd name="T32" fmla="*/ 1699 w 1949"/>
                <a:gd name="T33" fmla="*/ 1524 h 2979"/>
                <a:gd name="T34" fmla="*/ 1262 w 1949"/>
                <a:gd name="T35" fmla="*/ 1829 h 2979"/>
                <a:gd name="T36" fmla="*/ 1051 w 1949"/>
                <a:gd name="T37" fmla="*/ 1741 h 2979"/>
                <a:gd name="T38" fmla="*/ 1024 w 1949"/>
                <a:gd name="T39" fmla="*/ 1717 h 2979"/>
                <a:gd name="T40" fmla="*/ 321 w 1949"/>
                <a:gd name="T41" fmla="*/ 2979 h 2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49" h="2979">
                  <a:moveTo>
                    <a:pt x="0" y="2977"/>
                  </a:moveTo>
                  <a:cubicBezTo>
                    <a:pt x="48" y="2760"/>
                    <a:pt x="608" y="1642"/>
                    <a:pt x="713" y="1512"/>
                  </a:cubicBezTo>
                  <a:cubicBezTo>
                    <a:pt x="819" y="1383"/>
                    <a:pt x="1123" y="1108"/>
                    <a:pt x="1186" y="921"/>
                  </a:cubicBezTo>
                  <a:cubicBezTo>
                    <a:pt x="1250" y="734"/>
                    <a:pt x="1244" y="653"/>
                    <a:pt x="1244" y="653"/>
                  </a:cubicBezTo>
                  <a:cubicBezTo>
                    <a:pt x="1437" y="74"/>
                    <a:pt x="1437" y="74"/>
                    <a:pt x="1437" y="74"/>
                  </a:cubicBezTo>
                  <a:cubicBezTo>
                    <a:pt x="1633" y="5"/>
                    <a:pt x="1633" y="5"/>
                    <a:pt x="1633" y="5"/>
                  </a:cubicBezTo>
                  <a:cubicBezTo>
                    <a:pt x="1772" y="0"/>
                    <a:pt x="1772" y="0"/>
                    <a:pt x="1772" y="0"/>
                  </a:cubicBezTo>
                  <a:cubicBezTo>
                    <a:pt x="1772" y="0"/>
                    <a:pt x="1807" y="154"/>
                    <a:pt x="1913" y="302"/>
                  </a:cubicBezTo>
                  <a:cubicBezTo>
                    <a:pt x="1949" y="353"/>
                    <a:pt x="1849" y="339"/>
                    <a:pt x="1855" y="367"/>
                  </a:cubicBezTo>
                  <a:cubicBezTo>
                    <a:pt x="1865" y="415"/>
                    <a:pt x="1882" y="410"/>
                    <a:pt x="1881" y="426"/>
                  </a:cubicBezTo>
                  <a:cubicBezTo>
                    <a:pt x="1879" y="482"/>
                    <a:pt x="1826" y="457"/>
                    <a:pt x="1847" y="469"/>
                  </a:cubicBezTo>
                  <a:cubicBezTo>
                    <a:pt x="1868" y="481"/>
                    <a:pt x="1884" y="510"/>
                    <a:pt x="1866" y="525"/>
                  </a:cubicBezTo>
                  <a:cubicBezTo>
                    <a:pt x="1848" y="540"/>
                    <a:pt x="1831" y="538"/>
                    <a:pt x="1849" y="559"/>
                  </a:cubicBezTo>
                  <a:cubicBezTo>
                    <a:pt x="1867" y="581"/>
                    <a:pt x="1872" y="615"/>
                    <a:pt x="1845" y="642"/>
                  </a:cubicBezTo>
                  <a:cubicBezTo>
                    <a:pt x="1817" y="669"/>
                    <a:pt x="1756" y="677"/>
                    <a:pt x="1708" y="707"/>
                  </a:cubicBezTo>
                  <a:cubicBezTo>
                    <a:pt x="1660" y="737"/>
                    <a:pt x="1521" y="807"/>
                    <a:pt x="1530" y="957"/>
                  </a:cubicBezTo>
                  <a:cubicBezTo>
                    <a:pt x="1539" y="1108"/>
                    <a:pt x="1530" y="1358"/>
                    <a:pt x="1699" y="1524"/>
                  </a:cubicBezTo>
                  <a:cubicBezTo>
                    <a:pt x="1699" y="1524"/>
                    <a:pt x="1397" y="1829"/>
                    <a:pt x="1262" y="1829"/>
                  </a:cubicBezTo>
                  <a:cubicBezTo>
                    <a:pt x="1126" y="1829"/>
                    <a:pt x="1051" y="1741"/>
                    <a:pt x="1051" y="1741"/>
                  </a:cubicBezTo>
                  <a:cubicBezTo>
                    <a:pt x="1051" y="1741"/>
                    <a:pt x="1069" y="1621"/>
                    <a:pt x="1024" y="1717"/>
                  </a:cubicBezTo>
                  <a:cubicBezTo>
                    <a:pt x="978" y="1814"/>
                    <a:pt x="336" y="2627"/>
                    <a:pt x="321" y="2979"/>
                  </a:cubicBezTo>
                </a:path>
              </a:pathLst>
            </a:custGeom>
            <a:solidFill>
              <a:srgbClr val="F4CF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0" name="Freeform 116">
              <a:extLst>
                <a:ext uri="{FF2B5EF4-FFF2-40B4-BE49-F238E27FC236}">
                  <a16:creationId xmlns:a16="http://schemas.microsoft.com/office/drawing/2014/main" id="{FD41E238-1D40-4B3F-B520-55371DB9B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7" y="1590"/>
              <a:ext cx="484" cy="647"/>
            </a:xfrm>
            <a:custGeom>
              <a:avLst/>
              <a:gdLst>
                <a:gd name="T0" fmla="*/ 711 w 848"/>
                <a:gd name="T1" fmla="*/ 116 h 1133"/>
                <a:gd name="T2" fmla="*/ 830 w 848"/>
                <a:gd name="T3" fmla="*/ 401 h 1133"/>
                <a:gd name="T4" fmla="*/ 808 w 848"/>
                <a:gd name="T5" fmla="*/ 465 h 1133"/>
                <a:gd name="T6" fmla="*/ 768 w 848"/>
                <a:gd name="T7" fmla="*/ 504 h 1133"/>
                <a:gd name="T8" fmla="*/ 798 w 848"/>
                <a:gd name="T9" fmla="*/ 581 h 1133"/>
                <a:gd name="T10" fmla="*/ 762 w 848"/>
                <a:gd name="T11" fmla="*/ 610 h 1133"/>
                <a:gd name="T12" fmla="*/ 783 w 848"/>
                <a:gd name="T13" fmla="*/ 665 h 1133"/>
                <a:gd name="T14" fmla="*/ 744 w 848"/>
                <a:gd name="T15" fmla="*/ 700 h 1133"/>
                <a:gd name="T16" fmla="*/ 725 w 848"/>
                <a:gd name="T17" fmla="*/ 765 h 1133"/>
                <a:gd name="T18" fmla="*/ 531 w 848"/>
                <a:gd name="T19" fmla="*/ 804 h 1133"/>
                <a:gd name="T20" fmla="*/ 395 w 848"/>
                <a:gd name="T21" fmla="*/ 991 h 1133"/>
                <a:gd name="T22" fmla="*/ 367 w 848"/>
                <a:gd name="T23" fmla="*/ 1133 h 1133"/>
                <a:gd name="T24" fmla="*/ 0 w 848"/>
                <a:gd name="T25" fmla="*/ 1060 h 1133"/>
                <a:gd name="T26" fmla="*/ 65 w 848"/>
                <a:gd name="T27" fmla="*/ 673 h 1133"/>
                <a:gd name="T28" fmla="*/ 49 w 848"/>
                <a:gd name="T29" fmla="*/ 147 h 1133"/>
                <a:gd name="T30" fmla="*/ 332 w 848"/>
                <a:gd name="T31" fmla="*/ 0 h 1133"/>
                <a:gd name="T32" fmla="*/ 711 w 848"/>
                <a:gd name="T33" fmla="*/ 116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8" h="1133">
                  <a:moveTo>
                    <a:pt x="711" y="116"/>
                  </a:moveTo>
                  <a:cubicBezTo>
                    <a:pt x="711" y="116"/>
                    <a:pt x="811" y="358"/>
                    <a:pt x="830" y="401"/>
                  </a:cubicBezTo>
                  <a:cubicBezTo>
                    <a:pt x="848" y="445"/>
                    <a:pt x="836" y="453"/>
                    <a:pt x="808" y="465"/>
                  </a:cubicBezTo>
                  <a:cubicBezTo>
                    <a:pt x="781" y="477"/>
                    <a:pt x="760" y="480"/>
                    <a:pt x="768" y="504"/>
                  </a:cubicBezTo>
                  <a:cubicBezTo>
                    <a:pt x="775" y="528"/>
                    <a:pt x="817" y="542"/>
                    <a:pt x="798" y="581"/>
                  </a:cubicBezTo>
                  <a:cubicBezTo>
                    <a:pt x="791" y="595"/>
                    <a:pt x="756" y="594"/>
                    <a:pt x="762" y="610"/>
                  </a:cubicBezTo>
                  <a:cubicBezTo>
                    <a:pt x="768" y="625"/>
                    <a:pt x="798" y="641"/>
                    <a:pt x="783" y="665"/>
                  </a:cubicBezTo>
                  <a:cubicBezTo>
                    <a:pt x="772" y="683"/>
                    <a:pt x="744" y="688"/>
                    <a:pt x="744" y="700"/>
                  </a:cubicBezTo>
                  <a:cubicBezTo>
                    <a:pt x="744" y="712"/>
                    <a:pt x="760" y="736"/>
                    <a:pt x="725" y="765"/>
                  </a:cubicBezTo>
                  <a:cubicBezTo>
                    <a:pt x="691" y="793"/>
                    <a:pt x="569" y="769"/>
                    <a:pt x="531" y="804"/>
                  </a:cubicBezTo>
                  <a:cubicBezTo>
                    <a:pt x="493" y="839"/>
                    <a:pt x="416" y="903"/>
                    <a:pt x="395" y="991"/>
                  </a:cubicBezTo>
                  <a:cubicBezTo>
                    <a:pt x="374" y="1078"/>
                    <a:pt x="367" y="1133"/>
                    <a:pt x="367" y="1133"/>
                  </a:cubicBezTo>
                  <a:cubicBezTo>
                    <a:pt x="0" y="1060"/>
                    <a:pt x="0" y="1060"/>
                    <a:pt x="0" y="1060"/>
                  </a:cubicBezTo>
                  <a:cubicBezTo>
                    <a:pt x="65" y="673"/>
                    <a:pt x="65" y="673"/>
                    <a:pt x="65" y="673"/>
                  </a:cubicBezTo>
                  <a:cubicBezTo>
                    <a:pt x="49" y="147"/>
                    <a:pt x="49" y="147"/>
                    <a:pt x="49" y="147"/>
                  </a:cubicBezTo>
                  <a:cubicBezTo>
                    <a:pt x="332" y="0"/>
                    <a:pt x="332" y="0"/>
                    <a:pt x="332" y="0"/>
                  </a:cubicBezTo>
                  <a:lnTo>
                    <a:pt x="711" y="116"/>
                  </a:lnTo>
                  <a:close/>
                </a:path>
              </a:pathLst>
            </a:custGeom>
            <a:solidFill>
              <a:srgbClr val="F4CF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1" name="Freeform 117">
              <a:extLst>
                <a:ext uri="{FF2B5EF4-FFF2-40B4-BE49-F238E27FC236}">
                  <a16:creationId xmlns:a16="http://schemas.microsoft.com/office/drawing/2014/main" id="{E112C732-E519-4680-8328-85B44F50D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7" y="1422"/>
              <a:ext cx="598" cy="623"/>
            </a:xfrm>
            <a:custGeom>
              <a:avLst/>
              <a:gdLst>
                <a:gd name="T0" fmla="*/ 1045 w 1048"/>
                <a:gd name="T1" fmla="*/ 374 h 1090"/>
                <a:gd name="T2" fmla="*/ 609 w 1048"/>
                <a:gd name="T3" fmla="*/ 602 h 1090"/>
                <a:gd name="T4" fmla="*/ 693 w 1048"/>
                <a:gd name="T5" fmla="*/ 907 h 1090"/>
                <a:gd name="T6" fmla="*/ 349 w 1048"/>
                <a:gd name="T7" fmla="*/ 1027 h 1090"/>
                <a:gd name="T8" fmla="*/ 13 w 1048"/>
                <a:gd name="T9" fmla="*/ 609 h 1090"/>
                <a:gd name="T10" fmla="*/ 179 w 1048"/>
                <a:gd name="T11" fmla="*/ 148 h 1090"/>
                <a:gd name="T12" fmla="*/ 641 w 1048"/>
                <a:gd name="T13" fmla="*/ 36 h 1090"/>
                <a:gd name="T14" fmla="*/ 1045 w 1048"/>
                <a:gd name="T15" fmla="*/ 374 h 1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8" h="1090">
                  <a:moveTo>
                    <a:pt x="1045" y="374"/>
                  </a:moveTo>
                  <a:cubicBezTo>
                    <a:pt x="1045" y="374"/>
                    <a:pt x="609" y="548"/>
                    <a:pt x="609" y="602"/>
                  </a:cubicBezTo>
                  <a:cubicBezTo>
                    <a:pt x="609" y="657"/>
                    <a:pt x="720" y="856"/>
                    <a:pt x="693" y="907"/>
                  </a:cubicBezTo>
                  <a:cubicBezTo>
                    <a:pt x="666" y="958"/>
                    <a:pt x="602" y="1090"/>
                    <a:pt x="349" y="1027"/>
                  </a:cubicBezTo>
                  <a:cubicBezTo>
                    <a:pt x="95" y="964"/>
                    <a:pt x="27" y="748"/>
                    <a:pt x="13" y="609"/>
                  </a:cubicBezTo>
                  <a:cubicBezTo>
                    <a:pt x="0" y="494"/>
                    <a:pt x="19" y="280"/>
                    <a:pt x="179" y="148"/>
                  </a:cubicBezTo>
                  <a:cubicBezTo>
                    <a:pt x="302" y="48"/>
                    <a:pt x="415" y="0"/>
                    <a:pt x="641" y="36"/>
                  </a:cubicBezTo>
                  <a:cubicBezTo>
                    <a:pt x="851" y="70"/>
                    <a:pt x="1048" y="326"/>
                    <a:pt x="1045" y="374"/>
                  </a:cubicBezTo>
                  <a:close/>
                </a:path>
              </a:pathLst>
            </a:custGeom>
            <a:solidFill>
              <a:srgbClr val="FF7900"/>
            </a:solidFill>
            <a:ln w="3175" cap="flat">
              <a:solidFill>
                <a:srgbClr val="FF79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2" name="Freeform 118">
              <a:extLst>
                <a:ext uri="{FF2B5EF4-FFF2-40B4-BE49-F238E27FC236}">
                  <a16:creationId xmlns:a16="http://schemas.microsoft.com/office/drawing/2014/main" id="{07C92B6B-9715-4F69-A031-4AB1BCE24D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" y="1414"/>
              <a:ext cx="601" cy="643"/>
            </a:xfrm>
            <a:custGeom>
              <a:avLst/>
              <a:gdLst>
                <a:gd name="T0" fmla="*/ 988 w 1052"/>
                <a:gd name="T1" fmla="*/ 484 h 1125"/>
                <a:gd name="T2" fmla="*/ 644 w 1052"/>
                <a:gd name="T3" fmla="*/ 680 h 1125"/>
                <a:gd name="T4" fmla="*/ 728 w 1052"/>
                <a:gd name="T5" fmla="*/ 984 h 1125"/>
                <a:gd name="T6" fmla="*/ 319 w 1052"/>
                <a:gd name="T7" fmla="*/ 1062 h 1125"/>
                <a:gd name="T8" fmla="*/ 12 w 1052"/>
                <a:gd name="T9" fmla="*/ 623 h 1125"/>
                <a:gd name="T10" fmla="*/ 199 w 1052"/>
                <a:gd name="T11" fmla="*/ 134 h 1125"/>
                <a:gd name="T12" fmla="*/ 645 w 1052"/>
                <a:gd name="T13" fmla="*/ 36 h 1125"/>
                <a:gd name="T14" fmla="*/ 988 w 1052"/>
                <a:gd name="T15" fmla="*/ 484 h 1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125">
                  <a:moveTo>
                    <a:pt x="988" y="484"/>
                  </a:moveTo>
                  <a:cubicBezTo>
                    <a:pt x="988" y="484"/>
                    <a:pt x="644" y="625"/>
                    <a:pt x="644" y="680"/>
                  </a:cubicBezTo>
                  <a:cubicBezTo>
                    <a:pt x="644" y="734"/>
                    <a:pt x="756" y="933"/>
                    <a:pt x="728" y="984"/>
                  </a:cubicBezTo>
                  <a:cubicBezTo>
                    <a:pt x="701" y="1035"/>
                    <a:pt x="573" y="1125"/>
                    <a:pt x="319" y="1062"/>
                  </a:cubicBezTo>
                  <a:cubicBezTo>
                    <a:pt x="66" y="999"/>
                    <a:pt x="26" y="762"/>
                    <a:pt x="12" y="623"/>
                  </a:cubicBezTo>
                  <a:cubicBezTo>
                    <a:pt x="0" y="508"/>
                    <a:pt x="70" y="224"/>
                    <a:pt x="199" y="134"/>
                  </a:cubicBezTo>
                  <a:cubicBezTo>
                    <a:pt x="329" y="43"/>
                    <a:pt x="419" y="0"/>
                    <a:pt x="645" y="36"/>
                  </a:cubicBezTo>
                  <a:cubicBezTo>
                    <a:pt x="856" y="70"/>
                    <a:pt x="1052" y="412"/>
                    <a:pt x="988" y="484"/>
                  </a:cubicBezTo>
                  <a:close/>
                </a:path>
              </a:pathLst>
            </a:custGeom>
            <a:solidFill>
              <a:srgbClr val="FF7900"/>
            </a:solidFill>
            <a:ln w="3175" cap="flat">
              <a:solidFill>
                <a:srgbClr val="FF79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3" name="Freeform 119">
              <a:extLst>
                <a:ext uri="{FF2B5EF4-FFF2-40B4-BE49-F238E27FC236}">
                  <a16:creationId xmlns:a16="http://schemas.microsoft.com/office/drawing/2014/main" id="{FA710895-6DB5-4990-B281-49FE98C5F0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4" y="1973"/>
              <a:ext cx="114" cy="83"/>
            </a:xfrm>
            <a:custGeom>
              <a:avLst/>
              <a:gdLst>
                <a:gd name="T0" fmla="*/ 45 w 199"/>
                <a:gd name="T1" fmla="*/ 0 h 145"/>
                <a:gd name="T2" fmla="*/ 190 w 199"/>
                <a:gd name="T3" fmla="*/ 85 h 145"/>
                <a:gd name="T4" fmla="*/ 156 w 199"/>
                <a:gd name="T5" fmla="*/ 145 h 145"/>
                <a:gd name="T6" fmla="*/ 0 w 199"/>
                <a:gd name="T7" fmla="*/ 36 h 145"/>
                <a:gd name="T8" fmla="*/ 45 w 199"/>
                <a:gd name="T9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" h="145">
                  <a:moveTo>
                    <a:pt x="45" y="0"/>
                  </a:moveTo>
                  <a:cubicBezTo>
                    <a:pt x="45" y="0"/>
                    <a:pt x="120" y="82"/>
                    <a:pt x="190" y="85"/>
                  </a:cubicBezTo>
                  <a:cubicBezTo>
                    <a:pt x="190" y="85"/>
                    <a:pt x="199" y="133"/>
                    <a:pt x="156" y="145"/>
                  </a:cubicBezTo>
                  <a:cubicBezTo>
                    <a:pt x="156" y="145"/>
                    <a:pt x="0" y="79"/>
                    <a:pt x="0" y="36"/>
                  </a:cubicBezTo>
                  <a:cubicBezTo>
                    <a:pt x="0" y="36"/>
                    <a:pt x="27" y="3"/>
                    <a:pt x="4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4" name="Freeform 120">
              <a:extLst>
                <a:ext uri="{FF2B5EF4-FFF2-40B4-BE49-F238E27FC236}">
                  <a16:creationId xmlns:a16="http://schemas.microsoft.com/office/drawing/2014/main" id="{D8E45A5F-109D-4C14-B330-528A439B8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2264"/>
              <a:ext cx="730" cy="1015"/>
            </a:xfrm>
            <a:custGeom>
              <a:avLst/>
              <a:gdLst>
                <a:gd name="T0" fmla="*/ 128 w 1277"/>
                <a:gd name="T1" fmla="*/ 0 h 1776"/>
                <a:gd name="T2" fmla="*/ 352 w 1277"/>
                <a:gd name="T3" fmla="*/ 261 h 1776"/>
                <a:gd name="T4" fmla="*/ 543 w 1277"/>
                <a:gd name="T5" fmla="*/ 343 h 1776"/>
                <a:gd name="T6" fmla="*/ 811 w 1277"/>
                <a:gd name="T7" fmla="*/ 206 h 1776"/>
                <a:gd name="T8" fmla="*/ 889 w 1277"/>
                <a:gd name="T9" fmla="*/ 439 h 1776"/>
                <a:gd name="T10" fmla="*/ 744 w 1277"/>
                <a:gd name="T11" fmla="*/ 596 h 1776"/>
                <a:gd name="T12" fmla="*/ 1277 w 1277"/>
                <a:gd name="T13" fmla="*/ 1773 h 1776"/>
                <a:gd name="T14" fmla="*/ 538 w 1277"/>
                <a:gd name="T15" fmla="*/ 1773 h 1776"/>
                <a:gd name="T16" fmla="*/ 165 w 1277"/>
                <a:gd name="T17" fmla="*/ 388 h 1776"/>
                <a:gd name="T18" fmla="*/ 0 w 1277"/>
                <a:gd name="T19" fmla="*/ 153 h 1776"/>
                <a:gd name="T20" fmla="*/ 128 w 1277"/>
                <a:gd name="T21" fmla="*/ 0 h 1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77" h="1776">
                  <a:moveTo>
                    <a:pt x="128" y="0"/>
                  </a:moveTo>
                  <a:cubicBezTo>
                    <a:pt x="250" y="160"/>
                    <a:pt x="295" y="209"/>
                    <a:pt x="352" y="261"/>
                  </a:cubicBezTo>
                  <a:cubicBezTo>
                    <a:pt x="429" y="331"/>
                    <a:pt x="423" y="319"/>
                    <a:pt x="543" y="343"/>
                  </a:cubicBezTo>
                  <a:cubicBezTo>
                    <a:pt x="664" y="367"/>
                    <a:pt x="811" y="206"/>
                    <a:pt x="811" y="206"/>
                  </a:cubicBezTo>
                  <a:cubicBezTo>
                    <a:pt x="811" y="206"/>
                    <a:pt x="862" y="384"/>
                    <a:pt x="889" y="439"/>
                  </a:cubicBezTo>
                  <a:cubicBezTo>
                    <a:pt x="904" y="468"/>
                    <a:pt x="744" y="596"/>
                    <a:pt x="744" y="596"/>
                  </a:cubicBezTo>
                  <a:cubicBezTo>
                    <a:pt x="744" y="596"/>
                    <a:pt x="1016" y="1533"/>
                    <a:pt x="1277" y="1773"/>
                  </a:cubicBezTo>
                  <a:cubicBezTo>
                    <a:pt x="1277" y="1773"/>
                    <a:pt x="566" y="1776"/>
                    <a:pt x="538" y="1773"/>
                  </a:cubicBezTo>
                  <a:cubicBezTo>
                    <a:pt x="538" y="1773"/>
                    <a:pt x="173" y="513"/>
                    <a:pt x="165" y="388"/>
                  </a:cubicBezTo>
                  <a:cubicBezTo>
                    <a:pt x="165" y="388"/>
                    <a:pt x="141" y="185"/>
                    <a:pt x="0" y="153"/>
                  </a:cubicBezTo>
                  <a:cubicBezTo>
                    <a:pt x="0" y="153"/>
                    <a:pt x="56" y="40"/>
                    <a:pt x="128" y="0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5" name="Freeform 121">
              <a:extLst>
                <a:ext uri="{FF2B5EF4-FFF2-40B4-BE49-F238E27FC236}">
                  <a16:creationId xmlns:a16="http://schemas.microsoft.com/office/drawing/2014/main" id="{2BFC6F2E-3919-4508-B320-371625FF4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7" y="2080"/>
              <a:ext cx="312" cy="194"/>
            </a:xfrm>
            <a:custGeom>
              <a:avLst/>
              <a:gdLst>
                <a:gd name="T0" fmla="*/ 547 w 547"/>
                <a:gd name="T1" fmla="*/ 108 h 340"/>
                <a:gd name="T2" fmla="*/ 160 w 547"/>
                <a:gd name="T3" fmla="*/ 0 h 340"/>
                <a:gd name="T4" fmla="*/ 62 w 547"/>
                <a:gd name="T5" fmla="*/ 154 h 340"/>
                <a:gd name="T6" fmla="*/ 518 w 547"/>
                <a:gd name="T7" fmla="*/ 326 h 340"/>
                <a:gd name="T8" fmla="*/ 547 w 547"/>
                <a:gd name="T9" fmla="*/ 108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7" h="340">
                  <a:moveTo>
                    <a:pt x="547" y="108"/>
                  </a:moveTo>
                  <a:cubicBezTo>
                    <a:pt x="547" y="108"/>
                    <a:pt x="313" y="76"/>
                    <a:pt x="160" y="0"/>
                  </a:cubicBezTo>
                  <a:cubicBezTo>
                    <a:pt x="160" y="0"/>
                    <a:pt x="88" y="115"/>
                    <a:pt x="62" y="154"/>
                  </a:cubicBezTo>
                  <a:cubicBezTo>
                    <a:pt x="0" y="248"/>
                    <a:pt x="439" y="340"/>
                    <a:pt x="518" y="326"/>
                  </a:cubicBezTo>
                  <a:cubicBezTo>
                    <a:pt x="527" y="324"/>
                    <a:pt x="547" y="108"/>
                    <a:pt x="547" y="1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6" name="Freeform 122">
              <a:extLst>
                <a:ext uri="{FF2B5EF4-FFF2-40B4-BE49-F238E27FC236}">
                  <a16:creationId xmlns:a16="http://schemas.microsoft.com/office/drawing/2014/main" id="{7AA6F69B-77B9-4FF0-906D-E8C10039B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" y="1717"/>
              <a:ext cx="515" cy="400"/>
            </a:xfrm>
            <a:custGeom>
              <a:avLst/>
              <a:gdLst>
                <a:gd name="T0" fmla="*/ 776 w 901"/>
                <a:gd name="T1" fmla="*/ 659 h 701"/>
                <a:gd name="T2" fmla="*/ 193 w 901"/>
                <a:gd name="T3" fmla="*/ 443 h 701"/>
                <a:gd name="T4" fmla="*/ 0 w 901"/>
                <a:gd name="T5" fmla="*/ 292 h 701"/>
                <a:gd name="T6" fmla="*/ 248 w 901"/>
                <a:gd name="T7" fmla="*/ 0 h 701"/>
                <a:gd name="T8" fmla="*/ 523 w 901"/>
                <a:gd name="T9" fmla="*/ 383 h 701"/>
                <a:gd name="T10" fmla="*/ 901 w 901"/>
                <a:gd name="T11" fmla="*/ 589 h 701"/>
                <a:gd name="T12" fmla="*/ 816 w 901"/>
                <a:gd name="T13" fmla="*/ 693 h 701"/>
                <a:gd name="T14" fmla="*/ 776 w 901"/>
                <a:gd name="T15" fmla="*/ 659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01" h="701">
                  <a:moveTo>
                    <a:pt x="776" y="659"/>
                  </a:moveTo>
                  <a:cubicBezTo>
                    <a:pt x="776" y="659"/>
                    <a:pt x="367" y="606"/>
                    <a:pt x="193" y="443"/>
                  </a:cubicBezTo>
                  <a:cubicBezTo>
                    <a:pt x="18" y="280"/>
                    <a:pt x="0" y="292"/>
                    <a:pt x="0" y="292"/>
                  </a:cubicBezTo>
                  <a:cubicBezTo>
                    <a:pt x="0" y="292"/>
                    <a:pt x="161" y="118"/>
                    <a:pt x="248" y="0"/>
                  </a:cubicBezTo>
                  <a:cubicBezTo>
                    <a:pt x="248" y="0"/>
                    <a:pt x="396" y="270"/>
                    <a:pt x="523" y="383"/>
                  </a:cubicBezTo>
                  <a:cubicBezTo>
                    <a:pt x="649" y="496"/>
                    <a:pt x="851" y="590"/>
                    <a:pt x="901" y="589"/>
                  </a:cubicBezTo>
                  <a:cubicBezTo>
                    <a:pt x="901" y="589"/>
                    <a:pt x="893" y="686"/>
                    <a:pt x="816" y="693"/>
                  </a:cubicBezTo>
                  <a:cubicBezTo>
                    <a:pt x="739" y="701"/>
                    <a:pt x="776" y="659"/>
                    <a:pt x="776" y="6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7" name="Freeform 123">
              <a:extLst>
                <a:ext uri="{FF2B5EF4-FFF2-40B4-BE49-F238E27FC236}">
                  <a16:creationId xmlns:a16="http://schemas.microsoft.com/office/drawing/2014/main" id="{DCF9122F-7A55-4080-B730-EA1D12D51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2147"/>
              <a:ext cx="816" cy="1136"/>
            </a:xfrm>
            <a:custGeom>
              <a:avLst/>
              <a:gdLst>
                <a:gd name="T0" fmla="*/ 522 w 1428"/>
                <a:gd name="T1" fmla="*/ 1980 h 1988"/>
                <a:gd name="T2" fmla="*/ 607 w 1428"/>
                <a:gd name="T3" fmla="*/ 147 h 1988"/>
                <a:gd name="T4" fmla="*/ 1055 w 1428"/>
                <a:gd name="T5" fmla="*/ 108 h 1988"/>
                <a:gd name="T6" fmla="*/ 1428 w 1428"/>
                <a:gd name="T7" fmla="*/ 491 h 1988"/>
                <a:gd name="T8" fmla="*/ 1125 w 1428"/>
                <a:gd name="T9" fmla="*/ 859 h 1988"/>
                <a:gd name="T10" fmla="*/ 1260 w 1428"/>
                <a:gd name="T11" fmla="*/ 1988 h 19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28" h="1988">
                  <a:moveTo>
                    <a:pt x="522" y="1980"/>
                  </a:moveTo>
                  <a:cubicBezTo>
                    <a:pt x="0" y="1688"/>
                    <a:pt x="453" y="273"/>
                    <a:pt x="607" y="147"/>
                  </a:cubicBezTo>
                  <a:cubicBezTo>
                    <a:pt x="760" y="20"/>
                    <a:pt x="920" y="0"/>
                    <a:pt x="1055" y="108"/>
                  </a:cubicBezTo>
                  <a:cubicBezTo>
                    <a:pt x="1191" y="217"/>
                    <a:pt x="1428" y="491"/>
                    <a:pt x="1428" y="491"/>
                  </a:cubicBezTo>
                  <a:cubicBezTo>
                    <a:pt x="1428" y="491"/>
                    <a:pt x="1201" y="584"/>
                    <a:pt x="1125" y="859"/>
                  </a:cubicBezTo>
                  <a:cubicBezTo>
                    <a:pt x="982" y="1378"/>
                    <a:pt x="947" y="1563"/>
                    <a:pt x="1260" y="19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8" name="Freeform 124">
              <a:extLst>
                <a:ext uri="{FF2B5EF4-FFF2-40B4-BE49-F238E27FC236}">
                  <a16:creationId xmlns:a16="http://schemas.microsoft.com/office/drawing/2014/main" id="{7A7BA6B0-7C0C-4443-BD39-435BF03CB8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0" y="2696"/>
              <a:ext cx="282" cy="274"/>
            </a:xfrm>
            <a:custGeom>
              <a:avLst/>
              <a:gdLst>
                <a:gd name="T0" fmla="*/ 443 w 494"/>
                <a:gd name="T1" fmla="*/ 8 h 479"/>
                <a:gd name="T2" fmla="*/ 154 w 494"/>
                <a:gd name="T3" fmla="*/ 126 h 479"/>
                <a:gd name="T4" fmla="*/ 350 w 494"/>
                <a:gd name="T5" fmla="*/ 96 h 479"/>
                <a:gd name="T6" fmla="*/ 84 w 494"/>
                <a:gd name="T7" fmla="*/ 271 h 479"/>
                <a:gd name="T8" fmla="*/ 341 w 494"/>
                <a:gd name="T9" fmla="*/ 189 h 479"/>
                <a:gd name="T10" fmla="*/ 142 w 494"/>
                <a:gd name="T11" fmla="*/ 361 h 479"/>
                <a:gd name="T12" fmla="*/ 313 w 494"/>
                <a:gd name="T13" fmla="*/ 313 h 479"/>
                <a:gd name="T14" fmla="*/ 193 w 494"/>
                <a:gd name="T15" fmla="*/ 461 h 479"/>
                <a:gd name="T16" fmla="*/ 413 w 494"/>
                <a:gd name="T17" fmla="*/ 273 h 479"/>
                <a:gd name="T18" fmla="*/ 443 w 494"/>
                <a:gd name="T19" fmla="*/ 8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4" h="479">
                  <a:moveTo>
                    <a:pt x="443" y="8"/>
                  </a:moveTo>
                  <a:cubicBezTo>
                    <a:pt x="438" y="0"/>
                    <a:pt x="93" y="78"/>
                    <a:pt x="154" y="126"/>
                  </a:cubicBezTo>
                  <a:cubicBezTo>
                    <a:pt x="214" y="174"/>
                    <a:pt x="338" y="66"/>
                    <a:pt x="350" y="96"/>
                  </a:cubicBezTo>
                  <a:cubicBezTo>
                    <a:pt x="362" y="126"/>
                    <a:pt x="0" y="247"/>
                    <a:pt x="84" y="271"/>
                  </a:cubicBezTo>
                  <a:cubicBezTo>
                    <a:pt x="169" y="295"/>
                    <a:pt x="338" y="156"/>
                    <a:pt x="341" y="189"/>
                  </a:cubicBezTo>
                  <a:cubicBezTo>
                    <a:pt x="344" y="222"/>
                    <a:pt x="72" y="364"/>
                    <a:pt x="142" y="361"/>
                  </a:cubicBezTo>
                  <a:cubicBezTo>
                    <a:pt x="211" y="358"/>
                    <a:pt x="335" y="280"/>
                    <a:pt x="313" y="313"/>
                  </a:cubicBezTo>
                  <a:cubicBezTo>
                    <a:pt x="292" y="346"/>
                    <a:pt x="130" y="479"/>
                    <a:pt x="193" y="461"/>
                  </a:cubicBezTo>
                  <a:cubicBezTo>
                    <a:pt x="256" y="443"/>
                    <a:pt x="374" y="331"/>
                    <a:pt x="413" y="273"/>
                  </a:cubicBezTo>
                  <a:cubicBezTo>
                    <a:pt x="452" y="216"/>
                    <a:pt x="494" y="90"/>
                    <a:pt x="443" y="8"/>
                  </a:cubicBezTo>
                  <a:close/>
                </a:path>
              </a:pathLst>
            </a:custGeom>
            <a:solidFill>
              <a:srgbClr val="F4CF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9" name="Oval 125">
              <a:extLst>
                <a:ext uri="{FF2B5EF4-FFF2-40B4-BE49-F238E27FC236}">
                  <a16:creationId xmlns:a16="http://schemas.microsoft.com/office/drawing/2014/main" id="{9C74E28F-79BA-443D-B8F7-6207EB52E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2656"/>
              <a:ext cx="66" cy="275"/>
            </a:xfrm>
            <a:prstGeom prst="ellipse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0" name="Oval 126">
              <a:extLst>
                <a:ext uri="{FF2B5EF4-FFF2-40B4-BE49-F238E27FC236}">
                  <a16:creationId xmlns:a16="http://schemas.microsoft.com/office/drawing/2014/main" id="{52FB3222-D46E-491D-887C-8813F961B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9" y="2738"/>
              <a:ext cx="142" cy="15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1" name="Freeform 127">
              <a:extLst>
                <a:ext uri="{FF2B5EF4-FFF2-40B4-BE49-F238E27FC236}">
                  <a16:creationId xmlns:a16="http://schemas.microsoft.com/office/drawing/2014/main" id="{E91FE5A5-079D-4D41-A76A-BCE52096A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9" y="2457"/>
              <a:ext cx="1299" cy="621"/>
            </a:xfrm>
            <a:custGeom>
              <a:avLst/>
              <a:gdLst>
                <a:gd name="T0" fmla="*/ 244 w 2273"/>
                <a:gd name="T1" fmla="*/ 0 h 1086"/>
                <a:gd name="T2" fmla="*/ 681 w 2273"/>
                <a:gd name="T3" fmla="*/ 546 h 1086"/>
                <a:gd name="T4" fmla="*/ 1109 w 2273"/>
                <a:gd name="T5" fmla="*/ 450 h 1086"/>
                <a:gd name="T6" fmla="*/ 1724 w 2273"/>
                <a:gd name="T7" fmla="*/ 245 h 1086"/>
                <a:gd name="T8" fmla="*/ 2243 w 2273"/>
                <a:gd name="T9" fmla="*/ 712 h 1086"/>
                <a:gd name="T10" fmla="*/ 2059 w 2273"/>
                <a:gd name="T11" fmla="*/ 604 h 1086"/>
                <a:gd name="T12" fmla="*/ 2228 w 2273"/>
                <a:gd name="T13" fmla="*/ 911 h 1086"/>
                <a:gd name="T14" fmla="*/ 1968 w 2273"/>
                <a:gd name="T15" fmla="*/ 643 h 1086"/>
                <a:gd name="T16" fmla="*/ 2041 w 2273"/>
                <a:gd name="T17" fmla="*/ 1083 h 1086"/>
                <a:gd name="T18" fmla="*/ 1872 w 2273"/>
                <a:gd name="T19" fmla="*/ 679 h 1086"/>
                <a:gd name="T20" fmla="*/ 1860 w 2273"/>
                <a:gd name="T21" fmla="*/ 983 h 1086"/>
                <a:gd name="T22" fmla="*/ 1785 w 2273"/>
                <a:gd name="T23" fmla="*/ 685 h 1086"/>
                <a:gd name="T24" fmla="*/ 1625 w 2273"/>
                <a:gd name="T25" fmla="*/ 495 h 1086"/>
                <a:gd name="T26" fmla="*/ 738 w 2273"/>
                <a:gd name="T27" fmla="*/ 983 h 1086"/>
                <a:gd name="T28" fmla="*/ 0 w 2273"/>
                <a:gd name="T29" fmla="*/ 290 h 1086"/>
                <a:gd name="T30" fmla="*/ 244 w 2273"/>
                <a:gd name="T31" fmla="*/ 0 h 10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73" h="1086">
                  <a:moveTo>
                    <a:pt x="244" y="0"/>
                  </a:moveTo>
                  <a:cubicBezTo>
                    <a:pt x="244" y="0"/>
                    <a:pt x="521" y="516"/>
                    <a:pt x="681" y="546"/>
                  </a:cubicBezTo>
                  <a:cubicBezTo>
                    <a:pt x="841" y="576"/>
                    <a:pt x="989" y="531"/>
                    <a:pt x="1109" y="450"/>
                  </a:cubicBezTo>
                  <a:cubicBezTo>
                    <a:pt x="1230" y="368"/>
                    <a:pt x="1610" y="203"/>
                    <a:pt x="1724" y="245"/>
                  </a:cubicBezTo>
                  <a:cubicBezTo>
                    <a:pt x="1839" y="287"/>
                    <a:pt x="2213" y="628"/>
                    <a:pt x="2243" y="712"/>
                  </a:cubicBezTo>
                  <a:cubicBezTo>
                    <a:pt x="2273" y="796"/>
                    <a:pt x="2095" y="588"/>
                    <a:pt x="2059" y="604"/>
                  </a:cubicBezTo>
                  <a:cubicBezTo>
                    <a:pt x="2023" y="619"/>
                    <a:pt x="2234" y="818"/>
                    <a:pt x="2228" y="911"/>
                  </a:cubicBezTo>
                  <a:cubicBezTo>
                    <a:pt x="2222" y="1005"/>
                    <a:pt x="1981" y="588"/>
                    <a:pt x="1968" y="643"/>
                  </a:cubicBezTo>
                  <a:cubicBezTo>
                    <a:pt x="1956" y="697"/>
                    <a:pt x="2083" y="1086"/>
                    <a:pt x="2041" y="1083"/>
                  </a:cubicBezTo>
                  <a:cubicBezTo>
                    <a:pt x="1999" y="1080"/>
                    <a:pt x="1881" y="600"/>
                    <a:pt x="1872" y="679"/>
                  </a:cubicBezTo>
                  <a:cubicBezTo>
                    <a:pt x="1863" y="757"/>
                    <a:pt x="1902" y="995"/>
                    <a:pt x="1860" y="983"/>
                  </a:cubicBezTo>
                  <a:cubicBezTo>
                    <a:pt x="1818" y="971"/>
                    <a:pt x="1809" y="730"/>
                    <a:pt x="1785" y="685"/>
                  </a:cubicBezTo>
                  <a:cubicBezTo>
                    <a:pt x="1760" y="640"/>
                    <a:pt x="1706" y="501"/>
                    <a:pt x="1625" y="495"/>
                  </a:cubicBezTo>
                  <a:cubicBezTo>
                    <a:pt x="1543" y="489"/>
                    <a:pt x="919" y="905"/>
                    <a:pt x="738" y="983"/>
                  </a:cubicBezTo>
                  <a:cubicBezTo>
                    <a:pt x="557" y="1062"/>
                    <a:pt x="0" y="290"/>
                    <a:pt x="0" y="290"/>
                  </a:cubicBezTo>
                  <a:cubicBezTo>
                    <a:pt x="0" y="290"/>
                    <a:pt x="102" y="33"/>
                    <a:pt x="244" y="0"/>
                  </a:cubicBezTo>
                  <a:close/>
                </a:path>
              </a:pathLst>
            </a:custGeom>
            <a:solidFill>
              <a:srgbClr val="F4CF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2" name="Freeform 128">
              <a:extLst>
                <a:ext uri="{FF2B5EF4-FFF2-40B4-BE49-F238E27FC236}">
                  <a16:creationId xmlns:a16="http://schemas.microsoft.com/office/drawing/2014/main" id="{36353CEB-0B55-4CE9-9888-B4BE9CFA7E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8" y="1862"/>
              <a:ext cx="560" cy="310"/>
            </a:xfrm>
            <a:custGeom>
              <a:avLst/>
              <a:gdLst>
                <a:gd name="T0" fmla="*/ 972 w 980"/>
                <a:gd name="T1" fmla="*/ 467 h 543"/>
                <a:gd name="T2" fmla="*/ 968 w 980"/>
                <a:gd name="T3" fmla="*/ 468 h 543"/>
                <a:gd name="T4" fmla="*/ 611 w 980"/>
                <a:gd name="T5" fmla="*/ 515 h 543"/>
                <a:gd name="T6" fmla="*/ 80 w 980"/>
                <a:gd name="T7" fmla="*/ 394 h 543"/>
                <a:gd name="T8" fmla="*/ 333 w 980"/>
                <a:gd name="T9" fmla="*/ 0 h 543"/>
                <a:gd name="T10" fmla="*/ 534 w 980"/>
                <a:gd name="T11" fmla="*/ 217 h 543"/>
                <a:gd name="T12" fmla="*/ 980 w 980"/>
                <a:gd name="T13" fmla="*/ 382 h 543"/>
                <a:gd name="T14" fmla="*/ 979 w 980"/>
                <a:gd name="T15" fmla="*/ 424 h 543"/>
                <a:gd name="T16" fmla="*/ 972 w 980"/>
                <a:gd name="T17" fmla="*/ 467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0" h="543">
                  <a:moveTo>
                    <a:pt x="972" y="467"/>
                  </a:moveTo>
                  <a:cubicBezTo>
                    <a:pt x="972" y="467"/>
                    <a:pt x="971" y="467"/>
                    <a:pt x="968" y="468"/>
                  </a:cubicBezTo>
                  <a:cubicBezTo>
                    <a:pt x="946" y="472"/>
                    <a:pt x="851" y="490"/>
                    <a:pt x="611" y="515"/>
                  </a:cubicBezTo>
                  <a:cubicBezTo>
                    <a:pt x="333" y="543"/>
                    <a:pt x="0" y="434"/>
                    <a:pt x="80" y="394"/>
                  </a:cubicBezTo>
                  <a:cubicBezTo>
                    <a:pt x="160" y="354"/>
                    <a:pt x="333" y="0"/>
                    <a:pt x="333" y="0"/>
                  </a:cubicBezTo>
                  <a:cubicBezTo>
                    <a:pt x="333" y="0"/>
                    <a:pt x="438" y="97"/>
                    <a:pt x="534" y="217"/>
                  </a:cubicBezTo>
                  <a:cubicBezTo>
                    <a:pt x="631" y="338"/>
                    <a:pt x="980" y="382"/>
                    <a:pt x="980" y="382"/>
                  </a:cubicBezTo>
                  <a:cubicBezTo>
                    <a:pt x="979" y="424"/>
                    <a:pt x="979" y="424"/>
                    <a:pt x="979" y="424"/>
                  </a:cubicBezTo>
                  <a:lnTo>
                    <a:pt x="972" y="4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3" name="Freeform 129">
              <a:extLst>
                <a:ext uri="{FF2B5EF4-FFF2-40B4-BE49-F238E27FC236}">
                  <a16:creationId xmlns:a16="http://schemas.microsoft.com/office/drawing/2014/main" id="{A62EDF5F-3FDA-4736-91EA-8F95329153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9" y="1704"/>
              <a:ext cx="136" cy="124"/>
            </a:xfrm>
            <a:custGeom>
              <a:avLst/>
              <a:gdLst>
                <a:gd name="T0" fmla="*/ 229 w 237"/>
                <a:gd name="T1" fmla="*/ 35 h 217"/>
                <a:gd name="T2" fmla="*/ 196 w 237"/>
                <a:gd name="T3" fmla="*/ 29 h 217"/>
                <a:gd name="T4" fmla="*/ 187 w 237"/>
                <a:gd name="T5" fmla="*/ 34 h 217"/>
                <a:gd name="T6" fmla="*/ 108 w 237"/>
                <a:gd name="T7" fmla="*/ 0 h 217"/>
                <a:gd name="T8" fmla="*/ 0 w 237"/>
                <a:gd name="T9" fmla="*/ 109 h 217"/>
                <a:gd name="T10" fmla="*/ 108 w 237"/>
                <a:gd name="T11" fmla="*/ 217 h 217"/>
                <a:gd name="T12" fmla="*/ 216 w 237"/>
                <a:gd name="T13" fmla="*/ 109 h 217"/>
                <a:gd name="T14" fmla="*/ 211 w 237"/>
                <a:gd name="T15" fmla="*/ 77 h 217"/>
                <a:gd name="T16" fmla="*/ 222 w 237"/>
                <a:gd name="T17" fmla="*/ 69 h 217"/>
                <a:gd name="T18" fmla="*/ 229 w 237"/>
                <a:gd name="T19" fmla="*/ 35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7" h="217">
                  <a:moveTo>
                    <a:pt x="229" y="35"/>
                  </a:moveTo>
                  <a:cubicBezTo>
                    <a:pt x="222" y="24"/>
                    <a:pt x="207" y="21"/>
                    <a:pt x="196" y="29"/>
                  </a:cubicBezTo>
                  <a:cubicBezTo>
                    <a:pt x="187" y="34"/>
                    <a:pt x="187" y="34"/>
                    <a:pt x="187" y="34"/>
                  </a:cubicBezTo>
                  <a:cubicBezTo>
                    <a:pt x="167" y="13"/>
                    <a:pt x="139" y="0"/>
                    <a:pt x="108" y="0"/>
                  </a:cubicBezTo>
                  <a:cubicBezTo>
                    <a:pt x="48" y="0"/>
                    <a:pt x="0" y="49"/>
                    <a:pt x="0" y="109"/>
                  </a:cubicBezTo>
                  <a:cubicBezTo>
                    <a:pt x="0" y="168"/>
                    <a:pt x="48" y="217"/>
                    <a:pt x="108" y="217"/>
                  </a:cubicBezTo>
                  <a:cubicBezTo>
                    <a:pt x="168" y="217"/>
                    <a:pt x="216" y="168"/>
                    <a:pt x="216" y="109"/>
                  </a:cubicBezTo>
                  <a:cubicBezTo>
                    <a:pt x="216" y="97"/>
                    <a:pt x="215" y="87"/>
                    <a:pt x="211" y="77"/>
                  </a:cubicBezTo>
                  <a:cubicBezTo>
                    <a:pt x="222" y="69"/>
                    <a:pt x="222" y="69"/>
                    <a:pt x="222" y="69"/>
                  </a:cubicBezTo>
                  <a:cubicBezTo>
                    <a:pt x="234" y="62"/>
                    <a:pt x="237" y="47"/>
                    <a:pt x="229" y="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4" name="Freeform 130">
              <a:extLst>
                <a:ext uri="{FF2B5EF4-FFF2-40B4-BE49-F238E27FC236}">
                  <a16:creationId xmlns:a16="http://schemas.microsoft.com/office/drawing/2014/main" id="{9E1CDF29-74B9-47E8-AE0C-41B691033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7" y="2007"/>
              <a:ext cx="129" cy="105"/>
            </a:xfrm>
            <a:custGeom>
              <a:avLst/>
              <a:gdLst>
                <a:gd name="T0" fmla="*/ 105 w 225"/>
                <a:gd name="T1" fmla="*/ 0 h 183"/>
                <a:gd name="T2" fmla="*/ 225 w 225"/>
                <a:gd name="T3" fmla="*/ 105 h 183"/>
                <a:gd name="T4" fmla="*/ 162 w 225"/>
                <a:gd name="T5" fmla="*/ 183 h 183"/>
                <a:gd name="T6" fmla="*/ 0 w 225"/>
                <a:gd name="T7" fmla="*/ 32 h 183"/>
                <a:gd name="T8" fmla="*/ 105 w 225"/>
                <a:gd name="T9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" h="183">
                  <a:moveTo>
                    <a:pt x="105" y="0"/>
                  </a:moveTo>
                  <a:cubicBezTo>
                    <a:pt x="105" y="0"/>
                    <a:pt x="126" y="79"/>
                    <a:pt x="225" y="105"/>
                  </a:cubicBezTo>
                  <a:cubicBezTo>
                    <a:pt x="162" y="183"/>
                    <a:pt x="162" y="183"/>
                    <a:pt x="162" y="183"/>
                  </a:cubicBezTo>
                  <a:cubicBezTo>
                    <a:pt x="162" y="183"/>
                    <a:pt x="6" y="94"/>
                    <a:pt x="0" y="32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5" name="Freeform 131">
              <a:extLst>
                <a:ext uri="{FF2B5EF4-FFF2-40B4-BE49-F238E27FC236}">
                  <a16:creationId xmlns:a16="http://schemas.microsoft.com/office/drawing/2014/main" id="{CCFD2779-91A7-48AE-9DAA-2FA522436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3" y="1093"/>
              <a:ext cx="28" cy="30"/>
            </a:xfrm>
            <a:custGeom>
              <a:avLst/>
              <a:gdLst>
                <a:gd name="T0" fmla="*/ 0 w 28"/>
                <a:gd name="T1" fmla="*/ 0 h 30"/>
                <a:gd name="T2" fmla="*/ 4 w 28"/>
                <a:gd name="T3" fmla="*/ 29 h 30"/>
                <a:gd name="T4" fmla="*/ 6 w 28"/>
                <a:gd name="T5" fmla="*/ 29 h 30"/>
                <a:gd name="T6" fmla="*/ 22 w 28"/>
                <a:gd name="T7" fmla="*/ 30 h 30"/>
                <a:gd name="T8" fmla="*/ 28 w 28"/>
                <a:gd name="T9" fmla="*/ 0 h 30"/>
                <a:gd name="T10" fmla="*/ 0 w 28"/>
                <a:gd name="T11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" h="30">
                  <a:moveTo>
                    <a:pt x="0" y="0"/>
                  </a:moveTo>
                  <a:lnTo>
                    <a:pt x="4" y="29"/>
                  </a:lnTo>
                  <a:lnTo>
                    <a:pt x="6" y="29"/>
                  </a:lnTo>
                  <a:lnTo>
                    <a:pt x="22" y="30"/>
                  </a:lnTo>
                  <a:lnTo>
                    <a:pt x="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6" name="Rectangle 132">
              <a:extLst>
                <a:ext uri="{FF2B5EF4-FFF2-40B4-BE49-F238E27FC236}">
                  <a16:creationId xmlns:a16="http://schemas.microsoft.com/office/drawing/2014/main" id="{8C6D54AD-22BB-4817-AEC6-F3A221956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6" y="1122"/>
              <a:ext cx="16" cy="23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7" name="Rectangle 133">
              <a:extLst>
                <a:ext uri="{FF2B5EF4-FFF2-40B4-BE49-F238E27FC236}">
                  <a16:creationId xmlns:a16="http://schemas.microsoft.com/office/drawing/2014/main" id="{7F746F20-F820-4D4F-8623-5D451CDF6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" y="1226"/>
              <a:ext cx="21" cy="16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8" name="Rectangle 134">
              <a:extLst>
                <a:ext uri="{FF2B5EF4-FFF2-40B4-BE49-F238E27FC236}">
                  <a16:creationId xmlns:a16="http://schemas.microsoft.com/office/drawing/2014/main" id="{480E256F-29F3-457E-AAE0-F95A1F6EA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9" y="1330"/>
              <a:ext cx="29" cy="6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9" name="Freeform 135">
              <a:extLst>
                <a:ext uri="{FF2B5EF4-FFF2-40B4-BE49-F238E27FC236}">
                  <a16:creationId xmlns:a16="http://schemas.microsoft.com/office/drawing/2014/main" id="{CEF27C32-78DF-40F8-AC37-372D0BF00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1390"/>
              <a:ext cx="71" cy="12"/>
            </a:xfrm>
            <a:custGeom>
              <a:avLst/>
              <a:gdLst>
                <a:gd name="T0" fmla="*/ 0 w 71"/>
                <a:gd name="T1" fmla="*/ 12 h 12"/>
                <a:gd name="T2" fmla="*/ 71 w 71"/>
                <a:gd name="T3" fmla="*/ 12 h 12"/>
                <a:gd name="T4" fmla="*/ 45 w 71"/>
                <a:gd name="T5" fmla="*/ 0 h 12"/>
                <a:gd name="T6" fmla="*/ 20 w 71"/>
                <a:gd name="T7" fmla="*/ 0 h 12"/>
                <a:gd name="T8" fmla="*/ 0 w 71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12">
                  <a:moveTo>
                    <a:pt x="0" y="12"/>
                  </a:moveTo>
                  <a:lnTo>
                    <a:pt x="71" y="12"/>
                  </a:lnTo>
                  <a:lnTo>
                    <a:pt x="45" y="0"/>
                  </a:lnTo>
                  <a:lnTo>
                    <a:pt x="2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0" name="Freeform 136">
              <a:extLst>
                <a:ext uri="{FF2B5EF4-FFF2-40B4-BE49-F238E27FC236}">
                  <a16:creationId xmlns:a16="http://schemas.microsoft.com/office/drawing/2014/main" id="{71FF5E12-E965-4939-B2EC-3EFF31CD03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" y="1064"/>
              <a:ext cx="27" cy="30"/>
            </a:xfrm>
            <a:custGeom>
              <a:avLst/>
              <a:gdLst>
                <a:gd name="T0" fmla="*/ 0 w 27"/>
                <a:gd name="T1" fmla="*/ 0 h 30"/>
                <a:gd name="T2" fmla="*/ 4 w 27"/>
                <a:gd name="T3" fmla="*/ 29 h 30"/>
                <a:gd name="T4" fmla="*/ 22 w 27"/>
                <a:gd name="T5" fmla="*/ 30 h 30"/>
                <a:gd name="T6" fmla="*/ 27 w 27"/>
                <a:gd name="T7" fmla="*/ 0 h 30"/>
                <a:gd name="T8" fmla="*/ 0 w 27"/>
                <a:gd name="T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0">
                  <a:moveTo>
                    <a:pt x="0" y="0"/>
                  </a:moveTo>
                  <a:lnTo>
                    <a:pt x="4" y="29"/>
                  </a:lnTo>
                  <a:lnTo>
                    <a:pt x="22" y="30"/>
                  </a:lnTo>
                  <a:lnTo>
                    <a:pt x="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1" name="Freeform 137">
              <a:extLst>
                <a:ext uri="{FF2B5EF4-FFF2-40B4-BE49-F238E27FC236}">
                  <a16:creationId xmlns:a16="http://schemas.microsoft.com/office/drawing/2014/main" id="{8212D108-A97D-41A8-B26D-75A1095D5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6" y="1118"/>
              <a:ext cx="36" cy="11"/>
            </a:xfrm>
            <a:custGeom>
              <a:avLst/>
              <a:gdLst>
                <a:gd name="T0" fmla="*/ 0 w 36"/>
                <a:gd name="T1" fmla="*/ 5 h 11"/>
                <a:gd name="T2" fmla="*/ 5 w 36"/>
                <a:gd name="T3" fmla="*/ 0 h 11"/>
                <a:gd name="T4" fmla="*/ 30 w 36"/>
                <a:gd name="T5" fmla="*/ 0 h 11"/>
                <a:gd name="T6" fmla="*/ 33 w 36"/>
                <a:gd name="T7" fmla="*/ 3 h 11"/>
                <a:gd name="T8" fmla="*/ 36 w 36"/>
                <a:gd name="T9" fmla="*/ 3 h 11"/>
                <a:gd name="T10" fmla="*/ 36 w 36"/>
                <a:gd name="T11" fmla="*/ 7 h 11"/>
                <a:gd name="T12" fmla="*/ 32 w 36"/>
                <a:gd name="T13" fmla="*/ 7 h 11"/>
                <a:gd name="T14" fmla="*/ 31 w 36"/>
                <a:gd name="T15" fmla="*/ 11 h 11"/>
                <a:gd name="T16" fmla="*/ 4 w 36"/>
                <a:gd name="T17" fmla="*/ 11 h 11"/>
                <a:gd name="T18" fmla="*/ 2 w 36"/>
                <a:gd name="T19" fmla="*/ 7 h 11"/>
                <a:gd name="T20" fmla="*/ 0 w 36"/>
                <a:gd name="T21" fmla="*/ 7 h 11"/>
                <a:gd name="T22" fmla="*/ 0 w 36"/>
                <a:gd name="T23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" h="11">
                  <a:moveTo>
                    <a:pt x="0" y="5"/>
                  </a:moveTo>
                  <a:lnTo>
                    <a:pt x="5" y="0"/>
                  </a:lnTo>
                  <a:lnTo>
                    <a:pt x="30" y="0"/>
                  </a:lnTo>
                  <a:lnTo>
                    <a:pt x="33" y="3"/>
                  </a:lnTo>
                  <a:lnTo>
                    <a:pt x="36" y="3"/>
                  </a:lnTo>
                  <a:lnTo>
                    <a:pt x="36" y="7"/>
                  </a:lnTo>
                  <a:lnTo>
                    <a:pt x="32" y="7"/>
                  </a:lnTo>
                  <a:lnTo>
                    <a:pt x="31" y="11"/>
                  </a:lnTo>
                  <a:lnTo>
                    <a:pt x="4" y="11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2" name="Oval 138">
              <a:extLst>
                <a:ext uri="{FF2B5EF4-FFF2-40B4-BE49-F238E27FC236}">
                  <a16:creationId xmlns:a16="http://schemas.microsoft.com/office/drawing/2014/main" id="{D5CE7052-317F-49E7-B92F-116C507E5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8" y="1118"/>
              <a:ext cx="10" cy="1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3" name="Oval 139">
              <a:extLst>
                <a:ext uri="{FF2B5EF4-FFF2-40B4-BE49-F238E27FC236}">
                  <a16:creationId xmlns:a16="http://schemas.microsoft.com/office/drawing/2014/main" id="{5BD4BD37-F23E-4E65-AB13-18A534B85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1" y="1118"/>
              <a:ext cx="10" cy="1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4" name="Freeform 140">
              <a:extLst>
                <a:ext uri="{FF2B5EF4-FFF2-40B4-BE49-F238E27FC236}">
                  <a16:creationId xmlns:a16="http://schemas.microsoft.com/office/drawing/2014/main" id="{2991FA1F-10AF-4C61-8626-4FDFC9C7B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1064"/>
              <a:ext cx="5" cy="29"/>
            </a:xfrm>
            <a:custGeom>
              <a:avLst/>
              <a:gdLst>
                <a:gd name="T0" fmla="*/ 4 w 5"/>
                <a:gd name="T1" fmla="*/ 29 h 29"/>
                <a:gd name="T2" fmla="*/ 0 w 5"/>
                <a:gd name="T3" fmla="*/ 0 h 29"/>
                <a:gd name="T4" fmla="*/ 1 w 5"/>
                <a:gd name="T5" fmla="*/ 0 h 29"/>
                <a:gd name="T6" fmla="*/ 5 w 5"/>
                <a:gd name="T7" fmla="*/ 29 h 29"/>
                <a:gd name="T8" fmla="*/ 4 w 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29">
                  <a:moveTo>
                    <a:pt x="4" y="29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29"/>
                  </a:lnTo>
                  <a:lnTo>
                    <a:pt x="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5" name="Freeform 141">
              <a:extLst>
                <a:ext uri="{FF2B5EF4-FFF2-40B4-BE49-F238E27FC236}">
                  <a16:creationId xmlns:a16="http://schemas.microsoft.com/office/drawing/2014/main" id="{76529A58-ACAD-44D8-9E49-E7A87878D0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9" y="1064"/>
              <a:ext cx="3" cy="30"/>
            </a:xfrm>
            <a:custGeom>
              <a:avLst/>
              <a:gdLst>
                <a:gd name="T0" fmla="*/ 2 w 3"/>
                <a:gd name="T1" fmla="*/ 30 h 30"/>
                <a:gd name="T2" fmla="*/ 0 w 3"/>
                <a:gd name="T3" fmla="*/ 0 h 30"/>
                <a:gd name="T4" fmla="*/ 2 w 3"/>
                <a:gd name="T5" fmla="*/ 0 h 30"/>
                <a:gd name="T6" fmla="*/ 3 w 3"/>
                <a:gd name="T7" fmla="*/ 30 h 30"/>
                <a:gd name="T8" fmla="*/ 2 w 3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0">
                  <a:moveTo>
                    <a:pt x="2" y="3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3" y="30"/>
                  </a:lnTo>
                  <a:lnTo>
                    <a:pt x="2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6" name="Freeform 142">
              <a:extLst>
                <a:ext uri="{FF2B5EF4-FFF2-40B4-BE49-F238E27FC236}">
                  <a16:creationId xmlns:a16="http://schemas.microsoft.com/office/drawing/2014/main" id="{2E8E2CAE-9BED-4EA5-A7AC-332C78B101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7" y="1065"/>
              <a:ext cx="5" cy="30"/>
            </a:xfrm>
            <a:custGeom>
              <a:avLst/>
              <a:gdLst>
                <a:gd name="T0" fmla="*/ 2 w 5"/>
                <a:gd name="T1" fmla="*/ 30 h 30"/>
                <a:gd name="T2" fmla="*/ 0 w 5"/>
                <a:gd name="T3" fmla="*/ 30 h 30"/>
                <a:gd name="T4" fmla="*/ 3 w 5"/>
                <a:gd name="T5" fmla="*/ 0 h 30"/>
                <a:gd name="T6" fmla="*/ 5 w 5"/>
                <a:gd name="T7" fmla="*/ 0 h 30"/>
                <a:gd name="T8" fmla="*/ 2 w 5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30">
                  <a:moveTo>
                    <a:pt x="2" y="30"/>
                  </a:moveTo>
                  <a:lnTo>
                    <a:pt x="0" y="30"/>
                  </a:lnTo>
                  <a:lnTo>
                    <a:pt x="3" y="0"/>
                  </a:lnTo>
                  <a:lnTo>
                    <a:pt x="5" y="0"/>
                  </a:lnTo>
                  <a:lnTo>
                    <a:pt x="2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7" name="Freeform 143">
              <a:extLst>
                <a:ext uri="{FF2B5EF4-FFF2-40B4-BE49-F238E27FC236}">
                  <a16:creationId xmlns:a16="http://schemas.microsoft.com/office/drawing/2014/main" id="{13886B9F-FF13-4886-AA62-7AB0D470C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" y="1063"/>
              <a:ext cx="7" cy="31"/>
            </a:xfrm>
            <a:custGeom>
              <a:avLst/>
              <a:gdLst>
                <a:gd name="T0" fmla="*/ 2 w 7"/>
                <a:gd name="T1" fmla="*/ 31 h 31"/>
                <a:gd name="T2" fmla="*/ 0 w 7"/>
                <a:gd name="T3" fmla="*/ 31 h 31"/>
                <a:gd name="T4" fmla="*/ 6 w 7"/>
                <a:gd name="T5" fmla="*/ 0 h 31"/>
                <a:gd name="T6" fmla="*/ 7 w 7"/>
                <a:gd name="T7" fmla="*/ 1 h 31"/>
                <a:gd name="T8" fmla="*/ 2 w 7"/>
                <a:gd name="T9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1">
                  <a:moveTo>
                    <a:pt x="2" y="31"/>
                  </a:moveTo>
                  <a:lnTo>
                    <a:pt x="0" y="31"/>
                  </a:lnTo>
                  <a:lnTo>
                    <a:pt x="6" y="0"/>
                  </a:lnTo>
                  <a:lnTo>
                    <a:pt x="7" y="1"/>
                  </a:lnTo>
                  <a:lnTo>
                    <a:pt x="2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8" name="Freeform 144">
              <a:extLst>
                <a:ext uri="{FF2B5EF4-FFF2-40B4-BE49-F238E27FC236}">
                  <a16:creationId xmlns:a16="http://schemas.microsoft.com/office/drawing/2014/main" id="{088A214E-EA34-45B4-8B25-2A3BA5E0E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" y="1093"/>
              <a:ext cx="28" cy="30"/>
            </a:xfrm>
            <a:custGeom>
              <a:avLst/>
              <a:gdLst>
                <a:gd name="T0" fmla="*/ 0 w 28"/>
                <a:gd name="T1" fmla="*/ 0 h 30"/>
                <a:gd name="T2" fmla="*/ 4 w 28"/>
                <a:gd name="T3" fmla="*/ 29 h 30"/>
                <a:gd name="T4" fmla="*/ 6 w 28"/>
                <a:gd name="T5" fmla="*/ 29 h 30"/>
                <a:gd name="T6" fmla="*/ 22 w 28"/>
                <a:gd name="T7" fmla="*/ 30 h 30"/>
                <a:gd name="T8" fmla="*/ 28 w 28"/>
                <a:gd name="T9" fmla="*/ 0 h 30"/>
                <a:gd name="T10" fmla="*/ 0 w 28"/>
                <a:gd name="T11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" h="30">
                  <a:moveTo>
                    <a:pt x="0" y="0"/>
                  </a:moveTo>
                  <a:lnTo>
                    <a:pt x="4" y="29"/>
                  </a:lnTo>
                  <a:lnTo>
                    <a:pt x="6" y="29"/>
                  </a:lnTo>
                  <a:lnTo>
                    <a:pt x="22" y="30"/>
                  </a:lnTo>
                  <a:lnTo>
                    <a:pt x="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9" name="Freeform 145">
              <a:extLst>
                <a:ext uri="{FF2B5EF4-FFF2-40B4-BE49-F238E27FC236}">
                  <a16:creationId xmlns:a16="http://schemas.microsoft.com/office/drawing/2014/main" id="{25631446-765C-4AAF-ACD3-03FDE7033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" y="1093"/>
              <a:ext cx="6" cy="29"/>
            </a:xfrm>
            <a:custGeom>
              <a:avLst/>
              <a:gdLst>
                <a:gd name="T0" fmla="*/ 4 w 6"/>
                <a:gd name="T1" fmla="*/ 29 h 29"/>
                <a:gd name="T2" fmla="*/ 0 w 6"/>
                <a:gd name="T3" fmla="*/ 0 h 29"/>
                <a:gd name="T4" fmla="*/ 1 w 6"/>
                <a:gd name="T5" fmla="*/ 0 h 29"/>
                <a:gd name="T6" fmla="*/ 6 w 6"/>
                <a:gd name="T7" fmla="*/ 29 h 29"/>
                <a:gd name="T8" fmla="*/ 4 w 6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9">
                  <a:moveTo>
                    <a:pt x="4" y="29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6" y="29"/>
                  </a:lnTo>
                  <a:lnTo>
                    <a:pt x="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0" name="Freeform 146">
              <a:extLst>
                <a:ext uri="{FF2B5EF4-FFF2-40B4-BE49-F238E27FC236}">
                  <a16:creationId xmlns:a16="http://schemas.microsoft.com/office/drawing/2014/main" id="{4395A42A-EEA2-4AC1-838C-3B9031C817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9" y="1093"/>
              <a:ext cx="3" cy="30"/>
            </a:xfrm>
            <a:custGeom>
              <a:avLst/>
              <a:gdLst>
                <a:gd name="T0" fmla="*/ 2 w 3"/>
                <a:gd name="T1" fmla="*/ 30 h 30"/>
                <a:gd name="T2" fmla="*/ 0 w 3"/>
                <a:gd name="T3" fmla="*/ 0 h 30"/>
                <a:gd name="T4" fmla="*/ 2 w 3"/>
                <a:gd name="T5" fmla="*/ 0 h 30"/>
                <a:gd name="T6" fmla="*/ 3 w 3"/>
                <a:gd name="T7" fmla="*/ 29 h 30"/>
                <a:gd name="T8" fmla="*/ 2 w 3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0">
                  <a:moveTo>
                    <a:pt x="2" y="3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3" y="29"/>
                  </a:lnTo>
                  <a:lnTo>
                    <a:pt x="2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1" name="Freeform 147">
              <a:extLst>
                <a:ext uri="{FF2B5EF4-FFF2-40B4-BE49-F238E27FC236}">
                  <a16:creationId xmlns:a16="http://schemas.microsoft.com/office/drawing/2014/main" id="{613A6A65-40F3-4E26-B5A5-18FAF25DA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7" y="1093"/>
              <a:ext cx="5" cy="31"/>
            </a:xfrm>
            <a:custGeom>
              <a:avLst/>
              <a:gdLst>
                <a:gd name="T0" fmla="*/ 2 w 5"/>
                <a:gd name="T1" fmla="*/ 31 h 31"/>
                <a:gd name="T2" fmla="*/ 0 w 5"/>
                <a:gd name="T3" fmla="*/ 31 h 31"/>
                <a:gd name="T4" fmla="*/ 4 w 5"/>
                <a:gd name="T5" fmla="*/ 0 h 31"/>
                <a:gd name="T6" fmla="*/ 5 w 5"/>
                <a:gd name="T7" fmla="*/ 1 h 31"/>
                <a:gd name="T8" fmla="*/ 2 w 5"/>
                <a:gd name="T9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31">
                  <a:moveTo>
                    <a:pt x="2" y="31"/>
                  </a:moveTo>
                  <a:lnTo>
                    <a:pt x="0" y="31"/>
                  </a:lnTo>
                  <a:lnTo>
                    <a:pt x="4" y="0"/>
                  </a:lnTo>
                  <a:lnTo>
                    <a:pt x="5" y="1"/>
                  </a:lnTo>
                  <a:lnTo>
                    <a:pt x="2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2" name="Freeform 148">
              <a:extLst>
                <a:ext uri="{FF2B5EF4-FFF2-40B4-BE49-F238E27FC236}">
                  <a16:creationId xmlns:a16="http://schemas.microsoft.com/office/drawing/2014/main" id="{DCCDF3C1-5600-4E02-85B5-B9DC87C3F4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2" y="1093"/>
              <a:ext cx="7" cy="30"/>
            </a:xfrm>
            <a:custGeom>
              <a:avLst/>
              <a:gdLst>
                <a:gd name="T0" fmla="*/ 2 w 7"/>
                <a:gd name="T1" fmla="*/ 30 h 30"/>
                <a:gd name="T2" fmla="*/ 0 w 7"/>
                <a:gd name="T3" fmla="*/ 30 h 30"/>
                <a:gd name="T4" fmla="*/ 6 w 7"/>
                <a:gd name="T5" fmla="*/ 0 h 30"/>
                <a:gd name="T6" fmla="*/ 7 w 7"/>
                <a:gd name="T7" fmla="*/ 0 h 30"/>
                <a:gd name="T8" fmla="*/ 2 w 7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0">
                  <a:moveTo>
                    <a:pt x="2" y="30"/>
                  </a:moveTo>
                  <a:lnTo>
                    <a:pt x="0" y="30"/>
                  </a:lnTo>
                  <a:lnTo>
                    <a:pt x="6" y="0"/>
                  </a:lnTo>
                  <a:lnTo>
                    <a:pt x="7" y="0"/>
                  </a:lnTo>
                  <a:lnTo>
                    <a:pt x="2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3" name="Freeform 149">
              <a:extLst>
                <a:ext uri="{FF2B5EF4-FFF2-40B4-BE49-F238E27FC236}">
                  <a16:creationId xmlns:a16="http://schemas.microsoft.com/office/drawing/2014/main" id="{7B6C875E-585A-469A-9606-3C61997B9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93"/>
              <a:ext cx="8" cy="30"/>
            </a:xfrm>
            <a:custGeom>
              <a:avLst/>
              <a:gdLst>
                <a:gd name="T0" fmla="*/ 2 w 8"/>
                <a:gd name="T1" fmla="*/ 30 h 30"/>
                <a:gd name="T2" fmla="*/ 0 w 8"/>
                <a:gd name="T3" fmla="*/ 30 h 30"/>
                <a:gd name="T4" fmla="*/ 6 w 8"/>
                <a:gd name="T5" fmla="*/ 0 h 30"/>
                <a:gd name="T6" fmla="*/ 8 w 8"/>
                <a:gd name="T7" fmla="*/ 0 h 30"/>
                <a:gd name="T8" fmla="*/ 2 w 8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30">
                  <a:moveTo>
                    <a:pt x="2" y="30"/>
                  </a:moveTo>
                  <a:lnTo>
                    <a:pt x="0" y="30"/>
                  </a:lnTo>
                  <a:lnTo>
                    <a:pt x="6" y="0"/>
                  </a:lnTo>
                  <a:lnTo>
                    <a:pt x="8" y="0"/>
                  </a:lnTo>
                  <a:lnTo>
                    <a:pt x="2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4" name="Freeform 150">
              <a:extLst>
                <a:ext uri="{FF2B5EF4-FFF2-40B4-BE49-F238E27FC236}">
                  <a16:creationId xmlns:a16="http://schemas.microsoft.com/office/drawing/2014/main" id="{FE6C072F-7D8C-47A7-BB84-BD935A9C8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2" y="1093"/>
              <a:ext cx="6" cy="29"/>
            </a:xfrm>
            <a:custGeom>
              <a:avLst/>
              <a:gdLst>
                <a:gd name="T0" fmla="*/ 4 w 6"/>
                <a:gd name="T1" fmla="*/ 29 h 29"/>
                <a:gd name="T2" fmla="*/ 0 w 6"/>
                <a:gd name="T3" fmla="*/ 0 h 29"/>
                <a:gd name="T4" fmla="*/ 2 w 6"/>
                <a:gd name="T5" fmla="*/ 0 h 29"/>
                <a:gd name="T6" fmla="*/ 6 w 6"/>
                <a:gd name="T7" fmla="*/ 29 h 29"/>
                <a:gd name="T8" fmla="*/ 4 w 6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9">
                  <a:moveTo>
                    <a:pt x="4" y="29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6" y="29"/>
                  </a:lnTo>
                  <a:lnTo>
                    <a:pt x="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5" name="Freeform 151">
              <a:extLst>
                <a:ext uri="{FF2B5EF4-FFF2-40B4-BE49-F238E27FC236}">
                  <a16:creationId xmlns:a16="http://schemas.microsoft.com/office/drawing/2014/main" id="{C61B03B5-FFDE-4BFC-90B6-48CDEEB0A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1" y="1093"/>
              <a:ext cx="3" cy="30"/>
            </a:xfrm>
            <a:custGeom>
              <a:avLst/>
              <a:gdLst>
                <a:gd name="T0" fmla="*/ 2 w 3"/>
                <a:gd name="T1" fmla="*/ 30 h 30"/>
                <a:gd name="T2" fmla="*/ 0 w 3"/>
                <a:gd name="T3" fmla="*/ 0 h 30"/>
                <a:gd name="T4" fmla="*/ 2 w 3"/>
                <a:gd name="T5" fmla="*/ 0 h 30"/>
                <a:gd name="T6" fmla="*/ 3 w 3"/>
                <a:gd name="T7" fmla="*/ 29 h 30"/>
                <a:gd name="T8" fmla="*/ 2 w 3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0">
                  <a:moveTo>
                    <a:pt x="2" y="3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3" y="29"/>
                  </a:lnTo>
                  <a:lnTo>
                    <a:pt x="2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6" name="Freeform 152">
              <a:extLst>
                <a:ext uri="{FF2B5EF4-FFF2-40B4-BE49-F238E27FC236}">
                  <a16:creationId xmlns:a16="http://schemas.microsoft.com/office/drawing/2014/main" id="{E5020734-CDC9-473F-B422-9EB7C9C00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0" y="1092"/>
              <a:ext cx="4" cy="32"/>
            </a:xfrm>
            <a:custGeom>
              <a:avLst/>
              <a:gdLst>
                <a:gd name="T0" fmla="*/ 1 w 4"/>
                <a:gd name="T1" fmla="*/ 32 h 32"/>
                <a:gd name="T2" fmla="*/ 0 w 4"/>
                <a:gd name="T3" fmla="*/ 32 h 32"/>
                <a:gd name="T4" fmla="*/ 3 w 4"/>
                <a:gd name="T5" fmla="*/ 0 h 32"/>
                <a:gd name="T6" fmla="*/ 4 w 4"/>
                <a:gd name="T7" fmla="*/ 0 h 32"/>
                <a:gd name="T8" fmla="*/ 1 w 4"/>
                <a:gd name="T9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2">
                  <a:moveTo>
                    <a:pt x="1" y="32"/>
                  </a:moveTo>
                  <a:lnTo>
                    <a:pt x="0" y="32"/>
                  </a:lnTo>
                  <a:lnTo>
                    <a:pt x="3" y="0"/>
                  </a:lnTo>
                  <a:lnTo>
                    <a:pt x="4" y="0"/>
                  </a:lnTo>
                  <a:lnTo>
                    <a:pt x="1" y="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7" name="Freeform 153">
              <a:extLst>
                <a:ext uri="{FF2B5EF4-FFF2-40B4-BE49-F238E27FC236}">
                  <a16:creationId xmlns:a16="http://schemas.microsoft.com/office/drawing/2014/main" id="{11C43934-E4A3-4B06-802B-291667FB4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7" y="1122"/>
              <a:ext cx="18" cy="17"/>
            </a:xfrm>
            <a:custGeom>
              <a:avLst/>
              <a:gdLst>
                <a:gd name="T0" fmla="*/ 8 w 18"/>
                <a:gd name="T1" fmla="*/ 9 h 17"/>
                <a:gd name="T2" fmla="*/ 0 w 18"/>
                <a:gd name="T3" fmla="*/ 0 h 17"/>
                <a:gd name="T4" fmla="*/ 18 w 18"/>
                <a:gd name="T5" fmla="*/ 0 h 17"/>
                <a:gd name="T6" fmla="*/ 11 w 18"/>
                <a:gd name="T7" fmla="*/ 9 h 17"/>
                <a:gd name="T8" fmla="*/ 11 w 18"/>
                <a:gd name="T9" fmla="*/ 17 h 17"/>
                <a:gd name="T10" fmla="*/ 7 w 18"/>
                <a:gd name="T11" fmla="*/ 17 h 17"/>
                <a:gd name="T12" fmla="*/ 8 w 18"/>
                <a:gd name="T13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17">
                  <a:moveTo>
                    <a:pt x="8" y="9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11" y="9"/>
                  </a:lnTo>
                  <a:lnTo>
                    <a:pt x="11" y="17"/>
                  </a:lnTo>
                  <a:lnTo>
                    <a:pt x="7" y="17"/>
                  </a:lnTo>
                  <a:lnTo>
                    <a:pt x="8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8" name="Freeform 154">
              <a:extLst>
                <a:ext uri="{FF2B5EF4-FFF2-40B4-BE49-F238E27FC236}">
                  <a16:creationId xmlns:a16="http://schemas.microsoft.com/office/drawing/2014/main" id="{57560AC8-18AC-4EFC-9AA4-25E47526C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9" y="1120"/>
              <a:ext cx="30" cy="15"/>
            </a:xfrm>
            <a:custGeom>
              <a:avLst/>
              <a:gdLst>
                <a:gd name="T0" fmla="*/ 8 w 53"/>
                <a:gd name="T1" fmla="*/ 27 h 27"/>
                <a:gd name="T2" fmla="*/ 5 w 53"/>
                <a:gd name="T3" fmla="*/ 27 h 27"/>
                <a:gd name="T4" fmla="*/ 1 w 53"/>
                <a:gd name="T5" fmla="*/ 17 h 27"/>
                <a:gd name="T6" fmla="*/ 3 w 53"/>
                <a:gd name="T7" fmla="*/ 7 h 27"/>
                <a:gd name="T8" fmla="*/ 12 w 53"/>
                <a:gd name="T9" fmla="*/ 4 h 27"/>
                <a:gd name="T10" fmla="*/ 13 w 53"/>
                <a:gd name="T11" fmla="*/ 4 h 27"/>
                <a:gd name="T12" fmla="*/ 14 w 53"/>
                <a:gd name="T13" fmla="*/ 5 h 27"/>
                <a:gd name="T14" fmla="*/ 14 w 53"/>
                <a:gd name="T15" fmla="*/ 13 h 27"/>
                <a:gd name="T16" fmla="*/ 12 w 53"/>
                <a:gd name="T17" fmla="*/ 13 h 27"/>
                <a:gd name="T18" fmla="*/ 13 w 53"/>
                <a:gd name="T19" fmla="*/ 6 h 27"/>
                <a:gd name="T20" fmla="*/ 12 w 53"/>
                <a:gd name="T21" fmla="*/ 6 h 27"/>
                <a:gd name="T22" fmla="*/ 4 w 53"/>
                <a:gd name="T23" fmla="*/ 8 h 27"/>
                <a:gd name="T24" fmla="*/ 3 w 53"/>
                <a:gd name="T25" fmla="*/ 16 h 27"/>
                <a:gd name="T26" fmla="*/ 6 w 53"/>
                <a:gd name="T27" fmla="*/ 25 h 27"/>
                <a:gd name="T28" fmla="*/ 18 w 53"/>
                <a:gd name="T29" fmla="*/ 22 h 27"/>
                <a:gd name="T30" fmla="*/ 29 w 53"/>
                <a:gd name="T31" fmla="*/ 14 h 27"/>
                <a:gd name="T32" fmla="*/ 53 w 53"/>
                <a:gd name="T33" fmla="*/ 0 h 27"/>
                <a:gd name="T34" fmla="*/ 53 w 53"/>
                <a:gd name="T35" fmla="*/ 2 h 27"/>
                <a:gd name="T36" fmla="*/ 30 w 53"/>
                <a:gd name="T37" fmla="*/ 15 h 27"/>
                <a:gd name="T38" fmla="*/ 18 w 53"/>
                <a:gd name="T39" fmla="*/ 24 h 27"/>
                <a:gd name="T40" fmla="*/ 8 w 53"/>
                <a:gd name="T41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" h="27">
                  <a:moveTo>
                    <a:pt x="8" y="27"/>
                  </a:moveTo>
                  <a:cubicBezTo>
                    <a:pt x="7" y="27"/>
                    <a:pt x="6" y="27"/>
                    <a:pt x="5" y="27"/>
                  </a:cubicBezTo>
                  <a:cubicBezTo>
                    <a:pt x="3" y="25"/>
                    <a:pt x="1" y="22"/>
                    <a:pt x="1" y="17"/>
                  </a:cubicBezTo>
                  <a:cubicBezTo>
                    <a:pt x="0" y="12"/>
                    <a:pt x="1" y="9"/>
                    <a:pt x="3" y="7"/>
                  </a:cubicBezTo>
                  <a:cubicBezTo>
                    <a:pt x="6" y="4"/>
                    <a:pt x="10" y="4"/>
                    <a:pt x="12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4"/>
                    <a:pt x="14" y="4"/>
                    <a:pt x="14" y="5"/>
                  </a:cubicBezTo>
                  <a:cubicBezTo>
                    <a:pt x="15" y="7"/>
                    <a:pt x="14" y="12"/>
                    <a:pt x="14" y="13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13" y="10"/>
                    <a:pt x="13" y="6"/>
                    <a:pt x="13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0" y="6"/>
                    <a:pt x="7" y="6"/>
                    <a:pt x="4" y="8"/>
                  </a:cubicBezTo>
                  <a:cubicBezTo>
                    <a:pt x="3" y="10"/>
                    <a:pt x="2" y="13"/>
                    <a:pt x="3" y="16"/>
                  </a:cubicBezTo>
                  <a:cubicBezTo>
                    <a:pt x="3" y="21"/>
                    <a:pt x="4" y="24"/>
                    <a:pt x="6" y="25"/>
                  </a:cubicBezTo>
                  <a:cubicBezTo>
                    <a:pt x="9" y="26"/>
                    <a:pt x="12" y="25"/>
                    <a:pt x="18" y="22"/>
                  </a:cubicBezTo>
                  <a:cubicBezTo>
                    <a:pt x="21" y="20"/>
                    <a:pt x="25" y="17"/>
                    <a:pt x="29" y="14"/>
                  </a:cubicBezTo>
                  <a:cubicBezTo>
                    <a:pt x="37" y="8"/>
                    <a:pt x="46" y="1"/>
                    <a:pt x="53" y="0"/>
                  </a:cubicBezTo>
                  <a:cubicBezTo>
                    <a:pt x="53" y="2"/>
                    <a:pt x="53" y="2"/>
                    <a:pt x="53" y="2"/>
                  </a:cubicBezTo>
                  <a:cubicBezTo>
                    <a:pt x="46" y="2"/>
                    <a:pt x="38" y="9"/>
                    <a:pt x="30" y="15"/>
                  </a:cubicBezTo>
                  <a:cubicBezTo>
                    <a:pt x="26" y="19"/>
                    <a:pt x="22" y="22"/>
                    <a:pt x="18" y="24"/>
                  </a:cubicBezTo>
                  <a:cubicBezTo>
                    <a:pt x="14" y="26"/>
                    <a:pt x="11" y="27"/>
                    <a:pt x="8" y="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9" name="Freeform 155">
              <a:extLst>
                <a:ext uri="{FF2B5EF4-FFF2-40B4-BE49-F238E27FC236}">
                  <a16:creationId xmlns:a16="http://schemas.microsoft.com/office/drawing/2014/main" id="{61CB48E4-6A59-4AEB-B7DC-BEA9CC9E2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1125"/>
              <a:ext cx="22" cy="17"/>
            </a:xfrm>
            <a:custGeom>
              <a:avLst/>
              <a:gdLst>
                <a:gd name="T0" fmla="*/ 8 w 38"/>
                <a:gd name="T1" fmla="*/ 30 h 30"/>
                <a:gd name="T2" fmla="*/ 3 w 38"/>
                <a:gd name="T3" fmla="*/ 27 h 30"/>
                <a:gd name="T4" fmla="*/ 3 w 38"/>
                <a:gd name="T5" fmla="*/ 15 h 30"/>
                <a:gd name="T6" fmla="*/ 6 w 38"/>
                <a:gd name="T7" fmla="*/ 13 h 30"/>
                <a:gd name="T8" fmla="*/ 12 w 38"/>
                <a:gd name="T9" fmla="*/ 19 h 30"/>
                <a:gd name="T10" fmla="*/ 11 w 38"/>
                <a:gd name="T11" fmla="*/ 20 h 30"/>
                <a:gd name="T12" fmla="*/ 6 w 38"/>
                <a:gd name="T13" fmla="*/ 15 h 30"/>
                <a:gd name="T14" fmla="*/ 4 w 38"/>
                <a:gd name="T15" fmla="*/ 16 h 30"/>
                <a:gd name="T16" fmla="*/ 4 w 38"/>
                <a:gd name="T17" fmla="*/ 25 h 30"/>
                <a:gd name="T18" fmla="*/ 9 w 38"/>
                <a:gd name="T19" fmla="*/ 28 h 30"/>
                <a:gd name="T20" fmla="*/ 18 w 38"/>
                <a:gd name="T21" fmla="*/ 18 h 30"/>
                <a:gd name="T22" fmla="*/ 38 w 38"/>
                <a:gd name="T23" fmla="*/ 0 h 30"/>
                <a:gd name="T24" fmla="*/ 38 w 38"/>
                <a:gd name="T25" fmla="*/ 2 h 30"/>
                <a:gd name="T26" fmla="*/ 38 w 38"/>
                <a:gd name="T27" fmla="*/ 2 h 30"/>
                <a:gd name="T28" fmla="*/ 19 w 38"/>
                <a:gd name="T29" fmla="*/ 19 h 30"/>
                <a:gd name="T30" fmla="*/ 9 w 38"/>
                <a:gd name="T31" fmla="*/ 30 h 30"/>
                <a:gd name="T32" fmla="*/ 8 w 38"/>
                <a:gd name="T3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8" h="30">
                  <a:moveTo>
                    <a:pt x="8" y="30"/>
                  </a:moveTo>
                  <a:cubicBezTo>
                    <a:pt x="6" y="30"/>
                    <a:pt x="4" y="29"/>
                    <a:pt x="3" y="27"/>
                  </a:cubicBezTo>
                  <a:cubicBezTo>
                    <a:pt x="0" y="23"/>
                    <a:pt x="0" y="19"/>
                    <a:pt x="3" y="15"/>
                  </a:cubicBezTo>
                  <a:cubicBezTo>
                    <a:pt x="4" y="13"/>
                    <a:pt x="5" y="13"/>
                    <a:pt x="6" y="13"/>
                  </a:cubicBezTo>
                  <a:cubicBezTo>
                    <a:pt x="9" y="13"/>
                    <a:pt x="12" y="19"/>
                    <a:pt x="12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18"/>
                    <a:pt x="7" y="15"/>
                    <a:pt x="6" y="15"/>
                  </a:cubicBezTo>
                  <a:cubicBezTo>
                    <a:pt x="6" y="15"/>
                    <a:pt x="5" y="15"/>
                    <a:pt x="4" y="16"/>
                  </a:cubicBezTo>
                  <a:cubicBezTo>
                    <a:pt x="2" y="19"/>
                    <a:pt x="2" y="23"/>
                    <a:pt x="4" y="25"/>
                  </a:cubicBezTo>
                  <a:cubicBezTo>
                    <a:pt x="5" y="26"/>
                    <a:pt x="6" y="28"/>
                    <a:pt x="9" y="28"/>
                  </a:cubicBezTo>
                  <a:cubicBezTo>
                    <a:pt x="11" y="27"/>
                    <a:pt x="14" y="23"/>
                    <a:pt x="18" y="18"/>
                  </a:cubicBezTo>
                  <a:cubicBezTo>
                    <a:pt x="23" y="10"/>
                    <a:pt x="30" y="0"/>
                    <a:pt x="38" y="0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1" y="2"/>
                    <a:pt x="25" y="12"/>
                    <a:pt x="19" y="19"/>
                  </a:cubicBezTo>
                  <a:cubicBezTo>
                    <a:pt x="15" y="25"/>
                    <a:pt x="12" y="29"/>
                    <a:pt x="9" y="30"/>
                  </a:cubicBezTo>
                  <a:cubicBezTo>
                    <a:pt x="9" y="30"/>
                    <a:pt x="9" y="30"/>
                    <a:pt x="8" y="3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0" name="Freeform 156">
              <a:extLst>
                <a:ext uri="{FF2B5EF4-FFF2-40B4-BE49-F238E27FC236}">
                  <a16:creationId xmlns:a16="http://schemas.microsoft.com/office/drawing/2014/main" id="{69A96D64-D4AC-4473-A184-BE9B205E5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1" y="1121"/>
              <a:ext cx="30" cy="15"/>
            </a:xfrm>
            <a:custGeom>
              <a:avLst/>
              <a:gdLst>
                <a:gd name="T0" fmla="*/ 45 w 53"/>
                <a:gd name="T1" fmla="*/ 27 h 27"/>
                <a:gd name="T2" fmla="*/ 35 w 53"/>
                <a:gd name="T3" fmla="*/ 24 h 27"/>
                <a:gd name="T4" fmla="*/ 23 w 53"/>
                <a:gd name="T5" fmla="*/ 15 h 27"/>
                <a:gd name="T6" fmla="*/ 0 w 53"/>
                <a:gd name="T7" fmla="*/ 2 h 27"/>
                <a:gd name="T8" fmla="*/ 0 w 53"/>
                <a:gd name="T9" fmla="*/ 0 h 27"/>
                <a:gd name="T10" fmla="*/ 24 w 53"/>
                <a:gd name="T11" fmla="*/ 14 h 27"/>
                <a:gd name="T12" fmla="*/ 36 w 53"/>
                <a:gd name="T13" fmla="*/ 22 h 27"/>
                <a:gd name="T14" fmla="*/ 47 w 53"/>
                <a:gd name="T15" fmla="*/ 25 h 27"/>
                <a:gd name="T16" fmla="*/ 51 w 53"/>
                <a:gd name="T17" fmla="*/ 16 h 27"/>
                <a:gd name="T18" fmla="*/ 49 w 53"/>
                <a:gd name="T19" fmla="*/ 8 h 27"/>
                <a:gd name="T20" fmla="*/ 41 w 53"/>
                <a:gd name="T21" fmla="*/ 6 h 27"/>
                <a:gd name="T22" fmla="*/ 41 w 53"/>
                <a:gd name="T23" fmla="*/ 6 h 27"/>
                <a:gd name="T24" fmla="*/ 41 w 53"/>
                <a:gd name="T25" fmla="*/ 13 h 27"/>
                <a:gd name="T26" fmla="*/ 40 w 53"/>
                <a:gd name="T27" fmla="*/ 13 h 27"/>
                <a:gd name="T28" fmla="*/ 39 w 53"/>
                <a:gd name="T29" fmla="*/ 5 h 27"/>
                <a:gd name="T30" fmla="*/ 41 w 53"/>
                <a:gd name="T31" fmla="*/ 4 h 27"/>
                <a:gd name="T32" fmla="*/ 41 w 53"/>
                <a:gd name="T33" fmla="*/ 4 h 27"/>
                <a:gd name="T34" fmla="*/ 50 w 53"/>
                <a:gd name="T35" fmla="*/ 7 h 27"/>
                <a:gd name="T36" fmla="*/ 53 w 53"/>
                <a:gd name="T37" fmla="*/ 17 h 27"/>
                <a:gd name="T38" fmla="*/ 48 w 53"/>
                <a:gd name="T39" fmla="*/ 27 h 27"/>
                <a:gd name="T40" fmla="*/ 45 w 53"/>
                <a:gd name="T41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" h="27">
                  <a:moveTo>
                    <a:pt x="45" y="27"/>
                  </a:moveTo>
                  <a:cubicBezTo>
                    <a:pt x="42" y="27"/>
                    <a:pt x="39" y="26"/>
                    <a:pt x="35" y="24"/>
                  </a:cubicBezTo>
                  <a:cubicBezTo>
                    <a:pt x="32" y="22"/>
                    <a:pt x="28" y="19"/>
                    <a:pt x="23" y="15"/>
                  </a:cubicBezTo>
                  <a:cubicBezTo>
                    <a:pt x="16" y="9"/>
                    <a:pt x="7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1"/>
                    <a:pt x="17" y="8"/>
                    <a:pt x="24" y="14"/>
                  </a:cubicBezTo>
                  <a:cubicBezTo>
                    <a:pt x="29" y="17"/>
                    <a:pt x="33" y="20"/>
                    <a:pt x="36" y="22"/>
                  </a:cubicBezTo>
                  <a:cubicBezTo>
                    <a:pt x="41" y="25"/>
                    <a:pt x="45" y="26"/>
                    <a:pt x="47" y="25"/>
                  </a:cubicBezTo>
                  <a:cubicBezTo>
                    <a:pt x="49" y="24"/>
                    <a:pt x="50" y="21"/>
                    <a:pt x="51" y="16"/>
                  </a:cubicBezTo>
                  <a:cubicBezTo>
                    <a:pt x="51" y="13"/>
                    <a:pt x="50" y="10"/>
                    <a:pt x="49" y="8"/>
                  </a:cubicBezTo>
                  <a:cubicBezTo>
                    <a:pt x="47" y="6"/>
                    <a:pt x="43" y="6"/>
                    <a:pt x="41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0" y="6"/>
                    <a:pt x="41" y="10"/>
                    <a:pt x="41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39" y="12"/>
                    <a:pt x="38" y="7"/>
                    <a:pt x="39" y="5"/>
                  </a:cubicBezTo>
                  <a:cubicBezTo>
                    <a:pt x="39" y="4"/>
                    <a:pt x="40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3" y="4"/>
                    <a:pt x="48" y="4"/>
                    <a:pt x="50" y="7"/>
                  </a:cubicBezTo>
                  <a:cubicBezTo>
                    <a:pt x="52" y="9"/>
                    <a:pt x="53" y="12"/>
                    <a:pt x="53" y="17"/>
                  </a:cubicBezTo>
                  <a:cubicBezTo>
                    <a:pt x="52" y="22"/>
                    <a:pt x="50" y="25"/>
                    <a:pt x="48" y="27"/>
                  </a:cubicBezTo>
                  <a:cubicBezTo>
                    <a:pt x="47" y="27"/>
                    <a:pt x="46" y="27"/>
                    <a:pt x="45" y="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1" name="Freeform 157">
              <a:extLst>
                <a:ext uri="{FF2B5EF4-FFF2-40B4-BE49-F238E27FC236}">
                  <a16:creationId xmlns:a16="http://schemas.microsoft.com/office/drawing/2014/main" id="{CED916FD-C0EE-4F54-9E78-9FB52C62E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9" y="1126"/>
              <a:ext cx="22" cy="17"/>
            </a:xfrm>
            <a:custGeom>
              <a:avLst/>
              <a:gdLst>
                <a:gd name="T0" fmla="*/ 30 w 38"/>
                <a:gd name="T1" fmla="*/ 30 h 30"/>
                <a:gd name="T2" fmla="*/ 29 w 38"/>
                <a:gd name="T3" fmla="*/ 30 h 30"/>
                <a:gd name="T4" fmla="*/ 19 w 38"/>
                <a:gd name="T5" fmla="*/ 19 h 30"/>
                <a:gd name="T6" fmla="*/ 1 w 38"/>
                <a:gd name="T7" fmla="*/ 2 h 30"/>
                <a:gd name="T8" fmla="*/ 0 w 38"/>
                <a:gd name="T9" fmla="*/ 2 h 30"/>
                <a:gd name="T10" fmla="*/ 0 w 38"/>
                <a:gd name="T11" fmla="*/ 0 h 30"/>
                <a:gd name="T12" fmla="*/ 20 w 38"/>
                <a:gd name="T13" fmla="*/ 18 h 30"/>
                <a:gd name="T14" fmla="*/ 29 w 38"/>
                <a:gd name="T15" fmla="*/ 28 h 30"/>
                <a:gd name="T16" fmla="*/ 34 w 38"/>
                <a:gd name="T17" fmla="*/ 25 h 30"/>
                <a:gd name="T18" fmla="*/ 34 w 38"/>
                <a:gd name="T19" fmla="*/ 16 h 30"/>
                <a:gd name="T20" fmla="*/ 32 w 38"/>
                <a:gd name="T21" fmla="*/ 15 h 30"/>
                <a:gd name="T22" fmla="*/ 28 w 38"/>
                <a:gd name="T23" fmla="*/ 20 h 30"/>
                <a:gd name="T24" fmla="*/ 26 w 38"/>
                <a:gd name="T25" fmla="*/ 19 h 30"/>
                <a:gd name="T26" fmla="*/ 32 w 38"/>
                <a:gd name="T27" fmla="*/ 13 h 30"/>
                <a:gd name="T28" fmla="*/ 36 w 38"/>
                <a:gd name="T29" fmla="*/ 15 h 30"/>
                <a:gd name="T30" fmla="*/ 36 w 38"/>
                <a:gd name="T31" fmla="*/ 26 h 30"/>
                <a:gd name="T32" fmla="*/ 30 w 38"/>
                <a:gd name="T3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8" h="30">
                  <a:moveTo>
                    <a:pt x="30" y="30"/>
                  </a:moveTo>
                  <a:cubicBezTo>
                    <a:pt x="30" y="30"/>
                    <a:pt x="29" y="30"/>
                    <a:pt x="29" y="30"/>
                  </a:cubicBezTo>
                  <a:cubicBezTo>
                    <a:pt x="26" y="29"/>
                    <a:pt x="23" y="25"/>
                    <a:pt x="19" y="19"/>
                  </a:cubicBezTo>
                  <a:cubicBezTo>
                    <a:pt x="14" y="11"/>
                    <a:pt x="7" y="2"/>
                    <a:pt x="1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15" y="10"/>
                    <a:pt x="20" y="18"/>
                  </a:cubicBezTo>
                  <a:cubicBezTo>
                    <a:pt x="24" y="23"/>
                    <a:pt x="27" y="27"/>
                    <a:pt x="29" y="28"/>
                  </a:cubicBezTo>
                  <a:cubicBezTo>
                    <a:pt x="32" y="28"/>
                    <a:pt x="33" y="26"/>
                    <a:pt x="34" y="25"/>
                  </a:cubicBezTo>
                  <a:cubicBezTo>
                    <a:pt x="36" y="23"/>
                    <a:pt x="36" y="19"/>
                    <a:pt x="34" y="16"/>
                  </a:cubicBezTo>
                  <a:cubicBezTo>
                    <a:pt x="33" y="15"/>
                    <a:pt x="33" y="15"/>
                    <a:pt x="32" y="15"/>
                  </a:cubicBezTo>
                  <a:cubicBezTo>
                    <a:pt x="31" y="15"/>
                    <a:pt x="29" y="18"/>
                    <a:pt x="28" y="20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18"/>
                    <a:pt x="29" y="13"/>
                    <a:pt x="32" y="13"/>
                  </a:cubicBezTo>
                  <a:cubicBezTo>
                    <a:pt x="33" y="13"/>
                    <a:pt x="35" y="13"/>
                    <a:pt x="36" y="15"/>
                  </a:cubicBezTo>
                  <a:cubicBezTo>
                    <a:pt x="38" y="18"/>
                    <a:pt x="38" y="23"/>
                    <a:pt x="36" y="26"/>
                  </a:cubicBezTo>
                  <a:cubicBezTo>
                    <a:pt x="34" y="29"/>
                    <a:pt x="32" y="30"/>
                    <a:pt x="30" y="3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2" name="Freeform 158">
              <a:extLst>
                <a:ext uri="{FF2B5EF4-FFF2-40B4-BE49-F238E27FC236}">
                  <a16:creationId xmlns:a16="http://schemas.microsoft.com/office/drawing/2014/main" id="{3C188842-0FC2-464D-BD52-DAA0D93A8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9" y="1078"/>
              <a:ext cx="34" cy="16"/>
            </a:xfrm>
            <a:custGeom>
              <a:avLst/>
              <a:gdLst>
                <a:gd name="T0" fmla="*/ 0 w 34"/>
                <a:gd name="T1" fmla="*/ 16 h 16"/>
                <a:gd name="T2" fmla="*/ 34 w 34"/>
                <a:gd name="T3" fmla="*/ 15 h 16"/>
                <a:gd name="T4" fmla="*/ 34 w 34"/>
                <a:gd name="T5" fmla="*/ 13 h 16"/>
                <a:gd name="T6" fmla="*/ 28 w 34"/>
                <a:gd name="T7" fmla="*/ 13 h 16"/>
                <a:gd name="T8" fmla="*/ 20 w 34"/>
                <a:gd name="T9" fmla="*/ 7 h 16"/>
                <a:gd name="T10" fmla="*/ 20 w 34"/>
                <a:gd name="T11" fmla="*/ 0 h 16"/>
                <a:gd name="T12" fmla="*/ 14 w 34"/>
                <a:gd name="T13" fmla="*/ 0 h 16"/>
                <a:gd name="T14" fmla="*/ 14 w 34"/>
                <a:gd name="T15" fmla="*/ 6 h 16"/>
                <a:gd name="T16" fmla="*/ 5 w 34"/>
                <a:gd name="T17" fmla="*/ 13 h 16"/>
                <a:gd name="T18" fmla="*/ 1 w 34"/>
                <a:gd name="T19" fmla="*/ 13 h 16"/>
                <a:gd name="T20" fmla="*/ 0 w 34"/>
                <a:gd name="T2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" h="16">
                  <a:moveTo>
                    <a:pt x="0" y="16"/>
                  </a:moveTo>
                  <a:lnTo>
                    <a:pt x="34" y="15"/>
                  </a:lnTo>
                  <a:lnTo>
                    <a:pt x="34" y="13"/>
                  </a:lnTo>
                  <a:lnTo>
                    <a:pt x="28" y="13"/>
                  </a:lnTo>
                  <a:lnTo>
                    <a:pt x="20" y="7"/>
                  </a:lnTo>
                  <a:lnTo>
                    <a:pt x="20" y="0"/>
                  </a:lnTo>
                  <a:lnTo>
                    <a:pt x="14" y="0"/>
                  </a:lnTo>
                  <a:lnTo>
                    <a:pt x="14" y="6"/>
                  </a:lnTo>
                  <a:lnTo>
                    <a:pt x="5" y="13"/>
                  </a:lnTo>
                  <a:lnTo>
                    <a:pt x="1" y="13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3" name="Freeform 159">
              <a:extLst>
                <a:ext uri="{FF2B5EF4-FFF2-40B4-BE49-F238E27FC236}">
                  <a16:creationId xmlns:a16="http://schemas.microsoft.com/office/drawing/2014/main" id="{B57E1161-EB9C-430E-9580-0EE025A54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5" y="1093"/>
              <a:ext cx="18" cy="26"/>
            </a:xfrm>
            <a:custGeom>
              <a:avLst/>
              <a:gdLst>
                <a:gd name="T0" fmla="*/ 0 w 18"/>
                <a:gd name="T1" fmla="*/ 0 h 26"/>
                <a:gd name="T2" fmla="*/ 8 w 18"/>
                <a:gd name="T3" fmla="*/ 7 h 26"/>
                <a:gd name="T4" fmla="*/ 7 w 18"/>
                <a:gd name="T5" fmla="*/ 13 h 26"/>
                <a:gd name="T6" fmla="*/ 2 w 18"/>
                <a:gd name="T7" fmla="*/ 18 h 26"/>
                <a:gd name="T8" fmla="*/ 3 w 18"/>
                <a:gd name="T9" fmla="*/ 26 h 26"/>
                <a:gd name="T10" fmla="*/ 14 w 18"/>
                <a:gd name="T11" fmla="*/ 26 h 26"/>
                <a:gd name="T12" fmla="*/ 14 w 18"/>
                <a:gd name="T13" fmla="*/ 17 h 26"/>
                <a:gd name="T14" fmla="*/ 10 w 18"/>
                <a:gd name="T15" fmla="*/ 13 h 26"/>
                <a:gd name="T16" fmla="*/ 10 w 18"/>
                <a:gd name="T17" fmla="*/ 6 h 26"/>
                <a:gd name="T18" fmla="*/ 18 w 18"/>
                <a:gd name="T19" fmla="*/ 1 h 26"/>
                <a:gd name="T20" fmla="*/ 0 w 18"/>
                <a:gd name="T21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" h="26">
                  <a:moveTo>
                    <a:pt x="0" y="0"/>
                  </a:moveTo>
                  <a:lnTo>
                    <a:pt x="8" y="7"/>
                  </a:lnTo>
                  <a:lnTo>
                    <a:pt x="7" y="13"/>
                  </a:lnTo>
                  <a:lnTo>
                    <a:pt x="2" y="18"/>
                  </a:lnTo>
                  <a:lnTo>
                    <a:pt x="3" y="26"/>
                  </a:lnTo>
                  <a:lnTo>
                    <a:pt x="14" y="26"/>
                  </a:lnTo>
                  <a:lnTo>
                    <a:pt x="14" y="17"/>
                  </a:lnTo>
                  <a:lnTo>
                    <a:pt x="10" y="13"/>
                  </a:lnTo>
                  <a:lnTo>
                    <a:pt x="10" y="6"/>
                  </a:lnTo>
                  <a:lnTo>
                    <a:pt x="18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4" name="Freeform 160">
              <a:extLst>
                <a:ext uri="{FF2B5EF4-FFF2-40B4-BE49-F238E27FC236}">
                  <a16:creationId xmlns:a16="http://schemas.microsoft.com/office/drawing/2014/main" id="{568D9325-50B1-4F34-87DC-D73526C73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1049"/>
              <a:ext cx="34" cy="16"/>
            </a:xfrm>
            <a:custGeom>
              <a:avLst/>
              <a:gdLst>
                <a:gd name="T0" fmla="*/ 0 w 34"/>
                <a:gd name="T1" fmla="*/ 16 h 16"/>
                <a:gd name="T2" fmla="*/ 34 w 34"/>
                <a:gd name="T3" fmla="*/ 15 h 16"/>
                <a:gd name="T4" fmla="*/ 34 w 34"/>
                <a:gd name="T5" fmla="*/ 13 h 16"/>
                <a:gd name="T6" fmla="*/ 28 w 34"/>
                <a:gd name="T7" fmla="*/ 13 h 16"/>
                <a:gd name="T8" fmla="*/ 19 w 34"/>
                <a:gd name="T9" fmla="*/ 7 h 16"/>
                <a:gd name="T10" fmla="*/ 19 w 34"/>
                <a:gd name="T11" fmla="*/ 0 h 16"/>
                <a:gd name="T12" fmla="*/ 15 w 34"/>
                <a:gd name="T13" fmla="*/ 0 h 16"/>
                <a:gd name="T14" fmla="*/ 15 w 34"/>
                <a:gd name="T15" fmla="*/ 6 h 16"/>
                <a:gd name="T16" fmla="*/ 5 w 34"/>
                <a:gd name="T17" fmla="*/ 13 h 16"/>
                <a:gd name="T18" fmla="*/ 0 w 34"/>
                <a:gd name="T19" fmla="*/ 13 h 16"/>
                <a:gd name="T20" fmla="*/ 0 w 34"/>
                <a:gd name="T2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" h="16">
                  <a:moveTo>
                    <a:pt x="0" y="16"/>
                  </a:moveTo>
                  <a:lnTo>
                    <a:pt x="34" y="15"/>
                  </a:lnTo>
                  <a:lnTo>
                    <a:pt x="34" y="13"/>
                  </a:lnTo>
                  <a:lnTo>
                    <a:pt x="28" y="13"/>
                  </a:lnTo>
                  <a:lnTo>
                    <a:pt x="19" y="7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5" y="6"/>
                  </a:lnTo>
                  <a:lnTo>
                    <a:pt x="5" y="13"/>
                  </a:lnTo>
                  <a:lnTo>
                    <a:pt x="0" y="13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5" name="Freeform 161">
              <a:extLst>
                <a:ext uri="{FF2B5EF4-FFF2-40B4-BE49-F238E27FC236}">
                  <a16:creationId xmlns:a16="http://schemas.microsoft.com/office/drawing/2014/main" id="{66F3067E-94B9-4A2D-A586-2E2642A5F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7" y="1078"/>
              <a:ext cx="34" cy="16"/>
            </a:xfrm>
            <a:custGeom>
              <a:avLst/>
              <a:gdLst>
                <a:gd name="T0" fmla="*/ 0 w 34"/>
                <a:gd name="T1" fmla="*/ 16 h 16"/>
                <a:gd name="T2" fmla="*/ 34 w 34"/>
                <a:gd name="T3" fmla="*/ 15 h 16"/>
                <a:gd name="T4" fmla="*/ 34 w 34"/>
                <a:gd name="T5" fmla="*/ 13 h 16"/>
                <a:gd name="T6" fmla="*/ 28 w 34"/>
                <a:gd name="T7" fmla="*/ 13 h 16"/>
                <a:gd name="T8" fmla="*/ 19 w 34"/>
                <a:gd name="T9" fmla="*/ 7 h 16"/>
                <a:gd name="T10" fmla="*/ 19 w 34"/>
                <a:gd name="T11" fmla="*/ 0 h 16"/>
                <a:gd name="T12" fmla="*/ 15 w 34"/>
                <a:gd name="T13" fmla="*/ 0 h 16"/>
                <a:gd name="T14" fmla="*/ 15 w 34"/>
                <a:gd name="T15" fmla="*/ 6 h 16"/>
                <a:gd name="T16" fmla="*/ 5 w 34"/>
                <a:gd name="T17" fmla="*/ 13 h 16"/>
                <a:gd name="T18" fmla="*/ 0 w 34"/>
                <a:gd name="T19" fmla="*/ 13 h 16"/>
                <a:gd name="T20" fmla="*/ 0 w 34"/>
                <a:gd name="T2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" h="16">
                  <a:moveTo>
                    <a:pt x="0" y="16"/>
                  </a:moveTo>
                  <a:lnTo>
                    <a:pt x="34" y="15"/>
                  </a:lnTo>
                  <a:lnTo>
                    <a:pt x="34" y="13"/>
                  </a:lnTo>
                  <a:lnTo>
                    <a:pt x="28" y="13"/>
                  </a:lnTo>
                  <a:lnTo>
                    <a:pt x="19" y="7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5" y="6"/>
                  </a:lnTo>
                  <a:lnTo>
                    <a:pt x="5" y="13"/>
                  </a:lnTo>
                  <a:lnTo>
                    <a:pt x="0" y="13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6" name="Freeform 162">
              <a:extLst>
                <a:ext uri="{FF2B5EF4-FFF2-40B4-BE49-F238E27FC236}">
                  <a16:creationId xmlns:a16="http://schemas.microsoft.com/office/drawing/2014/main" id="{AFA1C669-8741-4B64-AABD-A8B81C444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5" y="1122"/>
              <a:ext cx="18" cy="16"/>
            </a:xfrm>
            <a:custGeom>
              <a:avLst/>
              <a:gdLst>
                <a:gd name="T0" fmla="*/ 7 w 18"/>
                <a:gd name="T1" fmla="*/ 9 h 16"/>
                <a:gd name="T2" fmla="*/ 0 w 18"/>
                <a:gd name="T3" fmla="*/ 0 h 16"/>
                <a:gd name="T4" fmla="*/ 18 w 18"/>
                <a:gd name="T5" fmla="*/ 0 h 16"/>
                <a:gd name="T6" fmla="*/ 11 w 18"/>
                <a:gd name="T7" fmla="*/ 9 h 16"/>
                <a:gd name="T8" fmla="*/ 11 w 18"/>
                <a:gd name="T9" fmla="*/ 16 h 16"/>
                <a:gd name="T10" fmla="*/ 7 w 18"/>
                <a:gd name="T11" fmla="*/ 16 h 16"/>
                <a:gd name="T12" fmla="*/ 7 w 18"/>
                <a:gd name="T13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16">
                  <a:moveTo>
                    <a:pt x="7" y="9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11" y="9"/>
                  </a:lnTo>
                  <a:lnTo>
                    <a:pt x="11" y="16"/>
                  </a:lnTo>
                  <a:lnTo>
                    <a:pt x="7" y="16"/>
                  </a:lnTo>
                  <a:lnTo>
                    <a:pt x="7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7" name="Freeform 163">
              <a:extLst>
                <a:ext uri="{FF2B5EF4-FFF2-40B4-BE49-F238E27FC236}">
                  <a16:creationId xmlns:a16="http://schemas.microsoft.com/office/drawing/2014/main" id="{2EB4826B-963C-4C03-8912-128F13392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7" y="1093"/>
              <a:ext cx="27" cy="30"/>
            </a:xfrm>
            <a:custGeom>
              <a:avLst/>
              <a:gdLst>
                <a:gd name="T0" fmla="*/ 0 w 27"/>
                <a:gd name="T1" fmla="*/ 0 h 30"/>
                <a:gd name="T2" fmla="*/ 4 w 27"/>
                <a:gd name="T3" fmla="*/ 29 h 30"/>
                <a:gd name="T4" fmla="*/ 5 w 27"/>
                <a:gd name="T5" fmla="*/ 29 h 30"/>
                <a:gd name="T6" fmla="*/ 21 w 27"/>
                <a:gd name="T7" fmla="*/ 30 h 30"/>
                <a:gd name="T8" fmla="*/ 27 w 27"/>
                <a:gd name="T9" fmla="*/ 0 h 30"/>
                <a:gd name="T10" fmla="*/ 0 w 27"/>
                <a:gd name="T11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" h="30">
                  <a:moveTo>
                    <a:pt x="0" y="0"/>
                  </a:moveTo>
                  <a:lnTo>
                    <a:pt x="4" y="29"/>
                  </a:lnTo>
                  <a:lnTo>
                    <a:pt x="5" y="29"/>
                  </a:lnTo>
                  <a:lnTo>
                    <a:pt x="21" y="30"/>
                  </a:lnTo>
                  <a:lnTo>
                    <a:pt x="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8" name="Rectangle 164">
              <a:extLst>
                <a:ext uri="{FF2B5EF4-FFF2-40B4-BE49-F238E27FC236}">
                  <a16:creationId xmlns:a16="http://schemas.microsoft.com/office/drawing/2014/main" id="{0C385470-0168-4FFA-A838-89F7B66DF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9" y="1122"/>
              <a:ext cx="16" cy="23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9" name="Rectangle 165">
              <a:extLst>
                <a:ext uri="{FF2B5EF4-FFF2-40B4-BE49-F238E27FC236}">
                  <a16:creationId xmlns:a16="http://schemas.microsoft.com/office/drawing/2014/main" id="{F8CF833E-6C8D-4C72-9DFC-1163FCCF9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7" y="1226"/>
              <a:ext cx="22" cy="16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70" name="Rectangle 166">
              <a:extLst>
                <a:ext uri="{FF2B5EF4-FFF2-40B4-BE49-F238E27FC236}">
                  <a16:creationId xmlns:a16="http://schemas.microsoft.com/office/drawing/2014/main" id="{88C13E1E-120F-495D-BC2C-81503B3FC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3" y="1330"/>
              <a:ext cx="29" cy="6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71" name="Freeform 167">
              <a:extLst>
                <a:ext uri="{FF2B5EF4-FFF2-40B4-BE49-F238E27FC236}">
                  <a16:creationId xmlns:a16="http://schemas.microsoft.com/office/drawing/2014/main" id="{FEE1E6D2-FF6D-454B-A045-AE07F024C6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3" y="1390"/>
              <a:ext cx="71" cy="12"/>
            </a:xfrm>
            <a:custGeom>
              <a:avLst/>
              <a:gdLst>
                <a:gd name="T0" fmla="*/ 0 w 71"/>
                <a:gd name="T1" fmla="*/ 12 h 12"/>
                <a:gd name="T2" fmla="*/ 71 w 71"/>
                <a:gd name="T3" fmla="*/ 12 h 12"/>
                <a:gd name="T4" fmla="*/ 46 w 71"/>
                <a:gd name="T5" fmla="*/ 0 h 12"/>
                <a:gd name="T6" fmla="*/ 21 w 71"/>
                <a:gd name="T7" fmla="*/ 0 h 12"/>
                <a:gd name="T8" fmla="*/ 0 w 71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12">
                  <a:moveTo>
                    <a:pt x="0" y="12"/>
                  </a:moveTo>
                  <a:lnTo>
                    <a:pt x="71" y="12"/>
                  </a:lnTo>
                  <a:lnTo>
                    <a:pt x="46" y="0"/>
                  </a:lnTo>
                  <a:lnTo>
                    <a:pt x="21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72" name="Freeform 168">
              <a:extLst>
                <a:ext uri="{FF2B5EF4-FFF2-40B4-BE49-F238E27FC236}">
                  <a16:creationId xmlns:a16="http://schemas.microsoft.com/office/drawing/2014/main" id="{2E3BFD11-B84A-44D4-B8EB-B0A820BEB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4" y="1064"/>
              <a:ext cx="28" cy="30"/>
            </a:xfrm>
            <a:custGeom>
              <a:avLst/>
              <a:gdLst>
                <a:gd name="T0" fmla="*/ 0 w 28"/>
                <a:gd name="T1" fmla="*/ 0 h 30"/>
                <a:gd name="T2" fmla="*/ 4 w 28"/>
                <a:gd name="T3" fmla="*/ 29 h 30"/>
                <a:gd name="T4" fmla="*/ 23 w 28"/>
                <a:gd name="T5" fmla="*/ 30 h 30"/>
                <a:gd name="T6" fmla="*/ 28 w 28"/>
                <a:gd name="T7" fmla="*/ 0 h 30"/>
                <a:gd name="T8" fmla="*/ 0 w 28"/>
                <a:gd name="T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0">
                  <a:moveTo>
                    <a:pt x="0" y="0"/>
                  </a:moveTo>
                  <a:lnTo>
                    <a:pt x="4" y="29"/>
                  </a:lnTo>
                  <a:lnTo>
                    <a:pt x="23" y="30"/>
                  </a:lnTo>
                  <a:lnTo>
                    <a:pt x="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73" name="Freeform 169">
              <a:extLst>
                <a:ext uri="{FF2B5EF4-FFF2-40B4-BE49-F238E27FC236}">
                  <a16:creationId xmlns:a16="http://schemas.microsoft.com/office/drawing/2014/main" id="{BD70A5CC-3C62-42C4-8447-1B857AB0B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" y="1118"/>
              <a:ext cx="36" cy="11"/>
            </a:xfrm>
            <a:custGeom>
              <a:avLst/>
              <a:gdLst>
                <a:gd name="T0" fmla="*/ 0 w 36"/>
                <a:gd name="T1" fmla="*/ 5 h 11"/>
                <a:gd name="T2" fmla="*/ 5 w 36"/>
                <a:gd name="T3" fmla="*/ 0 h 11"/>
                <a:gd name="T4" fmla="*/ 30 w 36"/>
                <a:gd name="T5" fmla="*/ 0 h 11"/>
                <a:gd name="T6" fmla="*/ 33 w 36"/>
                <a:gd name="T7" fmla="*/ 3 h 11"/>
                <a:gd name="T8" fmla="*/ 36 w 36"/>
                <a:gd name="T9" fmla="*/ 3 h 11"/>
                <a:gd name="T10" fmla="*/ 36 w 36"/>
                <a:gd name="T11" fmla="*/ 7 h 11"/>
                <a:gd name="T12" fmla="*/ 32 w 36"/>
                <a:gd name="T13" fmla="*/ 7 h 11"/>
                <a:gd name="T14" fmla="*/ 30 w 36"/>
                <a:gd name="T15" fmla="*/ 11 h 11"/>
                <a:gd name="T16" fmla="*/ 4 w 36"/>
                <a:gd name="T17" fmla="*/ 11 h 11"/>
                <a:gd name="T18" fmla="*/ 2 w 36"/>
                <a:gd name="T19" fmla="*/ 7 h 11"/>
                <a:gd name="T20" fmla="*/ 0 w 36"/>
                <a:gd name="T21" fmla="*/ 7 h 11"/>
                <a:gd name="T22" fmla="*/ 0 w 36"/>
                <a:gd name="T23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" h="11">
                  <a:moveTo>
                    <a:pt x="0" y="5"/>
                  </a:moveTo>
                  <a:lnTo>
                    <a:pt x="5" y="0"/>
                  </a:lnTo>
                  <a:lnTo>
                    <a:pt x="30" y="0"/>
                  </a:lnTo>
                  <a:lnTo>
                    <a:pt x="33" y="3"/>
                  </a:lnTo>
                  <a:lnTo>
                    <a:pt x="36" y="3"/>
                  </a:lnTo>
                  <a:lnTo>
                    <a:pt x="36" y="7"/>
                  </a:lnTo>
                  <a:lnTo>
                    <a:pt x="32" y="7"/>
                  </a:lnTo>
                  <a:lnTo>
                    <a:pt x="30" y="11"/>
                  </a:lnTo>
                  <a:lnTo>
                    <a:pt x="4" y="11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74" name="Oval 170">
              <a:extLst>
                <a:ext uri="{FF2B5EF4-FFF2-40B4-BE49-F238E27FC236}">
                  <a16:creationId xmlns:a16="http://schemas.microsoft.com/office/drawing/2014/main" id="{30C56128-D7F4-4207-BDAD-0BC7F7F3D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2" y="1118"/>
              <a:ext cx="9" cy="1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75" name="Oval 171">
              <a:extLst>
                <a:ext uri="{FF2B5EF4-FFF2-40B4-BE49-F238E27FC236}">
                  <a16:creationId xmlns:a16="http://schemas.microsoft.com/office/drawing/2014/main" id="{44A8C686-1CA8-4082-8C7E-EBEC08C6D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5" y="1118"/>
              <a:ext cx="10" cy="1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76" name="Freeform 172">
              <a:extLst>
                <a:ext uri="{FF2B5EF4-FFF2-40B4-BE49-F238E27FC236}">
                  <a16:creationId xmlns:a16="http://schemas.microsoft.com/office/drawing/2014/main" id="{4F3DE2CC-3953-4531-B913-80219FE77F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4" y="1064"/>
              <a:ext cx="5" cy="29"/>
            </a:xfrm>
            <a:custGeom>
              <a:avLst/>
              <a:gdLst>
                <a:gd name="T0" fmla="*/ 4 w 5"/>
                <a:gd name="T1" fmla="*/ 29 h 29"/>
                <a:gd name="T2" fmla="*/ 0 w 5"/>
                <a:gd name="T3" fmla="*/ 0 h 29"/>
                <a:gd name="T4" fmla="*/ 1 w 5"/>
                <a:gd name="T5" fmla="*/ 0 h 29"/>
                <a:gd name="T6" fmla="*/ 5 w 5"/>
                <a:gd name="T7" fmla="*/ 29 h 29"/>
                <a:gd name="T8" fmla="*/ 4 w 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29">
                  <a:moveTo>
                    <a:pt x="4" y="29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29"/>
                  </a:lnTo>
                  <a:lnTo>
                    <a:pt x="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77" name="Freeform 173">
              <a:extLst>
                <a:ext uri="{FF2B5EF4-FFF2-40B4-BE49-F238E27FC236}">
                  <a16:creationId xmlns:a16="http://schemas.microsoft.com/office/drawing/2014/main" id="{9C90B2FD-555A-4FCE-BF5E-1E0C341EF6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3" y="1064"/>
              <a:ext cx="3" cy="30"/>
            </a:xfrm>
            <a:custGeom>
              <a:avLst/>
              <a:gdLst>
                <a:gd name="T0" fmla="*/ 1 w 3"/>
                <a:gd name="T1" fmla="*/ 30 h 30"/>
                <a:gd name="T2" fmla="*/ 0 w 3"/>
                <a:gd name="T3" fmla="*/ 0 h 30"/>
                <a:gd name="T4" fmla="*/ 1 w 3"/>
                <a:gd name="T5" fmla="*/ 0 h 30"/>
                <a:gd name="T6" fmla="*/ 3 w 3"/>
                <a:gd name="T7" fmla="*/ 30 h 30"/>
                <a:gd name="T8" fmla="*/ 1 w 3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0">
                  <a:moveTo>
                    <a:pt x="1" y="3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3" y="30"/>
                  </a:lnTo>
                  <a:lnTo>
                    <a:pt x="1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78" name="Freeform 174">
              <a:extLst>
                <a:ext uri="{FF2B5EF4-FFF2-40B4-BE49-F238E27FC236}">
                  <a16:creationId xmlns:a16="http://schemas.microsoft.com/office/drawing/2014/main" id="{D5FD8C35-5904-4525-9955-07BAEBE53F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1" y="1065"/>
              <a:ext cx="5" cy="30"/>
            </a:xfrm>
            <a:custGeom>
              <a:avLst/>
              <a:gdLst>
                <a:gd name="T0" fmla="*/ 2 w 5"/>
                <a:gd name="T1" fmla="*/ 30 h 30"/>
                <a:gd name="T2" fmla="*/ 0 w 5"/>
                <a:gd name="T3" fmla="*/ 30 h 30"/>
                <a:gd name="T4" fmla="*/ 3 w 5"/>
                <a:gd name="T5" fmla="*/ 0 h 30"/>
                <a:gd name="T6" fmla="*/ 5 w 5"/>
                <a:gd name="T7" fmla="*/ 0 h 30"/>
                <a:gd name="T8" fmla="*/ 2 w 5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30">
                  <a:moveTo>
                    <a:pt x="2" y="30"/>
                  </a:moveTo>
                  <a:lnTo>
                    <a:pt x="0" y="30"/>
                  </a:lnTo>
                  <a:lnTo>
                    <a:pt x="3" y="0"/>
                  </a:lnTo>
                  <a:lnTo>
                    <a:pt x="5" y="0"/>
                  </a:lnTo>
                  <a:lnTo>
                    <a:pt x="2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79" name="Freeform 175">
              <a:extLst>
                <a:ext uri="{FF2B5EF4-FFF2-40B4-BE49-F238E27FC236}">
                  <a16:creationId xmlns:a16="http://schemas.microsoft.com/office/drawing/2014/main" id="{6BEF34CD-CD0F-467F-9252-E51375FAC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5" y="1063"/>
              <a:ext cx="8" cy="31"/>
            </a:xfrm>
            <a:custGeom>
              <a:avLst/>
              <a:gdLst>
                <a:gd name="T0" fmla="*/ 2 w 8"/>
                <a:gd name="T1" fmla="*/ 31 h 31"/>
                <a:gd name="T2" fmla="*/ 0 w 8"/>
                <a:gd name="T3" fmla="*/ 31 h 31"/>
                <a:gd name="T4" fmla="*/ 6 w 8"/>
                <a:gd name="T5" fmla="*/ 0 h 31"/>
                <a:gd name="T6" fmla="*/ 8 w 8"/>
                <a:gd name="T7" fmla="*/ 1 h 31"/>
                <a:gd name="T8" fmla="*/ 2 w 8"/>
                <a:gd name="T9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31">
                  <a:moveTo>
                    <a:pt x="2" y="31"/>
                  </a:moveTo>
                  <a:lnTo>
                    <a:pt x="0" y="31"/>
                  </a:lnTo>
                  <a:lnTo>
                    <a:pt x="6" y="0"/>
                  </a:lnTo>
                  <a:lnTo>
                    <a:pt x="8" y="1"/>
                  </a:lnTo>
                  <a:lnTo>
                    <a:pt x="2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0" name="Freeform 176">
              <a:extLst>
                <a:ext uri="{FF2B5EF4-FFF2-40B4-BE49-F238E27FC236}">
                  <a16:creationId xmlns:a16="http://schemas.microsoft.com/office/drawing/2014/main" id="{161E202C-09CB-4EE2-975F-E18C8291F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" y="1093"/>
              <a:ext cx="28" cy="30"/>
            </a:xfrm>
            <a:custGeom>
              <a:avLst/>
              <a:gdLst>
                <a:gd name="T0" fmla="*/ 0 w 28"/>
                <a:gd name="T1" fmla="*/ 0 h 30"/>
                <a:gd name="T2" fmla="*/ 5 w 28"/>
                <a:gd name="T3" fmla="*/ 29 h 30"/>
                <a:gd name="T4" fmla="*/ 7 w 28"/>
                <a:gd name="T5" fmla="*/ 29 h 30"/>
                <a:gd name="T6" fmla="*/ 23 w 28"/>
                <a:gd name="T7" fmla="*/ 30 h 30"/>
                <a:gd name="T8" fmla="*/ 28 w 28"/>
                <a:gd name="T9" fmla="*/ 0 h 30"/>
                <a:gd name="T10" fmla="*/ 0 w 28"/>
                <a:gd name="T11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" h="30">
                  <a:moveTo>
                    <a:pt x="0" y="0"/>
                  </a:moveTo>
                  <a:lnTo>
                    <a:pt x="5" y="29"/>
                  </a:lnTo>
                  <a:lnTo>
                    <a:pt x="7" y="29"/>
                  </a:lnTo>
                  <a:lnTo>
                    <a:pt x="23" y="30"/>
                  </a:lnTo>
                  <a:lnTo>
                    <a:pt x="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1" name="Freeform 177">
              <a:extLst>
                <a:ext uri="{FF2B5EF4-FFF2-40B4-BE49-F238E27FC236}">
                  <a16:creationId xmlns:a16="http://schemas.microsoft.com/office/drawing/2014/main" id="{238ADFD6-50A8-493F-B66F-735173360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" y="1093"/>
              <a:ext cx="5" cy="29"/>
            </a:xfrm>
            <a:custGeom>
              <a:avLst/>
              <a:gdLst>
                <a:gd name="T0" fmla="*/ 4 w 5"/>
                <a:gd name="T1" fmla="*/ 29 h 29"/>
                <a:gd name="T2" fmla="*/ 0 w 5"/>
                <a:gd name="T3" fmla="*/ 0 h 29"/>
                <a:gd name="T4" fmla="*/ 1 w 5"/>
                <a:gd name="T5" fmla="*/ 0 h 29"/>
                <a:gd name="T6" fmla="*/ 5 w 5"/>
                <a:gd name="T7" fmla="*/ 29 h 29"/>
                <a:gd name="T8" fmla="*/ 4 w 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29">
                  <a:moveTo>
                    <a:pt x="4" y="29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29"/>
                  </a:lnTo>
                  <a:lnTo>
                    <a:pt x="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2" name="Freeform 178">
              <a:extLst>
                <a:ext uri="{FF2B5EF4-FFF2-40B4-BE49-F238E27FC236}">
                  <a16:creationId xmlns:a16="http://schemas.microsoft.com/office/drawing/2014/main" id="{8BC9C7BF-D32D-428C-9AAA-D029EC711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3" y="1093"/>
              <a:ext cx="3" cy="30"/>
            </a:xfrm>
            <a:custGeom>
              <a:avLst/>
              <a:gdLst>
                <a:gd name="T0" fmla="*/ 2 w 3"/>
                <a:gd name="T1" fmla="*/ 30 h 30"/>
                <a:gd name="T2" fmla="*/ 0 w 3"/>
                <a:gd name="T3" fmla="*/ 0 h 30"/>
                <a:gd name="T4" fmla="*/ 2 w 3"/>
                <a:gd name="T5" fmla="*/ 0 h 30"/>
                <a:gd name="T6" fmla="*/ 3 w 3"/>
                <a:gd name="T7" fmla="*/ 29 h 30"/>
                <a:gd name="T8" fmla="*/ 2 w 3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0">
                  <a:moveTo>
                    <a:pt x="2" y="3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3" y="29"/>
                  </a:lnTo>
                  <a:lnTo>
                    <a:pt x="2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3" name="Freeform 179">
              <a:extLst>
                <a:ext uri="{FF2B5EF4-FFF2-40B4-BE49-F238E27FC236}">
                  <a16:creationId xmlns:a16="http://schemas.microsoft.com/office/drawing/2014/main" id="{22AFDC84-28F2-4BFE-9A6C-B58E139B4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" y="1093"/>
              <a:ext cx="5" cy="31"/>
            </a:xfrm>
            <a:custGeom>
              <a:avLst/>
              <a:gdLst>
                <a:gd name="T0" fmla="*/ 2 w 5"/>
                <a:gd name="T1" fmla="*/ 31 h 31"/>
                <a:gd name="T2" fmla="*/ 0 w 5"/>
                <a:gd name="T3" fmla="*/ 31 h 31"/>
                <a:gd name="T4" fmla="*/ 3 w 5"/>
                <a:gd name="T5" fmla="*/ 0 h 31"/>
                <a:gd name="T6" fmla="*/ 5 w 5"/>
                <a:gd name="T7" fmla="*/ 1 h 31"/>
                <a:gd name="T8" fmla="*/ 2 w 5"/>
                <a:gd name="T9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31">
                  <a:moveTo>
                    <a:pt x="2" y="31"/>
                  </a:moveTo>
                  <a:lnTo>
                    <a:pt x="0" y="31"/>
                  </a:lnTo>
                  <a:lnTo>
                    <a:pt x="3" y="0"/>
                  </a:lnTo>
                  <a:lnTo>
                    <a:pt x="5" y="1"/>
                  </a:lnTo>
                  <a:lnTo>
                    <a:pt x="2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4" name="Freeform 180">
              <a:extLst>
                <a:ext uri="{FF2B5EF4-FFF2-40B4-BE49-F238E27FC236}">
                  <a16:creationId xmlns:a16="http://schemas.microsoft.com/office/drawing/2014/main" id="{4FCF48FF-053F-4B93-9A50-548C2083A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5" y="1093"/>
              <a:ext cx="8" cy="30"/>
            </a:xfrm>
            <a:custGeom>
              <a:avLst/>
              <a:gdLst>
                <a:gd name="T0" fmla="*/ 2 w 8"/>
                <a:gd name="T1" fmla="*/ 30 h 30"/>
                <a:gd name="T2" fmla="*/ 0 w 8"/>
                <a:gd name="T3" fmla="*/ 30 h 30"/>
                <a:gd name="T4" fmla="*/ 7 w 8"/>
                <a:gd name="T5" fmla="*/ 0 h 30"/>
                <a:gd name="T6" fmla="*/ 8 w 8"/>
                <a:gd name="T7" fmla="*/ 0 h 30"/>
                <a:gd name="T8" fmla="*/ 2 w 8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30">
                  <a:moveTo>
                    <a:pt x="2" y="30"/>
                  </a:moveTo>
                  <a:lnTo>
                    <a:pt x="0" y="30"/>
                  </a:lnTo>
                  <a:lnTo>
                    <a:pt x="7" y="0"/>
                  </a:lnTo>
                  <a:lnTo>
                    <a:pt x="8" y="0"/>
                  </a:lnTo>
                  <a:lnTo>
                    <a:pt x="2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5" name="Freeform 181">
              <a:extLst>
                <a:ext uri="{FF2B5EF4-FFF2-40B4-BE49-F238E27FC236}">
                  <a16:creationId xmlns:a16="http://schemas.microsoft.com/office/drawing/2014/main" id="{EC8D2ABE-A7D5-4C75-A780-802B5F62C9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" y="1093"/>
              <a:ext cx="7" cy="30"/>
            </a:xfrm>
            <a:custGeom>
              <a:avLst/>
              <a:gdLst>
                <a:gd name="T0" fmla="*/ 1 w 7"/>
                <a:gd name="T1" fmla="*/ 30 h 30"/>
                <a:gd name="T2" fmla="*/ 0 w 7"/>
                <a:gd name="T3" fmla="*/ 29 h 30"/>
                <a:gd name="T4" fmla="*/ 5 w 7"/>
                <a:gd name="T5" fmla="*/ 0 h 30"/>
                <a:gd name="T6" fmla="*/ 7 w 7"/>
                <a:gd name="T7" fmla="*/ 0 h 30"/>
                <a:gd name="T8" fmla="*/ 1 w 7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0">
                  <a:moveTo>
                    <a:pt x="1" y="30"/>
                  </a:moveTo>
                  <a:lnTo>
                    <a:pt x="0" y="29"/>
                  </a:lnTo>
                  <a:lnTo>
                    <a:pt x="5" y="0"/>
                  </a:lnTo>
                  <a:lnTo>
                    <a:pt x="7" y="0"/>
                  </a:lnTo>
                  <a:lnTo>
                    <a:pt x="1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6" name="Freeform 182">
              <a:extLst>
                <a:ext uri="{FF2B5EF4-FFF2-40B4-BE49-F238E27FC236}">
                  <a16:creationId xmlns:a16="http://schemas.microsoft.com/office/drawing/2014/main" id="{77CEB995-24EE-4A38-B877-6A6AA0F8D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5" y="1093"/>
              <a:ext cx="6" cy="29"/>
            </a:xfrm>
            <a:custGeom>
              <a:avLst/>
              <a:gdLst>
                <a:gd name="T0" fmla="*/ 4 w 6"/>
                <a:gd name="T1" fmla="*/ 29 h 29"/>
                <a:gd name="T2" fmla="*/ 0 w 6"/>
                <a:gd name="T3" fmla="*/ 0 h 29"/>
                <a:gd name="T4" fmla="*/ 2 w 6"/>
                <a:gd name="T5" fmla="*/ 0 h 29"/>
                <a:gd name="T6" fmla="*/ 6 w 6"/>
                <a:gd name="T7" fmla="*/ 29 h 29"/>
                <a:gd name="T8" fmla="*/ 4 w 6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9">
                  <a:moveTo>
                    <a:pt x="4" y="29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6" y="29"/>
                  </a:lnTo>
                  <a:lnTo>
                    <a:pt x="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7" name="Freeform 183">
              <a:extLst>
                <a:ext uri="{FF2B5EF4-FFF2-40B4-BE49-F238E27FC236}">
                  <a16:creationId xmlns:a16="http://schemas.microsoft.com/office/drawing/2014/main" id="{BA6B9689-AC7D-4294-A0F1-1A4533757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5" y="1093"/>
              <a:ext cx="3" cy="30"/>
            </a:xfrm>
            <a:custGeom>
              <a:avLst/>
              <a:gdLst>
                <a:gd name="T0" fmla="*/ 1 w 3"/>
                <a:gd name="T1" fmla="*/ 30 h 30"/>
                <a:gd name="T2" fmla="*/ 0 w 3"/>
                <a:gd name="T3" fmla="*/ 0 h 30"/>
                <a:gd name="T4" fmla="*/ 1 w 3"/>
                <a:gd name="T5" fmla="*/ 0 h 30"/>
                <a:gd name="T6" fmla="*/ 3 w 3"/>
                <a:gd name="T7" fmla="*/ 29 h 30"/>
                <a:gd name="T8" fmla="*/ 1 w 3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0">
                  <a:moveTo>
                    <a:pt x="1" y="3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3" y="29"/>
                  </a:lnTo>
                  <a:lnTo>
                    <a:pt x="1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8" name="Freeform 184">
              <a:extLst>
                <a:ext uri="{FF2B5EF4-FFF2-40B4-BE49-F238E27FC236}">
                  <a16:creationId xmlns:a16="http://schemas.microsoft.com/office/drawing/2014/main" id="{8FA2974C-784B-4BD4-988D-FAD9256D2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3" y="1092"/>
              <a:ext cx="5" cy="32"/>
            </a:xfrm>
            <a:custGeom>
              <a:avLst/>
              <a:gdLst>
                <a:gd name="T0" fmla="*/ 2 w 5"/>
                <a:gd name="T1" fmla="*/ 32 h 32"/>
                <a:gd name="T2" fmla="*/ 0 w 5"/>
                <a:gd name="T3" fmla="*/ 32 h 32"/>
                <a:gd name="T4" fmla="*/ 3 w 5"/>
                <a:gd name="T5" fmla="*/ 0 h 32"/>
                <a:gd name="T6" fmla="*/ 5 w 5"/>
                <a:gd name="T7" fmla="*/ 0 h 32"/>
                <a:gd name="T8" fmla="*/ 2 w 5"/>
                <a:gd name="T9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32">
                  <a:moveTo>
                    <a:pt x="2" y="32"/>
                  </a:moveTo>
                  <a:lnTo>
                    <a:pt x="0" y="32"/>
                  </a:lnTo>
                  <a:lnTo>
                    <a:pt x="3" y="0"/>
                  </a:lnTo>
                  <a:lnTo>
                    <a:pt x="5" y="0"/>
                  </a:lnTo>
                  <a:lnTo>
                    <a:pt x="2" y="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9" name="Freeform 185">
              <a:extLst>
                <a:ext uri="{FF2B5EF4-FFF2-40B4-BE49-F238E27FC236}">
                  <a16:creationId xmlns:a16="http://schemas.microsoft.com/office/drawing/2014/main" id="{E7D93E35-7EAF-4EFC-B1EC-C5931425C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1" y="1122"/>
              <a:ext cx="18" cy="17"/>
            </a:xfrm>
            <a:custGeom>
              <a:avLst/>
              <a:gdLst>
                <a:gd name="T0" fmla="*/ 7 w 18"/>
                <a:gd name="T1" fmla="*/ 9 h 17"/>
                <a:gd name="T2" fmla="*/ 0 w 18"/>
                <a:gd name="T3" fmla="*/ 0 h 17"/>
                <a:gd name="T4" fmla="*/ 18 w 18"/>
                <a:gd name="T5" fmla="*/ 0 h 17"/>
                <a:gd name="T6" fmla="*/ 10 w 18"/>
                <a:gd name="T7" fmla="*/ 9 h 17"/>
                <a:gd name="T8" fmla="*/ 10 w 18"/>
                <a:gd name="T9" fmla="*/ 17 h 17"/>
                <a:gd name="T10" fmla="*/ 6 w 18"/>
                <a:gd name="T11" fmla="*/ 17 h 17"/>
                <a:gd name="T12" fmla="*/ 7 w 18"/>
                <a:gd name="T13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17">
                  <a:moveTo>
                    <a:pt x="7" y="9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10" y="9"/>
                  </a:lnTo>
                  <a:lnTo>
                    <a:pt x="10" y="17"/>
                  </a:lnTo>
                  <a:lnTo>
                    <a:pt x="6" y="17"/>
                  </a:lnTo>
                  <a:lnTo>
                    <a:pt x="7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0" name="Freeform 186">
              <a:extLst>
                <a:ext uri="{FF2B5EF4-FFF2-40B4-BE49-F238E27FC236}">
                  <a16:creationId xmlns:a16="http://schemas.microsoft.com/office/drawing/2014/main" id="{11456714-5840-4E7C-85AE-1F98C136C3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3" y="1120"/>
              <a:ext cx="30" cy="15"/>
            </a:xfrm>
            <a:custGeom>
              <a:avLst/>
              <a:gdLst>
                <a:gd name="T0" fmla="*/ 8 w 53"/>
                <a:gd name="T1" fmla="*/ 27 h 27"/>
                <a:gd name="T2" fmla="*/ 5 w 53"/>
                <a:gd name="T3" fmla="*/ 27 h 27"/>
                <a:gd name="T4" fmla="*/ 0 w 53"/>
                <a:gd name="T5" fmla="*/ 17 h 27"/>
                <a:gd name="T6" fmla="*/ 2 w 53"/>
                <a:gd name="T7" fmla="*/ 7 h 27"/>
                <a:gd name="T8" fmla="*/ 12 w 53"/>
                <a:gd name="T9" fmla="*/ 4 h 27"/>
                <a:gd name="T10" fmla="*/ 12 w 53"/>
                <a:gd name="T11" fmla="*/ 4 h 27"/>
                <a:gd name="T12" fmla="*/ 14 w 53"/>
                <a:gd name="T13" fmla="*/ 5 h 27"/>
                <a:gd name="T14" fmla="*/ 13 w 53"/>
                <a:gd name="T15" fmla="*/ 13 h 27"/>
                <a:gd name="T16" fmla="*/ 11 w 53"/>
                <a:gd name="T17" fmla="*/ 13 h 27"/>
                <a:gd name="T18" fmla="*/ 12 w 53"/>
                <a:gd name="T19" fmla="*/ 6 h 27"/>
                <a:gd name="T20" fmla="*/ 12 w 53"/>
                <a:gd name="T21" fmla="*/ 6 h 27"/>
                <a:gd name="T22" fmla="*/ 4 w 53"/>
                <a:gd name="T23" fmla="*/ 8 h 27"/>
                <a:gd name="T24" fmla="*/ 2 w 53"/>
                <a:gd name="T25" fmla="*/ 16 h 27"/>
                <a:gd name="T26" fmla="*/ 6 w 53"/>
                <a:gd name="T27" fmla="*/ 25 h 27"/>
                <a:gd name="T28" fmla="*/ 17 w 53"/>
                <a:gd name="T29" fmla="*/ 22 h 27"/>
                <a:gd name="T30" fmla="*/ 28 w 53"/>
                <a:gd name="T31" fmla="*/ 14 h 27"/>
                <a:gd name="T32" fmla="*/ 52 w 53"/>
                <a:gd name="T33" fmla="*/ 0 h 27"/>
                <a:gd name="T34" fmla="*/ 53 w 53"/>
                <a:gd name="T35" fmla="*/ 2 h 27"/>
                <a:gd name="T36" fmla="*/ 29 w 53"/>
                <a:gd name="T37" fmla="*/ 15 h 27"/>
                <a:gd name="T38" fmla="*/ 18 w 53"/>
                <a:gd name="T39" fmla="*/ 24 h 27"/>
                <a:gd name="T40" fmla="*/ 8 w 53"/>
                <a:gd name="T41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" h="27">
                  <a:moveTo>
                    <a:pt x="8" y="27"/>
                  </a:moveTo>
                  <a:cubicBezTo>
                    <a:pt x="7" y="27"/>
                    <a:pt x="6" y="27"/>
                    <a:pt x="5" y="27"/>
                  </a:cubicBezTo>
                  <a:cubicBezTo>
                    <a:pt x="2" y="25"/>
                    <a:pt x="1" y="22"/>
                    <a:pt x="0" y="17"/>
                  </a:cubicBezTo>
                  <a:cubicBezTo>
                    <a:pt x="0" y="12"/>
                    <a:pt x="0" y="9"/>
                    <a:pt x="2" y="7"/>
                  </a:cubicBezTo>
                  <a:cubicBezTo>
                    <a:pt x="5" y="4"/>
                    <a:pt x="10" y="4"/>
                    <a:pt x="1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3" y="4"/>
                    <a:pt x="13" y="4"/>
                    <a:pt x="14" y="5"/>
                  </a:cubicBezTo>
                  <a:cubicBezTo>
                    <a:pt x="15" y="7"/>
                    <a:pt x="13" y="12"/>
                    <a:pt x="13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2" y="10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0" y="6"/>
                    <a:pt x="6" y="6"/>
                    <a:pt x="4" y="8"/>
                  </a:cubicBezTo>
                  <a:cubicBezTo>
                    <a:pt x="2" y="10"/>
                    <a:pt x="2" y="13"/>
                    <a:pt x="2" y="16"/>
                  </a:cubicBezTo>
                  <a:cubicBezTo>
                    <a:pt x="3" y="21"/>
                    <a:pt x="4" y="24"/>
                    <a:pt x="6" y="25"/>
                  </a:cubicBezTo>
                  <a:cubicBezTo>
                    <a:pt x="8" y="26"/>
                    <a:pt x="12" y="25"/>
                    <a:pt x="17" y="22"/>
                  </a:cubicBezTo>
                  <a:cubicBezTo>
                    <a:pt x="20" y="20"/>
                    <a:pt x="24" y="17"/>
                    <a:pt x="28" y="14"/>
                  </a:cubicBezTo>
                  <a:cubicBezTo>
                    <a:pt x="36" y="8"/>
                    <a:pt x="45" y="1"/>
                    <a:pt x="52" y="0"/>
                  </a:cubicBezTo>
                  <a:cubicBezTo>
                    <a:pt x="53" y="2"/>
                    <a:pt x="53" y="2"/>
                    <a:pt x="53" y="2"/>
                  </a:cubicBezTo>
                  <a:cubicBezTo>
                    <a:pt x="46" y="2"/>
                    <a:pt x="37" y="9"/>
                    <a:pt x="29" y="15"/>
                  </a:cubicBezTo>
                  <a:cubicBezTo>
                    <a:pt x="25" y="19"/>
                    <a:pt x="21" y="22"/>
                    <a:pt x="18" y="24"/>
                  </a:cubicBezTo>
                  <a:cubicBezTo>
                    <a:pt x="14" y="26"/>
                    <a:pt x="10" y="27"/>
                    <a:pt x="8" y="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1" name="Freeform 187">
              <a:extLst>
                <a:ext uri="{FF2B5EF4-FFF2-40B4-BE49-F238E27FC236}">
                  <a16:creationId xmlns:a16="http://schemas.microsoft.com/office/drawing/2014/main" id="{D03E98CA-1105-4DA4-A462-E1D6CC5CD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3" y="1125"/>
              <a:ext cx="22" cy="17"/>
            </a:xfrm>
            <a:custGeom>
              <a:avLst/>
              <a:gdLst>
                <a:gd name="T0" fmla="*/ 8 w 37"/>
                <a:gd name="T1" fmla="*/ 30 h 30"/>
                <a:gd name="T2" fmla="*/ 2 w 37"/>
                <a:gd name="T3" fmla="*/ 27 h 30"/>
                <a:gd name="T4" fmla="*/ 2 w 37"/>
                <a:gd name="T5" fmla="*/ 15 h 30"/>
                <a:gd name="T6" fmla="*/ 5 w 37"/>
                <a:gd name="T7" fmla="*/ 13 h 30"/>
                <a:gd name="T8" fmla="*/ 12 w 37"/>
                <a:gd name="T9" fmla="*/ 19 h 30"/>
                <a:gd name="T10" fmla="*/ 10 w 37"/>
                <a:gd name="T11" fmla="*/ 20 h 30"/>
                <a:gd name="T12" fmla="*/ 5 w 37"/>
                <a:gd name="T13" fmla="*/ 15 h 30"/>
                <a:gd name="T14" fmla="*/ 4 w 37"/>
                <a:gd name="T15" fmla="*/ 16 h 30"/>
                <a:gd name="T16" fmla="*/ 4 w 37"/>
                <a:gd name="T17" fmla="*/ 25 h 30"/>
                <a:gd name="T18" fmla="*/ 8 w 37"/>
                <a:gd name="T19" fmla="*/ 28 h 30"/>
                <a:gd name="T20" fmla="*/ 17 w 37"/>
                <a:gd name="T21" fmla="*/ 18 h 30"/>
                <a:gd name="T22" fmla="*/ 37 w 37"/>
                <a:gd name="T23" fmla="*/ 0 h 30"/>
                <a:gd name="T24" fmla="*/ 37 w 37"/>
                <a:gd name="T25" fmla="*/ 2 h 30"/>
                <a:gd name="T26" fmla="*/ 37 w 37"/>
                <a:gd name="T27" fmla="*/ 2 h 30"/>
                <a:gd name="T28" fmla="*/ 19 w 37"/>
                <a:gd name="T29" fmla="*/ 19 h 30"/>
                <a:gd name="T30" fmla="*/ 9 w 37"/>
                <a:gd name="T31" fmla="*/ 30 h 30"/>
                <a:gd name="T32" fmla="*/ 8 w 37"/>
                <a:gd name="T3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" h="30">
                  <a:moveTo>
                    <a:pt x="8" y="30"/>
                  </a:moveTo>
                  <a:cubicBezTo>
                    <a:pt x="5" y="30"/>
                    <a:pt x="3" y="29"/>
                    <a:pt x="2" y="27"/>
                  </a:cubicBezTo>
                  <a:cubicBezTo>
                    <a:pt x="0" y="23"/>
                    <a:pt x="0" y="19"/>
                    <a:pt x="2" y="15"/>
                  </a:cubicBezTo>
                  <a:cubicBezTo>
                    <a:pt x="3" y="13"/>
                    <a:pt x="4" y="13"/>
                    <a:pt x="5" y="13"/>
                  </a:cubicBezTo>
                  <a:cubicBezTo>
                    <a:pt x="9" y="13"/>
                    <a:pt x="11" y="19"/>
                    <a:pt x="12" y="19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18"/>
                    <a:pt x="7" y="15"/>
                    <a:pt x="5" y="15"/>
                  </a:cubicBezTo>
                  <a:cubicBezTo>
                    <a:pt x="5" y="15"/>
                    <a:pt x="4" y="15"/>
                    <a:pt x="4" y="16"/>
                  </a:cubicBezTo>
                  <a:cubicBezTo>
                    <a:pt x="2" y="19"/>
                    <a:pt x="2" y="23"/>
                    <a:pt x="4" y="25"/>
                  </a:cubicBezTo>
                  <a:cubicBezTo>
                    <a:pt x="4" y="26"/>
                    <a:pt x="6" y="28"/>
                    <a:pt x="8" y="28"/>
                  </a:cubicBezTo>
                  <a:cubicBezTo>
                    <a:pt x="10" y="27"/>
                    <a:pt x="14" y="23"/>
                    <a:pt x="17" y="18"/>
                  </a:cubicBezTo>
                  <a:cubicBezTo>
                    <a:pt x="23" y="10"/>
                    <a:pt x="30" y="0"/>
                    <a:pt x="37" y="0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0" y="2"/>
                    <a:pt x="24" y="12"/>
                    <a:pt x="19" y="19"/>
                  </a:cubicBezTo>
                  <a:cubicBezTo>
                    <a:pt x="15" y="25"/>
                    <a:pt x="12" y="29"/>
                    <a:pt x="9" y="30"/>
                  </a:cubicBezTo>
                  <a:cubicBezTo>
                    <a:pt x="8" y="30"/>
                    <a:pt x="8" y="30"/>
                    <a:pt x="8" y="3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2" name="Freeform 188">
              <a:extLst>
                <a:ext uri="{FF2B5EF4-FFF2-40B4-BE49-F238E27FC236}">
                  <a16:creationId xmlns:a16="http://schemas.microsoft.com/office/drawing/2014/main" id="{53517F74-CB05-48BD-AA37-4DD9385EA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5" y="1121"/>
              <a:ext cx="30" cy="15"/>
            </a:xfrm>
            <a:custGeom>
              <a:avLst/>
              <a:gdLst>
                <a:gd name="T0" fmla="*/ 44 w 52"/>
                <a:gd name="T1" fmla="*/ 27 h 27"/>
                <a:gd name="T2" fmla="*/ 34 w 52"/>
                <a:gd name="T3" fmla="*/ 24 h 27"/>
                <a:gd name="T4" fmla="*/ 23 w 52"/>
                <a:gd name="T5" fmla="*/ 15 h 27"/>
                <a:gd name="T6" fmla="*/ 0 w 52"/>
                <a:gd name="T7" fmla="*/ 2 h 27"/>
                <a:gd name="T8" fmla="*/ 0 w 52"/>
                <a:gd name="T9" fmla="*/ 0 h 27"/>
                <a:gd name="T10" fmla="*/ 24 w 52"/>
                <a:gd name="T11" fmla="*/ 14 h 27"/>
                <a:gd name="T12" fmla="*/ 35 w 52"/>
                <a:gd name="T13" fmla="*/ 22 h 27"/>
                <a:gd name="T14" fmla="*/ 46 w 52"/>
                <a:gd name="T15" fmla="*/ 25 h 27"/>
                <a:gd name="T16" fmla="*/ 50 w 52"/>
                <a:gd name="T17" fmla="*/ 16 h 27"/>
                <a:gd name="T18" fmla="*/ 48 w 52"/>
                <a:gd name="T19" fmla="*/ 8 h 27"/>
                <a:gd name="T20" fmla="*/ 40 w 52"/>
                <a:gd name="T21" fmla="*/ 6 h 27"/>
                <a:gd name="T22" fmla="*/ 40 w 52"/>
                <a:gd name="T23" fmla="*/ 6 h 27"/>
                <a:gd name="T24" fmla="*/ 41 w 52"/>
                <a:gd name="T25" fmla="*/ 13 h 27"/>
                <a:gd name="T26" fmla="*/ 39 w 52"/>
                <a:gd name="T27" fmla="*/ 13 h 27"/>
                <a:gd name="T28" fmla="*/ 39 w 52"/>
                <a:gd name="T29" fmla="*/ 5 h 27"/>
                <a:gd name="T30" fmla="*/ 40 w 52"/>
                <a:gd name="T31" fmla="*/ 4 h 27"/>
                <a:gd name="T32" fmla="*/ 40 w 52"/>
                <a:gd name="T33" fmla="*/ 4 h 27"/>
                <a:gd name="T34" fmla="*/ 50 w 52"/>
                <a:gd name="T35" fmla="*/ 7 h 27"/>
                <a:gd name="T36" fmla="*/ 52 w 52"/>
                <a:gd name="T37" fmla="*/ 17 h 27"/>
                <a:gd name="T38" fmla="*/ 47 w 52"/>
                <a:gd name="T39" fmla="*/ 27 h 27"/>
                <a:gd name="T40" fmla="*/ 44 w 52"/>
                <a:gd name="T41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2" h="27">
                  <a:moveTo>
                    <a:pt x="44" y="27"/>
                  </a:moveTo>
                  <a:cubicBezTo>
                    <a:pt x="42" y="27"/>
                    <a:pt x="38" y="26"/>
                    <a:pt x="34" y="24"/>
                  </a:cubicBezTo>
                  <a:cubicBezTo>
                    <a:pt x="31" y="22"/>
                    <a:pt x="27" y="19"/>
                    <a:pt x="23" y="15"/>
                  </a:cubicBezTo>
                  <a:cubicBezTo>
                    <a:pt x="15" y="9"/>
                    <a:pt x="6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1"/>
                    <a:pt x="16" y="8"/>
                    <a:pt x="24" y="14"/>
                  </a:cubicBezTo>
                  <a:cubicBezTo>
                    <a:pt x="28" y="17"/>
                    <a:pt x="32" y="20"/>
                    <a:pt x="35" y="22"/>
                  </a:cubicBezTo>
                  <a:cubicBezTo>
                    <a:pt x="40" y="25"/>
                    <a:pt x="44" y="26"/>
                    <a:pt x="46" y="25"/>
                  </a:cubicBezTo>
                  <a:cubicBezTo>
                    <a:pt x="48" y="24"/>
                    <a:pt x="50" y="21"/>
                    <a:pt x="50" y="16"/>
                  </a:cubicBezTo>
                  <a:cubicBezTo>
                    <a:pt x="50" y="13"/>
                    <a:pt x="50" y="10"/>
                    <a:pt x="48" y="8"/>
                  </a:cubicBezTo>
                  <a:cubicBezTo>
                    <a:pt x="46" y="6"/>
                    <a:pt x="42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10"/>
                    <a:pt x="41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2"/>
                    <a:pt x="37" y="7"/>
                    <a:pt x="39" y="5"/>
                  </a:cubicBezTo>
                  <a:cubicBezTo>
                    <a:pt x="39" y="4"/>
                    <a:pt x="39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2" y="4"/>
                    <a:pt x="47" y="4"/>
                    <a:pt x="50" y="7"/>
                  </a:cubicBezTo>
                  <a:cubicBezTo>
                    <a:pt x="52" y="9"/>
                    <a:pt x="52" y="12"/>
                    <a:pt x="52" y="17"/>
                  </a:cubicBezTo>
                  <a:cubicBezTo>
                    <a:pt x="51" y="22"/>
                    <a:pt x="50" y="25"/>
                    <a:pt x="47" y="27"/>
                  </a:cubicBezTo>
                  <a:cubicBezTo>
                    <a:pt x="47" y="27"/>
                    <a:pt x="46" y="27"/>
                    <a:pt x="44" y="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3" name="Freeform 189">
              <a:extLst>
                <a:ext uri="{FF2B5EF4-FFF2-40B4-BE49-F238E27FC236}">
                  <a16:creationId xmlns:a16="http://schemas.microsoft.com/office/drawing/2014/main" id="{85ABCF86-3EC8-402F-9B9B-39A2C0D0B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3" y="1126"/>
              <a:ext cx="21" cy="17"/>
            </a:xfrm>
            <a:custGeom>
              <a:avLst/>
              <a:gdLst>
                <a:gd name="T0" fmla="*/ 29 w 37"/>
                <a:gd name="T1" fmla="*/ 30 h 30"/>
                <a:gd name="T2" fmla="*/ 28 w 37"/>
                <a:gd name="T3" fmla="*/ 30 h 30"/>
                <a:gd name="T4" fmla="*/ 18 w 37"/>
                <a:gd name="T5" fmla="*/ 19 h 30"/>
                <a:gd name="T6" fmla="*/ 0 w 37"/>
                <a:gd name="T7" fmla="*/ 2 h 30"/>
                <a:gd name="T8" fmla="*/ 0 w 37"/>
                <a:gd name="T9" fmla="*/ 2 h 30"/>
                <a:gd name="T10" fmla="*/ 0 w 37"/>
                <a:gd name="T11" fmla="*/ 0 h 30"/>
                <a:gd name="T12" fmla="*/ 20 w 37"/>
                <a:gd name="T13" fmla="*/ 18 h 30"/>
                <a:gd name="T14" fmla="*/ 29 w 37"/>
                <a:gd name="T15" fmla="*/ 28 h 30"/>
                <a:gd name="T16" fmla="*/ 33 w 37"/>
                <a:gd name="T17" fmla="*/ 25 h 30"/>
                <a:gd name="T18" fmla="*/ 34 w 37"/>
                <a:gd name="T19" fmla="*/ 16 h 30"/>
                <a:gd name="T20" fmla="*/ 32 w 37"/>
                <a:gd name="T21" fmla="*/ 15 h 30"/>
                <a:gd name="T22" fmla="*/ 27 w 37"/>
                <a:gd name="T23" fmla="*/ 20 h 30"/>
                <a:gd name="T24" fmla="*/ 25 w 37"/>
                <a:gd name="T25" fmla="*/ 19 h 30"/>
                <a:gd name="T26" fmla="*/ 32 w 37"/>
                <a:gd name="T27" fmla="*/ 13 h 30"/>
                <a:gd name="T28" fmla="*/ 35 w 37"/>
                <a:gd name="T29" fmla="*/ 15 h 30"/>
                <a:gd name="T30" fmla="*/ 35 w 37"/>
                <a:gd name="T31" fmla="*/ 26 h 30"/>
                <a:gd name="T32" fmla="*/ 29 w 37"/>
                <a:gd name="T3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" h="30">
                  <a:moveTo>
                    <a:pt x="29" y="30"/>
                  </a:moveTo>
                  <a:cubicBezTo>
                    <a:pt x="29" y="30"/>
                    <a:pt x="29" y="30"/>
                    <a:pt x="28" y="30"/>
                  </a:cubicBezTo>
                  <a:cubicBezTo>
                    <a:pt x="25" y="29"/>
                    <a:pt x="22" y="25"/>
                    <a:pt x="18" y="19"/>
                  </a:cubicBezTo>
                  <a:cubicBezTo>
                    <a:pt x="13" y="11"/>
                    <a:pt x="7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14" y="10"/>
                    <a:pt x="20" y="18"/>
                  </a:cubicBezTo>
                  <a:cubicBezTo>
                    <a:pt x="23" y="23"/>
                    <a:pt x="27" y="27"/>
                    <a:pt x="29" y="28"/>
                  </a:cubicBezTo>
                  <a:cubicBezTo>
                    <a:pt x="31" y="28"/>
                    <a:pt x="33" y="26"/>
                    <a:pt x="33" y="25"/>
                  </a:cubicBezTo>
                  <a:cubicBezTo>
                    <a:pt x="35" y="23"/>
                    <a:pt x="35" y="19"/>
                    <a:pt x="34" y="16"/>
                  </a:cubicBezTo>
                  <a:cubicBezTo>
                    <a:pt x="33" y="15"/>
                    <a:pt x="32" y="15"/>
                    <a:pt x="32" y="15"/>
                  </a:cubicBezTo>
                  <a:cubicBezTo>
                    <a:pt x="30" y="15"/>
                    <a:pt x="28" y="18"/>
                    <a:pt x="27" y="20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6" y="18"/>
                    <a:pt x="28" y="13"/>
                    <a:pt x="32" y="13"/>
                  </a:cubicBezTo>
                  <a:cubicBezTo>
                    <a:pt x="33" y="13"/>
                    <a:pt x="34" y="13"/>
                    <a:pt x="35" y="15"/>
                  </a:cubicBezTo>
                  <a:cubicBezTo>
                    <a:pt x="37" y="18"/>
                    <a:pt x="37" y="23"/>
                    <a:pt x="35" y="26"/>
                  </a:cubicBezTo>
                  <a:cubicBezTo>
                    <a:pt x="34" y="29"/>
                    <a:pt x="32" y="30"/>
                    <a:pt x="29" y="3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4" name="Freeform 190">
              <a:extLst>
                <a:ext uri="{FF2B5EF4-FFF2-40B4-BE49-F238E27FC236}">
                  <a16:creationId xmlns:a16="http://schemas.microsoft.com/office/drawing/2014/main" id="{796A93F2-EE8D-481A-A072-A98B36D2B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" y="1078"/>
              <a:ext cx="34" cy="16"/>
            </a:xfrm>
            <a:custGeom>
              <a:avLst/>
              <a:gdLst>
                <a:gd name="T0" fmla="*/ 0 w 34"/>
                <a:gd name="T1" fmla="*/ 16 h 16"/>
                <a:gd name="T2" fmla="*/ 34 w 34"/>
                <a:gd name="T3" fmla="*/ 15 h 16"/>
                <a:gd name="T4" fmla="*/ 34 w 34"/>
                <a:gd name="T5" fmla="*/ 13 h 16"/>
                <a:gd name="T6" fmla="*/ 28 w 34"/>
                <a:gd name="T7" fmla="*/ 13 h 16"/>
                <a:gd name="T8" fmla="*/ 19 w 34"/>
                <a:gd name="T9" fmla="*/ 7 h 16"/>
                <a:gd name="T10" fmla="*/ 19 w 34"/>
                <a:gd name="T11" fmla="*/ 0 h 16"/>
                <a:gd name="T12" fmla="*/ 14 w 34"/>
                <a:gd name="T13" fmla="*/ 0 h 16"/>
                <a:gd name="T14" fmla="*/ 14 w 34"/>
                <a:gd name="T15" fmla="*/ 6 h 16"/>
                <a:gd name="T16" fmla="*/ 5 w 34"/>
                <a:gd name="T17" fmla="*/ 13 h 16"/>
                <a:gd name="T18" fmla="*/ 0 w 34"/>
                <a:gd name="T19" fmla="*/ 13 h 16"/>
                <a:gd name="T20" fmla="*/ 0 w 34"/>
                <a:gd name="T2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" h="16">
                  <a:moveTo>
                    <a:pt x="0" y="16"/>
                  </a:moveTo>
                  <a:lnTo>
                    <a:pt x="34" y="15"/>
                  </a:lnTo>
                  <a:lnTo>
                    <a:pt x="34" y="13"/>
                  </a:lnTo>
                  <a:lnTo>
                    <a:pt x="28" y="13"/>
                  </a:lnTo>
                  <a:lnTo>
                    <a:pt x="19" y="7"/>
                  </a:lnTo>
                  <a:lnTo>
                    <a:pt x="19" y="0"/>
                  </a:lnTo>
                  <a:lnTo>
                    <a:pt x="14" y="0"/>
                  </a:lnTo>
                  <a:lnTo>
                    <a:pt x="14" y="6"/>
                  </a:lnTo>
                  <a:lnTo>
                    <a:pt x="5" y="13"/>
                  </a:lnTo>
                  <a:lnTo>
                    <a:pt x="0" y="13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5" name="Freeform 191">
              <a:extLst>
                <a:ext uri="{FF2B5EF4-FFF2-40B4-BE49-F238E27FC236}">
                  <a16:creationId xmlns:a16="http://schemas.microsoft.com/office/drawing/2014/main" id="{C1770A3E-62AA-4411-B4AE-1F7A15C6E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8" y="1093"/>
              <a:ext cx="19" cy="26"/>
            </a:xfrm>
            <a:custGeom>
              <a:avLst/>
              <a:gdLst>
                <a:gd name="T0" fmla="*/ 0 w 19"/>
                <a:gd name="T1" fmla="*/ 0 h 26"/>
                <a:gd name="T2" fmla="*/ 9 w 19"/>
                <a:gd name="T3" fmla="*/ 7 h 26"/>
                <a:gd name="T4" fmla="*/ 8 w 19"/>
                <a:gd name="T5" fmla="*/ 13 h 26"/>
                <a:gd name="T6" fmla="*/ 3 w 19"/>
                <a:gd name="T7" fmla="*/ 18 h 26"/>
                <a:gd name="T8" fmla="*/ 4 w 19"/>
                <a:gd name="T9" fmla="*/ 26 h 26"/>
                <a:gd name="T10" fmla="*/ 15 w 19"/>
                <a:gd name="T11" fmla="*/ 26 h 26"/>
                <a:gd name="T12" fmla="*/ 15 w 19"/>
                <a:gd name="T13" fmla="*/ 17 h 26"/>
                <a:gd name="T14" fmla="*/ 11 w 19"/>
                <a:gd name="T15" fmla="*/ 13 h 26"/>
                <a:gd name="T16" fmla="*/ 11 w 19"/>
                <a:gd name="T17" fmla="*/ 6 h 26"/>
                <a:gd name="T18" fmla="*/ 19 w 19"/>
                <a:gd name="T19" fmla="*/ 1 h 26"/>
                <a:gd name="T20" fmla="*/ 0 w 19"/>
                <a:gd name="T21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26">
                  <a:moveTo>
                    <a:pt x="0" y="0"/>
                  </a:moveTo>
                  <a:lnTo>
                    <a:pt x="9" y="7"/>
                  </a:lnTo>
                  <a:lnTo>
                    <a:pt x="8" y="13"/>
                  </a:lnTo>
                  <a:lnTo>
                    <a:pt x="3" y="18"/>
                  </a:lnTo>
                  <a:lnTo>
                    <a:pt x="4" y="26"/>
                  </a:lnTo>
                  <a:lnTo>
                    <a:pt x="15" y="26"/>
                  </a:lnTo>
                  <a:lnTo>
                    <a:pt x="15" y="17"/>
                  </a:lnTo>
                  <a:lnTo>
                    <a:pt x="11" y="13"/>
                  </a:lnTo>
                  <a:lnTo>
                    <a:pt x="11" y="6"/>
                  </a:lnTo>
                  <a:lnTo>
                    <a:pt x="19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6" name="Freeform 192">
              <a:extLst>
                <a:ext uri="{FF2B5EF4-FFF2-40B4-BE49-F238E27FC236}">
                  <a16:creationId xmlns:a16="http://schemas.microsoft.com/office/drawing/2014/main" id="{A82AFD35-44B5-42FA-905A-4C57DB89F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1" y="1049"/>
              <a:ext cx="34" cy="16"/>
            </a:xfrm>
            <a:custGeom>
              <a:avLst/>
              <a:gdLst>
                <a:gd name="T0" fmla="*/ 0 w 34"/>
                <a:gd name="T1" fmla="*/ 16 h 16"/>
                <a:gd name="T2" fmla="*/ 34 w 34"/>
                <a:gd name="T3" fmla="*/ 15 h 16"/>
                <a:gd name="T4" fmla="*/ 34 w 34"/>
                <a:gd name="T5" fmla="*/ 13 h 16"/>
                <a:gd name="T6" fmla="*/ 28 w 34"/>
                <a:gd name="T7" fmla="*/ 13 h 16"/>
                <a:gd name="T8" fmla="*/ 19 w 34"/>
                <a:gd name="T9" fmla="*/ 7 h 16"/>
                <a:gd name="T10" fmla="*/ 19 w 34"/>
                <a:gd name="T11" fmla="*/ 0 h 16"/>
                <a:gd name="T12" fmla="*/ 14 w 34"/>
                <a:gd name="T13" fmla="*/ 0 h 16"/>
                <a:gd name="T14" fmla="*/ 14 w 34"/>
                <a:gd name="T15" fmla="*/ 6 h 16"/>
                <a:gd name="T16" fmla="*/ 5 w 34"/>
                <a:gd name="T17" fmla="*/ 13 h 16"/>
                <a:gd name="T18" fmla="*/ 0 w 34"/>
                <a:gd name="T19" fmla="*/ 13 h 16"/>
                <a:gd name="T20" fmla="*/ 0 w 34"/>
                <a:gd name="T2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" h="16">
                  <a:moveTo>
                    <a:pt x="0" y="16"/>
                  </a:moveTo>
                  <a:lnTo>
                    <a:pt x="34" y="15"/>
                  </a:lnTo>
                  <a:lnTo>
                    <a:pt x="34" y="13"/>
                  </a:lnTo>
                  <a:lnTo>
                    <a:pt x="28" y="13"/>
                  </a:lnTo>
                  <a:lnTo>
                    <a:pt x="19" y="7"/>
                  </a:lnTo>
                  <a:lnTo>
                    <a:pt x="19" y="0"/>
                  </a:lnTo>
                  <a:lnTo>
                    <a:pt x="14" y="0"/>
                  </a:lnTo>
                  <a:lnTo>
                    <a:pt x="14" y="6"/>
                  </a:lnTo>
                  <a:lnTo>
                    <a:pt x="5" y="13"/>
                  </a:lnTo>
                  <a:lnTo>
                    <a:pt x="0" y="13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7" name="Freeform 193">
              <a:extLst>
                <a:ext uri="{FF2B5EF4-FFF2-40B4-BE49-F238E27FC236}">
                  <a16:creationId xmlns:a16="http://schemas.microsoft.com/office/drawing/2014/main" id="{6D7E1A03-87DD-4979-870D-A6D0C6F2A5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1" y="1078"/>
              <a:ext cx="34" cy="16"/>
            </a:xfrm>
            <a:custGeom>
              <a:avLst/>
              <a:gdLst>
                <a:gd name="T0" fmla="*/ 0 w 34"/>
                <a:gd name="T1" fmla="*/ 16 h 16"/>
                <a:gd name="T2" fmla="*/ 34 w 34"/>
                <a:gd name="T3" fmla="*/ 15 h 16"/>
                <a:gd name="T4" fmla="*/ 34 w 34"/>
                <a:gd name="T5" fmla="*/ 13 h 16"/>
                <a:gd name="T6" fmla="*/ 28 w 34"/>
                <a:gd name="T7" fmla="*/ 13 h 16"/>
                <a:gd name="T8" fmla="*/ 19 w 34"/>
                <a:gd name="T9" fmla="*/ 7 h 16"/>
                <a:gd name="T10" fmla="*/ 19 w 34"/>
                <a:gd name="T11" fmla="*/ 0 h 16"/>
                <a:gd name="T12" fmla="*/ 15 w 34"/>
                <a:gd name="T13" fmla="*/ 0 h 16"/>
                <a:gd name="T14" fmla="*/ 15 w 34"/>
                <a:gd name="T15" fmla="*/ 6 h 16"/>
                <a:gd name="T16" fmla="*/ 5 w 34"/>
                <a:gd name="T17" fmla="*/ 13 h 16"/>
                <a:gd name="T18" fmla="*/ 0 w 34"/>
                <a:gd name="T19" fmla="*/ 13 h 16"/>
                <a:gd name="T20" fmla="*/ 0 w 34"/>
                <a:gd name="T2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" h="16">
                  <a:moveTo>
                    <a:pt x="0" y="16"/>
                  </a:moveTo>
                  <a:lnTo>
                    <a:pt x="34" y="15"/>
                  </a:lnTo>
                  <a:lnTo>
                    <a:pt x="34" y="13"/>
                  </a:lnTo>
                  <a:lnTo>
                    <a:pt x="28" y="13"/>
                  </a:lnTo>
                  <a:lnTo>
                    <a:pt x="19" y="7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5" y="6"/>
                  </a:lnTo>
                  <a:lnTo>
                    <a:pt x="5" y="13"/>
                  </a:lnTo>
                  <a:lnTo>
                    <a:pt x="0" y="13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8" name="Freeform 194">
              <a:extLst>
                <a:ext uri="{FF2B5EF4-FFF2-40B4-BE49-F238E27FC236}">
                  <a16:creationId xmlns:a16="http://schemas.microsoft.com/office/drawing/2014/main" id="{176AE46D-A074-477A-ABFA-0F0F25ECA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8" y="1122"/>
              <a:ext cx="19" cy="16"/>
            </a:xfrm>
            <a:custGeom>
              <a:avLst/>
              <a:gdLst>
                <a:gd name="T0" fmla="*/ 8 w 19"/>
                <a:gd name="T1" fmla="*/ 9 h 16"/>
                <a:gd name="T2" fmla="*/ 0 w 19"/>
                <a:gd name="T3" fmla="*/ 0 h 16"/>
                <a:gd name="T4" fmla="*/ 19 w 19"/>
                <a:gd name="T5" fmla="*/ 0 h 16"/>
                <a:gd name="T6" fmla="*/ 12 w 19"/>
                <a:gd name="T7" fmla="*/ 9 h 16"/>
                <a:gd name="T8" fmla="*/ 12 w 19"/>
                <a:gd name="T9" fmla="*/ 16 h 16"/>
                <a:gd name="T10" fmla="*/ 8 w 19"/>
                <a:gd name="T11" fmla="*/ 16 h 16"/>
                <a:gd name="T12" fmla="*/ 8 w 19"/>
                <a:gd name="T13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6">
                  <a:moveTo>
                    <a:pt x="8" y="9"/>
                  </a:moveTo>
                  <a:lnTo>
                    <a:pt x="0" y="0"/>
                  </a:lnTo>
                  <a:lnTo>
                    <a:pt x="19" y="0"/>
                  </a:lnTo>
                  <a:lnTo>
                    <a:pt x="12" y="9"/>
                  </a:lnTo>
                  <a:lnTo>
                    <a:pt x="12" y="16"/>
                  </a:lnTo>
                  <a:lnTo>
                    <a:pt x="8" y="16"/>
                  </a:lnTo>
                  <a:lnTo>
                    <a:pt x="8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9" name="Freeform 195">
              <a:extLst>
                <a:ext uri="{FF2B5EF4-FFF2-40B4-BE49-F238E27FC236}">
                  <a16:creationId xmlns:a16="http://schemas.microsoft.com/office/drawing/2014/main" id="{92EE1706-373F-449A-9B11-AA2E5C1B2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1093"/>
              <a:ext cx="27" cy="30"/>
            </a:xfrm>
            <a:custGeom>
              <a:avLst/>
              <a:gdLst>
                <a:gd name="T0" fmla="*/ 0 w 27"/>
                <a:gd name="T1" fmla="*/ 0 h 30"/>
                <a:gd name="T2" fmla="*/ 4 w 27"/>
                <a:gd name="T3" fmla="*/ 29 h 30"/>
                <a:gd name="T4" fmla="*/ 5 w 27"/>
                <a:gd name="T5" fmla="*/ 29 h 30"/>
                <a:gd name="T6" fmla="*/ 21 w 27"/>
                <a:gd name="T7" fmla="*/ 30 h 30"/>
                <a:gd name="T8" fmla="*/ 27 w 27"/>
                <a:gd name="T9" fmla="*/ 0 h 30"/>
                <a:gd name="T10" fmla="*/ 0 w 27"/>
                <a:gd name="T11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" h="30">
                  <a:moveTo>
                    <a:pt x="0" y="0"/>
                  </a:moveTo>
                  <a:lnTo>
                    <a:pt x="4" y="29"/>
                  </a:lnTo>
                  <a:lnTo>
                    <a:pt x="5" y="29"/>
                  </a:lnTo>
                  <a:lnTo>
                    <a:pt x="21" y="30"/>
                  </a:lnTo>
                  <a:lnTo>
                    <a:pt x="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0" name="Rectangle 196">
              <a:extLst>
                <a:ext uri="{FF2B5EF4-FFF2-40B4-BE49-F238E27FC236}">
                  <a16:creationId xmlns:a16="http://schemas.microsoft.com/office/drawing/2014/main" id="{94580E70-F459-480E-8680-A3A72A69B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9" y="1122"/>
              <a:ext cx="16" cy="23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1" name="Rectangle 197">
              <a:extLst>
                <a:ext uri="{FF2B5EF4-FFF2-40B4-BE49-F238E27FC236}">
                  <a16:creationId xmlns:a16="http://schemas.microsoft.com/office/drawing/2014/main" id="{4D6BFBED-48FE-4EF0-8506-37676BD73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6" y="1226"/>
              <a:ext cx="21" cy="16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2" name="Rectangle 198">
              <a:extLst>
                <a:ext uri="{FF2B5EF4-FFF2-40B4-BE49-F238E27FC236}">
                  <a16:creationId xmlns:a16="http://schemas.microsoft.com/office/drawing/2014/main" id="{AE8E3AB5-5B00-4C7C-859B-2313D598E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1330"/>
              <a:ext cx="29" cy="6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3" name="Freeform 199">
              <a:extLst>
                <a:ext uri="{FF2B5EF4-FFF2-40B4-BE49-F238E27FC236}">
                  <a16:creationId xmlns:a16="http://schemas.microsoft.com/office/drawing/2014/main" id="{C1CF15B4-9066-4180-A8B7-9EB3C6D16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2" y="1390"/>
              <a:ext cx="71" cy="12"/>
            </a:xfrm>
            <a:custGeom>
              <a:avLst/>
              <a:gdLst>
                <a:gd name="T0" fmla="*/ 0 w 71"/>
                <a:gd name="T1" fmla="*/ 12 h 12"/>
                <a:gd name="T2" fmla="*/ 71 w 71"/>
                <a:gd name="T3" fmla="*/ 12 h 12"/>
                <a:gd name="T4" fmla="*/ 47 w 71"/>
                <a:gd name="T5" fmla="*/ 0 h 12"/>
                <a:gd name="T6" fmla="*/ 21 w 71"/>
                <a:gd name="T7" fmla="*/ 0 h 12"/>
                <a:gd name="T8" fmla="*/ 0 w 71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12">
                  <a:moveTo>
                    <a:pt x="0" y="12"/>
                  </a:moveTo>
                  <a:lnTo>
                    <a:pt x="71" y="12"/>
                  </a:lnTo>
                  <a:lnTo>
                    <a:pt x="47" y="0"/>
                  </a:lnTo>
                  <a:lnTo>
                    <a:pt x="21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4" name="Freeform 200">
              <a:extLst>
                <a:ext uri="{FF2B5EF4-FFF2-40B4-BE49-F238E27FC236}">
                  <a16:creationId xmlns:a16="http://schemas.microsoft.com/office/drawing/2014/main" id="{67342FDD-E2BA-4A24-8FA2-0C6917AEE9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3" y="1064"/>
              <a:ext cx="28" cy="30"/>
            </a:xfrm>
            <a:custGeom>
              <a:avLst/>
              <a:gdLst>
                <a:gd name="T0" fmla="*/ 0 w 28"/>
                <a:gd name="T1" fmla="*/ 0 h 30"/>
                <a:gd name="T2" fmla="*/ 4 w 28"/>
                <a:gd name="T3" fmla="*/ 29 h 30"/>
                <a:gd name="T4" fmla="*/ 22 w 28"/>
                <a:gd name="T5" fmla="*/ 30 h 30"/>
                <a:gd name="T6" fmla="*/ 28 w 28"/>
                <a:gd name="T7" fmla="*/ 0 h 30"/>
                <a:gd name="T8" fmla="*/ 0 w 28"/>
                <a:gd name="T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0">
                  <a:moveTo>
                    <a:pt x="0" y="0"/>
                  </a:moveTo>
                  <a:lnTo>
                    <a:pt x="4" y="29"/>
                  </a:lnTo>
                  <a:lnTo>
                    <a:pt x="22" y="30"/>
                  </a:lnTo>
                  <a:lnTo>
                    <a:pt x="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5" name="Freeform 201">
              <a:extLst>
                <a:ext uri="{FF2B5EF4-FFF2-40B4-BE49-F238E27FC236}">
                  <a16:creationId xmlns:a16="http://schemas.microsoft.com/office/drawing/2014/main" id="{1E5ED656-5EC5-429D-AB10-E06BC21CC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8" y="1118"/>
              <a:ext cx="37" cy="11"/>
            </a:xfrm>
            <a:custGeom>
              <a:avLst/>
              <a:gdLst>
                <a:gd name="T0" fmla="*/ 1 w 37"/>
                <a:gd name="T1" fmla="*/ 5 h 11"/>
                <a:gd name="T2" fmla="*/ 6 w 37"/>
                <a:gd name="T3" fmla="*/ 0 h 11"/>
                <a:gd name="T4" fmla="*/ 31 w 37"/>
                <a:gd name="T5" fmla="*/ 0 h 11"/>
                <a:gd name="T6" fmla="*/ 34 w 37"/>
                <a:gd name="T7" fmla="*/ 3 h 11"/>
                <a:gd name="T8" fmla="*/ 37 w 37"/>
                <a:gd name="T9" fmla="*/ 3 h 11"/>
                <a:gd name="T10" fmla="*/ 37 w 37"/>
                <a:gd name="T11" fmla="*/ 7 h 11"/>
                <a:gd name="T12" fmla="*/ 33 w 37"/>
                <a:gd name="T13" fmla="*/ 7 h 11"/>
                <a:gd name="T14" fmla="*/ 31 w 37"/>
                <a:gd name="T15" fmla="*/ 11 h 11"/>
                <a:gd name="T16" fmla="*/ 5 w 37"/>
                <a:gd name="T17" fmla="*/ 11 h 11"/>
                <a:gd name="T18" fmla="*/ 3 w 37"/>
                <a:gd name="T19" fmla="*/ 7 h 11"/>
                <a:gd name="T20" fmla="*/ 0 w 37"/>
                <a:gd name="T21" fmla="*/ 7 h 11"/>
                <a:gd name="T22" fmla="*/ 1 w 37"/>
                <a:gd name="T23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7" h="11">
                  <a:moveTo>
                    <a:pt x="1" y="5"/>
                  </a:moveTo>
                  <a:lnTo>
                    <a:pt x="6" y="0"/>
                  </a:lnTo>
                  <a:lnTo>
                    <a:pt x="31" y="0"/>
                  </a:lnTo>
                  <a:lnTo>
                    <a:pt x="34" y="3"/>
                  </a:lnTo>
                  <a:lnTo>
                    <a:pt x="37" y="3"/>
                  </a:lnTo>
                  <a:lnTo>
                    <a:pt x="37" y="7"/>
                  </a:lnTo>
                  <a:lnTo>
                    <a:pt x="33" y="7"/>
                  </a:lnTo>
                  <a:lnTo>
                    <a:pt x="31" y="11"/>
                  </a:lnTo>
                  <a:lnTo>
                    <a:pt x="5" y="11"/>
                  </a:lnTo>
                  <a:lnTo>
                    <a:pt x="3" y="7"/>
                  </a:lnTo>
                  <a:lnTo>
                    <a:pt x="0" y="7"/>
                  </a:lnTo>
                  <a:lnTo>
                    <a:pt x="1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6" name="Oval 202">
              <a:extLst>
                <a:ext uri="{FF2B5EF4-FFF2-40B4-BE49-F238E27FC236}">
                  <a16:creationId xmlns:a16="http://schemas.microsoft.com/office/drawing/2014/main" id="{87D4A1F4-9221-4A0B-93CD-E7C2E2523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0" y="1118"/>
              <a:ext cx="11" cy="1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7" name="Oval 203">
              <a:extLst>
                <a:ext uri="{FF2B5EF4-FFF2-40B4-BE49-F238E27FC236}">
                  <a16:creationId xmlns:a16="http://schemas.microsoft.com/office/drawing/2014/main" id="{BE8B9940-24AD-480F-9A7E-AC4A1229D9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4" y="1118"/>
              <a:ext cx="10" cy="1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8" name="Freeform 204">
              <a:extLst>
                <a:ext uri="{FF2B5EF4-FFF2-40B4-BE49-F238E27FC236}">
                  <a16:creationId xmlns:a16="http://schemas.microsoft.com/office/drawing/2014/main" id="{D5BF37E1-FB01-4BCD-B62C-C536B1524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3" y="1064"/>
              <a:ext cx="6" cy="29"/>
            </a:xfrm>
            <a:custGeom>
              <a:avLst/>
              <a:gdLst>
                <a:gd name="T0" fmla="*/ 4 w 6"/>
                <a:gd name="T1" fmla="*/ 29 h 29"/>
                <a:gd name="T2" fmla="*/ 0 w 6"/>
                <a:gd name="T3" fmla="*/ 0 h 29"/>
                <a:gd name="T4" fmla="*/ 1 w 6"/>
                <a:gd name="T5" fmla="*/ 0 h 29"/>
                <a:gd name="T6" fmla="*/ 6 w 6"/>
                <a:gd name="T7" fmla="*/ 29 h 29"/>
                <a:gd name="T8" fmla="*/ 4 w 6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9">
                  <a:moveTo>
                    <a:pt x="4" y="29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6" y="29"/>
                  </a:lnTo>
                  <a:lnTo>
                    <a:pt x="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9" name="Freeform 205">
              <a:extLst>
                <a:ext uri="{FF2B5EF4-FFF2-40B4-BE49-F238E27FC236}">
                  <a16:creationId xmlns:a16="http://schemas.microsoft.com/office/drawing/2014/main" id="{98F9CC73-76EC-4760-BCAE-B0509D611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1" y="1064"/>
              <a:ext cx="4" cy="30"/>
            </a:xfrm>
            <a:custGeom>
              <a:avLst/>
              <a:gdLst>
                <a:gd name="T0" fmla="*/ 2 w 4"/>
                <a:gd name="T1" fmla="*/ 30 h 30"/>
                <a:gd name="T2" fmla="*/ 0 w 4"/>
                <a:gd name="T3" fmla="*/ 0 h 30"/>
                <a:gd name="T4" fmla="*/ 2 w 4"/>
                <a:gd name="T5" fmla="*/ 0 h 30"/>
                <a:gd name="T6" fmla="*/ 4 w 4"/>
                <a:gd name="T7" fmla="*/ 30 h 30"/>
                <a:gd name="T8" fmla="*/ 2 w 4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0">
                  <a:moveTo>
                    <a:pt x="2" y="3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4" y="30"/>
                  </a:lnTo>
                  <a:lnTo>
                    <a:pt x="2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0" name="Freeform 206">
              <a:extLst>
                <a:ext uri="{FF2B5EF4-FFF2-40B4-BE49-F238E27FC236}">
                  <a16:creationId xmlns:a16="http://schemas.microsoft.com/office/drawing/2014/main" id="{9C5380C4-0153-4AF2-B6EE-E8733F259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0" y="1065"/>
              <a:ext cx="5" cy="30"/>
            </a:xfrm>
            <a:custGeom>
              <a:avLst/>
              <a:gdLst>
                <a:gd name="T0" fmla="*/ 2 w 5"/>
                <a:gd name="T1" fmla="*/ 30 h 30"/>
                <a:gd name="T2" fmla="*/ 0 w 5"/>
                <a:gd name="T3" fmla="*/ 30 h 30"/>
                <a:gd name="T4" fmla="*/ 3 w 5"/>
                <a:gd name="T5" fmla="*/ 0 h 30"/>
                <a:gd name="T6" fmla="*/ 5 w 5"/>
                <a:gd name="T7" fmla="*/ 0 h 30"/>
                <a:gd name="T8" fmla="*/ 2 w 5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30">
                  <a:moveTo>
                    <a:pt x="2" y="30"/>
                  </a:moveTo>
                  <a:lnTo>
                    <a:pt x="0" y="30"/>
                  </a:lnTo>
                  <a:lnTo>
                    <a:pt x="3" y="0"/>
                  </a:lnTo>
                  <a:lnTo>
                    <a:pt x="5" y="0"/>
                  </a:lnTo>
                  <a:lnTo>
                    <a:pt x="2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1" name="Freeform 207">
              <a:extLst>
                <a:ext uri="{FF2B5EF4-FFF2-40B4-BE49-F238E27FC236}">
                  <a16:creationId xmlns:a16="http://schemas.microsoft.com/office/drawing/2014/main" id="{3F554559-1D43-436D-86FA-0A01E58B7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5" y="1063"/>
              <a:ext cx="7" cy="31"/>
            </a:xfrm>
            <a:custGeom>
              <a:avLst/>
              <a:gdLst>
                <a:gd name="T0" fmla="*/ 1 w 7"/>
                <a:gd name="T1" fmla="*/ 31 h 31"/>
                <a:gd name="T2" fmla="*/ 0 w 7"/>
                <a:gd name="T3" fmla="*/ 31 h 31"/>
                <a:gd name="T4" fmla="*/ 5 w 7"/>
                <a:gd name="T5" fmla="*/ 0 h 31"/>
                <a:gd name="T6" fmla="*/ 7 w 7"/>
                <a:gd name="T7" fmla="*/ 1 h 31"/>
                <a:gd name="T8" fmla="*/ 1 w 7"/>
                <a:gd name="T9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1">
                  <a:moveTo>
                    <a:pt x="1" y="31"/>
                  </a:moveTo>
                  <a:lnTo>
                    <a:pt x="0" y="31"/>
                  </a:lnTo>
                  <a:lnTo>
                    <a:pt x="5" y="0"/>
                  </a:lnTo>
                  <a:lnTo>
                    <a:pt x="7" y="1"/>
                  </a:lnTo>
                  <a:lnTo>
                    <a:pt x="1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2" name="Freeform 208">
              <a:extLst>
                <a:ext uri="{FF2B5EF4-FFF2-40B4-BE49-F238E27FC236}">
                  <a16:creationId xmlns:a16="http://schemas.microsoft.com/office/drawing/2014/main" id="{145EF367-3284-4677-ABA0-6BB9DC637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3" y="1093"/>
              <a:ext cx="28" cy="30"/>
            </a:xfrm>
            <a:custGeom>
              <a:avLst/>
              <a:gdLst>
                <a:gd name="T0" fmla="*/ 0 w 28"/>
                <a:gd name="T1" fmla="*/ 0 h 30"/>
                <a:gd name="T2" fmla="*/ 5 w 28"/>
                <a:gd name="T3" fmla="*/ 29 h 30"/>
                <a:gd name="T4" fmla="*/ 7 w 28"/>
                <a:gd name="T5" fmla="*/ 29 h 30"/>
                <a:gd name="T6" fmla="*/ 23 w 28"/>
                <a:gd name="T7" fmla="*/ 30 h 30"/>
                <a:gd name="T8" fmla="*/ 28 w 28"/>
                <a:gd name="T9" fmla="*/ 0 h 30"/>
                <a:gd name="T10" fmla="*/ 0 w 28"/>
                <a:gd name="T11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" h="30">
                  <a:moveTo>
                    <a:pt x="0" y="0"/>
                  </a:moveTo>
                  <a:lnTo>
                    <a:pt x="5" y="29"/>
                  </a:lnTo>
                  <a:lnTo>
                    <a:pt x="7" y="29"/>
                  </a:lnTo>
                  <a:lnTo>
                    <a:pt x="23" y="30"/>
                  </a:lnTo>
                  <a:lnTo>
                    <a:pt x="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3" name="Freeform 209">
              <a:extLst>
                <a:ext uri="{FF2B5EF4-FFF2-40B4-BE49-F238E27FC236}">
                  <a16:creationId xmlns:a16="http://schemas.microsoft.com/office/drawing/2014/main" id="{4AE1DBDE-EC78-4245-A51F-B20CFECEB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3" y="1093"/>
              <a:ext cx="6" cy="29"/>
            </a:xfrm>
            <a:custGeom>
              <a:avLst/>
              <a:gdLst>
                <a:gd name="T0" fmla="*/ 4 w 6"/>
                <a:gd name="T1" fmla="*/ 29 h 29"/>
                <a:gd name="T2" fmla="*/ 0 w 6"/>
                <a:gd name="T3" fmla="*/ 0 h 29"/>
                <a:gd name="T4" fmla="*/ 2 w 6"/>
                <a:gd name="T5" fmla="*/ 0 h 29"/>
                <a:gd name="T6" fmla="*/ 6 w 6"/>
                <a:gd name="T7" fmla="*/ 29 h 29"/>
                <a:gd name="T8" fmla="*/ 4 w 6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9">
                  <a:moveTo>
                    <a:pt x="4" y="29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6" y="29"/>
                  </a:lnTo>
                  <a:lnTo>
                    <a:pt x="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4" name="Freeform 210">
              <a:extLst>
                <a:ext uri="{FF2B5EF4-FFF2-40B4-BE49-F238E27FC236}">
                  <a16:creationId xmlns:a16="http://schemas.microsoft.com/office/drawing/2014/main" id="{C3FCB8CC-39DC-4D8F-8726-F33527412A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2" y="1093"/>
              <a:ext cx="3" cy="30"/>
            </a:xfrm>
            <a:custGeom>
              <a:avLst/>
              <a:gdLst>
                <a:gd name="T0" fmla="*/ 2 w 3"/>
                <a:gd name="T1" fmla="*/ 30 h 30"/>
                <a:gd name="T2" fmla="*/ 0 w 3"/>
                <a:gd name="T3" fmla="*/ 0 h 30"/>
                <a:gd name="T4" fmla="*/ 2 w 3"/>
                <a:gd name="T5" fmla="*/ 0 h 30"/>
                <a:gd name="T6" fmla="*/ 3 w 3"/>
                <a:gd name="T7" fmla="*/ 29 h 30"/>
                <a:gd name="T8" fmla="*/ 2 w 3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0">
                  <a:moveTo>
                    <a:pt x="2" y="3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3" y="29"/>
                  </a:lnTo>
                  <a:lnTo>
                    <a:pt x="2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5" name="Freeform 211">
              <a:extLst>
                <a:ext uri="{FF2B5EF4-FFF2-40B4-BE49-F238E27FC236}">
                  <a16:creationId xmlns:a16="http://schemas.microsoft.com/office/drawing/2014/main" id="{C02FF6FF-FA0B-49E2-8040-D47FF4AD0B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1" y="1093"/>
              <a:ext cx="4" cy="31"/>
            </a:xfrm>
            <a:custGeom>
              <a:avLst/>
              <a:gdLst>
                <a:gd name="T0" fmla="*/ 1 w 4"/>
                <a:gd name="T1" fmla="*/ 31 h 31"/>
                <a:gd name="T2" fmla="*/ 0 w 4"/>
                <a:gd name="T3" fmla="*/ 31 h 31"/>
                <a:gd name="T4" fmla="*/ 2 w 4"/>
                <a:gd name="T5" fmla="*/ 0 h 31"/>
                <a:gd name="T6" fmla="*/ 4 w 4"/>
                <a:gd name="T7" fmla="*/ 1 h 31"/>
                <a:gd name="T8" fmla="*/ 1 w 4"/>
                <a:gd name="T9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1">
                  <a:moveTo>
                    <a:pt x="1" y="31"/>
                  </a:moveTo>
                  <a:lnTo>
                    <a:pt x="0" y="31"/>
                  </a:lnTo>
                  <a:lnTo>
                    <a:pt x="2" y="0"/>
                  </a:lnTo>
                  <a:lnTo>
                    <a:pt x="4" y="1"/>
                  </a:lnTo>
                  <a:lnTo>
                    <a:pt x="1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6" name="Freeform 212">
              <a:extLst>
                <a:ext uri="{FF2B5EF4-FFF2-40B4-BE49-F238E27FC236}">
                  <a16:creationId xmlns:a16="http://schemas.microsoft.com/office/drawing/2014/main" id="{96FDB7AC-D549-4D1C-93A1-D1540D4AD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5" y="1093"/>
              <a:ext cx="7" cy="30"/>
            </a:xfrm>
            <a:custGeom>
              <a:avLst/>
              <a:gdLst>
                <a:gd name="T0" fmla="*/ 1 w 7"/>
                <a:gd name="T1" fmla="*/ 30 h 30"/>
                <a:gd name="T2" fmla="*/ 0 w 7"/>
                <a:gd name="T3" fmla="*/ 30 h 30"/>
                <a:gd name="T4" fmla="*/ 5 w 7"/>
                <a:gd name="T5" fmla="*/ 0 h 30"/>
                <a:gd name="T6" fmla="*/ 7 w 7"/>
                <a:gd name="T7" fmla="*/ 0 h 30"/>
                <a:gd name="T8" fmla="*/ 1 w 7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0">
                  <a:moveTo>
                    <a:pt x="1" y="30"/>
                  </a:moveTo>
                  <a:lnTo>
                    <a:pt x="0" y="30"/>
                  </a:lnTo>
                  <a:lnTo>
                    <a:pt x="5" y="0"/>
                  </a:lnTo>
                  <a:lnTo>
                    <a:pt x="7" y="0"/>
                  </a:lnTo>
                  <a:lnTo>
                    <a:pt x="1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7" name="Freeform 213">
              <a:extLst>
                <a:ext uri="{FF2B5EF4-FFF2-40B4-BE49-F238E27FC236}">
                  <a16:creationId xmlns:a16="http://schemas.microsoft.com/office/drawing/2014/main" id="{8A5821C1-EA74-4703-8A06-BB3DEB0AC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7" y="1093"/>
              <a:ext cx="7" cy="30"/>
            </a:xfrm>
            <a:custGeom>
              <a:avLst/>
              <a:gdLst>
                <a:gd name="T0" fmla="*/ 2 w 7"/>
                <a:gd name="T1" fmla="*/ 30 h 30"/>
                <a:gd name="T2" fmla="*/ 0 w 7"/>
                <a:gd name="T3" fmla="*/ 30 h 30"/>
                <a:gd name="T4" fmla="*/ 6 w 7"/>
                <a:gd name="T5" fmla="*/ 0 h 30"/>
                <a:gd name="T6" fmla="*/ 7 w 7"/>
                <a:gd name="T7" fmla="*/ 0 h 30"/>
                <a:gd name="T8" fmla="*/ 2 w 7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0">
                  <a:moveTo>
                    <a:pt x="2" y="30"/>
                  </a:moveTo>
                  <a:lnTo>
                    <a:pt x="0" y="30"/>
                  </a:lnTo>
                  <a:lnTo>
                    <a:pt x="6" y="0"/>
                  </a:lnTo>
                  <a:lnTo>
                    <a:pt x="7" y="0"/>
                  </a:lnTo>
                  <a:lnTo>
                    <a:pt x="2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8" name="Freeform 214">
              <a:extLst>
                <a:ext uri="{FF2B5EF4-FFF2-40B4-BE49-F238E27FC236}">
                  <a16:creationId xmlns:a16="http://schemas.microsoft.com/office/drawing/2014/main" id="{A8ADEF36-9448-4CDD-86B9-5CF3F6A82D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5" y="1093"/>
              <a:ext cx="5" cy="29"/>
            </a:xfrm>
            <a:custGeom>
              <a:avLst/>
              <a:gdLst>
                <a:gd name="T0" fmla="*/ 4 w 5"/>
                <a:gd name="T1" fmla="*/ 29 h 29"/>
                <a:gd name="T2" fmla="*/ 0 w 5"/>
                <a:gd name="T3" fmla="*/ 0 h 29"/>
                <a:gd name="T4" fmla="*/ 1 w 5"/>
                <a:gd name="T5" fmla="*/ 0 h 29"/>
                <a:gd name="T6" fmla="*/ 5 w 5"/>
                <a:gd name="T7" fmla="*/ 29 h 29"/>
                <a:gd name="T8" fmla="*/ 4 w 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29">
                  <a:moveTo>
                    <a:pt x="4" y="29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29"/>
                  </a:lnTo>
                  <a:lnTo>
                    <a:pt x="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9" name="Freeform 215">
              <a:extLst>
                <a:ext uri="{FF2B5EF4-FFF2-40B4-BE49-F238E27FC236}">
                  <a16:creationId xmlns:a16="http://schemas.microsoft.com/office/drawing/2014/main" id="{D5166A97-E150-4839-9B15-60F2F0760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4" y="1093"/>
              <a:ext cx="3" cy="30"/>
            </a:xfrm>
            <a:custGeom>
              <a:avLst/>
              <a:gdLst>
                <a:gd name="T0" fmla="*/ 1 w 3"/>
                <a:gd name="T1" fmla="*/ 30 h 30"/>
                <a:gd name="T2" fmla="*/ 0 w 3"/>
                <a:gd name="T3" fmla="*/ 0 h 30"/>
                <a:gd name="T4" fmla="*/ 1 w 3"/>
                <a:gd name="T5" fmla="*/ 0 h 30"/>
                <a:gd name="T6" fmla="*/ 3 w 3"/>
                <a:gd name="T7" fmla="*/ 29 h 30"/>
                <a:gd name="T8" fmla="*/ 1 w 3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0">
                  <a:moveTo>
                    <a:pt x="1" y="3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3" y="29"/>
                  </a:lnTo>
                  <a:lnTo>
                    <a:pt x="1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0" name="Freeform 216">
              <a:extLst>
                <a:ext uri="{FF2B5EF4-FFF2-40B4-BE49-F238E27FC236}">
                  <a16:creationId xmlns:a16="http://schemas.microsoft.com/office/drawing/2014/main" id="{7F83F232-DC7B-46E4-ABAE-502DEFC7D4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2" y="1092"/>
              <a:ext cx="5" cy="32"/>
            </a:xfrm>
            <a:custGeom>
              <a:avLst/>
              <a:gdLst>
                <a:gd name="T0" fmla="*/ 2 w 5"/>
                <a:gd name="T1" fmla="*/ 32 h 32"/>
                <a:gd name="T2" fmla="*/ 0 w 5"/>
                <a:gd name="T3" fmla="*/ 32 h 32"/>
                <a:gd name="T4" fmla="*/ 3 w 5"/>
                <a:gd name="T5" fmla="*/ 0 h 32"/>
                <a:gd name="T6" fmla="*/ 5 w 5"/>
                <a:gd name="T7" fmla="*/ 0 h 32"/>
                <a:gd name="T8" fmla="*/ 2 w 5"/>
                <a:gd name="T9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32">
                  <a:moveTo>
                    <a:pt x="2" y="32"/>
                  </a:moveTo>
                  <a:lnTo>
                    <a:pt x="0" y="32"/>
                  </a:lnTo>
                  <a:lnTo>
                    <a:pt x="3" y="0"/>
                  </a:lnTo>
                  <a:lnTo>
                    <a:pt x="5" y="0"/>
                  </a:lnTo>
                  <a:lnTo>
                    <a:pt x="2" y="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1" name="Freeform 217">
              <a:extLst>
                <a:ext uri="{FF2B5EF4-FFF2-40B4-BE49-F238E27FC236}">
                  <a16:creationId xmlns:a16="http://schemas.microsoft.com/office/drawing/2014/main" id="{E3A716BA-B529-458F-A4D3-4A084E21A0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0" y="1122"/>
              <a:ext cx="18" cy="17"/>
            </a:xfrm>
            <a:custGeom>
              <a:avLst/>
              <a:gdLst>
                <a:gd name="T0" fmla="*/ 7 w 18"/>
                <a:gd name="T1" fmla="*/ 9 h 17"/>
                <a:gd name="T2" fmla="*/ 0 w 18"/>
                <a:gd name="T3" fmla="*/ 0 h 17"/>
                <a:gd name="T4" fmla="*/ 18 w 18"/>
                <a:gd name="T5" fmla="*/ 0 h 17"/>
                <a:gd name="T6" fmla="*/ 11 w 18"/>
                <a:gd name="T7" fmla="*/ 9 h 17"/>
                <a:gd name="T8" fmla="*/ 11 w 18"/>
                <a:gd name="T9" fmla="*/ 17 h 17"/>
                <a:gd name="T10" fmla="*/ 7 w 18"/>
                <a:gd name="T11" fmla="*/ 17 h 17"/>
                <a:gd name="T12" fmla="*/ 7 w 18"/>
                <a:gd name="T13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17">
                  <a:moveTo>
                    <a:pt x="7" y="9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11" y="9"/>
                  </a:lnTo>
                  <a:lnTo>
                    <a:pt x="11" y="17"/>
                  </a:lnTo>
                  <a:lnTo>
                    <a:pt x="7" y="17"/>
                  </a:lnTo>
                  <a:lnTo>
                    <a:pt x="7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2" name="Freeform 218">
              <a:extLst>
                <a:ext uri="{FF2B5EF4-FFF2-40B4-BE49-F238E27FC236}">
                  <a16:creationId xmlns:a16="http://schemas.microsoft.com/office/drawing/2014/main" id="{29B156E4-A970-4438-9FBA-A5E22CB4F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2" y="1120"/>
              <a:ext cx="30" cy="15"/>
            </a:xfrm>
            <a:custGeom>
              <a:avLst/>
              <a:gdLst>
                <a:gd name="T0" fmla="*/ 8 w 52"/>
                <a:gd name="T1" fmla="*/ 27 h 27"/>
                <a:gd name="T2" fmla="*/ 5 w 52"/>
                <a:gd name="T3" fmla="*/ 27 h 27"/>
                <a:gd name="T4" fmla="*/ 0 w 52"/>
                <a:gd name="T5" fmla="*/ 17 h 27"/>
                <a:gd name="T6" fmla="*/ 2 w 52"/>
                <a:gd name="T7" fmla="*/ 7 h 27"/>
                <a:gd name="T8" fmla="*/ 12 w 52"/>
                <a:gd name="T9" fmla="*/ 4 h 27"/>
                <a:gd name="T10" fmla="*/ 12 w 52"/>
                <a:gd name="T11" fmla="*/ 4 h 27"/>
                <a:gd name="T12" fmla="*/ 13 w 52"/>
                <a:gd name="T13" fmla="*/ 5 h 27"/>
                <a:gd name="T14" fmla="*/ 13 w 52"/>
                <a:gd name="T15" fmla="*/ 13 h 27"/>
                <a:gd name="T16" fmla="*/ 11 w 52"/>
                <a:gd name="T17" fmla="*/ 13 h 27"/>
                <a:gd name="T18" fmla="*/ 12 w 52"/>
                <a:gd name="T19" fmla="*/ 6 h 27"/>
                <a:gd name="T20" fmla="*/ 12 w 52"/>
                <a:gd name="T21" fmla="*/ 6 h 27"/>
                <a:gd name="T22" fmla="*/ 4 w 52"/>
                <a:gd name="T23" fmla="*/ 8 h 27"/>
                <a:gd name="T24" fmla="*/ 2 w 52"/>
                <a:gd name="T25" fmla="*/ 16 h 27"/>
                <a:gd name="T26" fmla="*/ 5 w 52"/>
                <a:gd name="T27" fmla="*/ 25 h 27"/>
                <a:gd name="T28" fmla="*/ 17 w 52"/>
                <a:gd name="T29" fmla="*/ 22 h 27"/>
                <a:gd name="T30" fmla="*/ 28 w 52"/>
                <a:gd name="T31" fmla="*/ 14 h 27"/>
                <a:gd name="T32" fmla="*/ 52 w 52"/>
                <a:gd name="T33" fmla="*/ 0 h 27"/>
                <a:gd name="T34" fmla="*/ 52 w 52"/>
                <a:gd name="T35" fmla="*/ 2 h 27"/>
                <a:gd name="T36" fmla="*/ 29 w 52"/>
                <a:gd name="T37" fmla="*/ 15 h 27"/>
                <a:gd name="T38" fmla="*/ 18 w 52"/>
                <a:gd name="T39" fmla="*/ 24 h 27"/>
                <a:gd name="T40" fmla="*/ 8 w 52"/>
                <a:gd name="T41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2" h="27">
                  <a:moveTo>
                    <a:pt x="8" y="27"/>
                  </a:moveTo>
                  <a:cubicBezTo>
                    <a:pt x="6" y="27"/>
                    <a:pt x="5" y="27"/>
                    <a:pt x="5" y="27"/>
                  </a:cubicBezTo>
                  <a:cubicBezTo>
                    <a:pt x="2" y="25"/>
                    <a:pt x="1" y="22"/>
                    <a:pt x="0" y="17"/>
                  </a:cubicBezTo>
                  <a:cubicBezTo>
                    <a:pt x="0" y="12"/>
                    <a:pt x="0" y="9"/>
                    <a:pt x="2" y="7"/>
                  </a:cubicBezTo>
                  <a:cubicBezTo>
                    <a:pt x="5" y="4"/>
                    <a:pt x="10" y="4"/>
                    <a:pt x="1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3" y="4"/>
                    <a:pt x="13" y="4"/>
                    <a:pt x="13" y="5"/>
                  </a:cubicBezTo>
                  <a:cubicBezTo>
                    <a:pt x="15" y="7"/>
                    <a:pt x="13" y="12"/>
                    <a:pt x="13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2" y="10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0" y="6"/>
                    <a:pt x="6" y="6"/>
                    <a:pt x="4" y="8"/>
                  </a:cubicBezTo>
                  <a:cubicBezTo>
                    <a:pt x="2" y="10"/>
                    <a:pt x="2" y="13"/>
                    <a:pt x="2" y="16"/>
                  </a:cubicBezTo>
                  <a:cubicBezTo>
                    <a:pt x="2" y="21"/>
                    <a:pt x="4" y="24"/>
                    <a:pt x="5" y="25"/>
                  </a:cubicBezTo>
                  <a:cubicBezTo>
                    <a:pt x="8" y="26"/>
                    <a:pt x="12" y="25"/>
                    <a:pt x="17" y="22"/>
                  </a:cubicBezTo>
                  <a:cubicBezTo>
                    <a:pt x="20" y="20"/>
                    <a:pt x="24" y="17"/>
                    <a:pt x="28" y="14"/>
                  </a:cubicBezTo>
                  <a:cubicBezTo>
                    <a:pt x="36" y="8"/>
                    <a:pt x="45" y="1"/>
                    <a:pt x="52" y="0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46" y="2"/>
                    <a:pt x="37" y="9"/>
                    <a:pt x="29" y="15"/>
                  </a:cubicBezTo>
                  <a:cubicBezTo>
                    <a:pt x="25" y="19"/>
                    <a:pt x="21" y="22"/>
                    <a:pt x="18" y="24"/>
                  </a:cubicBezTo>
                  <a:cubicBezTo>
                    <a:pt x="14" y="26"/>
                    <a:pt x="10" y="27"/>
                    <a:pt x="8" y="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3" name="Freeform 219">
              <a:extLst>
                <a:ext uri="{FF2B5EF4-FFF2-40B4-BE49-F238E27FC236}">
                  <a16:creationId xmlns:a16="http://schemas.microsoft.com/office/drawing/2014/main" id="{A54D9C53-D9B1-48EC-8E0D-855118CEDF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3" y="1125"/>
              <a:ext cx="21" cy="17"/>
            </a:xfrm>
            <a:custGeom>
              <a:avLst/>
              <a:gdLst>
                <a:gd name="T0" fmla="*/ 7 w 37"/>
                <a:gd name="T1" fmla="*/ 30 h 30"/>
                <a:gd name="T2" fmla="*/ 2 w 37"/>
                <a:gd name="T3" fmla="*/ 27 h 30"/>
                <a:gd name="T4" fmla="*/ 2 w 37"/>
                <a:gd name="T5" fmla="*/ 15 h 30"/>
                <a:gd name="T6" fmla="*/ 5 w 37"/>
                <a:gd name="T7" fmla="*/ 13 h 30"/>
                <a:gd name="T8" fmla="*/ 12 w 37"/>
                <a:gd name="T9" fmla="*/ 19 h 30"/>
                <a:gd name="T10" fmla="*/ 10 w 37"/>
                <a:gd name="T11" fmla="*/ 20 h 30"/>
                <a:gd name="T12" fmla="*/ 5 w 37"/>
                <a:gd name="T13" fmla="*/ 15 h 30"/>
                <a:gd name="T14" fmla="*/ 3 w 37"/>
                <a:gd name="T15" fmla="*/ 16 h 30"/>
                <a:gd name="T16" fmla="*/ 4 w 37"/>
                <a:gd name="T17" fmla="*/ 25 h 30"/>
                <a:gd name="T18" fmla="*/ 8 w 37"/>
                <a:gd name="T19" fmla="*/ 28 h 30"/>
                <a:gd name="T20" fmla="*/ 17 w 37"/>
                <a:gd name="T21" fmla="*/ 18 h 30"/>
                <a:gd name="T22" fmla="*/ 37 w 37"/>
                <a:gd name="T23" fmla="*/ 0 h 30"/>
                <a:gd name="T24" fmla="*/ 37 w 37"/>
                <a:gd name="T25" fmla="*/ 2 h 30"/>
                <a:gd name="T26" fmla="*/ 37 w 37"/>
                <a:gd name="T27" fmla="*/ 2 h 30"/>
                <a:gd name="T28" fmla="*/ 19 w 37"/>
                <a:gd name="T29" fmla="*/ 19 h 30"/>
                <a:gd name="T30" fmla="*/ 9 w 37"/>
                <a:gd name="T31" fmla="*/ 30 h 30"/>
                <a:gd name="T32" fmla="*/ 7 w 37"/>
                <a:gd name="T3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" h="30">
                  <a:moveTo>
                    <a:pt x="7" y="30"/>
                  </a:moveTo>
                  <a:cubicBezTo>
                    <a:pt x="5" y="30"/>
                    <a:pt x="3" y="29"/>
                    <a:pt x="2" y="27"/>
                  </a:cubicBezTo>
                  <a:cubicBezTo>
                    <a:pt x="0" y="23"/>
                    <a:pt x="0" y="19"/>
                    <a:pt x="2" y="15"/>
                  </a:cubicBezTo>
                  <a:cubicBezTo>
                    <a:pt x="3" y="13"/>
                    <a:pt x="4" y="13"/>
                    <a:pt x="5" y="13"/>
                  </a:cubicBezTo>
                  <a:cubicBezTo>
                    <a:pt x="8" y="13"/>
                    <a:pt x="11" y="19"/>
                    <a:pt x="12" y="19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18"/>
                    <a:pt x="7" y="15"/>
                    <a:pt x="5" y="15"/>
                  </a:cubicBezTo>
                  <a:cubicBezTo>
                    <a:pt x="5" y="15"/>
                    <a:pt x="4" y="15"/>
                    <a:pt x="3" y="16"/>
                  </a:cubicBezTo>
                  <a:cubicBezTo>
                    <a:pt x="2" y="19"/>
                    <a:pt x="2" y="23"/>
                    <a:pt x="4" y="25"/>
                  </a:cubicBezTo>
                  <a:cubicBezTo>
                    <a:pt x="4" y="26"/>
                    <a:pt x="6" y="28"/>
                    <a:pt x="8" y="28"/>
                  </a:cubicBezTo>
                  <a:cubicBezTo>
                    <a:pt x="10" y="27"/>
                    <a:pt x="14" y="23"/>
                    <a:pt x="17" y="18"/>
                  </a:cubicBezTo>
                  <a:cubicBezTo>
                    <a:pt x="23" y="10"/>
                    <a:pt x="30" y="0"/>
                    <a:pt x="37" y="0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0" y="2"/>
                    <a:pt x="24" y="12"/>
                    <a:pt x="19" y="19"/>
                  </a:cubicBezTo>
                  <a:cubicBezTo>
                    <a:pt x="15" y="25"/>
                    <a:pt x="11" y="29"/>
                    <a:pt x="9" y="30"/>
                  </a:cubicBezTo>
                  <a:cubicBezTo>
                    <a:pt x="8" y="30"/>
                    <a:pt x="8" y="30"/>
                    <a:pt x="7" y="3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4" name="Freeform 220">
              <a:extLst>
                <a:ext uri="{FF2B5EF4-FFF2-40B4-BE49-F238E27FC236}">
                  <a16:creationId xmlns:a16="http://schemas.microsoft.com/office/drawing/2014/main" id="{483E0526-D17F-41E5-8579-3BC1CE196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3" y="1121"/>
              <a:ext cx="31" cy="15"/>
            </a:xfrm>
            <a:custGeom>
              <a:avLst/>
              <a:gdLst>
                <a:gd name="T0" fmla="*/ 45 w 53"/>
                <a:gd name="T1" fmla="*/ 27 h 27"/>
                <a:gd name="T2" fmla="*/ 35 w 53"/>
                <a:gd name="T3" fmla="*/ 24 h 27"/>
                <a:gd name="T4" fmla="*/ 24 w 53"/>
                <a:gd name="T5" fmla="*/ 15 h 27"/>
                <a:gd name="T6" fmla="*/ 0 w 53"/>
                <a:gd name="T7" fmla="*/ 2 h 27"/>
                <a:gd name="T8" fmla="*/ 1 w 53"/>
                <a:gd name="T9" fmla="*/ 0 h 27"/>
                <a:gd name="T10" fmla="*/ 25 w 53"/>
                <a:gd name="T11" fmla="*/ 14 h 27"/>
                <a:gd name="T12" fmla="*/ 36 w 53"/>
                <a:gd name="T13" fmla="*/ 22 h 27"/>
                <a:gd name="T14" fmla="*/ 47 w 53"/>
                <a:gd name="T15" fmla="*/ 25 h 27"/>
                <a:gd name="T16" fmla="*/ 51 w 53"/>
                <a:gd name="T17" fmla="*/ 16 h 27"/>
                <a:gd name="T18" fmla="*/ 49 w 53"/>
                <a:gd name="T19" fmla="*/ 8 h 27"/>
                <a:gd name="T20" fmla="*/ 41 w 53"/>
                <a:gd name="T21" fmla="*/ 6 h 27"/>
                <a:gd name="T22" fmla="*/ 41 w 53"/>
                <a:gd name="T23" fmla="*/ 6 h 27"/>
                <a:gd name="T24" fmla="*/ 42 w 53"/>
                <a:gd name="T25" fmla="*/ 13 h 27"/>
                <a:gd name="T26" fmla="*/ 40 w 53"/>
                <a:gd name="T27" fmla="*/ 13 h 27"/>
                <a:gd name="T28" fmla="*/ 39 w 53"/>
                <a:gd name="T29" fmla="*/ 5 h 27"/>
                <a:gd name="T30" fmla="*/ 41 w 53"/>
                <a:gd name="T31" fmla="*/ 4 h 27"/>
                <a:gd name="T32" fmla="*/ 41 w 53"/>
                <a:gd name="T33" fmla="*/ 4 h 27"/>
                <a:gd name="T34" fmla="*/ 51 w 53"/>
                <a:gd name="T35" fmla="*/ 7 h 27"/>
                <a:gd name="T36" fmla="*/ 53 w 53"/>
                <a:gd name="T37" fmla="*/ 17 h 27"/>
                <a:gd name="T38" fmla="*/ 48 w 53"/>
                <a:gd name="T39" fmla="*/ 27 h 27"/>
                <a:gd name="T40" fmla="*/ 45 w 53"/>
                <a:gd name="T41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" h="27">
                  <a:moveTo>
                    <a:pt x="45" y="27"/>
                  </a:moveTo>
                  <a:cubicBezTo>
                    <a:pt x="43" y="27"/>
                    <a:pt x="39" y="26"/>
                    <a:pt x="35" y="24"/>
                  </a:cubicBezTo>
                  <a:cubicBezTo>
                    <a:pt x="32" y="22"/>
                    <a:pt x="28" y="19"/>
                    <a:pt x="24" y="15"/>
                  </a:cubicBezTo>
                  <a:cubicBezTo>
                    <a:pt x="16" y="9"/>
                    <a:pt x="7" y="2"/>
                    <a:pt x="0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8" y="1"/>
                    <a:pt x="17" y="8"/>
                    <a:pt x="25" y="14"/>
                  </a:cubicBezTo>
                  <a:cubicBezTo>
                    <a:pt x="29" y="17"/>
                    <a:pt x="33" y="20"/>
                    <a:pt x="36" y="22"/>
                  </a:cubicBezTo>
                  <a:cubicBezTo>
                    <a:pt x="41" y="25"/>
                    <a:pt x="45" y="26"/>
                    <a:pt x="47" y="25"/>
                  </a:cubicBezTo>
                  <a:cubicBezTo>
                    <a:pt x="49" y="24"/>
                    <a:pt x="50" y="21"/>
                    <a:pt x="51" y="16"/>
                  </a:cubicBezTo>
                  <a:cubicBezTo>
                    <a:pt x="51" y="13"/>
                    <a:pt x="51" y="10"/>
                    <a:pt x="49" y="8"/>
                  </a:cubicBezTo>
                  <a:cubicBezTo>
                    <a:pt x="47" y="6"/>
                    <a:pt x="43" y="6"/>
                    <a:pt x="41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0" y="6"/>
                    <a:pt x="41" y="10"/>
                    <a:pt x="42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39" y="12"/>
                    <a:pt x="38" y="7"/>
                    <a:pt x="39" y="5"/>
                  </a:cubicBezTo>
                  <a:cubicBezTo>
                    <a:pt x="40" y="4"/>
                    <a:pt x="40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3" y="4"/>
                    <a:pt x="48" y="4"/>
                    <a:pt x="51" y="7"/>
                  </a:cubicBezTo>
                  <a:cubicBezTo>
                    <a:pt x="53" y="9"/>
                    <a:pt x="53" y="12"/>
                    <a:pt x="53" y="17"/>
                  </a:cubicBezTo>
                  <a:cubicBezTo>
                    <a:pt x="52" y="22"/>
                    <a:pt x="51" y="25"/>
                    <a:pt x="48" y="27"/>
                  </a:cubicBezTo>
                  <a:cubicBezTo>
                    <a:pt x="47" y="27"/>
                    <a:pt x="46" y="27"/>
                    <a:pt x="45" y="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5" name="Freeform 221">
              <a:extLst>
                <a:ext uri="{FF2B5EF4-FFF2-40B4-BE49-F238E27FC236}">
                  <a16:creationId xmlns:a16="http://schemas.microsoft.com/office/drawing/2014/main" id="{BF063C07-66CE-4A8C-A521-24355EF8FE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2" y="1126"/>
              <a:ext cx="21" cy="17"/>
            </a:xfrm>
            <a:custGeom>
              <a:avLst/>
              <a:gdLst>
                <a:gd name="T0" fmla="*/ 29 w 37"/>
                <a:gd name="T1" fmla="*/ 30 h 30"/>
                <a:gd name="T2" fmla="*/ 28 w 37"/>
                <a:gd name="T3" fmla="*/ 30 h 30"/>
                <a:gd name="T4" fmla="*/ 18 w 37"/>
                <a:gd name="T5" fmla="*/ 19 h 30"/>
                <a:gd name="T6" fmla="*/ 0 w 37"/>
                <a:gd name="T7" fmla="*/ 2 h 30"/>
                <a:gd name="T8" fmla="*/ 0 w 37"/>
                <a:gd name="T9" fmla="*/ 2 h 30"/>
                <a:gd name="T10" fmla="*/ 0 w 37"/>
                <a:gd name="T11" fmla="*/ 0 h 30"/>
                <a:gd name="T12" fmla="*/ 20 w 37"/>
                <a:gd name="T13" fmla="*/ 18 h 30"/>
                <a:gd name="T14" fmla="*/ 29 w 37"/>
                <a:gd name="T15" fmla="*/ 28 h 30"/>
                <a:gd name="T16" fmla="*/ 33 w 37"/>
                <a:gd name="T17" fmla="*/ 25 h 30"/>
                <a:gd name="T18" fmla="*/ 33 w 37"/>
                <a:gd name="T19" fmla="*/ 16 h 30"/>
                <a:gd name="T20" fmla="*/ 32 w 37"/>
                <a:gd name="T21" fmla="*/ 15 h 30"/>
                <a:gd name="T22" fmla="*/ 27 w 37"/>
                <a:gd name="T23" fmla="*/ 20 h 30"/>
                <a:gd name="T24" fmla="*/ 25 w 37"/>
                <a:gd name="T25" fmla="*/ 19 h 30"/>
                <a:gd name="T26" fmla="*/ 32 w 37"/>
                <a:gd name="T27" fmla="*/ 13 h 30"/>
                <a:gd name="T28" fmla="*/ 35 w 37"/>
                <a:gd name="T29" fmla="*/ 15 h 30"/>
                <a:gd name="T30" fmla="*/ 35 w 37"/>
                <a:gd name="T31" fmla="*/ 26 h 30"/>
                <a:gd name="T32" fmla="*/ 29 w 37"/>
                <a:gd name="T3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" h="30">
                  <a:moveTo>
                    <a:pt x="29" y="30"/>
                  </a:moveTo>
                  <a:cubicBezTo>
                    <a:pt x="29" y="30"/>
                    <a:pt x="29" y="30"/>
                    <a:pt x="28" y="30"/>
                  </a:cubicBezTo>
                  <a:cubicBezTo>
                    <a:pt x="25" y="29"/>
                    <a:pt x="22" y="25"/>
                    <a:pt x="18" y="19"/>
                  </a:cubicBezTo>
                  <a:cubicBezTo>
                    <a:pt x="13" y="11"/>
                    <a:pt x="7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14" y="10"/>
                    <a:pt x="20" y="18"/>
                  </a:cubicBezTo>
                  <a:cubicBezTo>
                    <a:pt x="23" y="23"/>
                    <a:pt x="26" y="27"/>
                    <a:pt x="29" y="28"/>
                  </a:cubicBezTo>
                  <a:cubicBezTo>
                    <a:pt x="31" y="28"/>
                    <a:pt x="33" y="26"/>
                    <a:pt x="33" y="25"/>
                  </a:cubicBezTo>
                  <a:cubicBezTo>
                    <a:pt x="35" y="23"/>
                    <a:pt x="35" y="19"/>
                    <a:pt x="33" y="16"/>
                  </a:cubicBezTo>
                  <a:cubicBezTo>
                    <a:pt x="33" y="15"/>
                    <a:pt x="32" y="15"/>
                    <a:pt x="32" y="15"/>
                  </a:cubicBezTo>
                  <a:cubicBezTo>
                    <a:pt x="30" y="15"/>
                    <a:pt x="28" y="18"/>
                    <a:pt x="27" y="20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6" y="18"/>
                    <a:pt x="28" y="13"/>
                    <a:pt x="32" y="13"/>
                  </a:cubicBezTo>
                  <a:cubicBezTo>
                    <a:pt x="33" y="13"/>
                    <a:pt x="34" y="13"/>
                    <a:pt x="35" y="15"/>
                  </a:cubicBezTo>
                  <a:cubicBezTo>
                    <a:pt x="37" y="18"/>
                    <a:pt x="37" y="23"/>
                    <a:pt x="35" y="26"/>
                  </a:cubicBezTo>
                  <a:cubicBezTo>
                    <a:pt x="34" y="29"/>
                    <a:pt x="32" y="30"/>
                    <a:pt x="29" y="3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6" name="Freeform 222">
              <a:extLst>
                <a:ext uri="{FF2B5EF4-FFF2-40B4-BE49-F238E27FC236}">
                  <a16:creationId xmlns:a16="http://schemas.microsoft.com/office/drawing/2014/main" id="{B6F3827C-020A-4553-B978-A79E10453C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2" y="1078"/>
              <a:ext cx="34" cy="16"/>
            </a:xfrm>
            <a:custGeom>
              <a:avLst/>
              <a:gdLst>
                <a:gd name="T0" fmla="*/ 0 w 34"/>
                <a:gd name="T1" fmla="*/ 16 h 16"/>
                <a:gd name="T2" fmla="*/ 34 w 34"/>
                <a:gd name="T3" fmla="*/ 15 h 16"/>
                <a:gd name="T4" fmla="*/ 34 w 34"/>
                <a:gd name="T5" fmla="*/ 13 h 16"/>
                <a:gd name="T6" fmla="*/ 28 w 34"/>
                <a:gd name="T7" fmla="*/ 13 h 16"/>
                <a:gd name="T8" fmla="*/ 19 w 34"/>
                <a:gd name="T9" fmla="*/ 7 h 16"/>
                <a:gd name="T10" fmla="*/ 19 w 34"/>
                <a:gd name="T11" fmla="*/ 0 h 16"/>
                <a:gd name="T12" fmla="*/ 15 w 34"/>
                <a:gd name="T13" fmla="*/ 0 h 16"/>
                <a:gd name="T14" fmla="*/ 15 w 34"/>
                <a:gd name="T15" fmla="*/ 6 h 16"/>
                <a:gd name="T16" fmla="*/ 5 w 34"/>
                <a:gd name="T17" fmla="*/ 13 h 16"/>
                <a:gd name="T18" fmla="*/ 0 w 34"/>
                <a:gd name="T19" fmla="*/ 13 h 16"/>
                <a:gd name="T20" fmla="*/ 0 w 34"/>
                <a:gd name="T2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" h="16">
                  <a:moveTo>
                    <a:pt x="0" y="16"/>
                  </a:moveTo>
                  <a:lnTo>
                    <a:pt x="34" y="15"/>
                  </a:lnTo>
                  <a:lnTo>
                    <a:pt x="34" y="13"/>
                  </a:lnTo>
                  <a:lnTo>
                    <a:pt x="28" y="13"/>
                  </a:lnTo>
                  <a:lnTo>
                    <a:pt x="19" y="7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5" y="6"/>
                  </a:lnTo>
                  <a:lnTo>
                    <a:pt x="5" y="13"/>
                  </a:lnTo>
                  <a:lnTo>
                    <a:pt x="0" y="13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7" name="Freeform 223">
              <a:extLst>
                <a:ext uri="{FF2B5EF4-FFF2-40B4-BE49-F238E27FC236}">
                  <a16:creationId xmlns:a16="http://schemas.microsoft.com/office/drawing/2014/main" id="{3E4F3800-EE4E-4849-B9A1-634A02054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7" y="1093"/>
              <a:ext cx="18" cy="26"/>
            </a:xfrm>
            <a:custGeom>
              <a:avLst/>
              <a:gdLst>
                <a:gd name="T0" fmla="*/ 0 w 18"/>
                <a:gd name="T1" fmla="*/ 0 h 26"/>
                <a:gd name="T2" fmla="*/ 9 w 18"/>
                <a:gd name="T3" fmla="*/ 7 h 26"/>
                <a:gd name="T4" fmla="*/ 8 w 18"/>
                <a:gd name="T5" fmla="*/ 13 h 26"/>
                <a:gd name="T6" fmla="*/ 3 w 18"/>
                <a:gd name="T7" fmla="*/ 18 h 26"/>
                <a:gd name="T8" fmla="*/ 4 w 18"/>
                <a:gd name="T9" fmla="*/ 26 h 26"/>
                <a:gd name="T10" fmla="*/ 15 w 18"/>
                <a:gd name="T11" fmla="*/ 26 h 26"/>
                <a:gd name="T12" fmla="*/ 15 w 18"/>
                <a:gd name="T13" fmla="*/ 17 h 26"/>
                <a:gd name="T14" fmla="*/ 11 w 18"/>
                <a:gd name="T15" fmla="*/ 13 h 26"/>
                <a:gd name="T16" fmla="*/ 11 w 18"/>
                <a:gd name="T17" fmla="*/ 6 h 26"/>
                <a:gd name="T18" fmla="*/ 18 w 18"/>
                <a:gd name="T19" fmla="*/ 1 h 26"/>
                <a:gd name="T20" fmla="*/ 0 w 18"/>
                <a:gd name="T21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" h="26">
                  <a:moveTo>
                    <a:pt x="0" y="0"/>
                  </a:moveTo>
                  <a:lnTo>
                    <a:pt x="9" y="7"/>
                  </a:lnTo>
                  <a:lnTo>
                    <a:pt x="8" y="13"/>
                  </a:lnTo>
                  <a:lnTo>
                    <a:pt x="3" y="18"/>
                  </a:lnTo>
                  <a:lnTo>
                    <a:pt x="4" y="26"/>
                  </a:lnTo>
                  <a:lnTo>
                    <a:pt x="15" y="26"/>
                  </a:lnTo>
                  <a:lnTo>
                    <a:pt x="15" y="17"/>
                  </a:lnTo>
                  <a:lnTo>
                    <a:pt x="11" y="13"/>
                  </a:lnTo>
                  <a:lnTo>
                    <a:pt x="11" y="6"/>
                  </a:lnTo>
                  <a:lnTo>
                    <a:pt x="18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8" name="Freeform 224">
              <a:extLst>
                <a:ext uri="{FF2B5EF4-FFF2-40B4-BE49-F238E27FC236}">
                  <a16:creationId xmlns:a16="http://schemas.microsoft.com/office/drawing/2014/main" id="{0BCB5819-B5E1-470F-AAEC-0C4DDD9BAF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0" y="1049"/>
              <a:ext cx="34" cy="16"/>
            </a:xfrm>
            <a:custGeom>
              <a:avLst/>
              <a:gdLst>
                <a:gd name="T0" fmla="*/ 0 w 34"/>
                <a:gd name="T1" fmla="*/ 16 h 16"/>
                <a:gd name="T2" fmla="*/ 34 w 34"/>
                <a:gd name="T3" fmla="*/ 15 h 16"/>
                <a:gd name="T4" fmla="*/ 34 w 34"/>
                <a:gd name="T5" fmla="*/ 13 h 16"/>
                <a:gd name="T6" fmla="*/ 28 w 34"/>
                <a:gd name="T7" fmla="*/ 13 h 16"/>
                <a:gd name="T8" fmla="*/ 19 w 34"/>
                <a:gd name="T9" fmla="*/ 7 h 16"/>
                <a:gd name="T10" fmla="*/ 19 w 34"/>
                <a:gd name="T11" fmla="*/ 0 h 16"/>
                <a:gd name="T12" fmla="*/ 14 w 34"/>
                <a:gd name="T13" fmla="*/ 0 h 16"/>
                <a:gd name="T14" fmla="*/ 14 w 34"/>
                <a:gd name="T15" fmla="*/ 6 h 16"/>
                <a:gd name="T16" fmla="*/ 5 w 34"/>
                <a:gd name="T17" fmla="*/ 13 h 16"/>
                <a:gd name="T18" fmla="*/ 0 w 34"/>
                <a:gd name="T19" fmla="*/ 13 h 16"/>
                <a:gd name="T20" fmla="*/ 0 w 34"/>
                <a:gd name="T2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" h="16">
                  <a:moveTo>
                    <a:pt x="0" y="16"/>
                  </a:moveTo>
                  <a:lnTo>
                    <a:pt x="34" y="15"/>
                  </a:lnTo>
                  <a:lnTo>
                    <a:pt x="34" y="13"/>
                  </a:lnTo>
                  <a:lnTo>
                    <a:pt x="28" y="13"/>
                  </a:lnTo>
                  <a:lnTo>
                    <a:pt x="19" y="7"/>
                  </a:lnTo>
                  <a:lnTo>
                    <a:pt x="19" y="0"/>
                  </a:lnTo>
                  <a:lnTo>
                    <a:pt x="14" y="0"/>
                  </a:lnTo>
                  <a:lnTo>
                    <a:pt x="14" y="6"/>
                  </a:lnTo>
                  <a:lnTo>
                    <a:pt x="5" y="13"/>
                  </a:lnTo>
                  <a:lnTo>
                    <a:pt x="0" y="13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9" name="Freeform 225">
              <a:extLst>
                <a:ext uri="{FF2B5EF4-FFF2-40B4-BE49-F238E27FC236}">
                  <a16:creationId xmlns:a16="http://schemas.microsoft.com/office/drawing/2014/main" id="{55C58095-B96B-461A-9D36-EBFFF37D8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0" y="1078"/>
              <a:ext cx="34" cy="16"/>
            </a:xfrm>
            <a:custGeom>
              <a:avLst/>
              <a:gdLst>
                <a:gd name="T0" fmla="*/ 0 w 34"/>
                <a:gd name="T1" fmla="*/ 16 h 16"/>
                <a:gd name="T2" fmla="*/ 34 w 34"/>
                <a:gd name="T3" fmla="*/ 15 h 16"/>
                <a:gd name="T4" fmla="*/ 34 w 34"/>
                <a:gd name="T5" fmla="*/ 13 h 16"/>
                <a:gd name="T6" fmla="*/ 28 w 34"/>
                <a:gd name="T7" fmla="*/ 13 h 16"/>
                <a:gd name="T8" fmla="*/ 19 w 34"/>
                <a:gd name="T9" fmla="*/ 7 h 16"/>
                <a:gd name="T10" fmla="*/ 19 w 34"/>
                <a:gd name="T11" fmla="*/ 0 h 16"/>
                <a:gd name="T12" fmla="*/ 15 w 34"/>
                <a:gd name="T13" fmla="*/ 0 h 16"/>
                <a:gd name="T14" fmla="*/ 15 w 34"/>
                <a:gd name="T15" fmla="*/ 6 h 16"/>
                <a:gd name="T16" fmla="*/ 5 w 34"/>
                <a:gd name="T17" fmla="*/ 13 h 16"/>
                <a:gd name="T18" fmla="*/ 1 w 34"/>
                <a:gd name="T19" fmla="*/ 13 h 16"/>
                <a:gd name="T20" fmla="*/ 0 w 34"/>
                <a:gd name="T2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" h="16">
                  <a:moveTo>
                    <a:pt x="0" y="16"/>
                  </a:moveTo>
                  <a:lnTo>
                    <a:pt x="34" y="15"/>
                  </a:lnTo>
                  <a:lnTo>
                    <a:pt x="34" y="13"/>
                  </a:lnTo>
                  <a:lnTo>
                    <a:pt x="28" y="13"/>
                  </a:lnTo>
                  <a:lnTo>
                    <a:pt x="19" y="7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5" y="6"/>
                  </a:lnTo>
                  <a:lnTo>
                    <a:pt x="5" y="13"/>
                  </a:lnTo>
                  <a:lnTo>
                    <a:pt x="1" y="13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0" name="Freeform 226">
              <a:extLst>
                <a:ext uri="{FF2B5EF4-FFF2-40B4-BE49-F238E27FC236}">
                  <a16:creationId xmlns:a16="http://schemas.microsoft.com/office/drawing/2014/main" id="{8FA03E2B-86D0-43B1-8C5B-0A601398A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7" y="1122"/>
              <a:ext cx="19" cy="16"/>
            </a:xfrm>
            <a:custGeom>
              <a:avLst/>
              <a:gdLst>
                <a:gd name="T0" fmla="*/ 8 w 19"/>
                <a:gd name="T1" fmla="*/ 9 h 16"/>
                <a:gd name="T2" fmla="*/ 0 w 19"/>
                <a:gd name="T3" fmla="*/ 0 h 16"/>
                <a:gd name="T4" fmla="*/ 19 w 19"/>
                <a:gd name="T5" fmla="*/ 0 h 16"/>
                <a:gd name="T6" fmla="*/ 12 w 19"/>
                <a:gd name="T7" fmla="*/ 9 h 16"/>
                <a:gd name="T8" fmla="*/ 12 w 19"/>
                <a:gd name="T9" fmla="*/ 16 h 16"/>
                <a:gd name="T10" fmla="*/ 8 w 19"/>
                <a:gd name="T11" fmla="*/ 16 h 16"/>
                <a:gd name="T12" fmla="*/ 8 w 19"/>
                <a:gd name="T13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6">
                  <a:moveTo>
                    <a:pt x="8" y="9"/>
                  </a:moveTo>
                  <a:lnTo>
                    <a:pt x="0" y="0"/>
                  </a:lnTo>
                  <a:lnTo>
                    <a:pt x="19" y="0"/>
                  </a:lnTo>
                  <a:lnTo>
                    <a:pt x="12" y="9"/>
                  </a:lnTo>
                  <a:lnTo>
                    <a:pt x="12" y="16"/>
                  </a:lnTo>
                  <a:lnTo>
                    <a:pt x="8" y="16"/>
                  </a:lnTo>
                  <a:lnTo>
                    <a:pt x="8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1" name="Freeform 227">
              <a:extLst>
                <a:ext uri="{FF2B5EF4-FFF2-40B4-BE49-F238E27FC236}">
                  <a16:creationId xmlns:a16="http://schemas.microsoft.com/office/drawing/2014/main" id="{CDBF15E7-279C-4126-9435-EE1F3BE08A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0" y="1999"/>
              <a:ext cx="65" cy="80"/>
            </a:xfrm>
            <a:custGeom>
              <a:avLst/>
              <a:gdLst>
                <a:gd name="T0" fmla="*/ 0 w 115"/>
                <a:gd name="T1" fmla="*/ 83 h 141"/>
                <a:gd name="T2" fmla="*/ 68 w 115"/>
                <a:gd name="T3" fmla="*/ 141 h 141"/>
                <a:gd name="T4" fmla="*/ 115 w 115"/>
                <a:gd name="T5" fmla="*/ 115 h 141"/>
                <a:gd name="T6" fmla="*/ 5 w 115"/>
                <a:gd name="T7" fmla="*/ 36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5" h="141">
                  <a:moveTo>
                    <a:pt x="0" y="83"/>
                  </a:moveTo>
                  <a:cubicBezTo>
                    <a:pt x="0" y="83"/>
                    <a:pt x="84" y="73"/>
                    <a:pt x="68" y="141"/>
                  </a:cubicBezTo>
                  <a:cubicBezTo>
                    <a:pt x="115" y="115"/>
                    <a:pt x="115" y="115"/>
                    <a:pt x="115" y="115"/>
                  </a:cubicBezTo>
                  <a:cubicBezTo>
                    <a:pt x="115" y="115"/>
                    <a:pt x="58" y="0"/>
                    <a:pt x="5" y="3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2" name="Freeform 228">
              <a:extLst>
                <a:ext uri="{FF2B5EF4-FFF2-40B4-BE49-F238E27FC236}">
                  <a16:creationId xmlns:a16="http://schemas.microsoft.com/office/drawing/2014/main" id="{2285C8D9-D68D-4771-9126-5F4251BDBA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5" y="2070"/>
              <a:ext cx="50" cy="74"/>
            </a:xfrm>
            <a:custGeom>
              <a:avLst/>
              <a:gdLst>
                <a:gd name="T0" fmla="*/ 0 w 89"/>
                <a:gd name="T1" fmla="*/ 47 h 130"/>
                <a:gd name="T2" fmla="*/ 33 w 89"/>
                <a:gd name="T3" fmla="*/ 130 h 130"/>
                <a:gd name="T4" fmla="*/ 86 w 89"/>
                <a:gd name="T5" fmla="*/ 129 h 130"/>
                <a:gd name="T6" fmla="*/ 26 w 89"/>
                <a:gd name="T7" fmla="*/ 8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9" h="130">
                  <a:moveTo>
                    <a:pt x="0" y="47"/>
                  </a:moveTo>
                  <a:cubicBezTo>
                    <a:pt x="0" y="47"/>
                    <a:pt x="78" y="77"/>
                    <a:pt x="33" y="130"/>
                  </a:cubicBezTo>
                  <a:cubicBezTo>
                    <a:pt x="86" y="129"/>
                    <a:pt x="86" y="129"/>
                    <a:pt x="86" y="129"/>
                  </a:cubicBezTo>
                  <a:cubicBezTo>
                    <a:pt x="86" y="129"/>
                    <a:pt x="89" y="0"/>
                    <a:pt x="26" y="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313201" y="268288"/>
            <a:ext cx="5035272" cy="741362"/>
          </a:xfrm>
        </p:spPr>
        <p:txBody>
          <a:bodyPr/>
          <a:lstStyle/>
          <a:p>
            <a:r>
              <a:rPr lang="fr-FR" dirty="0"/>
              <a:t>Texte avec illustration</a:t>
            </a:r>
          </a:p>
        </p:txBody>
      </p:sp>
    </p:spTree>
    <p:extLst>
      <p:ext uri="{BB962C8B-B14F-4D97-AF65-F5344CB8AC3E}">
        <p14:creationId xmlns:p14="http://schemas.microsoft.com/office/powerpoint/2010/main" val="3113577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Texte avec illustration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2B78324-5B46-4B80-9BEC-C0174EE1C40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51288" y="-57150"/>
            <a:ext cx="5249863" cy="5251450"/>
            <a:chOff x="2489" y="-36"/>
            <a:chExt cx="3307" cy="3308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AFBE1E06-2F55-421C-88B9-9892C89F89C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520" y="0"/>
              <a:ext cx="3240" cy="3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9629D859-A85F-4484-A3E1-8191A4F62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9" y="-36"/>
              <a:ext cx="3307" cy="33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192D9018-1E23-4198-8CF0-91B4F4457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4" y="954"/>
              <a:ext cx="3302" cy="972"/>
            </a:xfrm>
            <a:custGeom>
              <a:avLst/>
              <a:gdLst>
                <a:gd name="T0" fmla="*/ 0 w 5778"/>
                <a:gd name="T1" fmla="*/ 1694 h 1701"/>
                <a:gd name="T2" fmla="*/ 5773 w 5778"/>
                <a:gd name="T3" fmla="*/ 1694 h 1701"/>
                <a:gd name="T4" fmla="*/ 5776 w 5778"/>
                <a:gd name="T5" fmla="*/ 213 h 1701"/>
                <a:gd name="T6" fmla="*/ 4964 w 5778"/>
                <a:gd name="T7" fmla="*/ 53 h 1701"/>
                <a:gd name="T8" fmla="*/ 4407 w 5778"/>
                <a:gd name="T9" fmla="*/ 74 h 1701"/>
                <a:gd name="T10" fmla="*/ 3352 w 5778"/>
                <a:gd name="T11" fmla="*/ 201 h 1701"/>
                <a:gd name="T12" fmla="*/ 2358 w 5778"/>
                <a:gd name="T13" fmla="*/ 201 h 1701"/>
                <a:gd name="T14" fmla="*/ 1707 w 5778"/>
                <a:gd name="T15" fmla="*/ 240 h 1701"/>
                <a:gd name="T16" fmla="*/ 1003 w 5778"/>
                <a:gd name="T17" fmla="*/ 159 h 1701"/>
                <a:gd name="T18" fmla="*/ 6 w 5778"/>
                <a:gd name="T19" fmla="*/ 301 h 1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78" h="1701">
                  <a:moveTo>
                    <a:pt x="0" y="1694"/>
                  </a:moveTo>
                  <a:cubicBezTo>
                    <a:pt x="0" y="1694"/>
                    <a:pt x="5773" y="1653"/>
                    <a:pt x="5773" y="1694"/>
                  </a:cubicBezTo>
                  <a:cubicBezTo>
                    <a:pt x="5773" y="1701"/>
                    <a:pt x="5778" y="213"/>
                    <a:pt x="5776" y="213"/>
                  </a:cubicBezTo>
                  <a:cubicBezTo>
                    <a:pt x="5235" y="266"/>
                    <a:pt x="5167" y="104"/>
                    <a:pt x="4964" y="53"/>
                  </a:cubicBezTo>
                  <a:cubicBezTo>
                    <a:pt x="4753" y="0"/>
                    <a:pt x="4663" y="5"/>
                    <a:pt x="4407" y="74"/>
                  </a:cubicBezTo>
                  <a:cubicBezTo>
                    <a:pt x="4151" y="143"/>
                    <a:pt x="3684" y="206"/>
                    <a:pt x="3352" y="201"/>
                  </a:cubicBezTo>
                  <a:cubicBezTo>
                    <a:pt x="3021" y="195"/>
                    <a:pt x="2659" y="180"/>
                    <a:pt x="2358" y="201"/>
                  </a:cubicBezTo>
                  <a:cubicBezTo>
                    <a:pt x="2057" y="222"/>
                    <a:pt x="1978" y="277"/>
                    <a:pt x="1707" y="240"/>
                  </a:cubicBezTo>
                  <a:cubicBezTo>
                    <a:pt x="1436" y="203"/>
                    <a:pt x="1294" y="127"/>
                    <a:pt x="1003" y="159"/>
                  </a:cubicBezTo>
                  <a:cubicBezTo>
                    <a:pt x="807" y="179"/>
                    <a:pt x="292" y="343"/>
                    <a:pt x="6" y="301"/>
                  </a:cubicBezTo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235086DA-7E63-4B68-B884-8E9E7456A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9" y="1137"/>
              <a:ext cx="3306" cy="1453"/>
            </a:xfrm>
            <a:custGeom>
              <a:avLst/>
              <a:gdLst>
                <a:gd name="T0" fmla="*/ 5786 w 5786"/>
                <a:gd name="T1" fmla="*/ 2542 h 2542"/>
                <a:gd name="T2" fmla="*/ 0 w 5786"/>
                <a:gd name="T3" fmla="*/ 2542 h 2542"/>
                <a:gd name="T4" fmla="*/ 10 w 5786"/>
                <a:gd name="T5" fmla="*/ 292 h 2542"/>
                <a:gd name="T6" fmla="*/ 418 w 5786"/>
                <a:gd name="T7" fmla="*/ 320 h 2542"/>
                <a:gd name="T8" fmla="*/ 1056 w 5786"/>
                <a:gd name="T9" fmla="*/ 198 h 2542"/>
                <a:gd name="T10" fmla="*/ 2020 w 5786"/>
                <a:gd name="T11" fmla="*/ 94 h 2542"/>
                <a:gd name="T12" fmla="*/ 2523 w 5786"/>
                <a:gd name="T13" fmla="*/ 132 h 2542"/>
                <a:gd name="T14" fmla="*/ 3474 w 5786"/>
                <a:gd name="T15" fmla="*/ 358 h 2542"/>
                <a:gd name="T16" fmla="*/ 4370 w 5786"/>
                <a:gd name="T17" fmla="*/ 358 h 2542"/>
                <a:gd name="T18" fmla="*/ 4935 w 5786"/>
                <a:gd name="T19" fmla="*/ 407 h 2542"/>
                <a:gd name="T20" fmla="*/ 5383 w 5786"/>
                <a:gd name="T21" fmla="*/ 297 h 2542"/>
                <a:gd name="T22" fmla="*/ 5786 w 5786"/>
                <a:gd name="T23" fmla="*/ 384 h 2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786" h="2542">
                  <a:moveTo>
                    <a:pt x="5786" y="2542"/>
                  </a:moveTo>
                  <a:cubicBezTo>
                    <a:pt x="0" y="2542"/>
                    <a:pt x="0" y="2542"/>
                    <a:pt x="0" y="2542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2"/>
                    <a:pt x="133" y="424"/>
                    <a:pt x="418" y="320"/>
                  </a:cubicBezTo>
                  <a:cubicBezTo>
                    <a:pt x="703" y="217"/>
                    <a:pt x="689" y="179"/>
                    <a:pt x="1056" y="198"/>
                  </a:cubicBezTo>
                  <a:cubicBezTo>
                    <a:pt x="1423" y="217"/>
                    <a:pt x="1830" y="188"/>
                    <a:pt x="2020" y="94"/>
                  </a:cubicBezTo>
                  <a:cubicBezTo>
                    <a:pt x="2211" y="0"/>
                    <a:pt x="2292" y="10"/>
                    <a:pt x="2523" y="132"/>
                  </a:cubicBezTo>
                  <a:cubicBezTo>
                    <a:pt x="2754" y="254"/>
                    <a:pt x="3175" y="367"/>
                    <a:pt x="3474" y="358"/>
                  </a:cubicBezTo>
                  <a:cubicBezTo>
                    <a:pt x="3773" y="348"/>
                    <a:pt x="4098" y="320"/>
                    <a:pt x="4370" y="358"/>
                  </a:cubicBezTo>
                  <a:cubicBezTo>
                    <a:pt x="4642" y="395"/>
                    <a:pt x="4687" y="420"/>
                    <a:pt x="4935" y="407"/>
                  </a:cubicBezTo>
                  <a:cubicBezTo>
                    <a:pt x="5188" y="393"/>
                    <a:pt x="5120" y="241"/>
                    <a:pt x="5383" y="297"/>
                  </a:cubicBezTo>
                  <a:cubicBezTo>
                    <a:pt x="5560" y="334"/>
                    <a:pt x="5683" y="386"/>
                    <a:pt x="5786" y="384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35AEAF7B-99AF-40D9-8B1C-28D2307F0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3" y="1908"/>
              <a:ext cx="3302" cy="825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7929530C-2C5B-4BD6-9E13-1F8678259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4" y="1585"/>
              <a:ext cx="3301" cy="323"/>
            </a:xfrm>
            <a:prstGeom prst="rect">
              <a:avLst/>
            </a:prstGeom>
            <a:solidFill>
              <a:srgbClr val="4BB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82D8A3DD-0A26-4F7C-89C8-4525FBCD4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3" y="1657"/>
              <a:ext cx="78" cy="26"/>
            </a:xfrm>
            <a:custGeom>
              <a:avLst/>
              <a:gdLst>
                <a:gd name="T0" fmla="*/ 0 w 78"/>
                <a:gd name="T1" fmla="*/ 25 h 26"/>
                <a:gd name="T2" fmla="*/ 78 w 78"/>
                <a:gd name="T3" fmla="*/ 26 h 26"/>
                <a:gd name="T4" fmla="*/ 53 w 78"/>
                <a:gd name="T5" fmla="*/ 0 h 26"/>
                <a:gd name="T6" fmla="*/ 0 w 78"/>
                <a:gd name="T7" fmla="*/ 2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26">
                  <a:moveTo>
                    <a:pt x="0" y="25"/>
                  </a:moveTo>
                  <a:lnTo>
                    <a:pt x="78" y="26"/>
                  </a:lnTo>
                  <a:lnTo>
                    <a:pt x="53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47D8F231-B8AE-4AFB-899E-F4CFF977A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" y="1566"/>
              <a:ext cx="113" cy="123"/>
            </a:xfrm>
            <a:custGeom>
              <a:avLst/>
              <a:gdLst>
                <a:gd name="T0" fmla="*/ 98 w 197"/>
                <a:gd name="T1" fmla="*/ 0 h 215"/>
                <a:gd name="T2" fmla="*/ 2 w 197"/>
                <a:gd name="T3" fmla="*/ 180 h 215"/>
                <a:gd name="T4" fmla="*/ 19 w 197"/>
                <a:gd name="T5" fmla="*/ 215 h 215"/>
                <a:gd name="T6" fmla="*/ 197 w 197"/>
                <a:gd name="T7" fmla="*/ 170 h 215"/>
                <a:gd name="T8" fmla="*/ 101 w 197"/>
                <a:gd name="T9" fmla="*/ 106 h 215"/>
                <a:gd name="T10" fmla="*/ 98 w 197"/>
                <a:gd name="T11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7" h="215">
                  <a:moveTo>
                    <a:pt x="98" y="0"/>
                  </a:moveTo>
                  <a:cubicBezTo>
                    <a:pt x="98" y="0"/>
                    <a:pt x="0" y="154"/>
                    <a:pt x="2" y="180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19" y="215"/>
                    <a:pt x="176" y="170"/>
                    <a:pt x="197" y="170"/>
                  </a:cubicBezTo>
                  <a:cubicBezTo>
                    <a:pt x="197" y="170"/>
                    <a:pt x="105" y="133"/>
                    <a:pt x="101" y="106"/>
                  </a:cubicBezTo>
                  <a:cubicBezTo>
                    <a:pt x="96" y="79"/>
                    <a:pt x="98" y="0"/>
                    <a:pt x="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9E397F5C-EE01-4BF8-B88A-B7D070CFD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4" y="1682"/>
              <a:ext cx="3" cy="2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53CA79FE-292B-4C49-8085-B4739685B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0" y="1686"/>
              <a:ext cx="146" cy="19"/>
            </a:xfrm>
            <a:custGeom>
              <a:avLst/>
              <a:gdLst>
                <a:gd name="T0" fmla="*/ 0 w 255"/>
                <a:gd name="T1" fmla="*/ 18 h 33"/>
                <a:gd name="T2" fmla="*/ 224 w 255"/>
                <a:gd name="T3" fmla="*/ 18 h 33"/>
                <a:gd name="T4" fmla="*/ 255 w 255"/>
                <a:gd name="T5" fmla="*/ 0 h 33"/>
                <a:gd name="T6" fmla="*/ 214 w 255"/>
                <a:gd name="T7" fmla="*/ 33 h 33"/>
                <a:gd name="T8" fmla="*/ 4 w 255"/>
                <a:gd name="T9" fmla="*/ 33 h 33"/>
                <a:gd name="T10" fmla="*/ 0 w 255"/>
                <a:gd name="T11" fmla="*/ 18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5" h="33">
                  <a:moveTo>
                    <a:pt x="0" y="18"/>
                  </a:moveTo>
                  <a:cubicBezTo>
                    <a:pt x="224" y="18"/>
                    <a:pt x="224" y="18"/>
                    <a:pt x="224" y="18"/>
                  </a:cubicBezTo>
                  <a:cubicBezTo>
                    <a:pt x="224" y="18"/>
                    <a:pt x="241" y="21"/>
                    <a:pt x="255" y="0"/>
                  </a:cubicBezTo>
                  <a:cubicBezTo>
                    <a:pt x="255" y="0"/>
                    <a:pt x="254" y="20"/>
                    <a:pt x="214" y="33"/>
                  </a:cubicBezTo>
                  <a:cubicBezTo>
                    <a:pt x="4" y="33"/>
                    <a:pt x="4" y="33"/>
                    <a:pt x="4" y="33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29889CE-45E2-4F23-9D95-4F3ED90F0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" y="1731"/>
              <a:ext cx="72" cy="26"/>
            </a:xfrm>
            <a:custGeom>
              <a:avLst/>
              <a:gdLst>
                <a:gd name="T0" fmla="*/ 0 w 72"/>
                <a:gd name="T1" fmla="*/ 23 h 26"/>
                <a:gd name="T2" fmla="*/ 72 w 72"/>
                <a:gd name="T3" fmla="*/ 26 h 26"/>
                <a:gd name="T4" fmla="*/ 48 w 72"/>
                <a:gd name="T5" fmla="*/ 0 h 26"/>
                <a:gd name="T6" fmla="*/ 0 w 72"/>
                <a:gd name="T7" fmla="*/ 2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" h="26">
                  <a:moveTo>
                    <a:pt x="0" y="23"/>
                  </a:moveTo>
                  <a:lnTo>
                    <a:pt x="72" y="26"/>
                  </a:lnTo>
                  <a:lnTo>
                    <a:pt x="48" y="0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29F936A5-0364-4FDD-951B-137A604F6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9" y="1647"/>
              <a:ext cx="105" cy="114"/>
            </a:xfrm>
            <a:custGeom>
              <a:avLst/>
              <a:gdLst>
                <a:gd name="T0" fmla="*/ 92 w 183"/>
                <a:gd name="T1" fmla="*/ 0 h 199"/>
                <a:gd name="T2" fmla="*/ 2 w 183"/>
                <a:gd name="T3" fmla="*/ 167 h 199"/>
                <a:gd name="T4" fmla="*/ 18 w 183"/>
                <a:gd name="T5" fmla="*/ 199 h 199"/>
                <a:gd name="T6" fmla="*/ 183 w 183"/>
                <a:gd name="T7" fmla="*/ 158 h 199"/>
                <a:gd name="T8" fmla="*/ 94 w 183"/>
                <a:gd name="T9" fmla="*/ 99 h 199"/>
                <a:gd name="T10" fmla="*/ 92 w 183"/>
                <a:gd name="T11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3" h="199">
                  <a:moveTo>
                    <a:pt x="92" y="0"/>
                  </a:moveTo>
                  <a:cubicBezTo>
                    <a:pt x="92" y="0"/>
                    <a:pt x="0" y="143"/>
                    <a:pt x="2" y="167"/>
                  </a:cubicBezTo>
                  <a:cubicBezTo>
                    <a:pt x="18" y="199"/>
                    <a:pt x="18" y="199"/>
                    <a:pt x="18" y="199"/>
                  </a:cubicBezTo>
                  <a:cubicBezTo>
                    <a:pt x="18" y="199"/>
                    <a:pt x="164" y="158"/>
                    <a:pt x="183" y="158"/>
                  </a:cubicBezTo>
                  <a:cubicBezTo>
                    <a:pt x="183" y="158"/>
                    <a:pt x="98" y="123"/>
                    <a:pt x="94" y="99"/>
                  </a:cubicBezTo>
                  <a:cubicBezTo>
                    <a:pt x="90" y="74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423AC9D4-D41A-4102-A26B-3A07345B9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4" y="1754"/>
              <a:ext cx="2" cy="2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9C448438-4C3C-4EB4-8109-4372DF18F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5" y="1758"/>
              <a:ext cx="134" cy="18"/>
            </a:xfrm>
            <a:custGeom>
              <a:avLst/>
              <a:gdLst>
                <a:gd name="T0" fmla="*/ 0 w 236"/>
                <a:gd name="T1" fmla="*/ 17 h 31"/>
                <a:gd name="T2" fmla="*/ 208 w 236"/>
                <a:gd name="T3" fmla="*/ 17 h 31"/>
                <a:gd name="T4" fmla="*/ 236 w 236"/>
                <a:gd name="T5" fmla="*/ 0 h 31"/>
                <a:gd name="T6" fmla="*/ 199 w 236"/>
                <a:gd name="T7" fmla="*/ 31 h 31"/>
                <a:gd name="T8" fmla="*/ 4 w 236"/>
                <a:gd name="T9" fmla="*/ 31 h 31"/>
                <a:gd name="T10" fmla="*/ 0 w 236"/>
                <a:gd name="T11" fmla="*/ 17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6" h="31">
                  <a:moveTo>
                    <a:pt x="0" y="17"/>
                  </a:moveTo>
                  <a:cubicBezTo>
                    <a:pt x="208" y="17"/>
                    <a:pt x="208" y="17"/>
                    <a:pt x="208" y="17"/>
                  </a:cubicBezTo>
                  <a:cubicBezTo>
                    <a:pt x="208" y="17"/>
                    <a:pt x="223" y="20"/>
                    <a:pt x="236" y="0"/>
                  </a:cubicBezTo>
                  <a:cubicBezTo>
                    <a:pt x="236" y="0"/>
                    <a:pt x="235" y="19"/>
                    <a:pt x="199" y="31"/>
                  </a:cubicBezTo>
                  <a:cubicBezTo>
                    <a:pt x="4" y="31"/>
                    <a:pt x="4" y="31"/>
                    <a:pt x="4" y="31"/>
                  </a:cubicBez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4DA1AB60-FE55-478B-817E-050DC3BD2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5" y="1615"/>
              <a:ext cx="39" cy="14"/>
            </a:xfrm>
            <a:custGeom>
              <a:avLst/>
              <a:gdLst>
                <a:gd name="T0" fmla="*/ 0 w 39"/>
                <a:gd name="T1" fmla="*/ 12 h 14"/>
                <a:gd name="T2" fmla="*/ 39 w 39"/>
                <a:gd name="T3" fmla="*/ 14 h 14"/>
                <a:gd name="T4" fmla="*/ 26 w 39"/>
                <a:gd name="T5" fmla="*/ 0 h 14"/>
                <a:gd name="T6" fmla="*/ 0 w 39"/>
                <a:gd name="T7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" h="14">
                  <a:moveTo>
                    <a:pt x="0" y="12"/>
                  </a:moveTo>
                  <a:lnTo>
                    <a:pt x="39" y="14"/>
                  </a:lnTo>
                  <a:lnTo>
                    <a:pt x="26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B3CA8733-1E92-4F93-81B3-67E714AEA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7" y="1569"/>
              <a:ext cx="56" cy="62"/>
            </a:xfrm>
            <a:custGeom>
              <a:avLst/>
              <a:gdLst>
                <a:gd name="T0" fmla="*/ 49 w 99"/>
                <a:gd name="T1" fmla="*/ 0 h 108"/>
                <a:gd name="T2" fmla="*/ 1 w 99"/>
                <a:gd name="T3" fmla="*/ 91 h 108"/>
                <a:gd name="T4" fmla="*/ 9 w 99"/>
                <a:gd name="T5" fmla="*/ 108 h 108"/>
                <a:gd name="T6" fmla="*/ 99 w 99"/>
                <a:gd name="T7" fmla="*/ 86 h 108"/>
                <a:gd name="T8" fmla="*/ 51 w 99"/>
                <a:gd name="T9" fmla="*/ 54 h 108"/>
                <a:gd name="T10" fmla="*/ 49 w 99"/>
                <a:gd name="T11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108">
                  <a:moveTo>
                    <a:pt x="49" y="0"/>
                  </a:moveTo>
                  <a:cubicBezTo>
                    <a:pt x="49" y="0"/>
                    <a:pt x="0" y="78"/>
                    <a:pt x="1" y="91"/>
                  </a:cubicBezTo>
                  <a:cubicBezTo>
                    <a:pt x="9" y="108"/>
                    <a:pt x="9" y="108"/>
                    <a:pt x="9" y="108"/>
                  </a:cubicBezTo>
                  <a:cubicBezTo>
                    <a:pt x="9" y="108"/>
                    <a:pt x="89" y="86"/>
                    <a:pt x="99" y="86"/>
                  </a:cubicBezTo>
                  <a:cubicBezTo>
                    <a:pt x="99" y="86"/>
                    <a:pt x="53" y="67"/>
                    <a:pt x="51" y="54"/>
                  </a:cubicBezTo>
                  <a:cubicBezTo>
                    <a:pt x="48" y="40"/>
                    <a:pt x="49" y="0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Rectangle 20">
              <a:extLst>
                <a:ext uri="{FF2B5EF4-FFF2-40B4-BE49-F238E27FC236}">
                  <a16:creationId xmlns:a16="http://schemas.microsoft.com/office/drawing/2014/main" id="{ACC73086-8031-4187-B8F5-6D7C1B8BB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6" y="1627"/>
              <a:ext cx="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11F730F7-75C4-4B6B-A3B4-5AD557067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3" y="1629"/>
              <a:ext cx="73" cy="10"/>
            </a:xfrm>
            <a:custGeom>
              <a:avLst/>
              <a:gdLst>
                <a:gd name="T0" fmla="*/ 0 w 128"/>
                <a:gd name="T1" fmla="*/ 10 h 17"/>
                <a:gd name="T2" fmla="*/ 113 w 128"/>
                <a:gd name="T3" fmla="*/ 10 h 17"/>
                <a:gd name="T4" fmla="*/ 128 w 128"/>
                <a:gd name="T5" fmla="*/ 0 h 17"/>
                <a:gd name="T6" fmla="*/ 108 w 128"/>
                <a:gd name="T7" fmla="*/ 17 h 17"/>
                <a:gd name="T8" fmla="*/ 2 w 128"/>
                <a:gd name="T9" fmla="*/ 17 h 17"/>
                <a:gd name="T10" fmla="*/ 0 w 128"/>
                <a:gd name="T11" fmla="*/ 1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" h="17">
                  <a:moveTo>
                    <a:pt x="0" y="10"/>
                  </a:moveTo>
                  <a:cubicBezTo>
                    <a:pt x="113" y="10"/>
                    <a:pt x="113" y="10"/>
                    <a:pt x="113" y="10"/>
                  </a:cubicBezTo>
                  <a:cubicBezTo>
                    <a:pt x="113" y="10"/>
                    <a:pt x="121" y="11"/>
                    <a:pt x="128" y="0"/>
                  </a:cubicBezTo>
                  <a:cubicBezTo>
                    <a:pt x="128" y="0"/>
                    <a:pt x="128" y="11"/>
                    <a:pt x="108" y="17"/>
                  </a:cubicBezTo>
                  <a:cubicBezTo>
                    <a:pt x="2" y="17"/>
                    <a:pt x="2" y="17"/>
                    <a:pt x="2" y="17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09CB5123-A261-4836-A74F-A69C5EF84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" y="1348"/>
              <a:ext cx="2670" cy="1335"/>
            </a:xfrm>
            <a:custGeom>
              <a:avLst/>
              <a:gdLst>
                <a:gd name="T0" fmla="*/ 1335 w 2670"/>
                <a:gd name="T1" fmla="*/ 0 h 1335"/>
                <a:gd name="T2" fmla="*/ 0 w 2670"/>
                <a:gd name="T3" fmla="*/ 1335 h 1335"/>
                <a:gd name="T4" fmla="*/ 2670 w 2670"/>
                <a:gd name="T5" fmla="*/ 1335 h 1335"/>
                <a:gd name="T6" fmla="*/ 1335 w 2670"/>
                <a:gd name="T7" fmla="*/ 0 h 1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70" h="1335">
                  <a:moveTo>
                    <a:pt x="1335" y="0"/>
                  </a:moveTo>
                  <a:lnTo>
                    <a:pt x="0" y="1335"/>
                  </a:lnTo>
                  <a:lnTo>
                    <a:pt x="2670" y="1335"/>
                  </a:lnTo>
                  <a:lnTo>
                    <a:pt x="13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0EAFEE07-2A4E-4D7B-ACD0-358D7DB3F4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8" y="1348"/>
              <a:ext cx="1335" cy="1335"/>
            </a:xfrm>
            <a:custGeom>
              <a:avLst/>
              <a:gdLst>
                <a:gd name="T0" fmla="*/ 0 w 1335"/>
                <a:gd name="T1" fmla="*/ 0 h 1335"/>
                <a:gd name="T2" fmla="*/ 426 w 1335"/>
                <a:gd name="T3" fmla="*/ 1335 h 1335"/>
                <a:gd name="T4" fmla="*/ 1335 w 1335"/>
                <a:gd name="T5" fmla="*/ 1335 h 1335"/>
                <a:gd name="T6" fmla="*/ 0 w 1335"/>
                <a:gd name="T7" fmla="*/ 0 h 1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35" h="1335">
                  <a:moveTo>
                    <a:pt x="0" y="0"/>
                  </a:moveTo>
                  <a:lnTo>
                    <a:pt x="426" y="1335"/>
                  </a:lnTo>
                  <a:lnTo>
                    <a:pt x="1335" y="1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915B91F1-0961-4DDA-93FA-AA70A81D1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" y="2242"/>
              <a:ext cx="883" cy="441"/>
            </a:xfrm>
            <a:custGeom>
              <a:avLst/>
              <a:gdLst>
                <a:gd name="T0" fmla="*/ 441 w 883"/>
                <a:gd name="T1" fmla="*/ 0 h 441"/>
                <a:gd name="T2" fmla="*/ 0 w 883"/>
                <a:gd name="T3" fmla="*/ 441 h 441"/>
                <a:gd name="T4" fmla="*/ 883 w 883"/>
                <a:gd name="T5" fmla="*/ 441 h 441"/>
                <a:gd name="T6" fmla="*/ 441 w 883"/>
                <a:gd name="T7" fmla="*/ 0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83" h="441">
                  <a:moveTo>
                    <a:pt x="441" y="0"/>
                  </a:moveTo>
                  <a:lnTo>
                    <a:pt x="0" y="441"/>
                  </a:lnTo>
                  <a:lnTo>
                    <a:pt x="883" y="441"/>
                  </a:lnTo>
                  <a:lnTo>
                    <a:pt x="4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B63A1EA6-AF31-4D82-B67E-BCAB1D6B7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7" y="2242"/>
              <a:ext cx="442" cy="441"/>
            </a:xfrm>
            <a:custGeom>
              <a:avLst/>
              <a:gdLst>
                <a:gd name="T0" fmla="*/ 0 w 442"/>
                <a:gd name="T1" fmla="*/ 0 h 441"/>
                <a:gd name="T2" fmla="*/ 141 w 442"/>
                <a:gd name="T3" fmla="*/ 441 h 441"/>
                <a:gd name="T4" fmla="*/ 442 w 442"/>
                <a:gd name="T5" fmla="*/ 441 h 441"/>
                <a:gd name="T6" fmla="*/ 0 w 442"/>
                <a:gd name="T7" fmla="*/ 0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2" h="441">
                  <a:moveTo>
                    <a:pt x="0" y="0"/>
                  </a:moveTo>
                  <a:lnTo>
                    <a:pt x="141" y="441"/>
                  </a:lnTo>
                  <a:lnTo>
                    <a:pt x="442" y="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F818E804-9A9A-4892-87D6-22BC7B71B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0" y="2242"/>
              <a:ext cx="883" cy="441"/>
            </a:xfrm>
            <a:custGeom>
              <a:avLst/>
              <a:gdLst>
                <a:gd name="T0" fmla="*/ 441 w 883"/>
                <a:gd name="T1" fmla="*/ 0 h 441"/>
                <a:gd name="T2" fmla="*/ 0 w 883"/>
                <a:gd name="T3" fmla="*/ 441 h 441"/>
                <a:gd name="T4" fmla="*/ 883 w 883"/>
                <a:gd name="T5" fmla="*/ 441 h 441"/>
                <a:gd name="T6" fmla="*/ 441 w 883"/>
                <a:gd name="T7" fmla="*/ 0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83" h="441">
                  <a:moveTo>
                    <a:pt x="441" y="0"/>
                  </a:moveTo>
                  <a:lnTo>
                    <a:pt x="0" y="441"/>
                  </a:lnTo>
                  <a:lnTo>
                    <a:pt x="883" y="441"/>
                  </a:lnTo>
                  <a:lnTo>
                    <a:pt x="4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605B51C3-8DCD-44A3-806D-62F4008F5D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1" y="2242"/>
              <a:ext cx="442" cy="441"/>
            </a:xfrm>
            <a:custGeom>
              <a:avLst/>
              <a:gdLst>
                <a:gd name="T0" fmla="*/ 0 w 442"/>
                <a:gd name="T1" fmla="*/ 0 h 441"/>
                <a:gd name="T2" fmla="*/ 141 w 442"/>
                <a:gd name="T3" fmla="*/ 441 h 441"/>
                <a:gd name="T4" fmla="*/ 442 w 442"/>
                <a:gd name="T5" fmla="*/ 441 h 441"/>
                <a:gd name="T6" fmla="*/ 0 w 442"/>
                <a:gd name="T7" fmla="*/ 0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2" h="441">
                  <a:moveTo>
                    <a:pt x="0" y="0"/>
                  </a:moveTo>
                  <a:lnTo>
                    <a:pt x="141" y="441"/>
                  </a:lnTo>
                  <a:lnTo>
                    <a:pt x="442" y="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70A9729A-F2EE-4568-B389-319DC559FB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" y="2558"/>
              <a:ext cx="196" cy="127"/>
            </a:xfrm>
            <a:custGeom>
              <a:avLst/>
              <a:gdLst>
                <a:gd name="T0" fmla="*/ 341 w 343"/>
                <a:gd name="T1" fmla="*/ 31 h 223"/>
                <a:gd name="T2" fmla="*/ 335 w 343"/>
                <a:gd name="T3" fmla="*/ 14 h 223"/>
                <a:gd name="T4" fmla="*/ 305 w 343"/>
                <a:gd name="T5" fmla="*/ 12 h 223"/>
                <a:gd name="T6" fmla="*/ 280 w 343"/>
                <a:gd name="T7" fmla="*/ 9 h 223"/>
                <a:gd name="T8" fmla="*/ 270 w 343"/>
                <a:gd name="T9" fmla="*/ 29 h 223"/>
                <a:gd name="T10" fmla="*/ 241 w 343"/>
                <a:gd name="T11" fmla="*/ 57 h 223"/>
                <a:gd name="T12" fmla="*/ 203 w 343"/>
                <a:gd name="T13" fmla="*/ 34 h 223"/>
                <a:gd name="T14" fmla="*/ 179 w 343"/>
                <a:gd name="T15" fmla="*/ 12 h 223"/>
                <a:gd name="T16" fmla="*/ 168 w 343"/>
                <a:gd name="T17" fmla="*/ 3 h 223"/>
                <a:gd name="T18" fmla="*/ 153 w 343"/>
                <a:gd name="T19" fmla="*/ 4 h 223"/>
                <a:gd name="T20" fmla="*/ 119 w 343"/>
                <a:gd name="T21" fmla="*/ 14 h 223"/>
                <a:gd name="T22" fmla="*/ 73 w 343"/>
                <a:gd name="T23" fmla="*/ 33 h 223"/>
                <a:gd name="T24" fmla="*/ 41 w 343"/>
                <a:gd name="T25" fmla="*/ 66 h 223"/>
                <a:gd name="T26" fmla="*/ 24 w 343"/>
                <a:gd name="T27" fmla="*/ 112 h 223"/>
                <a:gd name="T28" fmla="*/ 16 w 343"/>
                <a:gd name="T29" fmla="*/ 119 h 223"/>
                <a:gd name="T30" fmla="*/ 22 w 343"/>
                <a:gd name="T31" fmla="*/ 120 h 223"/>
                <a:gd name="T32" fmla="*/ 41 w 343"/>
                <a:gd name="T33" fmla="*/ 102 h 223"/>
                <a:gd name="T34" fmla="*/ 44 w 343"/>
                <a:gd name="T35" fmla="*/ 114 h 223"/>
                <a:gd name="T36" fmla="*/ 14 w 343"/>
                <a:gd name="T37" fmla="*/ 146 h 223"/>
                <a:gd name="T38" fmla="*/ 3 w 343"/>
                <a:gd name="T39" fmla="*/ 208 h 223"/>
                <a:gd name="T40" fmla="*/ 3 w 343"/>
                <a:gd name="T41" fmla="*/ 215 h 223"/>
                <a:gd name="T42" fmla="*/ 21 w 343"/>
                <a:gd name="T43" fmla="*/ 169 h 223"/>
                <a:gd name="T44" fmla="*/ 53 w 343"/>
                <a:gd name="T45" fmla="*/ 132 h 223"/>
                <a:gd name="T46" fmla="*/ 51 w 343"/>
                <a:gd name="T47" fmla="*/ 164 h 223"/>
                <a:gd name="T48" fmla="*/ 73 w 343"/>
                <a:gd name="T49" fmla="*/ 216 h 223"/>
                <a:gd name="T50" fmla="*/ 79 w 343"/>
                <a:gd name="T51" fmla="*/ 206 h 223"/>
                <a:gd name="T52" fmla="*/ 70 w 343"/>
                <a:gd name="T53" fmla="*/ 131 h 223"/>
                <a:gd name="T54" fmla="*/ 80 w 343"/>
                <a:gd name="T55" fmla="*/ 103 h 223"/>
                <a:gd name="T56" fmla="*/ 94 w 343"/>
                <a:gd name="T57" fmla="*/ 105 h 223"/>
                <a:gd name="T58" fmla="*/ 172 w 343"/>
                <a:gd name="T59" fmla="*/ 119 h 223"/>
                <a:gd name="T60" fmla="*/ 152 w 343"/>
                <a:gd name="T61" fmla="*/ 195 h 223"/>
                <a:gd name="T62" fmla="*/ 166 w 343"/>
                <a:gd name="T63" fmla="*/ 222 h 223"/>
                <a:gd name="T64" fmla="*/ 164 w 343"/>
                <a:gd name="T65" fmla="*/ 181 h 223"/>
                <a:gd name="T66" fmla="*/ 184 w 343"/>
                <a:gd name="T67" fmla="*/ 135 h 223"/>
                <a:gd name="T68" fmla="*/ 208 w 343"/>
                <a:gd name="T69" fmla="*/ 163 h 223"/>
                <a:gd name="T70" fmla="*/ 233 w 343"/>
                <a:gd name="T71" fmla="*/ 210 h 223"/>
                <a:gd name="T72" fmla="*/ 241 w 343"/>
                <a:gd name="T73" fmla="*/ 221 h 223"/>
                <a:gd name="T74" fmla="*/ 253 w 343"/>
                <a:gd name="T75" fmla="*/ 218 h 223"/>
                <a:gd name="T76" fmla="*/ 230 w 343"/>
                <a:gd name="T77" fmla="*/ 185 h 223"/>
                <a:gd name="T78" fmla="*/ 211 w 343"/>
                <a:gd name="T79" fmla="*/ 135 h 223"/>
                <a:gd name="T80" fmla="*/ 217 w 343"/>
                <a:gd name="T81" fmla="*/ 98 h 223"/>
                <a:gd name="T82" fmla="*/ 275 w 343"/>
                <a:gd name="T83" fmla="*/ 84 h 223"/>
                <a:gd name="T84" fmla="*/ 299 w 343"/>
                <a:gd name="T85" fmla="*/ 71 h 223"/>
                <a:gd name="T86" fmla="*/ 311 w 343"/>
                <a:gd name="T87" fmla="*/ 48 h 223"/>
                <a:gd name="T88" fmla="*/ 325 w 343"/>
                <a:gd name="T89" fmla="*/ 34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43" h="223">
                  <a:moveTo>
                    <a:pt x="325" y="34"/>
                  </a:moveTo>
                  <a:cubicBezTo>
                    <a:pt x="325" y="34"/>
                    <a:pt x="339" y="34"/>
                    <a:pt x="341" y="31"/>
                  </a:cubicBezTo>
                  <a:cubicBezTo>
                    <a:pt x="343" y="29"/>
                    <a:pt x="340" y="27"/>
                    <a:pt x="338" y="22"/>
                  </a:cubicBezTo>
                  <a:cubicBezTo>
                    <a:pt x="336" y="17"/>
                    <a:pt x="341" y="15"/>
                    <a:pt x="335" y="14"/>
                  </a:cubicBezTo>
                  <a:cubicBezTo>
                    <a:pt x="330" y="12"/>
                    <a:pt x="328" y="12"/>
                    <a:pt x="321" y="12"/>
                  </a:cubicBezTo>
                  <a:cubicBezTo>
                    <a:pt x="313" y="12"/>
                    <a:pt x="309" y="14"/>
                    <a:pt x="305" y="12"/>
                  </a:cubicBezTo>
                  <a:cubicBezTo>
                    <a:pt x="301" y="10"/>
                    <a:pt x="300" y="7"/>
                    <a:pt x="295" y="7"/>
                  </a:cubicBezTo>
                  <a:cubicBezTo>
                    <a:pt x="289" y="6"/>
                    <a:pt x="282" y="7"/>
                    <a:pt x="280" y="9"/>
                  </a:cubicBezTo>
                  <a:cubicBezTo>
                    <a:pt x="279" y="11"/>
                    <a:pt x="280" y="6"/>
                    <a:pt x="277" y="13"/>
                  </a:cubicBezTo>
                  <a:cubicBezTo>
                    <a:pt x="275" y="20"/>
                    <a:pt x="272" y="23"/>
                    <a:pt x="270" y="29"/>
                  </a:cubicBezTo>
                  <a:cubicBezTo>
                    <a:pt x="267" y="35"/>
                    <a:pt x="264" y="37"/>
                    <a:pt x="261" y="43"/>
                  </a:cubicBezTo>
                  <a:cubicBezTo>
                    <a:pt x="258" y="49"/>
                    <a:pt x="254" y="55"/>
                    <a:pt x="241" y="57"/>
                  </a:cubicBezTo>
                  <a:cubicBezTo>
                    <a:pt x="228" y="59"/>
                    <a:pt x="224" y="52"/>
                    <a:pt x="218" y="48"/>
                  </a:cubicBezTo>
                  <a:cubicBezTo>
                    <a:pt x="213" y="44"/>
                    <a:pt x="204" y="35"/>
                    <a:pt x="203" y="34"/>
                  </a:cubicBezTo>
                  <a:cubicBezTo>
                    <a:pt x="201" y="32"/>
                    <a:pt x="191" y="27"/>
                    <a:pt x="187" y="22"/>
                  </a:cubicBezTo>
                  <a:cubicBezTo>
                    <a:pt x="182" y="17"/>
                    <a:pt x="182" y="16"/>
                    <a:pt x="179" y="12"/>
                  </a:cubicBezTo>
                  <a:cubicBezTo>
                    <a:pt x="177" y="9"/>
                    <a:pt x="177" y="7"/>
                    <a:pt x="173" y="6"/>
                  </a:cubicBezTo>
                  <a:cubicBezTo>
                    <a:pt x="170" y="5"/>
                    <a:pt x="170" y="6"/>
                    <a:pt x="168" y="3"/>
                  </a:cubicBezTo>
                  <a:cubicBezTo>
                    <a:pt x="166" y="1"/>
                    <a:pt x="165" y="0"/>
                    <a:pt x="160" y="2"/>
                  </a:cubicBezTo>
                  <a:cubicBezTo>
                    <a:pt x="156" y="4"/>
                    <a:pt x="156" y="2"/>
                    <a:pt x="153" y="4"/>
                  </a:cubicBezTo>
                  <a:cubicBezTo>
                    <a:pt x="149" y="6"/>
                    <a:pt x="147" y="7"/>
                    <a:pt x="143" y="6"/>
                  </a:cubicBezTo>
                  <a:cubicBezTo>
                    <a:pt x="139" y="6"/>
                    <a:pt x="131" y="13"/>
                    <a:pt x="119" y="14"/>
                  </a:cubicBezTo>
                  <a:cubicBezTo>
                    <a:pt x="107" y="14"/>
                    <a:pt x="101" y="19"/>
                    <a:pt x="92" y="23"/>
                  </a:cubicBezTo>
                  <a:cubicBezTo>
                    <a:pt x="84" y="28"/>
                    <a:pt x="81" y="27"/>
                    <a:pt x="73" y="33"/>
                  </a:cubicBezTo>
                  <a:cubicBezTo>
                    <a:pt x="65" y="39"/>
                    <a:pt x="55" y="45"/>
                    <a:pt x="52" y="51"/>
                  </a:cubicBezTo>
                  <a:cubicBezTo>
                    <a:pt x="49" y="57"/>
                    <a:pt x="41" y="58"/>
                    <a:pt x="41" y="66"/>
                  </a:cubicBezTo>
                  <a:cubicBezTo>
                    <a:pt x="41" y="75"/>
                    <a:pt x="38" y="95"/>
                    <a:pt x="37" y="99"/>
                  </a:cubicBezTo>
                  <a:cubicBezTo>
                    <a:pt x="35" y="103"/>
                    <a:pt x="30" y="110"/>
                    <a:pt x="24" y="112"/>
                  </a:cubicBezTo>
                  <a:cubicBezTo>
                    <a:pt x="19" y="114"/>
                    <a:pt x="12" y="116"/>
                    <a:pt x="12" y="118"/>
                  </a:cubicBezTo>
                  <a:cubicBezTo>
                    <a:pt x="12" y="120"/>
                    <a:pt x="15" y="118"/>
                    <a:pt x="16" y="119"/>
                  </a:cubicBezTo>
                  <a:cubicBezTo>
                    <a:pt x="16" y="120"/>
                    <a:pt x="13" y="122"/>
                    <a:pt x="14" y="122"/>
                  </a:cubicBezTo>
                  <a:cubicBezTo>
                    <a:pt x="16" y="122"/>
                    <a:pt x="17" y="121"/>
                    <a:pt x="22" y="120"/>
                  </a:cubicBezTo>
                  <a:cubicBezTo>
                    <a:pt x="26" y="118"/>
                    <a:pt x="31" y="115"/>
                    <a:pt x="36" y="113"/>
                  </a:cubicBezTo>
                  <a:cubicBezTo>
                    <a:pt x="41" y="110"/>
                    <a:pt x="39" y="104"/>
                    <a:pt x="41" y="102"/>
                  </a:cubicBezTo>
                  <a:cubicBezTo>
                    <a:pt x="43" y="99"/>
                    <a:pt x="46" y="92"/>
                    <a:pt x="46" y="92"/>
                  </a:cubicBezTo>
                  <a:cubicBezTo>
                    <a:pt x="46" y="92"/>
                    <a:pt x="48" y="107"/>
                    <a:pt x="44" y="114"/>
                  </a:cubicBezTo>
                  <a:cubicBezTo>
                    <a:pt x="39" y="121"/>
                    <a:pt x="26" y="135"/>
                    <a:pt x="22" y="139"/>
                  </a:cubicBezTo>
                  <a:cubicBezTo>
                    <a:pt x="18" y="143"/>
                    <a:pt x="15" y="144"/>
                    <a:pt x="14" y="146"/>
                  </a:cubicBezTo>
                  <a:cubicBezTo>
                    <a:pt x="14" y="149"/>
                    <a:pt x="13" y="184"/>
                    <a:pt x="10" y="192"/>
                  </a:cubicBezTo>
                  <a:cubicBezTo>
                    <a:pt x="7" y="201"/>
                    <a:pt x="5" y="207"/>
                    <a:pt x="3" y="208"/>
                  </a:cubicBezTo>
                  <a:cubicBezTo>
                    <a:pt x="1" y="210"/>
                    <a:pt x="0" y="212"/>
                    <a:pt x="0" y="213"/>
                  </a:cubicBezTo>
                  <a:cubicBezTo>
                    <a:pt x="1" y="214"/>
                    <a:pt x="3" y="215"/>
                    <a:pt x="3" y="215"/>
                  </a:cubicBezTo>
                  <a:cubicBezTo>
                    <a:pt x="12" y="216"/>
                    <a:pt x="12" y="216"/>
                    <a:pt x="12" y="216"/>
                  </a:cubicBezTo>
                  <a:cubicBezTo>
                    <a:pt x="12" y="216"/>
                    <a:pt x="18" y="180"/>
                    <a:pt x="21" y="169"/>
                  </a:cubicBezTo>
                  <a:cubicBezTo>
                    <a:pt x="25" y="159"/>
                    <a:pt x="38" y="147"/>
                    <a:pt x="43" y="141"/>
                  </a:cubicBezTo>
                  <a:cubicBezTo>
                    <a:pt x="48" y="136"/>
                    <a:pt x="53" y="132"/>
                    <a:pt x="53" y="132"/>
                  </a:cubicBezTo>
                  <a:cubicBezTo>
                    <a:pt x="53" y="132"/>
                    <a:pt x="53" y="156"/>
                    <a:pt x="53" y="158"/>
                  </a:cubicBezTo>
                  <a:cubicBezTo>
                    <a:pt x="53" y="160"/>
                    <a:pt x="50" y="162"/>
                    <a:pt x="51" y="164"/>
                  </a:cubicBezTo>
                  <a:cubicBezTo>
                    <a:pt x="51" y="166"/>
                    <a:pt x="62" y="185"/>
                    <a:pt x="67" y="198"/>
                  </a:cubicBezTo>
                  <a:cubicBezTo>
                    <a:pt x="73" y="212"/>
                    <a:pt x="73" y="216"/>
                    <a:pt x="73" y="216"/>
                  </a:cubicBezTo>
                  <a:cubicBezTo>
                    <a:pt x="74" y="217"/>
                    <a:pt x="93" y="218"/>
                    <a:pt x="93" y="217"/>
                  </a:cubicBezTo>
                  <a:cubicBezTo>
                    <a:pt x="92" y="217"/>
                    <a:pt x="83" y="211"/>
                    <a:pt x="79" y="206"/>
                  </a:cubicBezTo>
                  <a:cubicBezTo>
                    <a:pt x="76" y="201"/>
                    <a:pt x="68" y="180"/>
                    <a:pt x="68" y="171"/>
                  </a:cubicBezTo>
                  <a:cubicBezTo>
                    <a:pt x="67" y="162"/>
                    <a:pt x="69" y="138"/>
                    <a:pt x="70" y="131"/>
                  </a:cubicBezTo>
                  <a:cubicBezTo>
                    <a:pt x="71" y="124"/>
                    <a:pt x="74" y="116"/>
                    <a:pt x="75" y="112"/>
                  </a:cubicBezTo>
                  <a:cubicBezTo>
                    <a:pt x="77" y="107"/>
                    <a:pt x="76" y="102"/>
                    <a:pt x="80" y="103"/>
                  </a:cubicBezTo>
                  <a:cubicBezTo>
                    <a:pt x="84" y="105"/>
                    <a:pt x="84" y="110"/>
                    <a:pt x="88" y="109"/>
                  </a:cubicBezTo>
                  <a:cubicBezTo>
                    <a:pt x="92" y="108"/>
                    <a:pt x="85" y="107"/>
                    <a:pt x="94" y="105"/>
                  </a:cubicBezTo>
                  <a:cubicBezTo>
                    <a:pt x="104" y="104"/>
                    <a:pt x="107" y="112"/>
                    <a:pt x="125" y="117"/>
                  </a:cubicBezTo>
                  <a:cubicBezTo>
                    <a:pt x="143" y="121"/>
                    <a:pt x="172" y="116"/>
                    <a:pt x="172" y="119"/>
                  </a:cubicBezTo>
                  <a:cubicBezTo>
                    <a:pt x="172" y="122"/>
                    <a:pt x="157" y="157"/>
                    <a:pt x="156" y="163"/>
                  </a:cubicBezTo>
                  <a:cubicBezTo>
                    <a:pt x="156" y="169"/>
                    <a:pt x="153" y="186"/>
                    <a:pt x="152" y="195"/>
                  </a:cubicBezTo>
                  <a:cubicBezTo>
                    <a:pt x="150" y="205"/>
                    <a:pt x="149" y="216"/>
                    <a:pt x="151" y="218"/>
                  </a:cubicBezTo>
                  <a:cubicBezTo>
                    <a:pt x="152" y="221"/>
                    <a:pt x="167" y="223"/>
                    <a:pt x="166" y="222"/>
                  </a:cubicBezTo>
                  <a:cubicBezTo>
                    <a:pt x="164" y="220"/>
                    <a:pt x="159" y="215"/>
                    <a:pt x="158" y="209"/>
                  </a:cubicBezTo>
                  <a:cubicBezTo>
                    <a:pt x="158" y="202"/>
                    <a:pt x="162" y="188"/>
                    <a:pt x="164" y="181"/>
                  </a:cubicBezTo>
                  <a:cubicBezTo>
                    <a:pt x="167" y="174"/>
                    <a:pt x="171" y="170"/>
                    <a:pt x="173" y="162"/>
                  </a:cubicBezTo>
                  <a:cubicBezTo>
                    <a:pt x="174" y="154"/>
                    <a:pt x="182" y="139"/>
                    <a:pt x="184" y="135"/>
                  </a:cubicBezTo>
                  <a:cubicBezTo>
                    <a:pt x="185" y="132"/>
                    <a:pt x="189" y="125"/>
                    <a:pt x="189" y="125"/>
                  </a:cubicBezTo>
                  <a:cubicBezTo>
                    <a:pt x="189" y="125"/>
                    <a:pt x="205" y="153"/>
                    <a:pt x="208" y="163"/>
                  </a:cubicBezTo>
                  <a:cubicBezTo>
                    <a:pt x="211" y="172"/>
                    <a:pt x="212" y="173"/>
                    <a:pt x="214" y="176"/>
                  </a:cubicBezTo>
                  <a:cubicBezTo>
                    <a:pt x="217" y="179"/>
                    <a:pt x="232" y="205"/>
                    <a:pt x="233" y="210"/>
                  </a:cubicBezTo>
                  <a:cubicBezTo>
                    <a:pt x="234" y="216"/>
                    <a:pt x="237" y="219"/>
                    <a:pt x="237" y="219"/>
                  </a:cubicBezTo>
                  <a:cubicBezTo>
                    <a:pt x="238" y="220"/>
                    <a:pt x="241" y="221"/>
                    <a:pt x="241" y="221"/>
                  </a:cubicBezTo>
                  <a:cubicBezTo>
                    <a:pt x="242" y="222"/>
                    <a:pt x="261" y="222"/>
                    <a:pt x="261" y="220"/>
                  </a:cubicBezTo>
                  <a:cubicBezTo>
                    <a:pt x="262" y="219"/>
                    <a:pt x="258" y="220"/>
                    <a:pt x="253" y="218"/>
                  </a:cubicBezTo>
                  <a:cubicBezTo>
                    <a:pt x="249" y="217"/>
                    <a:pt x="251" y="222"/>
                    <a:pt x="248" y="214"/>
                  </a:cubicBezTo>
                  <a:cubicBezTo>
                    <a:pt x="245" y="207"/>
                    <a:pt x="232" y="195"/>
                    <a:pt x="230" y="185"/>
                  </a:cubicBezTo>
                  <a:cubicBezTo>
                    <a:pt x="228" y="175"/>
                    <a:pt x="229" y="172"/>
                    <a:pt x="228" y="170"/>
                  </a:cubicBezTo>
                  <a:cubicBezTo>
                    <a:pt x="226" y="167"/>
                    <a:pt x="214" y="147"/>
                    <a:pt x="211" y="135"/>
                  </a:cubicBezTo>
                  <a:cubicBezTo>
                    <a:pt x="208" y="123"/>
                    <a:pt x="205" y="117"/>
                    <a:pt x="206" y="112"/>
                  </a:cubicBezTo>
                  <a:cubicBezTo>
                    <a:pt x="208" y="106"/>
                    <a:pt x="216" y="97"/>
                    <a:pt x="217" y="98"/>
                  </a:cubicBezTo>
                  <a:cubicBezTo>
                    <a:pt x="219" y="99"/>
                    <a:pt x="238" y="102"/>
                    <a:pt x="244" y="100"/>
                  </a:cubicBezTo>
                  <a:cubicBezTo>
                    <a:pt x="250" y="98"/>
                    <a:pt x="272" y="86"/>
                    <a:pt x="275" y="84"/>
                  </a:cubicBezTo>
                  <a:cubicBezTo>
                    <a:pt x="277" y="82"/>
                    <a:pt x="281" y="80"/>
                    <a:pt x="283" y="80"/>
                  </a:cubicBezTo>
                  <a:cubicBezTo>
                    <a:pt x="285" y="80"/>
                    <a:pt x="298" y="74"/>
                    <a:pt x="299" y="71"/>
                  </a:cubicBezTo>
                  <a:cubicBezTo>
                    <a:pt x="300" y="67"/>
                    <a:pt x="303" y="53"/>
                    <a:pt x="306" y="52"/>
                  </a:cubicBezTo>
                  <a:cubicBezTo>
                    <a:pt x="309" y="51"/>
                    <a:pt x="308" y="55"/>
                    <a:pt x="311" y="48"/>
                  </a:cubicBezTo>
                  <a:cubicBezTo>
                    <a:pt x="313" y="42"/>
                    <a:pt x="312" y="39"/>
                    <a:pt x="315" y="38"/>
                  </a:cubicBezTo>
                  <a:cubicBezTo>
                    <a:pt x="319" y="37"/>
                    <a:pt x="325" y="34"/>
                    <a:pt x="325" y="3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A09DB35A-470B-464B-BD10-A62739262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" y="2514"/>
              <a:ext cx="40" cy="66"/>
            </a:xfrm>
            <a:custGeom>
              <a:avLst/>
              <a:gdLst>
                <a:gd name="T0" fmla="*/ 70 w 70"/>
                <a:gd name="T1" fmla="*/ 90 h 115"/>
                <a:gd name="T2" fmla="*/ 62 w 70"/>
                <a:gd name="T3" fmla="*/ 72 h 115"/>
                <a:gd name="T4" fmla="*/ 56 w 70"/>
                <a:gd name="T5" fmla="*/ 63 h 115"/>
                <a:gd name="T6" fmla="*/ 52 w 70"/>
                <a:gd name="T7" fmla="*/ 54 h 115"/>
                <a:gd name="T8" fmla="*/ 50 w 70"/>
                <a:gd name="T9" fmla="*/ 37 h 115"/>
                <a:gd name="T10" fmla="*/ 46 w 70"/>
                <a:gd name="T11" fmla="*/ 33 h 115"/>
                <a:gd name="T12" fmla="*/ 48 w 70"/>
                <a:gd name="T13" fmla="*/ 30 h 115"/>
                <a:gd name="T14" fmla="*/ 57 w 70"/>
                <a:gd name="T15" fmla="*/ 27 h 115"/>
                <a:gd name="T16" fmla="*/ 58 w 70"/>
                <a:gd name="T17" fmla="*/ 21 h 115"/>
                <a:gd name="T18" fmla="*/ 56 w 70"/>
                <a:gd name="T19" fmla="*/ 17 h 115"/>
                <a:gd name="T20" fmla="*/ 56 w 70"/>
                <a:gd name="T21" fmla="*/ 7 h 115"/>
                <a:gd name="T22" fmla="*/ 40 w 70"/>
                <a:gd name="T23" fmla="*/ 3 h 115"/>
                <a:gd name="T24" fmla="*/ 34 w 70"/>
                <a:gd name="T25" fmla="*/ 19 h 115"/>
                <a:gd name="T26" fmla="*/ 32 w 70"/>
                <a:gd name="T27" fmla="*/ 22 h 115"/>
                <a:gd name="T28" fmla="*/ 28 w 70"/>
                <a:gd name="T29" fmla="*/ 25 h 115"/>
                <a:gd name="T30" fmla="*/ 26 w 70"/>
                <a:gd name="T31" fmla="*/ 29 h 115"/>
                <a:gd name="T32" fmla="*/ 21 w 70"/>
                <a:gd name="T33" fmla="*/ 34 h 115"/>
                <a:gd name="T34" fmla="*/ 9 w 70"/>
                <a:gd name="T35" fmla="*/ 37 h 115"/>
                <a:gd name="T36" fmla="*/ 2 w 70"/>
                <a:gd name="T37" fmla="*/ 51 h 115"/>
                <a:gd name="T38" fmla="*/ 3 w 70"/>
                <a:gd name="T39" fmla="*/ 56 h 115"/>
                <a:gd name="T40" fmla="*/ 1 w 70"/>
                <a:gd name="T41" fmla="*/ 62 h 115"/>
                <a:gd name="T42" fmla="*/ 5 w 70"/>
                <a:gd name="T43" fmla="*/ 82 h 115"/>
                <a:gd name="T44" fmla="*/ 17 w 70"/>
                <a:gd name="T45" fmla="*/ 83 h 115"/>
                <a:gd name="T46" fmla="*/ 16 w 70"/>
                <a:gd name="T47" fmla="*/ 88 h 115"/>
                <a:gd name="T48" fmla="*/ 11 w 70"/>
                <a:gd name="T49" fmla="*/ 100 h 115"/>
                <a:gd name="T50" fmla="*/ 12 w 70"/>
                <a:gd name="T51" fmla="*/ 113 h 115"/>
                <a:gd name="T52" fmla="*/ 56 w 70"/>
                <a:gd name="T53" fmla="*/ 102 h 115"/>
                <a:gd name="T54" fmla="*/ 70 w 70"/>
                <a:gd name="T55" fmla="*/ 9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0" h="115">
                  <a:moveTo>
                    <a:pt x="70" y="90"/>
                  </a:moveTo>
                  <a:cubicBezTo>
                    <a:pt x="70" y="90"/>
                    <a:pt x="66" y="77"/>
                    <a:pt x="62" y="72"/>
                  </a:cubicBezTo>
                  <a:cubicBezTo>
                    <a:pt x="59" y="66"/>
                    <a:pt x="58" y="66"/>
                    <a:pt x="56" y="63"/>
                  </a:cubicBezTo>
                  <a:cubicBezTo>
                    <a:pt x="54" y="60"/>
                    <a:pt x="51" y="57"/>
                    <a:pt x="52" y="54"/>
                  </a:cubicBezTo>
                  <a:cubicBezTo>
                    <a:pt x="52" y="52"/>
                    <a:pt x="53" y="39"/>
                    <a:pt x="50" y="37"/>
                  </a:cubicBezTo>
                  <a:cubicBezTo>
                    <a:pt x="47" y="34"/>
                    <a:pt x="46" y="34"/>
                    <a:pt x="46" y="33"/>
                  </a:cubicBezTo>
                  <a:cubicBezTo>
                    <a:pt x="46" y="31"/>
                    <a:pt x="44" y="30"/>
                    <a:pt x="48" y="30"/>
                  </a:cubicBezTo>
                  <a:cubicBezTo>
                    <a:pt x="52" y="30"/>
                    <a:pt x="58" y="30"/>
                    <a:pt x="57" y="27"/>
                  </a:cubicBezTo>
                  <a:cubicBezTo>
                    <a:pt x="56" y="23"/>
                    <a:pt x="59" y="23"/>
                    <a:pt x="58" y="21"/>
                  </a:cubicBezTo>
                  <a:cubicBezTo>
                    <a:pt x="57" y="18"/>
                    <a:pt x="56" y="19"/>
                    <a:pt x="56" y="17"/>
                  </a:cubicBezTo>
                  <a:cubicBezTo>
                    <a:pt x="55" y="15"/>
                    <a:pt x="60" y="9"/>
                    <a:pt x="56" y="7"/>
                  </a:cubicBezTo>
                  <a:cubicBezTo>
                    <a:pt x="51" y="5"/>
                    <a:pt x="48" y="0"/>
                    <a:pt x="40" y="3"/>
                  </a:cubicBezTo>
                  <a:cubicBezTo>
                    <a:pt x="32" y="7"/>
                    <a:pt x="35" y="16"/>
                    <a:pt x="34" y="19"/>
                  </a:cubicBezTo>
                  <a:cubicBezTo>
                    <a:pt x="33" y="21"/>
                    <a:pt x="36" y="21"/>
                    <a:pt x="32" y="22"/>
                  </a:cubicBezTo>
                  <a:cubicBezTo>
                    <a:pt x="29" y="23"/>
                    <a:pt x="29" y="22"/>
                    <a:pt x="28" y="25"/>
                  </a:cubicBezTo>
                  <a:cubicBezTo>
                    <a:pt x="27" y="28"/>
                    <a:pt x="29" y="28"/>
                    <a:pt x="26" y="29"/>
                  </a:cubicBezTo>
                  <a:cubicBezTo>
                    <a:pt x="23" y="29"/>
                    <a:pt x="22" y="33"/>
                    <a:pt x="21" y="34"/>
                  </a:cubicBezTo>
                  <a:cubicBezTo>
                    <a:pt x="20" y="35"/>
                    <a:pt x="15" y="32"/>
                    <a:pt x="9" y="37"/>
                  </a:cubicBezTo>
                  <a:cubicBezTo>
                    <a:pt x="4" y="42"/>
                    <a:pt x="1" y="48"/>
                    <a:pt x="2" y="51"/>
                  </a:cubicBezTo>
                  <a:cubicBezTo>
                    <a:pt x="3" y="53"/>
                    <a:pt x="5" y="51"/>
                    <a:pt x="3" y="56"/>
                  </a:cubicBezTo>
                  <a:cubicBezTo>
                    <a:pt x="1" y="60"/>
                    <a:pt x="0" y="56"/>
                    <a:pt x="1" y="62"/>
                  </a:cubicBezTo>
                  <a:cubicBezTo>
                    <a:pt x="2" y="67"/>
                    <a:pt x="1" y="80"/>
                    <a:pt x="5" y="82"/>
                  </a:cubicBezTo>
                  <a:cubicBezTo>
                    <a:pt x="9" y="85"/>
                    <a:pt x="16" y="81"/>
                    <a:pt x="17" y="83"/>
                  </a:cubicBezTo>
                  <a:cubicBezTo>
                    <a:pt x="18" y="84"/>
                    <a:pt x="19" y="85"/>
                    <a:pt x="16" y="88"/>
                  </a:cubicBezTo>
                  <a:cubicBezTo>
                    <a:pt x="13" y="91"/>
                    <a:pt x="12" y="97"/>
                    <a:pt x="11" y="100"/>
                  </a:cubicBezTo>
                  <a:cubicBezTo>
                    <a:pt x="11" y="103"/>
                    <a:pt x="12" y="112"/>
                    <a:pt x="12" y="113"/>
                  </a:cubicBezTo>
                  <a:cubicBezTo>
                    <a:pt x="13" y="115"/>
                    <a:pt x="53" y="105"/>
                    <a:pt x="56" y="102"/>
                  </a:cubicBezTo>
                  <a:cubicBezTo>
                    <a:pt x="59" y="100"/>
                    <a:pt x="70" y="90"/>
                    <a:pt x="70" y="9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C7B89229-17B7-49F4-977C-E95F49F41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4" y="2556"/>
              <a:ext cx="98" cy="46"/>
            </a:xfrm>
            <a:custGeom>
              <a:avLst/>
              <a:gdLst>
                <a:gd name="T0" fmla="*/ 75 w 172"/>
                <a:gd name="T1" fmla="*/ 51 h 81"/>
                <a:gd name="T2" fmla="*/ 172 w 172"/>
                <a:gd name="T3" fmla="*/ 22 h 81"/>
                <a:gd name="T4" fmla="*/ 171 w 172"/>
                <a:gd name="T5" fmla="*/ 21 h 81"/>
                <a:gd name="T6" fmla="*/ 75 w 172"/>
                <a:gd name="T7" fmla="*/ 49 h 81"/>
                <a:gd name="T8" fmla="*/ 5 w 172"/>
                <a:gd name="T9" fmla="*/ 0 h 81"/>
                <a:gd name="T10" fmla="*/ 3 w 172"/>
                <a:gd name="T11" fmla="*/ 0 h 81"/>
                <a:gd name="T12" fmla="*/ 75 w 172"/>
                <a:gd name="T13" fmla="*/ 5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2" h="81">
                  <a:moveTo>
                    <a:pt x="75" y="51"/>
                  </a:moveTo>
                  <a:cubicBezTo>
                    <a:pt x="138" y="51"/>
                    <a:pt x="172" y="23"/>
                    <a:pt x="172" y="22"/>
                  </a:cubicBezTo>
                  <a:cubicBezTo>
                    <a:pt x="171" y="21"/>
                    <a:pt x="171" y="21"/>
                    <a:pt x="171" y="21"/>
                  </a:cubicBezTo>
                  <a:cubicBezTo>
                    <a:pt x="171" y="21"/>
                    <a:pt x="137" y="49"/>
                    <a:pt x="75" y="49"/>
                  </a:cubicBezTo>
                  <a:cubicBezTo>
                    <a:pt x="13" y="49"/>
                    <a:pt x="5" y="0"/>
                    <a:pt x="5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5" y="81"/>
                    <a:pt x="0" y="51"/>
                    <a:pt x="75" y="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566AE9E4-8AB3-413F-975E-57FFF80928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0" y="2558"/>
              <a:ext cx="196" cy="127"/>
            </a:xfrm>
            <a:custGeom>
              <a:avLst/>
              <a:gdLst>
                <a:gd name="T0" fmla="*/ 342 w 344"/>
                <a:gd name="T1" fmla="*/ 31 h 223"/>
                <a:gd name="T2" fmla="*/ 336 w 344"/>
                <a:gd name="T3" fmla="*/ 14 h 223"/>
                <a:gd name="T4" fmla="*/ 306 w 344"/>
                <a:gd name="T5" fmla="*/ 12 h 223"/>
                <a:gd name="T6" fmla="*/ 281 w 344"/>
                <a:gd name="T7" fmla="*/ 9 h 223"/>
                <a:gd name="T8" fmla="*/ 270 w 344"/>
                <a:gd name="T9" fmla="*/ 29 h 223"/>
                <a:gd name="T10" fmla="*/ 241 w 344"/>
                <a:gd name="T11" fmla="*/ 57 h 223"/>
                <a:gd name="T12" fmla="*/ 203 w 344"/>
                <a:gd name="T13" fmla="*/ 34 h 223"/>
                <a:gd name="T14" fmla="*/ 180 w 344"/>
                <a:gd name="T15" fmla="*/ 12 h 223"/>
                <a:gd name="T16" fmla="*/ 168 w 344"/>
                <a:gd name="T17" fmla="*/ 3 h 223"/>
                <a:gd name="T18" fmla="*/ 153 w 344"/>
                <a:gd name="T19" fmla="*/ 4 h 223"/>
                <a:gd name="T20" fmla="*/ 119 w 344"/>
                <a:gd name="T21" fmla="*/ 14 h 223"/>
                <a:gd name="T22" fmla="*/ 73 w 344"/>
                <a:gd name="T23" fmla="*/ 33 h 223"/>
                <a:gd name="T24" fmla="*/ 42 w 344"/>
                <a:gd name="T25" fmla="*/ 66 h 223"/>
                <a:gd name="T26" fmla="*/ 25 w 344"/>
                <a:gd name="T27" fmla="*/ 112 h 223"/>
                <a:gd name="T28" fmla="*/ 16 w 344"/>
                <a:gd name="T29" fmla="*/ 119 h 223"/>
                <a:gd name="T30" fmla="*/ 22 w 344"/>
                <a:gd name="T31" fmla="*/ 120 h 223"/>
                <a:gd name="T32" fmla="*/ 42 w 344"/>
                <a:gd name="T33" fmla="*/ 102 h 223"/>
                <a:gd name="T34" fmla="*/ 44 w 344"/>
                <a:gd name="T35" fmla="*/ 114 h 223"/>
                <a:gd name="T36" fmla="*/ 15 w 344"/>
                <a:gd name="T37" fmla="*/ 146 h 223"/>
                <a:gd name="T38" fmla="*/ 3 w 344"/>
                <a:gd name="T39" fmla="*/ 208 h 223"/>
                <a:gd name="T40" fmla="*/ 3 w 344"/>
                <a:gd name="T41" fmla="*/ 215 h 223"/>
                <a:gd name="T42" fmla="*/ 22 w 344"/>
                <a:gd name="T43" fmla="*/ 169 h 223"/>
                <a:gd name="T44" fmla="*/ 53 w 344"/>
                <a:gd name="T45" fmla="*/ 132 h 223"/>
                <a:gd name="T46" fmla="*/ 51 w 344"/>
                <a:gd name="T47" fmla="*/ 164 h 223"/>
                <a:gd name="T48" fmla="*/ 74 w 344"/>
                <a:gd name="T49" fmla="*/ 216 h 223"/>
                <a:gd name="T50" fmla="*/ 80 w 344"/>
                <a:gd name="T51" fmla="*/ 206 h 223"/>
                <a:gd name="T52" fmla="*/ 70 w 344"/>
                <a:gd name="T53" fmla="*/ 131 h 223"/>
                <a:gd name="T54" fmla="*/ 81 w 344"/>
                <a:gd name="T55" fmla="*/ 103 h 223"/>
                <a:gd name="T56" fmla="*/ 95 w 344"/>
                <a:gd name="T57" fmla="*/ 105 h 223"/>
                <a:gd name="T58" fmla="*/ 173 w 344"/>
                <a:gd name="T59" fmla="*/ 119 h 223"/>
                <a:gd name="T60" fmla="*/ 152 w 344"/>
                <a:gd name="T61" fmla="*/ 195 h 223"/>
                <a:gd name="T62" fmla="*/ 166 w 344"/>
                <a:gd name="T63" fmla="*/ 222 h 223"/>
                <a:gd name="T64" fmla="*/ 165 w 344"/>
                <a:gd name="T65" fmla="*/ 181 h 223"/>
                <a:gd name="T66" fmla="*/ 184 w 344"/>
                <a:gd name="T67" fmla="*/ 135 h 223"/>
                <a:gd name="T68" fmla="*/ 208 w 344"/>
                <a:gd name="T69" fmla="*/ 163 h 223"/>
                <a:gd name="T70" fmla="*/ 233 w 344"/>
                <a:gd name="T71" fmla="*/ 210 h 223"/>
                <a:gd name="T72" fmla="*/ 242 w 344"/>
                <a:gd name="T73" fmla="*/ 221 h 223"/>
                <a:gd name="T74" fmla="*/ 254 w 344"/>
                <a:gd name="T75" fmla="*/ 218 h 223"/>
                <a:gd name="T76" fmla="*/ 230 w 344"/>
                <a:gd name="T77" fmla="*/ 185 h 223"/>
                <a:gd name="T78" fmla="*/ 212 w 344"/>
                <a:gd name="T79" fmla="*/ 135 h 223"/>
                <a:gd name="T80" fmla="*/ 218 w 344"/>
                <a:gd name="T81" fmla="*/ 98 h 223"/>
                <a:gd name="T82" fmla="*/ 275 w 344"/>
                <a:gd name="T83" fmla="*/ 84 h 223"/>
                <a:gd name="T84" fmla="*/ 299 w 344"/>
                <a:gd name="T85" fmla="*/ 71 h 223"/>
                <a:gd name="T86" fmla="*/ 311 w 344"/>
                <a:gd name="T87" fmla="*/ 48 h 223"/>
                <a:gd name="T88" fmla="*/ 326 w 344"/>
                <a:gd name="T89" fmla="*/ 34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44" h="223">
                  <a:moveTo>
                    <a:pt x="326" y="34"/>
                  </a:moveTo>
                  <a:cubicBezTo>
                    <a:pt x="326" y="34"/>
                    <a:pt x="340" y="34"/>
                    <a:pt x="342" y="31"/>
                  </a:cubicBezTo>
                  <a:cubicBezTo>
                    <a:pt x="344" y="29"/>
                    <a:pt x="341" y="27"/>
                    <a:pt x="339" y="22"/>
                  </a:cubicBezTo>
                  <a:cubicBezTo>
                    <a:pt x="337" y="17"/>
                    <a:pt x="341" y="15"/>
                    <a:pt x="336" y="14"/>
                  </a:cubicBezTo>
                  <a:cubicBezTo>
                    <a:pt x="330" y="12"/>
                    <a:pt x="328" y="12"/>
                    <a:pt x="321" y="12"/>
                  </a:cubicBezTo>
                  <a:cubicBezTo>
                    <a:pt x="314" y="12"/>
                    <a:pt x="310" y="14"/>
                    <a:pt x="306" y="12"/>
                  </a:cubicBezTo>
                  <a:cubicBezTo>
                    <a:pt x="302" y="10"/>
                    <a:pt x="300" y="7"/>
                    <a:pt x="295" y="7"/>
                  </a:cubicBezTo>
                  <a:cubicBezTo>
                    <a:pt x="290" y="6"/>
                    <a:pt x="283" y="7"/>
                    <a:pt x="281" y="9"/>
                  </a:cubicBezTo>
                  <a:cubicBezTo>
                    <a:pt x="279" y="11"/>
                    <a:pt x="281" y="6"/>
                    <a:pt x="278" y="13"/>
                  </a:cubicBezTo>
                  <a:cubicBezTo>
                    <a:pt x="275" y="20"/>
                    <a:pt x="273" y="23"/>
                    <a:pt x="270" y="29"/>
                  </a:cubicBezTo>
                  <a:cubicBezTo>
                    <a:pt x="268" y="35"/>
                    <a:pt x="265" y="37"/>
                    <a:pt x="262" y="43"/>
                  </a:cubicBezTo>
                  <a:cubicBezTo>
                    <a:pt x="259" y="49"/>
                    <a:pt x="255" y="55"/>
                    <a:pt x="241" y="57"/>
                  </a:cubicBezTo>
                  <a:cubicBezTo>
                    <a:pt x="228" y="59"/>
                    <a:pt x="225" y="52"/>
                    <a:pt x="219" y="48"/>
                  </a:cubicBezTo>
                  <a:cubicBezTo>
                    <a:pt x="213" y="44"/>
                    <a:pt x="205" y="35"/>
                    <a:pt x="203" y="34"/>
                  </a:cubicBezTo>
                  <a:cubicBezTo>
                    <a:pt x="201" y="32"/>
                    <a:pt x="192" y="27"/>
                    <a:pt x="187" y="22"/>
                  </a:cubicBezTo>
                  <a:cubicBezTo>
                    <a:pt x="183" y="17"/>
                    <a:pt x="182" y="16"/>
                    <a:pt x="180" y="12"/>
                  </a:cubicBezTo>
                  <a:cubicBezTo>
                    <a:pt x="178" y="9"/>
                    <a:pt x="177" y="7"/>
                    <a:pt x="174" y="6"/>
                  </a:cubicBezTo>
                  <a:cubicBezTo>
                    <a:pt x="171" y="5"/>
                    <a:pt x="170" y="6"/>
                    <a:pt x="168" y="3"/>
                  </a:cubicBezTo>
                  <a:cubicBezTo>
                    <a:pt x="166" y="1"/>
                    <a:pt x="165" y="0"/>
                    <a:pt x="161" y="2"/>
                  </a:cubicBezTo>
                  <a:cubicBezTo>
                    <a:pt x="156" y="4"/>
                    <a:pt x="157" y="2"/>
                    <a:pt x="153" y="4"/>
                  </a:cubicBezTo>
                  <a:cubicBezTo>
                    <a:pt x="150" y="6"/>
                    <a:pt x="147" y="7"/>
                    <a:pt x="144" y="6"/>
                  </a:cubicBezTo>
                  <a:cubicBezTo>
                    <a:pt x="140" y="6"/>
                    <a:pt x="132" y="13"/>
                    <a:pt x="119" y="14"/>
                  </a:cubicBezTo>
                  <a:cubicBezTo>
                    <a:pt x="107" y="14"/>
                    <a:pt x="102" y="19"/>
                    <a:pt x="93" y="23"/>
                  </a:cubicBezTo>
                  <a:cubicBezTo>
                    <a:pt x="84" y="28"/>
                    <a:pt x="81" y="27"/>
                    <a:pt x="73" y="33"/>
                  </a:cubicBezTo>
                  <a:cubicBezTo>
                    <a:pt x="66" y="39"/>
                    <a:pt x="55" y="45"/>
                    <a:pt x="52" y="51"/>
                  </a:cubicBezTo>
                  <a:cubicBezTo>
                    <a:pt x="49" y="57"/>
                    <a:pt x="42" y="58"/>
                    <a:pt x="42" y="66"/>
                  </a:cubicBezTo>
                  <a:cubicBezTo>
                    <a:pt x="41" y="75"/>
                    <a:pt x="39" y="95"/>
                    <a:pt x="37" y="99"/>
                  </a:cubicBezTo>
                  <a:cubicBezTo>
                    <a:pt x="35" y="103"/>
                    <a:pt x="30" y="110"/>
                    <a:pt x="25" y="112"/>
                  </a:cubicBezTo>
                  <a:cubicBezTo>
                    <a:pt x="19" y="114"/>
                    <a:pt x="12" y="116"/>
                    <a:pt x="12" y="118"/>
                  </a:cubicBezTo>
                  <a:cubicBezTo>
                    <a:pt x="12" y="120"/>
                    <a:pt x="16" y="118"/>
                    <a:pt x="16" y="119"/>
                  </a:cubicBezTo>
                  <a:cubicBezTo>
                    <a:pt x="16" y="120"/>
                    <a:pt x="13" y="122"/>
                    <a:pt x="15" y="122"/>
                  </a:cubicBezTo>
                  <a:cubicBezTo>
                    <a:pt x="16" y="122"/>
                    <a:pt x="18" y="121"/>
                    <a:pt x="22" y="120"/>
                  </a:cubicBezTo>
                  <a:cubicBezTo>
                    <a:pt x="26" y="118"/>
                    <a:pt x="31" y="115"/>
                    <a:pt x="36" y="113"/>
                  </a:cubicBezTo>
                  <a:cubicBezTo>
                    <a:pt x="42" y="110"/>
                    <a:pt x="40" y="104"/>
                    <a:pt x="42" y="102"/>
                  </a:cubicBezTo>
                  <a:cubicBezTo>
                    <a:pt x="44" y="99"/>
                    <a:pt x="47" y="92"/>
                    <a:pt x="47" y="92"/>
                  </a:cubicBezTo>
                  <a:cubicBezTo>
                    <a:pt x="47" y="92"/>
                    <a:pt x="48" y="107"/>
                    <a:pt x="44" y="114"/>
                  </a:cubicBezTo>
                  <a:cubicBezTo>
                    <a:pt x="40" y="121"/>
                    <a:pt x="27" y="135"/>
                    <a:pt x="23" y="139"/>
                  </a:cubicBezTo>
                  <a:cubicBezTo>
                    <a:pt x="19" y="143"/>
                    <a:pt x="15" y="144"/>
                    <a:pt x="15" y="146"/>
                  </a:cubicBezTo>
                  <a:cubicBezTo>
                    <a:pt x="15" y="149"/>
                    <a:pt x="13" y="184"/>
                    <a:pt x="10" y="192"/>
                  </a:cubicBezTo>
                  <a:cubicBezTo>
                    <a:pt x="7" y="201"/>
                    <a:pt x="5" y="207"/>
                    <a:pt x="3" y="208"/>
                  </a:cubicBezTo>
                  <a:cubicBezTo>
                    <a:pt x="1" y="210"/>
                    <a:pt x="0" y="212"/>
                    <a:pt x="1" y="213"/>
                  </a:cubicBezTo>
                  <a:cubicBezTo>
                    <a:pt x="1" y="214"/>
                    <a:pt x="3" y="215"/>
                    <a:pt x="3" y="215"/>
                  </a:cubicBezTo>
                  <a:cubicBezTo>
                    <a:pt x="12" y="216"/>
                    <a:pt x="12" y="216"/>
                    <a:pt x="12" y="216"/>
                  </a:cubicBezTo>
                  <a:cubicBezTo>
                    <a:pt x="12" y="216"/>
                    <a:pt x="18" y="180"/>
                    <a:pt x="22" y="169"/>
                  </a:cubicBezTo>
                  <a:cubicBezTo>
                    <a:pt x="25" y="159"/>
                    <a:pt x="39" y="147"/>
                    <a:pt x="44" y="141"/>
                  </a:cubicBezTo>
                  <a:cubicBezTo>
                    <a:pt x="48" y="136"/>
                    <a:pt x="53" y="132"/>
                    <a:pt x="53" y="132"/>
                  </a:cubicBezTo>
                  <a:cubicBezTo>
                    <a:pt x="53" y="132"/>
                    <a:pt x="54" y="156"/>
                    <a:pt x="54" y="158"/>
                  </a:cubicBezTo>
                  <a:cubicBezTo>
                    <a:pt x="53" y="160"/>
                    <a:pt x="50" y="162"/>
                    <a:pt x="51" y="164"/>
                  </a:cubicBezTo>
                  <a:cubicBezTo>
                    <a:pt x="52" y="166"/>
                    <a:pt x="62" y="185"/>
                    <a:pt x="68" y="198"/>
                  </a:cubicBezTo>
                  <a:cubicBezTo>
                    <a:pt x="73" y="212"/>
                    <a:pt x="73" y="216"/>
                    <a:pt x="74" y="216"/>
                  </a:cubicBezTo>
                  <a:cubicBezTo>
                    <a:pt x="75" y="217"/>
                    <a:pt x="94" y="218"/>
                    <a:pt x="93" y="217"/>
                  </a:cubicBezTo>
                  <a:cubicBezTo>
                    <a:pt x="92" y="217"/>
                    <a:pt x="84" y="211"/>
                    <a:pt x="80" y="206"/>
                  </a:cubicBezTo>
                  <a:cubicBezTo>
                    <a:pt x="76" y="201"/>
                    <a:pt x="69" y="180"/>
                    <a:pt x="68" y="171"/>
                  </a:cubicBezTo>
                  <a:cubicBezTo>
                    <a:pt x="68" y="162"/>
                    <a:pt x="69" y="138"/>
                    <a:pt x="70" y="131"/>
                  </a:cubicBezTo>
                  <a:cubicBezTo>
                    <a:pt x="71" y="124"/>
                    <a:pt x="75" y="116"/>
                    <a:pt x="76" y="112"/>
                  </a:cubicBezTo>
                  <a:cubicBezTo>
                    <a:pt x="77" y="107"/>
                    <a:pt x="77" y="102"/>
                    <a:pt x="81" y="103"/>
                  </a:cubicBezTo>
                  <a:cubicBezTo>
                    <a:pt x="84" y="105"/>
                    <a:pt x="84" y="110"/>
                    <a:pt x="88" y="109"/>
                  </a:cubicBezTo>
                  <a:cubicBezTo>
                    <a:pt x="92" y="108"/>
                    <a:pt x="85" y="107"/>
                    <a:pt x="95" y="105"/>
                  </a:cubicBezTo>
                  <a:cubicBezTo>
                    <a:pt x="104" y="104"/>
                    <a:pt x="107" y="112"/>
                    <a:pt x="125" y="117"/>
                  </a:cubicBezTo>
                  <a:cubicBezTo>
                    <a:pt x="143" y="121"/>
                    <a:pt x="173" y="116"/>
                    <a:pt x="173" y="119"/>
                  </a:cubicBezTo>
                  <a:cubicBezTo>
                    <a:pt x="173" y="122"/>
                    <a:pt x="157" y="157"/>
                    <a:pt x="157" y="163"/>
                  </a:cubicBezTo>
                  <a:cubicBezTo>
                    <a:pt x="156" y="169"/>
                    <a:pt x="154" y="186"/>
                    <a:pt x="152" y="195"/>
                  </a:cubicBezTo>
                  <a:cubicBezTo>
                    <a:pt x="151" y="205"/>
                    <a:pt x="150" y="216"/>
                    <a:pt x="151" y="218"/>
                  </a:cubicBezTo>
                  <a:cubicBezTo>
                    <a:pt x="152" y="221"/>
                    <a:pt x="168" y="223"/>
                    <a:pt x="166" y="222"/>
                  </a:cubicBezTo>
                  <a:cubicBezTo>
                    <a:pt x="164" y="220"/>
                    <a:pt x="159" y="215"/>
                    <a:pt x="159" y="209"/>
                  </a:cubicBezTo>
                  <a:cubicBezTo>
                    <a:pt x="159" y="202"/>
                    <a:pt x="162" y="188"/>
                    <a:pt x="165" y="181"/>
                  </a:cubicBezTo>
                  <a:cubicBezTo>
                    <a:pt x="167" y="174"/>
                    <a:pt x="172" y="170"/>
                    <a:pt x="173" y="162"/>
                  </a:cubicBezTo>
                  <a:cubicBezTo>
                    <a:pt x="175" y="154"/>
                    <a:pt x="183" y="139"/>
                    <a:pt x="184" y="135"/>
                  </a:cubicBezTo>
                  <a:cubicBezTo>
                    <a:pt x="186" y="132"/>
                    <a:pt x="190" y="125"/>
                    <a:pt x="190" y="125"/>
                  </a:cubicBezTo>
                  <a:cubicBezTo>
                    <a:pt x="190" y="125"/>
                    <a:pt x="206" y="153"/>
                    <a:pt x="208" y="163"/>
                  </a:cubicBezTo>
                  <a:cubicBezTo>
                    <a:pt x="211" y="172"/>
                    <a:pt x="212" y="173"/>
                    <a:pt x="215" y="176"/>
                  </a:cubicBezTo>
                  <a:cubicBezTo>
                    <a:pt x="217" y="179"/>
                    <a:pt x="232" y="205"/>
                    <a:pt x="233" y="210"/>
                  </a:cubicBezTo>
                  <a:cubicBezTo>
                    <a:pt x="234" y="216"/>
                    <a:pt x="237" y="219"/>
                    <a:pt x="238" y="219"/>
                  </a:cubicBezTo>
                  <a:cubicBezTo>
                    <a:pt x="238" y="220"/>
                    <a:pt x="241" y="221"/>
                    <a:pt x="242" y="221"/>
                  </a:cubicBezTo>
                  <a:cubicBezTo>
                    <a:pt x="242" y="222"/>
                    <a:pt x="261" y="222"/>
                    <a:pt x="262" y="220"/>
                  </a:cubicBezTo>
                  <a:cubicBezTo>
                    <a:pt x="262" y="219"/>
                    <a:pt x="258" y="220"/>
                    <a:pt x="254" y="218"/>
                  </a:cubicBezTo>
                  <a:cubicBezTo>
                    <a:pt x="250" y="217"/>
                    <a:pt x="252" y="222"/>
                    <a:pt x="249" y="214"/>
                  </a:cubicBezTo>
                  <a:cubicBezTo>
                    <a:pt x="245" y="207"/>
                    <a:pt x="232" y="195"/>
                    <a:pt x="230" y="185"/>
                  </a:cubicBezTo>
                  <a:cubicBezTo>
                    <a:pt x="229" y="175"/>
                    <a:pt x="230" y="172"/>
                    <a:pt x="228" y="170"/>
                  </a:cubicBezTo>
                  <a:cubicBezTo>
                    <a:pt x="227" y="167"/>
                    <a:pt x="215" y="147"/>
                    <a:pt x="212" y="135"/>
                  </a:cubicBezTo>
                  <a:cubicBezTo>
                    <a:pt x="209" y="123"/>
                    <a:pt x="206" y="117"/>
                    <a:pt x="207" y="112"/>
                  </a:cubicBezTo>
                  <a:cubicBezTo>
                    <a:pt x="208" y="106"/>
                    <a:pt x="216" y="97"/>
                    <a:pt x="218" y="98"/>
                  </a:cubicBezTo>
                  <a:cubicBezTo>
                    <a:pt x="220" y="99"/>
                    <a:pt x="239" y="102"/>
                    <a:pt x="245" y="100"/>
                  </a:cubicBezTo>
                  <a:cubicBezTo>
                    <a:pt x="250" y="98"/>
                    <a:pt x="272" y="86"/>
                    <a:pt x="275" y="84"/>
                  </a:cubicBezTo>
                  <a:cubicBezTo>
                    <a:pt x="278" y="82"/>
                    <a:pt x="282" y="80"/>
                    <a:pt x="284" y="80"/>
                  </a:cubicBezTo>
                  <a:cubicBezTo>
                    <a:pt x="285" y="80"/>
                    <a:pt x="298" y="74"/>
                    <a:pt x="299" y="71"/>
                  </a:cubicBezTo>
                  <a:cubicBezTo>
                    <a:pt x="301" y="67"/>
                    <a:pt x="304" y="53"/>
                    <a:pt x="306" y="52"/>
                  </a:cubicBezTo>
                  <a:cubicBezTo>
                    <a:pt x="309" y="51"/>
                    <a:pt x="309" y="55"/>
                    <a:pt x="311" y="48"/>
                  </a:cubicBezTo>
                  <a:cubicBezTo>
                    <a:pt x="314" y="42"/>
                    <a:pt x="313" y="39"/>
                    <a:pt x="316" y="38"/>
                  </a:cubicBezTo>
                  <a:cubicBezTo>
                    <a:pt x="319" y="37"/>
                    <a:pt x="326" y="34"/>
                    <a:pt x="326" y="3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6ED58AEA-236A-4829-94E3-36309293F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3" y="2514"/>
              <a:ext cx="41" cy="66"/>
            </a:xfrm>
            <a:custGeom>
              <a:avLst/>
              <a:gdLst>
                <a:gd name="T0" fmla="*/ 71 w 71"/>
                <a:gd name="T1" fmla="*/ 90 h 115"/>
                <a:gd name="T2" fmla="*/ 63 w 71"/>
                <a:gd name="T3" fmla="*/ 72 h 115"/>
                <a:gd name="T4" fmla="*/ 56 w 71"/>
                <a:gd name="T5" fmla="*/ 63 h 115"/>
                <a:gd name="T6" fmla="*/ 52 w 71"/>
                <a:gd name="T7" fmla="*/ 54 h 115"/>
                <a:gd name="T8" fmla="*/ 51 w 71"/>
                <a:gd name="T9" fmla="*/ 37 h 115"/>
                <a:gd name="T10" fmla="*/ 47 w 71"/>
                <a:gd name="T11" fmla="*/ 33 h 115"/>
                <a:gd name="T12" fmla="*/ 48 w 71"/>
                <a:gd name="T13" fmla="*/ 30 h 115"/>
                <a:gd name="T14" fmla="*/ 58 w 71"/>
                <a:gd name="T15" fmla="*/ 27 h 115"/>
                <a:gd name="T16" fmla="*/ 58 w 71"/>
                <a:gd name="T17" fmla="*/ 21 h 115"/>
                <a:gd name="T18" fmla="*/ 56 w 71"/>
                <a:gd name="T19" fmla="*/ 17 h 115"/>
                <a:gd name="T20" fmla="*/ 56 w 71"/>
                <a:gd name="T21" fmla="*/ 7 h 115"/>
                <a:gd name="T22" fmla="*/ 41 w 71"/>
                <a:gd name="T23" fmla="*/ 3 h 115"/>
                <a:gd name="T24" fmla="*/ 35 w 71"/>
                <a:gd name="T25" fmla="*/ 19 h 115"/>
                <a:gd name="T26" fmla="*/ 33 w 71"/>
                <a:gd name="T27" fmla="*/ 22 h 115"/>
                <a:gd name="T28" fmla="*/ 29 w 71"/>
                <a:gd name="T29" fmla="*/ 25 h 115"/>
                <a:gd name="T30" fmla="*/ 26 w 71"/>
                <a:gd name="T31" fmla="*/ 29 h 115"/>
                <a:gd name="T32" fmla="*/ 21 w 71"/>
                <a:gd name="T33" fmla="*/ 34 h 115"/>
                <a:gd name="T34" fmla="*/ 10 w 71"/>
                <a:gd name="T35" fmla="*/ 37 h 115"/>
                <a:gd name="T36" fmla="*/ 2 w 71"/>
                <a:gd name="T37" fmla="*/ 51 h 115"/>
                <a:gd name="T38" fmla="*/ 3 w 71"/>
                <a:gd name="T39" fmla="*/ 56 h 115"/>
                <a:gd name="T40" fmla="*/ 1 w 71"/>
                <a:gd name="T41" fmla="*/ 62 h 115"/>
                <a:gd name="T42" fmla="*/ 5 w 71"/>
                <a:gd name="T43" fmla="*/ 82 h 115"/>
                <a:gd name="T44" fmla="*/ 18 w 71"/>
                <a:gd name="T45" fmla="*/ 83 h 115"/>
                <a:gd name="T46" fmla="*/ 17 w 71"/>
                <a:gd name="T47" fmla="*/ 88 h 115"/>
                <a:gd name="T48" fmla="*/ 12 w 71"/>
                <a:gd name="T49" fmla="*/ 100 h 115"/>
                <a:gd name="T50" fmla="*/ 13 w 71"/>
                <a:gd name="T51" fmla="*/ 113 h 115"/>
                <a:gd name="T52" fmla="*/ 56 w 71"/>
                <a:gd name="T53" fmla="*/ 102 h 115"/>
                <a:gd name="T54" fmla="*/ 71 w 71"/>
                <a:gd name="T55" fmla="*/ 9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1" h="115">
                  <a:moveTo>
                    <a:pt x="71" y="90"/>
                  </a:moveTo>
                  <a:cubicBezTo>
                    <a:pt x="71" y="90"/>
                    <a:pt x="67" y="77"/>
                    <a:pt x="63" y="72"/>
                  </a:cubicBezTo>
                  <a:cubicBezTo>
                    <a:pt x="59" y="66"/>
                    <a:pt x="58" y="66"/>
                    <a:pt x="56" y="63"/>
                  </a:cubicBezTo>
                  <a:cubicBezTo>
                    <a:pt x="54" y="60"/>
                    <a:pt x="52" y="57"/>
                    <a:pt x="52" y="54"/>
                  </a:cubicBezTo>
                  <a:cubicBezTo>
                    <a:pt x="52" y="52"/>
                    <a:pt x="54" y="39"/>
                    <a:pt x="51" y="37"/>
                  </a:cubicBezTo>
                  <a:cubicBezTo>
                    <a:pt x="47" y="34"/>
                    <a:pt x="46" y="34"/>
                    <a:pt x="47" y="33"/>
                  </a:cubicBezTo>
                  <a:cubicBezTo>
                    <a:pt x="47" y="31"/>
                    <a:pt x="44" y="30"/>
                    <a:pt x="48" y="30"/>
                  </a:cubicBezTo>
                  <a:cubicBezTo>
                    <a:pt x="52" y="30"/>
                    <a:pt x="59" y="30"/>
                    <a:pt x="58" y="27"/>
                  </a:cubicBezTo>
                  <a:cubicBezTo>
                    <a:pt x="57" y="23"/>
                    <a:pt x="60" y="23"/>
                    <a:pt x="58" y="21"/>
                  </a:cubicBezTo>
                  <a:cubicBezTo>
                    <a:pt x="57" y="18"/>
                    <a:pt x="56" y="19"/>
                    <a:pt x="56" y="17"/>
                  </a:cubicBezTo>
                  <a:cubicBezTo>
                    <a:pt x="56" y="15"/>
                    <a:pt x="60" y="9"/>
                    <a:pt x="56" y="7"/>
                  </a:cubicBezTo>
                  <a:cubicBezTo>
                    <a:pt x="52" y="5"/>
                    <a:pt x="49" y="0"/>
                    <a:pt x="41" y="3"/>
                  </a:cubicBezTo>
                  <a:cubicBezTo>
                    <a:pt x="33" y="7"/>
                    <a:pt x="36" y="16"/>
                    <a:pt x="35" y="19"/>
                  </a:cubicBezTo>
                  <a:cubicBezTo>
                    <a:pt x="34" y="21"/>
                    <a:pt x="36" y="21"/>
                    <a:pt x="33" y="22"/>
                  </a:cubicBezTo>
                  <a:cubicBezTo>
                    <a:pt x="29" y="23"/>
                    <a:pt x="30" y="22"/>
                    <a:pt x="29" y="25"/>
                  </a:cubicBezTo>
                  <a:cubicBezTo>
                    <a:pt x="28" y="28"/>
                    <a:pt x="29" y="28"/>
                    <a:pt x="26" y="29"/>
                  </a:cubicBezTo>
                  <a:cubicBezTo>
                    <a:pt x="23" y="29"/>
                    <a:pt x="23" y="33"/>
                    <a:pt x="21" y="34"/>
                  </a:cubicBezTo>
                  <a:cubicBezTo>
                    <a:pt x="20" y="35"/>
                    <a:pt x="15" y="32"/>
                    <a:pt x="10" y="37"/>
                  </a:cubicBezTo>
                  <a:cubicBezTo>
                    <a:pt x="5" y="42"/>
                    <a:pt x="1" y="48"/>
                    <a:pt x="2" y="51"/>
                  </a:cubicBezTo>
                  <a:cubicBezTo>
                    <a:pt x="4" y="53"/>
                    <a:pt x="5" y="51"/>
                    <a:pt x="3" y="56"/>
                  </a:cubicBezTo>
                  <a:cubicBezTo>
                    <a:pt x="2" y="60"/>
                    <a:pt x="0" y="56"/>
                    <a:pt x="1" y="62"/>
                  </a:cubicBezTo>
                  <a:cubicBezTo>
                    <a:pt x="2" y="67"/>
                    <a:pt x="2" y="80"/>
                    <a:pt x="5" y="82"/>
                  </a:cubicBezTo>
                  <a:cubicBezTo>
                    <a:pt x="9" y="85"/>
                    <a:pt x="17" y="81"/>
                    <a:pt x="18" y="83"/>
                  </a:cubicBezTo>
                  <a:cubicBezTo>
                    <a:pt x="19" y="84"/>
                    <a:pt x="20" y="85"/>
                    <a:pt x="17" y="88"/>
                  </a:cubicBezTo>
                  <a:cubicBezTo>
                    <a:pt x="14" y="91"/>
                    <a:pt x="12" y="97"/>
                    <a:pt x="12" y="100"/>
                  </a:cubicBezTo>
                  <a:cubicBezTo>
                    <a:pt x="11" y="103"/>
                    <a:pt x="12" y="112"/>
                    <a:pt x="13" y="113"/>
                  </a:cubicBezTo>
                  <a:cubicBezTo>
                    <a:pt x="13" y="115"/>
                    <a:pt x="53" y="105"/>
                    <a:pt x="56" y="102"/>
                  </a:cubicBezTo>
                  <a:cubicBezTo>
                    <a:pt x="59" y="100"/>
                    <a:pt x="71" y="90"/>
                    <a:pt x="71" y="9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D81081B5-0714-4318-AA6F-70A27E7C3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3" y="2578"/>
              <a:ext cx="47" cy="111"/>
            </a:xfrm>
            <a:custGeom>
              <a:avLst/>
              <a:gdLst>
                <a:gd name="T0" fmla="*/ 82 w 83"/>
                <a:gd name="T1" fmla="*/ 189 h 194"/>
                <a:gd name="T2" fmla="*/ 80 w 83"/>
                <a:gd name="T3" fmla="*/ 152 h 194"/>
                <a:gd name="T4" fmla="*/ 79 w 83"/>
                <a:gd name="T5" fmla="*/ 137 h 194"/>
                <a:gd name="T6" fmla="*/ 77 w 83"/>
                <a:gd name="T7" fmla="*/ 124 h 194"/>
                <a:gd name="T8" fmla="*/ 72 w 83"/>
                <a:gd name="T9" fmla="*/ 112 h 194"/>
                <a:gd name="T10" fmla="*/ 76 w 83"/>
                <a:gd name="T11" fmla="*/ 102 h 194"/>
                <a:gd name="T12" fmla="*/ 74 w 83"/>
                <a:gd name="T13" fmla="*/ 93 h 194"/>
                <a:gd name="T14" fmla="*/ 73 w 83"/>
                <a:gd name="T15" fmla="*/ 87 h 194"/>
                <a:gd name="T16" fmla="*/ 76 w 83"/>
                <a:gd name="T17" fmla="*/ 78 h 194"/>
                <a:gd name="T18" fmla="*/ 70 w 83"/>
                <a:gd name="T19" fmla="*/ 67 h 194"/>
                <a:gd name="T20" fmla="*/ 69 w 83"/>
                <a:gd name="T21" fmla="*/ 58 h 194"/>
                <a:gd name="T22" fmla="*/ 67 w 83"/>
                <a:gd name="T23" fmla="*/ 48 h 194"/>
                <a:gd name="T24" fmla="*/ 64 w 83"/>
                <a:gd name="T25" fmla="*/ 41 h 194"/>
                <a:gd name="T26" fmla="*/ 66 w 83"/>
                <a:gd name="T27" fmla="*/ 38 h 194"/>
                <a:gd name="T28" fmla="*/ 71 w 83"/>
                <a:gd name="T29" fmla="*/ 35 h 194"/>
                <a:gd name="T30" fmla="*/ 75 w 83"/>
                <a:gd name="T31" fmla="*/ 30 h 194"/>
                <a:gd name="T32" fmla="*/ 78 w 83"/>
                <a:gd name="T33" fmla="*/ 29 h 194"/>
                <a:gd name="T34" fmla="*/ 77 w 83"/>
                <a:gd name="T35" fmla="*/ 24 h 194"/>
                <a:gd name="T36" fmla="*/ 80 w 83"/>
                <a:gd name="T37" fmla="*/ 19 h 194"/>
                <a:gd name="T38" fmla="*/ 82 w 83"/>
                <a:gd name="T39" fmla="*/ 12 h 194"/>
                <a:gd name="T40" fmla="*/ 74 w 83"/>
                <a:gd name="T41" fmla="*/ 9 h 194"/>
                <a:gd name="T42" fmla="*/ 72 w 83"/>
                <a:gd name="T43" fmla="*/ 2 h 194"/>
                <a:gd name="T44" fmla="*/ 57 w 83"/>
                <a:gd name="T45" fmla="*/ 5 h 194"/>
                <a:gd name="T46" fmla="*/ 55 w 83"/>
                <a:gd name="T47" fmla="*/ 12 h 194"/>
                <a:gd name="T48" fmla="*/ 49 w 83"/>
                <a:gd name="T49" fmla="*/ 18 h 194"/>
                <a:gd name="T50" fmla="*/ 51 w 83"/>
                <a:gd name="T51" fmla="*/ 24 h 194"/>
                <a:gd name="T52" fmla="*/ 53 w 83"/>
                <a:gd name="T53" fmla="*/ 29 h 194"/>
                <a:gd name="T54" fmla="*/ 43 w 83"/>
                <a:gd name="T55" fmla="*/ 35 h 194"/>
                <a:gd name="T56" fmla="*/ 32 w 83"/>
                <a:gd name="T57" fmla="*/ 50 h 194"/>
                <a:gd name="T58" fmla="*/ 31 w 83"/>
                <a:gd name="T59" fmla="*/ 61 h 194"/>
                <a:gd name="T60" fmla="*/ 30 w 83"/>
                <a:gd name="T61" fmla="*/ 78 h 194"/>
                <a:gd name="T62" fmla="*/ 34 w 83"/>
                <a:gd name="T63" fmla="*/ 87 h 194"/>
                <a:gd name="T64" fmla="*/ 30 w 83"/>
                <a:gd name="T65" fmla="*/ 97 h 194"/>
                <a:gd name="T66" fmla="*/ 31 w 83"/>
                <a:gd name="T67" fmla="*/ 105 h 194"/>
                <a:gd name="T68" fmla="*/ 31 w 83"/>
                <a:gd name="T69" fmla="*/ 118 h 194"/>
                <a:gd name="T70" fmla="*/ 33 w 83"/>
                <a:gd name="T71" fmla="*/ 136 h 194"/>
                <a:gd name="T72" fmla="*/ 30 w 83"/>
                <a:gd name="T73" fmla="*/ 144 h 194"/>
                <a:gd name="T74" fmla="*/ 9 w 83"/>
                <a:gd name="T75" fmla="*/ 172 h 194"/>
                <a:gd name="T76" fmla="*/ 1 w 83"/>
                <a:gd name="T77" fmla="*/ 176 h 194"/>
                <a:gd name="T78" fmla="*/ 4 w 83"/>
                <a:gd name="T79" fmla="*/ 186 h 194"/>
                <a:gd name="T80" fmla="*/ 10 w 83"/>
                <a:gd name="T81" fmla="*/ 190 h 194"/>
                <a:gd name="T82" fmla="*/ 22 w 83"/>
                <a:gd name="T83" fmla="*/ 191 h 194"/>
                <a:gd name="T84" fmla="*/ 21 w 83"/>
                <a:gd name="T85" fmla="*/ 183 h 194"/>
                <a:gd name="T86" fmla="*/ 49 w 83"/>
                <a:gd name="T87" fmla="*/ 151 h 194"/>
                <a:gd name="T88" fmla="*/ 56 w 83"/>
                <a:gd name="T89" fmla="*/ 132 h 194"/>
                <a:gd name="T90" fmla="*/ 62 w 83"/>
                <a:gd name="T91" fmla="*/ 142 h 194"/>
                <a:gd name="T92" fmla="*/ 62 w 83"/>
                <a:gd name="T93" fmla="*/ 155 h 194"/>
                <a:gd name="T94" fmla="*/ 62 w 83"/>
                <a:gd name="T95" fmla="*/ 164 h 194"/>
                <a:gd name="T96" fmla="*/ 62 w 83"/>
                <a:gd name="T97" fmla="*/ 172 h 194"/>
                <a:gd name="T98" fmla="*/ 62 w 83"/>
                <a:gd name="T99" fmla="*/ 180 h 194"/>
                <a:gd name="T100" fmla="*/ 64 w 83"/>
                <a:gd name="T101" fmla="*/ 189 h 194"/>
                <a:gd name="T102" fmla="*/ 63 w 83"/>
                <a:gd name="T103" fmla="*/ 191 h 194"/>
                <a:gd name="T104" fmla="*/ 71 w 83"/>
                <a:gd name="T105" fmla="*/ 193 h 194"/>
                <a:gd name="T106" fmla="*/ 82 w 83"/>
                <a:gd name="T107" fmla="*/ 192 h 194"/>
                <a:gd name="T108" fmla="*/ 82 w 83"/>
                <a:gd name="T109" fmla="*/ 189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83" h="194">
                  <a:moveTo>
                    <a:pt x="82" y="189"/>
                  </a:moveTo>
                  <a:cubicBezTo>
                    <a:pt x="82" y="189"/>
                    <a:pt x="79" y="158"/>
                    <a:pt x="80" y="152"/>
                  </a:cubicBezTo>
                  <a:cubicBezTo>
                    <a:pt x="81" y="146"/>
                    <a:pt x="80" y="144"/>
                    <a:pt x="79" y="137"/>
                  </a:cubicBezTo>
                  <a:cubicBezTo>
                    <a:pt x="78" y="131"/>
                    <a:pt x="80" y="130"/>
                    <a:pt x="77" y="124"/>
                  </a:cubicBezTo>
                  <a:cubicBezTo>
                    <a:pt x="75" y="119"/>
                    <a:pt x="70" y="115"/>
                    <a:pt x="72" y="112"/>
                  </a:cubicBezTo>
                  <a:cubicBezTo>
                    <a:pt x="73" y="109"/>
                    <a:pt x="77" y="108"/>
                    <a:pt x="76" y="102"/>
                  </a:cubicBezTo>
                  <a:cubicBezTo>
                    <a:pt x="74" y="95"/>
                    <a:pt x="75" y="97"/>
                    <a:pt x="74" y="93"/>
                  </a:cubicBezTo>
                  <a:cubicBezTo>
                    <a:pt x="73" y="89"/>
                    <a:pt x="72" y="91"/>
                    <a:pt x="73" y="87"/>
                  </a:cubicBezTo>
                  <a:cubicBezTo>
                    <a:pt x="75" y="83"/>
                    <a:pt x="77" y="79"/>
                    <a:pt x="76" y="78"/>
                  </a:cubicBezTo>
                  <a:cubicBezTo>
                    <a:pt x="76" y="77"/>
                    <a:pt x="70" y="71"/>
                    <a:pt x="70" y="67"/>
                  </a:cubicBezTo>
                  <a:cubicBezTo>
                    <a:pt x="70" y="62"/>
                    <a:pt x="70" y="60"/>
                    <a:pt x="69" y="58"/>
                  </a:cubicBezTo>
                  <a:cubicBezTo>
                    <a:pt x="69" y="56"/>
                    <a:pt x="69" y="52"/>
                    <a:pt x="67" y="48"/>
                  </a:cubicBezTo>
                  <a:cubicBezTo>
                    <a:pt x="64" y="45"/>
                    <a:pt x="64" y="44"/>
                    <a:pt x="64" y="41"/>
                  </a:cubicBezTo>
                  <a:cubicBezTo>
                    <a:pt x="64" y="38"/>
                    <a:pt x="63" y="37"/>
                    <a:pt x="66" y="38"/>
                  </a:cubicBezTo>
                  <a:cubicBezTo>
                    <a:pt x="68" y="38"/>
                    <a:pt x="70" y="38"/>
                    <a:pt x="71" y="35"/>
                  </a:cubicBezTo>
                  <a:cubicBezTo>
                    <a:pt x="72" y="33"/>
                    <a:pt x="75" y="31"/>
                    <a:pt x="75" y="30"/>
                  </a:cubicBezTo>
                  <a:cubicBezTo>
                    <a:pt x="75" y="29"/>
                    <a:pt x="78" y="30"/>
                    <a:pt x="78" y="29"/>
                  </a:cubicBezTo>
                  <a:cubicBezTo>
                    <a:pt x="77" y="28"/>
                    <a:pt x="75" y="26"/>
                    <a:pt x="77" y="24"/>
                  </a:cubicBezTo>
                  <a:cubicBezTo>
                    <a:pt x="78" y="22"/>
                    <a:pt x="80" y="21"/>
                    <a:pt x="80" y="19"/>
                  </a:cubicBezTo>
                  <a:cubicBezTo>
                    <a:pt x="80" y="17"/>
                    <a:pt x="83" y="15"/>
                    <a:pt x="82" y="12"/>
                  </a:cubicBezTo>
                  <a:cubicBezTo>
                    <a:pt x="81" y="10"/>
                    <a:pt x="75" y="10"/>
                    <a:pt x="74" y="9"/>
                  </a:cubicBezTo>
                  <a:cubicBezTo>
                    <a:pt x="73" y="8"/>
                    <a:pt x="77" y="4"/>
                    <a:pt x="72" y="2"/>
                  </a:cubicBezTo>
                  <a:cubicBezTo>
                    <a:pt x="68" y="0"/>
                    <a:pt x="57" y="1"/>
                    <a:pt x="57" y="5"/>
                  </a:cubicBezTo>
                  <a:cubicBezTo>
                    <a:pt x="57" y="10"/>
                    <a:pt x="59" y="10"/>
                    <a:pt x="55" y="12"/>
                  </a:cubicBezTo>
                  <a:cubicBezTo>
                    <a:pt x="51" y="14"/>
                    <a:pt x="47" y="13"/>
                    <a:pt x="49" y="18"/>
                  </a:cubicBezTo>
                  <a:cubicBezTo>
                    <a:pt x="52" y="23"/>
                    <a:pt x="49" y="20"/>
                    <a:pt x="51" y="24"/>
                  </a:cubicBezTo>
                  <a:cubicBezTo>
                    <a:pt x="53" y="28"/>
                    <a:pt x="58" y="25"/>
                    <a:pt x="53" y="29"/>
                  </a:cubicBezTo>
                  <a:cubicBezTo>
                    <a:pt x="48" y="32"/>
                    <a:pt x="46" y="30"/>
                    <a:pt x="43" y="35"/>
                  </a:cubicBezTo>
                  <a:cubicBezTo>
                    <a:pt x="40" y="39"/>
                    <a:pt x="32" y="44"/>
                    <a:pt x="32" y="50"/>
                  </a:cubicBezTo>
                  <a:cubicBezTo>
                    <a:pt x="32" y="56"/>
                    <a:pt x="31" y="57"/>
                    <a:pt x="31" y="61"/>
                  </a:cubicBezTo>
                  <a:cubicBezTo>
                    <a:pt x="31" y="65"/>
                    <a:pt x="26" y="72"/>
                    <a:pt x="30" y="78"/>
                  </a:cubicBezTo>
                  <a:cubicBezTo>
                    <a:pt x="34" y="83"/>
                    <a:pt x="35" y="82"/>
                    <a:pt x="34" y="87"/>
                  </a:cubicBezTo>
                  <a:cubicBezTo>
                    <a:pt x="33" y="92"/>
                    <a:pt x="29" y="92"/>
                    <a:pt x="30" y="97"/>
                  </a:cubicBezTo>
                  <a:cubicBezTo>
                    <a:pt x="31" y="102"/>
                    <a:pt x="29" y="101"/>
                    <a:pt x="31" y="105"/>
                  </a:cubicBezTo>
                  <a:cubicBezTo>
                    <a:pt x="32" y="109"/>
                    <a:pt x="29" y="111"/>
                    <a:pt x="31" y="118"/>
                  </a:cubicBezTo>
                  <a:cubicBezTo>
                    <a:pt x="34" y="124"/>
                    <a:pt x="34" y="132"/>
                    <a:pt x="33" y="136"/>
                  </a:cubicBezTo>
                  <a:cubicBezTo>
                    <a:pt x="33" y="139"/>
                    <a:pt x="31" y="141"/>
                    <a:pt x="30" y="144"/>
                  </a:cubicBezTo>
                  <a:cubicBezTo>
                    <a:pt x="28" y="147"/>
                    <a:pt x="12" y="170"/>
                    <a:pt x="9" y="172"/>
                  </a:cubicBezTo>
                  <a:cubicBezTo>
                    <a:pt x="5" y="174"/>
                    <a:pt x="3" y="173"/>
                    <a:pt x="1" y="176"/>
                  </a:cubicBezTo>
                  <a:cubicBezTo>
                    <a:pt x="0" y="178"/>
                    <a:pt x="1" y="184"/>
                    <a:pt x="4" y="186"/>
                  </a:cubicBezTo>
                  <a:cubicBezTo>
                    <a:pt x="7" y="189"/>
                    <a:pt x="9" y="190"/>
                    <a:pt x="10" y="190"/>
                  </a:cubicBezTo>
                  <a:cubicBezTo>
                    <a:pt x="11" y="191"/>
                    <a:pt x="22" y="192"/>
                    <a:pt x="22" y="191"/>
                  </a:cubicBezTo>
                  <a:cubicBezTo>
                    <a:pt x="22" y="190"/>
                    <a:pt x="19" y="186"/>
                    <a:pt x="21" y="183"/>
                  </a:cubicBezTo>
                  <a:cubicBezTo>
                    <a:pt x="22" y="180"/>
                    <a:pt x="48" y="154"/>
                    <a:pt x="49" y="151"/>
                  </a:cubicBezTo>
                  <a:cubicBezTo>
                    <a:pt x="50" y="148"/>
                    <a:pt x="55" y="131"/>
                    <a:pt x="56" y="132"/>
                  </a:cubicBezTo>
                  <a:cubicBezTo>
                    <a:pt x="57" y="133"/>
                    <a:pt x="60" y="137"/>
                    <a:pt x="62" y="142"/>
                  </a:cubicBezTo>
                  <a:cubicBezTo>
                    <a:pt x="63" y="148"/>
                    <a:pt x="62" y="150"/>
                    <a:pt x="62" y="155"/>
                  </a:cubicBezTo>
                  <a:cubicBezTo>
                    <a:pt x="62" y="161"/>
                    <a:pt x="62" y="160"/>
                    <a:pt x="62" y="164"/>
                  </a:cubicBezTo>
                  <a:cubicBezTo>
                    <a:pt x="63" y="168"/>
                    <a:pt x="62" y="167"/>
                    <a:pt x="62" y="172"/>
                  </a:cubicBezTo>
                  <a:cubicBezTo>
                    <a:pt x="61" y="176"/>
                    <a:pt x="60" y="174"/>
                    <a:pt x="62" y="180"/>
                  </a:cubicBezTo>
                  <a:cubicBezTo>
                    <a:pt x="64" y="186"/>
                    <a:pt x="64" y="186"/>
                    <a:pt x="64" y="189"/>
                  </a:cubicBezTo>
                  <a:cubicBezTo>
                    <a:pt x="64" y="191"/>
                    <a:pt x="61" y="190"/>
                    <a:pt x="63" y="191"/>
                  </a:cubicBezTo>
                  <a:cubicBezTo>
                    <a:pt x="65" y="192"/>
                    <a:pt x="66" y="194"/>
                    <a:pt x="71" y="193"/>
                  </a:cubicBezTo>
                  <a:cubicBezTo>
                    <a:pt x="76" y="192"/>
                    <a:pt x="82" y="192"/>
                    <a:pt x="82" y="192"/>
                  </a:cubicBezTo>
                  <a:lnTo>
                    <a:pt x="82" y="18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C9B1690B-379A-4FA0-BB92-6EC353045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5" y="2573"/>
              <a:ext cx="48" cy="64"/>
            </a:xfrm>
            <a:custGeom>
              <a:avLst/>
              <a:gdLst>
                <a:gd name="T0" fmla="*/ 59 w 85"/>
                <a:gd name="T1" fmla="*/ 110 h 112"/>
                <a:gd name="T2" fmla="*/ 85 w 85"/>
                <a:gd name="T3" fmla="*/ 104 h 112"/>
                <a:gd name="T4" fmla="*/ 83 w 85"/>
                <a:gd name="T5" fmla="*/ 102 h 112"/>
                <a:gd name="T6" fmla="*/ 40 w 85"/>
                <a:gd name="T7" fmla="*/ 105 h 112"/>
                <a:gd name="T8" fmla="*/ 19 w 85"/>
                <a:gd name="T9" fmla="*/ 0 h 112"/>
                <a:gd name="T10" fmla="*/ 17 w 85"/>
                <a:gd name="T11" fmla="*/ 0 h 112"/>
                <a:gd name="T12" fmla="*/ 39 w 85"/>
                <a:gd name="T13" fmla="*/ 107 h 112"/>
                <a:gd name="T14" fmla="*/ 59 w 85"/>
                <a:gd name="T15" fmla="*/ 11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5" h="112">
                  <a:moveTo>
                    <a:pt x="59" y="110"/>
                  </a:moveTo>
                  <a:cubicBezTo>
                    <a:pt x="75" y="110"/>
                    <a:pt x="84" y="104"/>
                    <a:pt x="85" y="104"/>
                  </a:cubicBezTo>
                  <a:cubicBezTo>
                    <a:pt x="83" y="102"/>
                    <a:pt x="83" y="102"/>
                    <a:pt x="83" y="102"/>
                  </a:cubicBezTo>
                  <a:cubicBezTo>
                    <a:pt x="83" y="102"/>
                    <a:pt x="68" y="112"/>
                    <a:pt x="40" y="105"/>
                  </a:cubicBezTo>
                  <a:cubicBezTo>
                    <a:pt x="2" y="96"/>
                    <a:pt x="19" y="1"/>
                    <a:pt x="19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6" y="4"/>
                    <a:pt x="0" y="97"/>
                    <a:pt x="39" y="107"/>
                  </a:cubicBezTo>
                  <a:cubicBezTo>
                    <a:pt x="47" y="109"/>
                    <a:pt x="53" y="110"/>
                    <a:pt x="59" y="1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" name="Rectangle 35">
              <a:extLst>
                <a:ext uri="{FF2B5EF4-FFF2-40B4-BE49-F238E27FC236}">
                  <a16:creationId xmlns:a16="http://schemas.microsoft.com/office/drawing/2014/main" id="{8D82D06E-B31E-400B-98BB-545CD05BF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9" y="2682"/>
              <a:ext cx="3307" cy="59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560944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Texte avec illustration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93A78D08-6928-4124-B78B-089091EEC27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000500" y="0"/>
            <a:ext cx="5143500" cy="5143500"/>
            <a:chOff x="2520" y="0"/>
            <a:chExt cx="3240" cy="3240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AC247CA3-CAC2-4EF2-8DD5-C190EE9F6CE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520" y="0"/>
              <a:ext cx="3240" cy="3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5BF12899-BAE2-41B6-9290-8F10EBB47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" y="0"/>
              <a:ext cx="3239" cy="323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EF60E17C-D681-4C90-A72C-018F2B2930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3" y="1173"/>
              <a:ext cx="3236" cy="1512"/>
            </a:xfrm>
            <a:custGeom>
              <a:avLst/>
              <a:gdLst>
                <a:gd name="T0" fmla="*/ 5664 w 5664"/>
                <a:gd name="T1" fmla="*/ 82 h 2646"/>
                <a:gd name="T2" fmla="*/ 5056 w 5664"/>
                <a:gd name="T3" fmla="*/ 99 h 2646"/>
                <a:gd name="T4" fmla="*/ 3875 w 5664"/>
                <a:gd name="T5" fmla="*/ 252 h 2646"/>
                <a:gd name="T6" fmla="*/ 2767 w 5664"/>
                <a:gd name="T7" fmla="*/ 216 h 2646"/>
                <a:gd name="T8" fmla="*/ 2039 w 5664"/>
                <a:gd name="T9" fmla="*/ 251 h 2646"/>
                <a:gd name="T10" fmla="*/ 1259 w 5664"/>
                <a:gd name="T11" fmla="*/ 104 h 2646"/>
                <a:gd name="T12" fmla="*/ 228 w 5664"/>
                <a:gd name="T13" fmla="*/ 286 h 2646"/>
                <a:gd name="T14" fmla="*/ 0 w 5664"/>
                <a:gd name="T15" fmla="*/ 222 h 2646"/>
                <a:gd name="T16" fmla="*/ 0 w 5664"/>
                <a:gd name="T17" fmla="*/ 2444 h 2646"/>
                <a:gd name="T18" fmla="*/ 5664 w 5664"/>
                <a:gd name="T19" fmla="*/ 2646 h 2646"/>
                <a:gd name="T20" fmla="*/ 5664 w 5664"/>
                <a:gd name="T21" fmla="*/ 82 h 2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664" h="2646">
                  <a:moveTo>
                    <a:pt x="5664" y="82"/>
                  </a:moveTo>
                  <a:cubicBezTo>
                    <a:pt x="5441" y="0"/>
                    <a:pt x="5339" y="6"/>
                    <a:pt x="5056" y="99"/>
                  </a:cubicBezTo>
                  <a:cubicBezTo>
                    <a:pt x="4767" y="193"/>
                    <a:pt x="4244" y="272"/>
                    <a:pt x="3875" y="252"/>
                  </a:cubicBezTo>
                  <a:cubicBezTo>
                    <a:pt x="3506" y="232"/>
                    <a:pt x="3104" y="195"/>
                    <a:pt x="2767" y="216"/>
                  </a:cubicBezTo>
                  <a:cubicBezTo>
                    <a:pt x="2430" y="237"/>
                    <a:pt x="2340" y="317"/>
                    <a:pt x="2039" y="251"/>
                  </a:cubicBezTo>
                  <a:cubicBezTo>
                    <a:pt x="1739" y="186"/>
                    <a:pt x="1585" y="67"/>
                    <a:pt x="1259" y="104"/>
                  </a:cubicBezTo>
                  <a:cubicBezTo>
                    <a:pt x="1039" y="128"/>
                    <a:pt x="545" y="360"/>
                    <a:pt x="228" y="286"/>
                  </a:cubicBezTo>
                  <a:cubicBezTo>
                    <a:pt x="134" y="264"/>
                    <a:pt x="63" y="241"/>
                    <a:pt x="0" y="222"/>
                  </a:cubicBezTo>
                  <a:cubicBezTo>
                    <a:pt x="0" y="2444"/>
                    <a:pt x="0" y="2444"/>
                    <a:pt x="0" y="2444"/>
                  </a:cubicBezTo>
                  <a:cubicBezTo>
                    <a:pt x="1854" y="2516"/>
                    <a:pt x="4473" y="2615"/>
                    <a:pt x="5664" y="2646"/>
                  </a:cubicBezTo>
                  <a:lnTo>
                    <a:pt x="5664" y="82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B5ACEDFF-716D-4538-A07D-AB5867D0A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3" y="2759"/>
              <a:ext cx="3236" cy="480"/>
            </a:xfrm>
            <a:prstGeom prst="rect">
              <a:avLst/>
            </a:prstGeom>
            <a:solidFill>
              <a:srgbClr val="0A6E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B17D51D-0818-4971-A8E8-11CF6D83F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1" y="1353"/>
              <a:ext cx="3248" cy="1494"/>
            </a:xfrm>
            <a:custGeom>
              <a:avLst/>
              <a:gdLst>
                <a:gd name="T0" fmla="*/ 5685 w 5685"/>
                <a:gd name="T1" fmla="*/ 420 h 2616"/>
                <a:gd name="T2" fmla="*/ 5679 w 5685"/>
                <a:gd name="T3" fmla="*/ 2605 h 2616"/>
                <a:gd name="T4" fmla="*/ 29 w 5685"/>
                <a:gd name="T5" fmla="*/ 2596 h 2616"/>
                <a:gd name="T6" fmla="*/ 27 w 5685"/>
                <a:gd name="T7" fmla="*/ 248 h 2616"/>
                <a:gd name="T8" fmla="*/ 384 w 5685"/>
                <a:gd name="T9" fmla="*/ 271 h 2616"/>
                <a:gd name="T10" fmla="*/ 942 w 5685"/>
                <a:gd name="T11" fmla="*/ 168 h 2616"/>
                <a:gd name="T12" fmla="*/ 1785 w 5685"/>
                <a:gd name="T13" fmla="*/ 80 h 2616"/>
                <a:gd name="T14" fmla="*/ 2224 w 5685"/>
                <a:gd name="T15" fmla="*/ 112 h 2616"/>
                <a:gd name="T16" fmla="*/ 3056 w 5685"/>
                <a:gd name="T17" fmla="*/ 303 h 2616"/>
                <a:gd name="T18" fmla="*/ 3839 w 5685"/>
                <a:gd name="T19" fmla="*/ 303 h 2616"/>
                <a:gd name="T20" fmla="*/ 4353 w 5685"/>
                <a:gd name="T21" fmla="*/ 362 h 2616"/>
                <a:gd name="T22" fmla="*/ 4908 w 5685"/>
                <a:gd name="T23" fmla="*/ 240 h 2616"/>
                <a:gd name="T24" fmla="*/ 5685 w 5685"/>
                <a:gd name="T25" fmla="*/ 444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85" h="2616">
                  <a:moveTo>
                    <a:pt x="5685" y="420"/>
                  </a:moveTo>
                  <a:cubicBezTo>
                    <a:pt x="5679" y="2605"/>
                    <a:pt x="5679" y="2605"/>
                    <a:pt x="5679" y="2605"/>
                  </a:cubicBezTo>
                  <a:cubicBezTo>
                    <a:pt x="5679" y="2605"/>
                    <a:pt x="59" y="2576"/>
                    <a:pt x="29" y="2596"/>
                  </a:cubicBezTo>
                  <a:cubicBezTo>
                    <a:pt x="0" y="2616"/>
                    <a:pt x="27" y="248"/>
                    <a:pt x="27" y="248"/>
                  </a:cubicBezTo>
                  <a:cubicBezTo>
                    <a:pt x="27" y="248"/>
                    <a:pt x="134" y="359"/>
                    <a:pt x="384" y="271"/>
                  </a:cubicBezTo>
                  <a:cubicBezTo>
                    <a:pt x="633" y="184"/>
                    <a:pt x="621" y="152"/>
                    <a:pt x="942" y="168"/>
                  </a:cubicBezTo>
                  <a:cubicBezTo>
                    <a:pt x="1262" y="184"/>
                    <a:pt x="1619" y="160"/>
                    <a:pt x="1785" y="80"/>
                  </a:cubicBezTo>
                  <a:cubicBezTo>
                    <a:pt x="1951" y="0"/>
                    <a:pt x="2022" y="8"/>
                    <a:pt x="2224" y="112"/>
                  </a:cubicBezTo>
                  <a:cubicBezTo>
                    <a:pt x="2426" y="216"/>
                    <a:pt x="2794" y="311"/>
                    <a:pt x="3056" y="303"/>
                  </a:cubicBezTo>
                  <a:cubicBezTo>
                    <a:pt x="3317" y="295"/>
                    <a:pt x="3602" y="271"/>
                    <a:pt x="3839" y="303"/>
                  </a:cubicBezTo>
                  <a:cubicBezTo>
                    <a:pt x="4077" y="335"/>
                    <a:pt x="4139" y="418"/>
                    <a:pt x="4353" y="362"/>
                  </a:cubicBezTo>
                  <a:cubicBezTo>
                    <a:pt x="4567" y="306"/>
                    <a:pt x="4679" y="193"/>
                    <a:pt x="4908" y="240"/>
                  </a:cubicBezTo>
                  <a:cubicBezTo>
                    <a:pt x="5063" y="271"/>
                    <a:pt x="5459" y="508"/>
                    <a:pt x="5685" y="44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15EC0336-AD81-4E24-91D4-EB63BD157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3" y="1702"/>
              <a:ext cx="3236" cy="1537"/>
            </a:xfrm>
            <a:prstGeom prst="rect">
              <a:avLst/>
            </a:prstGeom>
            <a:solidFill>
              <a:srgbClr val="8F8F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A555A2CB-B3F6-476B-8F50-20C4BF3B3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3" y="1702"/>
              <a:ext cx="3236" cy="624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88B1F23A-3CE2-4745-BD09-E87DACD8A8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2" y="1471"/>
              <a:ext cx="33" cy="231"/>
            </a:xfrm>
            <a:custGeom>
              <a:avLst/>
              <a:gdLst>
                <a:gd name="T0" fmla="*/ 7 w 59"/>
                <a:gd name="T1" fmla="*/ 397 h 405"/>
                <a:gd name="T2" fmla="*/ 23 w 59"/>
                <a:gd name="T3" fmla="*/ 13 h 405"/>
                <a:gd name="T4" fmla="*/ 50 w 59"/>
                <a:gd name="T5" fmla="*/ 128 h 405"/>
                <a:gd name="T6" fmla="*/ 59 w 59"/>
                <a:gd name="T7" fmla="*/ 405 h 405"/>
                <a:gd name="T8" fmla="*/ 7 w 59"/>
                <a:gd name="T9" fmla="*/ 397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405">
                  <a:moveTo>
                    <a:pt x="7" y="397"/>
                  </a:moveTo>
                  <a:cubicBezTo>
                    <a:pt x="7" y="397"/>
                    <a:pt x="0" y="27"/>
                    <a:pt x="23" y="13"/>
                  </a:cubicBezTo>
                  <a:cubicBezTo>
                    <a:pt x="46" y="0"/>
                    <a:pt x="52" y="81"/>
                    <a:pt x="50" y="128"/>
                  </a:cubicBezTo>
                  <a:cubicBezTo>
                    <a:pt x="49" y="175"/>
                    <a:pt x="59" y="405"/>
                    <a:pt x="59" y="405"/>
                  </a:cubicBezTo>
                  <a:lnTo>
                    <a:pt x="7" y="39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023CC010-93AB-4B89-81FB-A10CED31E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" y="1482"/>
              <a:ext cx="56" cy="113"/>
            </a:xfrm>
            <a:custGeom>
              <a:avLst/>
              <a:gdLst>
                <a:gd name="T0" fmla="*/ 8 w 97"/>
                <a:gd name="T1" fmla="*/ 91 h 199"/>
                <a:gd name="T2" fmla="*/ 27 w 97"/>
                <a:gd name="T3" fmla="*/ 14 h 199"/>
                <a:gd name="T4" fmla="*/ 46 w 97"/>
                <a:gd name="T5" fmla="*/ 144 h 199"/>
                <a:gd name="T6" fmla="*/ 97 w 97"/>
                <a:gd name="T7" fmla="*/ 134 h 199"/>
                <a:gd name="T8" fmla="*/ 95 w 97"/>
                <a:gd name="T9" fmla="*/ 181 h 199"/>
                <a:gd name="T10" fmla="*/ 21 w 97"/>
                <a:gd name="T11" fmla="*/ 178 h 199"/>
                <a:gd name="T12" fmla="*/ 8 w 97"/>
                <a:gd name="T13" fmla="*/ 91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199">
                  <a:moveTo>
                    <a:pt x="8" y="91"/>
                  </a:moveTo>
                  <a:cubicBezTo>
                    <a:pt x="8" y="91"/>
                    <a:pt x="0" y="0"/>
                    <a:pt x="27" y="14"/>
                  </a:cubicBezTo>
                  <a:cubicBezTo>
                    <a:pt x="47" y="24"/>
                    <a:pt x="28" y="122"/>
                    <a:pt x="46" y="144"/>
                  </a:cubicBezTo>
                  <a:cubicBezTo>
                    <a:pt x="63" y="166"/>
                    <a:pt x="97" y="134"/>
                    <a:pt x="97" y="134"/>
                  </a:cubicBezTo>
                  <a:cubicBezTo>
                    <a:pt x="95" y="181"/>
                    <a:pt x="95" y="181"/>
                    <a:pt x="95" y="181"/>
                  </a:cubicBezTo>
                  <a:cubicBezTo>
                    <a:pt x="95" y="181"/>
                    <a:pt x="52" y="199"/>
                    <a:pt x="21" y="178"/>
                  </a:cubicBezTo>
                  <a:cubicBezTo>
                    <a:pt x="7" y="169"/>
                    <a:pt x="8" y="91"/>
                    <a:pt x="8" y="9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5BD80860-115D-49B7-A4F0-AA9834D6E9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1524"/>
              <a:ext cx="67" cy="105"/>
            </a:xfrm>
            <a:custGeom>
              <a:avLst/>
              <a:gdLst>
                <a:gd name="T0" fmla="*/ 104 w 116"/>
                <a:gd name="T1" fmla="*/ 70 h 183"/>
                <a:gd name="T2" fmla="*/ 81 w 116"/>
                <a:gd name="T3" fmla="*/ 4 h 183"/>
                <a:gd name="T4" fmla="*/ 59 w 116"/>
                <a:gd name="T5" fmla="*/ 115 h 183"/>
                <a:gd name="T6" fmla="*/ 0 w 116"/>
                <a:gd name="T7" fmla="*/ 107 h 183"/>
                <a:gd name="T8" fmla="*/ 2 w 116"/>
                <a:gd name="T9" fmla="*/ 147 h 183"/>
                <a:gd name="T10" fmla="*/ 89 w 116"/>
                <a:gd name="T11" fmla="*/ 144 h 183"/>
                <a:gd name="T12" fmla="*/ 104 w 116"/>
                <a:gd name="T13" fmla="*/ 7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" h="183">
                  <a:moveTo>
                    <a:pt x="104" y="70"/>
                  </a:moveTo>
                  <a:cubicBezTo>
                    <a:pt x="104" y="70"/>
                    <a:pt x="116" y="0"/>
                    <a:pt x="81" y="4"/>
                  </a:cubicBezTo>
                  <a:cubicBezTo>
                    <a:pt x="57" y="7"/>
                    <a:pt x="80" y="97"/>
                    <a:pt x="59" y="115"/>
                  </a:cubicBezTo>
                  <a:cubicBezTo>
                    <a:pt x="39" y="134"/>
                    <a:pt x="0" y="107"/>
                    <a:pt x="0" y="107"/>
                  </a:cubicBezTo>
                  <a:cubicBezTo>
                    <a:pt x="2" y="147"/>
                    <a:pt x="2" y="147"/>
                    <a:pt x="2" y="147"/>
                  </a:cubicBezTo>
                  <a:cubicBezTo>
                    <a:pt x="2" y="147"/>
                    <a:pt x="39" y="183"/>
                    <a:pt x="89" y="144"/>
                  </a:cubicBezTo>
                  <a:cubicBezTo>
                    <a:pt x="103" y="133"/>
                    <a:pt x="104" y="70"/>
                    <a:pt x="104" y="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0536B0D7-592E-4328-9EE3-F9B41670E7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1" y="1498"/>
              <a:ext cx="34" cy="231"/>
            </a:xfrm>
            <a:custGeom>
              <a:avLst/>
              <a:gdLst>
                <a:gd name="T0" fmla="*/ 7 w 59"/>
                <a:gd name="T1" fmla="*/ 397 h 405"/>
                <a:gd name="T2" fmla="*/ 23 w 59"/>
                <a:gd name="T3" fmla="*/ 13 h 405"/>
                <a:gd name="T4" fmla="*/ 51 w 59"/>
                <a:gd name="T5" fmla="*/ 128 h 405"/>
                <a:gd name="T6" fmla="*/ 59 w 59"/>
                <a:gd name="T7" fmla="*/ 405 h 405"/>
                <a:gd name="T8" fmla="*/ 7 w 59"/>
                <a:gd name="T9" fmla="*/ 397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405">
                  <a:moveTo>
                    <a:pt x="7" y="397"/>
                  </a:moveTo>
                  <a:cubicBezTo>
                    <a:pt x="7" y="397"/>
                    <a:pt x="0" y="26"/>
                    <a:pt x="23" y="13"/>
                  </a:cubicBezTo>
                  <a:cubicBezTo>
                    <a:pt x="46" y="0"/>
                    <a:pt x="52" y="81"/>
                    <a:pt x="51" y="128"/>
                  </a:cubicBezTo>
                  <a:cubicBezTo>
                    <a:pt x="49" y="175"/>
                    <a:pt x="59" y="405"/>
                    <a:pt x="59" y="405"/>
                  </a:cubicBezTo>
                  <a:lnTo>
                    <a:pt x="7" y="39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710AB9B1-DC77-4688-93F4-98706D2485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4" y="1508"/>
              <a:ext cx="55" cy="114"/>
            </a:xfrm>
            <a:custGeom>
              <a:avLst/>
              <a:gdLst>
                <a:gd name="T0" fmla="*/ 8 w 97"/>
                <a:gd name="T1" fmla="*/ 91 h 200"/>
                <a:gd name="T2" fmla="*/ 27 w 97"/>
                <a:gd name="T3" fmla="*/ 15 h 200"/>
                <a:gd name="T4" fmla="*/ 46 w 97"/>
                <a:gd name="T5" fmla="*/ 145 h 200"/>
                <a:gd name="T6" fmla="*/ 97 w 97"/>
                <a:gd name="T7" fmla="*/ 135 h 200"/>
                <a:gd name="T8" fmla="*/ 95 w 97"/>
                <a:gd name="T9" fmla="*/ 182 h 200"/>
                <a:gd name="T10" fmla="*/ 21 w 97"/>
                <a:gd name="T11" fmla="*/ 179 h 200"/>
                <a:gd name="T12" fmla="*/ 8 w 97"/>
                <a:gd name="T13" fmla="*/ 91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200">
                  <a:moveTo>
                    <a:pt x="8" y="91"/>
                  </a:moveTo>
                  <a:cubicBezTo>
                    <a:pt x="8" y="91"/>
                    <a:pt x="0" y="0"/>
                    <a:pt x="27" y="15"/>
                  </a:cubicBezTo>
                  <a:cubicBezTo>
                    <a:pt x="47" y="25"/>
                    <a:pt x="29" y="123"/>
                    <a:pt x="46" y="145"/>
                  </a:cubicBezTo>
                  <a:cubicBezTo>
                    <a:pt x="64" y="167"/>
                    <a:pt x="97" y="135"/>
                    <a:pt x="97" y="135"/>
                  </a:cubicBezTo>
                  <a:cubicBezTo>
                    <a:pt x="95" y="182"/>
                    <a:pt x="95" y="182"/>
                    <a:pt x="95" y="182"/>
                  </a:cubicBezTo>
                  <a:cubicBezTo>
                    <a:pt x="95" y="182"/>
                    <a:pt x="53" y="200"/>
                    <a:pt x="21" y="179"/>
                  </a:cubicBezTo>
                  <a:cubicBezTo>
                    <a:pt x="7" y="169"/>
                    <a:pt x="8" y="91"/>
                    <a:pt x="8" y="9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EBB29291-5520-4076-ABC8-CE44EDBF5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6" y="1551"/>
              <a:ext cx="66" cy="104"/>
            </a:xfrm>
            <a:custGeom>
              <a:avLst/>
              <a:gdLst>
                <a:gd name="T0" fmla="*/ 104 w 116"/>
                <a:gd name="T1" fmla="*/ 69 h 182"/>
                <a:gd name="T2" fmla="*/ 81 w 116"/>
                <a:gd name="T3" fmla="*/ 4 h 182"/>
                <a:gd name="T4" fmla="*/ 59 w 116"/>
                <a:gd name="T5" fmla="*/ 115 h 182"/>
                <a:gd name="T6" fmla="*/ 0 w 116"/>
                <a:gd name="T7" fmla="*/ 106 h 182"/>
                <a:gd name="T8" fmla="*/ 2 w 116"/>
                <a:gd name="T9" fmla="*/ 146 h 182"/>
                <a:gd name="T10" fmla="*/ 89 w 116"/>
                <a:gd name="T11" fmla="*/ 144 h 182"/>
                <a:gd name="T12" fmla="*/ 104 w 116"/>
                <a:gd name="T13" fmla="*/ 69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" h="182">
                  <a:moveTo>
                    <a:pt x="104" y="69"/>
                  </a:moveTo>
                  <a:cubicBezTo>
                    <a:pt x="104" y="69"/>
                    <a:pt x="116" y="0"/>
                    <a:pt x="81" y="4"/>
                  </a:cubicBezTo>
                  <a:cubicBezTo>
                    <a:pt x="57" y="7"/>
                    <a:pt x="80" y="96"/>
                    <a:pt x="59" y="115"/>
                  </a:cubicBezTo>
                  <a:cubicBezTo>
                    <a:pt x="39" y="133"/>
                    <a:pt x="0" y="106"/>
                    <a:pt x="0" y="106"/>
                  </a:cubicBezTo>
                  <a:cubicBezTo>
                    <a:pt x="2" y="146"/>
                    <a:pt x="2" y="146"/>
                    <a:pt x="2" y="146"/>
                  </a:cubicBezTo>
                  <a:cubicBezTo>
                    <a:pt x="2" y="146"/>
                    <a:pt x="39" y="182"/>
                    <a:pt x="89" y="144"/>
                  </a:cubicBezTo>
                  <a:cubicBezTo>
                    <a:pt x="103" y="132"/>
                    <a:pt x="104" y="69"/>
                    <a:pt x="104" y="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2458E29F-63E6-46A3-834B-03272C4F19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" y="1378"/>
              <a:ext cx="609" cy="351"/>
            </a:xfrm>
            <a:custGeom>
              <a:avLst/>
              <a:gdLst>
                <a:gd name="T0" fmla="*/ 56 w 609"/>
                <a:gd name="T1" fmla="*/ 45 h 351"/>
                <a:gd name="T2" fmla="*/ 143 w 609"/>
                <a:gd name="T3" fmla="*/ 0 h 351"/>
                <a:gd name="T4" fmla="*/ 278 w 609"/>
                <a:gd name="T5" fmla="*/ 28 h 351"/>
                <a:gd name="T6" fmla="*/ 278 w 609"/>
                <a:gd name="T7" fmla="*/ 43 h 351"/>
                <a:gd name="T8" fmla="*/ 275 w 609"/>
                <a:gd name="T9" fmla="*/ 43 h 351"/>
                <a:gd name="T10" fmla="*/ 275 w 609"/>
                <a:gd name="T11" fmla="*/ 59 h 351"/>
                <a:gd name="T12" fmla="*/ 279 w 609"/>
                <a:gd name="T13" fmla="*/ 59 h 351"/>
                <a:gd name="T14" fmla="*/ 279 w 609"/>
                <a:gd name="T15" fmla="*/ 72 h 351"/>
                <a:gd name="T16" fmla="*/ 276 w 609"/>
                <a:gd name="T17" fmla="*/ 75 h 351"/>
                <a:gd name="T18" fmla="*/ 276 w 609"/>
                <a:gd name="T19" fmla="*/ 99 h 351"/>
                <a:gd name="T20" fmla="*/ 311 w 609"/>
                <a:gd name="T21" fmla="*/ 102 h 351"/>
                <a:gd name="T22" fmla="*/ 325 w 609"/>
                <a:gd name="T23" fmla="*/ 132 h 351"/>
                <a:gd name="T24" fmla="*/ 356 w 609"/>
                <a:gd name="T25" fmla="*/ 134 h 351"/>
                <a:gd name="T26" fmla="*/ 366 w 609"/>
                <a:gd name="T27" fmla="*/ 166 h 351"/>
                <a:gd name="T28" fmla="*/ 399 w 609"/>
                <a:gd name="T29" fmla="*/ 171 h 351"/>
                <a:gd name="T30" fmla="*/ 413 w 609"/>
                <a:gd name="T31" fmla="*/ 202 h 351"/>
                <a:gd name="T32" fmla="*/ 441 w 609"/>
                <a:gd name="T33" fmla="*/ 204 h 351"/>
                <a:gd name="T34" fmla="*/ 460 w 609"/>
                <a:gd name="T35" fmla="*/ 236 h 351"/>
                <a:gd name="T36" fmla="*/ 488 w 609"/>
                <a:gd name="T37" fmla="*/ 239 h 351"/>
                <a:gd name="T38" fmla="*/ 506 w 609"/>
                <a:gd name="T39" fmla="*/ 273 h 351"/>
                <a:gd name="T40" fmla="*/ 536 w 609"/>
                <a:gd name="T41" fmla="*/ 275 h 351"/>
                <a:gd name="T42" fmla="*/ 552 w 609"/>
                <a:gd name="T43" fmla="*/ 309 h 351"/>
                <a:gd name="T44" fmla="*/ 581 w 609"/>
                <a:gd name="T45" fmla="*/ 311 h 351"/>
                <a:gd name="T46" fmla="*/ 609 w 609"/>
                <a:gd name="T47" fmla="*/ 351 h 351"/>
                <a:gd name="T48" fmla="*/ 0 w 609"/>
                <a:gd name="T49" fmla="*/ 349 h 351"/>
                <a:gd name="T50" fmla="*/ 53 w 609"/>
                <a:gd name="T51" fmla="*/ 98 h 351"/>
                <a:gd name="T52" fmla="*/ 56 w 609"/>
                <a:gd name="T53" fmla="*/ 45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09" h="351">
                  <a:moveTo>
                    <a:pt x="56" y="45"/>
                  </a:moveTo>
                  <a:lnTo>
                    <a:pt x="143" y="0"/>
                  </a:lnTo>
                  <a:lnTo>
                    <a:pt x="278" y="28"/>
                  </a:lnTo>
                  <a:lnTo>
                    <a:pt x="278" y="43"/>
                  </a:lnTo>
                  <a:lnTo>
                    <a:pt x="275" y="43"/>
                  </a:lnTo>
                  <a:lnTo>
                    <a:pt x="275" y="59"/>
                  </a:lnTo>
                  <a:lnTo>
                    <a:pt x="279" y="59"/>
                  </a:lnTo>
                  <a:lnTo>
                    <a:pt x="279" y="72"/>
                  </a:lnTo>
                  <a:lnTo>
                    <a:pt x="276" y="75"/>
                  </a:lnTo>
                  <a:lnTo>
                    <a:pt x="276" y="99"/>
                  </a:lnTo>
                  <a:lnTo>
                    <a:pt x="311" y="102"/>
                  </a:lnTo>
                  <a:lnTo>
                    <a:pt x="325" y="132"/>
                  </a:lnTo>
                  <a:lnTo>
                    <a:pt x="356" y="134"/>
                  </a:lnTo>
                  <a:lnTo>
                    <a:pt x="366" y="166"/>
                  </a:lnTo>
                  <a:lnTo>
                    <a:pt x="399" y="171"/>
                  </a:lnTo>
                  <a:lnTo>
                    <a:pt x="413" y="202"/>
                  </a:lnTo>
                  <a:lnTo>
                    <a:pt x="441" y="204"/>
                  </a:lnTo>
                  <a:lnTo>
                    <a:pt x="460" y="236"/>
                  </a:lnTo>
                  <a:lnTo>
                    <a:pt x="488" y="239"/>
                  </a:lnTo>
                  <a:lnTo>
                    <a:pt x="506" y="273"/>
                  </a:lnTo>
                  <a:lnTo>
                    <a:pt x="536" y="275"/>
                  </a:lnTo>
                  <a:lnTo>
                    <a:pt x="552" y="309"/>
                  </a:lnTo>
                  <a:lnTo>
                    <a:pt x="581" y="311"/>
                  </a:lnTo>
                  <a:lnTo>
                    <a:pt x="609" y="351"/>
                  </a:lnTo>
                  <a:lnTo>
                    <a:pt x="0" y="349"/>
                  </a:lnTo>
                  <a:lnTo>
                    <a:pt x="53" y="98"/>
                  </a:lnTo>
                  <a:lnTo>
                    <a:pt x="56" y="4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70387D13-1588-42A6-BAFE-74138F6F7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0" y="1453"/>
              <a:ext cx="335" cy="277"/>
            </a:xfrm>
            <a:custGeom>
              <a:avLst/>
              <a:gdLst>
                <a:gd name="T0" fmla="*/ 268 w 335"/>
                <a:gd name="T1" fmla="*/ 22 h 277"/>
                <a:gd name="T2" fmla="*/ 235 w 335"/>
                <a:gd name="T3" fmla="*/ 37 h 277"/>
                <a:gd name="T4" fmla="*/ 223 w 335"/>
                <a:gd name="T5" fmla="*/ 53 h 277"/>
                <a:gd name="T6" fmla="*/ 211 w 335"/>
                <a:gd name="T7" fmla="*/ 59 h 277"/>
                <a:gd name="T8" fmla="*/ 193 w 335"/>
                <a:gd name="T9" fmla="*/ 86 h 277"/>
                <a:gd name="T10" fmla="*/ 181 w 335"/>
                <a:gd name="T11" fmla="*/ 86 h 277"/>
                <a:gd name="T12" fmla="*/ 167 w 335"/>
                <a:gd name="T13" fmla="*/ 114 h 277"/>
                <a:gd name="T14" fmla="*/ 156 w 335"/>
                <a:gd name="T15" fmla="*/ 116 h 277"/>
                <a:gd name="T16" fmla="*/ 133 w 335"/>
                <a:gd name="T17" fmla="*/ 145 h 277"/>
                <a:gd name="T18" fmla="*/ 121 w 335"/>
                <a:gd name="T19" fmla="*/ 144 h 277"/>
                <a:gd name="T20" fmla="*/ 95 w 335"/>
                <a:gd name="T21" fmla="*/ 181 h 277"/>
                <a:gd name="T22" fmla="*/ 83 w 335"/>
                <a:gd name="T23" fmla="*/ 183 h 277"/>
                <a:gd name="T24" fmla="*/ 0 w 335"/>
                <a:gd name="T25" fmla="*/ 277 h 277"/>
                <a:gd name="T26" fmla="*/ 230 w 335"/>
                <a:gd name="T27" fmla="*/ 277 h 277"/>
                <a:gd name="T28" fmla="*/ 243 w 335"/>
                <a:gd name="T29" fmla="*/ 201 h 277"/>
                <a:gd name="T30" fmla="*/ 255 w 335"/>
                <a:gd name="T31" fmla="*/ 197 h 277"/>
                <a:gd name="T32" fmla="*/ 269 w 335"/>
                <a:gd name="T33" fmla="*/ 154 h 277"/>
                <a:gd name="T34" fmla="*/ 280 w 335"/>
                <a:gd name="T35" fmla="*/ 122 h 277"/>
                <a:gd name="T36" fmla="*/ 285 w 335"/>
                <a:gd name="T37" fmla="*/ 120 h 277"/>
                <a:gd name="T38" fmla="*/ 298 w 335"/>
                <a:gd name="T39" fmla="*/ 84 h 277"/>
                <a:gd name="T40" fmla="*/ 306 w 335"/>
                <a:gd name="T41" fmla="*/ 85 h 277"/>
                <a:gd name="T42" fmla="*/ 309 w 335"/>
                <a:gd name="T43" fmla="*/ 59 h 277"/>
                <a:gd name="T44" fmla="*/ 317 w 335"/>
                <a:gd name="T45" fmla="*/ 59 h 277"/>
                <a:gd name="T46" fmla="*/ 323 w 335"/>
                <a:gd name="T47" fmla="*/ 28 h 277"/>
                <a:gd name="T48" fmla="*/ 335 w 335"/>
                <a:gd name="T49" fmla="*/ 24 h 277"/>
                <a:gd name="T50" fmla="*/ 334 w 335"/>
                <a:gd name="T51" fmla="*/ 0 h 277"/>
                <a:gd name="T52" fmla="*/ 268 w 335"/>
                <a:gd name="T53" fmla="*/ 22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35" h="277">
                  <a:moveTo>
                    <a:pt x="268" y="22"/>
                  </a:moveTo>
                  <a:lnTo>
                    <a:pt x="235" y="37"/>
                  </a:lnTo>
                  <a:lnTo>
                    <a:pt x="223" y="53"/>
                  </a:lnTo>
                  <a:lnTo>
                    <a:pt x="211" y="59"/>
                  </a:lnTo>
                  <a:lnTo>
                    <a:pt x="193" y="86"/>
                  </a:lnTo>
                  <a:lnTo>
                    <a:pt x="181" y="86"/>
                  </a:lnTo>
                  <a:lnTo>
                    <a:pt x="167" y="114"/>
                  </a:lnTo>
                  <a:lnTo>
                    <a:pt x="156" y="116"/>
                  </a:lnTo>
                  <a:lnTo>
                    <a:pt x="133" y="145"/>
                  </a:lnTo>
                  <a:lnTo>
                    <a:pt x="121" y="144"/>
                  </a:lnTo>
                  <a:lnTo>
                    <a:pt x="95" y="181"/>
                  </a:lnTo>
                  <a:lnTo>
                    <a:pt x="83" y="183"/>
                  </a:lnTo>
                  <a:lnTo>
                    <a:pt x="0" y="277"/>
                  </a:lnTo>
                  <a:lnTo>
                    <a:pt x="230" y="277"/>
                  </a:lnTo>
                  <a:lnTo>
                    <a:pt x="243" y="201"/>
                  </a:lnTo>
                  <a:lnTo>
                    <a:pt x="255" y="197"/>
                  </a:lnTo>
                  <a:lnTo>
                    <a:pt x="269" y="154"/>
                  </a:lnTo>
                  <a:lnTo>
                    <a:pt x="280" y="122"/>
                  </a:lnTo>
                  <a:lnTo>
                    <a:pt x="285" y="120"/>
                  </a:lnTo>
                  <a:lnTo>
                    <a:pt x="298" y="84"/>
                  </a:lnTo>
                  <a:lnTo>
                    <a:pt x="306" y="85"/>
                  </a:lnTo>
                  <a:lnTo>
                    <a:pt x="309" y="59"/>
                  </a:lnTo>
                  <a:lnTo>
                    <a:pt x="317" y="59"/>
                  </a:lnTo>
                  <a:lnTo>
                    <a:pt x="323" y="28"/>
                  </a:lnTo>
                  <a:lnTo>
                    <a:pt x="335" y="24"/>
                  </a:lnTo>
                  <a:lnTo>
                    <a:pt x="334" y="0"/>
                  </a:lnTo>
                  <a:lnTo>
                    <a:pt x="268" y="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F8356391-5C31-409B-9762-ECF16F4214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0" y="1457"/>
              <a:ext cx="218" cy="273"/>
            </a:xfrm>
            <a:custGeom>
              <a:avLst/>
              <a:gdLst>
                <a:gd name="T0" fmla="*/ 13 w 218"/>
                <a:gd name="T1" fmla="*/ 0 h 273"/>
                <a:gd name="T2" fmla="*/ 12 w 218"/>
                <a:gd name="T3" fmla="*/ 2 h 273"/>
                <a:gd name="T4" fmla="*/ 0 w 218"/>
                <a:gd name="T5" fmla="*/ 26 h 273"/>
                <a:gd name="T6" fmla="*/ 22 w 218"/>
                <a:gd name="T7" fmla="*/ 29 h 273"/>
                <a:gd name="T8" fmla="*/ 13 w 218"/>
                <a:gd name="T9" fmla="*/ 57 h 273"/>
                <a:gd name="T10" fmla="*/ 32 w 218"/>
                <a:gd name="T11" fmla="*/ 62 h 273"/>
                <a:gd name="T12" fmla="*/ 24 w 218"/>
                <a:gd name="T13" fmla="*/ 90 h 273"/>
                <a:gd name="T14" fmla="*/ 48 w 218"/>
                <a:gd name="T15" fmla="*/ 96 h 273"/>
                <a:gd name="T16" fmla="*/ 36 w 218"/>
                <a:gd name="T17" fmla="*/ 128 h 273"/>
                <a:gd name="T18" fmla="*/ 61 w 218"/>
                <a:gd name="T19" fmla="*/ 132 h 273"/>
                <a:gd name="T20" fmla="*/ 54 w 218"/>
                <a:gd name="T21" fmla="*/ 165 h 273"/>
                <a:gd name="T22" fmla="*/ 79 w 218"/>
                <a:gd name="T23" fmla="*/ 170 h 273"/>
                <a:gd name="T24" fmla="*/ 65 w 218"/>
                <a:gd name="T25" fmla="*/ 206 h 273"/>
                <a:gd name="T26" fmla="*/ 91 w 218"/>
                <a:gd name="T27" fmla="*/ 211 h 273"/>
                <a:gd name="T28" fmla="*/ 88 w 218"/>
                <a:gd name="T29" fmla="*/ 271 h 273"/>
                <a:gd name="T30" fmla="*/ 218 w 218"/>
                <a:gd name="T31" fmla="*/ 273 h 273"/>
                <a:gd name="T32" fmla="*/ 13 w 218"/>
                <a:gd name="T33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8" h="273">
                  <a:moveTo>
                    <a:pt x="13" y="0"/>
                  </a:moveTo>
                  <a:lnTo>
                    <a:pt x="12" y="2"/>
                  </a:lnTo>
                  <a:lnTo>
                    <a:pt x="0" y="26"/>
                  </a:lnTo>
                  <a:lnTo>
                    <a:pt x="22" y="29"/>
                  </a:lnTo>
                  <a:lnTo>
                    <a:pt x="13" y="57"/>
                  </a:lnTo>
                  <a:lnTo>
                    <a:pt x="32" y="62"/>
                  </a:lnTo>
                  <a:lnTo>
                    <a:pt x="24" y="90"/>
                  </a:lnTo>
                  <a:lnTo>
                    <a:pt x="48" y="96"/>
                  </a:lnTo>
                  <a:lnTo>
                    <a:pt x="36" y="128"/>
                  </a:lnTo>
                  <a:lnTo>
                    <a:pt x="61" y="132"/>
                  </a:lnTo>
                  <a:lnTo>
                    <a:pt x="54" y="165"/>
                  </a:lnTo>
                  <a:lnTo>
                    <a:pt x="79" y="170"/>
                  </a:lnTo>
                  <a:lnTo>
                    <a:pt x="65" y="206"/>
                  </a:lnTo>
                  <a:lnTo>
                    <a:pt x="91" y="211"/>
                  </a:lnTo>
                  <a:lnTo>
                    <a:pt x="88" y="271"/>
                  </a:lnTo>
                  <a:lnTo>
                    <a:pt x="218" y="273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74F78138-770A-4D41-9EE8-862124BE7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5" y="1378"/>
              <a:ext cx="93" cy="96"/>
            </a:xfrm>
            <a:custGeom>
              <a:avLst/>
              <a:gdLst>
                <a:gd name="T0" fmla="*/ 1 w 93"/>
                <a:gd name="T1" fmla="*/ 45 h 96"/>
                <a:gd name="T2" fmla="*/ 1 w 93"/>
                <a:gd name="T3" fmla="*/ 58 h 96"/>
                <a:gd name="T4" fmla="*/ 4 w 93"/>
                <a:gd name="T5" fmla="*/ 60 h 96"/>
                <a:gd name="T6" fmla="*/ 4 w 93"/>
                <a:gd name="T7" fmla="*/ 73 h 96"/>
                <a:gd name="T8" fmla="*/ 0 w 93"/>
                <a:gd name="T9" fmla="*/ 75 h 96"/>
                <a:gd name="T10" fmla="*/ 0 w 93"/>
                <a:gd name="T11" fmla="*/ 84 h 96"/>
                <a:gd name="T12" fmla="*/ 2 w 93"/>
                <a:gd name="T13" fmla="*/ 85 h 96"/>
                <a:gd name="T14" fmla="*/ 1 w 93"/>
                <a:gd name="T15" fmla="*/ 96 h 96"/>
                <a:gd name="T16" fmla="*/ 69 w 93"/>
                <a:gd name="T17" fmla="*/ 73 h 96"/>
                <a:gd name="T18" fmla="*/ 93 w 93"/>
                <a:gd name="T19" fmla="*/ 74 h 96"/>
                <a:gd name="T20" fmla="*/ 92 w 93"/>
                <a:gd name="T21" fmla="*/ 0 h 96"/>
                <a:gd name="T22" fmla="*/ 1 w 93"/>
                <a:gd name="T23" fmla="*/ 45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3" h="96">
                  <a:moveTo>
                    <a:pt x="1" y="45"/>
                  </a:moveTo>
                  <a:lnTo>
                    <a:pt x="1" y="58"/>
                  </a:lnTo>
                  <a:lnTo>
                    <a:pt x="4" y="60"/>
                  </a:lnTo>
                  <a:lnTo>
                    <a:pt x="4" y="73"/>
                  </a:lnTo>
                  <a:lnTo>
                    <a:pt x="0" y="75"/>
                  </a:lnTo>
                  <a:lnTo>
                    <a:pt x="0" y="84"/>
                  </a:lnTo>
                  <a:lnTo>
                    <a:pt x="2" y="85"/>
                  </a:lnTo>
                  <a:lnTo>
                    <a:pt x="1" y="96"/>
                  </a:lnTo>
                  <a:lnTo>
                    <a:pt x="69" y="73"/>
                  </a:lnTo>
                  <a:lnTo>
                    <a:pt x="93" y="74"/>
                  </a:lnTo>
                  <a:lnTo>
                    <a:pt x="92" y="0"/>
                  </a:lnTo>
                  <a:lnTo>
                    <a:pt x="1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58026302-557D-487A-8F14-DF436690EA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2" y="1437"/>
              <a:ext cx="19" cy="30"/>
            </a:xfrm>
            <a:custGeom>
              <a:avLst/>
              <a:gdLst>
                <a:gd name="T0" fmla="*/ 1 w 19"/>
                <a:gd name="T1" fmla="*/ 0 h 30"/>
                <a:gd name="T2" fmla="*/ 0 w 19"/>
                <a:gd name="T3" fmla="*/ 28 h 30"/>
                <a:gd name="T4" fmla="*/ 19 w 19"/>
                <a:gd name="T5" fmla="*/ 30 h 30"/>
                <a:gd name="T6" fmla="*/ 17 w 19"/>
                <a:gd name="T7" fmla="*/ 2 h 30"/>
                <a:gd name="T8" fmla="*/ 1 w 19"/>
                <a:gd name="T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30">
                  <a:moveTo>
                    <a:pt x="1" y="0"/>
                  </a:moveTo>
                  <a:lnTo>
                    <a:pt x="0" y="28"/>
                  </a:lnTo>
                  <a:lnTo>
                    <a:pt x="19" y="30"/>
                  </a:lnTo>
                  <a:lnTo>
                    <a:pt x="17" y="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2A95A98D-0507-49FF-B50F-CFDC75673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5" y="1474"/>
              <a:ext cx="223" cy="255"/>
            </a:xfrm>
            <a:custGeom>
              <a:avLst/>
              <a:gdLst>
                <a:gd name="T0" fmla="*/ 1 w 389"/>
                <a:gd name="T1" fmla="*/ 11 h 447"/>
                <a:gd name="T2" fmla="*/ 10 w 389"/>
                <a:gd name="T3" fmla="*/ 22 h 447"/>
                <a:gd name="T4" fmla="*/ 22 w 389"/>
                <a:gd name="T5" fmla="*/ 37 h 447"/>
                <a:gd name="T6" fmla="*/ 32 w 389"/>
                <a:gd name="T7" fmla="*/ 50 h 447"/>
                <a:gd name="T8" fmla="*/ 42 w 389"/>
                <a:gd name="T9" fmla="*/ 62 h 447"/>
                <a:gd name="T10" fmla="*/ 53 w 389"/>
                <a:gd name="T11" fmla="*/ 75 h 447"/>
                <a:gd name="T12" fmla="*/ 65 w 389"/>
                <a:gd name="T13" fmla="*/ 89 h 447"/>
                <a:gd name="T14" fmla="*/ 77 w 389"/>
                <a:gd name="T15" fmla="*/ 101 h 447"/>
                <a:gd name="T16" fmla="*/ 88 w 389"/>
                <a:gd name="T17" fmla="*/ 114 h 447"/>
                <a:gd name="T18" fmla="*/ 98 w 389"/>
                <a:gd name="T19" fmla="*/ 126 h 447"/>
                <a:gd name="T20" fmla="*/ 109 w 389"/>
                <a:gd name="T21" fmla="*/ 139 h 447"/>
                <a:gd name="T22" fmla="*/ 122 w 389"/>
                <a:gd name="T23" fmla="*/ 151 h 447"/>
                <a:gd name="T24" fmla="*/ 132 w 389"/>
                <a:gd name="T25" fmla="*/ 163 h 447"/>
                <a:gd name="T26" fmla="*/ 144 w 389"/>
                <a:gd name="T27" fmla="*/ 177 h 447"/>
                <a:gd name="T28" fmla="*/ 152 w 389"/>
                <a:gd name="T29" fmla="*/ 188 h 447"/>
                <a:gd name="T30" fmla="*/ 164 w 389"/>
                <a:gd name="T31" fmla="*/ 202 h 447"/>
                <a:gd name="T32" fmla="*/ 177 w 389"/>
                <a:gd name="T33" fmla="*/ 217 h 447"/>
                <a:gd name="T34" fmla="*/ 188 w 389"/>
                <a:gd name="T35" fmla="*/ 230 h 447"/>
                <a:gd name="T36" fmla="*/ 197 w 389"/>
                <a:gd name="T37" fmla="*/ 242 h 447"/>
                <a:gd name="T38" fmla="*/ 210 w 389"/>
                <a:gd name="T39" fmla="*/ 257 h 447"/>
                <a:gd name="T40" fmla="*/ 221 w 389"/>
                <a:gd name="T41" fmla="*/ 269 h 447"/>
                <a:gd name="T42" fmla="*/ 234 w 389"/>
                <a:gd name="T43" fmla="*/ 284 h 447"/>
                <a:gd name="T44" fmla="*/ 249 w 389"/>
                <a:gd name="T45" fmla="*/ 293 h 447"/>
                <a:gd name="T46" fmla="*/ 258 w 389"/>
                <a:gd name="T47" fmla="*/ 308 h 447"/>
                <a:gd name="T48" fmla="*/ 266 w 389"/>
                <a:gd name="T49" fmla="*/ 317 h 447"/>
                <a:gd name="T50" fmla="*/ 274 w 389"/>
                <a:gd name="T51" fmla="*/ 330 h 447"/>
                <a:gd name="T52" fmla="*/ 284 w 389"/>
                <a:gd name="T53" fmla="*/ 342 h 447"/>
                <a:gd name="T54" fmla="*/ 297 w 389"/>
                <a:gd name="T55" fmla="*/ 357 h 447"/>
                <a:gd name="T56" fmla="*/ 306 w 389"/>
                <a:gd name="T57" fmla="*/ 370 h 447"/>
                <a:gd name="T58" fmla="*/ 317 w 389"/>
                <a:gd name="T59" fmla="*/ 382 h 447"/>
                <a:gd name="T60" fmla="*/ 330 w 389"/>
                <a:gd name="T61" fmla="*/ 397 h 447"/>
                <a:gd name="T62" fmla="*/ 340 w 389"/>
                <a:gd name="T63" fmla="*/ 408 h 447"/>
                <a:gd name="T64" fmla="*/ 352 w 389"/>
                <a:gd name="T65" fmla="*/ 419 h 447"/>
                <a:gd name="T66" fmla="*/ 365 w 389"/>
                <a:gd name="T67" fmla="*/ 431 h 447"/>
                <a:gd name="T68" fmla="*/ 372 w 389"/>
                <a:gd name="T69" fmla="*/ 447 h 447"/>
                <a:gd name="T70" fmla="*/ 4 w 389"/>
                <a:gd name="T71" fmla="*/ 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89" h="447">
                  <a:moveTo>
                    <a:pt x="0" y="0"/>
                  </a:moveTo>
                  <a:cubicBezTo>
                    <a:pt x="1" y="11"/>
                    <a:pt x="1" y="11"/>
                    <a:pt x="1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53" y="62"/>
                    <a:pt x="53" y="62"/>
                    <a:pt x="53" y="62"/>
                  </a:cubicBezTo>
                  <a:cubicBezTo>
                    <a:pt x="53" y="75"/>
                    <a:pt x="53" y="75"/>
                    <a:pt x="53" y="75"/>
                  </a:cubicBezTo>
                  <a:cubicBezTo>
                    <a:pt x="65" y="75"/>
                    <a:pt x="65" y="75"/>
                    <a:pt x="65" y="75"/>
                  </a:cubicBezTo>
                  <a:cubicBezTo>
                    <a:pt x="65" y="89"/>
                    <a:pt x="65" y="89"/>
                    <a:pt x="65" y="89"/>
                  </a:cubicBezTo>
                  <a:cubicBezTo>
                    <a:pt x="77" y="89"/>
                    <a:pt x="77" y="89"/>
                    <a:pt x="77" y="89"/>
                  </a:cubicBezTo>
                  <a:cubicBezTo>
                    <a:pt x="77" y="101"/>
                    <a:pt x="77" y="101"/>
                    <a:pt x="77" y="101"/>
                  </a:cubicBezTo>
                  <a:cubicBezTo>
                    <a:pt x="88" y="101"/>
                    <a:pt x="88" y="101"/>
                    <a:pt x="88" y="101"/>
                  </a:cubicBezTo>
                  <a:cubicBezTo>
                    <a:pt x="88" y="114"/>
                    <a:pt x="88" y="114"/>
                    <a:pt x="88" y="114"/>
                  </a:cubicBezTo>
                  <a:cubicBezTo>
                    <a:pt x="98" y="114"/>
                    <a:pt x="98" y="114"/>
                    <a:pt x="98" y="114"/>
                  </a:cubicBezTo>
                  <a:cubicBezTo>
                    <a:pt x="98" y="126"/>
                    <a:pt x="98" y="126"/>
                    <a:pt x="98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9" y="139"/>
                    <a:pt x="109" y="139"/>
                    <a:pt x="109" y="139"/>
                  </a:cubicBezTo>
                  <a:cubicBezTo>
                    <a:pt x="122" y="139"/>
                    <a:pt x="122" y="139"/>
                    <a:pt x="122" y="139"/>
                  </a:cubicBezTo>
                  <a:cubicBezTo>
                    <a:pt x="122" y="151"/>
                    <a:pt x="122" y="151"/>
                    <a:pt x="122" y="151"/>
                  </a:cubicBezTo>
                  <a:cubicBezTo>
                    <a:pt x="132" y="151"/>
                    <a:pt x="132" y="151"/>
                    <a:pt x="132" y="151"/>
                  </a:cubicBezTo>
                  <a:cubicBezTo>
                    <a:pt x="132" y="163"/>
                    <a:pt x="132" y="163"/>
                    <a:pt x="132" y="163"/>
                  </a:cubicBezTo>
                  <a:cubicBezTo>
                    <a:pt x="144" y="163"/>
                    <a:pt x="144" y="163"/>
                    <a:pt x="144" y="163"/>
                  </a:cubicBezTo>
                  <a:cubicBezTo>
                    <a:pt x="144" y="177"/>
                    <a:pt x="144" y="177"/>
                    <a:pt x="144" y="177"/>
                  </a:cubicBezTo>
                  <a:cubicBezTo>
                    <a:pt x="152" y="177"/>
                    <a:pt x="152" y="177"/>
                    <a:pt x="152" y="177"/>
                  </a:cubicBezTo>
                  <a:cubicBezTo>
                    <a:pt x="152" y="188"/>
                    <a:pt x="152" y="188"/>
                    <a:pt x="152" y="188"/>
                  </a:cubicBezTo>
                  <a:cubicBezTo>
                    <a:pt x="164" y="188"/>
                    <a:pt x="164" y="188"/>
                    <a:pt x="164" y="188"/>
                  </a:cubicBezTo>
                  <a:cubicBezTo>
                    <a:pt x="164" y="202"/>
                    <a:pt x="164" y="202"/>
                    <a:pt x="164" y="202"/>
                  </a:cubicBezTo>
                  <a:cubicBezTo>
                    <a:pt x="177" y="202"/>
                    <a:pt x="177" y="202"/>
                    <a:pt x="177" y="202"/>
                  </a:cubicBezTo>
                  <a:cubicBezTo>
                    <a:pt x="177" y="217"/>
                    <a:pt x="177" y="217"/>
                    <a:pt x="177" y="217"/>
                  </a:cubicBezTo>
                  <a:cubicBezTo>
                    <a:pt x="188" y="217"/>
                    <a:pt x="188" y="217"/>
                    <a:pt x="188" y="217"/>
                  </a:cubicBezTo>
                  <a:cubicBezTo>
                    <a:pt x="188" y="230"/>
                    <a:pt x="188" y="230"/>
                    <a:pt x="188" y="230"/>
                  </a:cubicBezTo>
                  <a:cubicBezTo>
                    <a:pt x="197" y="230"/>
                    <a:pt x="197" y="230"/>
                    <a:pt x="197" y="230"/>
                  </a:cubicBezTo>
                  <a:cubicBezTo>
                    <a:pt x="197" y="242"/>
                    <a:pt x="197" y="242"/>
                    <a:pt x="197" y="242"/>
                  </a:cubicBezTo>
                  <a:cubicBezTo>
                    <a:pt x="197" y="242"/>
                    <a:pt x="210" y="240"/>
                    <a:pt x="210" y="242"/>
                  </a:cubicBezTo>
                  <a:cubicBezTo>
                    <a:pt x="210" y="244"/>
                    <a:pt x="210" y="257"/>
                    <a:pt x="210" y="257"/>
                  </a:cubicBezTo>
                  <a:cubicBezTo>
                    <a:pt x="221" y="257"/>
                    <a:pt x="221" y="257"/>
                    <a:pt x="221" y="257"/>
                  </a:cubicBezTo>
                  <a:cubicBezTo>
                    <a:pt x="221" y="269"/>
                    <a:pt x="221" y="269"/>
                    <a:pt x="221" y="269"/>
                  </a:cubicBezTo>
                  <a:cubicBezTo>
                    <a:pt x="234" y="269"/>
                    <a:pt x="234" y="269"/>
                    <a:pt x="234" y="269"/>
                  </a:cubicBezTo>
                  <a:cubicBezTo>
                    <a:pt x="234" y="284"/>
                    <a:pt x="234" y="284"/>
                    <a:pt x="234" y="284"/>
                  </a:cubicBezTo>
                  <a:cubicBezTo>
                    <a:pt x="249" y="284"/>
                    <a:pt x="249" y="284"/>
                    <a:pt x="249" y="284"/>
                  </a:cubicBezTo>
                  <a:cubicBezTo>
                    <a:pt x="249" y="293"/>
                    <a:pt x="249" y="293"/>
                    <a:pt x="249" y="293"/>
                  </a:cubicBezTo>
                  <a:cubicBezTo>
                    <a:pt x="258" y="293"/>
                    <a:pt x="258" y="293"/>
                    <a:pt x="258" y="293"/>
                  </a:cubicBezTo>
                  <a:cubicBezTo>
                    <a:pt x="258" y="308"/>
                    <a:pt x="258" y="308"/>
                    <a:pt x="258" y="308"/>
                  </a:cubicBezTo>
                  <a:cubicBezTo>
                    <a:pt x="266" y="308"/>
                    <a:pt x="266" y="308"/>
                    <a:pt x="266" y="308"/>
                  </a:cubicBezTo>
                  <a:cubicBezTo>
                    <a:pt x="266" y="317"/>
                    <a:pt x="266" y="317"/>
                    <a:pt x="266" y="317"/>
                  </a:cubicBezTo>
                  <a:cubicBezTo>
                    <a:pt x="274" y="317"/>
                    <a:pt x="274" y="317"/>
                    <a:pt x="274" y="317"/>
                  </a:cubicBezTo>
                  <a:cubicBezTo>
                    <a:pt x="274" y="330"/>
                    <a:pt x="274" y="330"/>
                    <a:pt x="274" y="330"/>
                  </a:cubicBezTo>
                  <a:cubicBezTo>
                    <a:pt x="284" y="330"/>
                    <a:pt x="284" y="330"/>
                    <a:pt x="284" y="330"/>
                  </a:cubicBezTo>
                  <a:cubicBezTo>
                    <a:pt x="284" y="342"/>
                    <a:pt x="284" y="342"/>
                    <a:pt x="284" y="342"/>
                  </a:cubicBezTo>
                  <a:cubicBezTo>
                    <a:pt x="297" y="342"/>
                    <a:pt x="297" y="342"/>
                    <a:pt x="297" y="342"/>
                  </a:cubicBezTo>
                  <a:cubicBezTo>
                    <a:pt x="297" y="357"/>
                    <a:pt x="297" y="357"/>
                    <a:pt x="297" y="357"/>
                  </a:cubicBezTo>
                  <a:cubicBezTo>
                    <a:pt x="306" y="357"/>
                    <a:pt x="306" y="357"/>
                    <a:pt x="306" y="357"/>
                  </a:cubicBezTo>
                  <a:cubicBezTo>
                    <a:pt x="306" y="370"/>
                    <a:pt x="306" y="370"/>
                    <a:pt x="306" y="370"/>
                  </a:cubicBezTo>
                  <a:cubicBezTo>
                    <a:pt x="317" y="370"/>
                    <a:pt x="317" y="370"/>
                    <a:pt x="317" y="370"/>
                  </a:cubicBezTo>
                  <a:cubicBezTo>
                    <a:pt x="317" y="382"/>
                    <a:pt x="317" y="382"/>
                    <a:pt x="317" y="382"/>
                  </a:cubicBezTo>
                  <a:cubicBezTo>
                    <a:pt x="330" y="382"/>
                    <a:pt x="330" y="382"/>
                    <a:pt x="330" y="382"/>
                  </a:cubicBezTo>
                  <a:cubicBezTo>
                    <a:pt x="330" y="397"/>
                    <a:pt x="330" y="397"/>
                    <a:pt x="330" y="397"/>
                  </a:cubicBezTo>
                  <a:cubicBezTo>
                    <a:pt x="340" y="397"/>
                    <a:pt x="340" y="397"/>
                    <a:pt x="340" y="397"/>
                  </a:cubicBezTo>
                  <a:cubicBezTo>
                    <a:pt x="340" y="408"/>
                    <a:pt x="340" y="408"/>
                    <a:pt x="340" y="408"/>
                  </a:cubicBezTo>
                  <a:cubicBezTo>
                    <a:pt x="352" y="408"/>
                    <a:pt x="352" y="408"/>
                    <a:pt x="352" y="408"/>
                  </a:cubicBezTo>
                  <a:cubicBezTo>
                    <a:pt x="352" y="419"/>
                    <a:pt x="352" y="419"/>
                    <a:pt x="352" y="419"/>
                  </a:cubicBezTo>
                  <a:cubicBezTo>
                    <a:pt x="365" y="419"/>
                    <a:pt x="365" y="419"/>
                    <a:pt x="365" y="419"/>
                  </a:cubicBezTo>
                  <a:cubicBezTo>
                    <a:pt x="365" y="431"/>
                    <a:pt x="365" y="431"/>
                    <a:pt x="365" y="431"/>
                  </a:cubicBezTo>
                  <a:cubicBezTo>
                    <a:pt x="372" y="431"/>
                    <a:pt x="372" y="431"/>
                    <a:pt x="372" y="431"/>
                  </a:cubicBezTo>
                  <a:cubicBezTo>
                    <a:pt x="372" y="447"/>
                    <a:pt x="372" y="447"/>
                    <a:pt x="372" y="447"/>
                  </a:cubicBezTo>
                  <a:cubicBezTo>
                    <a:pt x="389" y="446"/>
                    <a:pt x="389" y="446"/>
                    <a:pt x="389" y="446"/>
                  </a:cubicBezTo>
                  <a:cubicBezTo>
                    <a:pt x="4" y="0"/>
                    <a:pt x="4" y="0"/>
                    <a:pt x="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33CC39B4-E5D6-4D60-9BE2-45C48579AD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0" y="597"/>
              <a:ext cx="710" cy="500"/>
            </a:xfrm>
            <a:custGeom>
              <a:avLst/>
              <a:gdLst>
                <a:gd name="T0" fmla="*/ 0 w 1242"/>
                <a:gd name="T1" fmla="*/ 70 h 876"/>
                <a:gd name="T2" fmla="*/ 0 w 1242"/>
                <a:gd name="T3" fmla="*/ 876 h 876"/>
                <a:gd name="T4" fmla="*/ 1242 w 1242"/>
                <a:gd name="T5" fmla="*/ 853 h 876"/>
                <a:gd name="T6" fmla="*/ 1226 w 1242"/>
                <a:gd name="T7" fmla="*/ 54 h 876"/>
                <a:gd name="T8" fmla="*/ 0 w 1242"/>
                <a:gd name="T9" fmla="*/ 70 h 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2" h="876">
                  <a:moveTo>
                    <a:pt x="0" y="70"/>
                  </a:moveTo>
                  <a:cubicBezTo>
                    <a:pt x="0" y="876"/>
                    <a:pt x="0" y="876"/>
                    <a:pt x="0" y="876"/>
                  </a:cubicBezTo>
                  <a:cubicBezTo>
                    <a:pt x="1242" y="853"/>
                    <a:pt x="1242" y="853"/>
                    <a:pt x="1242" y="853"/>
                  </a:cubicBezTo>
                  <a:cubicBezTo>
                    <a:pt x="1242" y="853"/>
                    <a:pt x="823" y="288"/>
                    <a:pt x="1226" y="54"/>
                  </a:cubicBezTo>
                  <a:cubicBezTo>
                    <a:pt x="1226" y="54"/>
                    <a:pt x="126" y="0"/>
                    <a:pt x="0" y="70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4AC6C377-D2A0-4575-AEB7-64F25F0A0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4" y="637"/>
              <a:ext cx="466" cy="460"/>
            </a:xfrm>
            <a:custGeom>
              <a:avLst/>
              <a:gdLst>
                <a:gd name="T0" fmla="*/ 0 w 816"/>
                <a:gd name="T1" fmla="*/ 806 h 806"/>
                <a:gd name="T2" fmla="*/ 816 w 816"/>
                <a:gd name="T3" fmla="*/ 0 h 806"/>
                <a:gd name="T4" fmla="*/ 816 w 816"/>
                <a:gd name="T5" fmla="*/ 806 h 806"/>
                <a:gd name="T6" fmla="*/ 0 w 816"/>
                <a:gd name="T7" fmla="*/ 806 h 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16" h="806">
                  <a:moveTo>
                    <a:pt x="0" y="806"/>
                  </a:moveTo>
                  <a:cubicBezTo>
                    <a:pt x="0" y="806"/>
                    <a:pt x="103" y="136"/>
                    <a:pt x="816" y="0"/>
                  </a:cubicBezTo>
                  <a:cubicBezTo>
                    <a:pt x="816" y="806"/>
                    <a:pt x="816" y="806"/>
                    <a:pt x="816" y="806"/>
                  </a:cubicBezTo>
                  <a:cubicBezTo>
                    <a:pt x="816" y="806"/>
                    <a:pt x="272" y="708"/>
                    <a:pt x="0" y="8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EDF68119-5046-4E4F-B0BF-D7E393E35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5" y="586"/>
              <a:ext cx="1106" cy="2362"/>
            </a:xfrm>
            <a:custGeom>
              <a:avLst/>
              <a:gdLst>
                <a:gd name="T0" fmla="*/ 431 w 1935"/>
                <a:gd name="T1" fmla="*/ 872 h 4134"/>
                <a:gd name="T2" fmla="*/ 239 w 1935"/>
                <a:gd name="T3" fmla="*/ 1125 h 4134"/>
                <a:gd name="T4" fmla="*/ 314 w 1935"/>
                <a:gd name="T5" fmla="*/ 3103 h 4134"/>
                <a:gd name="T6" fmla="*/ 487 w 1935"/>
                <a:gd name="T7" fmla="*/ 3375 h 4134"/>
                <a:gd name="T8" fmla="*/ 436 w 1935"/>
                <a:gd name="T9" fmla="*/ 3492 h 4134"/>
                <a:gd name="T10" fmla="*/ 581 w 1935"/>
                <a:gd name="T11" fmla="*/ 3646 h 4134"/>
                <a:gd name="T12" fmla="*/ 525 w 1935"/>
                <a:gd name="T13" fmla="*/ 3440 h 4134"/>
                <a:gd name="T14" fmla="*/ 661 w 1935"/>
                <a:gd name="T15" fmla="*/ 3656 h 4134"/>
                <a:gd name="T16" fmla="*/ 646 w 1935"/>
                <a:gd name="T17" fmla="*/ 3450 h 4134"/>
                <a:gd name="T18" fmla="*/ 759 w 1935"/>
                <a:gd name="T19" fmla="*/ 3651 h 4134"/>
                <a:gd name="T20" fmla="*/ 726 w 1935"/>
                <a:gd name="T21" fmla="*/ 3426 h 4134"/>
                <a:gd name="T22" fmla="*/ 806 w 1935"/>
                <a:gd name="T23" fmla="*/ 3403 h 4134"/>
                <a:gd name="T24" fmla="*/ 895 w 1935"/>
                <a:gd name="T25" fmla="*/ 3403 h 4134"/>
                <a:gd name="T26" fmla="*/ 904 w 1935"/>
                <a:gd name="T27" fmla="*/ 3520 h 4134"/>
                <a:gd name="T28" fmla="*/ 1078 w 1935"/>
                <a:gd name="T29" fmla="*/ 3632 h 4134"/>
                <a:gd name="T30" fmla="*/ 970 w 1935"/>
                <a:gd name="T31" fmla="*/ 3473 h 4134"/>
                <a:gd name="T32" fmla="*/ 1129 w 1935"/>
                <a:gd name="T33" fmla="*/ 3618 h 4134"/>
                <a:gd name="T34" fmla="*/ 1073 w 1935"/>
                <a:gd name="T35" fmla="*/ 3445 h 4134"/>
                <a:gd name="T36" fmla="*/ 1190 w 1935"/>
                <a:gd name="T37" fmla="*/ 3637 h 4134"/>
                <a:gd name="T38" fmla="*/ 1209 w 1935"/>
                <a:gd name="T39" fmla="*/ 3440 h 4134"/>
                <a:gd name="T40" fmla="*/ 1204 w 1935"/>
                <a:gd name="T41" fmla="*/ 3412 h 4134"/>
                <a:gd name="T42" fmla="*/ 1392 w 1935"/>
                <a:gd name="T43" fmla="*/ 3426 h 4134"/>
                <a:gd name="T44" fmla="*/ 1603 w 1935"/>
                <a:gd name="T45" fmla="*/ 4134 h 4134"/>
                <a:gd name="T46" fmla="*/ 1870 w 1935"/>
                <a:gd name="T47" fmla="*/ 3853 h 4134"/>
                <a:gd name="T48" fmla="*/ 1668 w 1935"/>
                <a:gd name="T49" fmla="*/ 3196 h 4134"/>
                <a:gd name="T50" fmla="*/ 1926 w 1935"/>
                <a:gd name="T51" fmla="*/ 3468 h 4134"/>
                <a:gd name="T52" fmla="*/ 1931 w 1935"/>
                <a:gd name="T53" fmla="*/ 3182 h 4134"/>
                <a:gd name="T54" fmla="*/ 1682 w 1935"/>
                <a:gd name="T55" fmla="*/ 3018 h 4134"/>
                <a:gd name="T56" fmla="*/ 1926 w 1935"/>
                <a:gd name="T57" fmla="*/ 3103 h 4134"/>
                <a:gd name="T58" fmla="*/ 1668 w 1935"/>
                <a:gd name="T59" fmla="*/ 2915 h 4134"/>
                <a:gd name="T60" fmla="*/ 965 w 1935"/>
                <a:gd name="T61" fmla="*/ 192 h 4134"/>
                <a:gd name="T62" fmla="*/ 487 w 1935"/>
                <a:gd name="T63" fmla="*/ 70 h 4134"/>
                <a:gd name="T64" fmla="*/ 431 w 1935"/>
                <a:gd name="T65" fmla="*/ 872 h 4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935" h="4134">
                  <a:moveTo>
                    <a:pt x="431" y="872"/>
                  </a:moveTo>
                  <a:cubicBezTo>
                    <a:pt x="431" y="872"/>
                    <a:pt x="323" y="881"/>
                    <a:pt x="239" y="1125"/>
                  </a:cubicBezTo>
                  <a:cubicBezTo>
                    <a:pt x="154" y="1368"/>
                    <a:pt x="164" y="2775"/>
                    <a:pt x="314" y="3103"/>
                  </a:cubicBezTo>
                  <a:cubicBezTo>
                    <a:pt x="464" y="3431"/>
                    <a:pt x="487" y="3375"/>
                    <a:pt x="487" y="3375"/>
                  </a:cubicBezTo>
                  <a:cubicBezTo>
                    <a:pt x="487" y="3375"/>
                    <a:pt x="417" y="3407"/>
                    <a:pt x="436" y="3492"/>
                  </a:cubicBezTo>
                  <a:cubicBezTo>
                    <a:pt x="454" y="3576"/>
                    <a:pt x="590" y="3689"/>
                    <a:pt x="581" y="3646"/>
                  </a:cubicBezTo>
                  <a:cubicBezTo>
                    <a:pt x="571" y="3604"/>
                    <a:pt x="492" y="3407"/>
                    <a:pt x="525" y="3440"/>
                  </a:cubicBezTo>
                  <a:cubicBezTo>
                    <a:pt x="557" y="3473"/>
                    <a:pt x="637" y="3726"/>
                    <a:pt x="661" y="3656"/>
                  </a:cubicBezTo>
                  <a:cubicBezTo>
                    <a:pt x="684" y="3585"/>
                    <a:pt x="604" y="3417"/>
                    <a:pt x="646" y="3450"/>
                  </a:cubicBezTo>
                  <a:cubicBezTo>
                    <a:pt x="689" y="3482"/>
                    <a:pt x="721" y="3698"/>
                    <a:pt x="759" y="3651"/>
                  </a:cubicBezTo>
                  <a:cubicBezTo>
                    <a:pt x="796" y="3604"/>
                    <a:pt x="675" y="3435"/>
                    <a:pt x="726" y="3426"/>
                  </a:cubicBezTo>
                  <a:cubicBezTo>
                    <a:pt x="778" y="3417"/>
                    <a:pt x="806" y="3403"/>
                    <a:pt x="806" y="3403"/>
                  </a:cubicBezTo>
                  <a:cubicBezTo>
                    <a:pt x="895" y="3403"/>
                    <a:pt x="895" y="3403"/>
                    <a:pt x="895" y="3403"/>
                  </a:cubicBezTo>
                  <a:cubicBezTo>
                    <a:pt x="895" y="3403"/>
                    <a:pt x="867" y="3482"/>
                    <a:pt x="904" y="3520"/>
                  </a:cubicBezTo>
                  <a:cubicBezTo>
                    <a:pt x="942" y="3557"/>
                    <a:pt x="1073" y="3660"/>
                    <a:pt x="1078" y="3632"/>
                  </a:cubicBezTo>
                  <a:cubicBezTo>
                    <a:pt x="1082" y="3604"/>
                    <a:pt x="946" y="3525"/>
                    <a:pt x="970" y="3473"/>
                  </a:cubicBezTo>
                  <a:cubicBezTo>
                    <a:pt x="993" y="3421"/>
                    <a:pt x="1092" y="3646"/>
                    <a:pt x="1129" y="3618"/>
                  </a:cubicBezTo>
                  <a:cubicBezTo>
                    <a:pt x="1167" y="3590"/>
                    <a:pt x="1003" y="3445"/>
                    <a:pt x="1073" y="3445"/>
                  </a:cubicBezTo>
                  <a:cubicBezTo>
                    <a:pt x="1143" y="3445"/>
                    <a:pt x="1190" y="3637"/>
                    <a:pt x="1190" y="3637"/>
                  </a:cubicBezTo>
                  <a:cubicBezTo>
                    <a:pt x="1190" y="3637"/>
                    <a:pt x="1237" y="3642"/>
                    <a:pt x="1209" y="3440"/>
                  </a:cubicBezTo>
                  <a:cubicBezTo>
                    <a:pt x="1204" y="3412"/>
                    <a:pt x="1204" y="3412"/>
                    <a:pt x="1204" y="3412"/>
                  </a:cubicBezTo>
                  <a:cubicBezTo>
                    <a:pt x="1392" y="3426"/>
                    <a:pt x="1392" y="3426"/>
                    <a:pt x="1392" y="3426"/>
                  </a:cubicBezTo>
                  <a:cubicBezTo>
                    <a:pt x="1603" y="4134"/>
                    <a:pt x="1603" y="4134"/>
                    <a:pt x="1603" y="4134"/>
                  </a:cubicBezTo>
                  <a:cubicBezTo>
                    <a:pt x="1603" y="4134"/>
                    <a:pt x="1804" y="3998"/>
                    <a:pt x="1870" y="3853"/>
                  </a:cubicBezTo>
                  <a:cubicBezTo>
                    <a:pt x="1935" y="3707"/>
                    <a:pt x="1668" y="3196"/>
                    <a:pt x="1668" y="3196"/>
                  </a:cubicBezTo>
                  <a:cubicBezTo>
                    <a:pt x="1926" y="3468"/>
                    <a:pt x="1926" y="3468"/>
                    <a:pt x="1926" y="3468"/>
                  </a:cubicBezTo>
                  <a:cubicBezTo>
                    <a:pt x="1931" y="3182"/>
                    <a:pt x="1931" y="3182"/>
                    <a:pt x="1931" y="3182"/>
                  </a:cubicBezTo>
                  <a:cubicBezTo>
                    <a:pt x="1682" y="3018"/>
                    <a:pt x="1682" y="3018"/>
                    <a:pt x="1682" y="3018"/>
                  </a:cubicBezTo>
                  <a:cubicBezTo>
                    <a:pt x="1926" y="3103"/>
                    <a:pt x="1926" y="3103"/>
                    <a:pt x="1926" y="3103"/>
                  </a:cubicBezTo>
                  <a:cubicBezTo>
                    <a:pt x="1668" y="2915"/>
                    <a:pt x="1668" y="2915"/>
                    <a:pt x="1668" y="2915"/>
                  </a:cubicBezTo>
                  <a:cubicBezTo>
                    <a:pt x="1668" y="2915"/>
                    <a:pt x="1616" y="469"/>
                    <a:pt x="965" y="192"/>
                  </a:cubicBezTo>
                  <a:cubicBezTo>
                    <a:pt x="679" y="70"/>
                    <a:pt x="487" y="70"/>
                    <a:pt x="487" y="70"/>
                  </a:cubicBezTo>
                  <a:cubicBezTo>
                    <a:pt x="487" y="70"/>
                    <a:pt x="0" y="0"/>
                    <a:pt x="431" y="87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E7877998-4523-41B9-B1A7-1FC793860D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6" y="597"/>
              <a:ext cx="375" cy="478"/>
            </a:xfrm>
            <a:custGeom>
              <a:avLst/>
              <a:gdLst>
                <a:gd name="T0" fmla="*/ 125 w 656"/>
                <a:gd name="T1" fmla="*/ 146 h 837"/>
                <a:gd name="T2" fmla="*/ 37 w 656"/>
                <a:gd name="T3" fmla="*/ 410 h 837"/>
                <a:gd name="T4" fmla="*/ 238 w 656"/>
                <a:gd name="T5" fmla="*/ 745 h 837"/>
                <a:gd name="T6" fmla="*/ 564 w 656"/>
                <a:gd name="T7" fmla="*/ 828 h 837"/>
                <a:gd name="T8" fmla="*/ 652 w 656"/>
                <a:gd name="T9" fmla="*/ 657 h 837"/>
                <a:gd name="T10" fmla="*/ 564 w 656"/>
                <a:gd name="T11" fmla="*/ 230 h 837"/>
                <a:gd name="T12" fmla="*/ 125 w 656"/>
                <a:gd name="T13" fmla="*/ 146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6" h="837">
                  <a:moveTo>
                    <a:pt x="125" y="146"/>
                  </a:moveTo>
                  <a:cubicBezTo>
                    <a:pt x="125" y="146"/>
                    <a:pt x="0" y="247"/>
                    <a:pt x="37" y="410"/>
                  </a:cubicBezTo>
                  <a:cubicBezTo>
                    <a:pt x="70" y="553"/>
                    <a:pt x="150" y="715"/>
                    <a:pt x="238" y="745"/>
                  </a:cubicBezTo>
                  <a:cubicBezTo>
                    <a:pt x="326" y="774"/>
                    <a:pt x="506" y="820"/>
                    <a:pt x="564" y="828"/>
                  </a:cubicBezTo>
                  <a:cubicBezTo>
                    <a:pt x="623" y="837"/>
                    <a:pt x="656" y="782"/>
                    <a:pt x="652" y="657"/>
                  </a:cubicBezTo>
                  <a:cubicBezTo>
                    <a:pt x="648" y="531"/>
                    <a:pt x="610" y="284"/>
                    <a:pt x="564" y="230"/>
                  </a:cubicBezTo>
                  <a:cubicBezTo>
                    <a:pt x="518" y="176"/>
                    <a:pt x="380" y="0"/>
                    <a:pt x="125" y="1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" name="Oval 27">
              <a:extLst>
                <a:ext uri="{FF2B5EF4-FFF2-40B4-BE49-F238E27FC236}">
                  <a16:creationId xmlns:a16="http://schemas.microsoft.com/office/drawing/2014/main" id="{71111BB1-D00D-47F1-B28C-A239397F36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7" y="701"/>
              <a:ext cx="190" cy="190"/>
            </a:xfrm>
            <a:prstGeom prst="ellipse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Oval 28">
              <a:extLst>
                <a:ext uri="{FF2B5EF4-FFF2-40B4-BE49-F238E27FC236}">
                  <a16:creationId xmlns:a16="http://schemas.microsoft.com/office/drawing/2014/main" id="{801B83E8-E163-432E-9CC7-F035A57BE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746"/>
              <a:ext cx="113" cy="1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6A806476-6ADA-48CB-ABEB-E73493CAD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4" y="1866"/>
              <a:ext cx="2987" cy="956"/>
            </a:xfrm>
            <a:custGeom>
              <a:avLst/>
              <a:gdLst>
                <a:gd name="T0" fmla="*/ 3896 w 5227"/>
                <a:gd name="T1" fmla="*/ 1072 h 1673"/>
                <a:gd name="T2" fmla="*/ 3271 w 5227"/>
                <a:gd name="T3" fmla="*/ 994 h 1673"/>
                <a:gd name="T4" fmla="*/ 2660 w 5227"/>
                <a:gd name="T5" fmla="*/ 653 h 1673"/>
                <a:gd name="T6" fmla="*/ 2662 w 5227"/>
                <a:gd name="T7" fmla="*/ 460 h 1673"/>
                <a:gd name="T8" fmla="*/ 2561 w 5227"/>
                <a:gd name="T9" fmla="*/ 563 h 1673"/>
                <a:gd name="T10" fmla="*/ 2483 w 5227"/>
                <a:gd name="T11" fmla="*/ 116 h 1673"/>
                <a:gd name="T12" fmla="*/ 2491 w 5227"/>
                <a:gd name="T13" fmla="*/ 417 h 1673"/>
                <a:gd name="T14" fmla="*/ 2469 w 5227"/>
                <a:gd name="T15" fmla="*/ 408 h 1673"/>
                <a:gd name="T16" fmla="*/ 2445 w 5227"/>
                <a:gd name="T17" fmla="*/ 552 h 1673"/>
                <a:gd name="T18" fmla="*/ 2562 w 5227"/>
                <a:gd name="T19" fmla="*/ 626 h 1673"/>
                <a:gd name="T20" fmla="*/ 3128 w 5227"/>
                <a:gd name="T21" fmla="*/ 1021 h 1673"/>
                <a:gd name="T22" fmla="*/ 2651 w 5227"/>
                <a:gd name="T23" fmla="*/ 1093 h 1673"/>
                <a:gd name="T24" fmla="*/ 2252 w 5227"/>
                <a:gd name="T25" fmla="*/ 836 h 1673"/>
                <a:gd name="T26" fmla="*/ 2140 w 5227"/>
                <a:gd name="T27" fmla="*/ 408 h 1673"/>
                <a:gd name="T28" fmla="*/ 2128 w 5227"/>
                <a:gd name="T29" fmla="*/ 687 h 1673"/>
                <a:gd name="T30" fmla="*/ 1944 w 5227"/>
                <a:gd name="T31" fmla="*/ 439 h 1673"/>
                <a:gd name="T32" fmla="*/ 1936 w 5227"/>
                <a:gd name="T33" fmla="*/ 483 h 1673"/>
                <a:gd name="T34" fmla="*/ 1858 w 5227"/>
                <a:gd name="T35" fmla="*/ 516 h 1673"/>
                <a:gd name="T36" fmla="*/ 1768 w 5227"/>
                <a:gd name="T37" fmla="*/ 55 h 1673"/>
                <a:gd name="T38" fmla="*/ 1796 w 5227"/>
                <a:gd name="T39" fmla="*/ 330 h 1673"/>
                <a:gd name="T40" fmla="*/ 1756 w 5227"/>
                <a:gd name="T41" fmla="*/ 355 h 1673"/>
                <a:gd name="T42" fmla="*/ 1654 w 5227"/>
                <a:gd name="T43" fmla="*/ 276 h 1673"/>
                <a:gd name="T44" fmla="*/ 1684 w 5227"/>
                <a:gd name="T45" fmla="*/ 365 h 1673"/>
                <a:gd name="T46" fmla="*/ 1340 w 5227"/>
                <a:gd name="T47" fmla="*/ 272 h 1673"/>
                <a:gd name="T48" fmla="*/ 1720 w 5227"/>
                <a:gd name="T49" fmla="*/ 414 h 1673"/>
                <a:gd name="T50" fmla="*/ 2034 w 5227"/>
                <a:gd name="T51" fmla="*/ 696 h 1673"/>
                <a:gd name="T52" fmla="*/ 1724 w 5227"/>
                <a:gd name="T53" fmla="*/ 699 h 1673"/>
                <a:gd name="T54" fmla="*/ 1854 w 5227"/>
                <a:gd name="T55" fmla="*/ 744 h 1673"/>
                <a:gd name="T56" fmla="*/ 1669 w 5227"/>
                <a:gd name="T57" fmla="*/ 923 h 1673"/>
                <a:gd name="T58" fmla="*/ 2026 w 5227"/>
                <a:gd name="T59" fmla="*/ 740 h 1673"/>
                <a:gd name="T60" fmla="*/ 2278 w 5227"/>
                <a:gd name="T61" fmla="*/ 975 h 1673"/>
                <a:gd name="T62" fmla="*/ 1868 w 5227"/>
                <a:gd name="T63" fmla="*/ 1175 h 1673"/>
                <a:gd name="T64" fmla="*/ 1209 w 5227"/>
                <a:gd name="T65" fmla="*/ 893 h 1673"/>
                <a:gd name="T66" fmla="*/ 678 w 5227"/>
                <a:gd name="T67" fmla="*/ 628 h 1673"/>
                <a:gd name="T68" fmla="*/ 1263 w 5227"/>
                <a:gd name="T69" fmla="*/ 1042 h 1673"/>
                <a:gd name="T70" fmla="*/ 1063 w 5227"/>
                <a:gd name="T71" fmla="*/ 976 h 1673"/>
                <a:gd name="T72" fmla="*/ 1127 w 5227"/>
                <a:gd name="T73" fmla="*/ 1108 h 1673"/>
                <a:gd name="T74" fmla="*/ 775 w 5227"/>
                <a:gd name="T75" fmla="*/ 952 h 1673"/>
                <a:gd name="T76" fmla="*/ 621 w 5227"/>
                <a:gd name="T77" fmla="*/ 896 h 1673"/>
                <a:gd name="T78" fmla="*/ 757 w 5227"/>
                <a:gd name="T79" fmla="*/ 1106 h 1673"/>
                <a:gd name="T80" fmla="*/ 309 w 5227"/>
                <a:gd name="T81" fmla="*/ 847 h 1673"/>
                <a:gd name="T82" fmla="*/ 694 w 5227"/>
                <a:gd name="T83" fmla="*/ 1107 h 1673"/>
                <a:gd name="T84" fmla="*/ 600 w 5227"/>
                <a:gd name="T85" fmla="*/ 1176 h 1673"/>
                <a:gd name="T86" fmla="*/ 370 w 5227"/>
                <a:gd name="T87" fmla="*/ 1154 h 1673"/>
                <a:gd name="T88" fmla="*/ 639 w 5227"/>
                <a:gd name="T89" fmla="*/ 1199 h 1673"/>
                <a:gd name="T90" fmla="*/ 413 w 5227"/>
                <a:gd name="T91" fmla="*/ 1279 h 1673"/>
                <a:gd name="T92" fmla="*/ 293 w 5227"/>
                <a:gd name="T93" fmla="*/ 1366 h 1673"/>
                <a:gd name="T94" fmla="*/ 502 w 5227"/>
                <a:gd name="T95" fmla="*/ 1313 h 1673"/>
                <a:gd name="T96" fmla="*/ 454 w 5227"/>
                <a:gd name="T97" fmla="*/ 1378 h 1673"/>
                <a:gd name="T98" fmla="*/ 718 w 5227"/>
                <a:gd name="T99" fmla="*/ 1227 h 1673"/>
                <a:gd name="T100" fmla="*/ 550 w 5227"/>
                <a:gd name="T101" fmla="*/ 1504 h 1673"/>
                <a:gd name="T102" fmla="*/ 714 w 5227"/>
                <a:gd name="T103" fmla="*/ 1520 h 1673"/>
                <a:gd name="T104" fmla="*/ 740 w 5227"/>
                <a:gd name="T105" fmla="*/ 1269 h 1673"/>
                <a:gd name="T106" fmla="*/ 899 w 5227"/>
                <a:gd name="T107" fmla="*/ 1154 h 1673"/>
                <a:gd name="T108" fmla="*/ 1329 w 5227"/>
                <a:gd name="T109" fmla="*/ 1191 h 1673"/>
                <a:gd name="T110" fmla="*/ 1304 w 5227"/>
                <a:gd name="T111" fmla="*/ 1339 h 1673"/>
                <a:gd name="T112" fmla="*/ 894 w 5227"/>
                <a:gd name="T113" fmla="*/ 1548 h 1673"/>
                <a:gd name="T114" fmla="*/ 1181 w 5227"/>
                <a:gd name="T115" fmla="*/ 1467 h 1673"/>
                <a:gd name="T116" fmla="*/ 1535 w 5227"/>
                <a:gd name="T117" fmla="*/ 1281 h 1673"/>
                <a:gd name="T118" fmla="*/ 3383 w 5227"/>
                <a:gd name="T119" fmla="*/ 1278 h 1673"/>
                <a:gd name="T120" fmla="*/ 5227 w 5227"/>
                <a:gd name="T121" fmla="*/ 1089 h 1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227" h="1673">
                  <a:moveTo>
                    <a:pt x="5227" y="1089"/>
                  </a:moveTo>
                  <a:cubicBezTo>
                    <a:pt x="5223" y="1088"/>
                    <a:pt x="5219" y="1088"/>
                    <a:pt x="5216" y="1088"/>
                  </a:cubicBezTo>
                  <a:cubicBezTo>
                    <a:pt x="4915" y="1070"/>
                    <a:pt x="4617" y="1063"/>
                    <a:pt x="4455" y="1070"/>
                  </a:cubicBezTo>
                  <a:cubicBezTo>
                    <a:pt x="4294" y="1077"/>
                    <a:pt x="4070" y="1069"/>
                    <a:pt x="3896" y="1072"/>
                  </a:cubicBezTo>
                  <a:cubicBezTo>
                    <a:pt x="3722" y="1076"/>
                    <a:pt x="3456" y="1073"/>
                    <a:pt x="3433" y="1073"/>
                  </a:cubicBezTo>
                  <a:cubicBezTo>
                    <a:pt x="3410" y="1072"/>
                    <a:pt x="3403" y="1066"/>
                    <a:pt x="3389" y="1054"/>
                  </a:cubicBezTo>
                  <a:cubicBezTo>
                    <a:pt x="3376" y="1042"/>
                    <a:pt x="3360" y="1029"/>
                    <a:pt x="3340" y="1016"/>
                  </a:cubicBezTo>
                  <a:cubicBezTo>
                    <a:pt x="3319" y="1003"/>
                    <a:pt x="3303" y="998"/>
                    <a:pt x="3271" y="994"/>
                  </a:cubicBezTo>
                  <a:cubicBezTo>
                    <a:pt x="3240" y="990"/>
                    <a:pt x="3179" y="961"/>
                    <a:pt x="3113" y="945"/>
                  </a:cubicBezTo>
                  <a:cubicBezTo>
                    <a:pt x="3047" y="928"/>
                    <a:pt x="2984" y="913"/>
                    <a:pt x="2940" y="872"/>
                  </a:cubicBezTo>
                  <a:cubicBezTo>
                    <a:pt x="2897" y="830"/>
                    <a:pt x="2861" y="801"/>
                    <a:pt x="2805" y="759"/>
                  </a:cubicBezTo>
                  <a:cubicBezTo>
                    <a:pt x="2750" y="716"/>
                    <a:pt x="2701" y="681"/>
                    <a:pt x="2660" y="653"/>
                  </a:cubicBezTo>
                  <a:cubicBezTo>
                    <a:pt x="2619" y="624"/>
                    <a:pt x="2599" y="612"/>
                    <a:pt x="2587" y="597"/>
                  </a:cubicBezTo>
                  <a:cubicBezTo>
                    <a:pt x="2576" y="582"/>
                    <a:pt x="2579" y="568"/>
                    <a:pt x="2584" y="554"/>
                  </a:cubicBezTo>
                  <a:cubicBezTo>
                    <a:pt x="2588" y="540"/>
                    <a:pt x="2588" y="542"/>
                    <a:pt x="2617" y="529"/>
                  </a:cubicBezTo>
                  <a:cubicBezTo>
                    <a:pt x="2646" y="516"/>
                    <a:pt x="2662" y="504"/>
                    <a:pt x="2662" y="460"/>
                  </a:cubicBezTo>
                  <a:cubicBezTo>
                    <a:pt x="2662" y="417"/>
                    <a:pt x="2686" y="393"/>
                    <a:pt x="2686" y="393"/>
                  </a:cubicBezTo>
                  <a:cubicBezTo>
                    <a:pt x="2686" y="393"/>
                    <a:pt x="2647" y="393"/>
                    <a:pt x="2619" y="413"/>
                  </a:cubicBezTo>
                  <a:cubicBezTo>
                    <a:pt x="2590" y="433"/>
                    <a:pt x="2575" y="467"/>
                    <a:pt x="2573" y="502"/>
                  </a:cubicBezTo>
                  <a:cubicBezTo>
                    <a:pt x="2570" y="538"/>
                    <a:pt x="2561" y="563"/>
                    <a:pt x="2561" y="563"/>
                  </a:cubicBezTo>
                  <a:cubicBezTo>
                    <a:pt x="2561" y="563"/>
                    <a:pt x="2527" y="533"/>
                    <a:pt x="2513" y="493"/>
                  </a:cubicBezTo>
                  <a:cubicBezTo>
                    <a:pt x="2500" y="452"/>
                    <a:pt x="2513" y="430"/>
                    <a:pt x="2524" y="395"/>
                  </a:cubicBezTo>
                  <a:cubicBezTo>
                    <a:pt x="2536" y="360"/>
                    <a:pt x="2517" y="341"/>
                    <a:pt x="2527" y="282"/>
                  </a:cubicBezTo>
                  <a:cubicBezTo>
                    <a:pt x="2538" y="222"/>
                    <a:pt x="2527" y="164"/>
                    <a:pt x="2483" y="116"/>
                  </a:cubicBezTo>
                  <a:cubicBezTo>
                    <a:pt x="2438" y="68"/>
                    <a:pt x="2434" y="44"/>
                    <a:pt x="2434" y="44"/>
                  </a:cubicBezTo>
                  <a:cubicBezTo>
                    <a:pt x="2434" y="44"/>
                    <a:pt x="2403" y="111"/>
                    <a:pt x="2408" y="171"/>
                  </a:cubicBezTo>
                  <a:cubicBezTo>
                    <a:pt x="2412" y="232"/>
                    <a:pt x="2451" y="267"/>
                    <a:pt x="2488" y="303"/>
                  </a:cubicBezTo>
                  <a:cubicBezTo>
                    <a:pt x="2525" y="339"/>
                    <a:pt x="2491" y="417"/>
                    <a:pt x="2491" y="417"/>
                  </a:cubicBezTo>
                  <a:cubicBezTo>
                    <a:pt x="2491" y="417"/>
                    <a:pt x="2480" y="376"/>
                    <a:pt x="2457" y="333"/>
                  </a:cubicBezTo>
                  <a:cubicBezTo>
                    <a:pt x="2435" y="291"/>
                    <a:pt x="2407" y="259"/>
                    <a:pt x="2398" y="249"/>
                  </a:cubicBezTo>
                  <a:cubicBezTo>
                    <a:pt x="2390" y="239"/>
                    <a:pt x="2384" y="250"/>
                    <a:pt x="2394" y="262"/>
                  </a:cubicBezTo>
                  <a:cubicBezTo>
                    <a:pt x="2403" y="274"/>
                    <a:pt x="2457" y="365"/>
                    <a:pt x="2469" y="408"/>
                  </a:cubicBezTo>
                  <a:cubicBezTo>
                    <a:pt x="2481" y="452"/>
                    <a:pt x="2488" y="492"/>
                    <a:pt x="2500" y="517"/>
                  </a:cubicBezTo>
                  <a:cubicBezTo>
                    <a:pt x="2512" y="542"/>
                    <a:pt x="2525" y="563"/>
                    <a:pt x="2534" y="569"/>
                  </a:cubicBezTo>
                  <a:cubicBezTo>
                    <a:pt x="2543" y="575"/>
                    <a:pt x="2546" y="587"/>
                    <a:pt x="2517" y="581"/>
                  </a:cubicBezTo>
                  <a:cubicBezTo>
                    <a:pt x="2488" y="575"/>
                    <a:pt x="2461" y="563"/>
                    <a:pt x="2445" y="552"/>
                  </a:cubicBezTo>
                  <a:cubicBezTo>
                    <a:pt x="2429" y="540"/>
                    <a:pt x="2414" y="555"/>
                    <a:pt x="2431" y="568"/>
                  </a:cubicBezTo>
                  <a:cubicBezTo>
                    <a:pt x="2448" y="581"/>
                    <a:pt x="2482" y="602"/>
                    <a:pt x="2500" y="610"/>
                  </a:cubicBezTo>
                  <a:cubicBezTo>
                    <a:pt x="2518" y="618"/>
                    <a:pt x="2532" y="618"/>
                    <a:pt x="2540" y="617"/>
                  </a:cubicBezTo>
                  <a:cubicBezTo>
                    <a:pt x="2548" y="616"/>
                    <a:pt x="2554" y="615"/>
                    <a:pt x="2562" y="626"/>
                  </a:cubicBezTo>
                  <a:cubicBezTo>
                    <a:pt x="2570" y="637"/>
                    <a:pt x="2637" y="700"/>
                    <a:pt x="2670" y="727"/>
                  </a:cubicBezTo>
                  <a:cubicBezTo>
                    <a:pt x="2702" y="755"/>
                    <a:pt x="2759" y="793"/>
                    <a:pt x="2803" y="841"/>
                  </a:cubicBezTo>
                  <a:cubicBezTo>
                    <a:pt x="2848" y="889"/>
                    <a:pt x="2900" y="931"/>
                    <a:pt x="2955" y="959"/>
                  </a:cubicBezTo>
                  <a:cubicBezTo>
                    <a:pt x="3010" y="988"/>
                    <a:pt x="3075" y="1008"/>
                    <a:pt x="3128" y="1021"/>
                  </a:cubicBezTo>
                  <a:cubicBezTo>
                    <a:pt x="3180" y="1035"/>
                    <a:pt x="3208" y="1055"/>
                    <a:pt x="3228" y="1062"/>
                  </a:cubicBezTo>
                  <a:cubicBezTo>
                    <a:pt x="3248" y="1068"/>
                    <a:pt x="3240" y="1081"/>
                    <a:pt x="3220" y="1085"/>
                  </a:cubicBezTo>
                  <a:cubicBezTo>
                    <a:pt x="3200" y="1088"/>
                    <a:pt x="3137" y="1104"/>
                    <a:pt x="2984" y="1104"/>
                  </a:cubicBezTo>
                  <a:cubicBezTo>
                    <a:pt x="2832" y="1104"/>
                    <a:pt x="2703" y="1097"/>
                    <a:pt x="2651" y="1093"/>
                  </a:cubicBezTo>
                  <a:cubicBezTo>
                    <a:pt x="2598" y="1089"/>
                    <a:pt x="2585" y="1089"/>
                    <a:pt x="2560" y="1073"/>
                  </a:cubicBezTo>
                  <a:cubicBezTo>
                    <a:pt x="2536" y="1057"/>
                    <a:pt x="2441" y="998"/>
                    <a:pt x="2406" y="975"/>
                  </a:cubicBezTo>
                  <a:cubicBezTo>
                    <a:pt x="2370" y="952"/>
                    <a:pt x="2347" y="934"/>
                    <a:pt x="2323" y="913"/>
                  </a:cubicBezTo>
                  <a:cubicBezTo>
                    <a:pt x="2299" y="892"/>
                    <a:pt x="2273" y="874"/>
                    <a:pt x="2252" y="836"/>
                  </a:cubicBezTo>
                  <a:cubicBezTo>
                    <a:pt x="2231" y="797"/>
                    <a:pt x="2207" y="752"/>
                    <a:pt x="2187" y="731"/>
                  </a:cubicBezTo>
                  <a:cubicBezTo>
                    <a:pt x="2167" y="709"/>
                    <a:pt x="2142" y="693"/>
                    <a:pt x="2131" y="657"/>
                  </a:cubicBezTo>
                  <a:cubicBezTo>
                    <a:pt x="2120" y="622"/>
                    <a:pt x="2128" y="562"/>
                    <a:pt x="2145" y="527"/>
                  </a:cubicBezTo>
                  <a:cubicBezTo>
                    <a:pt x="2162" y="493"/>
                    <a:pt x="2167" y="462"/>
                    <a:pt x="2140" y="408"/>
                  </a:cubicBezTo>
                  <a:cubicBezTo>
                    <a:pt x="2112" y="354"/>
                    <a:pt x="2070" y="346"/>
                    <a:pt x="2070" y="346"/>
                  </a:cubicBezTo>
                  <a:cubicBezTo>
                    <a:pt x="2070" y="346"/>
                    <a:pt x="2098" y="401"/>
                    <a:pt x="2079" y="454"/>
                  </a:cubicBezTo>
                  <a:cubicBezTo>
                    <a:pt x="2060" y="507"/>
                    <a:pt x="2058" y="589"/>
                    <a:pt x="2080" y="624"/>
                  </a:cubicBezTo>
                  <a:cubicBezTo>
                    <a:pt x="2103" y="659"/>
                    <a:pt x="2121" y="676"/>
                    <a:pt x="2128" y="687"/>
                  </a:cubicBezTo>
                  <a:cubicBezTo>
                    <a:pt x="2135" y="699"/>
                    <a:pt x="2137" y="709"/>
                    <a:pt x="2117" y="704"/>
                  </a:cubicBezTo>
                  <a:cubicBezTo>
                    <a:pt x="2097" y="700"/>
                    <a:pt x="2051" y="687"/>
                    <a:pt x="2008" y="648"/>
                  </a:cubicBezTo>
                  <a:cubicBezTo>
                    <a:pt x="1965" y="609"/>
                    <a:pt x="1951" y="570"/>
                    <a:pt x="1951" y="529"/>
                  </a:cubicBezTo>
                  <a:cubicBezTo>
                    <a:pt x="1951" y="487"/>
                    <a:pt x="1954" y="456"/>
                    <a:pt x="1944" y="439"/>
                  </a:cubicBezTo>
                  <a:cubicBezTo>
                    <a:pt x="1934" y="422"/>
                    <a:pt x="1924" y="410"/>
                    <a:pt x="1917" y="405"/>
                  </a:cubicBezTo>
                  <a:cubicBezTo>
                    <a:pt x="1910" y="400"/>
                    <a:pt x="1905" y="406"/>
                    <a:pt x="1912" y="415"/>
                  </a:cubicBezTo>
                  <a:cubicBezTo>
                    <a:pt x="1919" y="424"/>
                    <a:pt x="1927" y="435"/>
                    <a:pt x="1931" y="445"/>
                  </a:cubicBezTo>
                  <a:cubicBezTo>
                    <a:pt x="1936" y="455"/>
                    <a:pt x="1938" y="466"/>
                    <a:pt x="1936" y="483"/>
                  </a:cubicBezTo>
                  <a:cubicBezTo>
                    <a:pt x="1934" y="501"/>
                    <a:pt x="1935" y="540"/>
                    <a:pt x="1938" y="557"/>
                  </a:cubicBezTo>
                  <a:cubicBezTo>
                    <a:pt x="1941" y="574"/>
                    <a:pt x="1949" y="597"/>
                    <a:pt x="1955" y="605"/>
                  </a:cubicBezTo>
                  <a:cubicBezTo>
                    <a:pt x="1960" y="614"/>
                    <a:pt x="1958" y="622"/>
                    <a:pt x="1947" y="614"/>
                  </a:cubicBezTo>
                  <a:cubicBezTo>
                    <a:pt x="1936" y="605"/>
                    <a:pt x="1886" y="569"/>
                    <a:pt x="1858" y="516"/>
                  </a:cubicBezTo>
                  <a:cubicBezTo>
                    <a:pt x="1829" y="462"/>
                    <a:pt x="1831" y="450"/>
                    <a:pt x="1834" y="417"/>
                  </a:cubicBezTo>
                  <a:cubicBezTo>
                    <a:pt x="1836" y="384"/>
                    <a:pt x="1837" y="370"/>
                    <a:pt x="1832" y="346"/>
                  </a:cubicBezTo>
                  <a:cubicBezTo>
                    <a:pt x="1827" y="323"/>
                    <a:pt x="1842" y="284"/>
                    <a:pt x="1843" y="239"/>
                  </a:cubicBezTo>
                  <a:cubicBezTo>
                    <a:pt x="1844" y="193"/>
                    <a:pt x="1835" y="108"/>
                    <a:pt x="1768" y="55"/>
                  </a:cubicBezTo>
                  <a:cubicBezTo>
                    <a:pt x="1701" y="1"/>
                    <a:pt x="1673" y="0"/>
                    <a:pt x="1673" y="0"/>
                  </a:cubicBezTo>
                  <a:cubicBezTo>
                    <a:pt x="1673" y="0"/>
                    <a:pt x="1708" y="45"/>
                    <a:pt x="1694" y="103"/>
                  </a:cubicBezTo>
                  <a:cubicBezTo>
                    <a:pt x="1681" y="160"/>
                    <a:pt x="1692" y="217"/>
                    <a:pt x="1728" y="258"/>
                  </a:cubicBezTo>
                  <a:cubicBezTo>
                    <a:pt x="1764" y="300"/>
                    <a:pt x="1782" y="323"/>
                    <a:pt x="1796" y="330"/>
                  </a:cubicBezTo>
                  <a:cubicBezTo>
                    <a:pt x="1809" y="338"/>
                    <a:pt x="1817" y="353"/>
                    <a:pt x="1817" y="366"/>
                  </a:cubicBezTo>
                  <a:cubicBezTo>
                    <a:pt x="1817" y="378"/>
                    <a:pt x="1814" y="410"/>
                    <a:pt x="1815" y="421"/>
                  </a:cubicBezTo>
                  <a:cubicBezTo>
                    <a:pt x="1816" y="433"/>
                    <a:pt x="1804" y="440"/>
                    <a:pt x="1796" y="422"/>
                  </a:cubicBezTo>
                  <a:cubicBezTo>
                    <a:pt x="1788" y="405"/>
                    <a:pt x="1781" y="385"/>
                    <a:pt x="1756" y="355"/>
                  </a:cubicBezTo>
                  <a:cubicBezTo>
                    <a:pt x="1731" y="326"/>
                    <a:pt x="1686" y="281"/>
                    <a:pt x="1661" y="263"/>
                  </a:cubicBezTo>
                  <a:cubicBezTo>
                    <a:pt x="1636" y="245"/>
                    <a:pt x="1594" y="213"/>
                    <a:pt x="1584" y="204"/>
                  </a:cubicBezTo>
                  <a:cubicBezTo>
                    <a:pt x="1574" y="196"/>
                    <a:pt x="1570" y="208"/>
                    <a:pt x="1580" y="219"/>
                  </a:cubicBezTo>
                  <a:cubicBezTo>
                    <a:pt x="1591" y="230"/>
                    <a:pt x="1632" y="258"/>
                    <a:pt x="1654" y="276"/>
                  </a:cubicBezTo>
                  <a:cubicBezTo>
                    <a:pt x="1675" y="294"/>
                    <a:pt x="1715" y="339"/>
                    <a:pt x="1731" y="358"/>
                  </a:cubicBezTo>
                  <a:cubicBezTo>
                    <a:pt x="1748" y="376"/>
                    <a:pt x="1757" y="391"/>
                    <a:pt x="1759" y="399"/>
                  </a:cubicBezTo>
                  <a:cubicBezTo>
                    <a:pt x="1761" y="407"/>
                    <a:pt x="1751" y="406"/>
                    <a:pt x="1737" y="399"/>
                  </a:cubicBezTo>
                  <a:cubicBezTo>
                    <a:pt x="1723" y="392"/>
                    <a:pt x="1706" y="375"/>
                    <a:pt x="1684" y="365"/>
                  </a:cubicBezTo>
                  <a:cubicBezTo>
                    <a:pt x="1661" y="355"/>
                    <a:pt x="1649" y="343"/>
                    <a:pt x="1640" y="333"/>
                  </a:cubicBezTo>
                  <a:cubicBezTo>
                    <a:pt x="1631" y="323"/>
                    <a:pt x="1593" y="285"/>
                    <a:pt x="1554" y="265"/>
                  </a:cubicBezTo>
                  <a:cubicBezTo>
                    <a:pt x="1516" y="245"/>
                    <a:pt x="1495" y="250"/>
                    <a:pt x="1444" y="274"/>
                  </a:cubicBezTo>
                  <a:cubicBezTo>
                    <a:pt x="1392" y="298"/>
                    <a:pt x="1340" y="272"/>
                    <a:pt x="1340" y="272"/>
                  </a:cubicBezTo>
                  <a:cubicBezTo>
                    <a:pt x="1340" y="272"/>
                    <a:pt x="1374" y="315"/>
                    <a:pt x="1431" y="354"/>
                  </a:cubicBezTo>
                  <a:cubicBezTo>
                    <a:pt x="1488" y="392"/>
                    <a:pt x="1546" y="416"/>
                    <a:pt x="1586" y="416"/>
                  </a:cubicBezTo>
                  <a:cubicBezTo>
                    <a:pt x="1627" y="416"/>
                    <a:pt x="1656" y="403"/>
                    <a:pt x="1672" y="399"/>
                  </a:cubicBezTo>
                  <a:cubicBezTo>
                    <a:pt x="1688" y="396"/>
                    <a:pt x="1704" y="405"/>
                    <a:pt x="1720" y="414"/>
                  </a:cubicBezTo>
                  <a:cubicBezTo>
                    <a:pt x="1737" y="422"/>
                    <a:pt x="1762" y="444"/>
                    <a:pt x="1778" y="458"/>
                  </a:cubicBezTo>
                  <a:cubicBezTo>
                    <a:pt x="1794" y="472"/>
                    <a:pt x="1803" y="492"/>
                    <a:pt x="1816" y="515"/>
                  </a:cubicBezTo>
                  <a:cubicBezTo>
                    <a:pt x="1830" y="537"/>
                    <a:pt x="1865" y="580"/>
                    <a:pt x="1911" y="617"/>
                  </a:cubicBezTo>
                  <a:cubicBezTo>
                    <a:pt x="1957" y="654"/>
                    <a:pt x="2014" y="688"/>
                    <a:pt x="2034" y="696"/>
                  </a:cubicBezTo>
                  <a:cubicBezTo>
                    <a:pt x="2054" y="704"/>
                    <a:pt x="2048" y="711"/>
                    <a:pt x="2030" y="715"/>
                  </a:cubicBezTo>
                  <a:cubicBezTo>
                    <a:pt x="2011" y="719"/>
                    <a:pt x="1995" y="724"/>
                    <a:pt x="1926" y="723"/>
                  </a:cubicBezTo>
                  <a:cubicBezTo>
                    <a:pt x="1856" y="721"/>
                    <a:pt x="1821" y="710"/>
                    <a:pt x="1787" y="702"/>
                  </a:cubicBezTo>
                  <a:cubicBezTo>
                    <a:pt x="1754" y="694"/>
                    <a:pt x="1732" y="697"/>
                    <a:pt x="1724" y="699"/>
                  </a:cubicBezTo>
                  <a:cubicBezTo>
                    <a:pt x="1717" y="700"/>
                    <a:pt x="1719" y="709"/>
                    <a:pt x="1729" y="709"/>
                  </a:cubicBezTo>
                  <a:cubicBezTo>
                    <a:pt x="1738" y="708"/>
                    <a:pt x="1767" y="710"/>
                    <a:pt x="1796" y="719"/>
                  </a:cubicBezTo>
                  <a:cubicBezTo>
                    <a:pt x="1825" y="727"/>
                    <a:pt x="1846" y="731"/>
                    <a:pt x="1854" y="731"/>
                  </a:cubicBezTo>
                  <a:cubicBezTo>
                    <a:pt x="1862" y="732"/>
                    <a:pt x="1865" y="739"/>
                    <a:pt x="1854" y="744"/>
                  </a:cubicBezTo>
                  <a:cubicBezTo>
                    <a:pt x="1844" y="750"/>
                    <a:pt x="1830" y="753"/>
                    <a:pt x="1769" y="752"/>
                  </a:cubicBezTo>
                  <a:cubicBezTo>
                    <a:pt x="1709" y="751"/>
                    <a:pt x="1676" y="769"/>
                    <a:pt x="1632" y="825"/>
                  </a:cubicBezTo>
                  <a:cubicBezTo>
                    <a:pt x="1587" y="881"/>
                    <a:pt x="1526" y="904"/>
                    <a:pt x="1526" y="904"/>
                  </a:cubicBezTo>
                  <a:cubicBezTo>
                    <a:pt x="1526" y="904"/>
                    <a:pt x="1606" y="925"/>
                    <a:pt x="1669" y="923"/>
                  </a:cubicBezTo>
                  <a:cubicBezTo>
                    <a:pt x="1733" y="921"/>
                    <a:pt x="1790" y="896"/>
                    <a:pt x="1824" y="866"/>
                  </a:cubicBezTo>
                  <a:cubicBezTo>
                    <a:pt x="1858" y="837"/>
                    <a:pt x="1875" y="764"/>
                    <a:pt x="1885" y="752"/>
                  </a:cubicBezTo>
                  <a:cubicBezTo>
                    <a:pt x="1894" y="740"/>
                    <a:pt x="1903" y="740"/>
                    <a:pt x="1912" y="742"/>
                  </a:cubicBezTo>
                  <a:cubicBezTo>
                    <a:pt x="1921" y="744"/>
                    <a:pt x="1979" y="747"/>
                    <a:pt x="2026" y="740"/>
                  </a:cubicBezTo>
                  <a:cubicBezTo>
                    <a:pt x="2072" y="733"/>
                    <a:pt x="2090" y="729"/>
                    <a:pt x="2099" y="727"/>
                  </a:cubicBezTo>
                  <a:cubicBezTo>
                    <a:pt x="2108" y="725"/>
                    <a:pt x="2117" y="723"/>
                    <a:pt x="2130" y="735"/>
                  </a:cubicBezTo>
                  <a:cubicBezTo>
                    <a:pt x="2144" y="747"/>
                    <a:pt x="2174" y="791"/>
                    <a:pt x="2186" y="834"/>
                  </a:cubicBezTo>
                  <a:cubicBezTo>
                    <a:pt x="2197" y="876"/>
                    <a:pt x="2223" y="925"/>
                    <a:pt x="2278" y="975"/>
                  </a:cubicBezTo>
                  <a:cubicBezTo>
                    <a:pt x="2333" y="1025"/>
                    <a:pt x="2444" y="1090"/>
                    <a:pt x="2465" y="1102"/>
                  </a:cubicBezTo>
                  <a:cubicBezTo>
                    <a:pt x="2486" y="1115"/>
                    <a:pt x="2480" y="1128"/>
                    <a:pt x="2462" y="1130"/>
                  </a:cubicBezTo>
                  <a:cubicBezTo>
                    <a:pt x="2443" y="1131"/>
                    <a:pt x="2395" y="1153"/>
                    <a:pt x="2215" y="1153"/>
                  </a:cubicBezTo>
                  <a:cubicBezTo>
                    <a:pt x="2036" y="1153"/>
                    <a:pt x="2017" y="1166"/>
                    <a:pt x="1868" y="1175"/>
                  </a:cubicBezTo>
                  <a:cubicBezTo>
                    <a:pt x="1718" y="1184"/>
                    <a:pt x="1526" y="1169"/>
                    <a:pt x="1490" y="1164"/>
                  </a:cubicBezTo>
                  <a:cubicBezTo>
                    <a:pt x="1454" y="1159"/>
                    <a:pt x="1442" y="1151"/>
                    <a:pt x="1428" y="1137"/>
                  </a:cubicBezTo>
                  <a:cubicBezTo>
                    <a:pt x="1415" y="1124"/>
                    <a:pt x="1350" y="1051"/>
                    <a:pt x="1309" y="1007"/>
                  </a:cubicBezTo>
                  <a:cubicBezTo>
                    <a:pt x="1268" y="963"/>
                    <a:pt x="1236" y="922"/>
                    <a:pt x="1209" y="893"/>
                  </a:cubicBezTo>
                  <a:cubicBezTo>
                    <a:pt x="1182" y="864"/>
                    <a:pt x="1134" y="842"/>
                    <a:pt x="1080" y="828"/>
                  </a:cubicBezTo>
                  <a:cubicBezTo>
                    <a:pt x="1026" y="814"/>
                    <a:pt x="971" y="777"/>
                    <a:pt x="926" y="755"/>
                  </a:cubicBezTo>
                  <a:cubicBezTo>
                    <a:pt x="881" y="733"/>
                    <a:pt x="714" y="633"/>
                    <a:pt x="686" y="613"/>
                  </a:cubicBezTo>
                  <a:cubicBezTo>
                    <a:pt x="658" y="593"/>
                    <a:pt x="650" y="609"/>
                    <a:pt x="678" y="628"/>
                  </a:cubicBezTo>
                  <a:cubicBezTo>
                    <a:pt x="706" y="647"/>
                    <a:pt x="834" y="728"/>
                    <a:pt x="889" y="763"/>
                  </a:cubicBezTo>
                  <a:cubicBezTo>
                    <a:pt x="943" y="797"/>
                    <a:pt x="1001" y="841"/>
                    <a:pt x="1041" y="856"/>
                  </a:cubicBezTo>
                  <a:cubicBezTo>
                    <a:pt x="1081" y="871"/>
                    <a:pt x="1118" y="887"/>
                    <a:pt x="1144" y="913"/>
                  </a:cubicBezTo>
                  <a:cubicBezTo>
                    <a:pt x="1170" y="939"/>
                    <a:pt x="1254" y="1032"/>
                    <a:pt x="1263" y="1042"/>
                  </a:cubicBezTo>
                  <a:cubicBezTo>
                    <a:pt x="1273" y="1052"/>
                    <a:pt x="1259" y="1055"/>
                    <a:pt x="1246" y="1043"/>
                  </a:cubicBezTo>
                  <a:cubicBezTo>
                    <a:pt x="1232" y="1032"/>
                    <a:pt x="1194" y="1007"/>
                    <a:pt x="1153" y="987"/>
                  </a:cubicBezTo>
                  <a:cubicBezTo>
                    <a:pt x="1113" y="967"/>
                    <a:pt x="1073" y="960"/>
                    <a:pt x="1060" y="959"/>
                  </a:cubicBezTo>
                  <a:cubicBezTo>
                    <a:pt x="1047" y="957"/>
                    <a:pt x="1041" y="969"/>
                    <a:pt x="1063" y="976"/>
                  </a:cubicBezTo>
                  <a:cubicBezTo>
                    <a:pt x="1084" y="983"/>
                    <a:pt x="1126" y="996"/>
                    <a:pt x="1162" y="1015"/>
                  </a:cubicBezTo>
                  <a:cubicBezTo>
                    <a:pt x="1198" y="1033"/>
                    <a:pt x="1281" y="1092"/>
                    <a:pt x="1297" y="1105"/>
                  </a:cubicBezTo>
                  <a:cubicBezTo>
                    <a:pt x="1313" y="1118"/>
                    <a:pt x="1304" y="1124"/>
                    <a:pt x="1288" y="1122"/>
                  </a:cubicBezTo>
                  <a:cubicBezTo>
                    <a:pt x="1272" y="1120"/>
                    <a:pt x="1186" y="1115"/>
                    <a:pt x="1127" y="1108"/>
                  </a:cubicBezTo>
                  <a:cubicBezTo>
                    <a:pt x="1067" y="1102"/>
                    <a:pt x="1027" y="1099"/>
                    <a:pt x="1006" y="1099"/>
                  </a:cubicBezTo>
                  <a:cubicBezTo>
                    <a:pt x="985" y="1098"/>
                    <a:pt x="975" y="1091"/>
                    <a:pt x="951" y="1081"/>
                  </a:cubicBezTo>
                  <a:cubicBezTo>
                    <a:pt x="926" y="1071"/>
                    <a:pt x="907" y="1056"/>
                    <a:pt x="878" y="1025"/>
                  </a:cubicBezTo>
                  <a:cubicBezTo>
                    <a:pt x="850" y="993"/>
                    <a:pt x="832" y="974"/>
                    <a:pt x="775" y="952"/>
                  </a:cubicBezTo>
                  <a:cubicBezTo>
                    <a:pt x="717" y="930"/>
                    <a:pt x="687" y="919"/>
                    <a:pt x="661" y="899"/>
                  </a:cubicBezTo>
                  <a:cubicBezTo>
                    <a:pt x="634" y="880"/>
                    <a:pt x="570" y="845"/>
                    <a:pt x="541" y="848"/>
                  </a:cubicBezTo>
                  <a:cubicBezTo>
                    <a:pt x="512" y="851"/>
                    <a:pt x="523" y="861"/>
                    <a:pt x="538" y="863"/>
                  </a:cubicBezTo>
                  <a:cubicBezTo>
                    <a:pt x="553" y="865"/>
                    <a:pt x="585" y="870"/>
                    <a:pt x="621" y="896"/>
                  </a:cubicBezTo>
                  <a:cubicBezTo>
                    <a:pt x="656" y="921"/>
                    <a:pt x="687" y="956"/>
                    <a:pt x="731" y="977"/>
                  </a:cubicBezTo>
                  <a:cubicBezTo>
                    <a:pt x="775" y="998"/>
                    <a:pt x="853" y="1057"/>
                    <a:pt x="864" y="1073"/>
                  </a:cubicBezTo>
                  <a:cubicBezTo>
                    <a:pt x="875" y="1088"/>
                    <a:pt x="865" y="1091"/>
                    <a:pt x="855" y="1095"/>
                  </a:cubicBezTo>
                  <a:cubicBezTo>
                    <a:pt x="845" y="1099"/>
                    <a:pt x="808" y="1110"/>
                    <a:pt x="757" y="1106"/>
                  </a:cubicBezTo>
                  <a:cubicBezTo>
                    <a:pt x="706" y="1101"/>
                    <a:pt x="658" y="1087"/>
                    <a:pt x="633" y="1048"/>
                  </a:cubicBezTo>
                  <a:cubicBezTo>
                    <a:pt x="608" y="1009"/>
                    <a:pt x="599" y="976"/>
                    <a:pt x="553" y="935"/>
                  </a:cubicBezTo>
                  <a:cubicBezTo>
                    <a:pt x="508" y="895"/>
                    <a:pt x="473" y="894"/>
                    <a:pt x="405" y="884"/>
                  </a:cubicBezTo>
                  <a:cubicBezTo>
                    <a:pt x="337" y="875"/>
                    <a:pt x="309" y="847"/>
                    <a:pt x="309" y="847"/>
                  </a:cubicBezTo>
                  <a:cubicBezTo>
                    <a:pt x="309" y="847"/>
                    <a:pt x="322" y="892"/>
                    <a:pt x="350" y="931"/>
                  </a:cubicBezTo>
                  <a:cubicBezTo>
                    <a:pt x="378" y="969"/>
                    <a:pt x="431" y="1023"/>
                    <a:pt x="488" y="1056"/>
                  </a:cubicBezTo>
                  <a:cubicBezTo>
                    <a:pt x="545" y="1089"/>
                    <a:pt x="603" y="1091"/>
                    <a:pt x="628" y="1093"/>
                  </a:cubicBezTo>
                  <a:cubicBezTo>
                    <a:pt x="653" y="1094"/>
                    <a:pt x="671" y="1100"/>
                    <a:pt x="694" y="1107"/>
                  </a:cubicBezTo>
                  <a:cubicBezTo>
                    <a:pt x="718" y="1114"/>
                    <a:pt x="751" y="1121"/>
                    <a:pt x="758" y="1121"/>
                  </a:cubicBezTo>
                  <a:cubicBezTo>
                    <a:pt x="766" y="1122"/>
                    <a:pt x="766" y="1132"/>
                    <a:pt x="757" y="1136"/>
                  </a:cubicBezTo>
                  <a:cubicBezTo>
                    <a:pt x="749" y="1140"/>
                    <a:pt x="703" y="1161"/>
                    <a:pt x="685" y="1168"/>
                  </a:cubicBezTo>
                  <a:cubicBezTo>
                    <a:pt x="667" y="1176"/>
                    <a:pt x="615" y="1176"/>
                    <a:pt x="600" y="1176"/>
                  </a:cubicBezTo>
                  <a:cubicBezTo>
                    <a:pt x="585" y="1176"/>
                    <a:pt x="576" y="1171"/>
                    <a:pt x="567" y="1164"/>
                  </a:cubicBezTo>
                  <a:cubicBezTo>
                    <a:pt x="559" y="1157"/>
                    <a:pt x="525" y="1122"/>
                    <a:pt x="430" y="1110"/>
                  </a:cubicBezTo>
                  <a:cubicBezTo>
                    <a:pt x="334" y="1098"/>
                    <a:pt x="278" y="1152"/>
                    <a:pt x="278" y="1152"/>
                  </a:cubicBezTo>
                  <a:cubicBezTo>
                    <a:pt x="278" y="1152"/>
                    <a:pt x="327" y="1140"/>
                    <a:pt x="370" y="1154"/>
                  </a:cubicBezTo>
                  <a:cubicBezTo>
                    <a:pt x="413" y="1168"/>
                    <a:pt x="460" y="1192"/>
                    <a:pt x="507" y="1197"/>
                  </a:cubicBezTo>
                  <a:cubicBezTo>
                    <a:pt x="555" y="1201"/>
                    <a:pt x="572" y="1192"/>
                    <a:pt x="586" y="1189"/>
                  </a:cubicBezTo>
                  <a:cubicBezTo>
                    <a:pt x="600" y="1186"/>
                    <a:pt x="628" y="1186"/>
                    <a:pt x="634" y="1186"/>
                  </a:cubicBezTo>
                  <a:cubicBezTo>
                    <a:pt x="641" y="1186"/>
                    <a:pt x="649" y="1193"/>
                    <a:pt x="639" y="1199"/>
                  </a:cubicBezTo>
                  <a:cubicBezTo>
                    <a:pt x="630" y="1206"/>
                    <a:pt x="599" y="1238"/>
                    <a:pt x="581" y="1253"/>
                  </a:cubicBezTo>
                  <a:cubicBezTo>
                    <a:pt x="563" y="1268"/>
                    <a:pt x="539" y="1281"/>
                    <a:pt x="530" y="1284"/>
                  </a:cubicBezTo>
                  <a:cubicBezTo>
                    <a:pt x="520" y="1288"/>
                    <a:pt x="497" y="1289"/>
                    <a:pt x="485" y="1289"/>
                  </a:cubicBezTo>
                  <a:cubicBezTo>
                    <a:pt x="473" y="1289"/>
                    <a:pt x="440" y="1292"/>
                    <a:pt x="413" y="1279"/>
                  </a:cubicBezTo>
                  <a:cubicBezTo>
                    <a:pt x="386" y="1266"/>
                    <a:pt x="322" y="1238"/>
                    <a:pt x="222" y="1244"/>
                  </a:cubicBezTo>
                  <a:cubicBezTo>
                    <a:pt x="121" y="1249"/>
                    <a:pt x="0" y="1326"/>
                    <a:pt x="0" y="1326"/>
                  </a:cubicBezTo>
                  <a:cubicBezTo>
                    <a:pt x="0" y="1326"/>
                    <a:pt x="61" y="1329"/>
                    <a:pt x="110" y="1341"/>
                  </a:cubicBezTo>
                  <a:cubicBezTo>
                    <a:pt x="158" y="1353"/>
                    <a:pt x="212" y="1384"/>
                    <a:pt x="293" y="1366"/>
                  </a:cubicBezTo>
                  <a:cubicBezTo>
                    <a:pt x="373" y="1349"/>
                    <a:pt x="407" y="1315"/>
                    <a:pt x="423" y="1309"/>
                  </a:cubicBezTo>
                  <a:cubicBezTo>
                    <a:pt x="438" y="1302"/>
                    <a:pt x="455" y="1303"/>
                    <a:pt x="472" y="1303"/>
                  </a:cubicBezTo>
                  <a:cubicBezTo>
                    <a:pt x="489" y="1304"/>
                    <a:pt x="493" y="1304"/>
                    <a:pt x="497" y="1304"/>
                  </a:cubicBezTo>
                  <a:cubicBezTo>
                    <a:pt x="500" y="1304"/>
                    <a:pt x="510" y="1308"/>
                    <a:pt x="502" y="1313"/>
                  </a:cubicBezTo>
                  <a:cubicBezTo>
                    <a:pt x="493" y="1317"/>
                    <a:pt x="471" y="1330"/>
                    <a:pt x="451" y="1352"/>
                  </a:cubicBezTo>
                  <a:cubicBezTo>
                    <a:pt x="431" y="1374"/>
                    <a:pt x="425" y="1405"/>
                    <a:pt x="414" y="1420"/>
                  </a:cubicBezTo>
                  <a:cubicBezTo>
                    <a:pt x="403" y="1434"/>
                    <a:pt x="412" y="1439"/>
                    <a:pt x="424" y="1428"/>
                  </a:cubicBezTo>
                  <a:cubicBezTo>
                    <a:pt x="437" y="1417"/>
                    <a:pt x="446" y="1395"/>
                    <a:pt x="454" y="1378"/>
                  </a:cubicBezTo>
                  <a:cubicBezTo>
                    <a:pt x="461" y="1362"/>
                    <a:pt x="490" y="1337"/>
                    <a:pt x="516" y="1328"/>
                  </a:cubicBezTo>
                  <a:cubicBezTo>
                    <a:pt x="543" y="1319"/>
                    <a:pt x="575" y="1290"/>
                    <a:pt x="601" y="1270"/>
                  </a:cubicBezTo>
                  <a:cubicBezTo>
                    <a:pt x="627" y="1250"/>
                    <a:pt x="675" y="1223"/>
                    <a:pt x="687" y="1219"/>
                  </a:cubicBezTo>
                  <a:cubicBezTo>
                    <a:pt x="699" y="1214"/>
                    <a:pt x="710" y="1219"/>
                    <a:pt x="718" y="1227"/>
                  </a:cubicBezTo>
                  <a:cubicBezTo>
                    <a:pt x="727" y="1236"/>
                    <a:pt x="731" y="1266"/>
                    <a:pt x="706" y="1283"/>
                  </a:cubicBezTo>
                  <a:cubicBezTo>
                    <a:pt x="682" y="1299"/>
                    <a:pt x="673" y="1299"/>
                    <a:pt x="658" y="1318"/>
                  </a:cubicBezTo>
                  <a:cubicBezTo>
                    <a:pt x="643" y="1338"/>
                    <a:pt x="621" y="1360"/>
                    <a:pt x="597" y="1381"/>
                  </a:cubicBezTo>
                  <a:cubicBezTo>
                    <a:pt x="572" y="1402"/>
                    <a:pt x="539" y="1458"/>
                    <a:pt x="550" y="1504"/>
                  </a:cubicBezTo>
                  <a:cubicBezTo>
                    <a:pt x="561" y="1549"/>
                    <a:pt x="619" y="1586"/>
                    <a:pt x="648" y="1611"/>
                  </a:cubicBezTo>
                  <a:cubicBezTo>
                    <a:pt x="676" y="1636"/>
                    <a:pt x="661" y="1673"/>
                    <a:pt x="661" y="1673"/>
                  </a:cubicBezTo>
                  <a:cubicBezTo>
                    <a:pt x="661" y="1673"/>
                    <a:pt x="691" y="1656"/>
                    <a:pt x="692" y="1607"/>
                  </a:cubicBezTo>
                  <a:cubicBezTo>
                    <a:pt x="692" y="1558"/>
                    <a:pt x="697" y="1550"/>
                    <a:pt x="714" y="1520"/>
                  </a:cubicBezTo>
                  <a:cubicBezTo>
                    <a:pt x="731" y="1490"/>
                    <a:pt x="737" y="1457"/>
                    <a:pt x="711" y="1428"/>
                  </a:cubicBezTo>
                  <a:cubicBezTo>
                    <a:pt x="686" y="1400"/>
                    <a:pt x="680" y="1372"/>
                    <a:pt x="679" y="1348"/>
                  </a:cubicBezTo>
                  <a:cubicBezTo>
                    <a:pt x="678" y="1324"/>
                    <a:pt x="681" y="1313"/>
                    <a:pt x="693" y="1308"/>
                  </a:cubicBezTo>
                  <a:cubicBezTo>
                    <a:pt x="704" y="1303"/>
                    <a:pt x="733" y="1289"/>
                    <a:pt x="740" y="1269"/>
                  </a:cubicBezTo>
                  <a:cubicBezTo>
                    <a:pt x="746" y="1249"/>
                    <a:pt x="742" y="1227"/>
                    <a:pt x="735" y="1217"/>
                  </a:cubicBezTo>
                  <a:cubicBezTo>
                    <a:pt x="728" y="1207"/>
                    <a:pt x="730" y="1200"/>
                    <a:pt x="737" y="1192"/>
                  </a:cubicBezTo>
                  <a:cubicBezTo>
                    <a:pt x="745" y="1184"/>
                    <a:pt x="771" y="1175"/>
                    <a:pt x="796" y="1171"/>
                  </a:cubicBezTo>
                  <a:cubicBezTo>
                    <a:pt x="821" y="1168"/>
                    <a:pt x="880" y="1161"/>
                    <a:pt x="899" y="1154"/>
                  </a:cubicBezTo>
                  <a:cubicBezTo>
                    <a:pt x="917" y="1148"/>
                    <a:pt x="932" y="1145"/>
                    <a:pt x="958" y="1152"/>
                  </a:cubicBezTo>
                  <a:cubicBezTo>
                    <a:pt x="984" y="1158"/>
                    <a:pt x="1024" y="1167"/>
                    <a:pt x="1089" y="1172"/>
                  </a:cubicBezTo>
                  <a:cubicBezTo>
                    <a:pt x="1154" y="1178"/>
                    <a:pt x="1267" y="1177"/>
                    <a:pt x="1288" y="1177"/>
                  </a:cubicBezTo>
                  <a:cubicBezTo>
                    <a:pt x="1309" y="1177"/>
                    <a:pt x="1322" y="1182"/>
                    <a:pt x="1329" y="1191"/>
                  </a:cubicBezTo>
                  <a:cubicBezTo>
                    <a:pt x="1336" y="1200"/>
                    <a:pt x="1347" y="1224"/>
                    <a:pt x="1367" y="1235"/>
                  </a:cubicBezTo>
                  <a:cubicBezTo>
                    <a:pt x="1387" y="1246"/>
                    <a:pt x="1403" y="1251"/>
                    <a:pt x="1411" y="1251"/>
                  </a:cubicBezTo>
                  <a:cubicBezTo>
                    <a:pt x="1420" y="1252"/>
                    <a:pt x="1438" y="1269"/>
                    <a:pt x="1420" y="1276"/>
                  </a:cubicBezTo>
                  <a:cubicBezTo>
                    <a:pt x="1401" y="1282"/>
                    <a:pt x="1351" y="1306"/>
                    <a:pt x="1304" y="1339"/>
                  </a:cubicBezTo>
                  <a:cubicBezTo>
                    <a:pt x="1257" y="1371"/>
                    <a:pt x="1242" y="1401"/>
                    <a:pt x="1218" y="1415"/>
                  </a:cubicBezTo>
                  <a:cubicBezTo>
                    <a:pt x="1194" y="1430"/>
                    <a:pt x="1167" y="1432"/>
                    <a:pt x="1133" y="1429"/>
                  </a:cubicBezTo>
                  <a:cubicBezTo>
                    <a:pt x="1100" y="1427"/>
                    <a:pt x="1041" y="1427"/>
                    <a:pt x="985" y="1483"/>
                  </a:cubicBezTo>
                  <a:cubicBezTo>
                    <a:pt x="929" y="1539"/>
                    <a:pt x="894" y="1548"/>
                    <a:pt x="894" y="1548"/>
                  </a:cubicBezTo>
                  <a:cubicBezTo>
                    <a:pt x="894" y="1548"/>
                    <a:pt x="946" y="1553"/>
                    <a:pt x="990" y="1551"/>
                  </a:cubicBezTo>
                  <a:cubicBezTo>
                    <a:pt x="1034" y="1549"/>
                    <a:pt x="1072" y="1541"/>
                    <a:pt x="1108" y="1514"/>
                  </a:cubicBezTo>
                  <a:cubicBezTo>
                    <a:pt x="1145" y="1487"/>
                    <a:pt x="1143" y="1485"/>
                    <a:pt x="1150" y="1479"/>
                  </a:cubicBezTo>
                  <a:cubicBezTo>
                    <a:pt x="1157" y="1472"/>
                    <a:pt x="1167" y="1467"/>
                    <a:pt x="1181" y="1467"/>
                  </a:cubicBezTo>
                  <a:cubicBezTo>
                    <a:pt x="1195" y="1467"/>
                    <a:pt x="1217" y="1460"/>
                    <a:pt x="1235" y="1444"/>
                  </a:cubicBezTo>
                  <a:cubicBezTo>
                    <a:pt x="1254" y="1427"/>
                    <a:pt x="1296" y="1389"/>
                    <a:pt x="1344" y="1364"/>
                  </a:cubicBezTo>
                  <a:cubicBezTo>
                    <a:pt x="1392" y="1340"/>
                    <a:pt x="1478" y="1315"/>
                    <a:pt x="1495" y="1302"/>
                  </a:cubicBezTo>
                  <a:cubicBezTo>
                    <a:pt x="1512" y="1289"/>
                    <a:pt x="1519" y="1278"/>
                    <a:pt x="1535" y="1281"/>
                  </a:cubicBezTo>
                  <a:cubicBezTo>
                    <a:pt x="1551" y="1283"/>
                    <a:pt x="1728" y="1306"/>
                    <a:pt x="1824" y="1304"/>
                  </a:cubicBezTo>
                  <a:cubicBezTo>
                    <a:pt x="1920" y="1302"/>
                    <a:pt x="2129" y="1295"/>
                    <a:pt x="2230" y="1287"/>
                  </a:cubicBezTo>
                  <a:cubicBezTo>
                    <a:pt x="2332" y="1279"/>
                    <a:pt x="2527" y="1288"/>
                    <a:pt x="2745" y="1281"/>
                  </a:cubicBezTo>
                  <a:cubicBezTo>
                    <a:pt x="2962" y="1274"/>
                    <a:pt x="3133" y="1269"/>
                    <a:pt x="3383" y="1278"/>
                  </a:cubicBezTo>
                  <a:cubicBezTo>
                    <a:pt x="3632" y="1288"/>
                    <a:pt x="3985" y="1302"/>
                    <a:pt x="4167" y="1309"/>
                  </a:cubicBezTo>
                  <a:cubicBezTo>
                    <a:pt x="4349" y="1317"/>
                    <a:pt x="4779" y="1325"/>
                    <a:pt x="4947" y="1323"/>
                  </a:cubicBezTo>
                  <a:cubicBezTo>
                    <a:pt x="5050" y="1322"/>
                    <a:pt x="5136" y="1323"/>
                    <a:pt x="5227" y="1325"/>
                  </a:cubicBezTo>
                  <a:lnTo>
                    <a:pt x="5227" y="108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Rectangle 30">
              <a:extLst>
                <a:ext uri="{FF2B5EF4-FFF2-40B4-BE49-F238E27FC236}">
                  <a16:creationId xmlns:a16="http://schemas.microsoft.com/office/drawing/2014/main" id="{AA48CFDF-B763-4B5A-826D-9C24C765C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2" y="587"/>
              <a:ext cx="59" cy="56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185620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Texte avec illustration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97AB437-A3D0-484F-A5AA-2369A947A1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564" y="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903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34E68A96-CE92-4F88-B474-4584D4DCE5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Texte avec illustration</a:t>
            </a:r>
          </a:p>
        </p:txBody>
      </p:sp>
    </p:spTree>
    <p:extLst>
      <p:ext uri="{BB962C8B-B14F-4D97-AF65-F5344CB8AC3E}">
        <p14:creationId xmlns:p14="http://schemas.microsoft.com/office/powerpoint/2010/main" val="2081204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Texte avec illustration</a:t>
            </a:r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CD92BA37-6E78-4EDD-8F12-5AEAE84CE631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08625" y="0"/>
            <a:ext cx="2468563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245" name="Picture 5">
            <a:extLst>
              <a:ext uri="{FF2B5EF4-FFF2-40B4-BE49-F238E27FC236}">
                <a16:creationId xmlns:a16="http://schemas.microsoft.com/office/drawing/2014/main" id="{27A2E5A1-55F5-4046-997C-7B783EFBF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7037" y="-9525"/>
            <a:ext cx="2449513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5680DD48-A983-4CAC-9B89-E48B82A37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7037" y="307975"/>
            <a:ext cx="307975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7">
            <a:extLst>
              <a:ext uri="{FF2B5EF4-FFF2-40B4-BE49-F238E27FC236}">
                <a16:creationId xmlns:a16="http://schemas.microsoft.com/office/drawing/2014/main" id="{E1E1A908-A781-4CA5-85E1-DB6DCD09F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0" y="2540000"/>
            <a:ext cx="21463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reeform 8">
            <a:extLst>
              <a:ext uri="{FF2B5EF4-FFF2-40B4-BE49-F238E27FC236}">
                <a16:creationId xmlns:a16="http://schemas.microsoft.com/office/drawing/2014/main" id="{91D8D25C-C73C-4BA9-9884-DED0D99848C8}"/>
              </a:ext>
            </a:extLst>
          </p:cNvPr>
          <p:cNvSpPr>
            <a:spLocks/>
          </p:cNvSpPr>
          <p:nvPr/>
        </p:nvSpPr>
        <p:spPr bwMode="auto">
          <a:xfrm>
            <a:off x="6518275" y="4251325"/>
            <a:ext cx="1235075" cy="890588"/>
          </a:xfrm>
          <a:custGeom>
            <a:avLst/>
            <a:gdLst>
              <a:gd name="T0" fmla="*/ 774 w 778"/>
              <a:gd name="T1" fmla="*/ 561 h 561"/>
              <a:gd name="T2" fmla="*/ 227 w 778"/>
              <a:gd name="T3" fmla="*/ 561 h 561"/>
              <a:gd name="T4" fmla="*/ 202 w 778"/>
              <a:gd name="T5" fmla="*/ 474 h 561"/>
              <a:gd name="T6" fmla="*/ 155 w 778"/>
              <a:gd name="T7" fmla="*/ 411 h 561"/>
              <a:gd name="T8" fmla="*/ 0 w 778"/>
              <a:gd name="T9" fmla="*/ 16 h 561"/>
              <a:gd name="T10" fmla="*/ 558 w 778"/>
              <a:gd name="T11" fmla="*/ 0 h 561"/>
              <a:gd name="T12" fmla="*/ 640 w 778"/>
              <a:gd name="T13" fmla="*/ 355 h 561"/>
              <a:gd name="T14" fmla="*/ 716 w 778"/>
              <a:gd name="T15" fmla="*/ 466 h 561"/>
              <a:gd name="T16" fmla="*/ 778 w 778"/>
              <a:gd name="T17" fmla="*/ 561 h 561"/>
              <a:gd name="T18" fmla="*/ 774 w 778"/>
              <a:gd name="T1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78" h="561">
                <a:moveTo>
                  <a:pt x="774" y="561"/>
                </a:moveTo>
                <a:lnTo>
                  <a:pt x="227" y="561"/>
                </a:lnTo>
                <a:lnTo>
                  <a:pt x="202" y="474"/>
                </a:lnTo>
                <a:lnTo>
                  <a:pt x="155" y="411"/>
                </a:lnTo>
                <a:lnTo>
                  <a:pt x="0" y="16"/>
                </a:lnTo>
                <a:lnTo>
                  <a:pt x="558" y="0"/>
                </a:lnTo>
                <a:lnTo>
                  <a:pt x="640" y="355"/>
                </a:lnTo>
                <a:lnTo>
                  <a:pt x="716" y="466"/>
                </a:lnTo>
                <a:lnTo>
                  <a:pt x="778" y="561"/>
                </a:lnTo>
                <a:lnTo>
                  <a:pt x="774" y="5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5E071CB-2626-4AEA-A08C-5C3DBE351F47}"/>
              </a:ext>
            </a:extLst>
          </p:cNvPr>
          <p:cNvSpPr>
            <a:spLocks/>
          </p:cNvSpPr>
          <p:nvPr/>
        </p:nvSpPr>
        <p:spPr bwMode="auto">
          <a:xfrm>
            <a:off x="6518275" y="4251325"/>
            <a:ext cx="1235075" cy="890588"/>
          </a:xfrm>
          <a:custGeom>
            <a:avLst/>
            <a:gdLst>
              <a:gd name="T0" fmla="*/ 774 w 778"/>
              <a:gd name="T1" fmla="*/ 561 h 561"/>
              <a:gd name="T2" fmla="*/ 227 w 778"/>
              <a:gd name="T3" fmla="*/ 561 h 561"/>
              <a:gd name="T4" fmla="*/ 202 w 778"/>
              <a:gd name="T5" fmla="*/ 474 h 561"/>
              <a:gd name="T6" fmla="*/ 155 w 778"/>
              <a:gd name="T7" fmla="*/ 411 h 561"/>
              <a:gd name="T8" fmla="*/ 0 w 778"/>
              <a:gd name="T9" fmla="*/ 16 h 561"/>
              <a:gd name="T10" fmla="*/ 558 w 778"/>
              <a:gd name="T11" fmla="*/ 0 h 561"/>
              <a:gd name="T12" fmla="*/ 640 w 778"/>
              <a:gd name="T13" fmla="*/ 355 h 561"/>
              <a:gd name="T14" fmla="*/ 716 w 778"/>
              <a:gd name="T15" fmla="*/ 466 h 561"/>
              <a:gd name="T16" fmla="*/ 778 w 778"/>
              <a:gd name="T17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78" h="561">
                <a:moveTo>
                  <a:pt x="774" y="561"/>
                </a:moveTo>
                <a:lnTo>
                  <a:pt x="227" y="561"/>
                </a:lnTo>
                <a:lnTo>
                  <a:pt x="202" y="474"/>
                </a:lnTo>
                <a:lnTo>
                  <a:pt x="155" y="411"/>
                </a:lnTo>
                <a:lnTo>
                  <a:pt x="0" y="16"/>
                </a:lnTo>
                <a:lnTo>
                  <a:pt x="558" y="0"/>
                </a:lnTo>
                <a:lnTo>
                  <a:pt x="640" y="355"/>
                </a:lnTo>
                <a:lnTo>
                  <a:pt x="716" y="466"/>
                </a:lnTo>
                <a:lnTo>
                  <a:pt x="778" y="561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637A337E-21AC-402B-AE8B-A2A4FCA56478}"/>
              </a:ext>
            </a:extLst>
          </p:cNvPr>
          <p:cNvSpPr>
            <a:spLocks/>
          </p:cNvSpPr>
          <p:nvPr/>
        </p:nvSpPr>
        <p:spPr bwMode="auto">
          <a:xfrm>
            <a:off x="6049963" y="344488"/>
            <a:ext cx="1585913" cy="1989138"/>
          </a:xfrm>
          <a:custGeom>
            <a:avLst/>
            <a:gdLst>
              <a:gd name="T0" fmla="*/ 668 w 688"/>
              <a:gd name="T1" fmla="*/ 864 h 864"/>
              <a:gd name="T2" fmla="*/ 20 w 688"/>
              <a:gd name="T3" fmla="*/ 864 h 864"/>
              <a:gd name="T4" fmla="*/ 0 w 688"/>
              <a:gd name="T5" fmla="*/ 844 h 864"/>
              <a:gd name="T6" fmla="*/ 0 w 688"/>
              <a:gd name="T7" fmla="*/ 20 h 864"/>
              <a:gd name="T8" fmla="*/ 20 w 688"/>
              <a:gd name="T9" fmla="*/ 0 h 864"/>
              <a:gd name="T10" fmla="*/ 668 w 688"/>
              <a:gd name="T11" fmla="*/ 0 h 864"/>
              <a:gd name="T12" fmla="*/ 688 w 688"/>
              <a:gd name="T13" fmla="*/ 20 h 864"/>
              <a:gd name="T14" fmla="*/ 688 w 688"/>
              <a:gd name="T15" fmla="*/ 844 h 864"/>
              <a:gd name="T16" fmla="*/ 668 w 688"/>
              <a:gd name="T17" fmla="*/ 864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88" h="864">
                <a:moveTo>
                  <a:pt x="668" y="864"/>
                </a:moveTo>
                <a:cubicBezTo>
                  <a:pt x="20" y="864"/>
                  <a:pt x="20" y="864"/>
                  <a:pt x="20" y="864"/>
                </a:cubicBezTo>
                <a:cubicBezTo>
                  <a:pt x="9" y="864"/>
                  <a:pt x="0" y="855"/>
                  <a:pt x="0" y="844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9"/>
                  <a:pt x="9" y="0"/>
                  <a:pt x="20" y="0"/>
                </a:cubicBezTo>
                <a:cubicBezTo>
                  <a:pt x="668" y="0"/>
                  <a:pt x="668" y="0"/>
                  <a:pt x="668" y="0"/>
                </a:cubicBezTo>
                <a:cubicBezTo>
                  <a:pt x="679" y="0"/>
                  <a:pt x="688" y="9"/>
                  <a:pt x="688" y="20"/>
                </a:cubicBezTo>
                <a:cubicBezTo>
                  <a:pt x="688" y="844"/>
                  <a:pt x="688" y="844"/>
                  <a:pt x="688" y="844"/>
                </a:cubicBezTo>
                <a:cubicBezTo>
                  <a:pt x="688" y="855"/>
                  <a:pt x="679" y="864"/>
                  <a:pt x="668" y="864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251" name="Picture 11">
            <a:extLst>
              <a:ext uri="{FF2B5EF4-FFF2-40B4-BE49-F238E27FC236}">
                <a16:creationId xmlns:a16="http://schemas.microsoft.com/office/drawing/2014/main" id="{D4763F21-7EC5-43D0-9186-D4D6B9356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0200" y="0"/>
            <a:ext cx="25400" cy="268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2" name="Picture 12">
            <a:extLst>
              <a:ext uri="{FF2B5EF4-FFF2-40B4-BE49-F238E27FC236}">
                <a16:creationId xmlns:a16="http://schemas.microsoft.com/office/drawing/2014/main" id="{29EFE12A-8E76-43E3-A9F6-D4ABD59C7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300" y="-1588"/>
            <a:ext cx="22542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3" name="Picture 13">
            <a:extLst>
              <a:ext uri="{FF2B5EF4-FFF2-40B4-BE49-F238E27FC236}">
                <a16:creationId xmlns:a16="http://schemas.microsoft.com/office/drawing/2014/main" id="{F3E8D670-A262-4B2B-AB52-8634B82D6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300" y="593725"/>
            <a:ext cx="647700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4" name="Picture 14">
            <a:extLst>
              <a:ext uri="{FF2B5EF4-FFF2-40B4-BE49-F238E27FC236}">
                <a16:creationId xmlns:a16="http://schemas.microsoft.com/office/drawing/2014/main" id="{7AF5C01B-1FBC-4D8E-8408-CD110BB64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113" y="593725"/>
            <a:ext cx="325438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5" name="Picture 15">
            <a:extLst>
              <a:ext uri="{FF2B5EF4-FFF2-40B4-BE49-F238E27FC236}">
                <a16:creationId xmlns:a16="http://schemas.microsoft.com/office/drawing/2014/main" id="{6AD70C52-967F-487D-9D16-F473247E5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238" y="2082800"/>
            <a:ext cx="12890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6" name="Picture 16">
            <a:extLst>
              <a:ext uri="{FF2B5EF4-FFF2-40B4-BE49-F238E27FC236}">
                <a16:creationId xmlns:a16="http://schemas.microsoft.com/office/drawing/2014/main" id="{B285E2D1-2930-4A31-ADB0-596817172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75" y="342900"/>
            <a:ext cx="1590675" cy="198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reeform 17">
            <a:extLst>
              <a:ext uri="{FF2B5EF4-FFF2-40B4-BE49-F238E27FC236}">
                <a16:creationId xmlns:a16="http://schemas.microsoft.com/office/drawing/2014/main" id="{5FE2CE15-7B67-441C-A775-D682C2DD5A64}"/>
              </a:ext>
            </a:extLst>
          </p:cNvPr>
          <p:cNvSpPr>
            <a:spLocks/>
          </p:cNvSpPr>
          <p:nvPr/>
        </p:nvSpPr>
        <p:spPr bwMode="auto">
          <a:xfrm>
            <a:off x="6440488" y="4103688"/>
            <a:ext cx="211138" cy="685800"/>
          </a:xfrm>
          <a:custGeom>
            <a:avLst/>
            <a:gdLst>
              <a:gd name="T0" fmla="*/ 86 w 92"/>
              <a:gd name="T1" fmla="*/ 265 h 298"/>
              <a:gd name="T2" fmla="*/ 40 w 92"/>
              <a:gd name="T3" fmla="*/ 91 h 298"/>
              <a:gd name="T4" fmla="*/ 46 w 92"/>
              <a:gd name="T5" fmla="*/ 25 h 298"/>
              <a:gd name="T6" fmla="*/ 29 w 92"/>
              <a:gd name="T7" fmla="*/ 2 h 298"/>
              <a:gd name="T8" fmla="*/ 6 w 92"/>
              <a:gd name="T9" fmla="*/ 18 h 298"/>
              <a:gd name="T10" fmla="*/ 0 w 92"/>
              <a:gd name="T11" fmla="*/ 91 h 298"/>
              <a:gd name="T12" fmla="*/ 52 w 92"/>
              <a:gd name="T13" fmla="*/ 285 h 298"/>
              <a:gd name="T14" fmla="*/ 79 w 92"/>
              <a:gd name="T15" fmla="*/ 292 h 298"/>
              <a:gd name="T16" fmla="*/ 86 w 92"/>
              <a:gd name="T17" fmla="*/ 265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2" h="298">
                <a:moveTo>
                  <a:pt x="86" y="265"/>
                </a:moveTo>
                <a:cubicBezTo>
                  <a:pt x="62" y="224"/>
                  <a:pt x="40" y="165"/>
                  <a:pt x="40" y="91"/>
                </a:cubicBezTo>
                <a:cubicBezTo>
                  <a:pt x="40" y="70"/>
                  <a:pt x="41" y="48"/>
                  <a:pt x="46" y="25"/>
                </a:cubicBezTo>
                <a:cubicBezTo>
                  <a:pt x="48" y="14"/>
                  <a:pt x="40" y="4"/>
                  <a:pt x="29" y="2"/>
                </a:cubicBezTo>
                <a:cubicBezTo>
                  <a:pt x="19" y="0"/>
                  <a:pt x="8" y="7"/>
                  <a:pt x="6" y="18"/>
                </a:cubicBezTo>
                <a:cubicBezTo>
                  <a:pt x="2" y="44"/>
                  <a:pt x="0" y="68"/>
                  <a:pt x="0" y="91"/>
                </a:cubicBezTo>
                <a:cubicBezTo>
                  <a:pt x="0" y="173"/>
                  <a:pt x="25" y="239"/>
                  <a:pt x="52" y="285"/>
                </a:cubicBezTo>
                <a:cubicBezTo>
                  <a:pt x="57" y="295"/>
                  <a:pt x="70" y="298"/>
                  <a:pt x="79" y="292"/>
                </a:cubicBezTo>
                <a:cubicBezTo>
                  <a:pt x="89" y="287"/>
                  <a:pt x="92" y="274"/>
                  <a:pt x="86" y="265"/>
                </a:cubicBezTo>
                <a:close/>
              </a:path>
            </a:pathLst>
          </a:custGeom>
          <a:solidFill>
            <a:srgbClr val="4BB4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2" name="Freeform 18">
            <a:extLst>
              <a:ext uri="{FF2B5EF4-FFF2-40B4-BE49-F238E27FC236}">
                <a16:creationId xmlns:a16="http://schemas.microsoft.com/office/drawing/2014/main" id="{CE3CB9D2-2080-4E2A-8283-A3F7D2E33F96}"/>
              </a:ext>
            </a:extLst>
          </p:cNvPr>
          <p:cNvSpPr>
            <a:spLocks/>
          </p:cNvSpPr>
          <p:nvPr/>
        </p:nvSpPr>
        <p:spPr bwMode="auto">
          <a:xfrm>
            <a:off x="5835650" y="3133725"/>
            <a:ext cx="254000" cy="552450"/>
          </a:xfrm>
          <a:custGeom>
            <a:avLst/>
            <a:gdLst>
              <a:gd name="T0" fmla="*/ 86 w 110"/>
              <a:gd name="T1" fmla="*/ 0 h 240"/>
              <a:gd name="T2" fmla="*/ 26 w 110"/>
              <a:gd name="T3" fmla="*/ 17 h 240"/>
              <a:gd name="T4" fmla="*/ 1 w 110"/>
              <a:gd name="T5" fmla="*/ 71 h 240"/>
              <a:gd name="T6" fmla="*/ 7 w 110"/>
              <a:gd name="T7" fmla="*/ 178 h 240"/>
              <a:gd name="T8" fmla="*/ 12 w 110"/>
              <a:gd name="T9" fmla="*/ 224 h 240"/>
              <a:gd name="T10" fmla="*/ 76 w 110"/>
              <a:gd name="T11" fmla="*/ 195 h 240"/>
              <a:gd name="T12" fmla="*/ 110 w 110"/>
              <a:gd name="T13" fmla="*/ 112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0" h="240">
                <a:moveTo>
                  <a:pt x="86" y="0"/>
                </a:moveTo>
                <a:cubicBezTo>
                  <a:pt x="86" y="0"/>
                  <a:pt x="46" y="10"/>
                  <a:pt x="26" y="17"/>
                </a:cubicBezTo>
                <a:cubicBezTo>
                  <a:pt x="6" y="24"/>
                  <a:pt x="2" y="36"/>
                  <a:pt x="1" y="71"/>
                </a:cubicBezTo>
                <a:cubicBezTo>
                  <a:pt x="0" y="106"/>
                  <a:pt x="6" y="169"/>
                  <a:pt x="7" y="178"/>
                </a:cubicBezTo>
                <a:cubicBezTo>
                  <a:pt x="8" y="188"/>
                  <a:pt x="9" y="208"/>
                  <a:pt x="12" y="224"/>
                </a:cubicBezTo>
                <a:cubicBezTo>
                  <a:pt x="15" y="240"/>
                  <a:pt x="69" y="233"/>
                  <a:pt x="76" y="195"/>
                </a:cubicBezTo>
                <a:cubicBezTo>
                  <a:pt x="84" y="157"/>
                  <a:pt x="110" y="112"/>
                  <a:pt x="110" y="112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3" name="Freeform 19">
            <a:extLst>
              <a:ext uri="{FF2B5EF4-FFF2-40B4-BE49-F238E27FC236}">
                <a16:creationId xmlns:a16="http://schemas.microsoft.com/office/drawing/2014/main" id="{CB3A859E-4DEE-48B3-B014-F36E7A108F04}"/>
              </a:ext>
            </a:extLst>
          </p:cNvPr>
          <p:cNvSpPr>
            <a:spLocks/>
          </p:cNvSpPr>
          <p:nvPr/>
        </p:nvSpPr>
        <p:spPr bwMode="auto">
          <a:xfrm>
            <a:off x="5824538" y="3121025"/>
            <a:ext cx="276225" cy="561975"/>
          </a:xfrm>
          <a:custGeom>
            <a:avLst/>
            <a:gdLst>
              <a:gd name="T0" fmla="*/ 89 w 120"/>
              <a:gd name="T1" fmla="*/ 0 h 244"/>
              <a:gd name="T2" fmla="*/ 67 w 120"/>
              <a:gd name="T3" fmla="*/ 6 h 244"/>
              <a:gd name="T4" fmla="*/ 29 w 120"/>
              <a:gd name="T5" fmla="*/ 18 h 244"/>
              <a:gd name="T6" fmla="*/ 15 w 120"/>
              <a:gd name="T7" fmla="*/ 25 h 244"/>
              <a:gd name="T8" fmla="*/ 7 w 120"/>
              <a:gd name="T9" fmla="*/ 34 h 244"/>
              <a:gd name="T10" fmla="*/ 2 w 120"/>
              <a:gd name="T11" fmla="*/ 52 h 244"/>
              <a:gd name="T12" fmla="*/ 0 w 120"/>
              <a:gd name="T13" fmla="*/ 77 h 244"/>
              <a:gd name="T14" fmla="*/ 0 w 120"/>
              <a:gd name="T15" fmla="*/ 87 h 244"/>
              <a:gd name="T16" fmla="*/ 2 w 120"/>
              <a:gd name="T17" fmla="*/ 147 h 244"/>
              <a:gd name="T18" fmla="*/ 4 w 120"/>
              <a:gd name="T19" fmla="*/ 171 h 244"/>
              <a:gd name="T20" fmla="*/ 6 w 120"/>
              <a:gd name="T21" fmla="*/ 185 h 244"/>
              <a:gd name="T22" fmla="*/ 8 w 120"/>
              <a:gd name="T23" fmla="*/ 205 h 244"/>
              <a:gd name="T24" fmla="*/ 11 w 120"/>
              <a:gd name="T25" fmla="*/ 231 h 244"/>
              <a:gd name="T26" fmla="*/ 14 w 120"/>
              <a:gd name="T27" fmla="*/ 237 h 244"/>
              <a:gd name="T28" fmla="*/ 23 w 120"/>
              <a:gd name="T29" fmla="*/ 243 h 244"/>
              <a:gd name="T30" fmla="*/ 33 w 120"/>
              <a:gd name="T31" fmla="*/ 244 h 244"/>
              <a:gd name="T32" fmla="*/ 65 w 120"/>
              <a:gd name="T33" fmla="*/ 234 h 244"/>
              <a:gd name="T34" fmla="*/ 79 w 120"/>
              <a:gd name="T35" fmla="*/ 221 h 244"/>
              <a:gd name="T36" fmla="*/ 87 w 120"/>
              <a:gd name="T37" fmla="*/ 202 h 244"/>
              <a:gd name="T38" fmla="*/ 106 w 120"/>
              <a:gd name="T39" fmla="*/ 148 h 244"/>
              <a:gd name="T40" fmla="*/ 116 w 120"/>
              <a:gd name="T41" fmla="*/ 129 h 244"/>
              <a:gd name="T42" fmla="*/ 119 w 120"/>
              <a:gd name="T43" fmla="*/ 123 h 244"/>
              <a:gd name="T44" fmla="*/ 120 w 120"/>
              <a:gd name="T45" fmla="*/ 122 h 244"/>
              <a:gd name="T46" fmla="*/ 120 w 120"/>
              <a:gd name="T47" fmla="*/ 121 h 244"/>
              <a:gd name="T48" fmla="*/ 110 w 120"/>
              <a:gd name="T49" fmla="*/ 115 h 244"/>
              <a:gd name="T50" fmla="*/ 96 w 120"/>
              <a:gd name="T51" fmla="*/ 143 h 244"/>
              <a:gd name="T52" fmla="*/ 75 w 120"/>
              <a:gd name="T53" fmla="*/ 200 h 244"/>
              <a:gd name="T54" fmla="*/ 69 w 120"/>
              <a:gd name="T55" fmla="*/ 214 h 244"/>
              <a:gd name="T56" fmla="*/ 52 w 120"/>
              <a:gd name="T57" fmla="*/ 227 h 244"/>
              <a:gd name="T58" fmla="*/ 33 w 120"/>
              <a:gd name="T59" fmla="*/ 232 h 244"/>
              <a:gd name="T60" fmla="*/ 25 w 120"/>
              <a:gd name="T61" fmla="*/ 230 h 244"/>
              <a:gd name="T62" fmla="*/ 23 w 120"/>
              <a:gd name="T63" fmla="*/ 229 h 244"/>
              <a:gd name="T64" fmla="*/ 23 w 120"/>
              <a:gd name="T65" fmla="*/ 229 h 244"/>
              <a:gd name="T66" fmla="*/ 20 w 120"/>
              <a:gd name="T67" fmla="*/ 204 h 244"/>
              <a:gd name="T68" fmla="*/ 18 w 120"/>
              <a:gd name="T69" fmla="*/ 184 h 244"/>
              <a:gd name="T70" fmla="*/ 16 w 120"/>
              <a:gd name="T71" fmla="*/ 170 h 244"/>
              <a:gd name="T72" fmla="*/ 12 w 120"/>
              <a:gd name="T73" fmla="*/ 87 h 244"/>
              <a:gd name="T74" fmla="*/ 12 w 120"/>
              <a:gd name="T75" fmla="*/ 77 h 244"/>
              <a:gd name="T76" fmla="*/ 13 w 120"/>
              <a:gd name="T77" fmla="*/ 55 h 244"/>
              <a:gd name="T78" fmla="*/ 16 w 120"/>
              <a:gd name="T79" fmla="*/ 45 h 244"/>
              <a:gd name="T80" fmla="*/ 21 w 120"/>
              <a:gd name="T81" fmla="*/ 35 h 244"/>
              <a:gd name="T82" fmla="*/ 33 w 120"/>
              <a:gd name="T83" fmla="*/ 29 h 244"/>
              <a:gd name="T84" fmla="*/ 70 w 120"/>
              <a:gd name="T85" fmla="*/ 18 h 244"/>
              <a:gd name="T86" fmla="*/ 86 w 120"/>
              <a:gd name="T87" fmla="*/ 14 h 244"/>
              <a:gd name="T88" fmla="*/ 92 w 120"/>
              <a:gd name="T89" fmla="*/ 12 h 244"/>
              <a:gd name="T90" fmla="*/ 89 w 120"/>
              <a:gd name="T91" fmla="*/ 0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20" h="244">
                <a:moveTo>
                  <a:pt x="89" y="0"/>
                </a:moveTo>
                <a:cubicBezTo>
                  <a:pt x="89" y="0"/>
                  <a:pt x="79" y="3"/>
                  <a:pt x="67" y="6"/>
                </a:cubicBezTo>
                <a:cubicBezTo>
                  <a:pt x="54" y="10"/>
                  <a:pt x="39" y="14"/>
                  <a:pt x="29" y="18"/>
                </a:cubicBezTo>
                <a:cubicBezTo>
                  <a:pt x="23" y="19"/>
                  <a:pt x="19" y="22"/>
                  <a:pt x="15" y="25"/>
                </a:cubicBezTo>
                <a:cubicBezTo>
                  <a:pt x="12" y="27"/>
                  <a:pt x="9" y="30"/>
                  <a:pt x="7" y="34"/>
                </a:cubicBezTo>
                <a:cubicBezTo>
                  <a:pt x="5" y="39"/>
                  <a:pt x="3" y="45"/>
                  <a:pt x="2" y="52"/>
                </a:cubicBezTo>
                <a:cubicBezTo>
                  <a:pt x="1" y="59"/>
                  <a:pt x="0" y="67"/>
                  <a:pt x="0" y="77"/>
                </a:cubicBezTo>
                <a:cubicBezTo>
                  <a:pt x="0" y="80"/>
                  <a:pt x="0" y="84"/>
                  <a:pt x="0" y="87"/>
                </a:cubicBezTo>
                <a:cubicBezTo>
                  <a:pt x="0" y="105"/>
                  <a:pt x="1" y="128"/>
                  <a:pt x="2" y="147"/>
                </a:cubicBezTo>
                <a:cubicBezTo>
                  <a:pt x="3" y="156"/>
                  <a:pt x="4" y="164"/>
                  <a:pt x="4" y="171"/>
                </a:cubicBezTo>
                <a:cubicBezTo>
                  <a:pt x="5" y="178"/>
                  <a:pt x="6" y="183"/>
                  <a:pt x="6" y="185"/>
                </a:cubicBezTo>
                <a:cubicBezTo>
                  <a:pt x="6" y="189"/>
                  <a:pt x="7" y="197"/>
                  <a:pt x="8" y="205"/>
                </a:cubicBezTo>
                <a:cubicBezTo>
                  <a:pt x="9" y="214"/>
                  <a:pt x="10" y="223"/>
                  <a:pt x="11" y="231"/>
                </a:cubicBezTo>
                <a:cubicBezTo>
                  <a:pt x="12" y="234"/>
                  <a:pt x="13" y="236"/>
                  <a:pt x="14" y="237"/>
                </a:cubicBezTo>
                <a:cubicBezTo>
                  <a:pt x="17" y="240"/>
                  <a:pt x="19" y="242"/>
                  <a:pt x="23" y="243"/>
                </a:cubicBezTo>
                <a:cubicBezTo>
                  <a:pt x="26" y="243"/>
                  <a:pt x="29" y="244"/>
                  <a:pt x="33" y="244"/>
                </a:cubicBezTo>
                <a:cubicBezTo>
                  <a:pt x="43" y="244"/>
                  <a:pt x="55" y="241"/>
                  <a:pt x="65" y="234"/>
                </a:cubicBezTo>
                <a:cubicBezTo>
                  <a:pt x="70" y="231"/>
                  <a:pt x="75" y="226"/>
                  <a:pt x="79" y="221"/>
                </a:cubicBezTo>
                <a:cubicBezTo>
                  <a:pt x="83" y="216"/>
                  <a:pt x="86" y="209"/>
                  <a:pt x="87" y="202"/>
                </a:cubicBezTo>
                <a:cubicBezTo>
                  <a:pt x="91" y="184"/>
                  <a:pt x="99" y="164"/>
                  <a:pt x="106" y="148"/>
                </a:cubicBezTo>
                <a:cubicBezTo>
                  <a:pt x="110" y="140"/>
                  <a:pt x="114" y="133"/>
                  <a:pt x="116" y="129"/>
                </a:cubicBezTo>
                <a:cubicBezTo>
                  <a:pt x="117" y="126"/>
                  <a:pt x="118" y="124"/>
                  <a:pt x="119" y="123"/>
                </a:cubicBezTo>
                <a:cubicBezTo>
                  <a:pt x="119" y="122"/>
                  <a:pt x="120" y="122"/>
                  <a:pt x="120" y="122"/>
                </a:cubicBezTo>
                <a:cubicBezTo>
                  <a:pt x="120" y="121"/>
                  <a:pt x="120" y="121"/>
                  <a:pt x="120" y="121"/>
                </a:cubicBezTo>
                <a:cubicBezTo>
                  <a:pt x="110" y="115"/>
                  <a:pt x="110" y="115"/>
                  <a:pt x="110" y="115"/>
                </a:cubicBezTo>
                <a:cubicBezTo>
                  <a:pt x="110" y="115"/>
                  <a:pt x="103" y="127"/>
                  <a:pt x="96" y="143"/>
                </a:cubicBezTo>
                <a:cubicBezTo>
                  <a:pt x="88" y="159"/>
                  <a:pt x="79" y="180"/>
                  <a:pt x="75" y="200"/>
                </a:cubicBezTo>
                <a:cubicBezTo>
                  <a:pt x="74" y="205"/>
                  <a:pt x="72" y="210"/>
                  <a:pt x="69" y="214"/>
                </a:cubicBezTo>
                <a:cubicBezTo>
                  <a:pt x="65" y="220"/>
                  <a:pt x="59" y="224"/>
                  <a:pt x="52" y="227"/>
                </a:cubicBezTo>
                <a:cubicBezTo>
                  <a:pt x="45" y="230"/>
                  <a:pt x="38" y="232"/>
                  <a:pt x="33" y="232"/>
                </a:cubicBezTo>
                <a:cubicBezTo>
                  <a:pt x="29" y="232"/>
                  <a:pt x="26" y="231"/>
                  <a:pt x="25" y="230"/>
                </a:cubicBezTo>
                <a:cubicBezTo>
                  <a:pt x="24" y="230"/>
                  <a:pt x="23" y="230"/>
                  <a:pt x="23" y="229"/>
                </a:cubicBezTo>
                <a:cubicBezTo>
                  <a:pt x="23" y="229"/>
                  <a:pt x="23" y="229"/>
                  <a:pt x="23" y="229"/>
                </a:cubicBezTo>
                <a:cubicBezTo>
                  <a:pt x="22" y="221"/>
                  <a:pt x="21" y="212"/>
                  <a:pt x="20" y="204"/>
                </a:cubicBezTo>
                <a:cubicBezTo>
                  <a:pt x="19" y="196"/>
                  <a:pt x="18" y="188"/>
                  <a:pt x="18" y="184"/>
                </a:cubicBezTo>
                <a:cubicBezTo>
                  <a:pt x="17" y="182"/>
                  <a:pt x="17" y="177"/>
                  <a:pt x="16" y="170"/>
                </a:cubicBezTo>
                <a:cubicBezTo>
                  <a:pt x="15" y="150"/>
                  <a:pt x="12" y="114"/>
                  <a:pt x="12" y="87"/>
                </a:cubicBezTo>
                <a:cubicBezTo>
                  <a:pt x="12" y="84"/>
                  <a:pt x="12" y="80"/>
                  <a:pt x="12" y="77"/>
                </a:cubicBezTo>
                <a:cubicBezTo>
                  <a:pt x="12" y="68"/>
                  <a:pt x="13" y="61"/>
                  <a:pt x="13" y="55"/>
                </a:cubicBezTo>
                <a:cubicBezTo>
                  <a:pt x="14" y="51"/>
                  <a:pt x="15" y="47"/>
                  <a:pt x="16" y="45"/>
                </a:cubicBezTo>
                <a:cubicBezTo>
                  <a:pt x="17" y="40"/>
                  <a:pt x="19" y="37"/>
                  <a:pt x="21" y="35"/>
                </a:cubicBezTo>
                <a:cubicBezTo>
                  <a:pt x="24" y="33"/>
                  <a:pt x="27" y="31"/>
                  <a:pt x="33" y="29"/>
                </a:cubicBezTo>
                <a:cubicBezTo>
                  <a:pt x="42" y="26"/>
                  <a:pt x="57" y="21"/>
                  <a:pt x="70" y="18"/>
                </a:cubicBezTo>
                <a:cubicBezTo>
                  <a:pt x="76" y="16"/>
                  <a:pt x="82" y="15"/>
                  <a:pt x="86" y="14"/>
                </a:cubicBezTo>
                <a:cubicBezTo>
                  <a:pt x="90" y="13"/>
                  <a:pt x="92" y="12"/>
                  <a:pt x="92" y="12"/>
                </a:cubicBezTo>
                <a:cubicBezTo>
                  <a:pt x="89" y="0"/>
                  <a:pt x="89" y="0"/>
                  <a:pt x="8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4" name="Freeform 20">
            <a:extLst>
              <a:ext uri="{FF2B5EF4-FFF2-40B4-BE49-F238E27FC236}">
                <a16:creationId xmlns:a16="http://schemas.microsoft.com/office/drawing/2014/main" id="{350A7351-9F88-4EB7-A0B8-DF6759A67279}"/>
              </a:ext>
            </a:extLst>
          </p:cNvPr>
          <p:cNvSpPr>
            <a:spLocks/>
          </p:cNvSpPr>
          <p:nvPr/>
        </p:nvSpPr>
        <p:spPr bwMode="auto">
          <a:xfrm>
            <a:off x="5846763" y="2759075"/>
            <a:ext cx="242888" cy="484188"/>
          </a:xfrm>
          <a:custGeom>
            <a:avLst/>
            <a:gdLst>
              <a:gd name="T0" fmla="*/ 77 w 105"/>
              <a:gd name="T1" fmla="*/ 3 h 210"/>
              <a:gd name="T2" fmla="*/ 69 w 105"/>
              <a:gd name="T3" fmla="*/ 6 h 210"/>
              <a:gd name="T4" fmla="*/ 57 w 105"/>
              <a:gd name="T5" fmla="*/ 13 h 210"/>
              <a:gd name="T6" fmla="*/ 26 w 105"/>
              <a:gd name="T7" fmla="*/ 38 h 210"/>
              <a:gd name="T8" fmla="*/ 13 w 105"/>
              <a:gd name="T9" fmla="*/ 57 h 210"/>
              <a:gd name="T10" fmla="*/ 3 w 105"/>
              <a:gd name="T11" fmla="*/ 92 h 210"/>
              <a:gd name="T12" fmla="*/ 0 w 105"/>
              <a:gd name="T13" fmla="*/ 131 h 210"/>
              <a:gd name="T14" fmla="*/ 5 w 105"/>
              <a:gd name="T15" fmla="*/ 192 h 210"/>
              <a:gd name="T16" fmla="*/ 28 w 105"/>
              <a:gd name="T17" fmla="*/ 209 h 210"/>
              <a:gd name="T18" fmla="*/ 45 w 105"/>
              <a:gd name="T19" fmla="*/ 186 h 210"/>
              <a:gd name="T20" fmla="*/ 40 w 105"/>
              <a:gd name="T21" fmla="*/ 131 h 210"/>
              <a:gd name="T22" fmla="*/ 44 w 105"/>
              <a:gd name="T23" fmla="*/ 89 h 210"/>
              <a:gd name="T24" fmla="*/ 49 w 105"/>
              <a:gd name="T25" fmla="*/ 74 h 210"/>
              <a:gd name="T26" fmla="*/ 54 w 105"/>
              <a:gd name="T27" fmla="*/ 66 h 210"/>
              <a:gd name="T28" fmla="*/ 73 w 105"/>
              <a:gd name="T29" fmla="*/ 51 h 210"/>
              <a:gd name="T30" fmla="*/ 82 w 105"/>
              <a:gd name="T31" fmla="*/ 44 h 210"/>
              <a:gd name="T32" fmla="*/ 86 w 105"/>
              <a:gd name="T33" fmla="*/ 42 h 210"/>
              <a:gd name="T34" fmla="*/ 88 w 105"/>
              <a:gd name="T35" fmla="*/ 42 h 210"/>
              <a:gd name="T36" fmla="*/ 102 w 105"/>
              <a:gd name="T37" fmla="*/ 17 h 210"/>
              <a:gd name="T38" fmla="*/ 77 w 105"/>
              <a:gd name="T39" fmla="*/ 3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05" h="210">
                <a:moveTo>
                  <a:pt x="77" y="3"/>
                </a:moveTo>
                <a:cubicBezTo>
                  <a:pt x="74" y="4"/>
                  <a:pt x="72" y="5"/>
                  <a:pt x="69" y="6"/>
                </a:cubicBezTo>
                <a:cubicBezTo>
                  <a:pt x="65" y="8"/>
                  <a:pt x="61" y="10"/>
                  <a:pt x="57" y="13"/>
                </a:cubicBezTo>
                <a:cubicBezTo>
                  <a:pt x="45" y="21"/>
                  <a:pt x="34" y="30"/>
                  <a:pt x="26" y="38"/>
                </a:cubicBezTo>
                <a:cubicBezTo>
                  <a:pt x="21" y="43"/>
                  <a:pt x="16" y="50"/>
                  <a:pt x="13" y="57"/>
                </a:cubicBezTo>
                <a:cubicBezTo>
                  <a:pt x="8" y="68"/>
                  <a:pt x="5" y="79"/>
                  <a:pt x="3" y="92"/>
                </a:cubicBezTo>
                <a:cubicBezTo>
                  <a:pt x="1" y="104"/>
                  <a:pt x="0" y="118"/>
                  <a:pt x="0" y="131"/>
                </a:cubicBezTo>
                <a:cubicBezTo>
                  <a:pt x="0" y="152"/>
                  <a:pt x="2" y="173"/>
                  <a:pt x="5" y="192"/>
                </a:cubicBezTo>
                <a:cubicBezTo>
                  <a:pt x="7" y="203"/>
                  <a:pt x="17" y="210"/>
                  <a:pt x="28" y="209"/>
                </a:cubicBezTo>
                <a:cubicBezTo>
                  <a:pt x="39" y="207"/>
                  <a:pt x="47" y="197"/>
                  <a:pt x="45" y="186"/>
                </a:cubicBezTo>
                <a:cubicBezTo>
                  <a:pt x="42" y="168"/>
                  <a:pt x="40" y="149"/>
                  <a:pt x="40" y="131"/>
                </a:cubicBezTo>
                <a:cubicBezTo>
                  <a:pt x="40" y="115"/>
                  <a:pt x="42" y="100"/>
                  <a:pt x="44" y="89"/>
                </a:cubicBezTo>
                <a:cubicBezTo>
                  <a:pt x="46" y="83"/>
                  <a:pt x="47" y="78"/>
                  <a:pt x="49" y="74"/>
                </a:cubicBezTo>
                <a:cubicBezTo>
                  <a:pt x="51" y="70"/>
                  <a:pt x="53" y="68"/>
                  <a:pt x="54" y="66"/>
                </a:cubicBezTo>
                <a:cubicBezTo>
                  <a:pt x="58" y="62"/>
                  <a:pt x="66" y="56"/>
                  <a:pt x="73" y="51"/>
                </a:cubicBezTo>
                <a:cubicBezTo>
                  <a:pt x="76" y="48"/>
                  <a:pt x="80" y="46"/>
                  <a:pt x="82" y="44"/>
                </a:cubicBezTo>
                <a:cubicBezTo>
                  <a:pt x="84" y="44"/>
                  <a:pt x="85" y="43"/>
                  <a:pt x="86" y="42"/>
                </a:cubicBezTo>
                <a:cubicBezTo>
                  <a:pt x="87" y="42"/>
                  <a:pt x="88" y="42"/>
                  <a:pt x="88" y="42"/>
                </a:cubicBezTo>
                <a:cubicBezTo>
                  <a:pt x="98" y="39"/>
                  <a:pt x="105" y="28"/>
                  <a:pt x="102" y="17"/>
                </a:cubicBezTo>
                <a:cubicBezTo>
                  <a:pt x="99" y="6"/>
                  <a:pt x="88" y="0"/>
                  <a:pt x="77" y="3"/>
                </a:cubicBezTo>
                <a:close/>
              </a:path>
            </a:pathLst>
          </a:custGeom>
          <a:solidFill>
            <a:srgbClr val="FF8A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5" name="Freeform 21">
            <a:extLst>
              <a:ext uri="{FF2B5EF4-FFF2-40B4-BE49-F238E27FC236}">
                <a16:creationId xmlns:a16="http://schemas.microsoft.com/office/drawing/2014/main" id="{0375313B-99F6-4937-AE9F-D76F75ADABF0}"/>
              </a:ext>
            </a:extLst>
          </p:cNvPr>
          <p:cNvSpPr>
            <a:spLocks/>
          </p:cNvSpPr>
          <p:nvPr/>
        </p:nvSpPr>
        <p:spPr bwMode="auto">
          <a:xfrm>
            <a:off x="5830888" y="3568700"/>
            <a:ext cx="219075" cy="503238"/>
          </a:xfrm>
          <a:custGeom>
            <a:avLst/>
            <a:gdLst>
              <a:gd name="T0" fmla="*/ 14 w 95"/>
              <a:gd name="T1" fmla="*/ 35 h 218"/>
              <a:gd name="T2" fmla="*/ 0 w 95"/>
              <a:gd name="T3" fmla="*/ 189 h 218"/>
              <a:gd name="T4" fmla="*/ 51 w 95"/>
              <a:gd name="T5" fmla="*/ 174 h 218"/>
              <a:gd name="T6" fmla="*/ 95 w 95"/>
              <a:gd name="T7" fmla="*/ 24 h 218"/>
              <a:gd name="T8" fmla="*/ 55 w 95"/>
              <a:gd name="T9" fmla="*/ 0 h 218"/>
              <a:gd name="T10" fmla="*/ 14 w 95"/>
              <a:gd name="T11" fmla="*/ 35 h 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" h="218">
                <a:moveTo>
                  <a:pt x="14" y="35"/>
                </a:moveTo>
                <a:cubicBezTo>
                  <a:pt x="14" y="35"/>
                  <a:pt x="1" y="168"/>
                  <a:pt x="0" y="189"/>
                </a:cubicBezTo>
                <a:cubicBezTo>
                  <a:pt x="0" y="201"/>
                  <a:pt x="35" y="218"/>
                  <a:pt x="51" y="174"/>
                </a:cubicBezTo>
                <a:cubicBezTo>
                  <a:pt x="68" y="131"/>
                  <a:pt x="95" y="24"/>
                  <a:pt x="95" y="24"/>
                </a:cubicBezTo>
                <a:cubicBezTo>
                  <a:pt x="55" y="0"/>
                  <a:pt x="55" y="0"/>
                  <a:pt x="55" y="0"/>
                </a:cubicBezTo>
                <a:lnTo>
                  <a:pt x="14" y="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6" name="Freeform 22">
            <a:extLst>
              <a:ext uri="{FF2B5EF4-FFF2-40B4-BE49-F238E27FC236}">
                <a16:creationId xmlns:a16="http://schemas.microsoft.com/office/drawing/2014/main" id="{2DAB725E-899E-467E-BAB6-1A941AC6DE9B}"/>
              </a:ext>
            </a:extLst>
          </p:cNvPr>
          <p:cNvSpPr>
            <a:spLocks/>
          </p:cNvSpPr>
          <p:nvPr/>
        </p:nvSpPr>
        <p:spPr bwMode="auto">
          <a:xfrm>
            <a:off x="5818188" y="3552825"/>
            <a:ext cx="247650" cy="495300"/>
          </a:xfrm>
          <a:custGeom>
            <a:avLst/>
            <a:gdLst>
              <a:gd name="T0" fmla="*/ 20 w 108"/>
              <a:gd name="T1" fmla="*/ 42 h 215"/>
              <a:gd name="T2" fmla="*/ 14 w 108"/>
              <a:gd name="T3" fmla="*/ 41 h 215"/>
              <a:gd name="T4" fmla="*/ 7 w 108"/>
              <a:gd name="T5" fmla="*/ 111 h 215"/>
              <a:gd name="T6" fmla="*/ 3 w 108"/>
              <a:gd name="T7" fmla="*/ 162 h 215"/>
              <a:gd name="T8" fmla="*/ 1 w 108"/>
              <a:gd name="T9" fmla="*/ 183 h 215"/>
              <a:gd name="T10" fmla="*/ 0 w 108"/>
              <a:gd name="T11" fmla="*/ 196 h 215"/>
              <a:gd name="T12" fmla="*/ 0 w 108"/>
              <a:gd name="T13" fmla="*/ 196 h 215"/>
              <a:gd name="T14" fmla="*/ 0 w 108"/>
              <a:gd name="T15" fmla="*/ 196 h 215"/>
              <a:gd name="T16" fmla="*/ 3 w 108"/>
              <a:gd name="T17" fmla="*/ 204 h 215"/>
              <a:gd name="T18" fmla="*/ 12 w 108"/>
              <a:gd name="T19" fmla="*/ 212 h 215"/>
              <a:gd name="T20" fmla="*/ 26 w 108"/>
              <a:gd name="T21" fmla="*/ 215 h 215"/>
              <a:gd name="T22" fmla="*/ 47 w 108"/>
              <a:gd name="T23" fmla="*/ 208 h 215"/>
              <a:gd name="T24" fmla="*/ 63 w 108"/>
              <a:gd name="T25" fmla="*/ 183 h 215"/>
              <a:gd name="T26" fmla="*/ 91 w 108"/>
              <a:gd name="T27" fmla="*/ 91 h 215"/>
              <a:gd name="T28" fmla="*/ 107 w 108"/>
              <a:gd name="T29" fmla="*/ 33 h 215"/>
              <a:gd name="T30" fmla="*/ 108 w 108"/>
              <a:gd name="T31" fmla="*/ 28 h 215"/>
              <a:gd name="T32" fmla="*/ 60 w 108"/>
              <a:gd name="T33" fmla="*/ 0 h 215"/>
              <a:gd name="T34" fmla="*/ 14 w 108"/>
              <a:gd name="T35" fmla="*/ 39 h 215"/>
              <a:gd name="T36" fmla="*/ 14 w 108"/>
              <a:gd name="T37" fmla="*/ 41 h 215"/>
              <a:gd name="T38" fmla="*/ 20 w 108"/>
              <a:gd name="T39" fmla="*/ 42 h 215"/>
              <a:gd name="T40" fmla="*/ 24 w 108"/>
              <a:gd name="T41" fmla="*/ 47 h 215"/>
              <a:gd name="T42" fmla="*/ 61 w 108"/>
              <a:gd name="T43" fmla="*/ 14 h 215"/>
              <a:gd name="T44" fmla="*/ 98 w 108"/>
              <a:gd name="T45" fmla="*/ 36 h 215"/>
              <a:gd name="T46" fmla="*/ 101 w 108"/>
              <a:gd name="T47" fmla="*/ 31 h 215"/>
              <a:gd name="T48" fmla="*/ 96 w 108"/>
              <a:gd name="T49" fmla="*/ 30 h 215"/>
              <a:gd name="T50" fmla="*/ 94 w 108"/>
              <a:gd name="T51" fmla="*/ 34 h 215"/>
              <a:gd name="T52" fmla="*/ 76 w 108"/>
              <a:gd name="T53" fmla="*/ 100 h 215"/>
              <a:gd name="T54" fmla="*/ 52 w 108"/>
              <a:gd name="T55" fmla="*/ 179 h 215"/>
              <a:gd name="T56" fmla="*/ 39 w 108"/>
              <a:gd name="T57" fmla="*/ 199 h 215"/>
              <a:gd name="T58" fmla="*/ 26 w 108"/>
              <a:gd name="T59" fmla="*/ 203 h 215"/>
              <a:gd name="T60" fmla="*/ 16 w 108"/>
              <a:gd name="T61" fmla="*/ 200 h 215"/>
              <a:gd name="T62" fmla="*/ 13 w 108"/>
              <a:gd name="T63" fmla="*/ 197 h 215"/>
              <a:gd name="T64" fmla="*/ 12 w 108"/>
              <a:gd name="T65" fmla="*/ 196 h 215"/>
              <a:gd name="T66" fmla="*/ 12 w 108"/>
              <a:gd name="T67" fmla="*/ 196 h 215"/>
              <a:gd name="T68" fmla="*/ 12 w 108"/>
              <a:gd name="T69" fmla="*/ 196 h 215"/>
              <a:gd name="T70" fmla="*/ 12 w 108"/>
              <a:gd name="T71" fmla="*/ 196 h 215"/>
              <a:gd name="T72" fmla="*/ 12 w 108"/>
              <a:gd name="T73" fmla="*/ 196 h 215"/>
              <a:gd name="T74" fmla="*/ 12 w 108"/>
              <a:gd name="T75" fmla="*/ 196 h 215"/>
              <a:gd name="T76" fmla="*/ 12 w 108"/>
              <a:gd name="T77" fmla="*/ 196 h 215"/>
              <a:gd name="T78" fmla="*/ 13 w 108"/>
              <a:gd name="T79" fmla="*/ 184 h 215"/>
              <a:gd name="T80" fmla="*/ 20 w 108"/>
              <a:gd name="T81" fmla="*/ 98 h 215"/>
              <a:gd name="T82" fmla="*/ 24 w 108"/>
              <a:gd name="T83" fmla="*/ 59 h 215"/>
              <a:gd name="T84" fmla="*/ 26 w 108"/>
              <a:gd name="T85" fmla="*/ 43 h 215"/>
              <a:gd name="T86" fmla="*/ 20 w 108"/>
              <a:gd name="T87" fmla="*/ 42 h 215"/>
              <a:gd name="T88" fmla="*/ 24 w 108"/>
              <a:gd name="T89" fmla="*/ 47 h 215"/>
              <a:gd name="T90" fmla="*/ 20 w 108"/>
              <a:gd name="T91" fmla="*/ 42 h 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08" h="215">
                <a:moveTo>
                  <a:pt x="20" y="42"/>
                </a:moveTo>
                <a:cubicBezTo>
                  <a:pt x="14" y="41"/>
                  <a:pt x="14" y="41"/>
                  <a:pt x="14" y="41"/>
                </a:cubicBezTo>
                <a:cubicBezTo>
                  <a:pt x="14" y="41"/>
                  <a:pt x="11" y="75"/>
                  <a:pt x="7" y="111"/>
                </a:cubicBezTo>
                <a:cubicBezTo>
                  <a:pt x="6" y="128"/>
                  <a:pt x="4" y="147"/>
                  <a:pt x="3" y="162"/>
                </a:cubicBezTo>
                <a:cubicBezTo>
                  <a:pt x="2" y="170"/>
                  <a:pt x="1" y="177"/>
                  <a:pt x="1" y="183"/>
                </a:cubicBezTo>
                <a:cubicBezTo>
                  <a:pt x="1" y="188"/>
                  <a:pt x="0" y="193"/>
                  <a:pt x="0" y="196"/>
                </a:cubicBezTo>
                <a:cubicBezTo>
                  <a:pt x="0" y="196"/>
                  <a:pt x="0" y="196"/>
                  <a:pt x="0" y="196"/>
                </a:cubicBezTo>
                <a:cubicBezTo>
                  <a:pt x="0" y="196"/>
                  <a:pt x="0" y="196"/>
                  <a:pt x="0" y="196"/>
                </a:cubicBezTo>
                <a:cubicBezTo>
                  <a:pt x="0" y="199"/>
                  <a:pt x="1" y="201"/>
                  <a:pt x="3" y="204"/>
                </a:cubicBezTo>
                <a:cubicBezTo>
                  <a:pt x="5" y="207"/>
                  <a:pt x="8" y="210"/>
                  <a:pt x="12" y="212"/>
                </a:cubicBezTo>
                <a:cubicBezTo>
                  <a:pt x="16" y="214"/>
                  <a:pt x="21" y="215"/>
                  <a:pt x="26" y="215"/>
                </a:cubicBezTo>
                <a:cubicBezTo>
                  <a:pt x="33" y="215"/>
                  <a:pt x="40" y="213"/>
                  <a:pt x="47" y="208"/>
                </a:cubicBezTo>
                <a:cubicBezTo>
                  <a:pt x="53" y="203"/>
                  <a:pt x="59" y="195"/>
                  <a:pt x="63" y="183"/>
                </a:cubicBezTo>
                <a:cubicBezTo>
                  <a:pt x="71" y="161"/>
                  <a:pt x="82" y="123"/>
                  <a:pt x="91" y="91"/>
                </a:cubicBezTo>
                <a:cubicBezTo>
                  <a:pt x="100" y="59"/>
                  <a:pt x="107" y="33"/>
                  <a:pt x="107" y="33"/>
                </a:cubicBezTo>
                <a:cubicBezTo>
                  <a:pt x="108" y="28"/>
                  <a:pt x="108" y="28"/>
                  <a:pt x="108" y="28"/>
                </a:cubicBezTo>
                <a:cubicBezTo>
                  <a:pt x="60" y="0"/>
                  <a:pt x="60" y="0"/>
                  <a:pt x="60" y="0"/>
                </a:cubicBezTo>
                <a:cubicBezTo>
                  <a:pt x="14" y="39"/>
                  <a:pt x="14" y="39"/>
                  <a:pt x="14" y="39"/>
                </a:cubicBezTo>
                <a:cubicBezTo>
                  <a:pt x="14" y="41"/>
                  <a:pt x="14" y="41"/>
                  <a:pt x="14" y="41"/>
                </a:cubicBezTo>
                <a:cubicBezTo>
                  <a:pt x="20" y="42"/>
                  <a:pt x="20" y="42"/>
                  <a:pt x="20" y="42"/>
                </a:cubicBezTo>
                <a:cubicBezTo>
                  <a:pt x="24" y="47"/>
                  <a:pt x="24" y="47"/>
                  <a:pt x="24" y="47"/>
                </a:cubicBezTo>
                <a:cubicBezTo>
                  <a:pt x="61" y="14"/>
                  <a:pt x="61" y="14"/>
                  <a:pt x="61" y="14"/>
                </a:cubicBezTo>
                <a:cubicBezTo>
                  <a:pt x="98" y="36"/>
                  <a:pt x="98" y="36"/>
                  <a:pt x="98" y="36"/>
                </a:cubicBezTo>
                <a:cubicBezTo>
                  <a:pt x="101" y="31"/>
                  <a:pt x="101" y="31"/>
                  <a:pt x="101" y="31"/>
                </a:cubicBezTo>
                <a:cubicBezTo>
                  <a:pt x="96" y="30"/>
                  <a:pt x="96" y="30"/>
                  <a:pt x="96" y="30"/>
                </a:cubicBezTo>
                <a:cubicBezTo>
                  <a:pt x="96" y="30"/>
                  <a:pt x="95" y="31"/>
                  <a:pt x="94" y="34"/>
                </a:cubicBezTo>
                <a:cubicBezTo>
                  <a:pt x="92" y="45"/>
                  <a:pt x="84" y="71"/>
                  <a:pt x="76" y="100"/>
                </a:cubicBezTo>
                <a:cubicBezTo>
                  <a:pt x="68" y="129"/>
                  <a:pt x="59" y="160"/>
                  <a:pt x="52" y="179"/>
                </a:cubicBezTo>
                <a:cubicBezTo>
                  <a:pt x="48" y="189"/>
                  <a:pt x="43" y="195"/>
                  <a:pt x="39" y="199"/>
                </a:cubicBezTo>
                <a:cubicBezTo>
                  <a:pt x="35" y="202"/>
                  <a:pt x="30" y="203"/>
                  <a:pt x="26" y="203"/>
                </a:cubicBezTo>
                <a:cubicBezTo>
                  <a:pt x="22" y="203"/>
                  <a:pt x="18" y="202"/>
                  <a:pt x="16" y="200"/>
                </a:cubicBezTo>
                <a:cubicBezTo>
                  <a:pt x="14" y="199"/>
                  <a:pt x="14" y="198"/>
                  <a:pt x="13" y="197"/>
                </a:cubicBezTo>
                <a:cubicBezTo>
                  <a:pt x="12" y="197"/>
                  <a:pt x="12" y="196"/>
                  <a:pt x="12" y="196"/>
                </a:cubicBezTo>
                <a:cubicBezTo>
                  <a:pt x="12" y="196"/>
                  <a:pt x="12" y="196"/>
                  <a:pt x="12" y="196"/>
                </a:cubicBezTo>
                <a:cubicBezTo>
                  <a:pt x="12" y="196"/>
                  <a:pt x="12" y="196"/>
                  <a:pt x="12" y="196"/>
                </a:cubicBezTo>
                <a:cubicBezTo>
                  <a:pt x="12" y="196"/>
                  <a:pt x="12" y="196"/>
                  <a:pt x="12" y="196"/>
                </a:cubicBezTo>
                <a:cubicBezTo>
                  <a:pt x="12" y="196"/>
                  <a:pt x="12" y="196"/>
                  <a:pt x="12" y="196"/>
                </a:cubicBezTo>
                <a:cubicBezTo>
                  <a:pt x="12" y="196"/>
                  <a:pt x="12" y="196"/>
                  <a:pt x="12" y="196"/>
                </a:cubicBezTo>
                <a:cubicBezTo>
                  <a:pt x="12" y="196"/>
                  <a:pt x="12" y="196"/>
                  <a:pt x="12" y="196"/>
                </a:cubicBezTo>
                <a:cubicBezTo>
                  <a:pt x="12" y="193"/>
                  <a:pt x="13" y="189"/>
                  <a:pt x="13" y="184"/>
                </a:cubicBezTo>
                <a:cubicBezTo>
                  <a:pt x="14" y="164"/>
                  <a:pt x="18" y="129"/>
                  <a:pt x="20" y="98"/>
                </a:cubicBezTo>
                <a:cubicBezTo>
                  <a:pt x="22" y="83"/>
                  <a:pt x="23" y="69"/>
                  <a:pt x="24" y="59"/>
                </a:cubicBezTo>
                <a:cubicBezTo>
                  <a:pt x="25" y="49"/>
                  <a:pt x="26" y="43"/>
                  <a:pt x="26" y="43"/>
                </a:cubicBezTo>
                <a:cubicBezTo>
                  <a:pt x="20" y="42"/>
                  <a:pt x="20" y="42"/>
                  <a:pt x="20" y="42"/>
                </a:cubicBezTo>
                <a:cubicBezTo>
                  <a:pt x="24" y="47"/>
                  <a:pt x="24" y="47"/>
                  <a:pt x="24" y="47"/>
                </a:cubicBezTo>
                <a:lnTo>
                  <a:pt x="20" y="4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7" name="Freeform 23">
            <a:extLst>
              <a:ext uri="{FF2B5EF4-FFF2-40B4-BE49-F238E27FC236}">
                <a16:creationId xmlns:a16="http://schemas.microsoft.com/office/drawing/2014/main" id="{5562B4D3-822F-4DB3-BC2A-F539B79A9D6E}"/>
              </a:ext>
            </a:extLst>
          </p:cNvPr>
          <p:cNvSpPr>
            <a:spLocks/>
          </p:cNvSpPr>
          <p:nvPr/>
        </p:nvSpPr>
        <p:spPr bwMode="auto">
          <a:xfrm>
            <a:off x="6435725" y="4154488"/>
            <a:ext cx="442913" cy="987425"/>
          </a:xfrm>
          <a:custGeom>
            <a:avLst/>
            <a:gdLst>
              <a:gd name="T0" fmla="*/ 192 w 192"/>
              <a:gd name="T1" fmla="*/ 429 h 429"/>
              <a:gd name="T2" fmla="*/ 175 w 192"/>
              <a:gd name="T3" fmla="*/ 369 h 429"/>
              <a:gd name="T4" fmla="*/ 111 w 192"/>
              <a:gd name="T5" fmla="*/ 307 h 429"/>
              <a:gd name="T6" fmla="*/ 28 w 192"/>
              <a:gd name="T7" fmla="*/ 0 h 4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92" h="429">
                <a:moveTo>
                  <a:pt x="192" y="429"/>
                </a:moveTo>
                <a:cubicBezTo>
                  <a:pt x="192" y="429"/>
                  <a:pt x="179" y="383"/>
                  <a:pt x="175" y="369"/>
                </a:cubicBezTo>
                <a:cubicBezTo>
                  <a:pt x="170" y="355"/>
                  <a:pt x="148" y="348"/>
                  <a:pt x="111" y="307"/>
                </a:cubicBezTo>
                <a:cubicBezTo>
                  <a:pt x="74" y="267"/>
                  <a:pt x="0" y="157"/>
                  <a:pt x="28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8" name="Freeform 24">
            <a:extLst>
              <a:ext uri="{FF2B5EF4-FFF2-40B4-BE49-F238E27FC236}">
                <a16:creationId xmlns:a16="http://schemas.microsoft.com/office/drawing/2014/main" id="{87B0F0A0-7EF0-4B3F-B563-D71B805866D4}"/>
              </a:ext>
            </a:extLst>
          </p:cNvPr>
          <p:cNvSpPr>
            <a:spLocks/>
          </p:cNvSpPr>
          <p:nvPr/>
        </p:nvSpPr>
        <p:spPr bwMode="auto">
          <a:xfrm>
            <a:off x="6472238" y="4151313"/>
            <a:ext cx="419100" cy="995363"/>
          </a:xfrm>
          <a:custGeom>
            <a:avLst/>
            <a:gdLst>
              <a:gd name="T0" fmla="*/ 182 w 182"/>
              <a:gd name="T1" fmla="*/ 428 h 432"/>
              <a:gd name="T2" fmla="*/ 164 w 182"/>
              <a:gd name="T3" fmla="*/ 368 h 432"/>
              <a:gd name="T4" fmla="*/ 156 w 182"/>
              <a:gd name="T5" fmla="*/ 356 h 432"/>
              <a:gd name="T6" fmla="*/ 134 w 182"/>
              <a:gd name="T7" fmla="*/ 337 h 432"/>
              <a:gd name="T8" fmla="*/ 99 w 182"/>
              <a:gd name="T9" fmla="*/ 304 h 432"/>
              <a:gd name="T10" fmla="*/ 44 w 182"/>
              <a:gd name="T11" fmla="*/ 219 h 432"/>
              <a:gd name="T12" fmla="*/ 12 w 182"/>
              <a:gd name="T13" fmla="*/ 70 h 432"/>
              <a:gd name="T14" fmla="*/ 18 w 182"/>
              <a:gd name="T15" fmla="*/ 2 h 432"/>
              <a:gd name="T16" fmla="*/ 6 w 182"/>
              <a:gd name="T17" fmla="*/ 0 h 432"/>
              <a:gd name="T18" fmla="*/ 0 w 182"/>
              <a:gd name="T19" fmla="*/ 70 h 432"/>
              <a:gd name="T20" fmla="*/ 33 w 182"/>
              <a:gd name="T21" fmla="*/ 224 h 432"/>
              <a:gd name="T22" fmla="*/ 91 w 182"/>
              <a:gd name="T23" fmla="*/ 312 h 432"/>
              <a:gd name="T24" fmla="*/ 135 w 182"/>
              <a:gd name="T25" fmla="*/ 354 h 432"/>
              <a:gd name="T26" fmla="*/ 148 w 182"/>
              <a:gd name="T27" fmla="*/ 365 h 432"/>
              <a:gd name="T28" fmla="*/ 153 w 182"/>
              <a:gd name="T29" fmla="*/ 372 h 432"/>
              <a:gd name="T30" fmla="*/ 163 w 182"/>
              <a:gd name="T31" fmla="*/ 407 h 432"/>
              <a:gd name="T32" fmla="*/ 168 w 182"/>
              <a:gd name="T33" fmla="*/ 424 h 432"/>
              <a:gd name="T34" fmla="*/ 171 w 182"/>
              <a:gd name="T35" fmla="*/ 432 h 432"/>
              <a:gd name="T36" fmla="*/ 182 w 182"/>
              <a:gd name="T37" fmla="*/ 428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82" h="432">
                <a:moveTo>
                  <a:pt x="182" y="428"/>
                </a:moveTo>
                <a:cubicBezTo>
                  <a:pt x="182" y="428"/>
                  <a:pt x="169" y="383"/>
                  <a:pt x="164" y="368"/>
                </a:cubicBezTo>
                <a:cubicBezTo>
                  <a:pt x="163" y="364"/>
                  <a:pt x="160" y="360"/>
                  <a:pt x="156" y="356"/>
                </a:cubicBezTo>
                <a:cubicBezTo>
                  <a:pt x="151" y="351"/>
                  <a:pt x="144" y="345"/>
                  <a:pt x="134" y="337"/>
                </a:cubicBezTo>
                <a:cubicBezTo>
                  <a:pt x="125" y="330"/>
                  <a:pt x="113" y="319"/>
                  <a:pt x="99" y="304"/>
                </a:cubicBezTo>
                <a:cubicBezTo>
                  <a:pt x="84" y="288"/>
                  <a:pt x="62" y="258"/>
                  <a:pt x="44" y="219"/>
                </a:cubicBezTo>
                <a:cubicBezTo>
                  <a:pt x="26" y="179"/>
                  <a:pt x="12" y="129"/>
                  <a:pt x="12" y="70"/>
                </a:cubicBezTo>
                <a:cubicBezTo>
                  <a:pt x="12" y="48"/>
                  <a:pt x="14" y="26"/>
                  <a:pt x="18" y="2"/>
                </a:cubicBezTo>
                <a:cubicBezTo>
                  <a:pt x="6" y="0"/>
                  <a:pt x="6" y="0"/>
                  <a:pt x="6" y="0"/>
                </a:cubicBezTo>
                <a:cubicBezTo>
                  <a:pt x="2" y="24"/>
                  <a:pt x="0" y="48"/>
                  <a:pt x="0" y="70"/>
                </a:cubicBezTo>
                <a:cubicBezTo>
                  <a:pt x="0" y="131"/>
                  <a:pt x="15" y="183"/>
                  <a:pt x="33" y="224"/>
                </a:cubicBezTo>
                <a:cubicBezTo>
                  <a:pt x="52" y="265"/>
                  <a:pt x="74" y="295"/>
                  <a:pt x="91" y="312"/>
                </a:cubicBezTo>
                <a:cubicBezTo>
                  <a:pt x="109" y="333"/>
                  <a:pt x="125" y="345"/>
                  <a:pt x="135" y="354"/>
                </a:cubicBezTo>
                <a:cubicBezTo>
                  <a:pt x="141" y="358"/>
                  <a:pt x="145" y="362"/>
                  <a:pt x="148" y="365"/>
                </a:cubicBezTo>
                <a:cubicBezTo>
                  <a:pt x="151" y="367"/>
                  <a:pt x="152" y="370"/>
                  <a:pt x="153" y="372"/>
                </a:cubicBezTo>
                <a:cubicBezTo>
                  <a:pt x="155" y="379"/>
                  <a:pt x="160" y="394"/>
                  <a:pt x="163" y="407"/>
                </a:cubicBezTo>
                <a:cubicBezTo>
                  <a:pt x="165" y="414"/>
                  <a:pt x="167" y="420"/>
                  <a:pt x="168" y="424"/>
                </a:cubicBezTo>
                <a:cubicBezTo>
                  <a:pt x="170" y="429"/>
                  <a:pt x="171" y="432"/>
                  <a:pt x="171" y="432"/>
                </a:cubicBezTo>
                <a:cubicBezTo>
                  <a:pt x="182" y="428"/>
                  <a:pt x="182" y="428"/>
                  <a:pt x="182" y="42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9" name="Freeform 25">
            <a:extLst>
              <a:ext uri="{FF2B5EF4-FFF2-40B4-BE49-F238E27FC236}">
                <a16:creationId xmlns:a16="http://schemas.microsoft.com/office/drawing/2014/main" id="{159BAAFE-6B67-441A-99A2-A34AC7266408}"/>
              </a:ext>
            </a:extLst>
          </p:cNvPr>
          <p:cNvSpPr>
            <a:spLocks/>
          </p:cNvSpPr>
          <p:nvPr/>
        </p:nvSpPr>
        <p:spPr bwMode="auto">
          <a:xfrm>
            <a:off x="5881688" y="2149475"/>
            <a:ext cx="382588" cy="660400"/>
          </a:xfrm>
          <a:custGeom>
            <a:avLst/>
            <a:gdLst>
              <a:gd name="T0" fmla="*/ 166 w 166"/>
              <a:gd name="T1" fmla="*/ 142 h 287"/>
              <a:gd name="T2" fmla="*/ 112 w 166"/>
              <a:gd name="T3" fmla="*/ 52 h 287"/>
              <a:gd name="T4" fmla="*/ 74 w 166"/>
              <a:gd name="T5" fmla="*/ 11 h 287"/>
              <a:gd name="T6" fmla="*/ 42 w 166"/>
              <a:gd name="T7" fmla="*/ 128 h 287"/>
              <a:gd name="T8" fmla="*/ 135 w 166"/>
              <a:gd name="T9" fmla="*/ 287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6" h="287">
                <a:moveTo>
                  <a:pt x="166" y="142"/>
                </a:moveTo>
                <a:cubicBezTo>
                  <a:pt x="166" y="142"/>
                  <a:pt x="119" y="61"/>
                  <a:pt x="112" y="52"/>
                </a:cubicBezTo>
                <a:cubicBezTo>
                  <a:pt x="105" y="44"/>
                  <a:pt x="84" y="22"/>
                  <a:pt x="74" y="11"/>
                </a:cubicBezTo>
                <a:cubicBezTo>
                  <a:pt x="63" y="0"/>
                  <a:pt x="0" y="40"/>
                  <a:pt x="42" y="128"/>
                </a:cubicBezTo>
                <a:cubicBezTo>
                  <a:pt x="84" y="216"/>
                  <a:pt x="135" y="287"/>
                  <a:pt x="135" y="287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" name="Freeform 26">
            <a:extLst>
              <a:ext uri="{FF2B5EF4-FFF2-40B4-BE49-F238E27FC236}">
                <a16:creationId xmlns:a16="http://schemas.microsoft.com/office/drawing/2014/main" id="{46178B98-E531-40BD-A26F-7B3A36DFB909}"/>
              </a:ext>
            </a:extLst>
          </p:cNvPr>
          <p:cNvSpPr>
            <a:spLocks/>
          </p:cNvSpPr>
          <p:nvPr/>
        </p:nvSpPr>
        <p:spPr bwMode="auto">
          <a:xfrm>
            <a:off x="5932488" y="2155825"/>
            <a:ext cx="346075" cy="663575"/>
          </a:xfrm>
          <a:custGeom>
            <a:avLst/>
            <a:gdLst>
              <a:gd name="T0" fmla="*/ 150 w 150"/>
              <a:gd name="T1" fmla="*/ 136 h 288"/>
              <a:gd name="T2" fmla="*/ 125 w 150"/>
              <a:gd name="T3" fmla="*/ 94 h 288"/>
              <a:gd name="T4" fmla="*/ 106 w 150"/>
              <a:gd name="T5" fmla="*/ 64 h 288"/>
              <a:gd name="T6" fmla="*/ 99 w 150"/>
              <a:gd name="T7" fmla="*/ 52 h 288"/>
              <a:gd name="T8" fmla="*/ 97 w 150"/>
              <a:gd name="T9" fmla="*/ 48 h 288"/>
              <a:gd name="T10" fmla="*/ 95 w 150"/>
              <a:gd name="T11" fmla="*/ 46 h 288"/>
              <a:gd name="T12" fmla="*/ 87 w 150"/>
              <a:gd name="T13" fmla="*/ 37 h 288"/>
              <a:gd name="T14" fmla="*/ 56 w 150"/>
              <a:gd name="T15" fmla="*/ 4 h 288"/>
              <a:gd name="T16" fmla="*/ 52 w 150"/>
              <a:gd name="T17" fmla="*/ 1 h 288"/>
              <a:gd name="T18" fmla="*/ 47 w 150"/>
              <a:gd name="T19" fmla="*/ 0 h 288"/>
              <a:gd name="T20" fmla="*/ 32 w 150"/>
              <a:gd name="T21" fmla="*/ 5 h 288"/>
              <a:gd name="T22" fmla="*/ 10 w 150"/>
              <a:gd name="T23" fmla="*/ 28 h 288"/>
              <a:gd name="T24" fmla="*/ 0 w 150"/>
              <a:gd name="T25" fmla="*/ 69 h 288"/>
              <a:gd name="T26" fmla="*/ 15 w 150"/>
              <a:gd name="T27" fmla="*/ 128 h 288"/>
              <a:gd name="T28" fmla="*/ 108 w 150"/>
              <a:gd name="T29" fmla="*/ 288 h 288"/>
              <a:gd name="T30" fmla="*/ 118 w 150"/>
              <a:gd name="T31" fmla="*/ 281 h 288"/>
              <a:gd name="T32" fmla="*/ 117 w 150"/>
              <a:gd name="T33" fmla="*/ 280 h 288"/>
              <a:gd name="T34" fmla="*/ 25 w 150"/>
              <a:gd name="T35" fmla="*/ 122 h 288"/>
              <a:gd name="T36" fmla="*/ 12 w 150"/>
              <a:gd name="T37" fmla="*/ 69 h 288"/>
              <a:gd name="T38" fmla="*/ 26 w 150"/>
              <a:gd name="T39" fmla="*/ 26 h 288"/>
              <a:gd name="T40" fmla="*/ 38 w 150"/>
              <a:gd name="T41" fmla="*/ 15 h 288"/>
              <a:gd name="T42" fmla="*/ 47 w 150"/>
              <a:gd name="T43" fmla="*/ 12 h 288"/>
              <a:gd name="T44" fmla="*/ 48 w 150"/>
              <a:gd name="T45" fmla="*/ 12 h 288"/>
              <a:gd name="T46" fmla="*/ 48 w 150"/>
              <a:gd name="T47" fmla="*/ 12 h 288"/>
              <a:gd name="T48" fmla="*/ 48 w 150"/>
              <a:gd name="T49" fmla="*/ 12 h 288"/>
              <a:gd name="T50" fmla="*/ 48 w 150"/>
              <a:gd name="T51" fmla="*/ 12 h 288"/>
              <a:gd name="T52" fmla="*/ 48 w 150"/>
              <a:gd name="T53" fmla="*/ 12 h 288"/>
              <a:gd name="T54" fmla="*/ 48 w 150"/>
              <a:gd name="T55" fmla="*/ 12 h 288"/>
              <a:gd name="T56" fmla="*/ 48 w 150"/>
              <a:gd name="T57" fmla="*/ 11 h 288"/>
              <a:gd name="T58" fmla="*/ 47 w 150"/>
              <a:gd name="T59" fmla="*/ 12 h 288"/>
              <a:gd name="T60" fmla="*/ 48 w 150"/>
              <a:gd name="T61" fmla="*/ 12 h 288"/>
              <a:gd name="T62" fmla="*/ 48 w 150"/>
              <a:gd name="T63" fmla="*/ 11 h 288"/>
              <a:gd name="T64" fmla="*/ 47 w 150"/>
              <a:gd name="T65" fmla="*/ 12 h 288"/>
              <a:gd name="T66" fmla="*/ 68 w 150"/>
              <a:gd name="T67" fmla="*/ 34 h 288"/>
              <a:gd name="T68" fmla="*/ 78 w 150"/>
              <a:gd name="T69" fmla="*/ 45 h 288"/>
              <a:gd name="T70" fmla="*/ 85 w 150"/>
              <a:gd name="T71" fmla="*/ 53 h 288"/>
              <a:gd name="T72" fmla="*/ 87 w 150"/>
              <a:gd name="T73" fmla="*/ 55 h 288"/>
              <a:gd name="T74" fmla="*/ 99 w 150"/>
              <a:gd name="T75" fmla="*/ 75 h 288"/>
              <a:gd name="T76" fmla="*/ 125 w 150"/>
              <a:gd name="T77" fmla="*/ 119 h 288"/>
              <a:gd name="T78" fmla="*/ 135 w 150"/>
              <a:gd name="T79" fmla="*/ 135 h 288"/>
              <a:gd name="T80" fmla="*/ 139 w 150"/>
              <a:gd name="T81" fmla="*/ 142 h 288"/>
              <a:gd name="T82" fmla="*/ 150 w 150"/>
              <a:gd name="T83" fmla="*/ 13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50" h="288">
                <a:moveTo>
                  <a:pt x="150" y="136"/>
                </a:moveTo>
                <a:cubicBezTo>
                  <a:pt x="150" y="136"/>
                  <a:pt x="138" y="115"/>
                  <a:pt x="125" y="94"/>
                </a:cubicBezTo>
                <a:cubicBezTo>
                  <a:pt x="118" y="84"/>
                  <a:pt x="112" y="73"/>
                  <a:pt x="106" y="64"/>
                </a:cubicBezTo>
                <a:cubicBezTo>
                  <a:pt x="104" y="59"/>
                  <a:pt x="101" y="56"/>
                  <a:pt x="99" y="52"/>
                </a:cubicBezTo>
                <a:cubicBezTo>
                  <a:pt x="98" y="51"/>
                  <a:pt x="97" y="50"/>
                  <a:pt x="97" y="48"/>
                </a:cubicBezTo>
                <a:cubicBezTo>
                  <a:pt x="96" y="47"/>
                  <a:pt x="95" y="46"/>
                  <a:pt x="95" y="46"/>
                </a:cubicBezTo>
                <a:cubicBezTo>
                  <a:pt x="93" y="43"/>
                  <a:pt x="90" y="40"/>
                  <a:pt x="87" y="37"/>
                </a:cubicBezTo>
                <a:cubicBezTo>
                  <a:pt x="78" y="26"/>
                  <a:pt x="64" y="12"/>
                  <a:pt x="56" y="4"/>
                </a:cubicBezTo>
                <a:cubicBezTo>
                  <a:pt x="55" y="2"/>
                  <a:pt x="53" y="1"/>
                  <a:pt x="52" y="1"/>
                </a:cubicBezTo>
                <a:cubicBezTo>
                  <a:pt x="50" y="0"/>
                  <a:pt x="48" y="0"/>
                  <a:pt x="47" y="0"/>
                </a:cubicBezTo>
                <a:cubicBezTo>
                  <a:pt x="42" y="0"/>
                  <a:pt x="37" y="2"/>
                  <a:pt x="32" y="5"/>
                </a:cubicBezTo>
                <a:cubicBezTo>
                  <a:pt x="24" y="9"/>
                  <a:pt x="16" y="17"/>
                  <a:pt x="10" y="28"/>
                </a:cubicBezTo>
                <a:cubicBezTo>
                  <a:pt x="4" y="39"/>
                  <a:pt x="0" y="53"/>
                  <a:pt x="0" y="69"/>
                </a:cubicBezTo>
                <a:cubicBezTo>
                  <a:pt x="0" y="86"/>
                  <a:pt x="4" y="106"/>
                  <a:pt x="15" y="128"/>
                </a:cubicBezTo>
                <a:cubicBezTo>
                  <a:pt x="57" y="216"/>
                  <a:pt x="108" y="288"/>
                  <a:pt x="108" y="288"/>
                </a:cubicBezTo>
                <a:cubicBezTo>
                  <a:pt x="118" y="281"/>
                  <a:pt x="118" y="281"/>
                  <a:pt x="118" y="281"/>
                </a:cubicBezTo>
                <a:cubicBezTo>
                  <a:pt x="118" y="281"/>
                  <a:pt x="117" y="280"/>
                  <a:pt x="117" y="280"/>
                </a:cubicBezTo>
                <a:cubicBezTo>
                  <a:pt x="111" y="272"/>
                  <a:pt x="64" y="204"/>
                  <a:pt x="25" y="122"/>
                </a:cubicBezTo>
                <a:cubicBezTo>
                  <a:pt x="16" y="102"/>
                  <a:pt x="12" y="84"/>
                  <a:pt x="12" y="69"/>
                </a:cubicBezTo>
                <a:cubicBezTo>
                  <a:pt x="12" y="50"/>
                  <a:pt x="18" y="35"/>
                  <a:pt x="26" y="26"/>
                </a:cubicBezTo>
                <a:cubicBezTo>
                  <a:pt x="30" y="21"/>
                  <a:pt x="34" y="17"/>
                  <a:pt x="38" y="15"/>
                </a:cubicBezTo>
                <a:cubicBezTo>
                  <a:pt x="42" y="13"/>
                  <a:pt x="45" y="12"/>
                  <a:pt x="47" y="12"/>
                </a:cubicBezTo>
                <a:cubicBezTo>
                  <a:pt x="47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8" y="11"/>
                  <a:pt x="48" y="11"/>
                  <a:pt x="48" y="11"/>
                </a:cubicBezTo>
                <a:cubicBezTo>
                  <a:pt x="47" y="12"/>
                  <a:pt x="47" y="12"/>
                  <a:pt x="47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8" y="11"/>
                  <a:pt x="48" y="11"/>
                  <a:pt x="48" y="11"/>
                </a:cubicBezTo>
                <a:cubicBezTo>
                  <a:pt x="47" y="12"/>
                  <a:pt x="47" y="12"/>
                  <a:pt x="47" y="12"/>
                </a:cubicBezTo>
                <a:cubicBezTo>
                  <a:pt x="52" y="17"/>
                  <a:pt x="60" y="26"/>
                  <a:pt x="68" y="34"/>
                </a:cubicBezTo>
                <a:cubicBezTo>
                  <a:pt x="71" y="38"/>
                  <a:pt x="75" y="41"/>
                  <a:pt x="78" y="45"/>
                </a:cubicBezTo>
                <a:cubicBezTo>
                  <a:pt x="81" y="48"/>
                  <a:pt x="84" y="51"/>
                  <a:pt x="85" y="53"/>
                </a:cubicBezTo>
                <a:cubicBezTo>
                  <a:pt x="85" y="53"/>
                  <a:pt x="86" y="54"/>
                  <a:pt x="87" y="55"/>
                </a:cubicBezTo>
                <a:cubicBezTo>
                  <a:pt x="89" y="59"/>
                  <a:pt x="94" y="66"/>
                  <a:pt x="99" y="75"/>
                </a:cubicBezTo>
                <a:cubicBezTo>
                  <a:pt x="108" y="89"/>
                  <a:pt x="117" y="105"/>
                  <a:pt x="125" y="119"/>
                </a:cubicBezTo>
                <a:cubicBezTo>
                  <a:pt x="129" y="125"/>
                  <a:pt x="133" y="131"/>
                  <a:pt x="135" y="135"/>
                </a:cubicBezTo>
                <a:cubicBezTo>
                  <a:pt x="138" y="139"/>
                  <a:pt x="139" y="142"/>
                  <a:pt x="139" y="142"/>
                </a:cubicBezTo>
                <a:cubicBezTo>
                  <a:pt x="150" y="136"/>
                  <a:pt x="150" y="136"/>
                  <a:pt x="150" y="136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1" name="Freeform 27">
            <a:extLst>
              <a:ext uri="{FF2B5EF4-FFF2-40B4-BE49-F238E27FC236}">
                <a16:creationId xmlns:a16="http://schemas.microsoft.com/office/drawing/2014/main" id="{A686C749-827B-41FE-83D4-868A3C3FDF51}"/>
              </a:ext>
            </a:extLst>
          </p:cNvPr>
          <p:cNvSpPr>
            <a:spLocks/>
          </p:cNvSpPr>
          <p:nvPr/>
        </p:nvSpPr>
        <p:spPr bwMode="auto">
          <a:xfrm>
            <a:off x="5889625" y="2795588"/>
            <a:ext cx="306388" cy="561975"/>
          </a:xfrm>
          <a:custGeom>
            <a:avLst/>
            <a:gdLst>
              <a:gd name="T0" fmla="*/ 133 w 133"/>
              <a:gd name="T1" fmla="*/ 13 h 244"/>
              <a:gd name="T2" fmla="*/ 65 w 133"/>
              <a:gd name="T3" fmla="*/ 6 h 244"/>
              <a:gd name="T4" fmla="*/ 23 w 133"/>
              <a:gd name="T5" fmla="*/ 36 h 244"/>
              <a:gd name="T6" fmla="*/ 7 w 133"/>
              <a:gd name="T7" fmla="*/ 173 h 244"/>
              <a:gd name="T8" fmla="*/ 33 w 133"/>
              <a:gd name="T9" fmla="*/ 243 h 244"/>
              <a:gd name="T10" fmla="*/ 89 w 133"/>
              <a:gd name="T11" fmla="*/ 203 h 244"/>
              <a:gd name="T12" fmla="*/ 88 w 133"/>
              <a:gd name="T13" fmla="*/ 83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" h="244">
                <a:moveTo>
                  <a:pt x="133" y="13"/>
                </a:moveTo>
                <a:cubicBezTo>
                  <a:pt x="112" y="4"/>
                  <a:pt x="88" y="0"/>
                  <a:pt x="65" y="6"/>
                </a:cubicBezTo>
                <a:cubicBezTo>
                  <a:pt x="53" y="10"/>
                  <a:pt x="33" y="26"/>
                  <a:pt x="23" y="36"/>
                </a:cubicBezTo>
                <a:cubicBezTo>
                  <a:pt x="0" y="59"/>
                  <a:pt x="0" y="122"/>
                  <a:pt x="7" y="173"/>
                </a:cubicBezTo>
                <a:cubicBezTo>
                  <a:pt x="15" y="223"/>
                  <a:pt x="18" y="241"/>
                  <a:pt x="33" y="243"/>
                </a:cubicBezTo>
                <a:cubicBezTo>
                  <a:pt x="48" y="244"/>
                  <a:pt x="79" y="230"/>
                  <a:pt x="89" y="203"/>
                </a:cubicBezTo>
                <a:cubicBezTo>
                  <a:pt x="98" y="178"/>
                  <a:pt x="88" y="83"/>
                  <a:pt x="88" y="83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2" name="Freeform 28">
            <a:extLst>
              <a:ext uri="{FF2B5EF4-FFF2-40B4-BE49-F238E27FC236}">
                <a16:creationId xmlns:a16="http://schemas.microsoft.com/office/drawing/2014/main" id="{07F66206-525B-42C2-A1E2-86C541C91F6D}"/>
              </a:ext>
            </a:extLst>
          </p:cNvPr>
          <p:cNvSpPr>
            <a:spLocks/>
          </p:cNvSpPr>
          <p:nvPr/>
        </p:nvSpPr>
        <p:spPr bwMode="auto">
          <a:xfrm>
            <a:off x="5881688" y="2789238"/>
            <a:ext cx="320675" cy="579438"/>
          </a:xfrm>
          <a:custGeom>
            <a:avLst/>
            <a:gdLst>
              <a:gd name="T0" fmla="*/ 139 w 139"/>
              <a:gd name="T1" fmla="*/ 11 h 252"/>
              <a:gd name="T2" fmla="*/ 91 w 139"/>
              <a:gd name="T3" fmla="*/ 0 h 252"/>
              <a:gd name="T4" fmla="*/ 66 w 139"/>
              <a:gd name="T5" fmla="*/ 4 h 252"/>
              <a:gd name="T6" fmla="*/ 55 w 139"/>
              <a:gd name="T7" fmla="*/ 9 h 252"/>
              <a:gd name="T8" fmla="*/ 22 w 139"/>
              <a:gd name="T9" fmla="*/ 35 h 252"/>
              <a:gd name="T10" fmla="*/ 5 w 139"/>
              <a:gd name="T11" fmla="*/ 70 h 252"/>
              <a:gd name="T12" fmla="*/ 0 w 139"/>
              <a:gd name="T13" fmla="*/ 118 h 252"/>
              <a:gd name="T14" fmla="*/ 5 w 139"/>
              <a:gd name="T15" fmla="*/ 177 h 252"/>
              <a:gd name="T16" fmla="*/ 15 w 139"/>
              <a:gd name="T17" fmla="*/ 231 h 252"/>
              <a:gd name="T18" fmla="*/ 22 w 139"/>
              <a:gd name="T19" fmla="*/ 246 h 252"/>
              <a:gd name="T20" fmla="*/ 28 w 139"/>
              <a:gd name="T21" fmla="*/ 250 h 252"/>
              <a:gd name="T22" fmla="*/ 35 w 139"/>
              <a:gd name="T23" fmla="*/ 252 h 252"/>
              <a:gd name="T24" fmla="*/ 38 w 139"/>
              <a:gd name="T25" fmla="*/ 252 h 252"/>
              <a:gd name="T26" fmla="*/ 54 w 139"/>
              <a:gd name="T27" fmla="*/ 249 h 252"/>
              <a:gd name="T28" fmla="*/ 79 w 139"/>
              <a:gd name="T29" fmla="*/ 235 h 252"/>
              <a:gd name="T30" fmla="*/ 98 w 139"/>
              <a:gd name="T31" fmla="*/ 208 h 252"/>
              <a:gd name="T32" fmla="*/ 101 w 139"/>
              <a:gd name="T33" fmla="*/ 190 h 252"/>
              <a:gd name="T34" fmla="*/ 102 w 139"/>
              <a:gd name="T35" fmla="*/ 166 h 252"/>
              <a:gd name="T36" fmla="*/ 97 w 139"/>
              <a:gd name="T37" fmla="*/ 85 h 252"/>
              <a:gd name="T38" fmla="*/ 85 w 139"/>
              <a:gd name="T39" fmla="*/ 86 h 252"/>
              <a:gd name="T40" fmla="*/ 86 w 139"/>
              <a:gd name="T41" fmla="*/ 88 h 252"/>
              <a:gd name="T42" fmla="*/ 90 w 139"/>
              <a:gd name="T43" fmla="*/ 166 h 252"/>
              <a:gd name="T44" fmla="*/ 89 w 139"/>
              <a:gd name="T45" fmla="*/ 189 h 252"/>
              <a:gd name="T46" fmla="*/ 86 w 139"/>
              <a:gd name="T47" fmla="*/ 204 h 252"/>
              <a:gd name="T48" fmla="*/ 64 w 139"/>
              <a:gd name="T49" fmla="*/ 231 h 252"/>
              <a:gd name="T50" fmla="*/ 50 w 139"/>
              <a:gd name="T51" fmla="*/ 238 h 252"/>
              <a:gd name="T52" fmla="*/ 38 w 139"/>
              <a:gd name="T53" fmla="*/ 240 h 252"/>
              <a:gd name="T54" fmla="*/ 36 w 139"/>
              <a:gd name="T55" fmla="*/ 240 h 252"/>
              <a:gd name="T56" fmla="*/ 33 w 139"/>
              <a:gd name="T57" fmla="*/ 239 h 252"/>
              <a:gd name="T58" fmla="*/ 29 w 139"/>
              <a:gd name="T59" fmla="*/ 235 h 252"/>
              <a:gd name="T60" fmla="*/ 23 w 139"/>
              <a:gd name="T61" fmla="*/ 215 h 252"/>
              <a:gd name="T62" fmla="*/ 16 w 139"/>
              <a:gd name="T63" fmla="*/ 175 h 252"/>
              <a:gd name="T64" fmla="*/ 12 w 139"/>
              <a:gd name="T65" fmla="*/ 118 h 252"/>
              <a:gd name="T66" fmla="*/ 16 w 139"/>
              <a:gd name="T67" fmla="*/ 73 h 252"/>
              <a:gd name="T68" fmla="*/ 30 w 139"/>
              <a:gd name="T69" fmla="*/ 43 h 252"/>
              <a:gd name="T70" fmla="*/ 50 w 139"/>
              <a:gd name="T71" fmla="*/ 27 h 252"/>
              <a:gd name="T72" fmla="*/ 61 w 139"/>
              <a:gd name="T73" fmla="*/ 19 h 252"/>
              <a:gd name="T74" fmla="*/ 69 w 139"/>
              <a:gd name="T75" fmla="*/ 15 h 252"/>
              <a:gd name="T76" fmla="*/ 91 w 139"/>
              <a:gd name="T77" fmla="*/ 12 h 252"/>
              <a:gd name="T78" fmla="*/ 134 w 139"/>
              <a:gd name="T79" fmla="*/ 22 h 252"/>
              <a:gd name="T80" fmla="*/ 139 w 139"/>
              <a:gd name="T81" fmla="*/ 11 h 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39" h="252">
                <a:moveTo>
                  <a:pt x="139" y="11"/>
                </a:moveTo>
                <a:cubicBezTo>
                  <a:pt x="124" y="4"/>
                  <a:pt x="108" y="0"/>
                  <a:pt x="91" y="0"/>
                </a:cubicBezTo>
                <a:cubicBezTo>
                  <a:pt x="83" y="0"/>
                  <a:pt x="74" y="1"/>
                  <a:pt x="66" y="4"/>
                </a:cubicBezTo>
                <a:cubicBezTo>
                  <a:pt x="63" y="5"/>
                  <a:pt x="59" y="7"/>
                  <a:pt x="55" y="9"/>
                </a:cubicBezTo>
                <a:cubicBezTo>
                  <a:pt x="43" y="16"/>
                  <a:pt x="29" y="27"/>
                  <a:pt x="22" y="35"/>
                </a:cubicBezTo>
                <a:cubicBezTo>
                  <a:pt x="13" y="43"/>
                  <a:pt x="8" y="56"/>
                  <a:pt x="5" y="70"/>
                </a:cubicBezTo>
                <a:cubicBezTo>
                  <a:pt x="1" y="84"/>
                  <a:pt x="0" y="101"/>
                  <a:pt x="0" y="118"/>
                </a:cubicBezTo>
                <a:cubicBezTo>
                  <a:pt x="0" y="138"/>
                  <a:pt x="2" y="158"/>
                  <a:pt x="5" y="177"/>
                </a:cubicBezTo>
                <a:cubicBezTo>
                  <a:pt x="9" y="202"/>
                  <a:pt x="11" y="219"/>
                  <a:pt x="15" y="231"/>
                </a:cubicBezTo>
                <a:cubicBezTo>
                  <a:pt x="17" y="237"/>
                  <a:pt x="19" y="242"/>
                  <a:pt x="22" y="246"/>
                </a:cubicBezTo>
                <a:cubicBezTo>
                  <a:pt x="24" y="247"/>
                  <a:pt x="26" y="249"/>
                  <a:pt x="28" y="250"/>
                </a:cubicBezTo>
                <a:cubicBezTo>
                  <a:pt x="30" y="251"/>
                  <a:pt x="33" y="252"/>
                  <a:pt x="35" y="252"/>
                </a:cubicBezTo>
                <a:cubicBezTo>
                  <a:pt x="36" y="252"/>
                  <a:pt x="37" y="252"/>
                  <a:pt x="38" y="252"/>
                </a:cubicBezTo>
                <a:cubicBezTo>
                  <a:pt x="43" y="252"/>
                  <a:pt x="48" y="251"/>
                  <a:pt x="54" y="249"/>
                </a:cubicBezTo>
                <a:cubicBezTo>
                  <a:pt x="62" y="246"/>
                  <a:pt x="71" y="241"/>
                  <a:pt x="79" y="235"/>
                </a:cubicBezTo>
                <a:cubicBezTo>
                  <a:pt x="87" y="228"/>
                  <a:pt x="94" y="219"/>
                  <a:pt x="98" y="208"/>
                </a:cubicBezTo>
                <a:cubicBezTo>
                  <a:pt x="99" y="203"/>
                  <a:pt x="100" y="197"/>
                  <a:pt x="101" y="190"/>
                </a:cubicBezTo>
                <a:cubicBezTo>
                  <a:pt x="102" y="183"/>
                  <a:pt x="102" y="174"/>
                  <a:pt x="102" y="166"/>
                </a:cubicBezTo>
                <a:cubicBezTo>
                  <a:pt x="102" y="129"/>
                  <a:pt x="97" y="85"/>
                  <a:pt x="97" y="85"/>
                </a:cubicBezTo>
                <a:cubicBezTo>
                  <a:pt x="85" y="86"/>
                  <a:pt x="85" y="86"/>
                  <a:pt x="85" y="86"/>
                </a:cubicBezTo>
                <a:cubicBezTo>
                  <a:pt x="85" y="86"/>
                  <a:pt x="86" y="87"/>
                  <a:pt x="86" y="88"/>
                </a:cubicBezTo>
                <a:cubicBezTo>
                  <a:pt x="86" y="97"/>
                  <a:pt x="90" y="134"/>
                  <a:pt x="90" y="166"/>
                </a:cubicBezTo>
                <a:cubicBezTo>
                  <a:pt x="90" y="174"/>
                  <a:pt x="90" y="182"/>
                  <a:pt x="89" y="189"/>
                </a:cubicBezTo>
                <a:cubicBezTo>
                  <a:pt x="88" y="196"/>
                  <a:pt x="87" y="201"/>
                  <a:pt x="86" y="204"/>
                </a:cubicBezTo>
                <a:cubicBezTo>
                  <a:pt x="82" y="215"/>
                  <a:pt x="74" y="224"/>
                  <a:pt x="64" y="231"/>
                </a:cubicBezTo>
                <a:cubicBezTo>
                  <a:pt x="59" y="234"/>
                  <a:pt x="54" y="236"/>
                  <a:pt x="50" y="238"/>
                </a:cubicBezTo>
                <a:cubicBezTo>
                  <a:pt x="45" y="239"/>
                  <a:pt x="41" y="240"/>
                  <a:pt x="38" y="240"/>
                </a:cubicBezTo>
                <a:cubicBezTo>
                  <a:pt x="37" y="240"/>
                  <a:pt x="37" y="240"/>
                  <a:pt x="36" y="240"/>
                </a:cubicBezTo>
                <a:cubicBezTo>
                  <a:pt x="35" y="240"/>
                  <a:pt x="34" y="240"/>
                  <a:pt x="33" y="239"/>
                </a:cubicBezTo>
                <a:cubicBezTo>
                  <a:pt x="32" y="238"/>
                  <a:pt x="31" y="237"/>
                  <a:pt x="29" y="235"/>
                </a:cubicBezTo>
                <a:cubicBezTo>
                  <a:pt x="27" y="231"/>
                  <a:pt x="25" y="224"/>
                  <a:pt x="23" y="215"/>
                </a:cubicBezTo>
                <a:cubicBezTo>
                  <a:pt x="21" y="205"/>
                  <a:pt x="19" y="192"/>
                  <a:pt x="16" y="175"/>
                </a:cubicBezTo>
                <a:cubicBezTo>
                  <a:pt x="14" y="157"/>
                  <a:pt x="12" y="137"/>
                  <a:pt x="12" y="118"/>
                </a:cubicBezTo>
                <a:cubicBezTo>
                  <a:pt x="12" y="102"/>
                  <a:pt x="13" y="86"/>
                  <a:pt x="16" y="73"/>
                </a:cubicBezTo>
                <a:cubicBezTo>
                  <a:pt x="19" y="59"/>
                  <a:pt x="24" y="49"/>
                  <a:pt x="30" y="43"/>
                </a:cubicBezTo>
                <a:cubicBezTo>
                  <a:pt x="35" y="39"/>
                  <a:pt x="42" y="32"/>
                  <a:pt x="50" y="27"/>
                </a:cubicBezTo>
                <a:cubicBezTo>
                  <a:pt x="54" y="24"/>
                  <a:pt x="57" y="21"/>
                  <a:pt x="61" y="19"/>
                </a:cubicBezTo>
                <a:cubicBezTo>
                  <a:pt x="64" y="17"/>
                  <a:pt x="67" y="16"/>
                  <a:pt x="69" y="15"/>
                </a:cubicBezTo>
                <a:cubicBezTo>
                  <a:pt x="76" y="13"/>
                  <a:pt x="84" y="12"/>
                  <a:pt x="91" y="12"/>
                </a:cubicBezTo>
                <a:cubicBezTo>
                  <a:pt x="106" y="12"/>
                  <a:pt x="120" y="16"/>
                  <a:pt x="134" y="22"/>
                </a:cubicBezTo>
                <a:cubicBezTo>
                  <a:pt x="139" y="11"/>
                  <a:pt x="139" y="11"/>
                  <a:pt x="139" y="1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3" name="Freeform 29">
            <a:extLst>
              <a:ext uri="{FF2B5EF4-FFF2-40B4-BE49-F238E27FC236}">
                <a16:creationId xmlns:a16="http://schemas.microsoft.com/office/drawing/2014/main" id="{5C8EBDAD-BACF-4EA7-99F9-AB03A1B4B8DA}"/>
              </a:ext>
            </a:extLst>
          </p:cNvPr>
          <p:cNvSpPr>
            <a:spLocks/>
          </p:cNvSpPr>
          <p:nvPr/>
        </p:nvSpPr>
        <p:spPr bwMode="auto">
          <a:xfrm>
            <a:off x="5957888" y="2262188"/>
            <a:ext cx="269875" cy="504825"/>
          </a:xfrm>
          <a:custGeom>
            <a:avLst/>
            <a:gdLst>
              <a:gd name="T0" fmla="*/ 117 w 117"/>
              <a:gd name="T1" fmla="*/ 162 h 219"/>
              <a:gd name="T2" fmla="*/ 12 w 117"/>
              <a:gd name="T3" fmla="*/ 0 h 219"/>
              <a:gd name="T4" fmla="*/ 29 w 117"/>
              <a:gd name="T5" fmla="*/ 88 h 219"/>
              <a:gd name="T6" fmla="*/ 103 w 117"/>
              <a:gd name="T7" fmla="*/ 219 h 219"/>
              <a:gd name="T8" fmla="*/ 117 w 117"/>
              <a:gd name="T9" fmla="*/ 162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7" h="219">
                <a:moveTo>
                  <a:pt x="117" y="162"/>
                </a:moveTo>
                <a:cubicBezTo>
                  <a:pt x="12" y="0"/>
                  <a:pt x="12" y="0"/>
                  <a:pt x="12" y="0"/>
                </a:cubicBezTo>
                <a:cubicBezTo>
                  <a:pt x="12" y="0"/>
                  <a:pt x="0" y="33"/>
                  <a:pt x="29" y="88"/>
                </a:cubicBezTo>
                <a:cubicBezTo>
                  <a:pt x="57" y="144"/>
                  <a:pt x="103" y="219"/>
                  <a:pt x="103" y="219"/>
                </a:cubicBezTo>
                <a:lnTo>
                  <a:pt x="117" y="162"/>
                </a:ln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4" name="Freeform 30">
            <a:extLst>
              <a:ext uri="{FF2B5EF4-FFF2-40B4-BE49-F238E27FC236}">
                <a16:creationId xmlns:a16="http://schemas.microsoft.com/office/drawing/2014/main" id="{379F1747-E64C-45DD-B39A-651058B29CD3}"/>
              </a:ext>
            </a:extLst>
          </p:cNvPr>
          <p:cNvSpPr>
            <a:spLocks/>
          </p:cNvSpPr>
          <p:nvPr/>
        </p:nvSpPr>
        <p:spPr bwMode="auto">
          <a:xfrm>
            <a:off x="5988050" y="2886075"/>
            <a:ext cx="101600" cy="428625"/>
          </a:xfrm>
          <a:custGeom>
            <a:avLst/>
            <a:gdLst>
              <a:gd name="T0" fmla="*/ 18 w 44"/>
              <a:gd name="T1" fmla="*/ 21 h 186"/>
              <a:gd name="T2" fmla="*/ 0 w 44"/>
              <a:gd name="T3" fmla="*/ 186 h 186"/>
              <a:gd name="T4" fmla="*/ 37 w 44"/>
              <a:gd name="T5" fmla="*/ 102 h 186"/>
              <a:gd name="T6" fmla="*/ 22 w 44"/>
              <a:gd name="T7" fmla="*/ 0 h 186"/>
              <a:gd name="T8" fmla="*/ 18 w 44"/>
              <a:gd name="T9" fmla="*/ 21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" h="186">
                <a:moveTo>
                  <a:pt x="18" y="21"/>
                </a:moveTo>
                <a:cubicBezTo>
                  <a:pt x="18" y="21"/>
                  <a:pt x="22" y="168"/>
                  <a:pt x="0" y="186"/>
                </a:cubicBezTo>
                <a:cubicBezTo>
                  <a:pt x="0" y="186"/>
                  <a:pt x="44" y="179"/>
                  <a:pt x="37" y="102"/>
                </a:cubicBezTo>
                <a:cubicBezTo>
                  <a:pt x="31" y="29"/>
                  <a:pt x="22" y="0"/>
                  <a:pt x="22" y="0"/>
                </a:cubicBezTo>
                <a:lnTo>
                  <a:pt x="18" y="21"/>
                </a:ln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66B23763-0FB9-42F1-978D-FAB237A77514}"/>
              </a:ext>
            </a:extLst>
          </p:cNvPr>
          <p:cNvSpPr>
            <a:spLocks/>
          </p:cNvSpPr>
          <p:nvPr/>
        </p:nvSpPr>
        <p:spPr bwMode="auto">
          <a:xfrm>
            <a:off x="5845175" y="3911600"/>
            <a:ext cx="96838" cy="63500"/>
          </a:xfrm>
          <a:custGeom>
            <a:avLst/>
            <a:gdLst>
              <a:gd name="T0" fmla="*/ 52 w 61"/>
              <a:gd name="T1" fmla="*/ 40 h 40"/>
              <a:gd name="T2" fmla="*/ 0 w 61"/>
              <a:gd name="T3" fmla="*/ 34 h 40"/>
              <a:gd name="T4" fmla="*/ 1 w 61"/>
              <a:gd name="T5" fmla="*/ 0 h 40"/>
              <a:gd name="T6" fmla="*/ 61 w 61"/>
              <a:gd name="T7" fmla="*/ 8 h 40"/>
              <a:gd name="T8" fmla="*/ 52 w 61"/>
              <a:gd name="T9" fmla="*/ 4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40">
                <a:moveTo>
                  <a:pt x="52" y="40"/>
                </a:moveTo>
                <a:lnTo>
                  <a:pt x="0" y="34"/>
                </a:lnTo>
                <a:lnTo>
                  <a:pt x="1" y="0"/>
                </a:lnTo>
                <a:lnTo>
                  <a:pt x="61" y="8"/>
                </a:lnTo>
                <a:lnTo>
                  <a:pt x="52" y="4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6" name="Freeform 32">
            <a:extLst>
              <a:ext uri="{FF2B5EF4-FFF2-40B4-BE49-F238E27FC236}">
                <a16:creationId xmlns:a16="http://schemas.microsoft.com/office/drawing/2014/main" id="{00FE5B9F-8EE2-475B-BAFC-A6D714C8FD6F}"/>
              </a:ext>
            </a:extLst>
          </p:cNvPr>
          <p:cNvSpPr>
            <a:spLocks/>
          </p:cNvSpPr>
          <p:nvPr/>
        </p:nvSpPr>
        <p:spPr bwMode="auto">
          <a:xfrm>
            <a:off x="5845175" y="3911600"/>
            <a:ext cx="96838" cy="63500"/>
          </a:xfrm>
          <a:custGeom>
            <a:avLst/>
            <a:gdLst>
              <a:gd name="T0" fmla="*/ 52 w 61"/>
              <a:gd name="T1" fmla="*/ 40 h 40"/>
              <a:gd name="T2" fmla="*/ 0 w 61"/>
              <a:gd name="T3" fmla="*/ 34 h 40"/>
              <a:gd name="T4" fmla="*/ 1 w 61"/>
              <a:gd name="T5" fmla="*/ 0 h 40"/>
              <a:gd name="T6" fmla="*/ 61 w 61"/>
              <a:gd name="T7" fmla="*/ 8 h 40"/>
              <a:gd name="T8" fmla="*/ 52 w 61"/>
              <a:gd name="T9" fmla="*/ 4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40">
                <a:moveTo>
                  <a:pt x="52" y="40"/>
                </a:moveTo>
                <a:lnTo>
                  <a:pt x="0" y="34"/>
                </a:lnTo>
                <a:lnTo>
                  <a:pt x="1" y="0"/>
                </a:lnTo>
                <a:lnTo>
                  <a:pt x="61" y="8"/>
                </a:lnTo>
                <a:lnTo>
                  <a:pt x="52" y="4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7" name="Freeform 33">
            <a:extLst>
              <a:ext uri="{FF2B5EF4-FFF2-40B4-BE49-F238E27FC236}">
                <a16:creationId xmlns:a16="http://schemas.microsoft.com/office/drawing/2014/main" id="{89193E04-18A7-43AE-85AC-56DB65B7661D}"/>
              </a:ext>
            </a:extLst>
          </p:cNvPr>
          <p:cNvSpPr>
            <a:spLocks/>
          </p:cNvSpPr>
          <p:nvPr/>
        </p:nvSpPr>
        <p:spPr bwMode="auto">
          <a:xfrm>
            <a:off x="5865813" y="1924050"/>
            <a:ext cx="1658938" cy="2532063"/>
          </a:xfrm>
          <a:custGeom>
            <a:avLst/>
            <a:gdLst>
              <a:gd name="T0" fmla="*/ 239 w 720"/>
              <a:gd name="T1" fmla="*/ 2 h 1100"/>
              <a:gd name="T2" fmla="*/ 678 w 720"/>
              <a:gd name="T3" fmla="*/ 39 h 1100"/>
              <a:gd name="T4" fmla="*/ 717 w 720"/>
              <a:gd name="T5" fmla="*/ 87 h 1100"/>
              <a:gd name="T6" fmla="*/ 630 w 720"/>
              <a:gd name="T7" fmla="*/ 1058 h 1100"/>
              <a:gd name="T8" fmla="*/ 581 w 720"/>
              <a:gd name="T9" fmla="*/ 1097 h 1100"/>
              <a:gd name="T10" fmla="*/ 43 w 720"/>
              <a:gd name="T11" fmla="*/ 1032 h 1100"/>
              <a:gd name="T12" fmla="*/ 5 w 720"/>
              <a:gd name="T13" fmla="*/ 980 h 1100"/>
              <a:gd name="T14" fmla="*/ 193 w 720"/>
              <a:gd name="T15" fmla="*/ 37 h 1100"/>
              <a:gd name="T16" fmla="*/ 239 w 720"/>
              <a:gd name="T17" fmla="*/ 2 h 1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0" h="1100">
                <a:moveTo>
                  <a:pt x="239" y="2"/>
                </a:moveTo>
                <a:cubicBezTo>
                  <a:pt x="678" y="39"/>
                  <a:pt x="678" y="39"/>
                  <a:pt x="678" y="39"/>
                </a:cubicBezTo>
                <a:cubicBezTo>
                  <a:pt x="702" y="41"/>
                  <a:pt x="720" y="62"/>
                  <a:pt x="717" y="87"/>
                </a:cubicBezTo>
                <a:cubicBezTo>
                  <a:pt x="630" y="1058"/>
                  <a:pt x="630" y="1058"/>
                  <a:pt x="630" y="1058"/>
                </a:cubicBezTo>
                <a:cubicBezTo>
                  <a:pt x="628" y="1082"/>
                  <a:pt x="606" y="1100"/>
                  <a:pt x="581" y="1097"/>
                </a:cubicBezTo>
                <a:cubicBezTo>
                  <a:pt x="43" y="1032"/>
                  <a:pt x="43" y="1032"/>
                  <a:pt x="43" y="1032"/>
                </a:cubicBezTo>
                <a:cubicBezTo>
                  <a:pt x="17" y="1029"/>
                  <a:pt x="0" y="1005"/>
                  <a:pt x="5" y="980"/>
                </a:cubicBezTo>
                <a:cubicBezTo>
                  <a:pt x="193" y="37"/>
                  <a:pt x="193" y="37"/>
                  <a:pt x="193" y="37"/>
                </a:cubicBezTo>
                <a:cubicBezTo>
                  <a:pt x="197" y="15"/>
                  <a:pt x="217" y="0"/>
                  <a:pt x="239" y="2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8" name="Freeform 34">
            <a:extLst>
              <a:ext uri="{FF2B5EF4-FFF2-40B4-BE49-F238E27FC236}">
                <a16:creationId xmlns:a16="http://schemas.microsoft.com/office/drawing/2014/main" id="{78C379FD-1E75-47E2-A1F4-8B10320587FA}"/>
              </a:ext>
            </a:extLst>
          </p:cNvPr>
          <p:cNvSpPr>
            <a:spLocks/>
          </p:cNvSpPr>
          <p:nvPr/>
        </p:nvSpPr>
        <p:spPr bwMode="auto">
          <a:xfrm>
            <a:off x="5961063" y="1979613"/>
            <a:ext cx="1485900" cy="2390775"/>
          </a:xfrm>
          <a:custGeom>
            <a:avLst/>
            <a:gdLst>
              <a:gd name="T0" fmla="*/ 208 w 645"/>
              <a:gd name="T1" fmla="*/ 1 h 1039"/>
              <a:gd name="T2" fmla="*/ 622 w 645"/>
              <a:gd name="T3" fmla="*/ 41 h 1039"/>
              <a:gd name="T4" fmla="*/ 644 w 645"/>
              <a:gd name="T5" fmla="*/ 68 h 1039"/>
              <a:gd name="T6" fmla="*/ 549 w 645"/>
              <a:gd name="T7" fmla="*/ 1014 h 1039"/>
              <a:gd name="T8" fmla="*/ 518 w 645"/>
              <a:gd name="T9" fmla="*/ 1038 h 1039"/>
              <a:gd name="T10" fmla="*/ 25 w 645"/>
              <a:gd name="T11" fmla="*/ 982 h 1039"/>
              <a:gd name="T12" fmla="*/ 3 w 645"/>
              <a:gd name="T13" fmla="*/ 948 h 1039"/>
              <a:gd name="T14" fmla="*/ 181 w 645"/>
              <a:gd name="T15" fmla="*/ 25 h 1039"/>
              <a:gd name="T16" fmla="*/ 208 w 645"/>
              <a:gd name="T17" fmla="*/ 1 h 10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5" h="1039">
                <a:moveTo>
                  <a:pt x="208" y="1"/>
                </a:moveTo>
                <a:cubicBezTo>
                  <a:pt x="622" y="41"/>
                  <a:pt x="622" y="41"/>
                  <a:pt x="622" y="41"/>
                </a:cubicBezTo>
                <a:cubicBezTo>
                  <a:pt x="636" y="43"/>
                  <a:pt x="645" y="52"/>
                  <a:pt x="644" y="68"/>
                </a:cubicBezTo>
                <a:cubicBezTo>
                  <a:pt x="549" y="1014"/>
                  <a:pt x="549" y="1014"/>
                  <a:pt x="549" y="1014"/>
                </a:cubicBezTo>
                <a:cubicBezTo>
                  <a:pt x="547" y="1027"/>
                  <a:pt x="535" y="1039"/>
                  <a:pt x="518" y="1038"/>
                </a:cubicBezTo>
                <a:cubicBezTo>
                  <a:pt x="25" y="982"/>
                  <a:pt x="25" y="982"/>
                  <a:pt x="25" y="982"/>
                </a:cubicBezTo>
                <a:cubicBezTo>
                  <a:pt x="10" y="980"/>
                  <a:pt x="0" y="963"/>
                  <a:pt x="3" y="948"/>
                </a:cubicBezTo>
                <a:cubicBezTo>
                  <a:pt x="181" y="25"/>
                  <a:pt x="181" y="25"/>
                  <a:pt x="181" y="25"/>
                </a:cubicBezTo>
                <a:cubicBezTo>
                  <a:pt x="184" y="11"/>
                  <a:pt x="192" y="0"/>
                  <a:pt x="20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9" name="Freeform 35">
            <a:extLst>
              <a:ext uri="{FF2B5EF4-FFF2-40B4-BE49-F238E27FC236}">
                <a16:creationId xmlns:a16="http://schemas.microsoft.com/office/drawing/2014/main" id="{37B9967F-0BA0-40E3-9240-64EAC09F3CAD}"/>
              </a:ext>
            </a:extLst>
          </p:cNvPr>
          <p:cNvSpPr>
            <a:spLocks/>
          </p:cNvSpPr>
          <p:nvPr/>
        </p:nvSpPr>
        <p:spPr bwMode="auto">
          <a:xfrm>
            <a:off x="6578600" y="1995488"/>
            <a:ext cx="714375" cy="128588"/>
          </a:xfrm>
          <a:custGeom>
            <a:avLst/>
            <a:gdLst>
              <a:gd name="T0" fmla="*/ 0 w 310"/>
              <a:gd name="T1" fmla="*/ 0 h 56"/>
              <a:gd name="T2" fmla="*/ 50 w 310"/>
              <a:gd name="T3" fmla="*/ 36 h 56"/>
              <a:gd name="T4" fmla="*/ 241 w 310"/>
              <a:gd name="T5" fmla="*/ 54 h 56"/>
              <a:gd name="T6" fmla="*/ 310 w 310"/>
              <a:gd name="T7" fmla="*/ 3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10" h="56">
                <a:moveTo>
                  <a:pt x="0" y="0"/>
                </a:moveTo>
                <a:cubicBezTo>
                  <a:pt x="20" y="2"/>
                  <a:pt x="13" y="33"/>
                  <a:pt x="50" y="36"/>
                </a:cubicBezTo>
                <a:cubicBezTo>
                  <a:pt x="87" y="40"/>
                  <a:pt x="217" y="51"/>
                  <a:pt x="241" y="54"/>
                </a:cubicBezTo>
                <a:cubicBezTo>
                  <a:pt x="270" y="56"/>
                  <a:pt x="281" y="27"/>
                  <a:pt x="310" y="30"/>
                </a:cubicBez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0" name="Freeform 36">
            <a:extLst>
              <a:ext uri="{FF2B5EF4-FFF2-40B4-BE49-F238E27FC236}">
                <a16:creationId xmlns:a16="http://schemas.microsoft.com/office/drawing/2014/main" id="{3EDDB49C-9E37-4C32-9A9F-6A7998816D45}"/>
              </a:ext>
            </a:extLst>
          </p:cNvPr>
          <p:cNvSpPr>
            <a:spLocks/>
          </p:cNvSpPr>
          <p:nvPr/>
        </p:nvSpPr>
        <p:spPr bwMode="auto">
          <a:xfrm>
            <a:off x="6716713" y="2493963"/>
            <a:ext cx="65088" cy="30163"/>
          </a:xfrm>
          <a:custGeom>
            <a:avLst/>
            <a:gdLst>
              <a:gd name="T0" fmla="*/ 22 w 28"/>
              <a:gd name="T1" fmla="*/ 12 h 13"/>
              <a:gd name="T2" fmla="*/ 5 w 28"/>
              <a:gd name="T3" fmla="*/ 11 h 13"/>
              <a:gd name="T4" fmla="*/ 1 w 28"/>
              <a:gd name="T5" fmla="*/ 5 h 13"/>
              <a:gd name="T6" fmla="*/ 7 w 28"/>
              <a:gd name="T7" fmla="*/ 1 h 13"/>
              <a:gd name="T8" fmla="*/ 23 w 28"/>
              <a:gd name="T9" fmla="*/ 2 h 13"/>
              <a:gd name="T10" fmla="*/ 28 w 28"/>
              <a:gd name="T11" fmla="*/ 8 h 13"/>
              <a:gd name="T12" fmla="*/ 22 w 28"/>
              <a:gd name="T13" fmla="*/ 12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8" h="13">
                <a:moveTo>
                  <a:pt x="22" y="12"/>
                </a:moveTo>
                <a:cubicBezTo>
                  <a:pt x="5" y="11"/>
                  <a:pt x="5" y="11"/>
                  <a:pt x="5" y="11"/>
                </a:cubicBezTo>
                <a:cubicBezTo>
                  <a:pt x="2" y="11"/>
                  <a:pt x="0" y="8"/>
                  <a:pt x="1" y="5"/>
                </a:cubicBezTo>
                <a:cubicBezTo>
                  <a:pt x="1" y="2"/>
                  <a:pt x="4" y="0"/>
                  <a:pt x="7" y="1"/>
                </a:cubicBezTo>
                <a:cubicBezTo>
                  <a:pt x="23" y="2"/>
                  <a:pt x="23" y="2"/>
                  <a:pt x="23" y="2"/>
                </a:cubicBezTo>
                <a:cubicBezTo>
                  <a:pt x="26" y="2"/>
                  <a:pt x="28" y="5"/>
                  <a:pt x="28" y="8"/>
                </a:cubicBezTo>
                <a:cubicBezTo>
                  <a:pt x="27" y="11"/>
                  <a:pt x="25" y="13"/>
                  <a:pt x="22" y="12"/>
                </a:cubicBezTo>
                <a:close/>
              </a:path>
            </a:pathLst>
          </a:custGeom>
          <a:solidFill>
            <a:srgbClr val="FF8A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1" name="Freeform 37">
            <a:extLst>
              <a:ext uri="{FF2B5EF4-FFF2-40B4-BE49-F238E27FC236}">
                <a16:creationId xmlns:a16="http://schemas.microsoft.com/office/drawing/2014/main" id="{1A7E1A0A-73AE-4947-9FD8-22C8F50D5954}"/>
              </a:ext>
            </a:extLst>
          </p:cNvPr>
          <p:cNvSpPr>
            <a:spLocks noEditPoints="1"/>
          </p:cNvSpPr>
          <p:nvPr/>
        </p:nvSpPr>
        <p:spPr bwMode="auto">
          <a:xfrm>
            <a:off x="6542088" y="3074988"/>
            <a:ext cx="153988" cy="128588"/>
          </a:xfrm>
          <a:custGeom>
            <a:avLst/>
            <a:gdLst>
              <a:gd name="T0" fmla="*/ 17 w 67"/>
              <a:gd name="T1" fmla="*/ 55 h 56"/>
              <a:gd name="T2" fmla="*/ 1 w 67"/>
              <a:gd name="T3" fmla="*/ 40 h 56"/>
              <a:gd name="T4" fmla="*/ 9 w 67"/>
              <a:gd name="T5" fmla="*/ 17 h 56"/>
              <a:gd name="T6" fmla="*/ 34 w 67"/>
              <a:gd name="T7" fmla="*/ 1 h 56"/>
              <a:gd name="T8" fmla="*/ 41 w 67"/>
              <a:gd name="T9" fmla="*/ 3 h 56"/>
              <a:gd name="T10" fmla="*/ 39 w 67"/>
              <a:gd name="T11" fmla="*/ 10 h 56"/>
              <a:gd name="T12" fmla="*/ 19 w 67"/>
              <a:gd name="T13" fmla="*/ 22 h 56"/>
              <a:gd name="T14" fmla="*/ 12 w 67"/>
              <a:gd name="T15" fmla="*/ 40 h 56"/>
              <a:gd name="T16" fmla="*/ 18 w 67"/>
              <a:gd name="T17" fmla="*/ 45 h 56"/>
              <a:gd name="T18" fmla="*/ 27 w 67"/>
              <a:gd name="T19" fmla="*/ 39 h 56"/>
              <a:gd name="T20" fmla="*/ 39 w 67"/>
              <a:gd name="T21" fmla="*/ 32 h 56"/>
              <a:gd name="T22" fmla="*/ 65 w 67"/>
              <a:gd name="T23" fmla="*/ 27 h 56"/>
              <a:gd name="T24" fmla="*/ 67 w 67"/>
              <a:gd name="T25" fmla="*/ 37 h 56"/>
              <a:gd name="T26" fmla="*/ 41 w 67"/>
              <a:gd name="T27" fmla="*/ 42 h 56"/>
              <a:gd name="T28" fmla="*/ 34 w 67"/>
              <a:gd name="T29" fmla="*/ 47 h 56"/>
              <a:gd name="T30" fmla="*/ 17 w 67"/>
              <a:gd name="T31" fmla="*/ 55 h 56"/>
              <a:gd name="T32" fmla="*/ 18 w 67"/>
              <a:gd name="T33" fmla="*/ 45 h 56"/>
              <a:gd name="T34" fmla="*/ 18 w 67"/>
              <a:gd name="T35" fmla="*/ 4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7" h="56">
                <a:moveTo>
                  <a:pt x="17" y="55"/>
                </a:moveTo>
                <a:cubicBezTo>
                  <a:pt x="10" y="54"/>
                  <a:pt x="0" y="49"/>
                  <a:pt x="1" y="40"/>
                </a:cubicBezTo>
                <a:cubicBezTo>
                  <a:pt x="1" y="33"/>
                  <a:pt x="5" y="22"/>
                  <a:pt x="9" y="17"/>
                </a:cubicBezTo>
                <a:cubicBezTo>
                  <a:pt x="13" y="11"/>
                  <a:pt x="28" y="4"/>
                  <a:pt x="34" y="1"/>
                </a:cubicBezTo>
                <a:cubicBezTo>
                  <a:pt x="37" y="0"/>
                  <a:pt x="40" y="1"/>
                  <a:pt x="41" y="3"/>
                </a:cubicBezTo>
                <a:cubicBezTo>
                  <a:pt x="43" y="6"/>
                  <a:pt x="42" y="9"/>
                  <a:pt x="39" y="10"/>
                </a:cubicBezTo>
                <a:cubicBezTo>
                  <a:pt x="29" y="14"/>
                  <a:pt x="20" y="20"/>
                  <a:pt x="19" y="22"/>
                </a:cubicBezTo>
                <a:cubicBezTo>
                  <a:pt x="16" y="26"/>
                  <a:pt x="13" y="35"/>
                  <a:pt x="12" y="40"/>
                </a:cubicBezTo>
                <a:cubicBezTo>
                  <a:pt x="12" y="43"/>
                  <a:pt x="16" y="44"/>
                  <a:pt x="18" y="45"/>
                </a:cubicBezTo>
                <a:cubicBezTo>
                  <a:pt x="20" y="44"/>
                  <a:pt x="24" y="41"/>
                  <a:pt x="27" y="39"/>
                </a:cubicBezTo>
                <a:cubicBezTo>
                  <a:pt x="31" y="36"/>
                  <a:pt x="35" y="33"/>
                  <a:pt x="39" y="32"/>
                </a:cubicBezTo>
                <a:cubicBezTo>
                  <a:pt x="45" y="31"/>
                  <a:pt x="65" y="27"/>
                  <a:pt x="65" y="27"/>
                </a:cubicBezTo>
                <a:cubicBezTo>
                  <a:pt x="67" y="37"/>
                  <a:pt x="67" y="37"/>
                  <a:pt x="67" y="37"/>
                </a:cubicBezTo>
                <a:cubicBezTo>
                  <a:pt x="67" y="37"/>
                  <a:pt x="47" y="41"/>
                  <a:pt x="41" y="42"/>
                </a:cubicBezTo>
                <a:cubicBezTo>
                  <a:pt x="40" y="42"/>
                  <a:pt x="36" y="45"/>
                  <a:pt x="34" y="47"/>
                </a:cubicBezTo>
                <a:cubicBezTo>
                  <a:pt x="28" y="52"/>
                  <a:pt x="23" y="56"/>
                  <a:pt x="17" y="55"/>
                </a:cubicBezTo>
                <a:close/>
                <a:moveTo>
                  <a:pt x="18" y="45"/>
                </a:moveTo>
                <a:cubicBezTo>
                  <a:pt x="18" y="45"/>
                  <a:pt x="18" y="45"/>
                  <a:pt x="18" y="45"/>
                </a:cubicBezTo>
              </a:path>
            </a:pathLst>
          </a:custGeom>
          <a:solidFill>
            <a:srgbClr val="FF8A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2" name="Freeform 38">
            <a:extLst>
              <a:ext uri="{FF2B5EF4-FFF2-40B4-BE49-F238E27FC236}">
                <a16:creationId xmlns:a16="http://schemas.microsoft.com/office/drawing/2014/main" id="{59A67799-000E-4AEE-9DBA-EB0B27DC9EE7}"/>
              </a:ext>
            </a:extLst>
          </p:cNvPr>
          <p:cNvSpPr>
            <a:spLocks/>
          </p:cNvSpPr>
          <p:nvPr/>
        </p:nvSpPr>
        <p:spPr bwMode="auto">
          <a:xfrm>
            <a:off x="6656388" y="2425700"/>
            <a:ext cx="74613" cy="331788"/>
          </a:xfrm>
          <a:custGeom>
            <a:avLst/>
            <a:gdLst>
              <a:gd name="T0" fmla="*/ 32 w 32"/>
              <a:gd name="T1" fmla="*/ 0 h 144"/>
              <a:gd name="T2" fmla="*/ 4 w 32"/>
              <a:gd name="T3" fmla="*/ 49 h 144"/>
              <a:gd name="T4" fmla="*/ 14 w 32"/>
              <a:gd name="T5" fmla="*/ 103 h 144"/>
              <a:gd name="T6" fmla="*/ 5 w 32"/>
              <a:gd name="T7" fmla="*/ 139 h 144"/>
              <a:gd name="T8" fmla="*/ 12 w 32"/>
              <a:gd name="T9" fmla="*/ 143 h 144"/>
              <a:gd name="T10" fmla="*/ 16 w 32"/>
              <a:gd name="T11" fmla="*/ 137 h 144"/>
              <a:gd name="T12" fmla="*/ 25 w 32"/>
              <a:gd name="T13" fmla="*/ 108 h 144"/>
              <a:gd name="T14" fmla="*/ 27 w 32"/>
              <a:gd name="T15" fmla="*/ 104 h 144"/>
              <a:gd name="T16" fmla="*/ 26 w 32"/>
              <a:gd name="T17" fmla="*/ 100 h 144"/>
              <a:gd name="T18" fmla="*/ 15 w 32"/>
              <a:gd name="T19" fmla="*/ 50 h 144"/>
              <a:gd name="T20" fmla="*/ 29 w 32"/>
              <a:gd name="T21" fmla="*/ 16 h 144"/>
              <a:gd name="T22" fmla="*/ 32 w 32"/>
              <a:gd name="T23" fmla="*/ 1 h 144"/>
              <a:gd name="T24" fmla="*/ 32 w 32"/>
              <a:gd name="T25" fmla="*/ 0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2" h="144">
                <a:moveTo>
                  <a:pt x="32" y="0"/>
                </a:moveTo>
                <a:cubicBezTo>
                  <a:pt x="18" y="10"/>
                  <a:pt x="7" y="28"/>
                  <a:pt x="4" y="49"/>
                </a:cubicBezTo>
                <a:cubicBezTo>
                  <a:pt x="0" y="78"/>
                  <a:pt x="9" y="96"/>
                  <a:pt x="14" y="103"/>
                </a:cubicBezTo>
                <a:cubicBezTo>
                  <a:pt x="9" y="109"/>
                  <a:pt x="1" y="121"/>
                  <a:pt x="5" y="139"/>
                </a:cubicBezTo>
                <a:cubicBezTo>
                  <a:pt x="6" y="142"/>
                  <a:pt x="9" y="144"/>
                  <a:pt x="12" y="143"/>
                </a:cubicBezTo>
                <a:cubicBezTo>
                  <a:pt x="15" y="142"/>
                  <a:pt x="17" y="139"/>
                  <a:pt x="16" y="137"/>
                </a:cubicBezTo>
                <a:cubicBezTo>
                  <a:pt x="12" y="118"/>
                  <a:pt x="24" y="108"/>
                  <a:pt x="25" y="108"/>
                </a:cubicBezTo>
                <a:cubicBezTo>
                  <a:pt x="26" y="107"/>
                  <a:pt x="27" y="105"/>
                  <a:pt x="27" y="104"/>
                </a:cubicBezTo>
                <a:cubicBezTo>
                  <a:pt x="27" y="102"/>
                  <a:pt x="27" y="101"/>
                  <a:pt x="26" y="100"/>
                </a:cubicBezTo>
                <a:cubicBezTo>
                  <a:pt x="25" y="99"/>
                  <a:pt x="10" y="84"/>
                  <a:pt x="15" y="50"/>
                </a:cubicBezTo>
                <a:cubicBezTo>
                  <a:pt x="17" y="36"/>
                  <a:pt x="22" y="25"/>
                  <a:pt x="29" y="16"/>
                </a:cubicBezTo>
                <a:cubicBezTo>
                  <a:pt x="32" y="1"/>
                  <a:pt x="32" y="1"/>
                  <a:pt x="32" y="1"/>
                </a:cubicBezTo>
                <a:lnTo>
                  <a:pt x="3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3" name="Freeform 39">
            <a:extLst>
              <a:ext uri="{FF2B5EF4-FFF2-40B4-BE49-F238E27FC236}">
                <a16:creationId xmlns:a16="http://schemas.microsoft.com/office/drawing/2014/main" id="{38633FE0-24AA-4989-BC35-A81AC8E702A7}"/>
              </a:ext>
            </a:extLst>
          </p:cNvPr>
          <p:cNvSpPr>
            <a:spLocks/>
          </p:cNvSpPr>
          <p:nvPr/>
        </p:nvSpPr>
        <p:spPr bwMode="auto">
          <a:xfrm>
            <a:off x="6753225" y="2400300"/>
            <a:ext cx="168275" cy="398463"/>
          </a:xfrm>
          <a:custGeom>
            <a:avLst/>
            <a:gdLst>
              <a:gd name="T0" fmla="*/ 0 w 73"/>
              <a:gd name="T1" fmla="*/ 17 h 173"/>
              <a:gd name="T2" fmla="*/ 26 w 73"/>
              <a:gd name="T3" fmla="*/ 11 h 173"/>
              <a:gd name="T4" fmla="*/ 60 w 73"/>
              <a:gd name="T5" fmla="*/ 43 h 173"/>
              <a:gd name="T6" fmla="*/ 44 w 73"/>
              <a:gd name="T7" fmla="*/ 167 h 173"/>
              <a:gd name="T8" fmla="*/ 49 w 73"/>
              <a:gd name="T9" fmla="*/ 173 h 173"/>
              <a:gd name="T10" fmla="*/ 55 w 73"/>
              <a:gd name="T11" fmla="*/ 168 h 173"/>
              <a:gd name="T12" fmla="*/ 71 w 73"/>
              <a:gd name="T13" fmla="*/ 44 h 173"/>
              <a:gd name="T14" fmla="*/ 27 w 73"/>
              <a:gd name="T15" fmla="*/ 0 h 173"/>
              <a:gd name="T16" fmla="*/ 4 w 73"/>
              <a:gd name="T17" fmla="*/ 3 h 173"/>
              <a:gd name="T18" fmla="*/ 0 w 73"/>
              <a:gd name="T19" fmla="*/ 13 h 173"/>
              <a:gd name="T20" fmla="*/ 0 w 73"/>
              <a:gd name="T21" fmla="*/ 17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3" h="173">
                <a:moveTo>
                  <a:pt x="0" y="17"/>
                </a:moveTo>
                <a:cubicBezTo>
                  <a:pt x="8" y="12"/>
                  <a:pt x="16" y="10"/>
                  <a:pt x="26" y="11"/>
                </a:cubicBezTo>
                <a:cubicBezTo>
                  <a:pt x="52" y="13"/>
                  <a:pt x="62" y="29"/>
                  <a:pt x="60" y="43"/>
                </a:cubicBezTo>
                <a:cubicBezTo>
                  <a:pt x="44" y="167"/>
                  <a:pt x="44" y="167"/>
                  <a:pt x="44" y="167"/>
                </a:cubicBezTo>
                <a:cubicBezTo>
                  <a:pt x="44" y="170"/>
                  <a:pt x="46" y="172"/>
                  <a:pt x="49" y="173"/>
                </a:cubicBezTo>
                <a:cubicBezTo>
                  <a:pt x="52" y="173"/>
                  <a:pt x="55" y="171"/>
                  <a:pt x="55" y="168"/>
                </a:cubicBezTo>
                <a:cubicBezTo>
                  <a:pt x="71" y="44"/>
                  <a:pt x="71" y="44"/>
                  <a:pt x="71" y="44"/>
                </a:cubicBezTo>
                <a:cubicBezTo>
                  <a:pt x="73" y="24"/>
                  <a:pt x="59" y="3"/>
                  <a:pt x="27" y="0"/>
                </a:cubicBezTo>
                <a:cubicBezTo>
                  <a:pt x="19" y="0"/>
                  <a:pt x="12" y="1"/>
                  <a:pt x="4" y="3"/>
                </a:cubicBezTo>
                <a:cubicBezTo>
                  <a:pt x="2" y="7"/>
                  <a:pt x="1" y="10"/>
                  <a:pt x="0" y="13"/>
                </a:cubicBezTo>
                <a:lnTo>
                  <a:pt x="0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4" name="Freeform 40">
            <a:extLst>
              <a:ext uri="{FF2B5EF4-FFF2-40B4-BE49-F238E27FC236}">
                <a16:creationId xmlns:a16="http://schemas.microsoft.com/office/drawing/2014/main" id="{CE6384F7-658F-43F2-AEC3-04930D88D736}"/>
              </a:ext>
            </a:extLst>
          </p:cNvPr>
          <p:cNvSpPr>
            <a:spLocks/>
          </p:cNvSpPr>
          <p:nvPr/>
        </p:nvSpPr>
        <p:spPr bwMode="auto">
          <a:xfrm>
            <a:off x="6702425" y="2439988"/>
            <a:ext cx="158750" cy="231775"/>
          </a:xfrm>
          <a:custGeom>
            <a:avLst/>
            <a:gdLst>
              <a:gd name="T0" fmla="*/ 9 w 69"/>
              <a:gd name="T1" fmla="*/ 10 h 101"/>
              <a:gd name="T2" fmla="*/ 3 w 69"/>
              <a:gd name="T3" fmla="*/ 53 h 101"/>
              <a:gd name="T4" fmla="*/ 16 w 69"/>
              <a:gd name="T5" fmla="*/ 89 h 101"/>
              <a:gd name="T6" fmla="*/ 58 w 69"/>
              <a:gd name="T7" fmla="*/ 95 h 101"/>
              <a:gd name="T8" fmla="*/ 69 w 69"/>
              <a:gd name="T9" fmla="*/ 91 h 101"/>
              <a:gd name="T10" fmla="*/ 65 w 69"/>
              <a:gd name="T11" fmla="*/ 81 h 101"/>
              <a:gd name="T12" fmla="*/ 54 w 69"/>
              <a:gd name="T13" fmla="*/ 86 h 101"/>
              <a:gd name="T14" fmla="*/ 23 w 69"/>
              <a:gd name="T15" fmla="*/ 80 h 101"/>
              <a:gd name="T16" fmla="*/ 14 w 69"/>
              <a:gd name="T17" fmla="*/ 54 h 101"/>
              <a:gd name="T18" fmla="*/ 22 w 69"/>
              <a:gd name="T19" fmla="*/ 0 h 101"/>
              <a:gd name="T20" fmla="*/ 9 w 69"/>
              <a:gd name="T21" fmla="*/ 10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9" h="101">
                <a:moveTo>
                  <a:pt x="9" y="10"/>
                </a:moveTo>
                <a:cubicBezTo>
                  <a:pt x="3" y="53"/>
                  <a:pt x="3" y="53"/>
                  <a:pt x="3" y="53"/>
                </a:cubicBezTo>
                <a:cubicBezTo>
                  <a:pt x="2" y="60"/>
                  <a:pt x="0" y="75"/>
                  <a:pt x="16" y="89"/>
                </a:cubicBezTo>
                <a:cubicBezTo>
                  <a:pt x="32" y="101"/>
                  <a:pt x="52" y="98"/>
                  <a:pt x="58" y="95"/>
                </a:cubicBezTo>
                <a:cubicBezTo>
                  <a:pt x="63" y="94"/>
                  <a:pt x="69" y="91"/>
                  <a:pt x="69" y="91"/>
                </a:cubicBezTo>
                <a:cubicBezTo>
                  <a:pt x="65" y="81"/>
                  <a:pt x="65" y="81"/>
                  <a:pt x="65" y="81"/>
                </a:cubicBezTo>
                <a:cubicBezTo>
                  <a:pt x="65" y="81"/>
                  <a:pt x="59" y="84"/>
                  <a:pt x="54" y="86"/>
                </a:cubicBezTo>
                <a:cubicBezTo>
                  <a:pt x="51" y="87"/>
                  <a:pt x="35" y="90"/>
                  <a:pt x="23" y="80"/>
                </a:cubicBezTo>
                <a:cubicBezTo>
                  <a:pt x="12" y="71"/>
                  <a:pt x="13" y="61"/>
                  <a:pt x="14" y="54"/>
                </a:cubicBezTo>
                <a:cubicBezTo>
                  <a:pt x="22" y="0"/>
                  <a:pt x="22" y="0"/>
                  <a:pt x="22" y="0"/>
                </a:cubicBezTo>
                <a:cubicBezTo>
                  <a:pt x="17" y="2"/>
                  <a:pt x="13" y="6"/>
                  <a:pt x="9" y="1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5" name="Freeform 41">
            <a:extLst>
              <a:ext uri="{FF2B5EF4-FFF2-40B4-BE49-F238E27FC236}">
                <a16:creationId xmlns:a16="http://schemas.microsoft.com/office/drawing/2014/main" id="{2C09D276-63F3-499B-A166-BB1ECF5F8BF5}"/>
              </a:ext>
            </a:extLst>
          </p:cNvPr>
          <p:cNvSpPr>
            <a:spLocks/>
          </p:cNvSpPr>
          <p:nvPr/>
        </p:nvSpPr>
        <p:spPr bwMode="auto">
          <a:xfrm>
            <a:off x="6731000" y="2349500"/>
            <a:ext cx="252413" cy="357188"/>
          </a:xfrm>
          <a:custGeom>
            <a:avLst/>
            <a:gdLst>
              <a:gd name="T0" fmla="*/ 45 w 110"/>
              <a:gd name="T1" fmla="*/ 3 h 155"/>
              <a:gd name="T2" fmla="*/ 0 w 110"/>
              <a:gd name="T3" fmla="*/ 33 h 155"/>
              <a:gd name="T4" fmla="*/ 14 w 110"/>
              <a:gd name="T5" fmla="*/ 25 h 155"/>
              <a:gd name="T6" fmla="*/ 44 w 110"/>
              <a:gd name="T7" fmla="*/ 13 h 155"/>
              <a:gd name="T8" fmla="*/ 94 w 110"/>
              <a:gd name="T9" fmla="*/ 105 h 155"/>
              <a:gd name="T10" fmla="*/ 88 w 110"/>
              <a:gd name="T11" fmla="*/ 149 h 155"/>
              <a:gd name="T12" fmla="*/ 93 w 110"/>
              <a:gd name="T13" fmla="*/ 155 h 155"/>
              <a:gd name="T14" fmla="*/ 99 w 110"/>
              <a:gd name="T15" fmla="*/ 150 h 155"/>
              <a:gd name="T16" fmla="*/ 104 w 110"/>
              <a:gd name="T17" fmla="*/ 106 h 155"/>
              <a:gd name="T18" fmla="*/ 45 w 110"/>
              <a:gd name="T19" fmla="*/ 3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0" h="155">
                <a:moveTo>
                  <a:pt x="45" y="3"/>
                </a:moveTo>
                <a:cubicBezTo>
                  <a:pt x="16" y="0"/>
                  <a:pt x="2" y="20"/>
                  <a:pt x="0" y="33"/>
                </a:cubicBezTo>
                <a:cubicBezTo>
                  <a:pt x="4" y="30"/>
                  <a:pt x="9" y="27"/>
                  <a:pt x="14" y="25"/>
                </a:cubicBezTo>
                <a:cubicBezTo>
                  <a:pt x="19" y="18"/>
                  <a:pt x="28" y="12"/>
                  <a:pt x="44" y="13"/>
                </a:cubicBezTo>
                <a:cubicBezTo>
                  <a:pt x="74" y="16"/>
                  <a:pt x="103" y="29"/>
                  <a:pt x="94" y="105"/>
                </a:cubicBezTo>
                <a:cubicBezTo>
                  <a:pt x="88" y="149"/>
                  <a:pt x="88" y="149"/>
                  <a:pt x="88" y="149"/>
                </a:cubicBezTo>
                <a:cubicBezTo>
                  <a:pt x="88" y="152"/>
                  <a:pt x="90" y="155"/>
                  <a:pt x="93" y="155"/>
                </a:cubicBezTo>
                <a:cubicBezTo>
                  <a:pt x="96" y="155"/>
                  <a:pt x="99" y="153"/>
                  <a:pt x="99" y="150"/>
                </a:cubicBezTo>
                <a:cubicBezTo>
                  <a:pt x="104" y="106"/>
                  <a:pt x="104" y="106"/>
                  <a:pt x="104" y="106"/>
                </a:cubicBezTo>
                <a:cubicBezTo>
                  <a:pt x="110" y="64"/>
                  <a:pt x="109" y="8"/>
                  <a:pt x="45" y="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6" name="Freeform 42">
            <a:extLst>
              <a:ext uri="{FF2B5EF4-FFF2-40B4-BE49-F238E27FC236}">
                <a16:creationId xmlns:a16="http://schemas.microsoft.com/office/drawing/2014/main" id="{DDB0000C-5CF7-4C3B-B179-B60AD9885A58}"/>
              </a:ext>
            </a:extLst>
          </p:cNvPr>
          <p:cNvSpPr>
            <a:spLocks/>
          </p:cNvSpPr>
          <p:nvPr/>
        </p:nvSpPr>
        <p:spPr bwMode="auto">
          <a:xfrm>
            <a:off x="6723063" y="2406650"/>
            <a:ext cx="39688" cy="55563"/>
          </a:xfrm>
          <a:custGeom>
            <a:avLst/>
            <a:gdLst>
              <a:gd name="T0" fmla="*/ 3 w 17"/>
              <a:gd name="T1" fmla="*/ 9 h 24"/>
              <a:gd name="T2" fmla="*/ 0 w 17"/>
              <a:gd name="T3" fmla="*/ 24 h 24"/>
              <a:gd name="T4" fmla="*/ 13 w 17"/>
              <a:gd name="T5" fmla="*/ 14 h 24"/>
              <a:gd name="T6" fmla="*/ 13 w 17"/>
              <a:gd name="T7" fmla="*/ 10 h 24"/>
              <a:gd name="T8" fmla="*/ 17 w 17"/>
              <a:gd name="T9" fmla="*/ 0 h 24"/>
              <a:gd name="T10" fmla="*/ 3 w 17"/>
              <a:gd name="T11" fmla="*/ 8 h 24"/>
              <a:gd name="T12" fmla="*/ 3 w 17"/>
              <a:gd name="T13" fmla="*/ 9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" h="24">
                <a:moveTo>
                  <a:pt x="3" y="9"/>
                </a:moveTo>
                <a:cubicBezTo>
                  <a:pt x="0" y="24"/>
                  <a:pt x="0" y="24"/>
                  <a:pt x="0" y="24"/>
                </a:cubicBezTo>
                <a:cubicBezTo>
                  <a:pt x="4" y="20"/>
                  <a:pt x="8" y="16"/>
                  <a:pt x="13" y="14"/>
                </a:cubicBezTo>
                <a:cubicBezTo>
                  <a:pt x="13" y="10"/>
                  <a:pt x="13" y="10"/>
                  <a:pt x="13" y="10"/>
                </a:cubicBezTo>
                <a:cubicBezTo>
                  <a:pt x="14" y="7"/>
                  <a:pt x="15" y="4"/>
                  <a:pt x="17" y="0"/>
                </a:cubicBezTo>
                <a:cubicBezTo>
                  <a:pt x="12" y="2"/>
                  <a:pt x="7" y="5"/>
                  <a:pt x="3" y="8"/>
                </a:cubicBezTo>
                <a:lnTo>
                  <a:pt x="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7" name="Freeform 43">
            <a:extLst>
              <a:ext uri="{FF2B5EF4-FFF2-40B4-BE49-F238E27FC236}">
                <a16:creationId xmlns:a16="http://schemas.microsoft.com/office/drawing/2014/main" id="{41CC8D96-A392-4E82-82B0-3ADECF69A47F}"/>
              </a:ext>
            </a:extLst>
          </p:cNvPr>
          <p:cNvSpPr>
            <a:spLocks/>
          </p:cNvSpPr>
          <p:nvPr/>
        </p:nvSpPr>
        <p:spPr bwMode="auto">
          <a:xfrm>
            <a:off x="6783388" y="2501900"/>
            <a:ext cx="77788" cy="68263"/>
          </a:xfrm>
          <a:custGeom>
            <a:avLst/>
            <a:gdLst>
              <a:gd name="T0" fmla="*/ 5 w 34"/>
              <a:gd name="T1" fmla="*/ 30 h 30"/>
              <a:gd name="T2" fmla="*/ 0 w 34"/>
              <a:gd name="T3" fmla="*/ 24 h 30"/>
              <a:gd name="T4" fmla="*/ 3 w 34"/>
              <a:gd name="T5" fmla="*/ 5 h 30"/>
              <a:gd name="T6" fmla="*/ 9 w 34"/>
              <a:gd name="T7" fmla="*/ 0 h 30"/>
              <a:gd name="T8" fmla="*/ 29 w 34"/>
              <a:gd name="T9" fmla="*/ 2 h 30"/>
              <a:gd name="T10" fmla="*/ 34 w 34"/>
              <a:gd name="T11" fmla="*/ 8 h 30"/>
              <a:gd name="T12" fmla="*/ 28 w 34"/>
              <a:gd name="T13" fmla="*/ 13 h 30"/>
              <a:gd name="T14" fmla="*/ 13 w 34"/>
              <a:gd name="T15" fmla="*/ 11 h 30"/>
              <a:gd name="T16" fmla="*/ 11 w 34"/>
              <a:gd name="T17" fmla="*/ 25 h 30"/>
              <a:gd name="T18" fmla="*/ 5 w 34"/>
              <a:gd name="T19" fmla="*/ 3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4" h="30">
                <a:moveTo>
                  <a:pt x="5" y="30"/>
                </a:moveTo>
                <a:cubicBezTo>
                  <a:pt x="2" y="30"/>
                  <a:pt x="0" y="27"/>
                  <a:pt x="0" y="24"/>
                </a:cubicBezTo>
                <a:cubicBezTo>
                  <a:pt x="3" y="5"/>
                  <a:pt x="3" y="5"/>
                  <a:pt x="3" y="5"/>
                </a:cubicBezTo>
                <a:cubicBezTo>
                  <a:pt x="3" y="2"/>
                  <a:pt x="6" y="0"/>
                  <a:pt x="9" y="0"/>
                </a:cubicBezTo>
                <a:cubicBezTo>
                  <a:pt x="29" y="2"/>
                  <a:pt x="29" y="2"/>
                  <a:pt x="29" y="2"/>
                </a:cubicBezTo>
                <a:cubicBezTo>
                  <a:pt x="32" y="2"/>
                  <a:pt x="34" y="5"/>
                  <a:pt x="34" y="8"/>
                </a:cubicBezTo>
                <a:cubicBezTo>
                  <a:pt x="33" y="11"/>
                  <a:pt x="30" y="13"/>
                  <a:pt x="28" y="13"/>
                </a:cubicBezTo>
                <a:cubicBezTo>
                  <a:pt x="13" y="11"/>
                  <a:pt x="13" y="11"/>
                  <a:pt x="13" y="11"/>
                </a:cubicBezTo>
                <a:cubicBezTo>
                  <a:pt x="11" y="25"/>
                  <a:pt x="11" y="25"/>
                  <a:pt x="11" y="25"/>
                </a:cubicBezTo>
                <a:cubicBezTo>
                  <a:pt x="11" y="28"/>
                  <a:pt x="8" y="30"/>
                  <a:pt x="5" y="30"/>
                </a:cubicBezTo>
                <a:close/>
              </a:path>
            </a:pathLst>
          </a:custGeom>
          <a:solidFill>
            <a:srgbClr val="FF8A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8" name="Freeform 44">
            <a:extLst>
              <a:ext uri="{FF2B5EF4-FFF2-40B4-BE49-F238E27FC236}">
                <a16:creationId xmlns:a16="http://schemas.microsoft.com/office/drawing/2014/main" id="{FF5E7C4C-1F67-4077-AA5C-44D54C72BB49}"/>
              </a:ext>
            </a:extLst>
          </p:cNvPr>
          <p:cNvSpPr>
            <a:spLocks/>
          </p:cNvSpPr>
          <p:nvPr/>
        </p:nvSpPr>
        <p:spPr bwMode="auto">
          <a:xfrm>
            <a:off x="6932613" y="2665413"/>
            <a:ext cx="214313" cy="381000"/>
          </a:xfrm>
          <a:custGeom>
            <a:avLst/>
            <a:gdLst>
              <a:gd name="T0" fmla="*/ 86 w 93"/>
              <a:gd name="T1" fmla="*/ 166 h 166"/>
              <a:gd name="T2" fmla="*/ 81 w 93"/>
              <a:gd name="T3" fmla="*/ 162 h 166"/>
              <a:gd name="T4" fmla="*/ 2 w 93"/>
              <a:gd name="T5" fmla="*/ 9 h 166"/>
              <a:gd name="T6" fmla="*/ 3 w 93"/>
              <a:gd name="T7" fmla="*/ 2 h 166"/>
              <a:gd name="T8" fmla="*/ 11 w 93"/>
              <a:gd name="T9" fmla="*/ 2 h 166"/>
              <a:gd name="T10" fmla="*/ 92 w 93"/>
              <a:gd name="T11" fmla="*/ 160 h 166"/>
              <a:gd name="T12" fmla="*/ 88 w 93"/>
              <a:gd name="T13" fmla="*/ 166 h 166"/>
              <a:gd name="T14" fmla="*/ 86 w 93"/>
              <a:gd name="T15" fmla="*/ 166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3" h="166">
                <a:moveTo>
                  <a:pt x="86" y="166"/>
                </a:moveTo>
                <a:cubicBezTo>
                  <a:pt x="84" y="166"/>
                  <a:pt x="82" y="165"/>
                  <a:pt x="81" y="162"/>
                </a:cubicBezTo>
                <a:cubicBezTo>
                  <a:pt x="54" y="71"/>
                  <a:pt x="25" y="33"/>
                  <a:pt x="2" y="9"/>
                </a:cubicBezTo>
                <a:cubicBezTo>
                  <a:pt x="0" y="7"/>
                  <a:pt x="1" y="4"/>
                  <a:pt x="3" y="2"/>
                </a:cubicBezTo>
                <a:cubicBezTo>
                  <a:pt x="5" y="0"/>
                  <a:pt x="9" y="0"/>
                  <a:pt x="11" y="2"/>
                </a:cubicBezTo>
                <a:cubicBezTo>
                  <a:pt x="34" y="26"/>
                  <a:pt x="64" y="66"/>
                  <a:pt x="92" y="160"/>
                </a:cubicBezTo>
                <a:cubicBezTo>
                  <a:pt x="93" y="162"/>
                  <a:pt x="91" y="165"/>
                  <a:pt x="88" y="166"/>
                </a:cubicBezTo>
                <a:cubicBezTo>
                  <a:pt x="87" y="166"/>
                  <a:pt x="87" y="166"/>
                  <a:pt x="86" y="166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9" name="Freeform 45">
            <a:extLst>
              <a:ext uri="{FF2B5EF4-FFF2-40B4-BE49-F238E27FC236}">
                <a16:creationId xmlns:a16="http://schemas.microsoft.com/office/drawing/2014/main" id="{49FCDB6D-FA25-48A0-8215-09273AB92668}"/>
              </a:ext>
            </a:extLst>
          </p:cNvPr>
          <p:cNvSpPr>
            <a:spLocks/>
          </p:cNvSpPr>
          <p:nvPr/>
        </p:nvSpPr>
        <p:spPr bwMode="auto">
          <a:xfrm>
            <a:off x="6654800" y="2635250"/>
            <a:ext cx="163513" cy="200025"/>
          </a:xfrm>
          <a:custGeom>
            <a:avLst/>
            <a:gdLst>
              <a:gd name="T0" fmla="*/ 50 w 71"/>
              <a:gd name="T1" fmla="*/ 86 h 87"/>
              <a:gd name="T2" fmla="*/ 0 w 71"/>
              <a:gd name="T3" fmla="*/ 56 h 87"/>
              <a:gd name="T4" fmla="*/ 2 w 71"/>
              <a:gd name="T5" fmla="*/ 52 h 87"/>
              <a:gd name="T6" fmla="*/ 45 w 71"/>
              <a:gd name="T7" fmla="*/ 17 h 87"/>
              <a:gd name="T8" fmla="*/ 46 w 71"/>
              <a:gd name="T9" fmla="*/ 5 h 87"/>
              <a:gd name="T10" fmla="*/ 53 w 71"/>
              <a:gd name="T11" fmla="*/ 0 h 87"/>
              <a:gd name="T12" fmla="*/ 57 w 71"/>
              <a:gd name="T13" fmla="*/ 6 h 87"/>
              <a:gd name="T14" fmla="*/ 55 w 71"/>
              <a:gd name="T15" fmla="*/ 21 h 87"/>
              <a:gd name="T16" fmla="*/ 52 w 71"/>
              <a:gd name="T17" fmla="*/ 26 h 87"/>
              <a:gd name="T18" fmla="*/ 12 w 71"/>
              <a:gd name="T19" fmla="*/ 56 h 87"/>
              <a:gd name="T20" fmla="*/ 66 w 71"/>
              <a:gd name="T21" fmla="*/ 76 h 87"/>
              <a:gd name="T22" fmla="*/ 71 w 71"/>
              <a:gd name="T23" fmla="*/ 81 h 87"/>
              <a:gd name="T24" fmla="*/ 65 w 71"/>
              <a:gd name="T25" fmla="*/ 87 h 87"/>
              <a:gd name="T26" fmla="*/ 50 w 71"/>
              <a:gd name="T27" fmla="*/ 86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1" h="87">
                <a:moveTo>
                  <a:pt x="50" y="86"/>
                </a:moveTo>
                <a:cubicBezTo>
                  <a:pt x="1" y="81"/>
                  <a:pt x="0" y="57"/>
                  <a:pt x="0" y="56"/>
                </a:cubicBezTo>
                <a:cubicBezTo>
                  <a:pt x="0" y="54"/>
                  <a:pt x="1" y="53"/>
                  <a:pt x="2" y="52"/>
                </a:cubicBezTo>
                <a:cubicBezTo>
                  <a:pt x="17" y="33"/>
                  <a:pt x="37" y="21"/>
                  <a:pt x="45" y="17"/>
                </a:cubicBezTo>
                <a:cubicBezTo>
                  <a:pt x="46" y="5"/>
                  <a:pt x="46" y="5"/>
                  <a:pt x="46" y="5"/>
                </a:cubicBezTo>
                <a:cubicBezTo>
                  <a:pt x="47" y="2"/>
                  <a:pt x="50" y="0"/>
                  <a:pt x="53" y="0"/>
                </a:cubicBezTo>
                <a:cubicBezTo>
                  <a:pt x="56" y="1"/>
                  <a:pt x="58" y="3"/>
                  <a:pt x="57" y="6"/>
                </a:cubicBezTo>
                <a:cubicBezTo>
                  <a:pt x="55" y="21"/>
                  <a:pt x="55" y="21"/>
                  <a:pt x="55" y="21"/>
                </a:cubicBezTo>
                <a:cubicBezTo>
                  <a:pt x="55" y="23"/>
                  <a:pt x="54" y="25"/>
                  <a:pt x="52" y="26"/>
                </a:cubicBezTo>
                <a:cubicBezTo>
                  <a:pt x="52" y="26"/>
                  <a:pt x="29" y="36"/>
                  <a:pt x="12" y="56"/>
                </a:cubicBezTo>
                <a:cubicBezTo>
                  <a:pt x="14" y="61"/>
                  <a:pt x="22" y="76"/>
                  <a:pt x="66" y="76"/>
                </a:cubicBezTo>
                <a:cubicBezTo>
                  <a:pt x="69" y="76"/>
                  <a:pt x="71" y="78"/>
                  <a:pt x="71" y="81"/>
                </a:cubicBezTo>
                <a:cubicBezTo>
                  <a:pt x="71" y="84"/>
                  <a:pt x="68" y="87"/>
                  <a:pt x="65" y="87"/>
                </a:cubicBezTo>
                <a:cubicBezTo>
                  <a:pt x="60" y="86"/>
                  <a:pt x="55" y="86"/>
                  <a:pt x="50" y="86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0" name="Freeform 46">
            <a:extLst>
              <a:ext uri="{FF2B5EF4-FFF2-40B4-BE49-F238E27FC236}">
                <a16:creationId xmlns:a16="http://schemas.microsoft.com/office/drawing/2014/main" id="{243EF4BE-BDB0-48C1-A06A-36A71503939D}"/>
              </a:ext>
            </a:extLst>
          </p:cNvPr>
          <p:cNvSpPr>
            <a:spLocks/>
          </p:cNvSpPr>
          <p:nvPr/>
        </p:nvSpPr>
        <p:spPr bwMode="auto">
          <a:xfrm>
            <a:off x="6675438" y="2743200"/>
            <a:ext cx="327025" cy="269875"/>
          </a:xfrm>
          <a:custGeom>
            <a:avLst/>
            <a:gdLst>
              <a:gd name="T0" fmla="*/ 5 w 142"/>
              <a:gd name="T1" fmla="*/ 116 h 117"/>
              <a:gd name="T2" fmla="*/ 4 w 142"/>
              <a:gd name="T3" fmla="*/ 116 h 117"/>
              <a:gd name="T4" fmla="*/ 1 w 142"/>
              <a:gd name="T5" fmla="*/ 109 h 117"/>
              <a:gd name="T6" fmla="*/ 135 w 142"/>
              <a:gd name="T7" fmla="*/ 1 h 117"/>
              <a:gd name="T8" fmla="*/ 142 w 142"/>
              <a:gd name="T9" fmla="*/ 5 h 117"/>
              <a:gd name="T10" fmla="*/ 137 w 142"/>
              <a:gd name="T11" fmla="*/ 11 h 117"/>
              <a:gd name="T12" fmla="*/ 11 w 142"/>
              <a:gd name="T13" fmla="*/ 113 h 117"/>
              <a:gd name="T14" fmla="*/ 5 w 142"/>
              <a:gd name="T15" fmla="*/ 116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2" h="117">
                <a:moveTo>
                  <a:pt x="5" y="116"/>
                </a:moveTo>
                <a:cubicBezTo>
                  <a:pt x="5" y="116"/>
                  <a:pt x="5" y="116"/>
                  <a:pt x="4" y="116"/>
                </a:cubicBezTo>
                <a:cubicBezTo>
                  <a:pt x="1" y="115"/>
                  <a:pt x="0" y="112"/>
                  <a:pt x="1" y="109"/>
                </a:cubicBezTo>
                <a:cubicBezTo>
                  <a:pt x="29" y="41"/>
                  <a:pt x="99" y="6"/>
                  <a:pt x="135" y="1"/>
                </a:cubicBezTo>
                <a:cubicBezTo>
                  <a:pt x="138" y="0"/>
                  <a:pt x="141" y="2"/>
                  <a:pt x="142" y="5"/>
                </a:cubicBezTo>
                <a:cubicBezTo>
                  <a:pt x="142" y="8"/>
                  <a:pt x="140" y="10"/>
                  <a:pt x="137" y="11"/>
                </a:cubicBezTo>
                <a:cubicBezTo>
                  <a:pt x="103" y="16"/>
                  <a:pt x="38" y="49"/>
                  <a:pt x="11" y="113"/>
                </a:cubicBezTo>
                <a:cubicBezTo>
                  <a:pt x="10" y="115"/>
                  <a:pt x="8" y="117"/>
                  <a:pt x="5" y="116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1" name="Freeform 47">
            <a:extLst>
              <a:ext uri="{FF2B5EF4-FFF2-40B4-BE49-F238E27FC236}">
                <a16:creationId xmlns:a16="http://schemas.microsoft.com/office/drawing/2014/main" id="{C66D880A-2307-4735-9412-18F94F7F5AC1}"/>
              </a:ext>
            </a:extLst>
          </p:cNvPr>
          <p:cNvSpPr>
            <a:spLocks/>
          </p:cNvSpPr>
          <p:nvPr/>
        </p:nvSpPr>
        <p:spPr bwMode="auto">
          <a:xfrm>
            <a:off x="6727825" y="2787650"/>
            <a:ext cx="306388" cy="252413"/>
          </a:xfrm>
          <a:custGeom>
            <a:avLst/>
            <a:gdLst>
              <a:gd name="T0" fmla="*/ 5 w 133"/>
              <a:gd name="T1" fmla="*/ 109 h 110"/>
              <a:gd name="T2" fmla="*/ 4 w 133"/>
              <a:gd name="T3" fmla="*/ 109 h 110"/>
              <a:gd name="T4" fmla="*/ 1 w 133"/>
              <a:gd name="T5" fmla="*/ 102 h 110"/>
              <a:gd name="T6" fmla="*/ 126 w 133"/>
              <a:gd name="T7" fmla="*/ 0 h 110"/>
              <a:gd name="T8" fmla="*/ 133 w 133"/>
              <a:gd name="T9" fmla="*/ 5 h 110"/>
              <a:gd name="T10" fmla="*/ 128 w 133"/>
              <a:gd name="T11" fmla="*/ 11 h 110"/>
              <a:gd name="T12" fmla="*/ 11 w 133"/>
              <a:gd name="T13" fmla="*/ 106 h 110"/>
              <a:gd name="T14" fmla="*/ 5 w 133"/>
              <a:gd name="T15" fmla="*/ 109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3" h="110">
                <a:moveTo>
                  <a:pt x="5" y="109"/>
                </a:moveTo>
                <a:cubicBezTo>
                  <a:pt x="5" y="109"/>
                  <a:pt x="5" y="109"/>
                  <a:pt x="4" y="109"/>
                </a:cubicBezTo>
                <a:cubicBezTo>
                  <a:pt x="1" y="108"/>
                  <a:pt x="0" y="105"/>
                  <a:pt x="1" y="102"/>
                </a:cubicBezTo>
                <a:cubicBezTo>
                  <a:pt x="27" y="38"/>
                  <a:pt x="91" y="6"/>
                  <a:pt x="126" y="0"/>
                </a:cubicBezTo>
                <a:cubicBezTo>
                  <a:pt x="129" y="0"/>
                  <a:pt x="132" y="2"/>
                  <a:pt x="133" y="5"/>
                </a:cubicBezTo>
                <a:cubicBezTo>
                  <a:pt x="133" y="8"/>
                  <a:pt x="131" y="10"/>
                  <a:pt x="128" y="11"/>
                </a:cubicBezTo>
                <a:cubicBezTo>
                  <a:pt x="96" y="16"/>
                  <a:pt x="36" y="46"/>
                  <a:pt x="11" y="106"/>
                </a:cubicBezTo>
                <a:cubicBezTo>
                  <a:pt x="10" y="108"/>
                  <a:pt x="8" y="110"/>
                  <a:pt x="5" y="109"/>
                </a:cubicBezTo>
                <a:close/>
              </a:path>
            </a:pathLst>
          </a:custGeom>
          <a:solidFill>
            <a:srgbClr val="58C1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2" name="Freeform 48">
            <a:extLst>
              <a:ext uri="{FF2B5EF4-FFF2-40B4-BE49-F238E27FC236}">
                <a16:creationId xmlns:a16="http://schemas.microsoft.com/office/drawing/2014/main" id="{D29DE2F5-18F0-434A-A766-E048FD5E6E0A}"/>
              </a:ext>
            </a:extLst>
          </p:cNvPr>
          <p:cNvSpPr>
            <a:spLocks/>
          </p:cNvSpPr>
          <p:nvPr/>
        </p:nvSpPr>
        <p:spPr bwMode="auto">
          <a:xfrm>
            <a:off x="6391275" y="2708275"/>
            <a:ext cx="300038" cy="296863"/>
          </a:xfrm>
          <a:custGeom>
            <a:avLst/>
            <a:gdLst>
              <a:gd name="T0" fmla="*/ 5 w 130"/>
              <a:gd name="T1" fmla="*/ 129 h 129"/>
              <a:gd name="T2" fmla="*/ 4 w 130"/>
              <a:gd name="T3" fmla="*/ 128 h 129"/>
              <a:gd name="T4" fmla="*/ 1 w 130"/>
              <a:gd name="T5" fmla="*/ 121 h 129"/>
              <a:gd name="T6" fmla="*/ 56 w 130"/>
              <a:gd name="T7" fmla="*/ 70 h 129"/>
              <a:gd name="T8" fmla="*/ 125 w 130"/>
              <a:gd name="T9" fmla="*/ 0 h 129"/>
              <a:gd name="T10" fmla="*/ 130 w 130"/>
              <a:gd name="T11" fmla="*/ 6 h 129"/>
              <a:gd name="T12" fmla="*/ 124 w 130"/>
              <a:gd name="T13" fmla="*/ 11 h 129"/>
              <a:gd name="T14" fmla="*/ 90 w 130"/>
              <a:gd name="T15" fmla="*/ 33 h 129"/>
              <a:gd name="T16" fmla="*/ 67 w 130"/>
              <a:gd name="T17" fmla="*/ 74 h 129"/>
              <a:gd name="T18" fmla="*/ 62 w 130"/>
              <a:gd name="T19" fmla="*/ 79 h 129"/>
              <a:gd name="T20" fmla="*/ 11 w 130"/>
              <a:gd name="T21" fmla="*/ 126 h 129"/>
              <a:gd name="T22" fmla="*/ 5 w 130"/>
              <a:gd name="T23" fmla="*/ 129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30" h="129">
                <a:moveTo>
                  <a:pt x="5" y="129"/>
                </a:moveTo>
                <a:cubicBezTo>
                  <a:pt x="5" y="129"/>
                  <a:pt x="4" y="128"/>
                  <a:pt x="4" y="128"/>
                </a:cubicBezTo>
                <a:cubicBezTo>
                  <a:pt x="1" y="127"/>
                  <a:pt x="0" y="124"/>
                  <a:pt x="1" y="121"/>
                </a:cubicBezTo>
                <a:cubicBezTo>
                  <a:pt x="21" y="86"/>
                  <a:pt x="46" y="74"/>
                  <a:pt x="56" y="70"/>
                </a:cubicBezTo>
                <a:cubicBezTo>
                  <a:pt x="61" y="42"/>
                  <a:pt x="101" y="0"/>
                  <a:pt x="125" y="0"/>
                </a:cubicBezTo>
                <a:cubicBezTo>
                  <a:pt x="128" y="0"/>
                  <a:pt x="130" y="3"/>
                  <a:pt x="130" y="6"/>
                </a:cubicBezTo>
                <a:cubicBezTo>
                  <a:pt x="130" y="9"/>
                  <a:pt x="128" y="11"/>
                  <a:pt x="124" y="11"/>
                </a:cubicBezTo>
                <a:cubicBezTo>
                  <a:pt x="117" y="11"/>
                  <a:pt x="103" y="20"/>
                  <a:pt x="90" y="33"/>
                </a:cubicBezTo>
                <a:cubicBezTo>
                  <a:pt x="76" y="47"/>
                  <a:pt x="67" y="63"/>
                  <a:pt x="67" y="74"/>
                </a:cubicBezTo>
                <a:cubicBezTo>
                  <a:pt x="66" y="77"/>
                  <a:pt x="65" y="79"/>
                  <a:pt x="62" y="79"/>
                </a:cubicBezTo>
                <a:cubicBezTo>
                  <a:pt x="61" y="79"/>
                  <a:pt x="33" y="87"/>
                  <a:pt x="11" y="126"/>
                </a:cubicBezTo>
                <a:cubicBezTo>
                  <a:pt x="10" y="128"/>
                  <a:pt x="8" y="129"/>
                  <a:pt x="5" y="129"/>
                </a:cubicBezTo>
                <a:close/>
              </a:path>
            </a:pathLst>
          </a:custGeom>
          <a:solidFill>
            <a:srgbClr val="085EB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3" name="Freeform 49">
            <a:extLst>
              <a:ext uri="{FF2B5EF4-FFF2-40B4-BE49-F238E27FC236}">
                <a16:creationId xmlns:a16="http://schemas.microsoft.com/office/drawing/2014/main" id="{FAA3BF79-0288-4F8E-AEC0-B042761F8A05}"/>
              </a:ext>
            </a:extLst>
          </p:cNvPr>
          <p:cNvSpPr>
            <a:spLocks/>
          </p:cNvSpPr>
          <p:nvPr/>
        </p:nvSpPr>
        <p:spPr bwMode="auto">
          <a:xfrm>
            <a:off x="6569075" y="2787650"/>
            <a:ext cx="60325" cy="206375"/>
          </a:xfrm>
          <a:custGeom>
            <a:avLst/>
            <a:gdLst>
              <a:gd name="T0" fmla="*/ 14 w 26"/>
              <a:gd name="T1" fmla="*/ 90 h 90"/>
              <a:gd name="T2" fmla="*/ 9 w 26"/>
              <a:gd name="T3" fmla="*/ 87 h 90"/>
              <a:gd name="T4" fmla="*/ 15 w 26"/>
              <a:gd name="T5" fmla="*/ 4 h 90"/>
              <a:gd name="T6" fmla="*/ 22 w 26"/>
              <a:gd name="T7" fmla="*/ 1 h 90"/>
              <a:gd name="T8" fmla="*/ 25 w 26"/>
              <a:gd name="T9" fmla="*/ 8 h 90"/>
              <a:gd name="T10" fmla="*/ 20 w 26"/>
              <a:gd name="T11" fmla="*/ 83 h 90"/>
              <a:gd name="T12" fmla="*/ 17 w 26"/>
              <a:gd name="T13" fmla="*/ 90 h 90"/>
              <a:gd name="T14" fmla="*/ 14 w 26"/>
              <a:gd name="T1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6" h="90">
                <a:moveTo>
                  <a:pt x="14" y="90"/>
                </a:moveTo>
                <a:cubicBezTo>
                  <a:pt x="12" y="90"/>
                  <a:pt x="10" y="89"/>
                  <a:pt x="9" y="87"/>
                </a:cubicBezTo>
                <a:cubicBezTo>
                  <a:pt x="0" y="65"/>
                  <a:pt x="2" y="26"/>
                  <a:pt x="15" y="4"/>
                </a:cubicBezTo>
                <a:cubicBezTo>
                  <a:pt x="16" y="1"/>
                  <a:pt x="20" y="0"/>
                  <a:pt x="22" y="1"/>
                </a:cubicBezTo>
                <a:cubicBezTo>
                  <a:pt x="25" y="2"/>
                  <a:pt x="26" y="5"/>
                  <a:pt x="25" y="8"/>
                </a:cubicBezTo>
                <a:cubicBezTo>
                  <a:pt x="14" y="28"/>
                  <a:pt x="12" y="64"/>
                  <a:pt x="20" y="83"/>
                </a:cubicBezTo>
                <a:cubicBezTo>
                  <a:pt x="21" y="86"/>
                  <a:pt x="20" y="89"/>
                  <a:pt x="17" y="90"/>
                </a:cubicBezTo>
                <a:cubicBezTo>
                  <a:pt x="16" y="90"/>
                  <a:pt x="15" y="90"/>
                  <a:pt x="14" y="9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4" name="Freeform 50">
            <a:extLst>
              <a:ext uri="{FF2B5EF4-FFF2-40B4-BE49-F238E27FC236}">
                <a16:creationId xmlns:a16="http://schemas.microsoft.com/office/drawing/2014/main" id="{0C0A97E4-6765-477B-B080-C1FBCE7A45B0}"/>
              </a:ext>
            </a:extLst>
          </p:cNvPr>
          <p:cNvSpPr>
            <a:spLocks noEditPoints="1"/>
          </p:cNvSpPr>
          <p:nvPr/>
        </p:nvSpPr>
        <p:spPr bwMode="auto">
          <a:xfrm>
            <a:off x="6448425" y="2927350"/>
            <a:ext cx="387350" cy="265113"/>
          </a:xfrm>
          <a:custGeom>
            <a:avLst/>
            <a:gdLst>
              <a:gd name="T0" fmla="*/ 137 w 168"/>
              <a:gd name="T1" fmla="*/ 114 h 115"/>
              <a:gd name="T2" fmla="*/ 102 w 168"/>
              <a:gd name="T3" fmla="*/ 100 h 115"/>
              <a:gd name="T4" fmla="*/ 78 w 168"/>
              <a:gd name="T5" fmla="*/ 72 h 115"/>
              <a:gd name="T6" fmla="*/ 34 w 168"/>
              <a:gd name="T7" fmla="*/ 80 h 115"/>
              <a:gd name="T8" fmla="*/ 10 w 168"/>
              <a:gd name="T9" fmla="*/ 75 h 115"/>
              <a:gd name="T10" fmla="*/ 2 w 168"/>
              <a:gd name="T11" fmla="*/ 47 h 115"/>
              <a:gd name="T12" fmla="*/ 44 w 168"/>
              <a:gd name="T13" fmla="*/ 1 h 115"/>
              <a:gd name="T14" fmla="*/ 50 w 168"/>
              <a:gd name="T15" fmla="*/ 6 h 115"/>
              <a:gd name="T16" fmla="*/ 44 w 168"/>
              <a:gd name="T17" fmla="*/ 11 h 115"/>
              <a:gd name="T18" fmla="*/ 14 w 168"/>
              <a:gd name="T19" fmla="*/ 48 h 115"/>
              <a:gd name="T20" fmla="*/ 18 w 168"/>
              <a:gd name="T21" fmla="*/ 67 h 115"/>
              <a:gd name="T22" fmla="*/ 32 w 168"/>
              <a:gd name="T23" fmla="*/ 70 h 115"/>
              <a:gd name="T24" fmla="*/ 51 w 168"/>
              <a:gd name="T25" fmla="*/ 67 h 115"/>
              <a:gd name="T26" fmla="*/ 49 w 168"/>
              <a:gd name="T27" fmla="*/ 63 h 115"/>
              <a:gd name="T28" fmla="*/ 64 w 168"/>
              <a:gd name="T29" fmla="*/ 31 h 115"/>
              <a:gd name="T30" fmla="*/ 83 w 168"/>
              <a:gd name="T31" fmla="*/ 26 h 115"/>
              <a:gd name="T32" fmla="*/ 113 w 168"/>
              <a:gd name="T33" fmla="*/ 35 h 115"/>
              <a:gd name="T34" fmla="*/ 146 w 168"/>
              <a:gd name="T35" fmla="*/ 66 h 115"/>
              <a:gd name="T36" fmla="*/ 152 w 168"/>
              <a:gd name="T37" fmla="*/ 72 h 115"/>
              <a:gd name="T38" fmla="*/ 160 w 168"/>
              <a:gd name="T39" fmla="*/ 81 h 115"/>
              <a:gd name="T40" fmla="*/ 150 w 168"/>
              <a:gd name="T41" fmla="*/ 112 h 115"/>
              <a:gd name="T42" fmla="*/ 137 w 168"/>
              <a:gd name="T43" fmla="*/ 114 h 115"/>
              <a:gd name="T44" fmla="*/ 81 w 168"/>
              <a:gd name="T45" fmla="*/ 61 h 115"/>
              <a:gd name="T46" fmla="*/ 85 w 168"/>
              <a:gd name="T47" fmla="*/ 63 h 115"/>
              <a:gd name="T48" fmla="*/ 110 w 168"/>
              <a:gd name="T49" fmla="*/ 92 h 115"/>
              <a:gd name="T50" fmla="*/ 144 w 168"/>
              <a:gd name="T51" fmla="*/ 103 h 115"/>
              <a:gd name="T52" fmla="*/ 150 w 168"/>
              <a:gd name="T53" fmla="*/ 87 h 115"/>
              <a:gd name="T54" fmla="*/ 144 w 168"/>
              <a:gd name="T55" fmla="*/ 80 h 115"/>
              <a:gd name="T56" fmla="*/ 135 w 168"/>
              <a:gd name="T57" fmla="*/ 64 h 115"/>
              <a:gd name="T58" fmla="*/ 109 w 168"/>
              <a:gd name="T59" fmla="*/ 45 h 115"/>
              <a:gd name="T60" fmla="*/ 81 w 168"/>
              <a:gd name="T61" fmla="*/ 37 h 115"/>
              <a:gd name="T62" fmla="*/ 70 w 168"/>
              <a:gd name="T63" fmla="*/ 40 h 115"/>
              <a:gd name="T64" fmla="*/ 61 w 168"/>
              <a:gd name="T65" fmla="*/ 64 h 115"/>
              <a:gd name="T66" fmla="*/ 60 w 168"/>
              <a:gd name="T67" fmla="*/ 65 h 115"/>
              <a:gd name="T68" fmla="*/ 79 w 168"/>
              <a:gd name="T69" fmla="*/ 61 h 115"/>
              <a:gd name="T70" fmla="*/ 81 w 168"/>
              <a:gd name="T71" fmla="*/ 61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68" h="115">
                <a:moveTo>
                  <a:pt x="137" y="114"/>
                </a:moveTo>
                <a:cubicBezTo>
                  <a:pt x="124" y="113"/>
                  <a:pt x="110" y="105"/>
                  <a:pt x="102" y="100"/>
                </a:cubicBezTo>
                <a:cubicBezTo>
                  <a:pt x="93" y="93"/>
                  <a:pt x="82" y="78"/>
                  <a:pt x="78" y="72"/>
                </a:cubicBezTo>
                <a:cubicBezTo>
                  <a:pt x="70" y="74"/>
                  <a:pt x="52" y="78"/>
                  <a:pt x="34" y="80"/>
                </a:cubicBezTo>
                <a:cubicBezTo>
                  <a:pt x="23" y="82"/>
                  <a:pt x="15" y="80"/>
                  <a:pt x="10" y="75"/>
                </a:cubicBezTo>
                <a:cubicBezTo>
                  <a:pt x="0" y="66"/>
                  <a:pt x="1" y="52"/>
                  <a:pt x="2" y="47"/>
                </a:cubicBezTo>
                <a:cubicBezTo>
                  <a:pt x="5" y="28"/>
                  <a:pt x="19" y="1"/>
                  <a:pt x="44" y="1"/>
                </a:cubicBezTo>
                <a:cubicBezTo>
                  <a:pt x="47" y="0"/>
                  <a:pt x="50" y="3"/>
                  <a:pt x="50" y="6"/>
                </a:cubicBezTo>
                <a:cubicBezTo>
                  <a:pt x="50" y="8"/>
                  <a:pt x="47" y="11"/>
                  <a:pt x="44" y="11"/>
                </a:cubicBezTo>
                <a:cubicBezTo>
                  <a:pt x="24" y="12"/>
                  <a:pt x="15" y="38"/>
                  <a:pt x="14" y="48"/>
                </a:cubicBezTo>
                <a:cubicBezTo>
                  <a:pt x="12" y="56"/>
                  <a:pt x="14" y="64"/>
                  <a:pt x="18" y="67"/>
                </a:cubicBezTo>
                <a:cubicBezTo>
                  <a:pt x="21" y="70"/>
                  <a:pt x="26" y="71"/>
                  <a:pt x="32" y="70"/>
                </a:cubicBezTo>
                <a:cubicBezTo>
                  <a:pt x="39" y="69"/>
                  <a:pt x="45" y="68"/>
                  <a:pt x="51" y="67"/>
                </a:cubicBezTo>
                <a:cubicBezTo>
                  <a:pt x="50" y="66"/>
                  <a:pt x="49" y="65"/>
                  <a:pt x="49" y="63"/>
                </a:cubicBezTo>
                <a:cubicBezTo>
                  <a:pt x="50" y="48"/>
                  <a:pt x="55" y="38"/>
                  <a:pt x="64" y="31"/>
                </a:cubicBezTo>
                <a:cubicBezTo>
                  <a:pt x="72" y="25"/>
                  <a:pt x="81" y="26"/>
                  <a:pt x="83" y="26"/>
                </a:cubicBezTo>
                <a:cubicBezTo>
                  <a:pt x="84" y="27"/>
                  <a:pt x="91" y="28"/>
                  <a:pt x="113" y="35"/>
                </a:cubicBezTo>
                <a:cubicBezTo>
                  <a:pt x="140" y="43"/>
                  <a:pt x="148" y="56"/>
                  <a:pt x="146" y="66"/>
                </a:cubicBezTo>
                <a:cubicBezTo>
                  <a:pt x="146" y="67"/>
                  <a:pt x="149" y="70"/>
                  <a:pt x="152" y="72"/>
                </a:cubicBezTo>
                <a:cubicBezTo>
                  <a:pt x="154" y="75"/>
                  <a:pt x="158" y="78"/>
                  <a:pt x="160" y="81"/>
                </a:cubicBezTo>
                <a:cubicBezTo>
                  <a:pt x="168" y="92"/>
                  <a:pt x="161" y="105"/>
                  <a:pt x="150" y="112"/>
                </a:cubicBezTo>
                <a:cubicBezTo>
                  <a:pt x="147" y="114"/>
                  <a:pt x="142" y="115"/>
                  <a:pt x="137" y="114"/>
                </a:cubicBezTo>
                <a:close/>
                <a:moveTo>
                  <a:pt x="81" y="61"/>
                </a:moveTo>
                <a:cubicBezTo>
                  <a:pt x="83" y="61"/>
                  <a:pt x="84" y="62"/>
                  <a:pt x="85" y="63"/>
                </a:cubicBezTo>
                <a:cubicBezTo>
                  <a:pt x="85" y="64"/>
                  <a:pt x="99" y="83"/>
                  <a:pt x="110" y="92"/>
                </a:cubicBezTo>
                <a:cubicBezTo>
                  <a:pt x="122" y="101"/>
                  <a:pt x="139" y="106"/>
                  <a:pt x="144" y="103"/>
                </a:cubicBezTo>
                <a:cubicBezTo>
                  <a:pt x="149" y="100"/>
                  <a:pt x="155" y="93"/>
                  <a:pt x="150" y="87"/>
                </a:cubicBezTo>
                <a:cubicBezTo>
                  <a:pt x="149" y="84"/>
                  <a:pt x="146" y="82"/>
                  <a:pt x="144" y="80"/>
                </a:cubicBezTo>
                <a:cubicBezTo>
                  <a:pt x="139" y="76"/>
                  <a:pt x="133" y="71"/>
                  <a:pt x="135" y="64"/>
                </a:cubicBezTo>
                <a:cubicBezTo>
                  <a:pt x="136" y="60"/>
                  <a:pt x="130" y="51"/>
                  <a:pt x="109" y="45"/>
                </a:cubicBezTo>
                <a:cubicBezTo>
                  <a:pt x="86" y="38"/>
                  <a:pt x="81" y="37"/>
                  <a:pt x="81" y="37"/>
                </a:cubicBezTo>
                <a:cubicBezTo>
                  <a:pt x="81" y="37"/>
                  <a:pt x="75" y="36"/>
                  <a:pt x="70" y="40"/>
                </a:cubicBezTo>
                <a:cubicBezTo>
                  <a:pt x="65" y="44"/>
                  <a:pt x="61" y="52"/>
                  <a:pt x="61" y="64"/>
                </a:cubicBezTo>
                <a:cubicBezTo>
                  <a:pt x="60" y="64"/>
                  <a:pt x="60" y="65"/>
                  <a:pt x="60" y="65"/>
                </a:cubicBezTo>
                <a:cubicBezTo>
                  <a:pt x="71" y="63"/>
                  <a:pt x="79" y="61"/>
                  <a:pt x="79" y="61"/>
                </a:cubicBezTo>
                <a:cubicBezTo>
                  <a:pt x="80" y="61"/>
                  <a:pt x="80" y="61"/>
                  <a:pt x="81" y="6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5" name="Freeform 51">
            <a:extLst>
              <a:ext uri="{FF2B5EF4-FFF2-40B4-BE49-F238E27FC236}">
                <a16:creationId xmlns:a16="http://schemas.microsoft.com/office/drawing/2014/main" id="{C4765F17-E54A-479B-82B3-11F2F3C51739}"/>
              </a:ext>
            </a:extLst>
          </p:cNvPr>
          <p:cNvSpPr>
            <a:spLocks/>
          </p:cNvSpPr>
          <p:nvPr/>
        </p:nvSpPr>
        <p:spPr bwMode="auto">
          <a:xfrm>
            <a:off x="6840538" y="2849563"/>
            <a:ext cx="187325" cy="227013"/>
          </a:xfrm>
          <a:custGeom>
            <a:avLst/>
            <a:gdLst>
              <a:gd name="T0" fmla="*/ 5 w 81"/>
              <a:gd name="T1" fmla="*/ 98 h 99"/>
              <a:gd name="T2" fmla="*/ 0 w 81"/>
              <a:gd name="T3" fmla="*/ 92 h 99"/>
              <a:gd name="T4" fmla="*/ 75 w 81"/>
              <a:gd name="T5" fmla="*/ 3 h 99"/>
              <a:gd name="T6" fmla="*/ 80 w 81"/>
              <a:gd name="T7" fmla="*/ 9 h 99"/>
              <a:gd name="T8" fmla="*/ 74 w 81"/>
              <a:gd name="T9" fmla="*/ 14 h 99"/>
              <a:gd name="T10" fmla="*/ 12 w 81"/>
              <a:gd name="T11" fmla="*/ 94 h 99"/>
              <a:gd name="T12" fmla="*/ 5 w 81"/>
              <a:gd name="T13" fmla="*/ 98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1" h="99">
                <a:moveTo>
                  <a:pt x="5" y="98"/>
                </a:moveTo>
                <a:cubicBezTo>
                  <a:pt x="2" y="98"/>
                  <a:pt x="0" y="95"/>
                  <a:pt x="0" y="92"/>
                </a:cubicBezTo>
                <a:cubicBezTo>
                  <a:pt x="10" y="14"/>
                  <a:pt x="47" y="0"/>
                  <a:pt x="75" y="3"/>
                </a:cubicBezTo>
                <a:cubicBezTo>
                  <a:pt x="79" y="3"/>
                  <a:pt x="81" y="6"/>
                  <a:pt x="80" y="9"/>
                </a:cubicBezTo>
                <a:cubicBezTo>
                  <a:pt x="80" y="12"/>
                  <a:pt x="77" y="14"/>
                  <a:pt x="74" y="14"/>
                </a:cubicBezTo>
                <a:cubicBezTo>
                  <a:pt x="31" y="9"/>
                  <a:pt x="17" y="55"/>
                  <a:pt x="12" y="94"/>
                </a:cubicBezTo>
                <a:cubicBezTo>
                  <a:pt x="11" y="97"/>
                  <a:pt x="9" y="99"/>
                  <a:pt x="5" y="9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6" name="Freeform 52">
            <a:extLst>
              <a:ext uri="{FF2B5EF4-FFF2-40B4-BE49-F238E27FC236}">
                <a16:creationId xmlns:a16="http://schemas.microsoft.com/office/drawing/2014/main" id="{F8E161B4-7084-40C3-B5E1-84B4EDA9BD53}"/>
              </a:ext>
            </a:extLst>
          </p:cNvPr>
          <p:cNvSpPr>
            <a:spLocks/>
          </p:cNvSpPr>
          <p:nvPr/>
        </p:nvSpPr>
        <p:spPr bwMode="auto">
          <a:xfrm>
            <a:off x="6759575" y="3060700"/>
            <a:ext cx="152400" cy="30163"/>
          </a:xfrm>
          <a:custGeom>
            <a:avLst/>
            <a:gdLst>
              <a:gd name="T0" fmla="*/ 5 w 66"/>
              <a:gd name="T1" fmla="*/ 12 h 13"/>
              <a:gd name="T2" fmla="*/ 0 w 66"/>
              <a:gd name="T3" fmla="*/ 7 h 13"/>
              <a:gd name="T4" fmla="*/ 5 w 66"/>
              <a:gd name="T5" fmla="*/ 1 h 13"/>
              <a:gd name="T6" fmla="*/ 61 w 66"/>
              <a:gd name="T7" fmla="*/ 2 h 13"/>
              <a:gd name="T8" fmla="*/ 66 w 66"/>
              <a:gd name="T9" fmla="*/ 8 h 13"/>
              <a:gd name="T10" fmla="*/ 60 w 66"/>
              <a:gd name="T11" fmla="*/ 12 h 13"/>
              <a:gd name="T12" fmla="*/ 6 w 66"/>
              <a:gd name="T13" fmla="*/ 12 h 13"/>
              <a:gd name="T14" fmla="*/ 5 w 66"/>
              <a:gd name="T15" fmla="*/ 12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" h="13">
                <a:moveTo>
                  <a:pt x="5" y="12"/>
                </a:moveTo>
                <a:cubicBezTo>
                  <a:pt x="2" y="12"/>
                  <a:pt x="0" y="10"/>
                  <a:pt x="0" y="7"/>
                </a:cubicBezTo>
                <a:cubicBezTo>
                  <a:pt x="0" y="4"/>
                  <a:pt x="2" y="2"/>
                  <a:pt x="5" y="1"/>
                </a:cubicBezTo>
                <a:cubicBezTo>
                  <a:pt x="7" y="1"/>
                  <a:pt x="43" y="0"/>
                  <a:pt x="61" y="2"/>
                </a:cubicBezTo>
                <a:cubicBezTo>
                  <a:pt x="64" y="2"/>
                  <a:pt x="66" y="5"/>
                  <a:pt x="66" y="8"/>
                </a:cubicBezTo>
                <a:cubicBezTo>
                  <a:pt x="66" y="10"/>
                  <a:pt x="63" y="13"/>
                  <a:pt x="60" y="12"/>
                </a:cubicBezTo>
                <a:cubicBezTo>
                  <a:pt x="42" y="10"/>
                  <a:pt x="6" y="12"/>
                  <a:pt x="6" y="12"/>
                </a:cubicBezTo>
                <a:lnTo>
                  <a:pt x="5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7" name="Freeform 53">
            <a:extLst>
              <a:ext uri="{FF2B5EF4-FFF2-40B4-BE49-F238E27FC236}">
                <a16:creationId xmlns:a16="http://schemas.microsoft.com/office/drawing/2014/main" id="{29551E78-439D-4BBB-BDCD-041CE1909DF9}"/>
              </a:ext>
            </a:extLst>
          </p:cNvPr>
          <p:cNvSpPr>
            <a:spLocks/>
          </p:cNvSpPr>
          <p:nvPr/>
        </p:nvSpPr>
        <p:spPr bwMode="auto">
          <a:xfrm>
            <a:off x="6472238" y="2506663"/>
            <a:ext cx="219075" cy="41275"/>
          </a:xfrm>
          <a:custGeom>
            <a:avLst/>
            <a:gdLst>
              <a:gd name="T0" fmla="*/ 89 w 95"/>
              <a:gd name="T1" fmla="*/ 18 h 18"/>
              <a:gd name="T2" fmla="*/ 5 w 95"/>
              <a:gd name="T3" fmla="*/ 10 h 18"/>
              <a:gd name="T4" fmla="*/ 1 w 95"/>
              <a:gd name="T5" fmla="*/ 5 h 18"/>
              <a:gd name="T6" fmla="*/ 7 w 95"/>
              <a:gd name="T7" fmla="*/ 0 h 18"/>
              <a:gd name="T8" fmla="*/ 90 w 95"/>
              <a:gd name="T9" fmla="*/ 7 h 18"/>
              <a:gd name="T10" fmla="*/ 95 w 95"/>
              <a:gd name="T11" fmla="*/ 13 h 18"/>
              <a:gd name="T12" fmla="*/ 89 w 95"/>
              <a:gd name="T13" fmla="*/ 18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5" h="18">
                <a:moveTo>
                  <a:pt x="89" y="18"/>
                </a:moveTo>
                <a:cubicBezTo>
                  <a:pt x="5" y="10"/>
                  <a:pt x="5" y="10"/>
                  <a:pt x="5" y="10"/>
                </a:cubicBezTo>
                <a:cubicBezTo>
                  <a:pt x="2" y="10"/>
                  <a:pt x="0" y="8"/>
                  <a:pt x="1" y="5"/>
                </a:cubicBezTo>
                <a:cubicBezTo>
                  <a:pt x="1" y="2"/>
                  <a:pt x="4" y="0"/>
                  <a:pt x="7" y="0"/>
                </a:cubicBezTo>
                <a:cubicBezTo>
                  <a:pt x="90" y="7"/>
                  <a:pt x="90" y="7"/>
                  <a:pt x="90" y="7"/>
                </a:cubicBezTo>
                <a:cubicBezTo>
                  <a:pt x="93" y="8"/>
                  <a:pt x="95" y="10"/>
                  <a:pt x="95" y="13"/>
                </a:cubicBezTo>
                <a:cubicBezTo>
                  <a:pt x="95" y="16"/>
                  <a:pt x="92" y="18"/>
                  <a:pt x="89" y="1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8" name="Freeform 54">
            <a:extLst>
              <a:ext uri="{FF2B5EF4-FFF2-40B4-BE49-F238E27FC236}">
                <a16:creationId xmlns:a16="http://schemas.microsoft.com/office/drawing/2014/main" id="{C4E473F8-A963-4C41-8ACF-33D9A6659F1C}"/>
              </a:ext>
            </a:extLst>
          </p:cNvPr>
          <p:cNvSpPr>
            <a:spLocks/>
          </p:cNvSpPr>
          <p:nvPr/>
        </p:nvSpPr>
        <p:spPr bwMode="auto">
          <a:xfrm>
            <a:off x="6953250" y="2547938"/>
            <a:ext cx="219075" cy="42863"/>
          </a:xfrm>
          <a:custGeom>
            <a:avLst/>
            <a:gdLst>
              <a:gd name="T0" fmla="*/ 89 w 95"/>
              <a:gd name="T1" fmla="*/ 19 h 19"/>
              <a:gd name="T2" fmla="*/ 5 w 95"/>
              <a:gd name="T3" fmla="*/ 11 h 19"/>
              <a:gd name="T4" fmla="*/ 1 w 95"/>
              <a:gd name="T5" fmla="*/ 5 h 19"/>
              <a:gd name="T6" fmla="*/ 7 w 95"/>
              <a:gd name="T7" fmla="*/ 1 h 19"/>
              <a:gd name="T8" fmla="*/ 90 w 95"/>
              <a:gd name="T9" fmla="*/ 8 h 19"/>
              <a:gd name="T10" fmla="*/ 95 w 95"/>
              <a:gd name="T11" fmla="*/ 14 h 19"/>
              <a:gd name="T12" fmla="*/ 89 w 95"/>
              <a:gd name="T13" fmla="*/ 19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5" h="19">
                <a:moveTo>
                  <a:pt x="89" y="19"/>
                </a:moveTo>
                <a:cubicBezTo>
                  <a:pt x="5" y="11"/>
                  <a:pt x="5" y="11"/>
                  <a:pt x="5" y="11"/>
                </a:cubicBezTo>
                <a:cubicBezTo>
                  <a:pt x="2" y="11"/>
                  <a:pt x="0" y="8"/>
                  <a:pt x="1" y="5"/>
                </a:cubicBezTo>
                <a:cubicBezTo>
                  <a:pt x="1" y="3"/>
                  <a:pt x="4" y="0"/>
                  <a:pt x="7" y="1"/>
                </a:cubicBezTo>
                <a:cubicBezTo>
                  <a:pt x="90" y="8"/>
                  <a:pt x="90" y="8"/>
                  <a:pt x="90" y="8"/>
                </a:cubicBezTo>
                <a:cubicBezTo>
                  <a:pt x="93" y="8"/>
                  <a:pt x="95" y="11"/>
                  <a:pt x="95" y="14"/>
                </a:cubicBezTo>
                <a:cubicBezTo>
                  <a:pt x="94" y="17"/>
                  <a:pt x="92" y="19"/>
                  <a:pt x="89" y="19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9" name="Freeform 55">
            <a:extLst>
              <a:ext uri="{FF2B5EF4-FFF2-40B4-BE49-F238E27FC236}">
                <a16:creationId xmlns:a16="http://schemas.microsoft.com/office/drawing/2014/main" id="{3037E19F-A3A8-4885-82C9-15238062F0B4}"/>
              </a:ext>
            </a:extLst>
          </p:cNvPr>
          <p:cNvSpPr>
            <a:spLocks noEditPoints="1"/>
          </p:cNvSpPr>
          <p:nvPr/>
        </p:nvSpPr>
        <p:spPr bwMode="auto">
          <a:xfrm>
            <a:off x="6356350" y="2281238"/>
            <a:ext cx="857250" cy="1009650"/>
          </a:xfrm>
          <a:custGeom>
            <a:avLst/>
            <a:gdLst>
              <a:gd name="T0" fmla="*/ 325 w 372"/>
              <a:gd name="T1" fmla="*/ 439 h 439"/>
              <a:gd name="T2" fmla="*/ 5 w 372"/>
              <a:gd name="T3" fmla="*/ 405 h 439"/>
              <a:gd name="T4" fmla="*/ 0 w 372"/>
              <a:gd name="T5" fmla="*/ 399 h 439"/>
              <a:gd name="T6" fmla="*/ 68 w 372"/>
              <a:gd name="T7" fmla="*/ 5 h 439"/>
              <a:gd name="T8" fmla="*/ 74 w 372"/>
              <a:gd name="T9" fmla="*/ 1 h 439"/>
              <a:gd name="T10" fmla="*/ 367 w 372"/>
              <a:gd name="T11" fmla="*/ 25 h 439"/>
              <a:gd name="T12" fmla="*/ 372 w 372"/>
              <a:gd name="T13" fmla="*/ 31 h 439"/>
              <a:gd name="T14" fmla="*/ 332 w 372"/>
              <a:gd name="T15" fmla="*/ 434 h 439"/>
              <a:gd name="T16" fmla="*/ 325 w 372"/>
              <a:gd name="T17" fmla="*/ 439 h 439"/>
              <a:gd name="T18" fmla="*/ 12 w 372"/>
              <a:gd name="T19" fmla="*/ 395 h 439"/>
              <a:gd name="T20" fmla="*/ 321 w 372"/>
              <a:gd name="T21" fmla="*/ 427 h 439"/>
              <a:gd name="T22" fmla="*/ 361 w 372"/>
              <a:gd name="T23" fmla="*/ 35 h 439"/>
              <a:gd name="T24" fmla="*/ 77 w 372"/>
              <a:gd name="T25" fmla="*/ 11 h 439"/>
              <a:gd name="T26" fmla="*/ 12 w 372"/>
              <a:gd name="T27" fmla="*/ 395 h 4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2" h="439">
                <a:moveTo>
                  <a:pt x="325" y="439"/>
                </a:moveTo>
                <a:cubicBezTo>
                  <a:pt x="5" y="405"/>
                  <a:pt x="5" y="405"/>
                  <a:pt x="5" y="405"/>
                </a:cubicBezTo>
                <a:cubicBezTo>
                  <a:pt x="2" y="405"/>
                  <a:pt x="0" y="402"/>
                  <a:pt x="0" y="399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2"/>
                  <a:pt x="71" y="0"/>
                  <a:pt x="74" y="1"/>
                </a:cubicBezTo>
                <a:cubicBezTo>
                  <a:pt x="367" y="25"/>
                  <a:pt x="367" y="25"/>
                  <a:pt x="367" y="25"/>
                </a:cubicBezTo>
                <a:cubicBezTo>
                  <a:pt x="370" y="25"/>
                  <a:pt x="372" y="28"/>
                  <a:pt x="372" y="31"/>
                </a:cubicBezTo>
                <a:cubicBezTo>
                  <a:pt x="332" y="434"/>
                  <a:pt x="332" y="434"/>
                  <a:pt x="332" y="434"/>
                </a:cubicBezTo>
                <a:cubicBezTo>
                  <a:pt x="331" y="437"/>
                  <a:pt x="329" y="439"/>
                  <a:pt x="325" y="439"/>
                </a:cubicBezTo>
                <a:close/>
                <a:moveTo>
                  <a:pt x="12" y="395"/>
                </a:moveTo>
                <a:cubicBezTo>
                  <a:pt x="321" y="427"/>
                  <a:pt x="321" y="427"/>
                  <a:pt x="321" y="427"/>
                </a:cubicBezTo>
                <a:cubicBezTo>
                  <a:pt x="361" y="35"/>
                  <a:pt x="361" y="35"/>
                  <a:pt x="361" y="35"/>
                </a:cubicBezTo>
                <a:cubicBezTo>
                  <a:pt x="77" y="11"/>
                  <a:pt x="77" y="11"/>
                  <a:pt x="77" y="11"/>
                </a:cubicBezTo>
                <a:lnTo>
                  <a:pt x="12" y="39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0" name="Freeform 56">
            <a:extLst>
              <a:ext uri="{FF2B5EF4-FFF2-40B4-BE49-F238E27FC236}">
                <a16:creationId xmlns:a16="http://schemas.microsoft.com/office/drawing/2014/main" id="{3F86414B-B40D-4D3C-BB8C-79FA603C876C}"/>
              </a:ext>
            </a:extLst>
          </p:cNvPr>
          <p:cNvSpPr>
            <a:spLocks noEditPoints="1"/>
          </p:cNvSpPr>
          <p:nvPr/>
        </p:nvSpPr>
        <p:spPr bwMode="auto">
          <a:xfrm>
            <a:off x="6205538" y="2159000"/>
            <a:ext cx="1139825" cy="1260475"/>
          </a:xfrm>
          <a:custGeom>
            <a:avLst/>
            <a:gdLst>
              <a:gd name="T0" fmla="*/ 444 w 495"/>
              <a:gd name="T1" fmla="*/ 548 h 548"/>
              <a:gd name="T2" fmla="*/ 5 w 495"/>
              <a:gd name="T3" fmla="*/ 501 h 548"/>
              <a:gd name="T4" fmla="*/ 0 w 495"/>
              <a:gd name="T5" fmla="*/ 495 h 548"/>
              <a:gd name="T6" fmla="*/ 90 w 495"/>
              <a:gd name="T7" fmla="*/ 5 h 548"/>
              <a:gd name="T8" fmla="*/ 97 w 495"/>
              <a:gd name="T9" fmla="*/ 1 h 548"/>
              <a:gd name="T10" fmla="*/ 490 w 495"/>
              <a:gd name="T11" fmla="*/ 33 h 548"/>
              <a:gd name="T12" fmla="*/ 494 w 495"/>
              <a:gd name="T13" fmla="*/ 38 h 548"/>
              <a:gd name="T14" fmla="*/ 450 w 495"/>
              <a:gd name="T15" fmla="*/ 543 h 548"/>
              <a:gd name="T16" fmla="*/ 444 w 495"/>
              <a:gd name="T17" fmla="*/ 548 h 548"/>
              <a:gd name="T18" fmla="*/ 13 w 495"/>
              <a:gd name="T19" fmla="*/ 491 h 548"/>
              <a:gd name="T20" fmla="*/ 439 w 495"/>
              <a:gd name="T21" fmla="*/ 536 h 548"/>
              <a:gd name="T22" fmla="*/ 483 w 495"/>
              <a:gd name="T23" fmla="*/ 43 h 548"/>
              <a:gd name="T24" fmla="*/ 100 w 495"/>
              <a:gd name="T25" fmla="*/ 11 h 548"/>
              <a:gd name="T26" fmla="*/ 13 w 495"/>
              <a:gd name="T27" fmla="*/ 491 h 5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95" h="548">
                <a:moveTo>
                  <a:pt x="444" y="548"/>
                </a:moveTo>
                <a:cubicBezTo>
                  <a:pt x="5" y="501"/>
                  <a:pt x="5" y="501"/>
                  <a:pt x="5" y="501"/>
                </a:cubicBezTo>
                <a:cubicBezTo>
                  <a:pt x="2" y="500"/>
                  <a:pt x="0" y="498"/>
                  <a:pt x="0" y="495"/>
                </a:cubicBezTo>
                <a:cubicBezTo>
                  <a:pt x="90" y="5"/>
                  <a:pt x="90" y="5"/>
                  <a:pt x="90" y="5"/>
                </a:cubicBezTo>
                <a:cubicBezTo>
                  <a:pt x="91" y="2"/>
                  <a:pt x="94" y="0"/>
                  <a:pt x="97" y="1"/>
                </a:cubicBezTo>
                <a:cubicBezTo>
                  <a:pt x="490" y="33"/>
                  <a:pt x="490" y="33"/>
                  <a:pt x="490" y="33"/>
                </a:cubicBezTo>
                <a:cubicBezTo>
                  <a:pt x="493" y="33"/>
                  <a:pt x="495" y="35"/>
                  <a:pt x="494" y="38"/>
                </a:cubicBezTo>
                <a:cubicBezTo>
                  <a:pt x="450" y="543"/>
                  <a:pt x="450" y="543"/>
                  <a:pt x="450" y="543"/>
                </a:cubicBezTo>
                <a:cubicBezTo>
                  <a:pt x="450" y="546"/>
                  <a:pt x="447" y="548"/>
                  <a:pt x="444" y="548"/>
                </a:cubicBezTo>
                <a:close/>
                <a:moveTo>
                  <a:pt x="13" y="491"/>
                </a:moveTo>
                <a:cubicBezTo>
                  <a:pt x="439" y="536"/>
                  <a:pt x="439" y="536"/>
                  <a:pt x="439" y="536"/>
                </a:cubicBezTo>
                <a:cubicBezTo>
                  <a:pt x="483" y="43"/>
                  <a:pt x="483" y="43"/>
                  <a:pt x="483" y="43"/>
                </a:cubicBezTo>
                <a:cubicBezTo>
                  <a:pt x="100" y="11"/>
                  <a:pt x="100" y="11"/>
                  <a:pt x="100" y="11"/>
                </a:cubicBezTo>
                <a:lnTo>
                  <a:pt x="13" y="491"/>
                </a:ln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1" name="Freeform 57">
            <a:extLst>
              <a:ext uri="{FF2B5EF4-FFF2-40B4-BE49-F238E27FC236}">
                <a16:creationId xmlns:a16="http://schemas.microsoft.com/office/drawing/2014/main" id="{56BFB364-50BA-45EB-82A2-3FB40FFFDBE7}"/>
              </a:ext>
            </a:extLst>
          </p:cNvPr>
          <p:cNvSpPr>
            <a:spLocks/>
          </p:cNvSpPr>
          <p:nvPr/>
        </p:nvSpPr>
        <p:spPr bwMode="auto">
          <a:xfrm>
            <a:off x="6953250" y="3598863"/>
            <a:ext cx="201613" cy="177800"/>
          </a:xfrm>
          <a:custGeom>
            <a:avLst/>
            <a:gdLst>
              <a:gd name="T0" fmla="*/ 13 w 127"/>
              <a:gd name="T1" fmla="*/ 0 h 112"/>
              <a:gd name="T2" fmla="*/ 127 w 127"/>
              <a:gd name="T3" fmla="*/ 9 h 112"/>
              <a:gd name="T4" fmla="*/ 117 w 127"/>
              <a:gd name="T5" fmla="*/ 112 h 112"/>
              <a:gd name="T6" fmla="*/ 0 w 127"/>
              <a:gd name="T7" fmla="*/ 105 h 112"/>
              <a:gd name="T8" fmla="*/ 13 w 127"/>
              <a:gd name="T9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7" h="112">
                <a:moveTo>
                  <a:pt x="13" y="0"/>
                </a:moveTo>
                <a:lnTo>
                  <a:pt x="127" y="9"/>
                </a:lnTo>
                <a:lnTo>
                  <a:pt x="117" y="112"/>
                </a:lnTo>
                <a:lnTo>
                  <a:pt x="0" y="105"/>
                </a:lnTo>
                <a:lnTo>
                  <a:pt x="13" y="0"/>
                </a:ln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2" name="Freeform 58">
            <a:extLst>
              <a:ext uri="{FF2B5EF4-FFF2-40B4-BE49-F238E27FC236}">
                <a16:creationId xmlns:a16="http://schemas.microsoft.com/office/drawing/2014/main" id="{E4C72B0E-F288-41E6-BC1E-5FE30AFAE270}"/>
              </a:ext>
            </a:extLst>
          </p:cNvPr>
          <p:cNvSpPr>
            <a:spLocks/>
          </p:cNvSpPr>
          <p:nvPr/>
        </p:nvSpPr>
        <p:spPr bwMode="auto">
          <a:xfrm>
            <a:off x="6996113" y="3622675"/>
            <a:ext cx="123825" cy="117475"/>
          </a:xfrm>
          <a:custGeom>
            <a:avLst/>
            <a:gdLst>
              <a:gd name="T0" fmla="*/ 0 w 54"/>
              <a:gd name="T1" fmla="*/ 51 h 51"/>
              <a:gd name="T2" fmla="*/ 1 w 54"/>
              <a:gd name="T3" fmla="*/ 48 h 51"/>
              <a:gd name="T4" fmla="*/ 8 w 54"/>
              <a:gd name="T5" fmla="*/ 29 h 51"/>
              <a:gd name="T6" fmla="*/ 9 w 54"/>
              <a:gd name="T7" fmla="*/ 29 h 51"/>
              <a:gd name="T8" fmla="*/ 14 w 54"/>
              <a:gd name="T9" fmla="*/ 29 h 51"/>
              <a:gd name="T10" fmla="*/ 20 w 54"/>
              <a:gd name="T11" fmla="*/ 29 h 51"/>
              <a:gd name="T12" fmla="*/ 26 w 54"/>
              <a:gd name="T13" fmla="*/ 30 h 51"/>
              <a:gd name="T14" fmla="*/ 32 w 54"/>
              <a:gd name="T15" fmla="*/ 30 h 51"/>
              <a:gd name="T16" fmla="*/ 38 w 54"/>
              <a:gd name="T17" fmla="*/ 30 h 51"/>
              <a:gd name="T18" fmla="*/ 40 w 54"/>
              <a:gd name="T19" fmla="*/ 30 h 51"/>
              <a:gd name="T20" fmla="*/ 40 w 54"/>
              <a:gd name="T21" fmla="*/ 30 h 51"/>
              <a:gd name="T22" fmla="*/ 32 w 54"/>
              <a:gd name="T23" fmla="*/ 28 h 51"/>
              <a:gd name="T24" fmla="*/ 24 w 54"/>
              <a:gd name="T25" fmla="*/ 26 h 51"/>
              <a:gd name="T26" fmla="*/ 17 w 54"/>
              <a:gd name="T27" fmla="*/ 25 h 51"/>
              <a:gd name="T28" fmla="*/ 10 w 54"/>
              <a:gd name="T29" fmla="*/ 23 h 51"/>
              <a:gd name="T30" fmla="*/ 9 w 54"/>
              <a:gd name="T31" fmla="*/ 23 h 51"/>
              <a:gd name="T32" fmla="*/ 9 w 54"/>
              <a:gd name="T33" fmla="*/ 23 h 51"/>
              <a:gd name="T34" fmla="*/ 8 w 54"/>
              <a:gd name="T35" fmla="*/ 15 h 51"/>
              <a:gd name="T36" fmla="*/ 6 w 54"/>
              <a:gd name="T37" fmla="*/ 0 h 51"/>
              <a:gd name="T38" fmla="*/ 5 w 54"/>
              <a:gd name="T39" fmla="*/ 0 h 51"/>
              <a:gd name="T40" fmla="*/ 54 w 54"/>
              <a:gd name="T41" fmla="*/ 31 h 51"/>
              <a:gd name="T42" fmla="*/ 0 w 54"/>
              <a:gd name="T43" fmla="*/ 51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54" h="51">
                <a:moveTo>
                  <a:pt x="0" y="51"/>
                </a:moveTo>
                <a:cubicBezTo>
                  <a:pt x="0" y="50"/>
                  <a:pt x="1" y="49"/>
                  <a:pt x="1" y="48"/>
                </a:cubicBezTo>
                <a:cubicBezTo>
                  <a:pt x="3" y="42"/>
                  <a:pt x="6" y="36"/>
                  <a:pt x="8" y="29"/>
                </a:cubicBezTo>
                <a:cubicBezTo>
                  <a:pt x="9" y="29"/>
                  <a:pt x="9" y="29"/>
                  <a:pt x="9" y="29"/>
                </a:cubicBezTo>
                <a:cubicBezTo>
                  <a:pt x="10" y="29"/>
                  <a:pt x="12" y="29"/>
                  <a:pt x="14" y="29"/>
                </a:cubicBezTo>
                <a:cubicBezTo>
                  <a:pt x="16" y="29"/>
                  <a:pt x="18" y="29"/>
                  <a:pt x="20" y="29"/>
                </a:cubicBezTo>
                <a:cubicBezTo>
                  <a:pt x="22" y="29"/>
                  <a:pt x="24" y="30"/>
                  <a:pt x="26" y="30"/>
                </a:cubicBezTo>
                <a:cubicBezTo>
                  <a:pt x="28" y="30"/>
                  <a:pt x="30" y="30"/>
                  <a:pt x="32" y="30"/>
                </a:cubicBezTo>
                <a:cubicBezTo>
                  <a:pt x="34" y="30"/>
                  <a:pt x="36" y="30"/>
                  <a:pt x="38" y="30"/>
                </a:cubicBezTo>
                <a:cubicBezTo>
                  <a:pt x="39" y="30"/>
                  <a:pt x="39" y="30"/>
                  <a:pt x="40" y="30"/>
                </a:cubicBezTo>
                <a:cubicBezTo>
                  <a:pt x="40" y="30"/>
                  <a:pt x="40" y="30"/>
                  <a:pt x="40" y="30"/>
                </a:cubicBezTo>
                <a:cubicBezTo>
                  <a:pt x="37" y="29"/>
                  <a:pt x="34" y="29"/>
                  <a:pt x="32" y="28"/>
                </a:cubicBezTo>
                <a:cubicBezTo>
                  <a:pt x="29" y="27"/>
                  <a:pt x="27" y="27"/>
                  <a:pt x="24" y="26"/>
                </a:cubicBezTo>
                <a:cubicBezTo>
                  <a:pt x="22" y="26"/>
                  <a:pt x="19" y="25"/>
                  <a:pt x="17" y="25"/>
                </a:cubicBezTo>
                <a:cubicBezTo>
                  <a:pt x="14" y="24"/>
                  <a:pt x="12" y="24"/>
                  <a:pt x="10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9" y="20"/>
                  <a:pt x="8" y="18"/>
                  <a:pt x="8" y="15"/>
                </a:cubicBezTo>
                <a:cubicBezTo>
                  <a:pt x="7" y="10"/>
                  <a:pt x="6" y="5"/>
                  <a:pt x="6" y="0"/>
                </a:cubicBezTo>
                <a:cubicBezTo>
                  <a:pt x="5" y="0"/>
                  <a:pt x="5" y="0"/>
                  <a:pt x="5" y="0"/>
                </a:cubicBezTo>
                <a:cubicBezTo>
                  <a:pt x="22" y="10"/>
                  <a:pt x="38" y="21"/>
                  <a:pt x="54" y="31"/>
                </a:cubicBezTo>
                <a:cubicBezTo>
                  <a:pt x="36" y="38"/>
                  <a:pt x="18" y="44"/>
                  <a:pt x="0" y="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3" name="Freeform 59">
            <a:extLst>
              <a:ext uri="{FF2B5EF4-FFF2-40B4-BE49-F238E27FC236}">
                <a16:creationId xmlns:a16="http://schemas.microsoft.com/office/drawing/2014/main" id="{0140F55F-E72C-4F0D-A456-89D323F4033E}"/>
              </a:ext>
            </a:extLst>
          </p:cNvPr>
          <p:cNvSpPr>
            <a:spLocks/>
          </p:cNvSpPr>
          <p:nvPr/>
        </p:nvSpPr>
        <p:spPr bwMode="auto">
          <a:xfrm>
            <a:off x="6843713" y="3797300"/>
            <a:ext cx="292100" cy="269875"/>
          </a:xfrm>
          <a:custGeom>
            <a:avLst/>
            <a:gdLst>
              <a:gd name="T0" fmla="*/ 17 w 184"/>
              <a:gd name="T1" fmla="*/ 0 h 170"/>
              <a:gd name="T2" fmla="*/ 184 w 184"/>
              <a:gd name="T3" fmla="*/ 13 h 170"/>
              <a:gd name="T4" fmla="*/ 167 w 184"/>
              <a:gd name="T5" fmla="*/ 170 h 170"/>
              <a:gd name="T6" fmla="*/ 0 w 184"/>
              <a:gd name="T7" fmla="*/ 151 h 170"/>
              <a:gd name="T8" fmla="*/ 17 w 184"/>
              <a:gd name="T9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4" h="170">
                <a:moveTo>
                  <a:pt x="17" y="0"/>
                </a:moveTo>
                <a:lnTo>
                  <a:pt x="184" y="13"/>
                </a:lnTo>
                <a:lnTo>
                  <a:pt x="167" y="170"/>
                </a:lnTo>
                <a:lnTo>
                  <a:pt x="0" y="151"/>
                </a:lnTo>
                <a:lnTo>
                  <a:pt x="17" y="0"/>
                </a:ln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4" name="Freeform 60">
            <a:extLst>
              <a:ext uri="{FF2B5EF4-FFF2-40B4-BE49-F238E27FC236}">
                <a16:creationId xmlns:a16="http://schemas.microsoft.com/office/drawing/2014/main" id="{A20B8620-9B75-4C3C-914D-8073C7F1891C}"/>
              </a:ext>
            </a:extLst>
          </p:cNvPr>
          <p:cNvSpPr>
            <a:spLocks noEditPoints="1"/>
          </p:cNvSpPr>
          <p:nvPr/>
        </p:nvSpPr>
        <p:spPr bwMode="auto">
          <a:xfrm>
            <a:off x="6878638" y="3838575"/>
            <a:ext cx="220663" cy="187325"/>
          </a:xfrm>
          <a:custGeom>
            <a:avLst/>
            <a:gdLst>
              <a:gd name="T0" fmla="*/ 89 w 96"/>
              <a:gd name="T1" fmla="*/ 20 h 81"/>
              <a:gd name="T2" fmla="*/ 88 w 96"/>
              <a:gd name="T3" fmla="*/ 29 h 81"/>
              <a:gd name="T4" fmla="*/ 90 w 96"/>
              <a:gd name="T5" fmla="*/ 35 h 81"/>
              <a:gd name="T6" fmla="*/ 89 w 96"/>
              <a:gd name="T7" fmla="*/ 52 h 81"/>
              <a:gd name="T8" fmla="*/ 86 w 96"/>
              <a:gd name="T9" fmla="*/ 57 h 81"/>
              <a:gd name="T10" fmla="*/ 85 w 96"/>
              <a:gd name="T11" fmla="*/ 66 h 81"/>
              <a:gd name="T12" fmla="*/ 89 w 96"/>
              <a:gd name="T13" fmla="*/ 75 h 81"/>
              <a:gd name="T14" fmla="*/ 81 w 96"/>
              <a:gd name="T15" fmla="*/ 80 h 81"/>
              <a:gd name="T16" fmla="*/ 76 w 96"/>
              <a:gd name="T17" fmla="*/ 74 h 81"/>
              <a:gd name="T18" fmla="*/ 67 w 96"/>
              <a:gd name="T19" fmla="*/ 73 h 81"/>
              <a:gd name="T20" fmla="*/ 62 w 96"/>
              <a:gd name="T21" fmla="*/ 75 h 81"/>
              <a:gd name="T22" fmla="*/ 26 w 96"/>
              <a:gd name="T23" fmla="*/ 72 h 81"/>
              <a:gd name="T24" fmla="*/ 22 w 96"/>
              <a:gd name="T25" fmla="*/ 68 h 81"/>
              <a:gd name="T26" fmla="*/ 14 w 96"/>
              <a:gd name="T27" fmla="*/ 67 h 81"/>
              <a:gd name="T28" fmla="*/ 5 w 96"/>
              <a:gd name="T29" fmla="*/ 72 h 81"/>
              <a:gd name="T30" fmla="*/ 1 w 96"/>
              <a:gd name="T31" fmla="*/ 63 h 81"/>
              <a:gd name="T32" fmla="*/ 7 w 96"/>
              <a:gd name="T33" fmla="*/ 59 h 81"/>
              <a:gd name="T34" fmla="*/ 8 w 96"/>
              <a:gd name="T35" fmla="*/ 50 h 81"/>
              <a:gd name="T36" fmla="*/ 6 w 96"/>
              <a:gd name="T37" fmla="*/ 45 h 81"/>
              <a:gd name="T38" fmla="*/ 8 w 96"/>
              <a:gd name="T39" fmla="*/ 28 h 81"/>
              <a:gd name="T40" fmla="*/ 12 w 96"/>
              <a:gd name="T41" fmla="*/ 23 h 81"/>
              <a:gd name="T42" fmla="*/ 13 w 96"/>
              <a:gd name="T43" fmla="*/ 15 h 81"/>
              <a:gd name="T44" fmla="*/ 9 w 96"/>
              <a:gd name="T45" fmla="*/ 6 h 81"/>
              <a:gd name="T46" fmla="*/ 17 w 96"/>
              <a:gd name="T47" fmla="*/ 1 h 81"/>
              <a:gd name="T48" fmla="*/ 21 w 96"/>
              <a:gd name="T49" fmla="*/ 7 h 81"/>
              <a:gd name="T50" fmla="*/ 29 w 96"/>
              <a:gd name="T51" fmla="*/ 8 h 81"/>
              <a:gd name="T52" fmla="*/ 35 w 96"/>
              <a:gd name="T53" fmla="*/ 5 h 81"/>
              <a:gd name="T54" fmla="*/ 69 w 96"/>
              <a:gd name="T55" fmla="*/ 8 h 81"/>
              <a:gd name="T56" fmla="*/ 73 w 96"/>
              <a:gd name="T57" fmla="*/ 11 h 81"/>
              <a:gd name="T58" fmla="*/ 83 w 96"/>
              <a:gd name="T59" fmla="*/ 11 h 81"/>
              <a:gd name="T60" fmla="*/ 91 w 96"/>
              <a:gd name="T61" fmla="*/ 6 h 81"/>
              <a:gd name="T62" fmla="*/ 95 w 96"/>
              <a:gd name="T63" fmla="*/ 15 h 81"/>
              <a:gd name="T64" fmla="*/ 89 w 96"/>
              <a:gd name="T65" fmla="*/ 20 h 81"/>
              <a:gd name="T66" fmla="*/ 18 w 96"/>
              <a:gd name="T67" fmla="*/ 12 h 81"/>
              <a:gd name="T68" fmla="*/ 85 w 96"/>
              <a:gd name="T69" fmla="*/ 17 h 81"/>
              <a:gd name="T70" fmla="*/ 79 w 96"/>
              <a:gd name="T71" fmla="*/ 68 h 81"/>
              <a:gd name="T72" fmla="*/ 12 w 96"/>
              <a:gd name="T73" fmla="*/ 62 h 81"/>
              <a:gd name="T74" fmla="*/ 18 w 96"/>
              <a:gd name="T75" fmla="*/ 12 h 81"/>
              <a:gd name="T76" fmla="*/ 31 w 96"/>
              <a:gd name="T77" fmla="*/ 16 h 81"/>
              <a:gd name="T78" fmla="*/ 37 w 96"/>
              <a:gd name="T79" fmla="*/ 25 h 81"/>
              <a:gd name="T80" fmla="*/ 29 w 96"/>
              <a:gd name="T81" fmla="*/ 33 h 81"/>
              <a:gd name="T82" fmla="*/ 22 w 96"/>
              <a:gd name="T83" fmla="*/ 24 h 81"/>
              <a:gd name="T84" fmla="*/ 31 w 96"/>
              <a:gd name="T85" fmla="*/ 16 h 81"/>
              <a:gd name="T86" fmla="*/ 15 w 96"/>
              <a:gd name="T87" fmla="*/ 59 h 81"/>
              <a:gd name="T88" fmla="*/ 15 w 96"/>
              <a:gd name="T89" fmla="*/ 59 h 81"/>
              <a:gd name="T90" fmla="*/ 77 w 96"/>
              <a:gd name="T91" fmla="*/ 65 h 81"/>
              <a:gd name="T92" fmla="*/ 77 w 96"/>
              <a:gd name="T93" fmla="*/ 65 h 81"/>
              <a:gd name="T94" fmla="*/ 78 w 96"/>
              <a:gd name="T95" fmla="*/ 58 h 81"/>
              <a:gd name="T96" fmla="*/ 78 w 96"/>
              <a:gd name="T97" fmla="*/ 57 h 81"/>
              <a:gd name="T98" fmla="*/ 62 w 96"/>
              <a:gd name="T99" fmla="*/ 34 h 81"/>
              <a:gd name="T100" fmla="*/ 59 w 96"/>
              <a:gd name="T101" fmla="*/ 34 h 81"/>
              <a:gd name="T102" fmla="*/ 40 w 96"/>
              <a:gd name="T103" fmla="*/ 54 h 81"/>
              <a:gd name="T104" fmla="*/ 39 w 96"/>
              <a:gd name="T105" fmla="*/ 54 h 81"/>
              <a:gd name="T106" fmla="*/ 30 w 96"/>
              <a:gd name="T107" fmla="*/ 40 h 81"/>
              <a:gd name="T108" fmla="*/ 28 w 96"/>
              <a:gd name="T109" fmla="*/ 39 h 81"/>
              <a:gd name="T110" fmla="*/ 17 w 96"/>
              <a:gd name="T111" fmla="*/ 49 h 81"/>
              <a:gd name="T112" fmla="*/ 16 w 96"/>
              <a:gd name="T113" fmla="*/ 50 h 81"/>
              <a:gd name="T114" fmla="*/ 15 w 96"/>
              <a:gd name="T115" fmla="*/ 59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96" h="81">
                <a:moveTo>
                  <a:pt x="89" y="20"/>
                </a:moveTo>
                <a:cubicBezTo>
                  <a:pt x="88" y="29"/>
                  <a:pt x="88" y="29"/>
                  <a:pt x="88" y="29"/>
                </a:cubicBezTo>
                <a:cubicBezTo>
                  <a:pt x="90" y="30"/>
                  <a:pt x="91" y="32"/>
                  <a:pt x="90" y="35"/>
                </a:cubicBezTo>
                <a:cubicBezTo>
                  <a:pt x="89" y="52"/>
                  <a:pt x="89" y="52"/>
                  <a:pt x="89" y="52"/>
                </a:cubicBezTo>
                <a:cubicBezTo>
                  <a:pt x="89" y="55"/>
                  <a:pt x="87" y="57"/>
                  <a:pt x="86" y="57"/>
                </a:cubicBezTo>
                <a:cubicBezTo>
                  <a:pt x="85" y="66"/>
                  <a:pt x="85" y="66"/>
                  <a:pt x="85" y="66"/>
                </a:cubicBezTo>
                <a:cubicBezTo>
                  <a:pt x="88" y="67"/>
                  <a:pt x="90" y="71"/>
                  <a:pt x="89" y="75"/>
                </a:cubicBezTo>
                <a:cubicBezTo>
                  <a:pt x="88" y="79"/>
                  <a:pt x="84" y="81"/>
                  <a:pt x="81" y="80"/>
                </a:cubicBezTo>
                <a:cubicBezTo>
                  <a:pt x="78" y="79"/>
                  <a:pt x="77" y="77"/>
                  <a:pt x="76" y="74"/>
                </a:cubicBezTo>
                <a:cubicBezTo>
                  <a:pt x="67" y="73"/>
                  <a:pt x="67" y="73"/>
                  <a:pt x="67" y="73"/>
                </a:cubicBezTo>
                <a:cubicBezTo>
                  <a:pt x="66" y="74"/>
                  <a:pt x="64" y="75"/>
                  <a:pt x="62" y="75"/>
                </a:cubicBezTo>
                <a:cubicBezTo>
                  <a:pt x="26" y="72"/>
                  <a:pt x="26" y="72"/>
                  <a:pt x="26" y="72"/>
                </a:cubicBezTo>
                <a:cubicBezTo>
                  <a:pt x="24" y="71"/>
                  <a:pt x="22" y="70"/>
                  <a:pt x="22" y="68"/>
                </a:cubicBezTo>
                <a:cubicBezTo>
                  <a:pt x="14" y="67"/>
                  <a:pt x="14" y="67"/>
                  <a:pt x="14" y="67"/>
                </a:cubicBezTo>
                <a:cubicBezTo>
                  <a:pt x="12" y="71"/>
                  <a:pt x="9" y="73"/>
                  <a:pt x="5" y="72"/>
                </a:cubicBezTo>
                <a:cubicBezTo>
                  <a:pt x="2" y="71"/>
                  <a:pt x="0" y="67"/>
                  <a:pt x="1" y="63"/>
                </a:cubicBezTo>
                <a:cubicBezTo>
                  <a:pt x="2" y="61"/>
                  <a:pt x="4" y="59"/>
                  <a:pt x="7" y="59"/>
                </a:cubicBezTo>
                <a:cubicBezTo>
                  <a:pt x="8" y="50"/>
                  <a:pt x="8" y="50"/>
                  <a:pt x="8" y="50"/>
                </a:cubicBezTo>
                <a:cubicBezTo>
                  <a:pt x="7" y="49"/>
                  <a:pt x="6" y="47"/>
                  <a:pt x="6" y="45"/>
                </a:cubicBezTo>
                <a:cubicBezTo>
                  <a:pt x="8" y="28"/>
                  <a:pt x="8" y="28"/>
                  <a:pt x="8" y="28"/>
                </a:cubicBezTo>
                <a:cubicBezTo>
                  <a:pt x="9" y="26"/>
                  <a:pt x="10" y="24"/>
                  <a:pt x="12" y="23"/>
                </a:cubicBezTo>
                <a:cubicBezTo>
                  <a:pt x="13" y="15"/>
                  <a:pt x="13" y="15"/>
                  <a:pt x="13" y="15"/>
                </a:cubicBezTo>
                <a:cubicBezTo>
                  <a:pt x="9" y="14"/>
                  <a:pt x="8" y="10"/>
                  <a:pt x="9" y="6"/>
                </a:cubicBezTo>
                <a:cubicBezTo>
                  <a:pt x="10" y="3"/>
                  <a:pt x="14" y="0"/>
                  <a:pt x="17" y="1"/>
                </a:cubicBezTo>
                <a:cubicBezTo>
                  <a:pt x="20" y="2"/>
                  <a:pt x="21" y="4"/>
                  <a:pt x="21" y="7"/>
                </a:cubicBezTo>
                <a:cubicBezTo>
                  <a:pt x="29" y="8"/>
                  <a:pt x="29" y="8"/>
                  <a:pt x="29" y="8"/>
                </a:cubicBezTo>
                <a:cubicBezTo>
                  <a:pt x="30" y="6"/>
                  <a:pt x="32" y="5"/>
                  <a:pt x="35" y="5"/>
                </a:cubicBezTo>
                <a:cubicBezTo>
                  <a:pt x="69" y="8"/>
                  <a:pt x="69" y="8"/>
                  <a:pt x="69" y="8"/>
                </a:cubicBezTo>
                <a:cubicBezTo>
                  <a:pt x="71" y="8"/>
                  <a:pt x="73" y="9"/>
                  <a:pt x="73" y="11"/>
                </a:cubicBezTo>
                <a:cubicBezTo>
                  <a:pt x="83" y="11"/>
                  <a:pt x="83" y="11"/>
                  <a:pt x="83" y="11"/>
                </a:cubicBezTo>
                <a:cubicBezTo>
                  <a:pt x="84" y="8"/>
                  <a:pt x="87" y="5"/>
                  <a:pt x="91" y="6"/>
                </a:cubicBezTo>
                <a:cubicBezTo>
                  <a:pt x="94" y="7"/>
                  <a:pt x="96" y="11"/>
                  <a:pt x="95" y="15"/>
                </a:cubicBezTo>
                <a:cubicBezTo>
                  <a:pt x="94" y="18"/>
                  <a:pt x="92" y="20"/>
                  <a:pt x="89" y="20"/>
                </a:cubicBezTo>
                <a:close/>
                <a:moveTo>
                  <a:pt x="18" y="12"/>
                </a:moveTo>
                <a:cubicBezTo>
                  <a:pt x="85" y="17"/>
                  <a:pt x="85" y="17"/>
                  <a:pt x="85" y="17"/>
                </a:cubicBezTo>
                <a:cubicBezTo>
                  <a:pt x="79" y="68"/>
                  <a:pt x="79" y="68"/>
                  <a:pt x="79" y="68"/>
                </a:cubicBezTo>
                <a:cubicBezTo>
                  <a:pt x="12" y="62"/>
                  <a:pt x="12" y="62"/>
                  <a:pt x="12" y="62"/>
                </a:cubicBezTo>
                <a:lnTo>
                  <a:pt x="18" y="12"/>
                </a:lnTo>
                <a:close/>
                <a:moveTo>
                  <a:pt x="31" y="16"/>
                </a:moveTo>
                <a:cubicBezTo>
                  <a:pt x="35" y="16"/>
                  <a:pt x="38" y="20"/>
                  <a:pt x="37" y="25"/>
                </a:cubicBezTo>
                <a:cubicBezTo>
                  <a:pt x="37" y="29"/>
                  <a:pt x="33" y="33"/>
                  <a:pt x="29" y="33"/>
                </a:cubicBezTo>
                <a:cubicBezTo>
                  <a:pt x="24" y="32"/>
                  <a:pt x="21" y="28"/>
                  <a:pt x="22" y="24"/>
                </a:cubicBezTo>
                <a:cubicBezTo>
                  <a:pt x="22" y="19"/>
                  <a:pt x="26" y="16"/>
                  <a:pt x="31" y="16"/>
                </a:cubicBezTo>
                <a:close/>
                <a:moveTo>
                  <a:pt x="15" y="59"/>
                </a:moveTo>
                <a:cubicBezTo>
                  <a:pt x="15" y="59"/>
                  <a:pt x="15" y="59"/>
                  <a:pt x="15" y="59"/>
                </a:cubicBezTo>
                <a:cubicBezTo>
                  <a:pt x="77" y="65"/>
                  <a:pt x="77" y="65"/>
                  <a:pt x="77" y="65"/>
                </a:cubicBezTo>
                <a:cubicBezTo>
                  <a:pt x="77" y="65"/>
                  <a:pt x="77" y="65"/>
                  <a:pt x="77" y="65"/>
                </a:cubicBezTo>
                <a:cubicBezTo>
                  <a:pt x="77" y="63"/>
                  <a:pt x="78" y="60"/>
                  <a:pt x="78" y="58"/>
                </a:cubicBezTo>
                <a:cubicBezTo>
                  <a:pt x="78" y="57"/>
                  <a:pt x="78" y="57"/>
                  <a:pt x="78" y="57"/>
                </a:cubicBezTo>
                <a:cubicBezTo>
                  <a:pt x="72" y="49"/>
                  <a:pt x="68" y="42"/>
                  <a:pt x="62" y="34"/>
                </a:cubicBezTo>
                <a:cubicBezTo>
                  <a:pt x="61" y="33"/>
                  <a:pt x="60" y="33"/>
                  <a:pt x="59" y="34"/>
                </a:cubicBezTo>
                <a:cubicBezTo>
                  <a:pt x="51" y="44"/>
                  <a:pt x="40" y="54"/>
                  <a:pt x="40" y="54"/>
                </a:cubicBezTo>
                <a:cubicBezTo>
                  <a:pt x="39" y="54"/>
                  <a:pt x="39" y="54"/>
                  <a:pt x="39" y="54"/>
                </a:cubicBezTo>
                <a:cubicBezTo>
                  <a:pt x="36" y="49"/>
                  <a:pt x="33" y="44"/>
                  <a:pt x="30" y="40"/>
                </a:cubicBezTo>
                <a:cubicBezTo>
                  <a:pt x="30" y="38"/>
                  <a:pt x="29" y="38"/>
                  <a:pt x="28" y="39"/>
                </a:cubicBezTo>
                <a:cubicBezTo>
                  <a:pt x="24" y="42"/>
                  <a:pt x="20" y="46"/>
                  <a:pt x="17" y="49"/>
                </a:cubicBezTo>
                <a:cubicBezTo>
                  <a:pt x="16" y="50"/>
                  <a:pt x="16" y="50"/>
                  <a:pt x="16" y="50"/>
                </a:cubicBezTo>
                <a:cubicBezTo>
                  <a:pt x="16" y="53"/>
                  <a:pt x="15" y="56"/>
                  <a:pt x="15" y="5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5" name="Freeform 61">
            <a:extLst>
              <a:ext uri="{FF2B5EF4-FFF2-40B4-BE49-F238E27FC236}">
                <a16:creationId xmlns:a16="http://schemas.microsoft.com/office/drawing/2014/main" id="{0438E24C-5049-4A06-8973-C826226088EA}"/>
              </a:ext>
            </a:extLst>
          </p:cNvPr>
          <p:cNvSpPr>
            <a:spLocks/>
          </p:cNvSpPr>
          <p:nvPr/>
        </p:nvSpPr>
        <p:spPr bwMode="auto">
          <a:xfrm>
            <a:off x="5967413" y="3544888"/>
            <a:ext cx="893763" cy="522288"/>
          </a:xfrm>
          <a:custGeom>
            <a:avLst/>
            <a:gdLst>
              <a:gd name="T0" fmla="*/ 54 w 563"/>
              <a:gd name="T1" fmla="*/ 0 h 329"/>
              <a:gd name="T2" fmla="*/ 0 w 563"/>
              <a:gd name="T3" fmla="*/ 272 h 329"/>
              <a:gd name="T4" fmla="*/ 524 w 563"/>
              <a:gd name="T5" fmla="*/ 329 h 329"/>
              <a:gd name="T6" fmla="*/ 563 w 563"/>
              <a:gd name="T7" fmla="*/ 42 h 329"/>
              <a:gd name="T8" fmla="*/ 54 w 563"/>
              <a:gd name="T9" fmla="*/ 0 h 3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3" h="329">
                <a:moveTo>
                  <a:pt x="54" y="0"/>
                </a:moveTo>
                <a:lnTo>
                  <a:pt x="0" y="272"/>
                </a:lnTo>
                <a:lnTo>
                  <a:pt x="524" y="329"/>
                </a:lnTo>
                <a:lnTo>
                  <a:pt x="563" y="42"/>
                </a:lnTo>
                <a:lnTo>
                  <a:pt x="5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6" name="Freeform 62">
            <a:extLst>
              <a:ext uri="{FF2B5EF4-FFF2-40B4-BE49-F238E27FC236}">
                <a16:creationId xmlns:a16="http://schemas.microsoft.com/office/drawing/2014/main" id="{48DAD472-A47C-4070-B058-5D522055B991}"/>
              </a:ext>
            </a:extLst>
          </p:cNvPr>
          <p:cNvSpPr>
            <a:spLocks/>
          </p:cNvSpPr>
          <p:nvPr/>
        </p:nvSpPr>
        <p:spPr bwMode="auto">
          <a:xfrm>
            <a:off x="5637213" y="3455988"/>
            <a:ext cx="1182688" cy="557213"/>
          </a:xfrm>
          <a:custGeom>
            <a:avLst/>
            <a:gdLst>
              <a:gd name="T0" fmla="*/ 54 w 745"/>
              <a:gd name="T1" fmla="*/ 0 h 351"/>
              <a:gd name="T2" fmla="*/ 0 w 745"/>
              <a:gd name="T3" fmla="*/ 272 h 351"/>
              <a:gd name="T4" fmla="*/ 706 w 745"/>
              <a:gd name="T5" fmla="*/ 351 h 351"/>
              <a:gd name="T6" fmla="*/ 745 w 745"/>
              <a:gd name="T7" fmla="*/ 64 h 351"/>
              <a:gd name="T8" fmla="*/ 54 w 745"/>
              <a:gd name="T9" fmla="*/ 0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5" h="351">
                <a:moveTo>
                  <a:pt x="54" y="0"/>
                </a:moveTo>
                <a:lnTo>
                  <a:pt x="0" y="272"/>
                </a:lnTo>
                <a:lnTo>
                  <a:pt x="706" y="351"/>
                </a:lnTo>
                <a:lnTo>
                  <a:pt x="745" y="64"/>
                </a:lnTo>
                <a:lnTo>
                  <a:pt x="5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7" name="Freeform 63">
            <a:extLst>
              <a:ext uri="{FF2B5EF4-FFF2-40B4-BE49-F238E27FC236}">
                <a16:creationId xmlns:a16="http://schemas.microsoft.com/office/drawing/2014/main" id="{492F4385-848C-4F03-B5D5-B716862F5817}"/>
              </a:ext>
            </a:extLst>
          </p:cNvPr>
          <p:cNvSpPr>
            <a:spLocks/>
          </p:cNvSpPr>
          <p:nvPr/>
        </p:nvSpPr>
        <p:spPr bwMode="auto">
          <a:xfrm>
            <a:off x="5616575" y="3435350"/>
            <a:ext cx="1182688" cy="557213"/>
          </a:xfrm>
          <a:custGeom>
            <a:avLst/>
            <a:gdLst>
              <a:gd name="T0" fmla="*/ 54 w 745"/>
              <a:gd name="T1" fmla="*/ 0 h 351"/>
              <a:gd name="T2" fmla="*/ 0 w 745"/>
              <a:gd name="T3" fmla="*/ 271 h 351"/>
              <a:gd name="T4" fmla="*/ 706 w 745"/>
              <a:gd name="T5" fmla="*/ 351 h 351"/>
              <a:gd name="T6" fmla="*/ 745 w 745"/>
              <a:gd name="T7" fmla="*/ 64 h 351"/>
              <a:gd name="T8" fmla="*/ 54 w 745"/>
              <a:gd name="T9" fmla="*/ 0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5" h="351">
                <a:moveTo>
                  <a:pt x="54" y="0"/>
                </a:moveTo>
                <a:lnTo>
                  <a:pt x="0" y="271"/>
                </a:lnTo>
                <a:lnTo>
                  <a:pt x="706" y="351"/>
                </a:lnTo>
                <a:lnTo>
                  <a:pt x="745" y="64"/>
                </a:lnTo>
                <a:lnTo>
                  <a:pt x="5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8" name="Freeform 64">
            <a:extLst>
              <a:ext uri="{FF2B5EF4-FFF2-40B4-BE49-F238E27FC236}">
                <a16:creationId xmlns:a16="http://schemas.microsoft.com/office/drawing/2014/main" id="{F1C00AF5-FEFF-4940-918F-E1B14F984848}"/>
              </a:ext>
            </a:extLst>
          </p:cNvPr>
          <p:cNvSpPr>
            <a:spLocks/>
          </p:cNvSpPr>
          <p:nvPr/>
        </p:nvSpPr>
        <p:spPr bwMode="auto">
          <a:xfrm>
            <a:off x="5611813" y="3429000"/>
            <a:ext cx="1192213" cy="568325"/>
          </a:xfrm>
          <a:custGeom>
            <a:avLst/>
            <a:gdLst>
              <a:gd name="T0" fmla="*/ 57 w 751"/>
              <a:gd name="T1" fmla="*/ 4 h 358"/>
              <a:gd name="T2" fmla="*/ 54 w 751"/>
              <a:gd name="T3" fmla="*/ 3 h 358"/>
              <a:gd name="T4" fmla="*/ 0 w 751"/>
              <a:gd name="T5" fmla="*/ 278 h 358"/>
              <a:gd name="T6" fmla="*/ 712 w 751"/>
              <a:gd name="T7" fmla="*/ 358 h 358"/>
              <a:gd name="T8" fmla="*/ 751 w 751"/>
              <a:gd name="T9" fmla="*/ 67 h 358"/>
              <a:gd name="T10" fmla="*/ 56 w 751"/>
              <a:gd name="T11" fmla="*/ 0 h 358"/>
              <a:gd name="T12" fmla="*/ 54 w 751"/>
              <a:gd name="T13" fmla="*/ 3 h 358"/>
              <a:gd name="T14" fmla="*/ 57 w 751"/>
              <a:gd name="T15" fmla="*/ 4 h 358"/>
              <a:gd name="T16" fmla="*/ 57 w 751"/>
              <a:gd name="T17" fmla="*/ 7 h 358"/>
              <a:gd name="T18" fmla="*/ 745 w 751"/>
              <a:gd name="T19" fmla="*/ 71 h 358"/>
              <a:gd name="T20" fmla="*/ 706 w 751"/>
              <a:gd name="T21" fmla="*/ 352 h 358"/>
              <a:gd name="T22" fmla="*/ 6 w 751"/>
              <a:gd name="T23" fmla="*/ 274 h 358"/>
              <a:gd name="T24" fmla="*/ 60 w 751"/>
              <a:gd name="T25" fmla="*/ 4 h 358"/>
              <a:gd name="T26" fmla="*/ 57 w 751"/>
              <a:gd name="T27" fmla="*/ 4 h 358"/>
              <a:gd name="T28" fmla="*/ 57 w 751"/>
              <a:gd name="T29" fmla="*/ 7 h 358"/>
              <a:gd name="T30" fmla="*/ 57 w 751"/>
              <a:gd name="T31" fmla="*/ 4 h 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751" h="358">
                <a:moveTo>
                  <a:pt x="57" y="4"/>
                </a:moveTo>
                <a:lnTo>
                  <a:pt x="54" y="3"/>
                </a:lnTo>
                <a:lnTo>
                  <a:pt x="0" y="278"/>
                </a:lnTo>
                <a:lnTo>
                  <a:pt x="712" y="358"/>
                </a:lnTo>
                <a:lnTo>
                  <a:pt x="751" y="67"/>
                </a:lnTo>
                <a:lnTo>
                  <a:pt x="56" y="0"/>
                </a:lnTo>
                <a:lnTo>
                  <a:pt x="54" y="3"/>
                </a:lnTo>
                <a:lnTo>
                  <a:pt x="57" y="4"/>
                </a:lnTo>
                <a:lnTo>
                  <a:pt x="57" y="7"/>
                </a:lnTo>
                <a:lnTo>
                  <a:pt x="745" y="71"/>
                </a:lnTo>
                <a:lnTo>
                  <a:pt x="706" y="352"/>
                </a:lnTo>
                <a:lnTo>
                  <a:pt x="6" y="274"/>
                </a:lnTo>
                <a:lnTo>
                  <a:pt x="60" y="4"/>
                </a:lnTo>
                <a:lnTo>
                  <a:pt x="57" y="4"/>
                </a:lnTo>
                <a:lnTo>
                  <a:pt x="57" y="7"/>
                </a:lnTo>
                <a:lnTo>
                  <a:pt x="57" y="4"/>
                </a:ln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9" name="Freeform 65">
            <a:extLst>
              <a:ext uri="{FF2B5EF4-FFF2-40B4-BE49-F238E27FC236}">
                <a16:creationId xmlns:a16="http://schemas.microsoft.com/office/drawing/2014/main" id="{AC6E4894-B7E9-4F57-A4CE-12E931B7227E}"/>
              </a:ext>
            </a:extLst>
          </p:cNvPr>
          <p:cNvSpPr>
            <a:spLocks/>
          </p:cNvSpPr>
          <p:nvPr/>
        </p:nvSpPr>
        <p:spPr bwMode="auto">
          <a:xfrm>
            <a:off x="7288213" y="1862138"/>
            <a:ext cx="612775" cy="512763"/>
          </a:xfrm>
          <a:custGeom>
            <a:avLst/>
            <a:gdLst>
              <a:gd name="T0" fmla="*/ 42 w 386"/>
              <a:gd name="T1" fmla="*/ 0 h 323"/>
              <a:gd name="T2" fmla="*/ 0 w 386"/>
              <a:gd name="T3" fmla="*/ 298 h 323"/>
              <a:gd name="T4" fmla="*/ 361 w 386"/>
              <a:gd name="T5" fmla="*/ 323 h 323"/>
              <a:gd name="T6" fmla="*/ 386 w 386"/>
              <a:gd name="T7" fmla="*/ 13 h 323"/>
              <a:gd name="T8" fmla="*/ 42 w 386"/>
              <a:gd name="T9" fmla="*/ 0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6" h="323">
                <a:moveTo>
                  <a:pt x="42" y="0"/>
                </a:moveTo>
                <a:lnTo>
                  <a:pt x="0" y="298"/>
                </a:lnTo>
                <a:lnTo>
                  <a:pt x="361" y="323"/>
                </a:lnTo>
                <a:lnTo>
                  <a:pt x="386" y="13"/>
                </a:lnTo>
                <a:lnTo>
                  <a:pt x="4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0" name="Freeform 66">
            <a:extLst>
              <a:ext uri="{FF2B5EF4-FFF2-40B4-BE49-F238E27FC236}">
                <a16:creationId xmlns:a16="http://schemas.microsoft.com/office/drawing/2014/main" id="{F396B601-F992-4AC2-8D9B-1DFF52DC247B}"/>
              </a:ext>
            </a:extLst>
          </p:cNvPr>
          <p:cNvSpPr>
            <a:spLocks/>
          </p:cNvSpPr>
          <p:nvPr/>
        </p:nvSpPr>
        <p:spPr bwMode="auto">
          <a:xfrm>
            <a:off x="7267575" y="1838325"/>
            <a:ext cx="612775" cy="514350"/>
          </a:xfrm>
          <a:custGeom>
            <a:avLst/>
            <a:gdLst>
              <a:gd name="T0" fmla="*/ 41 w 386"/>
              <a:gd name="T1" fmla="*/ 0 h 324"/>
              <a:gd name="T2" fmla="*/ 0 w 386"/>
              <a:gd name="T3" fmla="*/ 300 h 324"/>
              <a:gd name="T4" fmla="*/ 360 w 386"/>
              <a:gd name="T5" fmla="*/ 324 h 324"/>
              <a:gd name="T6" fmla="*/ 386 w 386"/>
              <a:gd name="T7" fmla="*/ 15 h 324"/>
              <a:gd name="T8" fmla="*/ 41 w 386"/>
              <a:gd name="T9" fmla="*/ 0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6" h="324">
                <a:moveTo>
                  <a:pt x="41" y="0"/>
                </a:moveTo>
                <a:lnTo>
                  <a:pt x="0" y="300"/>
                </a:lnTo>
                <a:lnTo>
                  <a:pt x="360" y="324"/>
                </a:lnTo>
                <a:lnTo>
                  <a:pt x="386" y="15"/>
                </a:lnTo>
                <a:lnTo>
                  <a:pt x="4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61" name="Freeform 67">
            <a:extLst>
              <a:ext uri="{FF2B5EF4-FFF2-40B4-BE49-F238E27FC236}">
                <a16:creationId xmlns:a16="http://schemas.microsoft.com/office/drawing/2014/main" id="{3C8165CC-B1AB-4F0C-90BA-B7C4B1186723}"/>
              </a:ext>
            </a:extLst>
          </p:cNvPr>
          <p:cNvSpPr>
            <a:spLocks/>
          </p:cNvSpPr>
          <p:nvPr/>
        </p:nvSpPr>
        <p:spPr bwMode="auto">
          <a:xfrm>
            <a:off x="7262813" y="1833563"/>
            <a:ext cx="622300" cy="525463"/>
          </a:xfrm>
          <a:custGeom>
            <a:avLst/>
            <a:gdLst>
              <a:gd name="T0" fmla="*/ 44 w 392"/>
              <a:gd name="T1" fmla="*/ 3 h 331"/>
              <a:gd name="T2" fmla="*/ 41 w 392"/>
              <a:gd name="T3" fmla="*/ 3 h 331"/>
              <a:gd name="T4" fmla="*/ 0 w 392"/>
              <a:gd name="T5" fmla="*/ 306 h 331"/>
              <a:gd name="T6" fmla="*/ 366 w 392"/>
              <a:gd name="T7" fmla="*/ 331 h 331"/>
              <a:gd name="T8" fmla="*/ 392 w 392"/>
              <a:gd name="T9" fmla="*/ 15 h 331"/>
              <a:gd name="T10" fmla="*/ 42 w 392"/>
              <a:gd name="T11" fmla="*/ 0 h 331"/>
              <a:gd name="T12" fmla="*/ 41 w 392"/>
              <a:gd name="T13" fmla="*/ 3 h 331"/>
              <a:gd name="T14" fmla="*/ 44 w 392"/>
              <a:gd name="T15" fmla="*/ 3 h 331"/>
              <a:gd name="T16" fmla="*/ 44 w 392"/>
              <a:gd name="T17" fmla="*/ 6 h 331"/>
              <a:gd name="T18" fmla="*/ 386 w 392"/>
              <a:gd name="T19" fmla="*/ 19 h 331"/>
              <a:gd name="T20" fmla="*/ 360 w 392"/>
              <a:gd name="T21" fmla="*/ 324 h 331"/>
              <a:gd name="T22" fmla="*/ 6 w 392"/>
              <a:gd name="T23" fmla="*/ 300 h 331"/>
              <a:gd name="T24" fmla="*/ 46 w 392"/>
              <a:gd name="T25" fmla="*/ 5 h 331"/>
              <a:gd name="T26" fmla="*/ 44 w 392"/>
              <a:gd name="T27" fmla="*/ 3 h 331"/>
              <a:gd name="T28" fmla="*/ 44 w 392"/>
              <a:gd name="T29" fmla="*/ 6 h 331"/>
              <a:gd name="T30" fmla="*/ 44 w 392"/>
              <a:gd name="T31" fmla="*/ 3 h 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92" h="331">
                <a:moveTo>
                  <a:pt x="44" y="3"/>
                </a:moveTo>
                <a:lnTo>
                  <a:pt x="41" y="3"/>
                </a:lnTo>
                <a:lnTo>
                  <a:pt x="0" y="306"/>
                </a:lnTo>
                <a:lnTo>
                  <a:pt x="366" y="331"/>
                </a:lnTo>
                <a:lnTo>
                  <a:pt x="392" y="15"/>
                </a:lnTo>
                <a:lnTo>
                  <a:pt x="42" y="0"/>
                </a:lnTo>
                <a:lnTo>
                  <a:pt x="41" y="3"/>
                </a:lnTo>
                <a:lnTo>
                  <a:pt x="44" y="3"/>
                </a:lnTo>
                <a:lnTo>
                  <a:pt x="44" y="6"/>
                </a:lnTo>
                <a:lnTo>
                  <a:pt x="386" y="19"/>
                </a:lnTo>
                <a:lnTo>
                  <a:pt x="360" y="324"/>
                </a:lnTo>
                <a:lnTo>
                  <a:pt x="6" y="300"/>
                </a:lnTo>
                <a:lnTo>
                  <a:pt x="46" y="5"/>
                </a:lnTo>
                <a:lnTo>
                  <a:pt x="44" y="3"/>
                </a:lnTo>
                <a:lnTo>
                  <a:pt x="44" y="6"/>
                </a:lnTo>
                <a:lnTo>
                  <a:pt x="44" y="3"/>
                </a:ln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2" name="Freeform 68">
            <a:extLst>
              <a:ext uri="{FF2B5EF4-FFF2-40B4-BE49-F238E27FC236}">
                <a16:creationId xmlns:a16="http://schemas.microsoft.com/office/drawing/2014/main" id="{1962813F-F396-4626-841A-DD9A8FD9B7B2}"/>
              </a:ext>
            </a:extLst>
          </p:cNvPr>
          <p:cNvSpPr>
            <a:spLocks/>
          </p:cNvSpPr>
          <p:nvPr/>
        </p:nvSpPr>
        <p:spPr bwMode="auto">
          <a:xfrm>
            <a:off x="5702300" y="3541713"/>
            <a:ext cx="327025" cy="260350"/>
          </a:xfrm>
          <a:custGeom>
            <a:avLst/>
            <a:gdLst>
              <a:gd name="T0" fmla="*/ 58 w 142"/>
              <a:gd name="T1" fmla="*/ 91 h 113"/>
              <a:gd name="T2" fmla="*/ 57 w 142"/>
              <a:gd name="T3" fmla="*/ 89 h 113"/>
              <a:gd name="T4" fmla="*/ 43 w 142"/>
              <a:gd name="T5" fmla="*/ 99 h 113"/>
              <a:gd name="T6" fmla="*/ 31 w 142"/>
              <a:gd name="T7" fmla="*/ 103 h 113"/>
              <a:gd name="T8" fmla="*/ 21 w 142"/>
              <a:gd name="T9" fmla="*/ 99 h 113"/>
              <a:gd name="T10" fmla="*/ 9 w 142"/>
              <a:gd name="T11" fmla="*/ 82 h 113"/>
              <a:gd name="T12" fmla="*/ 4 w 142"/>
              <a:gd name="T13" fmla="*/ 58 h 113"/>
              <a:gd name="T14" fmla="*/ 18 w 142"/>
              <a:gd name="T15" fmla="*/ 21 h 113"/>
              <a:gd name="T16" fmla="*/ 61 w 142"/>
              <a:gd name="T17" fmla="*/ 4 h 113"/>
              <a:gd name="T18" fmla="*/ 84 w 142"/>
              <a:gd name="T19" fmla="*/ 7 h 113"/>
              <a:gd name="T20" fmla="*/ 125 w 142"/>
              <a:gd name="T21" fmla="*/ 33 h 113"/>
              <a:gd name="T22" fmla="*/ 138 w 142"/>
              <a:gd name="T23" fmla="*/ 72 h 113"/>
              <a:gd name="T24" fmla="*/ 130 w 142"/>
              <a:gd name="T25" fmla="*/ 98 h 113"/>
              <a:gd name="T26" fmla="*/ 109 w 142"/>
              <a:gd name="T27" fmla="*/ 109 h 113"/>
              <a:gd name="T28" fmla="*/ 98 w 142"/>
              <a:gd name="T29" fmla="*/ 106 h 113"/>
              <a:gd name="T30" fmla="*/ 85 w 142"/>
              <a:gd name="T31" fmla="*/ 94 h 113"/>
              <a:gd name="T32" fmla="*/ 78 w 142"/>
              <a:gd name="T33" fmla="*/ 88 h 113"/>
              <a:gd name="T34" fmla="*/ 69 w 142"/>
              <a:gd name="T35" fmla="*/ 86 h 113"/>
              <a:gd name="T36" fmla="*/ 57 w 142"/>
              <a:gd name="T37" fmla="*/ 89 h 113"/>
              <a:gd name="T38" fmla="*/ 57 w 142"/>
              <a:gd name="T39" fmla="*/ 89 h 113"/>
              <a:gd name="T40" fmla="*/ 57 w 142"/>
              <a:gd name="T41" fmla="*/ 89 h 113"/>
              <a:gd name="T42" fmla="*/ 58 w 142"/>
              <a:gd name="T43" fmla="*/ 91 h 113"/>
              <a:gd name="T44" fmla="*/ 59 w 142"/>
              <a:gd name="T45" fmla="*/ 93 h 113"/>
              <a:gd name="T46" fmla="*/ 69 w 142"/>
              <a:gd name="T47" fmla="*/ 90 h 113"/>
              <a:gd name="T48" fmla="*/ 78 w 142"/>
              <a:gd name="T49" fmla="*/ 93 h 113"/>
              <a:gd name="T50" fmla="*/ 90 w 142"/>
              <a:gd name="T51" fmla="*/ 105 h 113"/>
              <a:gd name="T52" fmla="*/ 109 w 142"/>
              <a:gd name="T53" fmla="*/ 113 h 113"/>
              <a:gd name="T54" fmla="*/ 133 w 142"/>
              <a:gd name="T55" fmla="*/ 101 h 113"/>
              <a:gd name="T56" fmla="*/ 142 w 142"/>
              <a:gd name="T57" fmla="*/ 72 h 113"/>
              <a:gd name="T58" fmla="*/ 128 w 142"/>
              <a:gd name="T59" fmla="*/ 31 h 113"/>
              <a:gd name="T60" fmla="*/ 85 w 142"/>
              <a:gd name="T61" fmla="*/ 3 h 113"/>
              <a:gd name="T62" fmla="*/ 61 w 142"/>
              <a:gd name="T63" fmla="*/ 0 h 113"/>
              <a:gd name="T64" fmla="*/ 15 w 142"/>
              <a:gd name="T65" fmla="*/ 18 h 113"/>
              <a:gd name="T66" fmla="*/ 0 w 142"/>
              <a:gd name="T67" fmla="*/ 58 h 113"/>
              <a:gd name="T68" fmla="*/ 6 w 142"/>
              <a:gd name="T69" fmla="*/ 84 h 113"/>
              <a:gd name="T70" fmla="*/ 18 w 142"/>
              <a:gd name="T71" fmla="*/ 102 h 113"/>
              <a:gd name="T72" fmla="*/ 31 w 142"/>
              <a:gd name="T73" fmla="*/ 107 h 113"/>
              <a:gd name="T74" fmla="*/ 45 w 142"/>
              <a:gd name="T75" fmla="*/ 102 h 113"/>
              <a:gd name="T76" fmla="*/ 59 w 142"/>
              <a:gd name="T77" fmla="*/ 93 h 113"/>
              <a:gd name="T78" fmla="*/ 58 w 142"/>
              <a:gd name="T79" fmla="*/ 91 h 113"/>
              <a:gd name="T80" fmla="*/ 59 w 142"/>
              <a:gd name="T81" fmla="*/ 93 h 113"/>
              <a:gd name="T82" fmla="*/ 58 w 142"/>
              <a:gd name="T83" fmla="*/ 91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42" h="113">
                <a:moveTo>
                  <a:pt x="58" y="91"/>
                </a:moveTo>
                <a:cubicBezTo>
                  <a:pt x="57" y="89"/>
                  <a:pt x="57" y="89"/>
                  <a:pt x="57" y="89"/>
                </a:cubicBezTo>
                <a:cubicBezTo>
                  <a:pt x="52" y="92"/>
                  <a:pt x="48" y="96"/>
                  <a:pt x="43" y="99"/>
                </a:cubicBezTo>
                <a:cubicBezTo>
                  <a:pt x="39" y="101"/>
                  <a:pt x="35" y="103"/>
                  <a:pt x="31" y="103"/>
                </a:cubicBezTo>
                <a:cubicBezTo>
                  <a:pt x="28" y="103"/>
                  <a:pt x="24" y="102"/>
                  <a:pt x="21" y="99"/>
                </a:cubicBezTo>
                <a:cubicBezTo>
                  <a:pt x="17" y="96"/>
                  <a:pt x="13" y="90"/>
                  <a:pt x="9" y="82"/>
                </a:cubicBezTo>
                <a:cubicBezTo>
                  <a:pt x="5" y="75"/>
                  <a:pt x="4" y="67"/>
                  <a:pt x="4" y="58"/>
                </a:cubicBezTo>
                <a:cubicBezTo>
                  <a:pt x="4" y="45"/>
                  <a:pt x="8" y="31"/>
                  <a:pt x="18" y="21"/>
                </a:cubicBezTo>
                <a:cubicBezTo>
                  <a:pt x="27" y="11"/>
                  <a:pt x="41" y="4"/>
                  <a:pt x="61" y="4"/>
                </a:cubicBezTo>
                <a:cubicBezTo>
                  <a:pt x="68" y="4"/>
                  <a:pt x="76" y="5"/>
                  <a:pt x="84" y="7"/>
                </a:cubicBezTo>
                <a:cubicBezTo>
                  <a:pt x="103" y="12"/>
                  <a:pt x="116" y="21"/>
                  <a:pt x="125" y="33"/>
                </a:cubicBezTo>
                <a:cubicBezTo>
                  <a:pt x="134" y="45"/>
                  <a:pt x="138" y="59"/>
                  <a:pt x="138" y="72"/>
                </a:cubicBezTo>
                <a:cubicBezTo>
                  <a:pt x="138" y="82"/>
                  <a:pt x="135" y="91"/>
                  <a:pt x="130" y="98"/>
                </a:cubicBezTo>
                <a:cubicBezTo>
                  <a:pt x="125" y="105"/>
                  <a:pt x="118" y="109"/>
                  <a:pt x="109" y="109"/>
                </a:cubicBezTo>
                <a:cubicBezTo>
                  <a:pt x="104" y="109"/>
                  <a:pt x="101" y="108"/>
                  <a:pt x="98" y="106"/>
                </a:cubicBezTo>
                <a:cubicBezTo>
                  <a:pt x="93" y="103"/>
                  <a:pt x="89" y="98"/>
                  <a:pt x="85" y="94"/>
                </a:cubicBezTo>
                <a:cubicBezTo>
                  <a:pt x="82" y="91"/>
                  <a:pt x="80" y="90"/>
                  <a:pt x="78" y="88"/>
                </a:cubicBezTo>
                <a:cubicBezTo>
                  <a:pt x="75" y="87"/>
                  <a:pt x="72" y="86"/>
                  <a:pt x="69" y="86"/>
                </a:cubicBezTo>
                <a:cubicBezTo>
                  <a:pt x="65" y="86"/>
                  <a:pt x="61" y="87"/>
                  <a:pt x="57" y="89"/>
                </a:cubicBezTo>
                <a:cubicBezTo>
                  <a:pt x="57" y="89"/>
                  <a:pt x="57" y="89"/>
                  <a:pt x="57" y="89"/>
                </a:cubicBezTo>
                <a:cubicBezTo>
                  <a:pt x="57" y="89"/>
                  <a:pt x="57" y="89"/>
                  <a:pt x="57" y="89"/>
                </a:cubicBezTo>
                <a:cubicBezTo>
                  <a:pt x="58" y="91"/>
                  <a:pt x="58" y="91"/>
                  <a:pt x="58" y="91"/>
                </a:cubicBezTo>
                <a:cubicBezTo>
                  <a:pt x="59" y="93"/>
                  <a:pt x="59" y="93"/>
                  <a:pt x="59" y="93"/>
                </a:cubicBezTo>
                <a:cubicBezTo>
                  <a:pt x="63" y="90"/>
                  <a:pt x="66" y="90"/>
                  <a:pt x="69" y="90"/>
                </a:cubicBezTo>
                <a:cubicBezTo>
                  <a:pt x="72" y="90"/>
                  <a:pt x="75" y="91"/>
                  <a:pt x="78" y="93"/>
                </a:cubicBezTo>
                <a:cubicBezTo>
                  <a:pt x="82" y="96"/>
                  <a:pt x="86" y="101"/>
                  <a:pt x="90" y="105"/>
                </a:cubicBezTo>
                <a:cubicBezTo>
                  <a:pt x="95" y="109"/>
                  <a:pt x="101" y="113"/>
                  <a:pt x="109" y="113"/>
                </a:cubicBezTo>
                <a:cubicBezTo>
                  <a:pt x="119" y="113"/>
                  <a:pt x="128" y="108"/>
                  <a:pt x="133" y="101"/>
                </a:cubicBezTo>
                <a:cubicBezTo>
                  <a:pt x="139" y="93"/>
                  <a:pt x="142" y="83"/>
                  <a:pt x="142" y="72"/>
                </a:cubicBezTo>
                <a:cubicBezTo>
                  <a:pt x="142" y="58"/>
                  <a:pt x="138" y="43"/>
                  <a:pt x="128" y="31"/>
                </a:cubicBezTo>
                <a:cubicBezTo>
                  <a:pt x="119" y="18"/>
                  <a:pt x="105" y="8"/>
                  <a:pt x="85" y="3"/>
                </a:cubicBezTo>
                <a:cubicBezTo>
                  <a:pt x="76" y="1"/>
                  <a:pt x="68" y="0"/>
                  <a:pt x="61" y="0"/>
                </a:cubicBezTo>
                <a:cubicBezTo>
                  <a:pt x="40" y="0"/>
                  <a:pt x="25" y="7"/>
                  <a:pt x="15" y="18"/>
                </a:cubicBezTo>
                <a:cubicBezTo>
                  <a:pt x="5" y="29"/>
                  <a:pt x="0" y="44"/>
                  <a:pt x="0" y="58"/>
                </a:cubicBezTo>
                <a:cubicBezTo>
                  <a:pt x="0" y="67"/>
                  <a:pt x="2" y="76"/>
                  <a:pt x="6" y="84"/>
                </a:cubicBezTo>
                <a:cubicBezTo>
                  <a:pt x="10" y="93"/>
                  <a:pt x="14" y="98"/>
                  <a:pt x="18" y="102"/>
                </a:cubicBezTo>
                <a:cubicBezTo>
                  <a:pt x="22" y="106"/>
                  <a:pt x="27" y="107"/>
                  <a:pt x="31" y="107"/>
                </a:cubicBezTo>
                <a:cubicBezTo>
                  <a:pt x="36" y="107"/>
                  <a:pt x="41" y="105"/>
                  <a:pt x="45" y="102"/>
                </a:cubicBezTo>
                <a:cubicBezTo>
                  <a:pt x="50" y="99"/>
                  <a:pt x="55" y="96"/>
                  <a:pt x="59" y="93"/>
                </a:cubicBezTo>
                <a:cubicBezTo>
                  <a:pt x="58" y="91"/>
                  <a:pt x="58" y="91"/>
                  <a:pt x="58" y="91"/>
                </a:cubicBezTo>
                <a:cubicBezTo>
                  <a:pt x="59" y="93"/>
                  <a:pt x="59" y="93"/>
                  <a:pt x="59" y="93"/>
                </a:cubicBezTo>
                <a:lnTo>
                  <a:pt x="58" y="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3" name="Freeform 69">
            <a:extLst>
              <a:ext uri="{FF2B5EF4-FFF2-40B4-BE49-F238E27FC236}">
                <a16:creationId xmlns:a16="http://schemas.microsoft.com/office/drawing/2014/main" id="{20F2C0B1-E3DD-4CD1-9FFD-F10B34575A16}"/>
              </a:ext>
            </a:extLst>
          </p:cNvPr>
          <p:cNvSpPr>
            <a:spLocks/>
          </p:cNvSpPr>
          <p:nvPr/>
        </p:nvSpPr>
        <p:spPr bwMode="auto">
          <a:xfrm>
            <a:off x="5880100" y="3670300"/>
            <a:ext cx="71438" cy="69850"/>
          </a:xfrm>
          <a:custGeom>
            <a:avLst/>
            <a:gdLst>
              <a:gd name="T0" fmla="*/ 27 w 31"/>
              <a:gd name="T1" fmla="*/ 24 h 30"/>
              <a:gd name="T2" fmla="*/ 25 w 31"/>
              <a:gd name="T3" fmla="*/ 22 h 30"/>
              <a:gd name="T4" fmla="*/ 18 w 31"/>
              <a:gd name="T5" fmla="*/ 26 h 30"/>
              <a:gd name="T6" fmla="*/ 10 w 31"/>
              <a:gd name="T7" fmla="*/ 23 h 30"/>
              <a:gd name="T8" fmla="*/ 4 w 31"/>
              <a:gd name="T9" fmla="*/ 13 h 30"/>
              <a:gd name="T10" fmla="*/ 6 w 31"/>
              <a:gd name="T11" fmla="*/ 8 h 30"/>
              <a:gd name="T12" fmla="*/ 13 w 31"/>
              <a:gd name="T13" fmla="*/ 4 h 30"/>
              <a:gd name="T14" fmla="*/ 22 w 31"/>
              <a:gd name="T15" fmla="*/ 7 h 30"/>
              <a:gd name="T16" fmla="*/ 27 w 31"/>
              <a:gd name="T17" fmla="*/ 17 h 30"/>
              <a:gd name="T18" fmla="*/ 25 w 31"/>
              <a:gd name="T19" fmla="*/ 22 h 30"/>
              <a:gd name="T20" fmla="*/ 27 w 31"/>
              <a:gd name="T21" fmla="*/ 24 h 30"/>
              <a:gd name="T22" fmla="*/ 29 w 31"/>
              <a:gd name="T23" fmla="*/ 25 h 30"/>
              <a:gd name="T24" fmla="*/ 31 w 31"/>
              <a:gd name="T25" fmla="*/ 17 h 30"/>
              <a:gd name="T26" fmla="*/ 24 w 31"/>
              <a:gd name="T27" fmla="*/ 4 h 30"/>
              <a:gd name="T28" fmla="*/ 13 w 31"/>
              <a:gd name="T29" fmla="*/ 0 h 30"/>
              <a:gd name="T30" fmla="*/ 3 w 31"/>
              <a:gd name="T31" fmla="*/ 5 h 30"/>
              <a:gd name="T32" fmla="*/ 0 w 31"/>
              <a:gd name="T33" fmla="*/ 13 h 30"/>
              <a:gd name="T34" fmla="*/ 7 w 31"/>
              <a:gd name="T35" fmla="*/ 26 h 30"/>
              <a:gd name="T36" fmla="*/ 18 w 31"/>
              <a:gd name="T37" fmla="*/ 30 h 30"/>
              <a:gd name="T38" fmla="*/ 29 w 31"/>
              <a:gd name="T39" fmla="*/ 25 h 30"/>
              <a:gd name="T40" fmla="*/ 27 w 31"/>
              <a:gd name="T41" fmla="*/ 24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1" h="30">
                <a:moveTo>
                  <a:pt x="27" y="24"/>
                </a:moveTo>
                <a:cubicBezTo>
                  <a:pt x="25" y="22"/>
                  <a:pt x="25" y="22"/>
                  <a:pt x="25" y="22"/>
                </a:cubicBezTo>
                <a:cubicBezTo>
                  <a:pt x="24" y="25"/>
                  <a:pt x="21" y="26"/>
                  <a:pt x="18" y="26"/>
                </a:cubicBezTo>
                <a:cubicBezTo>
                  <a:pt x="15" y="26"/>
                  <a:pt x="12" y="25"/>
                  <a:pt x="10" y="23"/>
                </a:cubicBezTo>
                <a:cubicBezTo>
                  <a:pt x="6" y="20"/>
                  <a:pt x="4" y="16"/>
                  <a:pt x="4" y="13"/>
                </a:cubicBezTo>
                <a:cubicBezTo>
                  <a:pt x="4" y="11"/>
                  <a:pt x="5" y="9"/>
                  <a:pt x="6" y="8"/>
                </a:cubicBezTo>
                <a:cubicBezTo>
                  <a:pt x="8" y="5"/>
                  <a:pt x="10" y="4"/>
                  <a:pt x="13" y="4"/>
                </a:cubicBezTo>
                <a:cubicBezTo>
                  <a:pt x="16" y="4"/>
                  <a:pt x="19" y="5"/>
                  <a:pt x="22" y="7"/>
                </a:cubicBezTo>
                <a:cubicBezTo>
                  <a:pt x="25" y="10"/>
                  <a:pt x="27" y="14"/>
                  <a:pt x="27" y="17"/>
                </a:cubicBezTo>
                <a:cubicBezTo>
                  <a:pt x="27" y="19"/>
                  <a:pt x="27" y="21"/>
                  <a:pt x="25" y="22"/>
                </a:cubicBezTo>
                <a:cubicBezTo>
                  <a:pt x="27" y="24"/>
                  <a:pt x="27" y="24"/>
                  <a:pt x="27" y="24"/>
                </a:cubicBezTo>
                <a:cubicBezTo>
                  <a:pt x="29" y="25"/>
                  <a:pt x="29" y="25"/>
                  <a:pt x="29" y="25"/>
                </a:cubicBezTo>
                <a:cubicBezTo>
                  <a:pt x="30" y="23"/>
                  <a:pt x="31" y="20"/>
                  <a:pt x="31" y="17"/>
                </a:cubicBezTo>
                <a:cubicBezTo>
                  <a:pt x="31" y="12"/>
                  <a:pt x="29" y="7"/>
                  <a:pt x="24" y="4"/>
                </a:cubicBezTo>
                <a:cubicBezTo>
                  <a:pt x="21" y="1"/>
                  <a:pt x="17" y="0"/>
                  <a:pt x="13" y="0"/>
                </a:cubicBezTo>
                <a:cubicBezTo>
                  <a:pt x="9" y="0"/>
                  <a:pt x="5" y="2"/>
                  <a:pt x="3" y="5"/>
                </a:cubicBezTo>
                <a:cubicBezTo>
                  <a:pt x="1" y="7"/>
                  <a:pt x="0" y="10"/>
                  <a:pt x="0" y="13"/>
                </a:cubicBezTo>
                <a:cubicBezTo>
                  <a:pt x="0" y="18"/>
                  <a:pt x="3" y="23"/>
                  <a:pt x="7" y="26"/>
                </a:cubicBezTo>
                <a:cubicBezTo>
                  <a:pt x="10" y="29"/>
                  <a:pt x="14" y="30"/>
                  <a:pt x="18" y="30"/>
                </a:cubicBezTo>
                <a:cubicBezTo>
                  <a:pt x="22" y="30"/>
                  <a:pt x="26" y="28"/>
                  <a:pt x="29" y="25"/>
                </a:cubicBezTo>
                <a:lnTo>
                  <a:pt x="27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40" name="Freeform 70">
            <a:extLst>
              <a:ext uri="{FF2B5EF4-FFF2-40B4-BE49-F238E27FC236}">
                <a16:creationId xmlns:a16="http://schemas.microsoft.com/office/drawing/2014/main" id="{A2C50749-494C-49A2-94A1-5765E0D3494D}"/>
              </a:ext>
            </a:extLst>
          </p:cNvPr>
          <p:cNvSpPr>
            <a:spLocks/>
          </p:cNvSpPr>
          <p:nvPr/>
        </p:nvSpPr>
        <p:spPr bwMode="auto">
          <a:xfrm>
            <a:off x="5778500" y="3590925"/>
            <a:ext cx="246063" cy="258763"/>
          </a:xfrm>
          <a:custGeom>
            <a:avLst/>
            <a:gdLst>
              <a:gd name="T0" fmla="*/ 95 w 107"/>
              <a:gd name="T1" fmla="*/ 0 h 113"/>
              <a:gd name="T2" fmla="*/ 4 w 107"/>
              <a:gd name="T3" fmla="*/ 108 h 113"/>
              <a:gd name="T4" fmla="*/ 107 w 107"/>
              <a:gd name="T5" fmla="*/ 11 h 113"/>
              <a:gd name="T6" fmla="*/ 95 w 107"/>
              <a:gd name="T7" fmla="*/ 0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" h="113">
                <a:moveTo>
                  <a:pt x="95" y="0"/>
                </a:moveTo>
                <a:cubicBezTo>
                  <a:pt x="95" y="0"/>
                  <a:pt x="0" y="104"/>
                  <a:pt x="4" y="108"/>
                </a:cubicBezTo>
                <a:cubicBezTo>
                  <a:pt x="9" y="113"/>
                  <a:pt x="107" y="11"/>
                  <a:pt x="107" y="11"/>
                </a:cubicBezTo>
                <a:cubicBezTo>
                  <a:pt x="107" y="11"/>
                  <a:pt x="94" y="13"/>
                  <a:pt x="95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41" name="Oval 71">
            <a:extLst>
              <a:ext uri="{FF2B5EF4-FFF2-40B4-BE49-F238E27FC236}">
                <a16:creationId xmlns:a16="http://schemas.microsoft.com/office/drawing/2014/main" id="{7272F75E-32AA-4EEF-B88F-678E477B2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3575" y="3649663"/>
            <a:ext cx="61913" cy="61913"/>
          </a:xfrm>
          <a:prstGeom prst="ellipse">
            <a:avLst/>
          </a:prstGeom>
          <a:solidFill>
            <a:srgbClr val="4BB4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42" name="Oval 72">
            <a:extLst>
              <a:ext uri="{FF2B5EF4-FFF2-40B4-BE49-F238E27FC236}">
                <a16:creationId xmlns:a16="http://schemas.microsoft.com/office/drawing/2014/main" id="{25EA6A85-CEB4-48EE-9C61-A10E831C8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0088" y="3581400"/>
            <a:ext cx="63500" cy="58738"/>
          </a:xfrm>
          <a:prstGeom prst="ellipse">
            <a:avLst/>
          </a:prstGeom>
          <a:solidFill>
            <a:srgbClr val="FF8A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43" name="Oval 73">
            <a:extLst>
              <a:ext uri="{FF2B5EF4-FFF2-40B4-BE49-F238E27FC236}">
                <a16:creationId xmlns:a16="http://schemas.microsoft.com/office/drawing/2014/main" id="{E806104B-F38F-4EB8-9C60-EE61682E6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1050" y="3576638"/>
            <a:ext cx="60325" cy="61913"/>
          </a:xfrm>
          <a:prstGeom prst="ellipse">
            <a:avLst/>
          </a:pr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44" name="Freeform 74">
            <a:extLst>
              <a:ext uri="{FF2B5EF4-FFF2-40B4-BE49-F238E27FC236}">
                <a16:creationId xmlns:a16="http://schemas.microsoft.com/office/drawing/2014/main" id="{F6B35607-0A1C-4D34-8710-8C7423E09A5A}"/>
              </a:ext>
            </a:extLst>
          </p:cNvPr>
          <p:cNvSpPr>
            <a:spLocks/>
          </p:cNvSpPr>
          <p:nvPr/>
        </p:nvSpPr>
        <p:spPr bwMode="auto">
          <a:xfrm>
            <a:off x="6002338" y="3502025"/>
            <a:ext cx="106363" cy="106363"/>
          </a:xfrm>
          <a:custGeom>
            <a:avLst/>
            <a:gdLst>
              <a:gd name="T0" fmla="*/ 1 w 46"/>
              <a:gd name="T1" fmla="*/ 34 h 46"/>
              <a:gd name="T2" fmla="*/ 13 w 46"/>
              <a:gd name="T3" fmla="*/ 45 h 46"/>
              <a:gd name="T4" fmla="*/ 46 w 46"/>
              <a:gd name="T5" fmla="*/ 0 h 46"/>
              <a:gd name="T6" fmla="*/ 1 w 46"/>
              <a:gd name="T7" fmla="*/ 34 h 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6" h="46">
                <a:moveTo>
                  <a:pt x="1" y="34"/>
                </a:moveTo>
                <a:cubicBezTo>
                  <a:pt x="1" y="34"/>
                  <a:pt x="1" y="44"/>
                  <a:pt x="13" y="45"/>
                </a:cubicBezTo>
                <a:cubicBezTo>
                  <a:pt x="20" y="46"/>
                  <a:pt x="40" y="7"/>
                  <a:pt x="46" y="0"/>
                </a:cubicBezTo>
                <a:cubicBezTo>
                  <a:pt x="46" y="0"/>
                  <a:pt x="0" y="24"/>
                  <a:pt x="1" y="34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48" name="Freeform 75">
            <a:extLst>
              <a:ext uri="{FF2B5EF4-FFF2-40B4-BE49-F238E27FC236}">
                <a16:creationId xmlns:a16="http://schemas.microsoft.com/office/drawing/2014/main" id="{78C28FA4-6148-42AF-9763-353D40DE9581}"/>
              </a:ext>
            </a:extLst>
          </p:cNvPr>
          <p:cNvSpPr>
            <a:spLocks/>
          </p:cNvSpPr>
          <p:nvPr/>
        </p:nvSpPr>
        <p:spPr bwMode="auto">
          <a:xfrm>
            <a:off x="6119813" y="3581400"/>
            <a:ext cx="581025" cy="50800"/>
          </a:xfrm>
          <a:custGeom>
            <a:avLst/>
            <a:gdLst>
              <a:gd name="T0" fmla="*/ 0 w 366"/>
              <a:gd name="T1" fmla="*/ 0 h 32"/>
              <a:gd name="T2" fmla="*/ 366 w 366"/>
              <a:gd name="T3" fmla="*/ 32 h 32"/>
              <a:gd name="T4" fmla="*/ 0 w 366"/>
              <a:gd name="T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6" h="32">
                <a:moveTo>
                  <a:pt x="0" y="0"/>
                </a:moveTo>
                <a:lnTo>
                  <a:pt x="366" y="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49" name="Line 76">
            <a:extLst>
              <a:ext uri="{FF2B5EF4-FFF2-40B4-BE49-F238E27FC236}">
                <a16:creationId xmlns:a16="http://schemas.microsoft.com/office/drawing/2014/main" id="{74B3DDD9-147B-42B2-8CED-0FD9755F8C9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9813" y="3581400"/>
            <a:ext cx="581025" cy="508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50" name="Freeform 77">
            <a:extLst>
              <a:ext uri="{FF2B5EF4-FFF2-40B4-BE49-F238E27FC236}">
                <a16:creationId xmlns:a16="http://schemas.microsoft.com/office/drawing/2014/main" id="{AAC5EDA9-24C7-4C03-A7CC-F53FD9DE8B3B}"/>
              </a:ext>
            </a:extLst>
          </p:cNvPr>
          <p:cNvSpPr>
            <a:spLocks/>
          </p:cNvSpPr>
          <p:nvPr/>
        </p:nvSpPr>
        <p:spPr bwMode="auto">
          <a:xfrm>
            <a:off x="6119813" y="3576638"/>
            <a:ext cx="581025" cy="60325"/>
          </a:xfrm>
          <a:custGeom>
            <a:avLst/>
            <a:gdLst>
              <a:gd name="T0" fmla="*/ 0 w 366"/>
              <a:gd name="T1" fmla="*/ 6 h 38"/>
              <a:gd name="T2" fmla="*/ 364 w 366"/>
              <a:gd name="T3" fmla="*/ 38 h 38"/>
              <a:gd name="T4" fmla="*/ 366 w 366"/>
              <a:gd name="T5" fmla="*/ 32 h 38"/>
              <a:gd name="T6" fmla="*/ 0 w 366"/>
              <a:gd name="T7" fmla="*/ 0 h 38"/>
              <a:gd name="T8" fmla="*/ 0 w 366"/>
              <a:gd name="T9" fmla="*/ 6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6" h="38">
                <a:moveTo>
                  <a:pt x="0" y="6"/>
                </a:moveTo>
                <a:lnTo>
                  <a:pt x="364" y="38"/>
                </a:lnTo>
                <a:lnTo>
                  <a:pt x="366" y="32"/>
                </a:ln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57" name="Freeform 78">
            <a:extLst>
              <a:ext uri="{FF2B5EF4-FFF2-40B4-BE49-F238E27FC236}">
                <a16:creationId xmlns:a16="http://schemas.microsoft.com/office/drawing/2014/main" id="{2FD55133-F283-430A-823E-14D31522FF3E}"/>
              </a:ext>
            </a:extLst>
          </p:cNvPr>
          <p:cNvSpPr>
            <a:spLocks/>
          </p:cNvSpPr>
          <p:nvPr/>
        </p:nvSpPr>
        <p:spPr bwMode="auto">
          <a:xfrm>
            <a:off x="6119813" y="3576638"/>
            <a:ext cx="581025" cy="60325"/>
          </a:xfrm>
          <a:custGeom>
            <a:avLst/>
            <a:gdLst>
              <a:gd name="T0" fmla="*/ 0 w 366"/>
              <a:gd name="T1" fmla="*/ 6 h 38"/>
              <a:gd name="T2" fmla="*/ 364 w 366"/>
              <a:gd name="T3" fmla="*/ 38 h 38"/>
              <a:gd name="T4" fmla="*/ 366 w 366"/>
              <a:gd name="T5" fmla="*/ 32 h 38"/>
              <a:gd name="T6" fmla="*/ 0 w 366"/>
              <a:gd name="T7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6" h="38">
                <a:moveTo>
                  <a:pt x="0" y="6"/>
                </a:moveTo>
                <a:lnTo>
                  <a:pt x="364" y="38"/>
                </a:lnTo>
                <a:lnTo>
                  <a:pt x="366" y="3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58" name="Freeform 79">
            <a:extLst>
              <a:ext uri="{FF2B5EF4-FFF2-40B4-BE49-F238E27FC236}">
                <a16:creationId xmlns:a16="http://schemas.microsoft.com/office/drawing/2014/main" id="{C4894181-2615-4A19-A527-5AA6B05BBD3B}"/>
              </a:ext>
            </a:extLst>
          </p:cNvPr>
          <p:cNvSpPr>
            <a:spLocks/>
          </p:cNvSpPr>
          <p:nvPr/>
        </p:nvSpPr>
        <p:spPr bwMode="auto">
          <a:xfrm>
            <a:off x="6110288" y="3638550"/>
            <a:ext cx="581025" cy="52388"/>
          </a:xfrm>
          <a:custGeom>
            <a:avLst/>
            <a:gdLst>
              <a:gd name="T0" fmla="*/ 0 w 366"/>
              <a:gd name="T1" fmla="*/ 0 h 33"/>
              <a:gd name="T2" fmla="*/ 366 w 366"/>
              <a:gd name="T3" fmla="*/ 33 h 33"/>
              <a:gd name="T4" fmla="*/ 0 w 366"/>
              <a:gd name="T5" fmla="*/ 0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6" h="33">
                <a:moveTo>
                  <a:pt x="0" y="0"/>
                </a:moveTo>
                <a:lnTo>
                  <a:pt x="366" y="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59" name="Line 80">
            <a:extLst>
              <a:ext uri="{FF2B5EF4-FFF2-40B4-BE49-F238E27FC236}">
                <a16:creationId xmlns:a16="http://schemas.microsoft.com/office/drawing/2014/main" id="{A8A9EC93-8D38-4365-858C-0540B7D3D2C7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0288" y="3638550"/>
            <a:ext cx="581025" cy="5238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60" name="Freeform 81">
            <a:extLst>
              <a:ext uri="{FF2B5EF4-FFF2-40B4-BE49-F238E27FC236}">
                <a16:creationId xmlns:a16="http://schemas.microsoft.com/office/drawing/2014/main" id="{B5AF5907-DD9B-4C2C-8B2D-C247B61AF4E6}"/>
              </a:ext>
            </a:extLst>
          </p:cNvPr>
          <p:cNvSpPr>
            <a:spLocks/>
          </p:cNvSpPr>
          <p:nvPr/>
        </p:nvSpPr>
        <p:spPr bwMode="auto">
          <a:xfrm>
            <a:off x="6110288" y="3633788"/>
            <a:ext cx="581025" cy="61913"/>
          </a:xfrm>
          <a:custGeom>
            <a:avLst/>
            <a:gdLst>
              <a:gd name="T0" fmla="*/ 0 w 366"/>
              <a:gd name="T1" fmla="*/ 6 h 39"/>
              <a:gd name="T2" fmla="*/ 366 w 366"/>
              <a:gd name="T3" fmla="*/ 39 h 39"/>
              <a:gd name="T4" fmla="*/ 366 w 366"/>
              <a:gd name="T5" fmla="*/ 33 h 39"/>
              <a:gd name="T6" fmla="*/ 0 w 366"/>
              <a:gd name="T7" fmla="*/ 0 h 39"/>
              <a:gd name="T8" fmla="*/ 0 w 366"/>
              <a:gd name="T9" fmla="*/ 6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6" h="39">
                <a:moveTo>
                  <a:pt x="0" y="6"/>
                </a:moveTo>
                <a:lnTo>
                  <a:pt x="366" y="39"/>
                </a:lnTo>
                <a:lnTo>
                  <a:pt x="366" y="33"/>
                </a:ln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61" name="Freeform 82">
            <a:extLst>
              <a:ext uri="{FF2B5EF4-FFF2-40B4-BE49-F238E27FC236}">
                <a16:creationId xmlns:a16="http://schemas.microsoft.com/office/drawing/2014/main" id="{AC7DE22C-0BE8-4552-BEE7-52776060E7C7}"/>
              </a:ext>
            </a:extLst>
          </p:cNvPr>
          <p:cNvSpPr>
            <a:spLocks/>
          </p:cNvSpPr>
          <p:nvPr/>
        </p:nvSpPr>
        <p:spPr bwMode="auto">
          <a:xfrm>
            <a:off x="6110288" y="3633788"/>
            <a:ext cx="581025" cy="61913"/>
          </a:xfrm>
          <a:custGeom>
            <a:avLst/>
            <a:gdLst>
              <a:gd name="T0" fmla="*/ 0 w 366"/>
              <a:gd name="T1" fmla="*/ 6 h 39"/>
              <a:gd name="T2" fmla="*/ 366 w 366"/>
              <a:gd name="T3" fmla="*/ 39 h 39"/>
              <a:gd name="T4" fmla="*/ 366 w 366"/>
              <a:gd name="T5" fmla="*/ 33 h 39"/>
              <a:gd name="T6" fmla="*/ 0 w 366"/>
              <a:gd name="T7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6" h="39">
                <a:moveTo>
                  <a:pt x="0" y="6"/>
                </a:moveTo>
                <a:lnTo>
                  <a:pt x="366" y="39"/>
                </a:lnTo>
                <a:lnTo>
                  <a:pt x="366" y="33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62" name="Freeform 83">
            <a:extLst>
              <a:ext uri="{FF2B5EF4-FFF2-40B4-BE49-F238E27FC236}">
                <a16:creationId xmlns:a16="http://schemas.microsoft.com/office/drawing/2014/main" id="{1150129D-8FAB-4703-AA60-8C01372D528E}"/>
              </a:ext>
            </a:extLst>
          </p:cNvPr>
          <p:cNvSpPr>
            <a:spLocks/>
          </p:cNvSpPr>
          <p:nvPr/>
        </p:nvSpPr>
        <p:spPr bwMode="auto">
          <a:xfrm>
            <a:off x="6100763" y="3695700"/>
            <a:ext cx="581025" cy="55563"/>
          </a:xfrm>
          <a:custGeom>
            <a:avLst/>
            <a:gdLst>
              <a:gd name="T0" fmla="*/ 0 w 366"/>
              <a:gd name="T1" fmla="*/ 0 h 35"/>
              <a:gd name="T2" fmla="*/ 366 w 366"/>
              <a:gd name="T3" fmla="*/ 35 h 35"/>
              <a:gd name="T4" fmla="*/ 0 w 366"/>
              <a:gd name="T5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6" h="35">
                <a:moveTo>
                  <a:pt x="0" y="0"/>
                </a:moveTo>
                <a:lnTo>
                  <a:pt x="366" y="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63" name="Line 84">
            <a:extLst>
              <a:ext uri="{FF2B5EF4-FFF2-40B4-BE49-F238E27FC236}">
                <a16:creationId xmlns:a16="http://schemas.microsoft.com/office/drawing/2014/main" id="{7C1383B0-A34F-411A-9914-D6FC8298C65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0763" y="3695700"/>
            <a:ext cx="581025" cy="5556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64" name="Freeform 85">
            <a:extLst>
              <a:ext uri="{FF2B5EF4-FFF2-40B4-BE49-F238E27FC236}">
                <a16:creationId xmlns:a16="http://schemas.microsoft.com/office/drawing/2014/main" id="{E05F9E6F-861E-4EAA-92E8-DB113988C9B5}"/>
              </a:ext>
            </a:extLst>
          </p:cNvPr>
          <p:cNvSpPr>
            <a:spLocks/>
          </p:cNvSpPr>
          <p:nvPr/>
        </p:nvSpPr>
        <p:spPr bwMode="auto">
          <a:xfrm>
            <a:off x="6100763" y="3690938"/>
            <a:ext cx="581025" cy="65088"/>
          </a:xfrm>
          <a:custGeom>
            <a:avLst/>
            <a:gdLst>
              <a:gd name="T0" fmla="*/ 0 w 366"/>
              <a:gd name="T1" fmla="*/ 6 h 41"/>
              <a:gd name="T2" fmla="*/ 366 w 366"/>
              <a:gd name="T3" fmla="*/ 41 h 41"/>
              <a:gd name="T4" fmla="*/ 366 w 366"/>
              <a:gd name="T5" fmla="*/ 35 h 41"/>
              <a:gd name="T6" fmla="*/ 0 w 366"/>
              <a:gd name="T7" fmla="*/ 0 h 41"/>
              <a:gd name="T8" fmla="*/ 0 w 366"/>
              <a:gd name="T9" fmla="*/ 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6" h="41">
                <a:moveTo>
                  <a:pt x="0" y="6"/>
                </a:moveTo>
                <a:lnTo>
                  <a:pt x="366" y="41"/>
                </a:lnTo>
                <a:lnTo>
                  <a:pt x="366" y="35"/>
                </a:ln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65" name="Freeform 86">
            <a:extLst>
              <a:ext uri="{FF2B5EF4-FFF2-40B4-BE49-F238E27FC236}">
                <a16:creationId xmlns:a16="http://schemas.microsoft.com/office/drawing/2014/main" id="{1DC2FCAB-1344-4AEA-8EB0-041B0BCE841A}"/>
              </a:ext>
            </a:extLst>
          </p:cNvPr>
          <p:cNvSpPr>
            <a:spLocks/>
          </p:cNvSpPr>
          <p:nvPr/>
        </p:nvSpPr>
        <p:spPr bwMode="auto">
          <a:xfrm>
            <a:off x="6100763" y="3690938"/>
            <a:ext cx="581025" cy="65088"/>
          </a:xfrm>
          <a:custGeom>
            <a:avLst/>
            <a:gdLst>
              <a:gd name="T0" fmla="*/ 0 w 366"/>
              <a:gd name="T1" fmla="*/ 6 h 41"/>
              <a:gd name="T2" fmla="*/ 366 w 366"/>
              <a:gd name="T3" fmla="*/ 41 h 41"/>
              <a:gd name="T4" fmla="*/ 366 w 366"/>
              <a:gd name="T5" fmla="*/ 35 h 41"/>
              <a:gd name="T6" fmla="*/ 0 w 366"/>
              <a:gd name="T7" fmla="*/ 0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6" h="41">
                <a:moveTo>
                  <a:pt x="0" y="6"/>
                </a:moveTo>
                <a:lnTo>
                  <a:pt x="366" y="41"/>
                </a:lnTo>
                <a:lnTo>
                  <a:pt x="366" y="35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66" name="Freeform 87">
            <a:extLst>
              <a:ext uri="{FF2B5EF4-FFF2-40B4-BE49-F238E27FC236}">
                <a16:creationId xmlns:a16="http://schemas.microsoft.com/office/drawing/2014/main" id="{4EFCF3A1-4411-4C28-99E3-E421D86B22F6}"/>
              </a:ext>
            </a:extLst>
          </p:cNvPr>
          <p:cNvSpPr>
            <a:spLocks/>
          </p:cNvSpPr>
          <p:nvPr/>
        </p:nvSpPr>
        <p:spPr bwMode="auto">
          <a:xfrm>
            <a:off x="6091238" y="3756025"/>
            <a:ext cx="581025" cy="55563"/>
          </a:xfrm>
          <a:custGeom>
            <a:avLst/>
            <a:gdLst>
              <a:gd name="T0" fmla="*/ 0 w 366"/>
              <a:gd name="T1" fmla="*/ 0 h 35"/>
              <a:gd name="T2" fmla="*/ 366 w 366"/>
              <a:gd name="T3" fmla="*/ 35 h 35"/>
              <a:gd name="T4" fmla="*/ 0 w 366"/>
              <a:gd name="T5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6" h="35">
                <a:moveTo>
                  <a:pt x="0" y="0"/>
                </a:moveTo>
                <a:lnTo>
                  <a:pt x="366" y="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67" name="Line 88">
            <a:extLst>
              <a:ext uri="{FF2B5EF4-FFF2-40B4-BE49-F238E27FC236}">
                <a16:creationId xmlns:a16="http://schemas.microsoft.com/office/drawing/2014/main" id="{C8929866-95BA-457B-9BF2-4DD0C0A1EC5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1238" y="3756025"/>
            <a:ext cx="581025" cy="5556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68" name="Freeform 89">
            <a:extLst>
              <a:ext uri="{FF2B5EF4-FFF2-40B4-BE49-F238E27FC236}">
                <a16:creationId xmlns:a16="http://schemas.microsoft.com/office/drawing/2014/main" id="{0A7E8462-6EFD-4A02-BE24-0CF0A7034BD2}"/>
              </a:ext>
            </a:extLst>
          </p:cNvPr>
          <p:cNvSpPr>
            <a:spLocks/>
          </p:cNvSpPr>
          <p:nvPr/>
        </p:nvSpPr>
        <p:spPr bwMode="auto">
          <a:xfrm>
            <a:off x="6091238" y="3751263"/>
            <a:ext cx="584200" cy="65088"/>
          </a:xfrm>
          <a:custGeom>
            <a:avLst/>
            <a:gdLst>
              <a:gd name="T0" fmla="*/ 0 w 368"/>
              <a:gd name="T1" fmla="*/ 6 h 41"/>
              <a:gd name="T2" fmla="*/ 366 w 368"/>
              <a:gd name="T3" fmla="*/ 41 h 41"/>
              <a:gd name="T4" fmla="*/ 368 w 368"/>
              <a:gd name="T5" fmla="*/ 35 h 41"/>
              <a:gd name="T6" fmla="*/ 0 w 368"/>
              <a:gd name="T7" fmla="*/ 0 h 41"/>
              <a:gd name="T8" fmla="*/ 0 w 368"/>
              <a:gd name="T9" fmla="*/ 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8" h="41">
                <a:moveTo>
                  <a:pt x="0" y="6"/>
                </a:moveTo>
                <a:lnTo>
                  <a:pt x="366" y="41"/>
                </a:lnTo>
                <a:lnTo>
                  <a:pt x="368" y="35"/>
                </a:ln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69" name="Freeform 90">
            <a:extLst>
              <a:ext uri="{FF2B5EF4-FFF2-40B4-BE49-F238E27FC236}">
                <a16:creationId xmlns:a16="http://schemas.microsoft.com/office/drawing/2014/main" id="{DA74435A-1937-422D-ABD4-906252A0223B}"/>
              </a:ext>
            </a:extLst>
          </p:cNvPr>
          <p:cNvSpPr>
            <a:spLocks/>
          </p:cNvSpPr>
          <p:nvPr/>
        </p:nvSpPr>
        <p:spPr bwMode="auto">
          <a:xfrm>
            <a:off x="6091238" y="3751263"/>
            <a:ext cx="584200" cy="65088"/>
          </a:xfrm>
          <a:custGeom>
            <a:avLst/>
            <a:gdLst>
              <a:gd name="T0" fmla="*/ 0 w 368"/>
              <a:gd name="T1" fmla="*/ 6 h 41"/>
              <a:gd name="T2" fmla="*/ 366 w 368"/>
              <a:gd name="T3" fmla="*/ 41 h 41"/>
              <a:gd name="T4" fmla="*/ 368 w 368"/>
              <a:gd name="T5" fmla="*/ 35 h 41"/>
              <a:gd name="T6" fmla="*/ 0 w 368"/>
              <a:gd name="T7" fmla="*/ 0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8" h="41">
                <a:moveTo>
                  <a:pt x="0" y="6"/>
                </a:moveTo>
                <a:lnTo>
                  <a:pt x="366" y="41"/>
                </a:lnTo>
                <a:lnTo>
                  <a:pt x="368" y="35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70" name="Freeform 91">
            <a:extLst>
              <a:ext uri="{FF2B5EF4-FFF2-40B4-BE49-F238E27FC236}">
                <a16:creationId xmlns:a16="http://schemas.microsoft.com/office/drawing/2014/main" id="{5E0EACEB-A5E9-4C3E-8D06-38500D58014B}"/>
              </a:ext>
            </a:extLst>
          </p:cNvPr>
          <p:cNvSpPr>
            <a:spLocks/>
          </p:cNvSpPr>
          <p:nvPr/>
        </p:nvSpPr>
        <p:spPr bwMode="auto">
          <a:xfrm>
            <a:off x="6083300" y="3813175"/>
            <a:ext cx="582613" cy="57150"/>
          </a:xfrm>
          <a:custGeom>
            <a:avLst/>
            <a:gdLst>
              <a:gd name="T0" fmla="*/ 0 w 367"/>
              <a:gd name="T1" fmla="*/ 0 h 36"/>
              <a:gd name="T2" fmla="*/ 367 w 367"/>
              <a:gd name="T3" fmla="*/ 36 h 36"/>
              <a:gd name="T4" fmla="*/ 0 w 367"/>
              <a:gd name="T5" fmla="*/ 0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7" h="36">
                <a:moveTo>
                  <a:pt x="0" y="0"/>
                </a:moveTo>
                <a:lnTo>
                  <a:pt x="367" y="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71" name="Line 92">
            <a:extLst>
              <a:ext uri="{FF2B5EF4-FFF2-40B4-BE49-F238E27FC236}">
                <a16:creationId xmlns:a16="http://schemas.microsoft.com/office/drawing/2014/main" id="{F484B36B-E990-49D8-9654-5A19ADF1756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3300" y="3813175"/>
            <a:ext cx="582613" cy="5715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72" name="Freeform 93">
            <a:extLst>
              <a:ext uri="{FF2B5EF4-FFF2-40B4-BE49-F238E27FC236}">
                <a16:creationId xmlns:a16="http://schemas.microsoft.com/office/drawing/2014/main" id="{0646640A-4613-4B8F-9789-9B967756617F}"/>
              </a:ext>
            </a:extLst>
          </p:cNvPr>
          <p:cNvSpPr>
            <a:spLocks/>
          </p:cNvSpPr>
          <p:nvPr/>
        </p:nvSpPr>
        <p:spPr bwMode="auto">
          <a:xfrm>
            <a:off x="6083300" y="3808413"/>
            <a:ext cx="582613" cy="66675"/>
          </a:xfrm>
          <a:custGeom>
            <a:avLst/>
            <a:gdLst>
              <a:gd name="T0" fmla="*/ 0 w 367"/>
              <a:gd name="T1" fmla="*/ 6 h 42"/>
              <a:gd name="T2" fmla="*/ 365 w 367"/>
              <a:gd name="T3" fmla="*/ 42 h 42"/>
              <a:gd name="T4" fmla="*/ 367 w 367"/>
              <a:gd name="T5" fmla="*/ 36 h 42"/>
              <a:gd name="T6" fmla="*/ 0 w 367"/>
              <a:gd name="T7" fmla="*/ 0 h 42"/>
              <a:gd name="T8" fmla="*/ 0 w 367"/>
              <a:gd name="T9" fmla="*/ 6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7" h="42">
                <a:moveTo>
                  <a:pt x="0" y="6"/>
                </a:moveTo>
                <a:lnTo>
                  <a:pt x="365" y="42"/>
                </a:lnTo>
                <a:lnTo>
                  <a:pt x="367" y="36"/>
                </a:ln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73" name="Freeform 94">
            <a:extLst>
              <a:ext uri="{FF2B5EF4-FFF2-40B4-BE49-F238E27FC236}">
                <a16:creationId xmlns:a16="http://schemas.microsoft.com/office/drawing/2014/main" id="{27B482B7-E347-4686-8C97-78868BD2A903}"/>
              </a:ext>
            </a:extLst>
          </p:cNvPr>
          <p:cNvSpPr>
            <a:spLocks/>
          </p:cNvSpPr>
          <p:nvPr/>
        </p:nvSpPr>
        <p:spPr bwMode="auto">
          <a:xfrm>
            <a:off x="6083300" y="3808413"/>
            <a:ext cx="582613" cy="66675"/>
          </a:xfrm>
          <a:custGeom>
            <a:avLst/>
            <a:gdLst>
              <a:gd name="T0" fmla="*/ 0 w 367"/>
              <a:gd name="T1" fmla="*/ 6 h 42"/>
              <a:gd name="T2" fmla="*/ 365 w 367"/>
              <a:gd name="T3" fmla="*/ 42 h 42"/>
              <a:gd name="T4" fmla="*/ 367 w 367"/>
              <a:gd name="T5" fmla="*/ 36 h 42"/>
              <a:gd name="T6" fmla="*/ 0 w 367"/>
              <a:gd name="T7" fmla="*/ 0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7" h="42">
                <a:moveTo>
                  <a:pt x="0" y="6"/>
                </a:moveTo>
                <a:lnTo>
                  <a:pt x="365" y="42"/>
                </a:lnTo>
                <a:lnTo>
                  <a:pt x="367" y="36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74" name="Freeform 95">
            <a:extLst>
              <a:ext uri="{FF2B5EF4-FFF2-40B4-BE49-F238E27FC236}">
                <a16:creationId xmlns:a16="http://schemas.microsoft.com/office/drawing/2014/main" id="{7BBBBE73-F359-4712-B25E-CBF21C69368D}"/>
              </a:ext>
            </a:extLst>
          </p:cNvPr>
          <p:cNvSpPr>
            <a:spLocks/>
          </p:cNvSpPr>
          <p:nvPr/>
        </p:nvSpPr>
        <p:spPr bwMode="auto">
          <a:xfrm>
            <a:off x="7404100" y="1928813"/>
            <a:ext cx="393700" cy="293688"/>
          </a:xfrm>
          <a:custGeom>
            <a:avLst/>
            <a:gdLst>
              <a:gd name="T0" fmla="*/ 0 w 248"/>
              <a:gd name="T1" fmla="*/ 67 h 185"/>
              <a:gd name="T2" fmla="*/ 50 w 248"/>
              <a:gd name="T3" fmla="*/ 45 h 185"/>
              <a:gd name="T4" fmla="*/ 90 w 248"/>
              <a:gd name="T5" fmla="*/ 127 h 185"/>
              <a:gd name="T6" fmla="*/ 193 w 248"/>
              <a:gd name="T7" fmla="*/ 0 h 185"/>
              <a:gd name="T8" fmla="*/ 248 w 248"/>
              <a:gd name="T9" fmla="*/ 19 h 185"/>
              <a:gd name="T10" fmla="*/ 111 w 248"/>
              <a:gd name="T11" fmla="*/ 185 h 185"/>
              <a:gd name="T12" fmla="*/ 50 w 248"/>
              <a:gd name="T13" fmla="*/ 183 h 185"/>
              <a:gd name="T14" fmla="*/ 0 w 248"/>
              <a:gd name="T15" fmla="*/ 67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8" h="185">
                <a:moveTo>
                  <a:pt x="0" y="67"/>
                </a:moveTo>
                <a:lnTo>
                  <a:pt x="50" y="45"/>
                </a:lnTo>
                <a:lnTo>
                  <a:pt x="90" y="127"/>
                </a:lnTo>
                <a:lnTo>
                  <a:pt x="193" y="0"/>
                </a:lnTo>
                <a:lnTo>
                  <a:pt x="248" y="19"/>
                </a:lnTo>
                <a:lnTo>
                  <a:pt x="111" y="185"/>
                </a:lnTo>
                <a:lnTo>
                  <a:pt x="50" y="183"/>
                </a:lnTo>
                <a:lnTo>
                  <a:pt x="0" y="67"/>
                </a:ln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75" name="Oval 96">
            <a:extLst>
              <a:ext uri="{FF2B5EF4-FFF2-40B4-BE49-F238E27FC236}">
                <a16:creationId xmlns:a16="http://schemas.microsoft.com/office/drawing/2014/main" id="{94696694-4621-44F3-B076-3C803475F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875" y="4067175"/>
            <a:ext cx="187325" cy="18415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76" name="Freeform 97">
            <a:extLst>
              <a:ext uri="{FF2B5EF4-FFF2-40B4-BE49-F238E27FC236}">
                <a16:creationId xmlns:a16="http://schemas.microsoft.com/office/drawing/2014/main" id="{41C7B8D9-08D9-4FD4-A88A-A4C744D7E5FD}"/>
              </a:ext>
            </a:extLst>
          </p:cNvPr>
          <p:cNvSpPr>
            <a:spLocks/>
          </p:cNvSpPr>
          <p:nvPr/>
        </p:nvSpPr>
        <p:spPr bwMode="auto">
          <a:xfrm>
            <a:off x="6488113" y="4062413"/>
            <a:ext cx="196850" cy="192088"/>
          </a:xfrm>
          <a:custGeom>
            <a:avLst/>
            <a:gdLst>
              <a:gd name="T0" fmla="*/ 83 w 85"/>
              <a:gd name="T1" fmla="*/ 42 h 84"/>
              <a:gd name="T2" fmla="*/ 81 w 85"/>
              <a:gd name="T3" fmla="*/ 42 h 84"/>
              <a:gd name="T4" fmla="*/ 69 w 85"/>
              <a:gd name="T5" fmla="*/ 69 h 84"/>
              <a:gd name="T6" fmla="*/ 42 w 85"/>
              <a:gd name="T7" fmla="*/ 80 h 84"/>
              <a:gd name="T8" fmla="*/ 15 w 85"/>
              <a:gd name="T9" fmla="*/ 69 h 84"/>
              <a:gd name="T10" fmla="*/ 4 w 85"/>
              <a:gd name="T11" fmla="*/ 42 h 84"/>
              <a:gd name="T12" fmla="*/ 15 w 85"/>
              <a:gd name="T13" fmla="*/ 15 h 84"/>
              <a:gd name="T14" fmla="*/ 42 w 85"/>
              <a:gd name="T15" fmla="*/ 4 h 84"/>
              <a:gd name="T16" fmla="*/ 69 w 85"/>
              <a:gd name="T17" fmla="*/ 15 h 84"/>
              <a:gd name="T18" fmla="*/ 81 w 85"/>
              <a:gd name="T19" fmla="*/ 42 h 84"/>
              <a:gd name="T20" fmla="*/ 83 w 85"/>
              <a:gd name="T21" fmla="*/ 42 h 84"/>
              <a:gd name="T22" fmla="*/ 85 w 85"/>
              <a:gd name="T23" fmla="*/ 42 h 84"/>
              <a:gd name="T24" fmla="*/ 42 w 85"/>
              <a:gd name="T25" fmla="*/ 0 h 84"/>
              <a:gd name="T26" fmla="*/ 0 w 85"/>
              <a:gd name="T27" fmla="*/ 42 h 84"/>
              <a:gd name="T28" fmla="*/ 42 w 85"/>
              <a:gd name="T29" fmla="*/ 84 h 84"/>
              <a:gd name="T30" fmla="*/ 85 w 85"/>
              <a:gd name="T31" fmla="*/ 42 h 84"/>
              <a:gd name="T32" fmla="*/ 83 w 85"/>
              <a:gd name="T33" fmla="*/ 42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85" h="84">
                <a:moveTo>
                  <a:pt x="83" y="42"/>
                </a:moveTo>
                <a:cubicBezTo>
                  <a:pt x="81" y="42"/>
                  <a:pt x="81" y="42"/>
                  <a:pt x="81" y="42"/>
                </a:cubicBezTo>
                <a:cubicBezTo>
                  <a:pt x="81" y="53"/>
                  <a:pt x="76" y="62"/>
                  <a:pt x="69" y="69"/>
                </a:cubicBezTo>
                <a:cubicBezTo>
                  <a:pt x="62" y="76"/>
                  <a:pt x="53" y="80"/>
                  <a:pt x="42" y="80"/>
                </a:cubicBezTo>
                <a:cubicBezTo>
                  <a:pt x="32" y="80"/>
                  <a:pt x="22" y="76"/>
                  <a:pt x="15" y="69"/>
                </a:cubicBezTo>
                <a:cubicBezTo>
                  <a:pt x="8" y="62"/>
                  <a:pt x="4" y="53"/>
                  <a:pt x="4" y="42"/>
                </a:cubicBezTo>
                <a:cubicBezTo>
                  <a:pt x="4" y="32"/>
                  <a:pt x="8" y="22"/>
                  <a:pt x="15" y="15"/>
                </a:cubicBezTo>
                <a:cubicBezTo>
                  <a:pt x="22" y="8"/>
                  <a:pt x="32" y="4"/>
                  <a:pt x="42" y="4"/>
                </a:cubicBezTo>
                <a:cubicBezTo>
                  <a:pt x="53" y="4"/>
                  <a:pt x="62" y="8"/>
                  <a:pt x="69" y="15"/>
                </a:cubicBezTo>
                <a:cubicBezTo>
                  <a:pt x="76" y="22"/>
                  <a:pt x="81" y="32"/>
                  <a:pt x="81" y="42"/>
                </a:cubicBezTo>
                <a:cubicBezTo>
                  <a:pt x="83" y="42"/>
                  <a:pt x="83" y="42"/>
                  <a:pt x="83" y="42"/>
                </a:cubicBezTo>
                <a:cubicBezTo>
                  <a:pt x="85" y="42"/>
                  <a:pt x="85" y="42"/>
                  <a:pt x="85" y="42"/>
                </a:cubicBezTo>
                <a:cubicBezTo>
                  <a:pt x="85" y="19"/>
                  <a:pt x="66" y="0"/>
                  <a:pt x="42" y="0"/>
                </a:cubicBezTo>
                <a:cubicBezTo>
                  <a:pt x="19" y="0"/>
                  <a:pt x="0" y="19"/>
                  <a:pt x="0" y="42"/>
                </a:cubicBezTo>
                <a:cubicBezTo>
                  <a:pt x="0" y="66"/>
                  <a:pt x="19" y="84"/>
                  <a:pt x="42" y="84"/>
                </a:cubicBezTo>
                <a:cubicBezTo>
                  <a:pt x="66" y="84"/>
                  <a:pt x="85" y="66"/>
                  <a:pt x="85" y="42"/>
                </a:cubicBezTo>
                <a:lnTo>
                  <a:pt x="83" y="4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77" name="Oval 98">
            <a:extLst>
              <a:ext uri="{FF2B5EF4-FFF2-40B4-BE49-F238E27FC236}">
                <a16:creationId xmlns:a16="http://schemas.microsoft.com/office/drawing/2014/main" id="{9A089BE9-69F8-4490-AB3C-BBDCE143A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0863" y="2012950"/>
            <a:ext cx="44450" cy="4445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78" name="Freeform 99">
            <a:extLst>
              <a:ext uri="{FF2B5EF4-FFF2-40B4-BE49-F238E27FC236}">
                <a16:creationId xmlns:a16="http://schemas.microsoft.com/office/drawing/2014/main" id="{90489BE0-210A-4047-A538-56124E54AA82}"/>
              </a:ext>
            </a:extLst>
          </p:cNvPr>
          <p:cNvSpPr>
            <a:spLocks/>
          </p:cNvSpPr>
          <p:nvPr/>
        </p:nvSpPr>
        <p:spPr bwMode="auto">
          <a:xfrm>
            <a:off x="6589713" y="2338388"/>
            <a:ext cx="392113" cy="374650"/>
          </a:xfrm>
          <a:custGeom>
            <a:avLst/>
            <a:gdLst>
              <a:gd name="T0" fmla="*/ 213 w 247"/>
              <a:gd name="T1" fmla="*/ 229 h 236"/>
              <a:gd name="T2" fmla="*/ 213 w 247"/>
              <a:gd name="T3" fmla="*/ 223 h 236"/>
              <a:gd name="T4" fmla="*/ 13 w 247"/>
              <a:gd name="T5" fmla="*/ 203 h 236"/>
              <a:gd name="T6" fmla="*/ 42 w 247"/>
              <a:gd name="T7" fmla="*/ 13 h 236"/>
              <a:gd name="T8" fmla="*/ 234 w 247"/>
              <a:gd name="T9" fmla="*/ 30 h 236"/>
              <a:gd name="T10" fmla="*/ 208 w 247"/>
              <a:gd name="T11" fmla="*/ 229 h 236"/>
              <a:gd name="T12" fmla="*/ 213 w 247"/>
              <a:gd name="T13" fmla="*/ 229 h 236"/>
              <a:gd name="T14" fmla="*/ 213 w 247"/>
              <a:gd name="T15" fmla="*/ 223 h 236"/>
              <a:gd name="T16" fmla="*/ 213 w 247"/>
              <a:gd name="T17" fmla="*/ 229 h 236"/>
              <a:gd name="T18" fmla="*/ 219 w 247"/>
              <a:gd name="T19" fmla="*/ 230 h 236"/>
              <a:gd name="T20" fmla="*/ 247 w 247"/>
              <a:gd name="T21" fmla="*/ 20 h 236"/>
              <a:gd name="T22" fmla="*/ 32 w 247"/>
              <a:gd name="T23" fmla="*/ 0 h 236"/>
              <a:gd name="T24" fmla="*/ 0 w 247"/>
              <a:gd name="T25" fmla="*/ 213 h 236"/>
              <a:gd name="T26" fmla="*/ 218 w 247"/>
              <a:gd name="T27" fmla="*/ 236 h 236"/>
              <a:gd name="T28" fmla="*/ 219 w 247"/>
              <a:gd name="T29" fmla="*/ 230 h 236"/>
              <a:gd name="T30" fmla="*/ 213 w 247"/>
              <a:gd name="T31" fmla="*/ 229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7" h="236">
                <a:moveTo>
                  <a:pt x="213" y="229"/>
                </a:moveTo>
                <a:lnTo>
                  <a:pt x="213" y="223"/>
                </a:lnTo>
                <a:lnTo>
                  <a:pt x="13" y="203"/>
                </a:lnTo>
                <a:lnTo>
                  <a:pt x="42" y="13"/>
                </a:lnTo>
                <a:lnTo>
                  <a:pt x="234" y="30"/>
                </a:lnTo>
                <a:lnTo>
                  <a:pt x="208" y="229"/>
                </a:lnTo>
                <a:lnTo>
                  <a:pt x="213" y="229"/>
                </a:lnTo>
                <a:lnTo>
                  <a:pt x="213" y="223"/>
                </a:lnTo>
                <a:lnTo>
                  <a:pt x="213" y="229"/>
                </a:lnTo>
                <a:lnTo>
                  <a:pt x="219" y="230"/>
                </a:lnTo>
                <a:lnTo>
                  <a:pt x="247" y="20"/>
                </a:lnTo>
                <a:lnTo>
                  <a:pt x="32" y="0"/>
                </a:lnTo>
                <a:lnTo>
                  <a:pt x="0" y="213"/>
                </a:lnTo>
                <a:lnTo>
                  <a:pt x="218" y="236"/>
                </a:lnTo>
                <a:lnTo>
                  <a:pt x="219" y="230"/>
                </a:lnTo>
                <a:lnTo>
                  <a:pt x="213" y="229"/>
                </a:lnTo>
                <a:close/>
              </a:path>
            </a:pathLst>
          </a:custGeom>
          <a:solidFill>
            <a:srgbClr val="50BE8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79" name="Freeform 100">
            <a:extLst>
              <a:ext uri="{FF2B5EF4-FFF2-40B4-BE49-F238E27FC236}">
                <a16:creationId xmlns:a16="http://schemas.microsoft.com/office/drawing/2014/main" id="{252C4713-DA9B-4BD3-8B6B-206E9EE90467}"/>
              </a:ext>
            </a:extLst>
          </p:cNvPr>
          <p:cNvSpPr>
            <a:spLocks/>
          </p:cNvSpPr>
          <p:nvPr/>
        </p:nvSpPr>
        <p:spPr bwMode="auto">
          <a:xfrm>
            <a:off x="6900863" y="2754313"/>
            <a:ext cx="198438" cy="187325"/>
          </a:xfrm>
          <a:custGeom>
            <a:avLst/>
            <a:gdLst>
              <a:gd name="T0" fmla="*/ 105 w 125"/>
              <a:gd name="T1" fmla="*/ 112 h 118"/>
              <a:gd name="T2" fmla="*/ 106 w 125"/>
              <a:gd name="T3" fmla="*/ 106 h 118"/>
              <a:gd name="T4" fmla="*/ 13 w 125"/>
              <a:gd name="T5" fmla="*/ 96 h 118"/>
              <a:gd name="T6" fmla="*/ 26 w 125"/>
              <a:gd name="T7" fmla="*/ 12 h 118"/>
              <a:gd name="T8" fmla="*/ 112 w 125"/>
              <a:gd name="T9" fmla="*/ 19 h 118"/>
              <a:gd name="T10" fmla="*/ 99 w 125"/>
              <a:gd name="T11" fmla="*/ 110 h 118"/>
              <a:gd name="T12" fmla="*/ 105 w 125"/>
              <a:gd name="T13" fmla="*/ 112 h 118"/>
              <a:gd name="T14" fmla="*/ 106 w 125"/>
              <a:gd name="T15" fmla="*/ 106 h 118"/>
              <a:gd name="T16" fmla="*/ 105 w 125"/>
              <a:gd name="T17" fmla="*/ 112 h 118"/>
              <a:gd name="T18" fmla="*/ 110 w 125"/>
              <a:gd name="T19" fmla="*/ 112 h 118"/>
              <a:gd name="T20" fmla="*/ 125 w 125"/>
              <a:gd name="T21" fmla="*/ 9 h 118"/>
              <a:gd name="T22" fmla="*/ 16 w 125"/>
              <a:gd name="T23" fmla="*/ 0 h 118"/>
              <a:gd name="T24" fmla="*/ 0 w 125"/>
              <a:gd name="T25" fmla="*/ 106 h 118"/>
              <a:gd name="T26" fmla="*/ 110 w 125"/>
              <a:gd name="T27" fmla="*/ 118 h 118"/>
              <a:gd name="T28" fmla="*/ 110 w 125"/>
              <a:gd name="T29" fmla="*/ 112 h 118"/>
              <a:gd name="T30" fmla="*/ 105 w 125"/>
              <a:gd name="T31" fmla="*/ 112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5" h="118">
                <a:moveTo>
                  <a:pt x="105" y="112"/>
                </a:moveTo>
                <a:lnTo>
                  <a:pt x="106" y="106"/>
                </a:lnTo>
                <a:lnTo>
                  <a:pt x="13" y="96"/>
                </a:lnTo>
                <a:lnTo>
                  <a:pt x="26" y="12"/>
                </a:lnTo>
                <a:lnTo>
                  <a:pt x="112" y="19"/>
                </a:lnTo>
                <a:lnTo>
                  <a:pt x="99" y="110"/>
                </a:lnTo>
                <a:lnTo>
                  <a:pt x="105" y="112"/>
                </a:lnTo>
                <a:lnTo>
                  <a:pt x="106" y="106"/>
                </a:lnTo>
                <a:lnTo>
                  <a:pt x="105" y="112"/>
                </a:lnTo>
                <a:lnTo>
                  <a:pt x="110" y="112"/>
                </a:lnTo>
                <a:lnTo>
                  <a:pt x="125" y="9"/>
                </a:lnTo>
                <a:lnTo>
                  <a:pt x="16" y="0"/>
                </a:lnTo>
                <a:lnTo>
                  <a:pt x="0" y="106"/>
                </a:lnTo>
                <a:lnTo>
                  <a:pt x="110" y="118"/>
                </a:lnTo>
                <a:lnTo>
                  <a:pt x="110" y="112"/>
                </a:lnTo>
                <a:lnTo>
                  <a:pt x="105" y="112"/>
                </a:lnTo>
                <a:close/>
              </a:path>
            </a:pathLst>
          </a:custGeom>
          <a:solidFill>
            <a:srgbClr val="50BE8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80" name="Freeform 101">
            <a:extLst>
              <a:ext uri="{FF2B5EF4-FFF2-40B4-BE49-F238E27FC236}">
                <a16:creationId xmlns:a16="http://schemas.microsoft.com/office/drawing/2014/main" id="{4689908D-68D3-433B-B701-1288CC3BDCC7}"/>
              </a:ext>
            </a:extLst>
          </p:cNvPr>
          <p:cNvSpPr>
            <a:spLocks/>
          </p:cNvSpPr>
          <p:nvPr/>
        </p:nvSpPr>
        <p:spPr bwMode="auto">
          <a:xfrm>
            <a:off x="6508750" y="2905125"/>
            <a:ext cx="290513" cy="277813"/>
          </a:xfrm>
          <a:custGeom>
            <a:avLst/>
            <a:gdLst>
              <a:gd name="T0" fmla="*/ 157 w 183"/>
              <a:gd name="T1" fmla="*/ 169 h 175"/>
              <a:gd name="T2" fmla="*/ 158 w 183"/>
              <a:gd name="T3" fmla="*/ 163 h 175"/>
              <a:gd name="T4" fmla="*/ 13 w 183"/>
              <a:gd name="T5" fmla="*/ 149 h 175"/>
              <a:gd name="T6" fmla="*/ 34 w 183"/>
              <a:gd name="T7" fmla="*/ 13 h 175"/>
              <a:gd name="T8" fmla="*/ 170 w 183"/>
              <a:gd name="T9" fmla="*/ 26 h 175"/>
              <a:gd name="T10" fmla="*/ 151 w 183"/>
              <a:gd name="T11" fmla="*/ 168 h 175"/>
              <a:gd name="T12" fmla="*/ 157 w 183"/>
              <a:gd name="T13" fmla="*/ 169 h 175"/>
              <a:gd name="T14" fmla="*/ 158 w 183"/>
              <a:gd name="T15" fmla="*/ 163 h 175"/>
              <a:gd name="T16" fmla="*/ 157 w 183"/>
              <a:gd name="T17" fmla="*/ 169 h 175"/>
              <a:gd name="T18" fmla="*/ 163 w 183"/>
              <a:gd name="T19" fmla="*/ 169 h 175"/>
              <a:gd name="T20" fmla="*/ 183 w 183"/>
              <a:gd name="T21" fmla="*/ 15 h 175"/>
              <a:gd name="T22" fmla="*/ 23 w 183"/>
              <a:gd name="T23" fmla="*/ 0 h 175"/>
              <a:gd name="T24" fmla="*/ 0 w 183"/>
              <a:gd name="T25" fmla="*/ 159 h 175"/>
              <a:gd name="T26" fmla="*/ 163 w 183"/>
              <a:gd name="T27" fmla="*/ 175 h 175"/>
              <a:gd name="T28" fmla="*/ 163 w 183"/>
              <a:gd name="T29" fmla="*/ 169 h 175"/>
              <a:gd name="T30" fmla="*/ 157 w 183"/>
              <a:gd name="T31" fmla="*/ 169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83" h="175">
                <a:moveTo>
                  <a:pt x="157" y="169"/>
                </a:moveTo>
                <a:lnTo>
                  <a:pt x="158" y="163"/>
                </a:lnTo>
                <a:lnTo>
                  <a:pt x="13" y="149"/>
                </a:lnTo>
                <a:lnTo>
                  <a:pt x="34" y="13"/>
                </a:lnTo>
                <a:lnTo>
                  <a:pt x="170" y="26"/>
                </a:lnTo>
                <a:lnTo>
                  <a:pt x="151" y="168"/>
                </a:lnTo>
                <a:lnTo>
                  <a:pt x="157" y="169"/>
                </a:lnTo>
                <a:lnTo>
                  <a:pt x="158" y="163"/>
                </a:lnTo>
                <a:lnTo>
                  <a:pt x="157" y="169"/>
                </a:lnTo>
                <a:lnTo>
                  <a:pt x="163" y="169"/>
                </a:lnTo>
                <a:lnTo>
                  <a:pt x="183" y="15"/>
                </a:lnTo>
                <a:lnTo>
                  <a:pt x="23" y="0"/>
                </a:lnTo>
                <a:lnTo>
                  <a:pt x="0" y="159"/>
                </a:lnTo>
                <a:lnTo>
                  <a:pt x="163" y="175"/>
                </a:lnTo>
                <a:lnTo>
                  <a:pt x="163" y="169"/>
                </a:lnTo>
                <a:lnTo>
                  <a:pt x="157" y="169"/>
                </a:lnTo>
                <a:close/>
              </a:path>
            </a:pathLst>
          </a:custGeom>
          <a:solidFill>
            <a:srgbClr val="50BE8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81" name="Freeform 102">
            <a:extLst>
              <a:ext uri="{FF2B5EF4-FFF2-40B4-BE49-F238E27FC236}">
                <a16:creationId xmlns:a16="http://schemas.microsoft.com/office/drawing/2014/main" id="{31DF5BFE-2AD0-4FC4-B4BF-4563D2EB6CB1}"/>
              </a:ext>
            </a:extLst>
          </p:cNvPr>
          <p:cNvSpPr>
            <a:spLocks/>
          </p:cNvSpPr>
          <p:nvPr/>
        </p:nvSpPr>
        <p:spPr bwMode="auto">
          <a:xfrm>
            <a:off x="5830888" y="3705225"/>
            <a:ext cx="117475" cy="66675"/>
          </a:xfrm>
          <a:custGeom>
            <a:avLst/>
            <a:gdLst>
              <a:gd name="T0" fmla="*/ 21 w 51"/>
              <a:gd name="T1" fmla="*/ 0 h 29"/>
              <a:gd name="T2" fmla="*/ 40 w 51"/>
              <a:gd name="T3" fmla="*/ 15 h 29"/>
              <a:gd name="T4" fmla="*/ 31 w 51"/>
              <a:gd name="T5" fmla="*/ 25 h 29"/>
              <a:gd name="T6" fmla="*/ 9 w 51"/>
              <a:gd name="T7" fmla="*/ 15 h 29"/>
              <a:gd name="T8" fmla="*/ 3 w 51"/>
              <a:gd name="T9" fmla="*/ 2 h 29"/>
              <a:gd name="T10" fmla="*/ 21 w 51"/>
              <a:gd name="T11" fmla="*/ 0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1" h="29">
                <a:moveTo>
                  <a:pt x="21" y="0"/>
                </a:moveTo>
                <a:cubicBezTo>
                  <a:pt x="23" y="7"/>
                  <a:pt x="30" y="16"/>
                  <a:pt x="40" y="15"/>
                </a:cubicBezTo>
                <a:cubicBezTo>
                  <a:pt x="51" y="14"/>
                  <a:pt x="35" y="29"/>
                  <a:pt x="31" y="25"/>
                </a:cubicBezTo>
                <a:cubicBezTo>
                  <a:pt x="27" y="21"/>
                  <a:pt x="18" y="13"/>
                  <a:pt x="9" y="15"/>
                </a:cubicBezTo>
                <a:cubicBezTo>
                  <a:pt x="0" y="17"/>
                  <a:pt x="3" y="2"/>
                  <a:pt x="3" y="2"/>
                </a:cubicBezTo>
                <a:lnTo>
                  <a:pt x="2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82" name="Freeform 103">
            <a:extLst>
              <a:ext uri="{FF2B5EF4-FFF2-40B4-BE49-F238E27FC236}">
                <a16:creationId xmlns:a16="http://schemas.microsoft.com/office/drawing/2014/main" id="{857F9C94-5DFD-4396-A760-620EDF0BD37C}"/>
              </a:ext>
            </a:extLst>
          </p:cNvPr>
          <p:cNvSpPr>
            <a:spLocks/>
          </p:cNvSpPr>
          <p:nvPr/>
        </p:nvSpPr>
        <p:spPr bwMode="auto">
          <a:xfrm>
            <a:off x="7604125" y="3259138"/>
            <a:ext cx="250825" cy="1628775"/>
          </a:xfrm>
          <a:custGeom>
            <a:avLst/>
            <a:gdLst>
              <a:gd name="T0" fmla="*/ 45 w 109"/>
              <a:gd name="T1" fmla="*/ 676 h 708"/>
              <a:gd name="T2" fmla="*/ 42 w 109"/>
              <a:gd name="T3" fmla="*/ 677 h 708"/>
              <a:gd name="T4" fmla="*/ 45 w 109"/>
              <a:gd name="T5" fmla="*/ 677 h 708"/>
              <a:gd name="T6" fmla="*/ 45 w 109"/>
              <a:gd name="T7" fmla="*/ 676 h 708"/>
              <a:gd name="T8" fmla="*/ 42 w 109"/>
              <a:gd name="T9" fmla="*/ 677 h 708"/>
              <a:gd name="T10" fmla="*/ 45 w 109"/>
              <a:gd name="T11" fmla="*/ 677 h 708"/>
              <a:gd name="T12" fmla="*/ 45 w 109"/>
              <a:gd name="T13" fmla="*/ 676 h 708"/>
              <a:gd name="T14" fmla="*/ 44 w 109"/>
              <a:gd name="T15" fmla="*/ 673 h 708"/>
              <a:gd name="T16" fmla="*/ 46 w 109"/>
              <a:gd name="T17" fmla="*/ 656 h 708"/>
              <a:gd name="T18" fmla="*/ 51 w 109"/>
              <a:gd name="T19" fmla="*/ 633 h 708"/>
              <a:gd name="T20" fmla="*/ 53 w 109"/>
              <a:gd name="T21" fmla="*/ 626 h 708"/>
              <a:gd name="T22" fmla="*/ 64 w 109"/>
              <a:gd name="T23" fmla="*/ 572 h 708"/>
              <a:gd name="T24" fmla="*/ 88 w 109"/>
              <a:gd name="T25" fmla="*/ 453 h 708"/>
              <a:gd name="T26" fmla="*/ 98 w 109"/>
              <a:gd name="T27" fmla="*/ 403 h 708"/>
              <a:gd name="T28" fmla="*/ 101 w 109"/>
              <a:gd name="T29" fmla="*/ 386 h 708"/>
              <a:gd name="T30" fmla="*/ 103 w 109"/>
              <a:gd name="T31" fmla="*/ 377 h 708"/>
              <a:gd name="T32" fmla="*/ 109 w 109"/>
              <a:gd name="T33" fmla="*/ 332 h 708"/>
              <a:gd name="T34" fmla="*/ 105 w 109"/>
              <a:gd name="T35" fmla="*/ 294 h 708"/>
              <a:gd name="T36" fmla="*/ 103 w 109"/>
              <a:gd name="T37" fmla="*/ 281 h 708"/>
              <a:gd name="T38" fmla="*/ 84 w 109"/>
              <a:gd name="T39" fmla="*/ 170 h 708"/>
              <a:gd name="T40" fmla="*/ 60 w 109"/>
              <a:gd name="T41" fmla="*/ 20 h 708"/>
              <a:gd name="T42" fmla="*/ 35 w 109"/>
              <a:gd name="T43" fmla="*/ 2 h 708"/>
              <a:gd name="T44" fmla="*/ 17 w 109"/>
              <a:gd name="T45" fmla="*/ 27 h 708"/>
              <a:gd name="T46" fmla="*/ 44 w 109"/>
              <a:gd name="T47" fmla="*/ 197 h 708"/>
              <a:gd name="T48" fmla="*/ 55 w 109"/>
              <a:gd name="T49" fmla="*/ 265 h 708"/>
              <a:gd name="T50" fmla="*/ 59 w 109"/>
              <a:gd name="T51" fmla="*/ 288 h 708"/>
              <a:gd name="T52" fmla="*/ 62 w 109"/>
              <a:gd name="T53" fmla="*/ 302 h 708"/>
              <a:gd name="T54" fmla="*/ 65 w 109"/>
              <a:gd name="T55" fmla="*/ 332 h 708"/>
              <a:gd name="T56" fmla="*/ 60 w 109"/>
              <a:gd name="T57" fmla="*/ 367 h 708"/>
              <a:gd name="T58" fmla="*/ 59 w 109"/>
              <a:gd name="T59" fmla="*/ 374 h 708"/>
              <a:gd name="T60" fmla="*/ 48 w 109"/>
              <a:gd name="T61" fmla="*/ 427 h 708"/>
              <a:gd name="T62" fmla="*/ 24 w 109"/>
              <a:gd name="T63" fmla="*/ 546 h 708"/>
              <a:gd name="T64" fmla="*/ 14 w 109"/>
              <a:gd name="T65" fmla="*/ 596 h 708"/>
              <a:gd name="T66" fmla="*/ 11 w 109"/>
              <a:gd name="T67" fmla="*/ 613 h 708"/>
              <a:gd name="T68" fmla="*/ 9 w 109"/>
              <a:gd name="T69" fmla="*/ 622 h 708"/>
              <a:gd name="T70" fmla="*/ 3 w 109"/>
              <a:gd name="T71" fmla="*/ 648 h 708"/>
              <a:gd name="T72" fmla="*/ 0 w 109"/>
              <a:gd name="T73" fmla="*/ 673 h 708"/>
              <a:gd name="T74" fmla="*/ 3 w 109"/>
              <a:gd name="T75" fmla="*/ 690 h 708"/>
              <a:gd name="T76" fmla="*/ 31 w 109"/>
              <a:gd name="T77" fmla="*/ 704 h 708"/>
              <a:gd name="T78" fmla="*/ 45 w 109"/>
              <a:gd name="T79" fmla="*/ 676 h 7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09" h="708">
                <a:moveTo>
                  <a:pt x="45" y="676"/>
                </a:moveTo>
                <a:cubicBezTo>
                  <a:pt x="42" y="677"/>
                  <a:pt x="42" y="677"/>
                  <a:pt x="42" y="677"/>
                </a:cubicBezTo>
                <a:cubicBezTo>
                  <a:pt x="45" y="677"/>
                  <a:pt x="45" y="677"/>
                  <a:pt x="45" y="677"/>
                </a:cubicBezTo>
                <a:cubicBezTo>
                  <a:pt x="45" y="676"/>
                  <a:pt x="45" y="676"/>
                  <a:pt x="45" y="676"/>
                </a:cubicBezTo>
                <a:cubicBezTo>
                  <a:pt x="42" y="677"/>
                  <a:pt x="42" y="677"/>
                  <a:pt x="42" y="677"/>
                </a:cubicBezTo>
                <a:cubicBezTo>
                  <a:pt x="45" y="677"/>
                  <a:pt x="45" y="677"/>
                  <a:pt x="45" y="677"/>
                </a:cubicBezTo>
                <a:cubicBezTo>
                  <a:pt x="45" y="676"/>
                  <a:pt x="45" y="676"/>
                  <a:pt x="45" y="676"/>
                </a:cubicBezTo>
                <a:cubicBezTo>
                  <a:pt x="45" y="676"/>
                  <a:pt x="44" y="675"/>
                  <a:pt x="44" y="673"/>
                </a:cubicBezTo>
                <a:cubicBezTo>
                  <a:pt x="44" y="669"/>
                  <a:pt x="45" y="663"/>
                  <a:pt x="46" y="656"/>
                </a:cubicBezTo>
                <a:cubicBezTo>
                  <a:pt x="48" y="649"/>
                  <a:pt x="49" y="641"/>
                  <a:pt x="51" y="633"/>
                </a:cubicBezTo>
                <a:cubicBezTo>
                  <a:pt x="52" y="631"/>
                  <a:pt x="52" y="629"/>
                  <a:pt x="53" y="626"/>
                </a:cubicBezTo>
                <a:cubicBezTo>
                  <a:pt x="55" y="615"/>
                  <a:pt x="59" y="596"/>
                  <a:pt x="64" y="572"/>
                </a:cubicBezTo>
                <a:cubicBezTo>
                  <a:pt x="71" y="536"/>
                  <a:pt x="80" y="491"/>
                  <a:pt x="88" y="453"/>
                </a:cubicBezTo>
                <a:cubicBezTo>
                  <a:pt x="92" y="434"/>
                  <a:pt x="95" y="416"/>
                  <a:pt x="98" y="403"/>
                </a:cubicBezTo>
                <a:cubicBezTo>
                  <a:pt x="99" y="396"/>
                  <a:pt x="100" y="391"/>
                  <a:pt x="101" y="386"/>
                </a:cubicBezTo>
                <a:cubicBezTo>
                  <a:pt x="102" y="382"/>
                  <a:pt x="103" y="378"/>
                  <a:pt x="103" y="377"/>
                </a:cubicBezTo>
                <a:cubicBezTo>
                  <a:pt x="106" y="363"/>
                  <a:pt x="109" y="349"/>
                  <a:pt x="109" y="332"/>
                </a:cubicBezTo>
                <a:cubicBezTo>
                  <a:pt x="109" y="320"/>
                  <a:pt x="107" y="307"/>
                  <a:pt x="105" y="294"/>
                </a:cubicBezTo>
                <a:cubicBezTo>
                  <a:pt x="104" y="292"/>
                  <a:pt x="104" y="287"/>
                  <a:pt x="103" y="281"/>
                </a:cubicBezTo>
                <a:cubicBezTo>
                  <a:pt x="99" y="260"/>
                  <a:pt x="92" y="218"/>
                  <a:pt x="84" y="170"/>
                </a:cubicBezTo>
                <a:cubicBezTo>
                  <a:pt x="76" y="122"/>
                  <a:pt x="68" y="67"/>
                  <a:pt x="60" y="20"/>
                </a:cubicBezTo>
                <a:cubicBezTo>
                  <a:pt x="58" y="8"/>
                  <a:pt x="47" y="0"/>
                  <a:pt x="35" y="2"/>
                </a:cubicBezTo>
                <a:cubicBezTo>
                  <a:pt x="23" y="4"/>
                  <a:pt x="15" y="15"/>
                  <a:pt x="17" y="27"/>
                </a:cubicBezTo>
                <a:cubicBezTo>
                  <a:pt x="25" y="81"/>
                  <a:pt x="36" y="144"/>
                  <a:pt x="44" y="197"/>
                </a:cubicBezTo>
                <a:cubicBezTo>
                  <a:pt x="48" y="223"/>
                  <a:pt x="52" y="247"/>
                  <a:pt x="55" y="265"/>
                </a:cubicBezTo>
                <a:cubicBezTo>
                  <a:pt x="57" y="275"/>
                  <a:pt x="58" y="282"/>
                  <a:pt x="59" y="288"/>
                </a:cubicBezTo>
                <a:cubicBezTo>
                  <a:pt x="60" y="295"/>
                  <a:pt x="61" y="299"/>
                  <a:pt x="62" y="302"/>
                </a:cubicBezTo>
                <a:cubicBezTo>
                  <a:pt x="64" y="313"/>
                  <a:pt x="65" y="323"/>
                  <a:pt x="65" y="332"/>
                </a:cubicBezTo>
                <a:cubicBezTo>
                  <a:pt x="65" y="345"/>
                  <a:pt x="63" y="356"/>
                  <a:pt x="60" y="367"/>
                </a:cubicBezTo>
                <a:cubicBezTo>
                  <a:pt x="60" y="369"/>
                  <a:pt x="60" y="371"/>
                  <a:pt x="59" y="374"/>
                </a:cubicBezTo>
                <a:cubicBezTo>
                  <a:pt x="57" y="384"/>
                  <a:pt x="53" y="403"/>
                  <a:pt x="48" y="427"/>
                </a:cubicBezTo>
                <a:cubicBezTo>
                  <a:pt x="41" y="462"/>
                  <a:pt x="32" y="508"/>
                  <a:pt x="24" y="546"/>
                </a:cubicBezTo>
                <a:cubicBezTo>
                  <a:pt x="21" y="565"/>
                  <a:pt x="17" y="582"/>
                  <a:pt x="14" y="596"/>
                </a:cubicBezTo>
                <a:cubicBezTo>
                  <a:pt x="13" y="603"/>
                  <a:pt x="12" y="608"/>
                  <a:pt x="11" y="613"/>
                </a:cubicBezTo>
                <a:cubicBezTo>
                  <a:pt x="10" y="617"/>
                  <a:pt x="9" y="621"/>
                  <a:pt x="9" y="622"/>
                </a:cubicBezTo>
                <a:cubicBezTo>
                  <a:pt x="6" y="631"/>
                  <a:pt x="4" y="640"/>
                  <a:pt x="3" y="648"/>
                </a:cubicBezTo>
                <a:cubicBezTo>
                  <a:pt x="1" y="657"/>
                  <a:pt x="0" y="665"/>
                  <a:pt x="0" y="673"/>
                </a:cubicBezTo>
                <a:cubicBezTo>
                  <a:pt x="0" y="678"/>
                  <a:pt x="1" y="684"/>
                  <a:pt x="3" y="690"/>
                </a:cubicBezTo>
                <a:cubicBezTo>
                  <a:pt x="7" y="702"/>
                  <a:pt x="19" y="708"/>
                  <a:pt x="31" y="704"/>
                </a:cubicBezTo>
                <a:cubicBezTo>
                  <a:pt x="42" y="700"/>
                  <a:pt x="48" y="688"/>
                  <a:pt x="45" y="676"/>
                </a:cubicBezTo>
                <a:close/>
              </a:path>
            </a:pathLst>
          </a:custGeom>
          <a:solidFill>
            <a:srgbClr val="085EB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83" name="Freeform 104">
            <a:extLst>
              <a:ext uri="{FF2B5EF4-FFF2-40B4-BE49-F238E27FC236}">
                <a16:creationId xmlns:a16="http://schemas.microsoft.com/office/drawing/2014/main" id="{196E95FC-1532-4813-A4F6-5956B2F5EACB}"/>
              </a:ext>
            </a:extLst>
          </p:cNvPr>
          <p:cNvSpPr>
            <a:spLocks/>
          </p:cNvSpPr>
          <p:nvPr/>
        </p:nvSpPr>
        <p:spPr bwMode="auto">
          <a:xfrm>
            <a:off x="7002463" y="3000375"/>
            <a:ext cx="806450" cy="2141538"/>
          </a:xfrm>
          <a:custGeom>
            <a:avLst/>
            <a:gdLst>
              <a:gd name="T0" fmla="*/ 323 w 350"/>
              <a:gd name="T1" fmla="*/ 930 h 930"/>
              <a:gd name="T2" fmla="*/ 285 w 350"/>
              <a:gd name="T3" fmla="*/ 795 h 930"/>
              <a:gd name="T4" fmla="*/ 291 w 350"/>
              <a:gd name="T5" fmla="*/ 740 h 930"/>
              <a:gd name="T6" fmla="*/ 343 w 350"/>
              <a:gd name="T7" fmla="*/ 484 h 930"/>
              <a:gd name="T8" fmla="*/ 345 w 350"/>
              <a:gd name="T9" fmla="*/ 410 h 930"/>
              <a:gd name="T10" fmla="*/ 281 w 350"/>
              <a:gd name="T11" fmla="*/ 27 h 930"/>
              <a:gd name="T12" fmla="*/ 189 w 350"/>
              <a:gd name="T13" fmla="*/ 74 h 930"/>
              <a:gd name="T14" fmla="*/ 169 w 350"/>
              <a:gd name="T15" fmla="*/ 305 h 930"/>
              <a:gd name="T16" fmla="*/ 136 w 350"/>
              <a:gd name="T17" fmla="*/ 366 h 930"/>
              <a:gd name="T18" fmla="*/ 0 w 350"/>
              <a:gd name="T19" fmla="*/ 679 h 9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50" h="930">
                <a:moveTo>
                  <a:pt x="323" y="930"/>
                </a:moveTo>
                <a:cubicBezTo>
                  <a:pt x="323" y="930"/>
                  <a:pt x="289" y="806"/>
                  <a:pt x="285" y="795"/>
                </a:cubicBezTo>
                <a:cubicBezTo>
                  <a:pt x="281" y="784"/>
                  <a:pt x="286" y="762"/>
                  <a:pt x="291" y="740"/>
                </a:cubicBezTo>
                <a:cubicBezTo>
                  <a:pt x="297" y="717"/>
                  <a:pt x="338" y="505"/>
                  <a:pt x="343" y="484"/>
                </a:cubicBezTo>
                <a:cubicBezTo>
                  <a:pt x="348" y="463"/>
                  <a:pt x="350" y="439"/>
                  <a:pt x="345" y="410"/>
                </a:cubicBezTo>
                <a:cubicBezTo>
                  <a:pt x="339" y="380"/>
                  <a:pt x="287" y="54"/>
                  <a:pt x="281" y="27"/>
                </a:cubicBezTo>
                <a:cubicBezTo>
                  <a:pt x="275" y="0"/>
                  <a:pt x="198" y="8"/>
                  <a:pt x="189" y="74"/>
                </a:cubicBezTo>
                <a:cubicBezTo>
                  <a:pt x="180" y="140"/>
                  <a:pt x="173" y="278"/>
                  <a:pt x="169" y="305"/>
                </a:cubicBezTo>
                <a:cubicBezTo>
                  <a:pt x="165" y="331"/>
                  <a:pt x="159" y="334"/>
                  <a:pt x="136" y="366"/>
                </a:cubicBezTo>
                <a:cubicBezTo>
                  <a:pt x="114" y="396"/>
                  <a:pt x="47" y="466"/>
                  <a:pt x="0" y="679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84" name="Freeform 105">
            <a:extLst>
              <a:ext uri="{FF2B5EF4-FFF2-40B4-BE49-F238E27FC236}">
                <a16:creationId xmlns:a16="http://schemas.microsoft.com/office/drawing/2014/main" id="{2C2C9324-449D-41A7-9285-6728FA720047}"/>
              </a:ext>
            </a:extLst>
          </p:cNvPr>
          <p:cNvSpPr>
            <a:spLocks/>
          </p:cNvSpPr>
          <p:nvPr/>
        </p:nvSpPr>
        <p:spPr bwMode="auto">
          <a:xfrm>
            <a:off x="6988175" y="3014663"/>
            <a:ext cx="830263" cy="2132013"/>
          </a:xfrm>
          <a:custGeom>
            <a:avLst/>
            <a:gdLst>
              <a:gd name="T0" fmla="*/ 317 w 360"/>
              <a:gd name="T1" fmla="*/ 859 h 926"/>
              <a:gd name="T2" fmla="*/ 300 w 360"/>
              <a:gd name="T3" fmla="*/ 797 h 926"/>
              <a:gd name="T4" fmla="*/ 296 w 360"/>
              <a:gd name="T5" fmla="*/ 779 h 926"/>
              <a:gd name="T6" fmla="*/ 303 w 360"/>
              <a:gd name="T7" fmla="*/ 735 h 926"/>
              <a:gd name="T8" fmla="*/ 334 w 360"/>
              <a:gd name="T9" fmla="*/ 585 h 926"/>
              <a:gd name="T10" fmla="*/ 355 w 360"/>
              <a:gd name="T11" fmla="*/ 479 h 926"/>
              <a:gd name="T12" fmla="*/ 356 w 360"/>
              <a:gd name="T13" fmla="*/ 403 h 926"/>
              <a:gd name="T14" fmla="*/ 314 w 360"/>
              <a:gd name="T15" fmla="*/ 145 h 926"/>
              <a:gd name="T16" fmla="*/ 296 w 360"/>
              <a:gd name="T17" fmla="*/ 35 h 926"/>
              <a:gd name="T18" fmla="*/ 289 w 360"/>
              <a:gd name="T19" fmla="*/ 11 h 926"/>
              <a:gd name="T20" fmla="*/ 261 w 360"/>
              <a:gd name="T21" fmla="*/ 0 h 926"/>
              <a:gd name="T22" fmla="*/ 189 w 360"/>
              <a:gd name="T23" fmla="*/ 67 h 926"/>
              <a:gd name="T24" fmla="*/ 172 w 360"/>
              <a:gd name="T25" fmla="*/ 260 h 926"/>
              <a:gd name="T26" fmla="*/ 166 w 360"/>
              <a:gd name="T27" fmla="*/ 313 h 926"/>
              <a:gd name="T28" fmla="*/ 137 w 360"/>
              <a:gd name="T29" fmla="*/ 357 h 926"/>
              <a:gd name="T30" fmla="*/ 58 w 360"/>
              <a:gd name="T31" fmla="*/ 486 h 926"/>
              <a:gd name="T32" fmla="*/ 11 w 360"/>
              <a:gd name="T33" fmla="*/ 674 h 926"/>
              <a:gd name="T34" fmla="*/ 123 w 360"/>
              <a:gd name="T35" fmla="*/ 395 h 926"/>
              <a:gd name="T36" fmla="*/ 171 w 360"/>
              <a:gd name="T37" fmla="*/ 331 h 926"/>
              <a:gd name="T38" fmla="*/ 181 w 360"/>
              <a:gd name="T39" fmla="*/ 299 h 926"/>
              <a:gd name="T40" fmla="*/ 192 w 360"/>
              <a:gd name="T41" fmla="*/ 164 h 926"/>
              <a:gd name="T42" fmla="*/ 225 w 360"/>
              <a:gd name="T43" fmla="*/ 26 h 926"/>
              <a:gd name="T44" fmla="*/ 275 w 360"/>
              <a:gd name="T45" fmla="*/ 15 h 926"/>
              <a:gd name="T46" fmla="*/ 281 w 360"/>
              <a:gd name="T47" fmla="*/ 22 h 926"/>
              <a:gd name="T48" fmla="*/ 318 w 360"/>
              <a:gd name="T49" fmla="*/ 245 h 926"/>
              <a:gd name="T50" fmla="*/ 345 w 360"/>
              <a:gd name="T51" fmla="*/ 405 h 926"/>
              <a:gd name="T52" fmla="*/ 343 w 360"/>
              <a:gd name="T53" fmla="*/ 477 h 926"/>
              <a:gd name="T54" fmla="*/ 313 w 360"/>
              <a:gd name="T55" fmla="*/ 626 h 926"/>
              <a:gd name="T56" fmla="*/ 294 w 360"/>
              <a:gd name="T57" fmla="*/ 719 h 926"/>
              <a:gd name="T58" fmla="*/ 286 w 360"/>
              <a:gd name="T59" fmla="*/ 757 h 926"/>
              <a:gd name="T60" fmla="*/ 285 w 360"/>
              <a:gd name="T61" fmla="*/ 791 h 926"/>
              <a:gd name="T62" fmla="*/ 309 w 360"/>
              <a:gd name="T63" fmla="*/ 874 h 926"/>
              <a:gd name="T64" fmla="*/ 323 w 360"/>
              <a:gd name="T65" fmla="*/ 926 h 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60" h="926">
                <a:moveTo>
                  <a:pt x="335" y="922"/>
                </a:moveTo>
                <a:cubicBezTo>
                  <a:pt x="335" y="922"/>
                  <a:pt x="326" y="891"/>
                  <a:pt x="317" y="859"/>
                </a:cubicBezTo>
                <a:cubicBezTo>
                  <a:pt x="313" y="843"/>
                  <a:pt x="308" y="827"/>
                  <a:pt x="304" y="813"/>
                </a:cubicBezTo>
                <a:cubicBezTo>
                  <a:pt x="303" y="807"/>
                  <a:pt x="301" y="801"/>
                  <a:pt x="300" y="797"/>
                </a:cubicBezTo>
                <a:cubicBezTo>
                  <a:pt x="298" y="792"/>
                  <a:pt x="297" y="789"/>
                  <a:pt x="297" y="787"/>
                </a:cubicBezTo>
                <a:cubicBezTo>
                  <a:pt x="296" y="786"/>
                  <a:pt x="296" y="783"/>
                  <a:pt x="296" y="779"/>
                </a:cubicBezTo>
                <a:cubicBezTo>
                  <a:pt x="296" y="773"/>
                  <a:pt x="297" y="766"/>
                  <a:pt x="298" y="759"/>
                </a:cubicBezTo>
                <a:cubicBezTo>
                  <a:pt x="299" y="751"/>
                  <a:pt x="301" y="743"/>
                  <a:pt x="303" y="735"/>
                </a:cubicBezTo>
                <a:cubicBezTo>
                  <a:pt x="304" y="732"/>
                  <a:pt x="305" y="726"/>
                  <a:pt x="307" y="718"/>
                </a:cubicBezTo>
                <a:cubicBezTo>
                  <a:pt x="313" y="690"/>
                  <a:pt x="324" y="635"/>
                  <a:pt x="334" y="585"/>
                </a:cubicBezTo>
                <a:cubicBezTo>
                  <a:pt x="339" y="559"/>
                  <a:pt x="344" y="535"/>
                  <a:pt x="347" y="516"/>
                </a:cubicBezTo>
                <a:cubicBezTo>
                  <a:pt x="351" y="498"/>
                  <a:pt x="354" y="484"/>
                  <a:pt x="355" y="479"/>
                </a:cubicBezTo>
                <a:cubicBezTo>
                  <a:pt x="358" y="467"/>
                  <a:pt x="360" y="453"/>
                  <a:pt x="360" y="438"/>
                </a:cubicBezTo>
                <a:cubicBezTo>
                  <a:pt x="360" y="427"/>
                  <a:pt x="359" y="415"/>
                  <a:pt x="356" y="403"/>
                </a:cubicBezTo>
                <a:cubicBezTo>
                  <a:pt x="355" y="395"/>
                  <a:pt x="351" y="369"/>
                  <a:pt x="345" y="334"/>
                </a:cubicBezTo>
                <a:cubicBezTo>
                  <a:pt x="336" y="282"/>
                  <a:pt x="324" y="208"/>
                  <a:pt x="314" y="145"/>
                </a:cubicBezTo>
                <a:cubicBezTo>
                  <a:pt x="309" y="114"/>
                  <a:pt x="304" y="85"/>
                  <a:pt x="301" y="63"/>
                </a:cubicBezTo>
                <a:cubicBezTo>
                  <a:pt x="299" y="52"/>
                  <a:pt x="297" y="42"/>
                  <a:pt x="296" y="35"/>
                </a:cubicBezTo>
                <a:cubicBezTo>
                  <a:pt x="294" y="27"/>
                  <a:pt x="293" y="22"/>
                  <a:pt x="293" y="20"/>
                </a:cubicBezTo>
                <a:cubicBezTo>
                  <a:pt x="292" y="16"/>
                  <a:pt x="291" y="13"/>
                  <a:pt x="289" y="11"/>
                </a:cubicBezTo>
                <a:cubicBezTo>
                  <a:pt x="285" y="7"/>
                  <a:pt x="281" y="5"/>
                  <a:pt x="277" y="3"/>
                </a:cubicBezTo>
                <a:cubicBezTo>
                  <a:pt x="272" y="1"/>
                  <a:pt x="267" y="0"/>
                  <a:pt x="261" y="0"/>
                </a:cubicBezTo>
                <a:cubicBezTo>
                  <a:pt x="247" y="0"/>
                  <a:pt x="231" y="5"/>
                  <a:pt x="217" y="16"/>
                </a:cubicBezTo>
                <a:cubicBezTo>
                  <a:pt x="204" y="27"/>
                  <a:pt x="192" y="44"/>
                  <a:pt x="189" y="67"/>
                </a:cubicBezTo>
                <a:cubicBezTo>
                  <a:pt x="185" y="101"/>
                  <a:pt x="181" y="152"/>
                  <a:pt x="177" y="198"/>
                </a:cubicBezTo>
                <a:cubicBezTo>
                  <a:pt x="175" y="221"/>
                  <a:pt x="174" y="242"/>
                  <a:pt x="172" y="260"/>
                </a:cubicBezTo>
                <a:cubicBezTo>
                  <a:pt x="171" y="278"/>
                  <a:pt x="170" y="291"/>
                  <a:pt x="169" y="298"/>
                </a:cubicBezTo>
                <a:cubicBezTo>
                  <a:pt x="168" y="304"/>
                  <a:pt x="167" y="309"/>
                  <a:pt x="166" y="313"/>
                </a:cubicBezTo>
                <a:cubicBezTo>
                  <a:pt x="164" y="319"/>
                  <a:pt x="161" y="324"/>
                  <a:pt x="157" y="330"/>
                </a:cubicBezTo>
                <a:cubicBezTo>
                  <a:pt x="152" y="337"/>
                  <a:pt x="146" y="345"/>
                  <a:pt x="137" y="357"/>
                </a:cubicBezTo>
                <a:cubicBezTo>
                  <a:pt x="132" y="364"/>
                  <a:pt x="123" y="374"/>
                  <a:pt x="113" y="388"/>
                </a:cubicBezTo>
                <a:cubicBezTo>
                  <a:pt x="98" y="409"/>
                  <a:pt x="78" y="440"/>
                  <a:pt x="58" y="486"/>
                </a:cubicBezTo>
                <a:cubicBezTo>
                  <a:pt x="38" y="531"/>
                  <a:pt x="18" y="591"/>
                  <a:pt x="0" y="672"/>
                </a:cubicBezTo>
                <a:cubicBezTo>
                  <a:pt x="11" y="674"/>
                  <a:pt x="11" y="674"/>
                  <a:pt x="11" y="674"/>
                </a:cubicBezTo>
                <a:cubicBezTo>
                  <a:pt x="35" y="568"/>
                  <a:pt x="63" y="498"/>
                  <a:pt x="89" y="450"/>
                </a:cubicBezTo>
                <a:cubicBezTo>
                  <a:pt x="101" y="427"/>
                  <a:pt x="113" y="409"/>
                  <a:pt x="123" y="395"/>
                </a:cubicBezTo>
                <a:cubicBezTo>
                  <a:pt x="133" y="381"/>
                  <a:pt x="141" y="371"/>
                  <a:pt x="147" y="364"/>
                </a:cubicBezTo>
                <a:cubicBezTo>
                  <a:pt x="158" y="348"/>
                  <a:pt x="166" y="339"/>
                  <a:pt x="171" y="331"/>
                </a:cubicBezTo>
                <a:cubicBezTo>
                  <a:pt x="174" y="326"/>
                  <a:pt x="176" y="322"/>
                  <a:pt x="177" y="317"/>
                </a:cubicBezTo>
                <a:cubicBezTo>
                  <a:pt x="179" y="312"/>
                  <a:pt x="180" y="306"/>
                  <a:pt x="181" y="299"/>
                </a:cubicBezTo>
                <a:cubicBezTo>
                  <a:pt x="182" y="292"/>
                  <a:pt x="183" y="279"/>
                  <a:pt x="184" y="261"/>
                </a:cubicBezTo>
                <a:cubicBezTo>
                  <a:pt x="186" y="235"/>
                  <a:pt x="189" y="199"/>
                  <a:pt x="192" y="164"/>
                </a:cubicBezTo>
                <a:cubicBezTo>
                  <a:pt x="195" y="128"/>
                  <a:pt x="198" y="93"/>
                  <a:pt x="201" y="69"/>
                </a:cubicBezTo>
                <a:cubicBezTo>
                  <a:pt x="204" y="49"/>
                  <a:pt x="213" y="35"/>
                  <a:pt x="225" y="26"/>
                </a:cubicBezTo>
                <a:cubicBezTo>
                  <a:pt x="236" y="17"/>
                  <a:pt x="250" y="12"/>
                  <a:pt x="261" y="12"/>
                </a:cubicBezTo>
                <a:cubicBezTo>
                  <a:pt x="267" y="12"/>
                  <a:pt x="272" y="14"/>
                  <a:pt x="275" y="15"/>
                </a:cubicBezTo>
                <a:cubicBezTo>
                  <a:pt x="277" y="16"/>
                  <a:pt x="278" y="17"/>
                  <a:pt x="279" y="19"/>
                </a:cubicBezTo>
                <a:cubicBezTo>
                  <a:pt x="280" y="20"/>
                  <a:pt x="281" y="21"/>
                  <a:pt x="281" y="22"/>
                </a:cubicBezTo>
                <a:cubicBezTo>
                  <a:pt x="282" y="25"/>
                  <a:pt x="283" y="33"/>
                  <a:pt x="285" y="45"/>
                </a:cubicBezTo>
                <a:cubicBezTo>
                  <a:pt x="292" y="85"/>
                  <a:pt x="306" y="169"/>
                  <a:pt x="318" y="245"/>
                </a:cubicBezTo>
                <a:cubicBezTo>
                  <a:pt x="325" y="284"/>
                  <a:pt x="331" y="320"/>
                  <a:pt x="335" y="349"/>
                </a:cubicBezTo>
                <a:cubicBezTo>
                  <a:pt x="340" y="378"/>
                  <a:pt x="343" y="398"/>
                  <a:pt x="345" y="405"/>
                </a:cubicBezTo>
                <a:cubicBezTo>
                  <a:pt x="347" y="417"/>
                  <a:pt x="348" y="428"/>
                  <a:pt x="348" y="438"/>
                </a:cubicBezTo>
                <a:cubicBezTo>
                  <a:pt x="348" y="452"/>
                  <a:pt x="346" y="465"/>
                  <a:pt x="343" y="477"/>
                </a:cubicBezTo>
                <a:cubicBezTo>
                  <a:pt x="343" y="479"/>
                  <a:pt x="341" y="485"/>
                  <a:pt x="340" y="493"/>
                </a:cubicBezTo>
                <a:cubicBezTo>
                  <a:pt x="334" y="520"/>
                  <a:pt x="323" y="575"/>
                  <a:pt x="313" y="626"/>
                </a:cubicBezTo>
                <a:cubicBezTo>
                  <a:pt x="308" y="651"/>
                  <a:pt x="303" y="675"/>
                  <a:pt x="299" y="694"/>
                </a:cubicBezTo>
                <a:cubicBezTo>
                  <a:pt x="298" y="704"/>
                  <a:pt x="296" y="712"/>
                  <a:pt x="294" y="719"/>
                </a:cubicBezTo>
                <a:cubicBezTo>
                  <a:pt x="293" y="725"/>
                  <a:pt x="292" y="730"/>
                  <a:pt x="291" y="732"/>
                </a:cubicBezTo>
                <a:cubicBezTo>
                  <a:pt x="289" y="741"/>
                  <a:pt x="287" y="749"/>
                  <a:pt x="286" y="757"/>
                </a:cubicBezTo>
                <a:cubicBezTo>
                  <a:pt x="285" y="765"/>
                  <a:pt x="284" y="772"/>
                  <a:pt x="284" y="779"/>
                </a:cubicBezTo>
                <a:cubicBezTo>
                  <a:pt x="284" y="783"/>
                  <a:pt x="284" y="787"/>
                  <a:pt x="285" y="791"/>
                </a:cubicBezTo>
                <a:cubicBezTo>
                  <a:pt x="286" y="792"/>
                  <a:pt x="287" y="796"/>
                  <a:pt x="288" y="800"/>
                </a:cubicBezTo>
                <a:cubicBezTo>
                  <a:pt x="293" y="815"/>
                  <a:pt x="301" y="847"/>
                  <a:pt x="309" y="874"/>
                </a:cubicBezTo>
                <a:cubicBezTo>
                  <a:pt x="313" y="888"/>
                  <a:pt x="316" y="901"/>
                  <a:pt x="319" y="910"/>
                </a:cubicBezTo>
                <a:cubicBezTo>
                  <a:pt x="322" y="920"/>
                  <a:pt x="323" y="926"/>
                  <a:pt x="323" y="926"/>
                </a:cubicBezTo>
                <a:cubicBezTo>
                  <a:pt x="335" y="922"/>
                  <a:pt x="335" y="922"/>
                  <a:pt x="335" y="922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85" name="Freeform 106">
            <a:extLst>
              <a:ext uri="{FF2B5EF4-FFF2-40B4-BE49-F238E27FC236}">
                <a16:creationId xmlns:a16="http://schemas.microsoft.com/office/drawing/2014/main" id="{15EFCC67-C6B9-4C86-BE17-FDD9D30F392B}"/>
              </a:ext>
            </a:extLst>
          </p:cNvPr>
          <p:cNvSpPr>
            <a:spLocks/>
          </p:cNvSpPr>
          <p:nvPr/>
        </p:nvSpPr>
        <p:spPr bwMode="auto">
          <a:xfrm>
            <a:off x="7089775" y="3162300"/>
            <a:ext cx="485775" cy="1276350"/>
          </a:xfrm>
          <a:custGeom>
            <a:avLst/>
            <a:gdLst>
              <a:gd name="T0" fmla="*/ 170 w 211"/>
              <a:gd name="T1" fmla="*/ 0 h 555"/>
              <a:gd name="T2" fmla="*/ 156 w 211"/>
              <a:gd name="T3" fmla="*/ 238 h 555"/>
              <a:gd name="T4" fmla="*/ 113 w 211"/>
              <a:gd name="T5" fmla="*/ 318 h 555"/>
              <a:gd name="T6" fmla="*/ 0 w 211"/>
              <a:gd name="T7" fmla="*/ 555 h 555"/>
              <a:gd name="T8" fmla="*/ 136 w 211"/>
              <a:gd name="T9" fmla="*/ 363 h 555"/>
              <a:gd name="T10" fmla="*/ 180 w 211"/>
              <a:gd name="T11" fmla="*/ 22 h 555"/>
              <a:gd name="T12" fmla="*/ 170 w 211"/>
              <a:gd name="T13" fmla="*/ 0 h 5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1" h="555">
                <a:moveTo>
                  <a:pt x="170" y="0"/>
                </a:moveTo>
                <a:cubicBezTo>
                  <a:pt x="170" y="0"/>
                  <a:pt x="158" y="210"/>
                  <a:pt x="156" y="238"/>
                </a:cubicBezTo>
                <a:cubicBezTo>
                  <a:pt x="153" y="267"/>
                  <a:pt x="144" y="290"/>
                  <a:pt x="113" y="318"/>
                </a:cubicBezTo>
                <a:cubicBezTo>
                  <a:pt x="83" y="346"/>
                  <a:pt x="30" y="438"/>
                  <a:pt x="0" y="555"/>
                </a:cubicBezTo>
                <a:cubicBezTo>
                  <a:pt x="0" y="555"/>
                  <a:pt x="41" y="432"/>
                  <a:pt x="136" y="363"/>
                </a:cubicBezTo>
                <a:cubicBezTo>
                  <a:pt x="211" y="307"/>
                  <a:pt x="177" y="119"/>
                  <a:pt x="180" y="22"/>
                </a:cubicBezTo>
                <a:cubicBezTo>
                  <a:pt x="180" y="1"/>
                  <a:pt x="170" y="0"/>
                  <a:pt x="170" y="0"/>
                </a:cubicBez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286" name="Freeform 107">
            <a:extLst>
              <a:ext uri="{FF2B5EF4-FFF2-40B4-BE49-F238E27FC236}">
                <a16:creationId xmlns:a16="http://schemas.microsoft.com/office/drawing/2014/main" id="{EC1FC089-D041-4C3D-BBD7-44511CBBF832}"/>
              </a:ext>
            </a:extLst>
          </p:cNvPr>
          <p:cNvSpPr>
            <a:spLocks/>
          </p:cNvSpPr>
          <p:nvPr/>
        </p:nvSpPr>
        <p:spPr bwMode="auto">
          <a:xfrm>
            <a:off x="7269163" y="4108450"/>
            <a:ext cx="458788" cy="1033463"/>
          </a:xfrm>
          <a:custGeom>
            <a:avLst/>
            <a:gdLst>
              <a:gd name="T0" fmla="*/ 199 w 199"/>
              <a:gd name="T1" fmla="*/ 0 h 449"/>
              <a:gd name="T2" fmla="*/ 0 w 199"/>
              <a:gd name="T3" fmla="*/ 315 h 449"/>
              <a:gd name="T4" fmla="*/ 33 w 199"/>
              <a:gd name="T5" fmla="*/ 449 h 449"/>
              <a:gd name="T6" fmla="*/ 165 w 199"/>
              <a:gd name="T7" fmla="*/ 449 h 449"/>
              <a:gd name="T8" fmla="*/ 130 w 199"/>
              <a:gd name="T9" fmla="*/ 304 h 449"/>
              <a:gd name="T10" fmla="*/ 199 w 199"/>
              <a:gd name="T11" fmla="*/ 0 h 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9" h="449">
                <a:moveTo>
                  <a:pt x="199" y="0"/>
                </a:moveTo>
                <a:cubicBezTo>
                  <a:pt x="165" y="71"/>
                  <a:pt x="116" y="265"/>
                  <a:pt x="0" y="315"/>
                </a:cubicBezTo>
                <a:cubicBezTo>
                  <a:pt x="33" y="449"/>
                  <a:pt x="33" y="449"/>
                  <a:pt x="33" y="449"/>
                </a:cubicBezTo>
                <a:cubicBezTo>
                  <a:pt x="165" y="449"/>
                  <a:pt x="165" y="449"/>
                  <a:pt x="165" y="449"/>
                </a:cubicBezTo>
                <a:cubicBezTo>
                  <a:pt x="130" y="304"/>
                  <a:pt x="130" y="304"/>
                  <a:pt x="130" y="304"/>
                </a:cubicBezTo>
                <a:cubicBezTo>
                  <a:pt x="130" y="304"/>
                  <a:pt x="198" y="82"/>
                  <a:pt x="1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976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Texte avec illustration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73055B5-C54B-41C1-8C53-6245D57B1C1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00250" y="308570"/>
            <a:ext cx="5143500" cy="5143500"/>
            <a:chOff x="1260" y="0"/>
            <a:chExt cx="3240" cy="3240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AB2B0CC7-2BF9-4CD2-81AF-7BAEB05D1F2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260" y="0"/>
              <a:ext cx="3240" cy="3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grpSp>
          <p:nvGrpSpPr>
            <p:cNvPr id="8" name="Group 205">
              <a:extLst>
                <a:ext uri="{FF2B5EF4-FFF2-40B4-BE49-F238E27FC236}">
                  <a16:creationId xmlns:a16="http://schemas.microsoft.com/office/drawing/2014/main" id="{BA50570C-7F8A-4034-9C9F-4A23EC733B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2" y="0"/>
              <a:ext cx="3239" cy="3241"/>
              <a:chOff x="1262" y="0"/>
              <a:chExt cx="3239" cy="3241"/>
            </a:xfrm>
          </p:grpSpPr>
          <p:sp>
            <p:nvSpPr>
              <p:cNvPr id="69" name="Rectangle 6">
                <a:extLst>
                  <a:ext uri="{FF2B5EF4-FFF2-40B4-BE49-F238E27FC236}">
                    <a16:creationId xmlns:a16="http://schemas.microsoft.com/office/drawing/2014/main" id="{69DA637A-B884-42CD-9106-755D21797D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2" y="0"/>
                <a:ext cx="3239" cy="32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0" name="Freeform 7">
                <a:extLst>
                  <a:ext uri="{FF2B5EF4-FFF2-40B4-BE49-F238E27FC236}">
                    <a16:creationId xmlns:a16="http://schemas.microsoft.com/office/drawing/2014/main" id="{24983040-EBE1-4834-ADB1-D84B1F2331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5" y="2064"/>
                <a:ext cx="2228" cy="429"/>
              </a:xfrm>
              <a:custGeom>
                <a:avLst/>
                <a:gdLst>
                  <a:gd name="T0" fmla="*/ 79 w 1531"/>
                  <a:gd name="T1" fmla="*/ 295 h 295"/>
                  <a:gd name="T2" fmla="*/ 0 w 1531"/>
                  <a:gd name="T3" fmla="*/ 285 h 295"/>
                  <a:gd name="T4" fmla="*/ 11 w 1531"/>
                  <a:gd name="T5" fmla="*/ 274 h 295"/>
                  <a:gd name="T6" fmla="*/ 285 w 1531"/>
                  <a:gd name="T7" fmla="*/ 105 h 295"/>
                  <a:gd name="T8" fmla="*/ 455 w 1531"/>
                  <a:gd name="T9" fmla="*/ 0 h 295"/>
                  <a:gd name="T10" fmla="*/ 1076 w 1531"/>
                  <a:gd name="T11" fmla="*/ 0 h 295"/>
                  <a:gd name="T12" fmla="*/ 1246 w 1531"/>
                  <a:gd name="T13" fmla="*/ 105 h 295"/>
                  <a:gd name="T14" fmla="*/ 1520 w 1531"/>
                  <a:gd name="T15" fmla="*/ 274 h 295"/>
                  <a:gd name="T16" fmla="*/ 1531 w 1531"/>
                  <a:gd name="T17" fmla="*/ 285 h 295"/>
                  <a:gd name="T18" fmla="*/ 1451 w 1531"/>
                  <a:gd name="T19" fmla="*/ 295 h 295"/>
                  <a:gd name="T20" fmla="*/ 79 w 1531"/>
                  <a:gd name="T21" fmla="*/ 295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1" h="295">
                    <a:moveTo>
                      <a:pt x="79" y="295"/>
                    </a:moveTo>
                    <a:cubicBezTo>
                      <a:pt x="18" y="295"/>
                      <a:pt x="3" y="287"/>
                      <a:pt x="0" y="285"/>
                    </a:cubicBezTo>
                    <a:cubicBezTo>
                      <a:pt x="1" y="283"/>
                      <a:pt x="3" y="280"/>
                      <a:pt x="11" y="274"/>
                    </a:cubicBezTo>
                    <a:cubicBezTo>
                      <a:pt x="31" y="259"/>
                      <a:pt x="172" y="174"/>
                      <a:pt x="285" y="105"/>
                    </a:cubicBezTo>
                    <a:cubicBezTo>
                      <a:pt x="408" y="30"/>
                      <a:pt x="444" y="8"/>
                      <a:pt x="455" y="0"/>
                    </a:cubicBezTo>
                    <a:cubicBezTo>
                      <a:pt x="1076" y="0"/>
                      <a:pt x="1076" y="0"/>
                      <a:pt x="1076" y="0"/>
                    </a:cubicBezTo>
                    <a:cubicBezTo>
                      <a:pt x="1087" y="8"/>
                      <a:pt x="1123" y="30"/>
                      <a:pt x="1246" y="105"/>
                    </a:cubicBezTo>
                    <a:cubicBezTo>
                      <a:pt x="1359" y="174"/>
                      <a:pt x="1500" y="259"/>
                      <a:pt x="1520" y="274"/>
                    </a:cubicBezTo>
                    <a:cubicBezTo>
                      <a:pt x="1527" y="280"/>
                      <a:pt x="1530" y="283"/>
                      <a:pt x="1531" y="285"/>
                    </a:cubicBezTo>
                    <a:cubicBezTo>
                      <a:pt x="1528" y="287"/>
                      <a:pt x="1512" y="295"/>
                      <a:pt x="1451" y="295"/>
                    </a:cubicBezTo>
                    <a:lnTo>
                      <a:pt x="79" y="29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1" name="Freeform 8">
                <a:extLst>
                  <a:ext uri="{FF2B5EF4-FFF2-40B4-BE49-F238E27FC236}">
                    <a16:creationId xmlns:a16="http://schemas.microsoft.com/office/drawing/2014/main" id="{4F30E9D5-06D0-4A3F-B80A-DB761A6E60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07" y="2046"/>
                <a:ext cx="2323" cy="465"/>
              </a:xfrm>
              <a:custGeom>
                <a:avLst/>
                <a:gdLst>
                  <a:gd name="T0" fmla="*/ 1105 w 1596"/>
                  <a:gd name="T1" fmla="*/ 24 h 319"/>
                  <a:gd name="T2" fmla="*/ 1273 w 1596"/>
                  <a:gd name="T3" fmla="*/ 127 h 319"/>
                  <a:gd name="T4" fmla="*/ 1540 w 1596"/>
                  <a:gd name="T5" fmla="*/ 292 h 319"/>
                  <a:gd name="T6" fmla="*/ 1484 w 1596"/>
                  <a:gd name="T7" fmla="*/ 295 h 319"/>
                  <a:gd name="T8" fmla="*/ 798 w 1596"/>
                  <a:gd name="T9" fmla="*/ 295 h 319"/>
                  <a:gd name="T10" fmla="*/ 112 w 1596"/>
                  <a:gd name="T11" fmla="*/ 295 h 319"/>
                  <a:gd name="T12" fmla="*/ 57 w 1596"/>
                  <a:gd name="T13" fmla="*/ 292 h 319"/>
                  <a:gd name="T14" fmla="*/ 324 w 1596"/>
                  <a:gd name="T15" fmla="*/ 127 h 319"/>
                  <a:gd name="T16" fmla="*/ 492 w 1596"/>
                  <a:gd name="T17" fmla="*/ 24 h 319"/>
                  <a:gd name="T18" fmla="*/ 1105 w 1596"/>
                  <a:gd name="T19" fmla="*/ 24 h 319"/>
                  <a:gd name="T20" fmla="*/ 1112 w 1596"/>
                  <a:gd name="T21" fmla="*/ 0 h 319"/>
                  <a:gd name="T22" fmla="*/ 484 w 1596"/>
                  <a:gd name="T23" fmla="*/ 0 h 319"/>
                  <a:gd name="T24" fmla="*/ 37 w 1596"/>
                  <a:gd name="T25" fmla="*/ 276 h 319"/>
                  <a:gd name="T26" fmla="*/ 112 w 1596"/>
                  <a:gd name="T27" fmla="*/ 319 h 319"/>
                  <a:gd name="T28" fmla="*/ 798 w 1596"/>
                  <a:gd name="T29" fmla="*/ 319 h 319"/>
                  <a:gd name="T30" fmla="*/ 1484 w 1596"/>
                  <a:gd name="T31" fmla="*/ 319 h 319"/>
                  <a:gd name="T32" fmla="*/ 1560 w 1596"/>
                  <a:gd name="T33" fmla="*/ 276 h 319"/>
                  <a:gd name="T34" fmla="*/ 1112 w 1596"/>
                  <a:gd name="T35" fmla="*/ 0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596" h="319">
                    <a:moveTo>
                      <a:pt x="1105" y="24"/>
                    </a:moveTo>
                    <a:cubicBezTo>
                      <a:pt x="1120" y="34"/>
                      <a:pt x="1159" y="58"/>
                      <a:pt x="1273" y="127"/>
                    </a:cubicBezTo>
                    <a:cubicBezTo>
                      <a:pt x="1378" y="191"/>
                      <a:pt x="1507" y="270"/>
                      <a:pt x="1540" y="292"/>
                    </a:cubicBezTo>
                    <a:cubicBezTo>
                      <a:pt x="1529" y="293"/>
                      <a:pt x="1512" y="295"/>
                      <a:pt x="1484" y="295"/>
                    </a:cubicBezTo>
                    <a:cubicBezTo>
                      <a:pt x="798" y="295"/>
                      <a:pt x="798" y="295"/>
                      <a:pt x="798" y="295"/>
                    </a:cubicBezTo>
                    <a:cubicBezTo>
                      <a:pt x="112" y="295"/>
                      <a:pt x="112" y="295"/>
                      <a:pt x="112" y="295"/>
                    </a:cubicBezTo>
                    <a:cubicBezTo>
                      <a:pt x="85" y="295"/>
                      <a:pt x="68" y="293"/>
                      <a:pt x="57" y="292"/>
                    </a:cubicBezTo>
                    <a:cubicBezTo>
                      <a:pt x="90" y="270"/>
                      <a:pt x="219" y="191"/>
                      <a:pt x="324" y="127"/>
                    </a:cubicBezTo>
                    <a:cubicBezTo>
                      <a:pt x="437" y="58"/>
                      <a:pt x="477" y="34"/>
                      <a:pt x="492" y="24"/>
                    </a:cubicBezTo>
                    <a:cubicBezTo>
                      <a:pt x="1105" y="24"/>
                      <a:pt x="1105" y="24"/>
                      <a:pt x="1105" y="24"/>
                    </a:cubicBezTo>
                    <a:moveTo>
                      <a:pt x="1112" y="0"/>
                    </a:moveTo>
                    <a:cubicBezTo>
                      <a:pt x="484" y="0"/>
                      <a:pt x="484" y="0"/>
                      <a:pt x="484" y="0"/>
                    </a:cubicBezTo>
                    <a:cubicBezTo>
                      <a:pt x="478" y="7"/>
                      <a:pt x="73" y="250"/>
                      <a:pt x="37" y="276"/>
                    </a:cubicBezTo>
                    <a:cubicBezTo>
                      <a:pt x="0" y="303"/>
                      <a:pt x="23" y="319"/>
                      <a:pt x="112" y="319"/>
                    </a:cubicBezTo>
                    <a:cubicBezTo>
                      <a:pt x="202" y="319"/>
                      <a:pt x="798" y="319"/>
                      <a:pt x="798" y="319"/>
                    </a:cubicBezTo>
                    <a:cubicBezTo>
                      <a:pt x="798" y="319"/>
                      <a:pt x="1394" y="319"/>
                      <a:pt x="1484" y="319"/>
                    </a:cubicBezTo>
                    <a:cubicBezTo>
                      <a:pt x="1574" y="319"/>
                      <a:pt x="1596" y="303"/>
                      <a:pt x="1560" y="276"/>
                    </a:cubicBezTo>
                    <a:cubicBezTo>
                      <a:pt x="1524" y="250"/>
                      <a:pt x="1118" y="7"/>
                      <a:pt x="111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2" name="Freeform 9">
                <a:extLst>
                  <a:ext uri="{FF2B5EF4-FFF2-40B4-BE49-F238E27FC236}">
                    <a16:creationId xmlns:a16="http://schemas.microsoft.com/office/drawing/2014/main" id="{CFA7B536-DBC6-45D3-A857-E647B2B3E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2" y="2467"/>
                <a:ext cx="2371" cy="149"/>
              </a:xfrm>
              <a:custGeom>
                <a:avLst/>
                <a:gdLst>
                  <a:gd name="T0" fmla="*/ 1590 w 1629"/>
                  <a:gd name="T1" fmla="*/ 0 h 102"/>
                  <a:gd name="T2" fmla="*/ 1448 w 1629"/>
                  <a:gd name="T3" fmla="*/ 102 h 102"/>
                  <a:gd name="T4" fmla="*/ 815 w 1629"/>
                  <a:gd name="T5" fmla="*/ 102 h 102"/>
                  <a:gd name="T6" fmla="*/ 181 w 1629"/>
                  <a:gd name="T7" fmla="*/ 102 h 102"/>
                  <a:gd name="T8" fmla="*/ 39 w 1629"/>
                  <a:gd name="T9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29" h="102">
                    <a:moveTo>
                      <a:pt x="1590" y="0"/>
                    </a:moveTo>
                    <a:cubicBezTo>
                      <a:pt x="1600" y="11"/>
                      <a:pt x="1629" y="102"/>
                      <a:pt x="1448" y="102"/>
                    </a:cubicBezTo>
                    <a:cubicBezTo>
                      <a:pt x="1268" y="102"/>
                      <a:pt x="815" y="102"/>
                      <a:pt x="815" y="102"/>
                    </a:cubicBezTo>
                    <a:cubicBezTo>
                      <a:pt x="815" y="102"/>
                      <a:pt x="361" y="102"/>
                      <a:pt x="181" y="102"/>
                    </a:cubicBezTo>
                    <a:cubicBezTo>
                      <a:pt x="0" y="102"/>
                      <a:pt x="29" y="11"/>
                      <a:pt x="39" y="0"/>
                    </a:cubicBezTo>
                  </a:path>
                </a:pathLst>
              </a:custGeom>
              <a:solidFill>
                <a:srgbClr val="66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3" name="Freeform 10">
                <a:extLst>
                  <a:ext uri="{FF2B5EF4-FFF2-40B4-BE49-F238E27FC236}">
                    <a16:creationId xmlns:a16="http://schemas.microsoft.com/office/drawing/2014/main" id="{C69E456D-E5FD-4759-849C-A39F517C6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4" y="2466"/>
                <a:ext cx="2287" cy="152"/>
              </a:xfrm>
              <a:custGeom>
                <a:avLst/>
                <a:gdLst>
                  <a:gd name="T0" fmla="*/ 1559 w 1571"/>
                  <a:gd name="T1" fmla="*/ 2 h 105"/>
                  <a:gd name="T2" fmla="*/ 1564 w 1571"/>
                  <a:gd name="T3" fmla="*/ 12 h 105"/>
                  <a:gd name="T4" fmla="*/ 1567 w 1571"/>
                  <a:gd name="T5" fmla="*/ 29 h 105"/>
                  <a:gd name="T6" fmla="*/ 1540 w 1571"/>
                  <a:gd name="T7" fmla="*/ 76 h 105"/>
                  <a:gd name="T8" fmla="*/ 1419 w 1571"/>
                  <a:gd name="T9" fmla="*/ 101 h 105"/>
                  <a:gd name="T10" fmla="*/ 1035 w 1571"/>
                  <a:gd name="T11" fmla="*/ 101 h 105"/>
                  <a:gd name="T12" fmla="*/ 859 w 1571"/>
                  <a:gd name="T13" fmla="*/ 101 h 105"/>
                  <a:gd name="T14" fmla="*/ 805 w 1571"/>
                  <a:gd name="T15" fmla="*/ 101 h 105"/>
                  <a:gd name="T16" fmla="*/ 786 w 1571"/>
                  <a:gd name="T17" fmla="*/ 101 h 105"/>
                  <a:gd name="T18" fmla="*/ 152 w 1571"/>
                  <a:gd name="T19" fmla="*/ 101 h 105"/>
                  <a:gd name="T20" fmla="*/ 31 w 1571"/>
                  <a:gd name="T21" fmla="*/ 76 h 105"/>
                  <a:gd name="T22" fmla="*/ 4 w 1571"/>
                  <a:gd name="T23" fmla="*/ 29 h 105"/>
                  <a:gd name="T24" fmla="*/ 7 w 1571"/>
                  <a:gd name="T25" fmla="*/ 12 h 105"/>
                  <a:gd name="T26" fmla="*/ 12 w 1571"/>
                  <a:gd name="T27" fmla="*/ 2 h 105"/>
                  <a:gd name="T28" fmla="*/ 9 w 1571"/>
                  <a:gd name="T29" fmla="*/ 0 h 105"/>
                  <a:gd name="T30" fmla="*/ 3 w 1571"/>
                  <a:gd name="T31" fmla="*/ 10 h 105"/>
                  <a:gd name="T32" fmla="*/ 0 w 1571"/>
                  <a:gd name="T33" fmla="*/ 29 h 105"/>
                  <a:gd name="T34" fmla="*/ 29 w 1571"/>
                  <a:gd name="T35" fmla="*/ 79 h 105"/>
                  <a:gd name="T36" fmla="*/ 152 w 1571"/>
                  <a:gd name="T37" fmla="*/ 105 h 105"/>
                  <a:gd name="T38" fmla="*/ 786 w 1571"/>
                  <a:gd name="T39" fmla="*/ 105 h 105"/>
                  <a:gd name="T40" fmla="*/ 805 w 1571"/>
                  <a:gd name="T41" fmla="*/ 105 h 105"/>
                  <a:gd name="T42" fmla="*/ 1419 w 1571"/>
                  <a:gd name="T43" fmla="*/ 105 h 105"/>
                  <a:gd name="T44" fmla="*/ 1542 w 1571"/>
                  <a:gd name="T45" fmla="*/ 79 h 105"/>
                  <a:gd name="T46" fmla="*/ 1571 w 1571"/>
                  <a:gd name="T47" fmla="*/ 29 h 105"/>
                  <a:gd name="T48" fmla="*/ 1568 w 1571"/>
                  <a:gd name="T49" fmla="*/ 10 h 105"/>
                  <a:gd name="T50" fmla="*/ 1562 w 1571"/>
                  <a:gd name="T51" fmla="*/ 0 h 105"/>
                  <a:gd name="T52" fmla="*/ 1559 w 1571"/>
                  <a:gd name="T53" fmla="*/ 2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571" h="105">
                    <a:moveTo>
                      <a:pt x="1559" y="2"/>
                    </a:moveTo>
                    <a:cubicBezTo>
                      <a:pt x="1561" y="4"/>
                      <a:pt x="1563" y="7"/>
                      <a:pt x="1564" y="12"/>
                    </a:cubicBezTo>
                    <a:cubicBezTo>
                      <a:pt x="1566" y="16"/>
                      <a:pt x="1567" y="22"/>
                      <a:pt x="1567" y="29"/>
                    </a:cubicBezTo>
                    <a:cubicBezTo>
                      <a:pt x="1567" y="44"/>
                      <a:pt x="1561" y="61"/>
                      <a:pt x="1540" y="76"/>
                    </a:cubicBezTo>
                    <a:cubicBezTo>
                      <a:pt x="1519" y="90"/>
                      <a:pt x="1482" y="101"/>
                      <a:pt x="1419" y="101"/>
                    </a:cubicBezTo>
                    <a:cubicBezTo>
                      <a:pt x="1329" y="101"/>
                      <a:pt x="1171" y="101"/>
                      <a:pt x="1035" y="101"/>
                    </a:cubicBezTo>
                    <a:cubicBezTo>
                      <a:pt x="967" y="101"/>
                      <a:pt x="905" y="101"/>
                      <a:pt x="859" y="101"/>
                    </a:cubicBezTo>
                    <a:cubicBezTo>
                      <a:pt x="837" y="101"/>
                      <a:pt x="818" y="101"/>
                      <a:pt x="805" y="101"/>
                    </a:cubicBezTo>
                    <a:cubicBezTo>
                      <a:pt x="793" y="101"/>
                      <a:pt x="786" y="101"/>
                      <a:pt x="786" y="101"/>
                    </a:cubicBezTo>
                    <a:cubicBezTo>
                      <a:pt x="786" y="101"/>
                      <a:pt x="332" y="101"/>
                      <a:pt x="152" y="101"/>
                    </a:cubicBezTo>
                    <a:cubicBezTo>
                      <a:pt x="89" y="101"/>
                      <a:pt x="52" y="90"/>
                      <a:pt x="31" y="76"/>
                    </a:cubicBezTo>
                    <a:cubicBezTo>
                      <a:pt x="10" y="61"/>
                      <a:pt x="4" y="44"/>
                      <a:pt x="4" y="29"/>
                    </a:cubicBezTo>
                    <a:cubicBezTo>
                      <a:pt x="4" y="22"/>
                      <a:pt x="5" y="16"/>
                      <a:pt x="7" y="12"/>
                    </a:cubicBezTo>
                    <a:cubicBezTo>
                      <a:pt x="8" y="7"/>
                      <a:pt x="10" y="4"/>
                      <a:pt x="12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7" y="2"/>
                      <a:pt x="5" y="5"/>
                      <a:pt x="3" y="10"/>
                    </a:cubicBezTo>
                    <a:cubicBezTo>
                      <a:pt x="1" y="16"/>
                      <a:pt x="0" y="22"/>
                      <a:pt x="0" y="29"/>
                    </a:cubicBezTo>
                    <a:cubicBezTo>
                      <a:pt x="0" y="45"/>
                      <a:pt x="7" y="64"/>
                      <a:pt x="29" y="79"/>
                    </a:cubicBezTo>
                    <a:cubicBezTo>
                      <a:pt x="51" y="94"/>
                      <a:pt x="89" y="105"/>
                      <a:pt x="152" y="105"/>
                    </a:cubicBezTo>
                    <a:cubicBezTo>
                      <a:pt x="332" y="105"/>
                      <a:pt x="786" y="105"/>
                      <a:pt x="786" y="105"/>
                    </a:cubicBezTo>
                    <a:cubicBezTo>
                      <a:pt x="786" y="105"/>
                      <a:pt x="793" y="105"/>
                      <a:pt x="805" y="105"/>
                    </a:cubicBezTo>
                    <a:cubicBezTo>
                      <a:pt x="895" y="105"/>
                      <a:pt x="1262" y="105"/>
                      <a:pt x="1419" y="105"/>
                    </a:cubicBezTo>
                    <a:cubicBezTo>
                      <a:pt x="1482" y="105"/>
                      <a:pt x="1520" y="94"/>
                      <a:pt x="1542" y="79"/>
                    </a:cubicBezTo>
                    <a:cubicBezTo>
                      <a:pt x="1565" y="64"/>
                      <a:pt x="1571" y="45"/>
                      <a:pt x="1571" y="29"/>
                    </a:cubicBezTo>
                    <a:cubicBezTo>
                      <a:pt x="1571" y="22"/>
                      <a:pt x="1570" y="16"/>
                      <a:pt x="1568" y="10"/>
                    </a:cubicBezTo>
                    <a:cubicBezTo>
                      <a:pt x="1566" y="5"/>
                      <a:pt x="1564" y="2"/>
                      <a:pt x="1562" y="0"/>
                    </a:cubicBezTo>
                    <a:cubicBezTo>
                      <a:pt x="1559" y="2"/>
                      <a:pt x="1559" y="2"/>
                      <a:pt x="1559" y="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4" name="Freeform 11">
                <a:extLst>
                  <a:ext uri="{FF2B5EF4-FFF2-40B4-BE49-F238E27FC236}">
                    <a16:creationId xmlns:a16="http://schemas.microsoft.com/office/drawing/2014/main" id="{577632DD-1F96-4015-A6A5-16CC0E699C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2487"/>
                <a:ext cx="2207" cy="89"/>
              </a:xfrm>
              <a:custGeom>
                <a:avLst/>
                <a:gdLst>
                  <a:gd name="T0" fmla="*/ 24 w 1516"/>
                  <a:gd name="T1" fmla="*/ 0 h 61"/>
                  <a:gd name="T2" fmla="*/ 1475 w 1516"/>
                  <a:gd name="T3" fmla="*/ 0 h 61"/>
                  <a:gd name="T4" fmla="*/ 1469 w 1516"/>
                  <a:gd name="T5" fmla="*/ 48 h 61"/>
                  <a:gd name="T6" fmla="*/ 1379 w 1516"/>
                  <a:gd name="T7" fmla="*/ 16 h 61"/>
                  <a:gd name="T8" fmla="*/ 29 w 1516"/>
                  <a:gd name="T9" fmla="*/ 16 h 61"/>
                  <a:gd name="T10" fmla="*/ 24 w 1516"/>
                  <a:gd name="T11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16" h="61">
                    <a:moveTo>
                      <a:pt x="24" y="0"/>
                    </a:moveTo>
                    <a:cubicBezTo>
                      <a:pt x="24" y="0"/>
                      <a:pt x="1435" y="0"/>
                      <a:pt x="1475" y="0"/>
                    </a:cubicBezTo>
                    <a:cubicBezTo>
                      <a:pt x="1516" y="0"/>
                      <a:pt x="1498" y="36"/>
                      <a:pt x="1469" y="48"/>
                    </a:cubicBezTo>
                    <a:cubicBezTo>
                      <a:pt x="1441" y="61"/>
                      <a:pt x="1475" y="16"/>
                      <a:pt x="1379" y="16"/>
                    </a:cubicBezTo>
                    <a:cubicBezTo>
                      <a:pt x="1283" y="16"/>
                      <a:pt x="59" y="16"/>
                      <a:pt x="29" y="16"/>
                    </a:cubicBezTo>
                    <a:cubicBezTo>
                      <a:pt x="0" y="16"/>
                      <a:pt x="1" y="0"/>
                      <a:pt x="24" y="0"/>
                    </a:cubicBez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5" name="Freeform 12">
                <a:extLst>
                  <a:ext uri="{FF2B5EF4-FFF2-40B4-BE49-F238E27FC236}">
                    <a16:creationId xmlns:a16="http://schemas.microsoft.com/office/drawing/2014/main" id="{C4CBDD3E-B31B-4DE9-8105-411487A2A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4" y="2192"/>
                <a:ext cx="453" cy="435"/>
              </a:xfrm>
              <a:custGeom>
                <a:avLst/>
                <a:gdLst>
                  <a:gd name="T0" fmla="*/ 153 w 311"/>
                  <a:gd name="T1" fmla="*/ 299 h 299"/>
                  <a:gd name="T2" fmla="*/ 264 w 311"/>
                  <a:gd name="T3" fmla="*/ 281 h 299"/>
                  <a:gd name="T4" fmla="*/ 306 w 311"/>
                  <a:gd name="T5" fmla="*/ 241 h 299"/>
                  <a:gd name="T6" fmla="*/ 311 w 311"/>
                  <a:gd name="T7" fmla="*/ 217 h 299"/>
                  <a:gd name="T8" fmla="*/ 308 w 311"/>
                  <a:gd name="T9" fmla="*/ 196 h 299"/>
                  <a:gd name="T10" fmla="*/ 305 w 311"/>
                  <a:gd name="T11" fmla="*/ 189 h 299"/>
                  <a:gd name="T12" fmla="*/ 301 w 311"/>
                  <a:gd name="T13" fmla="*/ 183 h 299"/>
                  <a:gd name="T14" fmla="*/ 297 w 311"/>
                  <a:gd name="T15" fmla="*/ 179 h 299"/>
                  <a:gd name="T16" fmla="*/ 291 w 311"/>
                  <a:gd name="T17" fmla="*/ 184 h 299"/>
                  <a:gd name="T18" fmla="*/ 295 w 311"/>
                  <a:gd name="T19" fmla="*/ 189 h 299"/>
                  <a:gd name="T20" fmla="*/ 300 w 311"/>
                  <a:gd name="T21" fmla="*/ 185 h 299"/>
                  <a:gd name="T22" fmla="*/ 292 w 311"/>
                  <a:gd name="T23" fmla="*/ 177 h 299"/>
                  <a:gd name="T24" fmla="*/ 292 w 311"/>
                  <a:gd name="T25" fmla="*/ 177 h 299"/>
                  <a:gd name="T26" fmla="*/ 292 w 311"/>
                  <a:gd name="T27" fmla="*/ 176 h 299"/>
                  <a:gd name="T28" fmla="*/ 286 w 311"/>
                  <a:gd name="T29" fmla="*/ 172 h 299"/>
                  <a:gd name="T30" fmla="*/ 281 w 311"/>
                  <a:gd name="T31" fmla="*/ 168 h 299"/>
                  <a:gd name="T32" fmla="*/ 278 w 311"/>
                  <a:gd name="T33" fmla="*/ 166 h 299"/>
                  <a:gd name="T34" fmla="*/ 231 w 311"/>
                  <a:gd name="T35" fmla="*/ 136 h 299"/>
                  <a:gd name="T36" fmla="*/ 209 w 311"/>
                  <a:gd name="T37" fmla="*/ 123 h 299"/>
                  <a:gd name="T38" fmla="*/ 10 w 311"/>
                  <a:gd name="T39" fmla="*/ 1 h 299"/>
                  <a:gd name="T40" fmla="*/ 2 w 311"/>
                  <a:gd name="T41" fmla="*/ 3 h 299"/>
                  <a:gd name="T42" fmla="*/ 4 w 311"/>
                  <a:gd name="T43" fmla="*/ 12 h 299"/>
                  <a:gd name="T44" fmla="*/ 202 w 311"/>
                  <a:gd name="T45" fmla="*/ 133 h 299"/>
                  <a:gd name="T46" fmla="*/ 225 w 311"/>
                  <a:gd name="T47" fmla="*/ 147 h 299"/>
                  <a:gd name="T48" fmla="*/ 271 w 311"/>
                  <a:gd name="T49" fmla="*/ 176 h 299"/>
                  <a:gd name="T50" fmla="*/ 274 w 311"/>
                  <a:gd name="T51" fmla="*/ 178 h 299"/>
                  <a:gd name="T52" fmla="*/ 278 w 311"/>
                  <a:gd name="T53" fmla="*/ 181 h 299"/>
                  <a:gd name="T54" fmla="*/ 284 w 311"/>
                  <a:gd name="T55" fmla="*/ 185 h 299"/>
                  <a:gd name="T56" fmla="*/ 284 w 311"/>
                  <a:gd name="T57" fmla="*/ 186 h 299"/>
                  <a:gd name="T58" fmla="*/ 288 w 311"/>
                  <a:gd name="T59" fmla="*/ 181 h 299"/>
                  <a:gd name="T60" fmla="*/ 284 w 311"/>
                  <a:gd name="T61" fmla="*/ 186 h 299"/>
                  <a:gd name="T62" fmla="*/ 290 w 311"/>
                  <a:gd name="T63" fmla="*/ 192 h 299"/>
                  <a:gd name="T64" fmla="*/ 294 w 311"/>
                  <a:gd name="T65" fmla="*/ 198 h 299"/>
                  <a:gd name="T66" fmla="*/ 301 w 311"/>
                  <a:gd name="T67" fmla="*/ 192 h 299"/>
                  <a:gd name="T68" fmla="*/ 296 w 311"/>
                  <a:gd name="T69" fmla="*/ 188 h 299"/>
                  <a:gd name="T70" fmla="*/ 292 w 311"/>
                  <a:gd name="T71" fmla="*/ 192 h 299"/>
                  <a:gd name="T72" fmla="*/ 294 w 311"/>
                  <a:gd name="T73" fmla="*/ 195 h 299"/>
                  <a:gd name="T74" fmla="*/ 299 w 311"/>
                  <a:gd name="T75" fmla="*/ 217 h 299"/>
                  <a:gd name="T76" fmla="*/ 295 w 311"/>
                  <a:gd name="T77" fmla="*/ 237 h 299"/>
                  <a:gd name="T78" fmla="*/ 259 w 311"/>
                  <a:gd name="T79" fmla="*/ 270 h 299"/>
                  <a:gd name="T80" fmla="*/ 153 w 311"/>
                  <a:gd name="T81" fmla="*/ 287 h 299"/>
                  <a:gd name="T82" fmla="*/ 147 w 311"/>
                  <a:gd name="T83" fmla="*/ 293 h 299"/>
                  <a:gd name="T84" fmla="*/ 153 w 311"/>
                  <a:gd name="T85" fmla="*/ 299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11" h="299">
                    <a:moveTo>
                      <a:pt x="153" y="299"/>
                    </a:moveTo>
                    <a:cubicBezTo>
                      <a:pt x="205" y="299"/>
                      <a:pt x="240" y="292"/>
                      <a:pt x="264" y="281"/>
                    </a:cubicBezTo>
                    <a:cubicBezTo>
                      <a:pt x="288" y="270"/>
                      <a:pt x="300" y="255"/>
                      <a:pt x="306" y="241"/>
                    </a:cubicBezTo>
                    <a:cubicBezTo>
                      <a:pt x="310" y="233"/>
                      <a:pt x="311" y="225"/>
                      <a:pt x="311" y="217"/>
                    </a:cubicBezTo>
                    <a:cubicBezTo>
                      <a:pt x="311" y="209"/>
                      <a:pt x="310" y="202"/>
                      <a:pt x="308" y="196"/>
                    </a:cubicBezTo>
                    <a:cubicBezTo>
                      <a:pt x="307" y="194"/>
                      <a:pt x="306" y="191"/>
                      <a:pt x="305" y="189"/>
                    </a:cubicBezTo>
                    <a:cubicBezTo>
                      <a:pt x="303" y="187"/>
                      <a:pt x="302" y="185"/>
                      <a:pt x="301" y="183"/>
                    </a:cubicBezTo>
                    <a:cubicBezTo>
                      <a:pt x="297" y="179"/>
                      <a:pt x="297" y="179"/>
                      <a:pt x="297" y="179"/>
                    </a:cubicBezTo>
                    <a:cubicBezTo>
                      <a:pt x="291" y="184"/>
                      <a:pt x="291" y="184"/>
                      <a:pt x="291" y="184"/>
                    </a:cubicBezTo>
                    <a:cubicBezTo>
                      <a:pt x="295" y="189"/>
                      <a:pt x="295" y="189"/>
                      <a:pt x="295" y="189"/>
                    </a:cubicBezTo>
                    <a:cubicBezTo>
                      <a:pt x="300" y="185"/>
                      <a:pt x="300" y="185"/>
                      <a:pt x="300" y="185"/>
                    </a:cubicBezTo>
                    <a:cubicBezTo>
                      <a:pt x="298" y="182"/>
                      <a:pt x="295" y="180"/>
                      <a:pt x="292" y="177"/>
                    </a:cubicBezTo>
                    <a:cubicBezTo>
                      <a:pt x="292" y="177"/>
                      <a:pt x="292" y="177"/>
                      <a:pt x="292" y="177"/>
                    </a:cubicBezTo>
                    <a:cubicBezTo>
                      <a:pt x="292" y="176"/>
                      <a:pt x="292" y="176"/>
                      <a:pt x="292" y="176"/>
                    </a:cubicBezTo>
                    <a:cubicBezTo>
                      <a:pt x="290" y="175"/>
                      <a:pt x="288" y="173"/>
                      <a:pt x="286" y="172"/>
                    </a:cubicBezTo>
                    <a:cubicBezTo>
                      <a:pt x="284" y="171"/>
                      <a:pt x="283" y="170"/>
                      <a:pt x="281" y="168"/>
                    </a:cubicBezTo>
                    <a:cubicBezTo>
                      <a:pt x="280" y="168"/>
                      <a:pt x="279" y="167"/>
                      <a:pt x="278" y="166"/>
                    </a:cubicBezTo>
                    <a:cubicBezTo>
                      <a:pt x="268" y="160"/>
                      <a:pt x="252" y="149"/>
                      <a:pt x="231" y="136"/>
                    </a:cubicBezTo>
                    <a:cubicBezTo>
                      <a:pt x="224" y="132"/>
                      <a:pt x="217" y="128"/>
                      <a:pt x="209" y="123"/>
                    </a:cubicBezTo>
                    <a:cubicBezTo>
                      <a:pt x="154" y="89"/>
                      <a:pt x="79" y="43"/>
                      <a:pt x="10" y="1"/>
                    </a:cubicBezTo>
                    <a:cubicBezTo>
                      <a:pt x="7" y="0"/>
                      <a:pt x="4" y="1"/>
                      <a:pt x="2" y="3"/>
                    </a:cubicBezTo>
                    <a:cubicBezTo>
                      <a:pt x="0" y="6"/>
                      <a:pt x="1" y="10"/>
                      <a:pt x="4" y="12"/>
                    </a:cubicBezTo>
                    <a:cubicBezTo>
                      <a:pt x="72" y="53"/>
                      <a:pt x="148" y="99"/>
                      <a:pt x="202" y="133"/>
                    </a:cubicBezTo>
                    <a:cubicBezTo>
                      <a:pt x="210" y="138"/>
                      <a:pt x="218" y="142"/>
                      <a:pt x="225" y="147"/>
                    </a:cubicBezTo>
                    <a:cubicBezTo>
                      <a:pt x="245" y="160"/>
                      <a:pt x="262" y="170"/>
                      <a:pt x="271" y="176"/>
                    </a:cubicBezTo>
                    <a:cubicBezTo>
                      <a:pt x="272" y="177"/>
                      <a:pt x="273" y="178"/>
                      <a:pt x="274" y="178"/>
                    </a:cubicBezTo>
                    <a:cubicBezTo>
                      <a:pt x="276" y="179"/>
                      <a:pt x="277" y="180"/>
                      <a:pt x="278" y="181"/>
                    </a:cubicBezTo>
                    <a:cubicBezTo>
                      <a:pt x="280" y="183"/>
                      <a:pt x="282" y="184"/>
                      <a:pt x="284" y="185"/>
                    </a:cubicBezTo>
                    <a:cubicBezTo>
                      <a:pt x="284" y="186"/>
                      <a:pt x="284" y="186"/>
                      <a:pt x="284" y="186"/>
                    </a:cubicBezTo>
                    <a:cubicBezTo>
                      <a:pt x="288" y="181"/>
                      <a:pt x="288" y="181"/>
                      <a:pt x="288" y="181"/>
                    </a:cubicBezTo>
                    <a:cubicBezTo>
                      <a:pt x="284" y="186"/>
                      <a:pt x="284" y="186"/>
                      <a:pt x="284" y="186"/>
                    </a:cubicBezTo>
                    <a:cubicBezTo>
                      <a:pt x="287" y="188"/>
                      <a:pt x="289" y="190"/>
                      <a:pt x="290" y="192"/>
                    </a:cubicBezTo>
                    <a:cubicBezTo>
                      <a:pt x="294" y="198"/>
                      <a:pt x="294" y="198"/>
                      <a:pt x="294" y="198"/>
                    </a:cubicBezTo>
                    <a:cubicBezTo>
                      <a:pt x="301" y="192"/>
                      <a:pt x="301" y="192"/>
                      <a:pt x="301" y="192"/>
                    </a:cubicBezTo>
                    <a:cubicBezTo>
                      <a:pt x="296" y="188"/>
                      <a:pt x="296" y="188"/>
                      <a:pt x="296" y="188"/>
                    </a:cubicBezTo>
                    <a:cubicBezTo>
                      <a:pt x="292" y="192"/>
                      <a:pt x="292" y="192"/>
                      <a:pt x="292" y="192"/>
                    </a:cubicBezTo>
                    <a:cubicBezTo>
                      <a:pt x="292" y="192"/>
                      <a:pt x="293" y="193"/>
                      <a:pt x="294" y="195"/>
                    </a:cubicBezTo>
                    <a:cubicBezTo>
                      <a:pt x="296" y="199"/>
                      <a:pt x="299" y="207"/>
                      <a:pt x="299" y="217"/>
                    </a:cubicBezTo>
                    <a:cubicBezTo>
                      <a:pt x="299" y="223"/>
                      <a:pt x="298" y="230"/>
                      <a:pt x="295" y="237"/>
                    </a:cubicBezTo>
                    <a:cubicBezTo>
                      <a:pt x="290" y="248"/>
                      <a:pt x="281" y="260"/>
                      <a:pt x="259" y="270"/>
                    </a:cubicBezTo>
                    <a:cubicBezTo>
                      <a:pt x="237" y="280"/>
                      <a:pt x="204" y="287"/>
                      <a:pt x="153" y="287"/>
                    </a:cubicBezTo>
                    <a:cubicBezTo>
                      <a:pt x="150" y="287"/>
                      <a:pt x="147" y="290"/>
                      <a:pt x="147" y="293"/>
                    </a:cubicBezTo>
                    <a:cubicBezTo>
                      <a:pt x="147" y="296"/>
                      <a:pt x="150" y="299"/>
                      <a:pt x="153" y="299"/>
                    </a:cubicBezTo>
                    <a:close/>
                  </a:path>
                </a:pathLst>
              </a:custGeom>
              <a:solidFill>
                <a:srgbClr val="FFB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6" name="Freeform 13">
                <a:extLst>
                  <a:ext uri="{FF2B5EF4-FFF2-40B4-BE49-F238E27FC236}">
                    <a16:creationId xmlns:a16="http://schemas.microsoft.com/office/drawing/2014/main" id="{DCA972E0-E9C8-4179-9C5D-7739D7C881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9" y="2209"/>
                <a:ext cx="426" cy="418"/>
              </a:xfrm>
              <a:custGeom>
                <a:avLst/>
                <a:gdLst>
                  <a:gd name="T0" fmla="*/ 283 w 293"/>
                  <a:gd name="T1" fmla="*/ 1 h 287"/>
                  <a:gd name="T2" fmla="*/ 253 w 293"/>
                  <a:gd name="T3" fmla="*/ 20 h 287"/>
                  <a:gd name="T4" fmla="*/ 233 w 293"/>
                  <a:gd name="T5" fmla="*/ 32 h 287"/>
                  <a:gd name="T6" fmla="*/ 155 w 293"/>
                  <a:gd name="T7" fmla="*/ 79 h 287"/>
                  <a:gd name="T8" fmla="*/ 146 w 293"/>
                  <a:gd name="T9" fmla="*/ 85 h 287"/>
                  <a:gd name="T10" fmla="*/ 112 w 293"/>
                  <a:gd name="T11" fmla="*/ 106 h 287"/>
                  <a:gd name="T12" fmla="*/ 82 w 293"/>
                  <a:gd name="T13" fmla="*/ 124 h 287"/>
                  <a:gd name="T14" fmla="*/ 35 w 293"/>
                  <a:gd name="T15" fmla="*/ 154 h 287"/>
                  <a:gd name="T16" fmla="*/ 32 w 293"/>
                  <a:gd name="T17" fmla="*/ 156 h 287"/>
                  <a:gd name="T18" fmla="*/ 32 w 293"/>
                  <a:gd name="T19" fmla="*/ 156 h 287"/>
                  <a:gd name="T20" fmla="*/ 27 w 293"/>
                  <a:gd name="T21" fmla="*/ 160 h 287"/>
                  <a:gd name="T22" fmla="*/ 22 w 293"/>
                  <a:gd name="T23" fmla="*/ 163 h 287"/>
                  <a:gd name="T24" fmla="*/ 13 w 293"/>
                  <a:gd name="T25" fmla="*/ 173 h 287"/>
                  <a:gd name="T26" fmla="*/ 17 w 293"/>
                  <a:gd name="T27" fmla="*/ 177 h 287"/>
                  <a:gd name="T28" fmla="*/ 17 w 293"/>
                  <a:gd name="T29" fmla="*/ 171 h 287"/>
                  <a:gd name="T30" fmla="*/ 16 w 293"/>
                  <a:gd name="T31" fmla="*/ 171 h 287"/>
                  <a:gd name="T32" fmla="*/ 16 w 293"/>
                  <a:gd name="T33" fmla="*/ 177 h 287"/>
                  <a:gd name="T34" fmla="*/ 20 w 293"/>
                  <a:gd name="T35" fmla="*/ 173 h 287"/>
                  <a:gd name="T36" fmla="*/ 19 w 293"/>
                  <a:gd name="T37" fmla="*/ 171 h 287"/>
                  <a:gd name="T38" fmla="*/ 10 w 293"/>
                  <a:gd name="T39" fmla="*/ 171 h 287"/>
                  <a:gd name="T40" fmla="*/ 7 w 293"/>
                  <a:gd name="T41" fmla="*/ 177 h 287"/>
                  <a:gd name="T42" fmla="*/ 0 w 293"/>
                  <a:gd name="T43" fmla="*/ 205 h 287"/>
                  <a:gd name="T44" fmla="*/ 5 w 293"/>
                  <a:gd name="T45" fmla="*/ 229 h 287"/>
                  <a:gd name="T46" fmla="*/ 47 w 293"/>
                  <a:gd name="T47" fmla="*/ 269 h 287"/>
                  <a:gd name="T48" fmla="*/ 158 w 293"/>
                  <a:gd name="T49" fmla="*/ 287 h 287"/>
                  <a:gd name="T50" fmla="*/ 219 w 293"/>
                  <a:gd name="T51" fmla="*/ 287 h 287"/>
                  <a:gd name="T52" fmla="*/ 225 w 293"/>
                  <a:gd name="T53" fmla="*/ 281 h 287"/>
                  <a:gd name="T54" fmla="*/ 219 w 293"/>
                  <a:gd name="T55" fmla="*/ 275 h 287"/>
                  <a:gd name="T56" fmla="*/ 158 w 293"/>
                  <a:gd name="T57" fmla="*/ 275 h 287"/>
                  <a:gd name="T58" fmla="*/ 52 w 293"/>
                  <a:gd name="T59" fmla="*/ 258 h 287"/>
                  <a:gd name="T60" fmla="*/ 16 w 293"/>
                  <a:gd name="T61" fmla="*/ 225 h 287"/>
                  <a:gd name="T62" fmla="*/ 12 w 293"/>
                  <a:gd name="T63" fmla="*/ 205 h 287"/>
                  <a:gd name="T64" fmla="*/ 15 w 293"/>
                  <a:gd name="T65" fmla="*/ 188 h 287"/>
                  <a:gd name="T66" fmla="*/ 17 w 293"/>
                  <a:gd name="T67" fmla="*/ 183 h 287"/>
                  <a:gd name="T68" fmla="*/ 19 w 293"/>
                  <a:gd name="T69" fmla="*/ 180 h 287"/>
                  <a:gd name="T70" fmla="*/ 15 w 293"/>
                  <a:gd name="T71" fmla="*/ 176 h 287"/>
                  <a:gd name="T72" fmla="*/ 11 w 293"/>
                  <a:gd name="T73" fmla="*/ 180 h 287"/>
                  <a:gd name="T74" fmla="*/ 12 w 293"/>
                  <a:gd name="T75" fmla="*/ 181 h 287"/>
                  <a:gd name="T76" fmla="*/ 16 w 293"/>
                  <a:gd name="T77" fmla="*/ 183 h 287"/>
                  <a:gd name="T78" fmla="*/ 17 w 293"/>
                  <a:gd name="T79" fmla="*/ 183 h 287"/>
                  <a:gd name="T80" fmla="*/ 22 w 293"/>
                  <a:gd name="T81" fmla="*/ 180 h 287"/>
                  <a:gd name="T82" fmla="*/ 30 w 293"/>
                  <a:gd name="T83" fmla="*/ 173 h 287"/>
                  <a:gd name="T84" fmla="*/ 34 w 293"/>
                  <a:gd name="T85" fmla="*/ 169 h 287"/>
                  <a:gd name="T86" fmla="*/ 39 w 293"/>
                  <a:gd name="T87" fmla="*/ 166 h 287"/>
                  <a:gd name="T88" fmla="*/ 39 w 293"/>
                  <a:gd name="T89" fmla="*/ 166 h 287"/>
                  <a:gd name="T90" fmla="*/ 42 w 293"/>
                  <a:gd name="T91" fmla="*/ 164 h 287"/>
                  <a:gd name="T92" fmla="*/ 88 w 293"/>
                  <a:gd name="T93" fmla="*/ 135 h 287"/>
                  <a:gd name="T94" fmla="*/ 118 w 293"/>
                  <a:gd name="T95" fmla="*/ 116 h 287"/>
                  <a:gd name="T96" fmla="*/ 153 w 293"/>
                  <a:gd name="T97" fmla="*/ 95 h 287"/>
                  <a:gd name="T98" fmla="*/ 162 w 293"/>
                  <a:gd name="T99" fmla="*/ 89 h 287"/>
                  <a:gd name="T100" fmla="*/ 239 w 293"/>
                  <a:gd name="T101" fmla="*/ 42 h 287"/>
                  <a:gd name="T102" fmla="*/ 259 w 293"/>
                  <a:gd name="T103" fmla="*/ 30 h 287"/>
                  <a:gd name="T104" fmla="*/ 289 w 293"/>
                  <a:gd name="T105" fmla="*/ 12 h 287"/>
                  <a:gd name="T106" fmla="*/ 291 w 293"/>
                  <a:gd name="T107" fmla="*/ 3 h 287"/>
                  <a:gd name="T108" fmla="*/ 283 w 293"/>
                  <a:gd name="T109" fmla="*/ 1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93" h="287">
                    <a:moveTo>
                      <a:pt x="283" y="1"/>
                    </a:moveTo>
                    <a:cubicBezTo>
                      <a:pt x="273" y="7"/>
                      <a:pt x="263" y="14"/>
                      <a:pt x="253" y="20"/>
                    </a:cubicBezTo>
                    <a:cubicBezTo>
                      <a:pt x="246" y="24"/>
                      <a:pt x="239" y="28"/>
                      <a:pt x="233" y="32"/>
                    </a:cubicBezTo>
                    <a:cubicBezTo>
                      <a:pt x="206" y="48"/>
                      <a:pt x="180" y="64"/>
                      <a:pt x="155" y="79"/>
                    </a:cubicBezTo>
                    <a:cubicBezTo>
                      <a:pt x="152" y="81"/>
                      <a:pt x="149" y="83"/>
                      <a:pt x="146" y="85"/>
                    </a:cubicBezTo>
                    <a:cubicBezTo>
                      <a:pt x="134" y="92"/>
                      <a:pt x="123" y="99"/>
                      <a:pt x="112" y="106"/>
                    </a:cubicBezTo>
                    <a:cubicBezTo>
                      <a:pt x="101" y="112"/>
                      <a:pt x="91" y="119"/>
                      <a:pt x="82" y="124"/>
                    </a:cubicBezTo>
                    <a:cubicBezTo>
                      <a:pt x="61" y="137"/>
                      <a:pt x="45" y="148"/>
                      <a:pt x="35" y="154"/>
                    </a:cubicBezTo>
                    <a:cubicBezTo>
                      <a:pt x="34" y="155"/>
                      <a:pt x="33" y="156"/>
                      <a:pt x="32" y="156"/>
                    </a:cubicBezTo>
                    <a:cubicBezTo>
                      <a:pt x="32" y="156"/>
                      <a:pt x="32" y="156"/>
                      <a:pt x="32" y="156"/>
                    </a:cubicBezTo>
                    <a:cubicBezTo>
                      <a:pt x="30" y="158"/>
                      <a:pt x="28" y="159"/>
                      <a:pt x="27" y="160"/>
                    </a:cubicBezTo>
                    <a:cubicBezTo>
                      <a:pt x="25" y="161"/>
                      <a:pt x="24" y="162"/>
                      <a:pt x="22" y="163"/>
                    </a:cubicBezTo>
                    <a:cubicBezTo>
                      <a:pt x="18" y="167"/>
                      <a:pt x="15" y="170"/>
                      <a:pt x="13" y="173"/>
                    </a:cubicBezTo>
                    <a:cubicBezTo>
                      <a:pt x="17" y="177"/>
                      <a:pt x="17" y="177"/>
                      <a:pt x="17" y="177"/>
                    </a:cubicBezTo>
                    <a:cubicBezTo>
                      <a:pt x="17" y="171"/>
                      <a:pt x="17" y="171"/>
                      <a:pt x="17" y="171"/>
                    </a:cubicBezTo>
                    <a:cubicBezTo>
                      <a:pt x="16" y="171"/>
                      <a:pt x="16" y="171"/>
                      <a:pt x="16" y="171"/>
                    </a:cubicBezTo>
                    <a:cubicBezTo>
                      <a:pt x="16" y="177"/>
                      <a:pt x="16" y="177"/>
                      <a:pt x="16" y="177"/>
                    </a:cubicBezTo>
                    <a:cubicBezTo>
                      <a:pt x="20" y="173"/>
                      <a:pt x="20" y="173"/>
                      <a:pt x="20" y="173"/>
                    </a:cubicBezTo>
                    <a:cubicBezTo>
                      <a:pt x="19" y="171"/>
                      <a:pt x="19" y="171"/>
                      <a:pt x="19" y="171"/>
                    </a:cubicBezTo>
                    <a:cubicBezTo>
                      <a:pt x="16" y="169"/>
                      <a:pt x="13" y="169"/>
                      <a:pt x="10" y="171"/>
                    </a:cubicBezTo>
                    <a:cubicBezTo>
                      <a:pt x="9" y="173"/>
                      <a:pt x="8" y="175"/>
                      <a:pt x="7" y="177"/>
                    </a:cubicBezTo>
                    <a:cubicBezTo>
                      <a:pt x="3" y="183"/>
                      <a:pt x="0" y="193"/>
                      <a:pt x="0" y="205"/>
                    </a:cubicBezTo>
                    <a:cubicBezTo>
                      <a:pt x="0" y="213"/>
                      <a:pt x="1" y="221"/>
                      <a:pt x="5" y="229"/>
                    </a:cubicBezTo>
                    <a:cubicBezTo>
                      <a:pt x="11" y="243"/>
                      <a:pt x="23" y="258"/>
                      <a:pt x="47" y="269"/>
                    </a:cubicBezTo>
                    <a:cubicBezTo>
                      <a:pt x="71" y="280"/>
                      <a:pt x="106" y="287"/>
                      <a:pt x="158" y="287"/>
                    </a:cubicBezTo>
                    <a:cubicBezTo>
                      <a:pt x="219" y="287"/>
                      <a:pt x="219" y="287"/>
                      <a:pt x="219" y="287"/>
                    </a:cubicBezTo>
                    <a:cubicBezTo>
                      <a:pt x="223" y="287"/>
                      <a:pt x="225" y="284"/>
                      <a:pt x="225" y="281"/>
                    </a:cubicBezTo>
                    <a:cubicBezTo>
                      <a:pt x="225" y="278"/>
                      <a:pt x="223" y="275"/>
                      <a:pt x="219" y="275"/>
                    </a:cubicBezTo>
                    <a:cubicBezTo>
                      <a:pt x="158" y="275"/>
                      <a:pt x="158" y="275"/>
                      <a:pt x="158" y="275"/>
                    </a:cubicBezTo>
                    <a:cubicBezTo>
                      <a:pt x="107" y="275"/>
                      <a:pt x="74" y="268"/>
                      <a:pt x="52" y="258"/>
                    </a:cubicBezTo>
                    <a:cubicBezTo>
                      <a:pt x="31" y="248"/>
                      <a:pt x="21" y="236"/>
                      <a:pt x="16" y="225"/>
                    </a:cubicBezTo>
                    <a:cubicBezTo>
                      <a:pt x="13" y="218"/>
                      <a:pt x="12" y="211"/>
                      <a:pt x="12" y="205"/>
                    </a:cubicBezTo>
                    <a:cubicBezTo>
                      <a:pt x="12" y="199"/>
                      <a:pt x="13" y="193"/>
                      <a:pt x="15" y="188"/>
                    </a:cubicBezTo>
                    <a:cubicBezTo>
                      <a:pt x="16" y="186"/>
                      <a:pt x="16" y="184"/>
                      <a:pt x="17" y="183"/>
                    </a:cubicBezTo>
                    <a:cubicBezTo>
                      <a:pt x="18" y="181"/>
                      <a:pt x="19" y="180"/>
                      <a:pt x="19" y="180"/>
                    </a:cubicBezTo>
                    <a:cubicBezTo>
                      <a:pt x="15" y="176"/>
                      <a:pt x="15" y="176"/>
                      <a:pt x="15" y="176"/>
                    </a:cubicBezTo>
                    <a:cubicBezTo>
                      <a:pt x="11" y="180"/>
                      <a:pt x="11" y="180"/>
                      <a:pt x="11" y="180"/>
                    </a:cubicBezTo>
                    <a:cubicBezTo>
                      <a:pt x="12" y="181"/>
                      <a:pt x="12" y="181"/>
                      <a:pt x="12" y="181"/>
                    </a:cubicBezTo>
                    <a:cubicBezTo>
                      <a:pt x="13" y="182"/>
                      <a:pt x="15" y="183"/>
                      <a:pt x="16" y="183"/>
                    </a:cubicBezTo>
                    <a:cubicBezTo>
                      <a:pt x="17" y="183"/>
                      <a:pt x="17" y="183"/>
                      <a:pt x="17" y="183"/>
                    </a:cubicBezTo>
                    <a:cubicBezTo>
                      <a:pt x="19" y="183"/>
                      <a:pt x="21" y="182"/>
                      <a:pt x="22" y="180"/>
                    </a:cubicBezTo>
                    <a:cubicBezTo>
                      <a:pt x="24" y="178"/>
                      <a:pt x="26" y="176"/>
                      <a:pt x="30" y="173"/>
                    </a:cubicBezTo>
                    <a:cubicBezTo>
                      <a:pt x="31" y="171"/>
                      <a:pt x="33" y="170"/>
                      <a:pt x="34" y="169"/>
                    </a:cubicBezTo>
                    <a:cubicBezTo>
                      <a:pt x="35" y="168"/>
                      <a:pt x="37" y="167"/>
                      <a:pt x="39" y="166"/>
                    </a:cubicBezTo>
                    <a:cubicBezTo>
                      <a:pt x="39" y="166"/>
                      <a:pt x="39" y="166"/>
                      <a:pt x="39" y="166"/>
                    </a:cubicBezTo>
                    <a:cubicBezTo>
                      <a:pt x="39" y="166"/>
                      <a:pt x="40" y="165"/>
                      <a:pt x="42" y="164"/>
                    </a:cubicBezTo>
                    <a:cubicBezTo>
                      <a:pt x="51" y="158"/>
                      <a:pt x="67" y="148"/>
                      <a:pt x="88" y="135"/>
                    </a:cubicBezTo>
                    <a:cubicBezTo>
                      <a:pt x="97" y="129"/>
                      <a:pt x="107" y="123"/>
                      <a:pt x="118" y="116"/>
                    </a:cubicBezTo>
                    <a:cubicBezTo>
                      <a:pt x="129" y="109"/>
                      <a:pt x="141" y="102"/>
                      <a:pt x="153" y="95"/>
                    </a:cubicBezTo>
                    <a:cubicBezTo>
                      <a:pt x="156" y="93"/>
                      <a:pt x="159" y="91"/>
                      <a:pt x="162" y="89"/>
                    </a:cubicBezTo>
                    <a:cubicBezTo>
                      <a:pt x="186" y="74"/>
                      <a:pt x="212" y="58"/>
                      <a:pt x="239" y="42"/>
                    </a:cubicBezTo>
                    <a:cubicBezTo>
                      <a:pt x="246" y="38"/>
                      <a:pt x="252" y="34"/>
                      <a:pt x="259" y="30"/>
                    </a:cubicBezTo>
                    <a:cubicBezTo>
                      <a:pt x="269" y="24"/>
                      <a:pt x="279" y="18"/>
                      <a:pt x="289" y="12"/>
                    </a:cubicBezTo>
                    <a:cubicBezTo>
                      <a:pt x="292" y="10"/>
                      <a:pt x="293" y="6"/>
                      <a:pt x="291" y="3"/>
                    </a:cubicBezTo>
                    <a:cubicBezTo>
                      <a:pt x="289" y="1"/>
                      <a:pt x="286" y="0"/>
                      <a:pt x="283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7" name="Freeform 14">
                <a:extLst>
                  <a:ext uri="{FF2B5EF4-FFF2-40B4-BE49-F238E27FC236}">
                    <a16:creationId xmlns:a16="http://schemas.microsoft.com/office/drawing/2014/main" id="{C5595B03-3515-4954-B1EE-805E295825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2" y="2541"/>
                <a:ext cx="279" cy="34"/>
              </a:xfrm>
              <a:custGeom>
                <a:avLst/>
                <a:gdLst>
                  <a:gd name="T0" fmla="*/ 184 w 192"/>
                  <a:gd name="T1" fmla="*/ 23 h 23"/>
                  <a:gd name="T2" fmla="*/ 8 w 192"/>
                  <a:gd name="T3" fmla="*/ 23 h 23"/>
                  <a:gd name="T4" fmla="*/ 0 w 192"/>
                  <a:gd name="T5" fmla="*/ 15 h 23"/>
                  <a:gd name="T6" fmla="*/ 0 w 192"/>
                  <a:gd name="T7" fmla="*/ 8 h 23"/>
                  <a:gd name="T8" fmla="*/ 8 w 192"/>
                  <a:gd name="T9" fmla="*/ 0 h 23"/>
                  <a:gd name="T10" fmla="*/ 184 w 192"/>
                  <a:gd name="T11" fmla="*/ 0 h 23"/>
                  <a:gd name="T12" fmla="*/ 192 w 192"/>
                  <a:gd name="T13" fmla="*/ 8 h 23"/>
                  <a:gd name="T14" fmla="*/ 192 w 192"/>
                  <a:gd name="T15" fmla="*/ 15 h 23"/>
                  <a:gd name="T16" fmla="*/ 184 w 192"/>
                  <a:gd name="T17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2" h="23">
                    <a:moveTo>
                      <a:pt x="184" y="23"/>
                    </a:moveTo>
                    <a:cubicBezTo>
                      <a:pt x="8" y="23"/>
                      <a:pt x="8" y="23"/>
                      <a:pt x="8" y="23"/>
                    </a:cubicBezTo>
                    <a:cubicBezTo>
                      <a:pt x="4" y="23"/>
                      <a:pt x="0" y="19"/>
                      <a:pt x="0" y="15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84" y="0"/>
                      <a:pt x="184" y="0"/>
                      <a:pt x="184" y="0"/>
                    </a:cubicBezTo>
                    <a:cubicBezTo>
                      <a:pt x="188" y="0"/>
                      <a:pt x="192" y="4"/>
                      <a:pt x="192" y="8"/>
                    </a:cubicBezTo>
                    <a:cubicBezTo>
                      <a:pt x="192" y="15"/>
                      <a:pt x="192" y="15"/>
                      <a:pt x="192" y="15"/>
                    </a:cubicBezTo>
                    <a:cubicBezTo>
                      <a:pt x="192" y="19"/>
                      <a:pt x="188" y="23"/>
                      <a:pt x="184" y="2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8" name="Oval 15">
                <a:extLst>
                  <a:ext uri="{FF2B5EF4-FFF2-40B4-BE49-F238E27FC236}">
                    <a16:creationId xmlns:a16="http://schemas.microsoft.com/office/drawing/2014/main" id="{50FDBA54-2343-43E7-9947-BEB62C06D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5" y="2541"/>
                <a:ext cx="32" cy="3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9" name="Oval 16">
                <a:extLst>
                  <a:ext uri="{FF2B5EF4-FFF2-40B4-BE49-F238E27FC236}">
                    <a16:creationId xmlns:a16="http://schemas.microsoft.com/office/drawing/2014/main" id="{F672E348-F819-4277-9C30-5F82EBA630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4" y="2541"/>
                <a:ext cx="32" cy="3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0" name="Oval 17">
                <a:extLst>
                  <a:ext uri="{FF2B5EF4-FFF2-40B4-BE49-F238E27FC236}">
                    <a16:creationId xmlns:a16="http://schemas.microsoft.com/office/drawing/2014/main" id="{A6A0DDE3-0320-45E5-B6EA-8831C52F9B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3" y="2541"/>
                <a:ext cx="32" cy="3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1" name="Oval 18">
                <a:extLst>
                  <a:ext uri="{FF2B5EF4-FFF2-40B4-BE49-F238E27FC236}">
                    <a16:creationId xmlns:a16="http://schemas.microsoft.com/office/drawing/2014/main" id="{4F3E6F10-B659-413C-B1D1-C634AE7CCA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2" y="2541"/>
                <a:ext cx="32" cy="3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2" name="Oval 19">
                <a:extLst>
                  <a:ext uri="{FF2B5EF4-FFF2-40B4-BE49-F238E27FC236}">
                    <a16:creationId xmlns:a16="http://schemas.microsoft.com/office/drawing/2014/main" id="{7C8E4AB7-275C-4520-8E99-7DB1037E4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71" y="2541"/>
                <a:ext cx="32" cy="3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3" name="Oval 20">
                <a:extLst>
                  <a:ext uri="{FF2B5EF4-FFF2-40B4-BE49-F238E27FC236}">
                    <a16:creationId xmlns:a16="http://schemas.microsoft.com/office/drawing/2014/main" id="{4999698C-1ABB-47A3-BDB6-65CC120CE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1" y="2541"/>
                <a:ext cx="32" cy="3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4" name="Oval 21">
                <a:extLst>
                  <a:ext uri="{FF2B5EF4-FFF2-40B4-BE49-F238E27FC236}">
                    <a16:creationId xmlns:a16="http://schemas.microsoft.com/office/drawing/2014/main" id="{6F46C61C-E363-4CD3-B5E1-FA60595600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2541"/>
                <a:ext cx="32" cy="3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5" name="Oval 22">
                <a:extLst>
                  <a:ext uri="{FF2B5EF4-FFF2-40B4-BE49-F238E27FC236}">
                    <a16:creationId xmlns:a16="http://schemas.microsoft.com/office/drawing/2014/main" id="{7605FA0B-32D0-4026-A2DB-AEE01EB972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9" y="2541"/>
                <a:ext cx="32" cy="3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6" name="Oval 23">
                <a:extLst>
                  <a:ext uri="{FF2B5EF4-FFF2-40B4-BE49-F238E27FC236}">
                    <a16:creationId xmlns:a16="http://schemas.microsoft.com/office/drawing/2014/main" id="{D30E7641-A664-4EE3-B028-D4D6DAA49C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8" y="2541"/>
                <a:ext cx="32" cy="3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7" name="Oval 24">
                <a:extLst>
                  <a:ext uri="{FF2B5EF4-FFF2-40B4-BE49-F238E27FC236}">
                    <a16:creationId xmlns:a16="http://schemas.microsoft.com/office/drawing/2014/main" id="{EA1FD7F9-1E32-49E5-B933-2A71542CD7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7" y="2541"/>
                <a:ext cx="32" cy="3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8" name="Oval 25">
                <a:extLst>
                  <a:ext uri="{FF2B5EF4-FFF2-40B4-BE49-F238E27FC236}">
                    <a16:creationId xmlns:a16="http://schemas.microsoft.com/office/drawing/2014/main" id="{73E1379A-6ADA-4A00-AB3C-BD223B66F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" y="2237"/>
                <a:ext cx="1224" cy="16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9" name="Freeform 26">
                <a:extLst>
                  <a:ext uri="{FF2B5EF4-FFF2-40B4-BE49-F238E27FC236}">
                    <a16:creationId xmlns:a16="http://schemas.microsoft.com/office/drawing/2014/main" id="{7B0EF07B-2883-4EB6-B1B7-9FC64CE29B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8" y="2437"/>
                <a:ext cx="2172" cy="30"/>
              </a:xfrm>
              <a:custGeom>
                <a:avLst/>
                <a:gdLst>
                  <a:gd name="T0" fmla="*/ 44 w 2172"/>
                  <a:gd name="T1" fmla="*/ 0 h 30"/>
                  <a:gd name="T2" fmla="*/ 2127 w 2172"/>
                  <a:gd name="T3" fmla="*/ 0 h 30"/>
                  <a:gd name="T4" fmla="*/ 2172 w 2172"/>
                  <a:gd name="T5" fmla="*/ 30 h 30"/>
                  <a:gd name="T6" fmla="*/ 0 w 2172"/>
                  <a:gd name="T7" fmla="*/ 30 h 30"/>
                  <a:gd name="T8" fmla="*/ 44 w 2172"/>
                  <a:gd name="T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72" h="30">
                    <a:moveTo>
                      <a:pt x="44" y="0"/>
                    </a:moveTo>
                    <a:lnTo>
                      <a:pt x="2127" y="0"/>
                    </a:lnTo>
                    <a:lnTo>
                      <a:pt x="2172" y="30"/>
                    </a:lnTo>
                    <a:lnTo>
                      <a:pt x="0" y="3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0" name="Freeform 27">
                <a:extLst>
                  <a:ext uri="{FF2B5EF4-FFF2-40B4-BE49-F238E27FC236}">
                    <a16:creationId xmlns:a16="http://schemas.microsoft.com/office/drawing/2014/main" id="{4C605AE3-884E-4DAC-8BA9-F392C5067B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1" y="502"/>
                <a:ext cx="1581" cy="1840"/>
              </a:xfrm>
              <a:custGeom>
                <a:avLst/>
                <a:gdLst>
                  <a:gd name="T0" fmla="*/ 737 w 1086"/>
                  <a:gd name="T1" fmla="*/ 4 h 1264"/>
                  <a:gd name="T2" fmla="*/ 911 w 1086"/>
                  <a:gd name="T3" fmla="*/ 36 h 1264"/>
                  <a:gd name="T4" fmla="*/ 966 w 1086"/>
                  <a:gd name="T5" fmla="*/ 73 h 1264"/>
                  <a:gd name="T6" fmla="*/ 987 w 1086"/>
                  <a:gd name="T7" fmla="*/ 125 h 1264"/>
                  <a:gd name="T8" fmla="*/ 926 w 1086"/>
                  <a:gd name="T9" fmla="*/ 235 h 1264"/>
                  <a:gd name="T10" fmla="*/ 689 w 1086"/>
                  <a:gd name="T11" fmla="*/ 396 h 1264"/>
                  <a:gd name="T12" fmla="*/ 280 w 1086"/>
                  <a:gd name="T13" fmla="*/ 462 h 1264"/>
                  <a:gd name="T14" fmla="*/ 65 w 1086"/>
                  <a:gd name="T15" fmla="*/ 532 h 1264"/>
                  <a:gd name="T16" fmla="*/ 0 w 1086"/>
                  <a:gd name="T17" fmla="*/ 659 h 1264"/>
                  <a:gd name="T18" fmla="*/ 172 w 1086"/>
                  <a:gd name="T19" fmla="*/ 845 h 1264"/>
                  <a:gd name="T20" fmla="*/ 401 w 1086"/>
                  <a:gd name="T21" fmla="*/ 856 h 1264"/>
                  <a:gd name="T22" fmla="*/ 840 w 1086"/>
                  <a:gd name="T23" fmla="*/ 874 h 1264"/>
                  <a:gd name="T24" fmla="*/ 1007 w 1086"/>
                  <a:gd name="T25" fmla="*/ 919 h 1264"/>
                  <a:gd name="T26" fmla="*/ 1058 w 1086"/>
                  <a:gd name="T27" fmla="*/ 958 h 1264"/>
                  <a:gd name="T28" fmla="*/ 1081 w 1086"/>
                  <a:gd name="T29" fmla="*/ 1010 h 1264"/>
                  <a:gd name="T30" fmla="*/ 1082 w 1086"/>
                  <a:gd name="T31" fmla="*/ 1028 h 1264"/>
                  <a:gd name="T32" fmla="*/ 1024 w 1086"/>
                  <a:gd name="T33" fmla="*/ 1148 h 1264"/>
                  <a:gd name="T34" fmla="*/ 829 w 1086"/>
                  <a:gd name="T35" fmla="*/ 1239 h 1264"/>
                  <a:gd name="T36" fmla="*/ 745 w 1086"/>
                  <a:gd name="T37" fmla="*/ 1256 h 1264"/>
                  <a:gd name="T38" fmla="*/ 720 w 1086"/>
                  <a:gd name="T39" fmla="*/ 1259 h 1264"/>
                  <a:gd name="T40" fmla="*/ 714 w 1086"/>
                  <a:gd name="T41" fmla="*/ 1260 h 1264"/>
                  <a:gd name="T42" fmla="*/ 711 w 1086"/>
                  <a:gd name="T43" fmla="*/ 1260 h 1264"/>
                  <a:gd name="T44" fmla="*/ 712 w 1086"/>
                  <a:gd name="T45" fmla="*/ 1264 h 1264"/>
                  <a:gd name="T46" fmla="*/ 898 w 1086"/>
                  <a:gd name="T47" fmla="*/ 1222 h 1264"/>
                  <a:gd name="T48" fmla="*/ 1027 w 1086"/>
                  <a:gd name="T49" fmla="*/ 1151 h 1264"/>
                  <a:gd name="T50" fmla="*/ 1086 w 1086"/>
                  <a:gd name="T51" fmla="*/ 1028 h 1264"/>
                  <a:gd name="T52" fmla="*/ 1085 w 1086"/>
                  <a:gd name="T53" fmla="*/ 1010 h 1264"/>
                  <a:gd name="T54" fmla="*/ 1047 w 1086"/>
                  <a:gd name="T55" fmla="*/ 941 h 1264"/>
                  <a:gd name="T56" fmla="*/ 873 w 1086"/>
                  <a:gd name="T57" fmla="*/ 875 h 1264"/>
                  <a:gd name="T58" fmla="*/ 491 w 1086"/>
                  <a:gd name="T59" fmla="*/ 852 h 1264"/>
                  <a:gd name="T60" fmla="*/ 173 w 1086"/>
                  <a:gd name="T61" fmla="*/ 841 h 1264"/>
                  <a:gd name="T62" fmla="*/ 4 w 1086"/>
                  <a:gd name="T63" fmla="*/ 659 h 1264"/>
                  <a:gd name="T64" fmla="*/ 67 w 1086"/>
                  <a:gd name="T65" fmla="*/ 535 h 1264"/>
                  <a:gd name="T66" fmla="*/ 280 w 1086"/>
                  <a:gd name="T67" fmla="*/ 466 h 1264"/>
                  <a:gd name="T68" fmla="*/ 690 w 1086"/>
                  <a:gd name="T69" fmla="*/ 400 h 1264"/>
                  <a:gd name="T70" fmla="*/ 928 w 1086"/>
                  <a:gd name="T71" fmla="*/ 237 h 1264"/>
                  <a:gd name="T72" fmla="*/ 991 w 1086"/>
                  <a:gd name="T73" fmla="*/ 125 h 1264"/>
                  <a:gd name="T74" fmla="*/ 969 w 1086"/>
                  <a:gd name="T75" fmla="*/ 71 h 1264"/>
                  <a:gd name="T76" fmla="*/ 874 w 1086"/>
                  <a:gd name="T77" fmla="*/ 18 h 1264"/>
                  <a:gd name="T78" fmla="*/ 737 w 1086"/>
                  <a:gd name="T79" fmla="*/ 0 h 1264"/>
                  <a:gd name="T80" fmla="*/ 737 w 1086"/>
                  <a:gd name="T81" fmla="*/ 4 h 1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086" h="1264">
                    <a:moveTo>
                      <a:pt x="737" y="4"/>
                    </a:moveTo>
                    <a:cubicBezTo>
                      <a:pt x="801" y="5"/>
                      <a:pt x="864" y="15"/>
                      <a:pt x="911" y="36"/>
                    </a:cubicBezTo>
                    <a:cubicBezTo>
                      <a:pt x="934" y="46"/>
                      <a:pt x="953" y="58"/>
                      <a:pt x="966" y="73"/>
                    </a:cubicBezTo>
                    <a:cubicBezTo>
                      <a:pt x="980" y="88"/>
                      <a:pt x="987" y="105"/>
                      <a:pt x="987" y="125"/>
                    </a:cubicBezTo>
                    <a:cubicBezTo>
                      <a:pt x="987" y="155"/>
                      <a:pt x="969" y="192"/>
                      <a:pt x="926" y="235"/>
                    </a:cubicBezTo>
                    <a:cubicBezTo>
                      <a:pt x="848" y="311"/>
                      <a:pt x="782" y="361"/>
                      <a:pt x="689" y="396"/>
                    </a:cubicBezTo>
                    <a:cubicBezTo>
                      <a:pt x="595" y="430"/>
                      <a:pt x="472" y="449"/>
                      <a:pt x="280" y="462"/>
                    </a:cubicBezTo>
                    <a:cubicBezTo>
                      <a:pt x="180" y="469"/>
                      <a:pt x="110" y="496"/>
                      <a:pt x="65" y="532"/>
                    </a:cubicBezTo>
                    <a:cubicBezTo>
                      <a:pt x="20" y="568"/>
                      <a:pt x="0" y="614"/>
                      <a:pt x="0" y="659"/>
                    </a:cubicBezTo>
                    <a:cubicBezTo>
                      <a:pt x="0" y="744"/>
                      <a:pt x="69" y="827"/>
                      <a:pt x="172" y="845"/>
                    </a:cubicBezTo>
                    <a:cubicBezTo>
                      <a:pt x="225" y="854"/>
                      <a:pt x="307" y="856"/>
                      <a:pt x="401" y="856"/>
                    </a:cubicBezTo>
                    <a:cubicBezTo>
                      <a:pt x="541" y="857"/>
                      <a:pt x="707" y="855"/>
                      <a:pt x="840" y="874"/>
                    </a:cubicBezTo>
                    <a:cubicBezTo>
                      <a:pt x="907" y="883"/>
                      <a:pt x="965" y="897"/>
                      <a:pt x="1007" y="919"/>
                    </a:cubicBezTo>
                    <a:cubicBezTo>
                      <a:pt x="1029" y="930"/>
                      <a:pt x="1046" y="943"/>
                      <a:pt x="1058" y="958"/>
                    </a:cubicBezTo>
                    <a:cubicBezTo>
                      <a:pt x="1071" y="973"/>
                      <a:pt x="1079" y="990"/>
                      <a:pt x="1081" y="1010"/>
                    </a:cubicBezTo>
                    <a:cubicBezTo>
                      <a:pt x="1081" y="1016"/>
                      <a:pt x="1082" y="1022"/>
                      <a:pt x="1082" y="1028"/>
                    </a:cubicBezTo>
                    <a:cubicBezTo>
                      <a:pt x="1082" y="1077"/>
                      <a:pt x="1059" y="1116"/>
                      <a:pt x="1024" y="1148"/>
                    </a:cubicBezTo>
                    <a:cubicBezTo>
                      <a:pt x="972" y="1194"/>
                      <a:pt x="894" y="1223"/>
                      <a:pt x="829" y="1239"/>
                    </a:cubicBezTo>
                    <a:cubicBezTo>
                      <a:pt x="796" y="1247"/>
                      <a:pt x="767" y="1253"/>
                      <a:pt x="745" y="1256"/>
                    </a:cubicBezTo>
                    <a:cubicBezTo>
                      <a:pt x="735" y="1258"/>
                      <a:pt x="726" y="1259"/>
                      <a:pt x="720" y="1259"/>
                    </a:cubicBezTo>
                    <a:cubicBezTo>
                      <a:pt x="717" y="1260"/>
                      <a:pt x="715" y="1260"/>
                      <a:pt x="714" y="1260"/>
                    </a:cubicBezTo>
                    <a:cubicBezTo>
                      <a:pt x="712" y="1260"/>
                      <a:pt x="711" y="1260"/>
                      <a:pt x="711" y="1260"/>
                    </a:cubicBezTo>
                    <a:cubicBezTo>
                      <a:pt x="712" y="1264"/>
                      <a:pt x="712" y="1264"/>
                      <a:pt x="712" y="1264"/>
                    </a:cubicBezTo>
                    <a:cubicBezTo>
                      <a:pt x="712" y="1264"/>
                      <a:pt x="805" y="1256"/>
                      <a:pt x="898" y="1222"/>
                    </a:cubicBezTo>
                    <a:cubicBezTo>
                      <a:pt x="945" y="1205"/>
                      <a:pt x="992" y="1182"/>
                      <a:pt x="1027" y="1151"/>
                    </a:cubicBezTo>
                    <a:cubicBezTo>
                      <a:pt x="1062" y="1119"/>
                      <a:pt x="1086" y="1079"/>
                      <a:pt x="1086" y="1028"/>
                    </a:cubicBezTo>
                    <a:cubicBezTo>
                      <a:pt x="1086" y="1022"/>
                      <a:pt x="1085" y="1016"/>
                      <a:pt x="1085" y="1010"/>
                    </a:cubicBezTo>
                    <a:cubicBezTo>
                      <a:pt x="1082" y="982"/>
                      <a:pt x="1068" y="959"/>
                      <a:pt x="1047" y="941"/>
                    </a:cubicBezTo>
                    <a:cubicBezTo>
                      <a:pt x="1010" y="908"/>
                      <a:pt x="948" y="888"/>
                      <a:pt x="873" y="875"/>
                    </a:cubicBezTo>
                    <a:cubicBezTo>
                      <a:pt x="762" y="856"/>
                      <a:pt x="621" y="853"/>
                      <a:pt x="491" y="852"/>
                    </a:cubicBezTo>
                    <a:cubicBezTo>
                      <a:pt x="361" y="852"/>
                      <a:pt x="242" y="853"/>
                      <a:pt x="173" y="841"/>
                    </a:cubicBezTo>
                    <a:cubicBezTo>
                      <a:pt x="71" y="823"/>
                      <a:pt x="4" y="742"/>
                      <a:pt x="4" y="659"/>
                    </a:cubicBezTo>
                    <a:cubicBezTo>
                      <a:pt x="4" y="615"/>
                      <a:pt x="23" y="570"/>
                      <a:pt x="67" y="535"/>
                    </a:cubicBezTo>
                    <a:cubicBezTo>
                      <a:pt x="111" y="500"/>
                      <a:pt x="181" y="473"/>
                      <a:pt x="280" y="466"/>
                    </a:cubicBezTo>
                    <a:cubicBezTo>
                      <a:pt x="473" y="453"/>
                      <a:pt x="596" y="434"/>
                      <a:pt x="690" y="400"/>
                    </a:cubicBezTo>
                    <a:cubicBezTo>
                      <a:pt x="785" y="365"/>
                      <a:pt x="850" y="314"/>
                      <a:pt x="928" y="237"/>
                    </a:cubicBezTo>
                    <a:cubicBezTo>
                      <a:pt x="972" y="194"/>
                      <a:pt x="991" y="157"/>
                      <a:pt x="991" y="125"/>
                    </a:cubicBezTo>
                    <a:cubicBezTo>
                      <a:pt x="991" y="104"/>
                      <a:pt x="983" y="86"/>
                      <a:pt x="969" y="71"/>
                    </a:cubicBezTo>
                    <a:cubicBezTo>
                      <a:pt x="949" y="47"/>
                      <a:pt x="915" y="30"/>
                      <a:pt x="874" y="18"/>
                    </a:cubicBezTo>
                    <a:cubicBezTo>
                      <a:pt x="833" y="7"/>
                      <a:pt x="786" y="1"/>
                      <a:pt x="737" y="0"/>
                    </a:cubicBezTo>
                    <a:cubicBezTo>
                      <a:pt x="737" y="4"/>
                      <a:pt x="737" y="4"/>
                      <a:pt x="737" y="4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" name="Freeform 28">
                <a:extLst>
                  <a:ext uri="{FF2B5EF4-FFF2-40B4-BE49-F238E27FC236}">
                    <a16:creationId xmlns:a16="http://schemas.microsoft.com/office/drawing/2014/main" id="{D8134387-B1A9-45FF-906B-C84CFA2709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9" y="617"/>
                <a:ext cx="1477" cy="940"/>
              </a:xfrm>
              <a:custGeom>
                <a:avLst/>
                <a:gdLst>
                  <a:gd name="T0" fmla="*/ 968 w 1015"/>
                  <a:gd name="T1" fmla="*/ 2 h 646"/>
                  <a:gd name="T2" fmla="*/ 1011 w 1015"/>
                  <a:gd name="T3" fmla="*/ 135 h 646"/>
                  <a:gd name="T4" fmla="*/ 980 w 1015"/>
                  <a:gd name="T5" fmla="*/ 257 h 646"/>
                  <a:gd name="T6" fmla="*/ 818 w 1015"/>
                  <a:gd name="T7" fmla="*/ 400 h 646"/>
                  <a:gd name="T8" fmla="*/ 512 w 1015"/>
                  <a:gd name="T9" fmla="*/ 482 h 646"/>
                  <a:gd name="T10" fmla="*/ 171 w 1015"/>
                  <a:gd name="T11" fmla="*/ 529 h 646"/>
                  <a:gd name="T12" fmla="*/ 49 w 1015"/>
                  <a:gd name="T13" fmla="*/ 565 h 646"/>
                  <a:gd name="T14" fmla="*/ 13 w 1015"/>
                  <a:gd name="T15" fmla="*/ 590 h 646"/>
                  <a:gd name="T16" fmla="*/ 1 w 1015"/>
                  <a:gd name="T17" fmla="*/ 620 h 646"/>
                  <a:gd name="T18" fmla="*/ 8 w 1015"/>
                  <a:gd name="T19" fmla="*/ 646 h 646"/>
                  <a:gd name="T20" fmla="*/ 11 w 1015"/>
                  <a:gd name="T21" fmla="*/ 644 h 646"/>
                  <a:gd name="T22" fmla="*/ 4 w 1015"/>
                  <a:gd name="T23" fmla="*/ 620 h 646"/>
                  <a:gd name="T24" fmla="*/ 16 w 1015"/>
                  <a:gd name="T25" fmla="*/ 592 h 646"/>
                  <a:gd name="T26" fmla="*/ 89 w 1015"/>
                  <a:gd name="T27" fmla="*/ 554 h 646"/>
                  <a:gd name="T28" fmla="*/ 512 w 1015"/>
                  <a:gd name="T29" fmla="*/ 486 h 646"/>
                  <a:gd name="T30" fmla="*/ 820 w 1015"/>
                  <a:gd name="T31" fmla="*/ 404 h 646"/>
                  <a:gd name="T32" fmla="*/ 983 w 1015"/>
                  <a:gd name="T33" fmla="*/ 259 h 646"/>
                  <a:gd name="T34" fmla="*/ 1015 w 1015"/>
                  <a:gd name="T35" fmla="*/ 135 h 646"/>
                  <a:gd name="T36" fmla="*/ 971 w 1015"/>
                  <a:gd name="T37" fmla="*/ 0 h 646"/>
                  <a:gd name="T38" fmla="*/ 968 w 1015"/>
                  <a:gd name="T39" fmla="*/ 2 h 6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015" h="646">
                    <a:moveTo>
                      <a:pt x="968" y="2"/>
                    </a:moveTo>
                    <a:cubicBezTo>
                      <a:pt x="989" y="33"/>
                      <a:pt x="1011" y="78"/>
                      <a:pt x="1011" y="135"/>
                    </a:cubicBezTo>
                    <a:cubicBezTo>
                      <a:pt x="1011" y="171"/>
                      <a:pt x="1002" y="212"/>
                      <a:pt x="980" y="257"/>
                    </a:cubicBezTo>
                    <a:cubicBezTo>
                      <a:pt x="950" y="315"/>
                      <a:pt x="896" y="363"/>
                      <a:pt x="818" y="400"/>
                    </a:cubicBezTo>
                    <a:cubicBezTo>
                      <a:pt x="740" y="437"/>
                      <a:pt x="637" y="465"/>
                      <a:pt x="512" y="482"/>
                    </a:cubicBezTo>
                    <a:cubicBezTo>
                      <a:pt x="397" y="497"/>
                      <a:pt x="269" y="510"/>
                      <a:pt x="171" y="529"/>
                    </a:cubicBezTo>
                    <a:cubicBezTo>
                      <a:pt x="121" y="539"/>
                      <a:pt x="79" y="551"/>
                      <a:pt x="49" y="565"/>
                    </a:cubicBezTo>
                    <a:cubicBezTo>
                      <a:pt x="34" y="572"/>
                      <a:pt x="22" y="580"/>
                      <a:pt x="13" y="590"/>
                    </a:cubicBezTo>
                    <a:cubicBezTo>
                      <a:pt x="5" y="599"/>
                      <a:pt x="0" y="609"/>
                      <a:pt x="1" y="620"/>
                    </a:cubicBezTo>
                    <a:cubicBezTo>
                      <a:pt x="0" y="628"/>
                      <a:pt x="3" y="637"/>
                      <a:pt x="8" y="646"/>
                    </a:cubicBezTo>
                    <a:cubicBezTo>
                      <a:pt x="11" y="644"/>
                      <a:pt x="11" y="644"/>
                      <a:pt x="11" y="644"/>
                    </a:cubicBezTo>
                    <a:cubicBezTo>
                      <a:pt x="7" y="636"/>
                      <a:pt x="5" y="628"/>
                      <a:pt x="4" y="620"/>
                    </a:cubicBezTo>
                    <a:cubicBezTo>
                      <a:pt x="5" y="610"/>
                      <a:pt x="9" y="601"/>
                      <a:pt x="16" y="592"/>
                    </a:cubicBezTo>
                    <a:cubicBezTo>
                      <a:pt x="30" y="577"/>
                      <a:pt x="55" y="565"/>
                      <a:pt x="89" y="554"/>
                    </a:cubicBezTo>
                    <a:cubicBezTo>
                      <a:pt x="189" y="522"/>
                      <a:pt x="361" y="506"/>
                      <a:pt x="512" y="486"/>
                    </a:cubicBezTo>
                    <a:cubicBezTo>
                      <a:pt x="638" y="469"/>
                      <a:pt x="741" y="441"/>
                      <a:pt x="820" y="404"/>
                    </a:cubicBezTo>
                    <a:cubicBezTo>
                      <a:pt x="898" y="366"/>
                      <a:pt x="953" y="318"/>
                      <a:pt x="983" y="259"/>
                    </a:cubicBezTo>
                    <a:cubicBezTo>
                      <a:pt x="1006" y="213"/>
                      <a:pt x="1015" y="172"/>
                      <a:pt x="1015" y="135"/>
                    </a:cubicBezTo>
                    <a:cubicBezTo>
                      <a:pt x="1015" y="77"/>
                      <a:pt x="993" y="31"/>
                      <a:pt x="971" y="0"/>
                    </a:cubicBezTo>
                    <a:cubicBezTo>
                      <a:pt x="968" y="2"/>
                      <a:pt x="968" y="2"/>
                      <a:pt x="968" y="2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2" name="Freeform 29">
                <a:extLst>
                  <a:ext uri="{FF2B5EF4-FFF2-40B4-BE49-F238E27FC236}">
                    <a16:creationId xmlns:a16="http://schemas.microsoft.com/office/drawing/2014/main" id="{FB714AF2-7667-4922-BC7D-CA494460A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" y="703"/>
                <a:ext cx="363" cy="108"/>
              </a:xfrm>
              <a:custGeom>
                <a:avLst/>
                <a:gdLst>
                  <a:gd name="T0" fmla="*/ 0 w 249"/>
                  <a:gd name="T1" fmla="*/ 4 h 74"/>
                  <a:gd name="T2" fmla="*/ 171 w 249"/>
                  <a:gd name="T3" fmla="*/ 18 h 74"/>
                  <a:gd name="T4" fmla="*/ 223 w 249"/>
                  <a:gd name="T5" fmla="*/ 40 h 74"/>
                  <a:gd name="T6" fmla="*/ 245 w 249"/>
                  <a:gd name="T7" fmla="*/ 74 h 74"/>
                  <a:gd name="T8" fmla="*/ 249 w 249"/>
                  <a:gd name="T9" fmla="*/ 74 h 74"/>
                  <a:gd name="T10" fmla="*/ 226 w 249"/>
                  <a:gd name="T11" fmla="*/ 37 h 74"/>
                  <a:gd name="T12" fmla="*/ 135 w 249"/>
                  <a:gd name="T13" fmla="*/ 7 h 74"/>
                  <a:gd name="T14" fmla="*/ 0 w 249"/>
                  <a:gd name="T15" fmla="*/ 0 h 74"/>
                  <a:gd name="T16" fmla="*/ 0 w 249"/>
                  <a:gd name="T17" fmla="*/ 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9" h="74">
                    <a:moveTo>
                      <a:pt x="0" y="4"/>
                    </a:moveTo>
                    <a:cubicBezTo>
                      <a:pt x="66" y="4"/>
                      <a:pt x="127" y="7"/>
                      <a:pt x="171" y="18"/>
                    </a:cubicBezTo>
                    <a:cubicBezTo>
                      <a:pt x="193" y="23"/>
                      <a:pt x="211" y="31"/>
                      <a:pt x="223" y="40"/>
                    </a:cubicBezTo>
                    <a:cubicBezTo>
                      <a:pt x="236" y="49"/>
                      <a:pt x="243" y="60"/>
                      <a:pt x="245" y="74"/>
                    </a:cubicBezTo>
                    <a:cubicBezTo>
                      <a:pt x="249" y="74"/>
                      <a:pt x="249" y="74"/>
                      <a:pt x="249" y="74"/>
                    </a:cubicBezTo>
                    <a:cubicBezTo>
                      <a:pt x="247" y="59"/>
                      <a:pt x="239" y="46"/>
                      <a:pt x="226" y="37"/>
                    </a:cubicBezTo>
                    <a:cubicBezTo>
                      <a:pt x="206" y="22"/>
                      <a:pt x="174" y="13"/>
                      <a:pt x="135" y="7"/>
                    </a:cubicBezTo>
                    <a:cubicBezTo>
                      <a:pt x="96" y="2"/>
                      <a:pt x="5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3" name="Freeform 30">
                <a:extLst>
                  <a:ext uri="{FF2B5EF4-FFF2-40B4-BE49-F238E27FC236}">
                    <a16:creationId xmlns:a16="http://schemas.microsoft.com/office/drawing/2014/main" id="{0C5AF3FE-2BE0-4381-9557-84C69976EC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1" y="1391"/>
                <a:ext cx="1572" cy="851"/>
              </a:xfrm>
              <a:custGeom>
                <a:avLst/>
                <a:gdLst>
                  <a:gd name="T0" fmla="*/ 51 w 1080"/>
                  <a:gd name="T1" fmla="*/ 0 h 584"/>
                  <a:gd name="T2" fmla="*/ 14 w 1080"/>
                  <a:gd name="T3" fmla="*/ 13 h 584"/>
                  <a:gd name="T4" fmla="*/ 0 w 1080"/>
                  <a:gd name="T5" fmla="*/ 37 h 584"/>
                  <a:gd name="T6" fmla="*/ 12 w 1080"/>
                  <a:gd name="T7" fmla="*/ 62 h 584"/>
                  <a:gd name="T8" fmla="*/ 78 w 1080"/>
                  <a:gd name="T9" fmla="*/ 94 h 584"/>
                  <a:gd name="T10" fmla="*/ 212 w 1080"/>
                  <a:gd name="T11" fmla="*/ 110 h 584"/>
                  <a:gd name="T12" fmla="*/ 636 w 1080"/>
                  <a:gd name="T13" fmla="*/ 127 h 584"/>
                  <a:gd name="T14" fmla="*/ 837 w 1080"/>
                  <a:gd name="T15" fmla="*/ 153 h 584"/>
                  <a:gd name="T16" fmla="*/ 983 w 1080"/>
                  <a:gd name="T17" fmla="*/ 200 h 584"/>
                  <a:gd name="T18" fmla="*/ 1053 w 1080"/>
                  <a:gd name="T19" fmla="*/ 251 h 584"/>
                  <a:gd name="T20" fmla="*/ 1076 w 1080"/>
                  <a:gd name="T21" fmla="*/ 300 h 584"/>
                  <a:gd name="T22" fmla="*/ 1066 w 1080"/>
                  <a:gd name="T23" fmla="*/ 332 h 584"/>
                  <a:gd name="T24" fmla="*/ 907 w 1080"/>
                  <a:gd name="T25" fmla="*/ 442 h 584"/>
                  <a:gd name="T26" fmla="*/ 591 w 1080"/>
                  <a:gd name="T27" fmla="*/ 548 h 584"/>
                  <a:gd name="T28" fmla="*/ 475 w 1080"/>
                  <a:gd name="T29" fmla="*/ 572 h 584"/>
                  <a:gd name="T30" fmla="*/ 442 w 1080"/>
                  <a:gd name="T31" fmla="*/ 578 h 584"/>
                  <a:gd name="T32" fmla="*/ 430 w 1080"/>
                  <a:gd name="T33" fmla="*/ 580 h 584"/>
                  <a:gd name="T34" fmla="*/ 430 w 1080"/>
                  <a:gd name="T35" fmla="*/ 584 h 584"/>
                  <a:gd name="T36" fmla="*/ 909 w 1080"/>
                  <a:gd name="T37" fmla="*/ 445 h 584"/>
                  <a:gd name="T38" fmla="*/ 1038 w 1080"/>
                  <a:gd name="T39" fmla="*/ 369 h 584"/>
                  <a:gd name="T40" fmla="*/ 1070 w 1080"/>
                  <a:gd name="T41" fmla="*/ 334 h 584"/>
                  <a:gd name="T42" fmla="*/ 1080 w 1080"/>
                  <a:gd name="T43" fmla="*/ 300 h 584"/>
                  <a:gd name="T44" fmla="*/ 1056 w 1080"/>
                  <a:gd name="T45" fmla="*/ 249 h 584"/>
                  <a:gd name="T46" fmla="*/ 985 w 1080"/>
                  <a:gd name="T47" fmla="*/ 197 h 584"/>
                  <a:gd name="T48" fmla="*/ 838 w 1080"/>
                  <a:gd name="T49" fmla="*/ 149 h 584"/>
                  <a:gd name="T50" fmla="*/ 212 w 1080"/>
                  <a:gd name="T51" fmla="*/ 106 h 584"/>
                  <a:gd name="T52" fmla="*/ 50 w 1080"/>
                  <a:gd name="T53" fmla="*/ 81 h 584"/>
                  <a:gd name="T54" fmla="*/ 15 w 1080"/>
                  <a:gd name="T55" fmla="*/ 59 h 584"/>
                  <a:gd name="T56" fmla="*/ 4 w 1080"/>
                  <a:gd name="T57" fmla="*/ 37 h 584"/>
                  <a:gd name="T58" fmla="*/ 16 w 1080"/>
                  <a:gd name="T59" fmla="*/ 16 h 584"/>
                  <a:gd name="T60" fmla="*/ 51 w 1080"/>
                  <a:gd name="T61" fmla="*/ 4 h 584"/>
                  <a:gd name="T62" fmla="*/ 51 w 1080"/>
                  <a:gd name="T63" fmla="*/ 0 h 584"/>
                  <a:gd name="T64" fmla="*/ 51 w 1080"/>
                  <a:gd name="T65" fmla="*/ 0 h 5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80" h="584">
                    <a:moveTo>
                      <a:pt x="51" y="0"/>
                    </a:moveTo>
                    <a:cubicBezTo>
                      <a:pt x="35" y="2"/>
                      <a:pt x="23" y="7"/>
                      <a:pt x="14" y="13"/>
                    </a:cubicBezTo>
                    <a:cubicBezTo>
                      <a:pt x="5" y="20"/>
                      <a:pt x="0" y="28"/>
                      <a:pt x="0" y="37"/>
                    </a:cubicBezTo>
                    <a:cubicBezTo>
                      <a:pt x="0" y="46"/>
                      <a:pt x="4" y="54"/>
                      <a:pt x="12" y="62"/>
                    </a:cubicBezTo>
                    <a:cubicBezTo>
                      <a:pt x="24" y="74"/>
                      <a:pt x="45" y="85"/>
                      <a:pt x="78" y="94"/>
                    </a:cubicBezTo>
                    <a:cubicBezTo>
                      <a:pt x="111" y="103"/>
                      <a:pt x="155" y="109"/>
                      <a:pt x="212" y="110"/>
                    </a:cubicBezTo>
                    <a:cubicBezTo>
                      <a:pt x="333" y="113"/>
                      <a:pt x="491" y="115"/>
                      <a:pt x="636" y="127"/>
                    </a:cubicBezTo>
                    <a:cubicBezTo>
                      <a:pt x="708" y="133"/>
                      <a:pt x="777" y="141"/>
                      <a:pt x="837" y="153"/>
                    </a:cubicBezTo>
                    <a:cubicBezTo>
                      <a:pt x="897" y="165"/>
                      <a:pt x="948" y="180"/>
                      <a:pt x="983" y="200"/>
                    </a:cubicBezTo>
                    <a:cubicBezTo>
                      <a:pt x="1014" y="218"/>
                      <a:pt x="1037" y="235"/>
                      <a:pt x="1053" y="251"/>
                    </a:cubicBezTo>
                    <a:cubicBezTo>
                      <a:pt x="1069" y="268"/>
                      <a:pt x="1076" y="284"/>
                      <a:pt x="1076" y="300"/>
                    </a:cubicBezTo>
                    <a:cubicBezTo>
                      <a:pt x="1076" y="310"/>
                      <a:pt x="1073" y="321"/>
                      <a:pt x="1066" y="332"/>
                    </a:cubicBezTo>
                    <a:cubicBezTo>
                      <a:pt x="1046" y="364"/>
                      <a:pt x="994" y="400"/>
                      <a:pt x="907" y="442"/>
                    </a:cubicBezTo>
                    <a:cubicBezTo>
                      <a:pt x="805" y="491"/>
                      <a:pt x="685" y="525"/>
                      <a:pt x="591" y="548"/>
                    </a:cubicBezTo>
                    <a:cubicBezTo>
                      <a:pt x="545" y="559"/>
                      <a:pt x="504" y="567"/>
                      <a:pt x="475" y="572"/>
                    </a:cubicBezTo>
                    <a:cubicBezTo>
                      <a:pt x="461" y="575"/>
                      <a:pt x="450" y="577"/>
                      <a:pt x="442" y="578"/>
                    </a:cubicBezTo>
                    <a:cubicBezTo>
                      <a:pt x="434" y="580"/>
                      <a:pt x="430" y="580"/>
                      <a:pt x="430" y="580"/>
                    </a:cubicBezTo>
                    <a:cubicBezTo>
                      <a:pt x="430" y="584"/>
                      <a:pt x="430" y="584"/>
                      <a:pt x="430" y="584"/>
                    </a:cubicBezTo>
                    <a:cubicBezTo>
                      <a:pt x="430" y="584"/>
                      <a:pt x="703" y="544"/>
                      <a:pt x="909" y="445"/>
                    </a:cubicBezTo>
                    <a:cubicBezTo>
                      <a:pt x="967" y="418"/>
                      <a:pt x="1010" y="392"/>
                      <a:pt x="1038" y="369"/>
                    </a:cubicBezTo>
                    <a:cubicBezTo>
                      <a:pt x="1052" y="357"/>
                      <a:pt x="1063" y="345"/>
                      <a:pt x="1070" y="334"/>
                    </a:cubicBezTo>
                    <a:cubicBezTo>
                      <a:pt x="1077" y="322"/>
                      <a:pt x="1080" y="311"/>
                      <a:pt x="1080" y="300"/>
                    </a:cubicBezTo>
                    <a:cubicBezTo>
                      <a:pt x="1080" y="283"/>
                      <a:pt x="1072" y="266"/>
                      <a:pt x="1056" y="249"/>
                    </a:cubicBezTo>
                    <a:cubicBezTo>
                      <a:pt x="1040" y="232"/>
                      <a:pt x="1016" y="215"/>
                      <a:pt x="985" y="197"/>
                    </a:cubicBezTo>
                    <a:cubicBezTo>
                      <a:pt x="949" y="176"/>
                      <a:pt x="898" y="161"/>
                      <a:pt x="838" y="149"/>
                    </a:cubicBezTo>
                    <a:cubicBezTo>
                      <a:pt x="658" y="113"/>
                      <a:pt x="394" y="111"/>
                      <a:pt x="212" y="106"/>
                    </a:cubicBezTo>
                    <a:cubicBezTo>
                      <a:pt x="136" y="104"/>
                      <a:pt x="83" y="94"/>
                      <a:pt x="50" y="81"/>
                    </a:cubicBezTo>
                    <a:cubicBezTo>
                      <a:pt x="34" y="74"/>
                      <a:pt x="22" y="67"/>
                      <a:pt x="15" y="59"/>
                    </a:cubicBezTo>
                    <a:cubicBezTo>
                      <a:pt x="7" y="52"/>
                      <a:pt x="4" y="44"/>
                      <a:pt x="4" y="37"/>
                    </a:cubicBezTo>
                    <a:cubicBezTo>
                      <a:pt x="4" y="30"/>
                      <a:pt x="8" y="22"/>
                      <a:pt x="16" y="16"/>
                    </a:cubicBezTo>
                    <a:cubicBezTo>
                      <a:pt x="25" y="11"/>
                      <a:pt x="37" y="6"/>
                      <a:pt x="51" y="4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1" y="0"/>
                      <a:pt x="51" y="0"/>
                      <a:pt x="51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4" name="Freeform 31">
                <a:extLst>
                  <a:ext uri="{FF2B5EF4-FFF2-40B4-BE49-F238E27FC236}">
                    <a16:creationId xmlns:a16="http://schemas.microsoft.com/office/drawing/2014/main" id="{6A7EAB88-20A4-40E5-998E-B04D666D10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" y="1824"/>
                <a:ext cx="409" cy="450"/>
              </a:xfrm>
              <a:custGeom>
                <a:avLst/>
                <a:gdLst>
                  <a:gd name="T0" fmla="*/ 277 w 281"/>
                  <a:gd name="T1" fmla="*/ 0 h 309"/>
                  <a:gd name="T2" fmla="*/ 277 w 281"/>
                  <a:gd name="T3" fmla="*/ 1 h 309"/>
                  <a:gd name="T4" fmla="*/ 262 w 281"/>
                  <a:gd name="T5" fmla="*/ 63 h 309"/>
                  <a:gd name="T6" fmla="*/ 0 w 281"/>
                  <a:gd name="T7" fmla="*/ 306 h 309"/>
                  <a:gd name="T8" fmla="*/ 1 w 281"/>
                  <a:gd name="T9" fmla="*/ 309 h 309"/>
                  <a:gd name="T10" fmla="*/ 216 w 281"/>
                  <a:gd name="T11" fmla="*/ 154 h 309"/>
                  <a:gd name="T12" fmla="*/ 265 w 281"/>
                  <a:gd name="T13" fmla="*/ 65 h 309"/>
                  <a:gd name="T14" fmla="*/ 281 w 281"/>
                  <a:gd name="T15" fmla="*/ 1 h 309"/>
                  <a:gd name="T16" fmla="*/ 281 w 281"/>
                  <a:gd name="T17" fmla="*/ 0 h 309"/>
                  <a:gd name="T18" fmla="*/ 277 w 281"/>
                  <a:gd name="T19" fmla="*/ 0 h 309"/>
                  <a:gd name="T20" fmla="*/ 277 w 281"/>
                  <a:gd name="T21" fmla="*/ 0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1" h="309">
                    <a:moveTo>
                      <a:pt x="277" y="0"/>
                    </a:moveTo>
                    <a:cubicBezTo>
                      <a:pt x="277" y="0"/>
                      <a:pt x="277" y="1"/>
                      <a:pt x="277" y="1"/>
                    </a:cubicBezTo>
                    <a:cubicBezTo>
                      <a:pt x="277" y="15"/>
                      <a:pt x="272" y="37"/>
                      <a:pt x="262" y="63"/>
                    </a:cubicBezTo>
                    <a:cubicBezTo>
                      <a:pt x="230" y="143"/>
                      <a:pt x="147" y="260"/>
                      <a:pt x="0" y="306"/>
                    </a:cubicBezTo>
                    <a:cubicBezTo>
                      <a:pt x="1" y="309"/>
                      <a:pt x="1" y="309"/>
                      <a:pt x="1" y="309"/>
                    </a:cubicBezTo>
                    <a:cubicBezTo>
                      <a:pt x="100" y="279"/>
                      <a:pt x="170" y="216"/>
                      <a:pt x="216" y="154"/>
                    </a:cubicBezTo>
                    <a:cubicBezTo>
                      <a:pt x="238" y="122"/>
                      <a:pt x="255" y="92"/>
                      <a:pt x="265" y="65"/>
                    </a:cubicBezTo>
                    <a:cubicBezTo>
                      <a:pt x="276" y="38"/>
                      <a:pt x="281" y="16"/>
                      <a:pt x="281" y="1"/>
                    </a:cubicBezTo>
                    <a:cubicBezTo>
                      <a:pt x="281" y="0"/>
                      <a:pt x="281" y="0"/>
                      <a:pt x="281" y="0"/>
                    </a:cubicBezTo>
                    <a:cubicBezTo>
                      <a:pt x="277" y="0"/>
                      <a:pt x="277" y="0"/>
                      <a:pt x="277" y="0"/>
                    </a:cubicBezTo>
                    <a:cubicBezTo>
                      <a:pt x="277" y="0"/>
                      <a:pt x="277" y="0"/>
                      <a:pt x="277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5" name="Freeform 32">
                <a:extLst>
                  <a:ext uri="{FF2B5EF4-FFF2-40B4-BE49-F238E27FC236}">
                    <a16:creationId xmlns:a16="http://schemas.microsoft.com/office/drawing/2014/main" id="{AB06D2AB-2C64-4B7E-94E2-6979734E5E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5" y="461"/>
                <a:ext cx="329" cy="153"/>
              </a:xfrm>
              <a:custGeom>
                <a:avLst/>
                <a:gdLst>
                  <a:gd name="T0" fmla="*/ 3 w 226"/>
                  <a:gd name="T1" fmla="*/ 3 h 105"/>
                  <a:gd name="T2" fmla="*/ 2 w 226"/>
                  <a:gd name="T3" fmla="*/ 5 h 105"/>
                  <a:gd name="T4" fmla="*/ 70 w 226"/>
                  <a:gd name="T5" fmla="*/ 14 h 105"/>
                  <a:gd name="T6" fmla="*/ 112 w 226"/>
                  <a:gd name="T7" fmla="*/ 11 h 105"/>
                  <a:gd name="T8" fmla="*/ 112 w 226"/>
                  <a:gd name="T9" fmla="*/ 9 h 105"/>
                  <a:gd name="T10" fmla="*/ 110 w 226"/>
                  <a:gd name="T11" fmla="*/ 10 h 105"/>
                  <a:gd name="T12" fmla="*/ 222 w 226"/>
                  <a:gd name="T13" fmla="*/ 71 h 105"/>
                  <a:gd name="T14" fmla="*/ 222 w 226"/>
                  <a:gd name="T15" fmla="*/ 69 h 105"/>
                  <a:gd name="T16" fmla="*/ 221 w 226"/>
                  <a:gd name="T17" fmla="*/ 68 h 105"/>
                  <a:gd name="T18" fmla="*/ 221 w 226"/>
                  <a:gd name="T19" fmla="*/ 68 h 105"/>
                  <a:gd name="T20" fmla="*/ 125 w 226"/>
                  <a:gd name="T21" fmla="*/ 101 h 105"/>
                  <a:gd name="T22" fmla="*/ 125 w 226"/>
                  <a:gd name="T23" fmla="*/ 103 h 105"/>
                  <a:gd name="T24" fmla="*/ 126 w 226"/>
                  <a:gd name="T25" fmla="*/ 101 h 105"/>
                  <a:gd name="T26" fmla="*/ 125 w 226"/>
                  <a:gd name="T27" fmla="*/ 101 h 105"/>
                  <a:gd name="T28" fmla="*/ 71 w 226"/>
                  <a:gd name="T29" fmla="*/ 77 h 105"/>
                  <a:gd name="T30" fmla="*/ 5 w 226"/>
                  <a:gd name="T31" fmla="*/ 2 h 105"/>
                  <a:gd name="T32" fmla="*/ 3 w 226"/>
                  <a:gd name="T33" fmla="*/ 3 h 105"/>
                  <a:gd name="T34" fmla="*/ 2 w 226"/>
                  <a:gd name="T35" fmla="*/ 5 h 105"/>
                  <a:gd name="T36" fmla="*/ 3 w 226"/>
                  <a:gd name="T37" fmla="*/ 3 h 105"/>
                  <a:gd name="T38" fmla="*/ 1 w 226"/>
                  <a:gd name="T39" fmla="*/ 4 h 105"/>
                  <a:gd name="T40" fmla="*/ 74 w 226"/>
                  <a:gd name="T41" fmla="*/ 83 h 105"/>
                  <a:gd name="T42" fmla="*/ 125 w 226"/>
                  <a:gd name="T43" fmla="*/ 105 h 105"/>
                  <a:gd name="T44" fmla="*/ 125 w 226"/>
                  <a:gd name="T45" fmla="*/ 105 h 105"/>
                  <a:gd name="T46" fmla="*/ 126 w 226"/>
                  <a:gd name="T47" fmla="*/ 105 h 105"/>
                  <a:gd name="T48" fmla="*/ 223 w 226"/>
                  <a:gd name="T49" fmla="*/ 71 h 105"/>
                  <a:gd name="T50" fmla="*/ 226 w 226"/>
                  <a:gd name="T51" fmla="*/ 68 h 105"/>
                  <a:gd name="T52" fmla="*/ 223 w 226"/>
                  <a:gd name="T53" fmla="*/ 67 h 105"/>
                  <a:gd name="T54" fmla="*/ 133 w 226"/>
                  <a:gd name="T55" fmla="*/ 28 h 105"/>
                  <a:gd name="T56" fmla="*/ 118 w 226"/>
                  <a:gd name="T57" fmla="*/ 14 h 105"/>
                  <a:gd name="T58" fmla="*/ 115 w 226"/>
                  <a:gd name="T59" fmla="*/ 10 h 105"/>
                  <a:gd name="T60" fmla="*/ 114 w 226"/>
                  <a:gd name="T61" fmla="*/ 9 h 105"/>
                  <a:gd name="T62" fmla="*/ 114 w 226"/>
                  <a:gd name="T63" fmla="*/ 9 h 105"/>
                  <a:gd name="T64" fmla="*/ 114 w 226"/>
                  <a:gd name="T65" fmla="*/ 8 h 105"/>
                  <a:gd name="T66" fmla="*/ 114 w 226"/>
                  <a:gd name="T67" fmla="*/ 9 h 105"/>
                  <a:gd name="T68" fmla="*/ 114 w 226"/>
                  <a:gd name="T69" fmla="*/ 9 h 105"/>
                  <a:gd name="T70" fmla="*/ 114 w 226"/>
                  <a:gd name="T71" fmla="*/ 8 h 105"/>
                  <a:gd name="T72" fmla="*/ 114 w 226"/>
                  <a:gd name="T73" fmla="*/ 9 h 105"/>
                  <a:gd name="T74" fmla="*/ 114 w 226"/>
                  <a:gd name="T75" fmla="*/ 9 h 105"/>
                  <a:gd name="T76" fmla="*/ 113 w 226"/>
                  <a:gd name="T77" fmla="*/ 7 h 105"/>
                  <a:gd name="T78" fmla="*/ 112 w 226"/>
                  <a:gd name="T79" fmla="*/ 7 h 105"/>
                  <a:gd name="T80" fmla="*/ 70 w 226"/>
                  <a:gd name="T81" fmla="*/ 10 h 105"/>
                  <a:gd name="T82" fmla="*/ 20 w 226"/>
                  <a:gd name="T83" fmla="*/ 5 h 105"/>
                  <a:gd name="T84" fmla="*/ 8 w 226"/>
                  <a:gd name="T85" fmla="*/ 2 h 105"/>
                  <a:gd name="T86" fmla="*/ 5 w 226"/>
                  <a:gd name="T87" fmla="*/ 2 h 105"/>
                  <a:gd name="T88" fmla="*/ 4 w 226"/>
                  <a:gd name="T89" fmla="*/ 1 h 105"/>
                  <a:gd name="T90" fmla="*/ 4 w 226"/>
                  <a:gd name="T91" fmla="*/ 1 h 105"/>
                  <a:gd name="T92" fmla="*/ 0 w 226"/>
                  <a:gd name="T93" fmla="*/ 0 h 105"/>
                  <a:gd name="T94" fmla="*/ 1 w 226"/>
                  <a:gd name="T95" fmla="*/ 4 h 105"/>
                  <a:gd name="T96" fmla="*/ 3 w 226"/>
                  <a:gd name="T97" fmla="*/ 3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26" h="105">
                    <a:moveTo>
                      <a:pt x="3" y="3"/>
                    </a:moveTo>
                    <a:cubicBezTo>
                      <a:pt x="2" y="5"/>
                      <a:pt x="2" y="5"/>
                      <a:pt x="2" y="5"/>
                    </a:cubicBezTo>
                    <a:cubicBezTo>
                      <a:pt x="3" y="5"/>
                      <a:pt x="24" y="14"/>
                      <a:pt x="70" y="14"/>
                    </a:cubicBezTo>
                    <a:cubicBezTo>
                      <a:pt x="83" y="14"/>
                      <a:pt x="97" y="13"/>
                      <a:pt x="112" y="11"/>
                    </a:cubicBezTo>
                    <a:cubicBezTo>
                      <a:pt x="112" y="9"/>
                      <a:pt x="112" y="9"/>
                      <a:pt x="112" y="9"/>
                    </a:cubicBezTo>
                    <a:cubicBezTo>
                      <a:pt x="110" y="10"/>
                      <a:pt x="110" y="10"/>
                      <a:pt x="110" y="10"/>
                    </a:cubicBezTo>
                    <a:cubicBezTo>
                      <a:pt x="111" y="11"/>
                      <a:pt x="128" y="44"/>
                      <a:pt x="222" y="71"/>
                    </a:cubicBezTo>
                    <a:cubicBezTo>
                      <a:pt x="222" y="69"/>
                      <a:pt x="222" y="69"/>
                      <a:pt x="222" y="69"/>
                    </a:cubicBezTo>
                    <a:cubicBezTo>
                      <a:pt x="221" y="68"/>
                      <a:pt x="221" y="68"/>
                      <a:pt x="221" y="68"/>
                    </a:cubicBezTo>
                    <a:cubicBezTo>
                      <a:pt x="221" y="68"/>
                      <a:pt x="221" y="68"/>
                      <a:pt x="221" y="68"/>
                    </a:cubicBezTo>
                    <a:cubicBezTo>
                      <a:pt x="220" y="69"/>
                      <a:pt x="195" y="88"/>
                      <a:pt x="125" y="101"/>
                    </a:cubicBezTo>
                    <a:cubicBezTo>
                      <a:pt x="125" y="103"/>
                      <a:pt x="125" y="103"/>
                      <a:pt x="125" y="103"/>
                    </a:cubicBezTo>
                    <a:cubicBezTo>
                      <a:pt x="126" y="101"/>
                      <a:pt x="126" y="101"/>
                      <a:pt x="126" y="101"/>
                    </a:cubicBezTo>
                    <a:cubicBezTo>
                      <a:pt x="126" y="101"/>
                      <a:pt x="126" y="101"/>
                      <a:pt x="125" y="101"/>
                    </a:cubicBezTo>
                    <a:cubicBezTo>
                      <a:pt x="120" y="100"/>
                      <a:pt x="96" y="93"/>
                      <a:pt x="71" y="77"/>
                    </a:cubicBezTo>
                    <a:cubicBezTo>
                      <a:pt x="46" y="61"/>
                      <a:pt x="18" y="37"/>
                      <a:pt x="5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6" y="42"/>
                      <a:pt x="47" y="68"/>
                      <a:pt x="74" y="83"/>
                    </a:cubicBezTo>
                    <a:cubicBezTo>
                      <a:pt x="101" y="99"/>
                      <a:pt x="125" y="105"/>
                      <a:pt x="125" y="105"/>
                    </a:cubicBezTo>
                    <a:cubicBezTo>
                      <a:pt x="125" y="105"/>
                      <a:pt x="125" y="105"/>
                      <a:pt x="125" y="105"/>
                    </a:cubicBezTo>
                    <a:cubicBezTo>
                      <a:pt x="126" y="105"/>
                      <a:pt x="126" y="105"/>
                      <a:pt x="126" y="105"/>
                    </a:cubicBezTo>
                    <a:cubicBezTo>
                      <a:pt x="199" y="91"/>
                      <a:pt x="223" y="71"/>
                      <a:pt x="223" y="71"/>
                    </a:cubicBezTo>
                    <a:cubicBezTo>
                      <a:pt x="226" y="68"/>
                      <a:pt x="226" y="68"/>
                      <a:pt x="226" y="68"/>
                    </a:cubicBezTo>
                    <a:cubicBezTo>
                      <a:pt x="223" y="67"/>
                      <a:pt x="223" y="67"/>
                      <a:pt x="223" y="67"/>
                    </a:cubicBezTo>
                    <a:cubicBezTo>
                      <a:pt x="176" y="54"/>
                      <a:pt x="149" y="39"/>
                      <a:pt x="133" y="28"/>
                    </a:cubicBezTo>
                    <a:cubicBezTo>
                      <a:pt x="125" y="22"/>
                      <a:pt x="121" y="17"/>
                      <a:pt x="118" y="14"/>
                    </a:cubicBezTo>
                    <a:cubicBezTo>
                      <a:pt x="116" y="12"/>
                      <a:pt x="115" y="11"/>
                      <a:pt x="115" y="10"/>
                    </a:cubicBezTo>
                    <a:cubicBezTo>
                      <a:pt x="114" y="9"/>
                      <a:pt x="114" y="9"/>
                      <a:pt x="114" y="9"/>
                    </a:cubicBezTo>
                    <a:cubicBezTo>
                      <a:pt x="114" y="9"/>
                      <a:pt x="114" y="9"/>
                      <a:pt x="114" y="9"/>
                    </a:cubicBezTo>
                    <a:cubicBezTo>
                      <a:pt x="114" y="8"/>
                      <a:pt x="114" y="8"/>
                      <a:pt x="114" y="8"/>
                    </a:cubicBezTo>
                    <a:cubicBezTo>
                      <a:pt x="114" y="9"/>
                      <a:pt x="114" y="9"/>
                      <a:pt x="114" y="9"/>
                    </a:cubicBezTo>
                    <a:cubicBezTo>
                      <a:pt x="114" y="9"/>
                      <a:pt x="114" y="9"/>
                      <a:pt x="114" y="9"/>
                    </a:cubicBezTo>
                    <a:cubicBezTo>
                      <a:pt x="114" y="8"/>
                      <a:pt x="114" y="8"/>
                      <a:pt x="114" y="8"/>
                    </a:cubicBezTo>
                    <a:cubicBezTo>
                      <a:pt x="114" y="9"/>
                      <a:pt x="114" y="9"/>
                      <a:pt x="114" y="9"/>
                    </a:cubicBezTo>
                    <a:cubicBezTo>
                      <a:pt x="114" y="9"/>
                      <a:pt x="114" y="9"/>
                      <a:pt x="114" y="9"/>
                    </a:cubicBezTo>
                    <a:cubicBezTo>
                      <a:pt x="113" y="7"/>
                      <a:pt x="113" y="7"/>
                      <a:pt x="113" y="7"/>
                    </a:cubicBezTo>
                    <a:cubicBezTo>
                      <a:pt x="112" y="7"/>
                      <a:pt x="112" y="7"/>
                      <a:pt x="112" y="7"/>
                    </a:cubicBezTo>
                    <a:cubicBezTo>
                      <a:pt x="96" y="9"/>
                      <a:pt x="82" y="10"/>
                      <a:pt x="70" y="10"/>
                    </a:cubicBezTo>
                    <a:cubicBezTo>
                      <a:pt x="48" y="10"/>
                      <a:pt x="31" y="7"/>
                      <a:pt x="20" y="5"/>
                    </a:cubicBezTo>
                    <a:cubicBezTo>
                      <a:pt x="14" y="4"/>
                      <a:pt x="10" y="3"/>
                      <a:pt x="8" y="2"/>
                    </a:cubicBezTo>
                    <a:cubicBezTo>
                      <a:pt x="6" y="2"/>
                      <a:pt x="5" y="2"/>
                      <a:pt x="5" y="2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4"/>
                      <a:pt x="1" y="4"/>
                      <a:pt x="1" y="4"/>
                    </a:cubicBez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6" name="Freeform 33">
                <a:extLst>
                  <a:ext uri="{FF2B5EF4-FFF2-40B4-BE49-F238E27FC236}">
                    <a16:creationId xmlns:a16="http://schemas.microsoft.com/office/drawing/2014/main" id="{713102E3-8BBE-4467-A12D-40468133DB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8" y="371"/>
                <a:ext cx="273" cy="188"/>
              </a:xfrm>
              <a:custGeom>
                <a:avLst/>
                <a:gdLst>
                  <a:gd name="T0" fmla="*/ 3 w 187"/>
                  <a:gd name="T1" fmla="*/ 17 h 129"/>
                  <a:gd name="T2" fmla="*/ 2 w 187"/>
                  <a:gd name="T3" fmla="*/ 19 h 129"/>
                  <a:gd name="T4" fmla="*/ 26 w 187"/>
                  <a:gd name="T5" fmla="*/ 22 h 129"/>
                  <a:gd name="T6" fmla="*/ 109 w 187"/>
                  <a:gd name="T7" fmla="*/ 5 h 129"/>
                  <a:gd name="T8" fmla="*/ 109 w 187"/>
                  <a:gd name="T9" fmla="*/ 3 h 129"/>
                  <a:gd name="T10" fmla="*/ 107 w 187"/>
                  <a:gd name="T11" fmla="*/ 3 h 129"/>
                  <a:gd name="T12" fmla="*/ 183 w 187"/>
                  <a:gd name="T13" fmla="*/ 89 h 129"/>
                  <a:gd name="T14" fmla="*/ 184 w 187"/>
                  <a:gd name="T15" fmla="*/ 87 h 129"/>
                  <a:gd name="T16" fmla="*/ 182 w 187"/>
                  <a:gd name="T17" fmla="*/ 86 h 129"/>
                  <a:gd name="T18" fmla="*/ 183 w 187"/>
                  <a:gd name="T19" fmla="*/ 87 h 129"/>
                  <a:gd name="T20" fmla="*/ 182 w 187"/>
                  <a:gd name="T21" fmla="*/ 86 h 129"/>
                  <a:gd name="T22" fmla="*/ 182 w 187"/>
                  <a:gd name="T23" fmla="*/ 86 h 129"/>
                  <a:gd name="T24" fmla="*/ 183 w 187"/>
                  <a:gd name="T25" fmla="*/ 87 h 129"/>
                  <a:gd name="T26" fmla="*/ 182 w 187"/>
                  <a:gd name="T27" fmla="*/ 86 h 129"/>
                  <a:gd name="T28" fmla="*/ 182 w 187"/>
                  <a:gd name="T29" fmla="*/ 86 h 129"/>
                  <a:gd name="T30" fmla="*/ 163 w 187"/>
                  <a:gd name="T31" fmla="*/ 101 h 129"/>
                  <a:gd name="T32" fmla="*/ 83 w 187"/>
                  <a:gd name="T33" fmla="*/ 125 h 129"/>
                  <a:gd name="T34" fmla="*/ 83 w 187"/>
                  <a:gd name="T35" fmla="*/ 127 h 129"/>
                  <a:gd name="T36" fmla="*/ 84 w 187"/>
                  <a:gd name="T37" fmla="*/ 126 h 129"/>
                  <a:gd name="T38" fmla="*/ 83 w 187"/>
                  <a:gd name="T39" fmla="*/ 125 h 129"/>
                  <a:gd name="T40" fmla="*/ 5 w 187"/>
                  <a:gd name="T41" fmla="*/ 17 h 129"/>
                  <a:gd name="T42" fmla="*/ 3 w 187"/>
                  <a:gd name="T43" fmla="*/ 17 h 129"/>
                  <a:gd name="T44" fmla="*/ 2 w 187"/>
                  <a:gd name="T45" fmla="*/ 19 h 129"/>
                  <a:gd name="T46" fmla="*/ 3 w 187"/>
                  <a:gd name="T47" fmla="*/ 17 h 129"/>
                  <a:gd name="T48" fmla="*/ 1 w 187"/>
                  <a:gd name="T49" fmla="*/ 18 h 129"/>
                  <a:gd name="T50" fmla="*/ 82 w 187"/>
                  <a:gd name="T51" fmla="*/ 129 h 129"/>
                  <a:gd name="T52" fmla="*/ 83 w 187"/>
                  <a:gd name="T53" fmla="*/ 129 h 129"/>
                  <a:gd name="T54" fmla="*/ 83 w 187"/>
                  <a:gd name="T55" fmla="*/ 129 h 129"/>
                  <a:gd name="T56" fmla="*/ 169 w 187"/>
                  <a:gd name="T57" fmla="*/ 103 h 129"/>
                  <a:gd name="T58" fmla="*/ 186 w 187"/>
                  <a:gd name="T59" fmla="*/ 88 h 129"/>
                  <a:gd name="T60" fmla="*/ 187 w 187"/>
                  <a:gd name="T61" fmla="*/ 86 h 129"/>
                  <a:gd name="T62" fmla="*/ 185 w 187"/>
                  <a:gd name="T63" fmla="*/ 85 h 129"/>
                  <a:gd name="T64" fmla="*/ 126 w 187"/>
                  <a:gd name="T65" fmla="*/ 30 h 129"/>
                  <a:gd name="T66" fmla="*/ 114 w 187"/>
                  <a:gd name="T67" fmla="*/ 10 h 129"/>
                  <a:gd name="T68" fmla="*/ 111 w 187"/>
                  <a:gd name="T69" fmla="*/ 4 h 129"/>
                  <a:gd name="T70" fmla="*/ 111 w 187"/>
                  <a:gd name="T71" fmla="*/ 3 h 129"/>
                  <a:gd name="T72" fmla="*/ 111 w 187"/>
                  <a:gd name="T73" fmla="*/ 2 h 129"/>
                  <a:gd name="T74" fmla="*/ 110 w 187"/>
                  <a:gd name="T75" fmla="*/ 0 h 129"/>
                  <a:gd name="T76" fmla="*/ 108 w 187"/>
                  <a:gd name="T77" fmla="*/ 1 h 129"/>
                  <a:gd name="T78" fmla="*/ 26 w 187"/>
                  <a:gd name="T79" fmla="*/ 18 h 129"/>
                  <a:gd name="T80" fmla="*/ 9 w 187"/>
                  <a:gd name="T81" fmla="*/ 16 h 129"/>
                  <a:gd name="T82" fmla="*/ 5 w 187"/>
                  <a:gd name="T83" fmla="*/ 16 h 129"/>
                  <a:gd name="T84" fmla="*/ 4 w 187"/>
                  <a:gd name="T85" fmla="*/ 15 h 129"/>
                  <a:gd name="T86" fmla="*/ 3 w 187"/>
                  <a:gd name="T87" fmla="*/ 15 h 129"/>
                  <a:gd name="T88" fmla="*/ 3 w 187"/>
                  <a:gd name="T89" fmla="*/ 15 h 129"/>
                  <a:gd name="T90" fmla="*/ 0 w 187"/>
                  <a:gd name="T91" fmla="*/ 14 h 129"/>
                  <a:gd name="T92" fmla="*/ 1 w 187"/>
                  <a:gd name="T93" fmla="*/ 18 h 129"/>
                  <a:gd name="T94" fmla="*/ 3 w 187"/>
                  <a:gd name="T95" fmla="*/ 17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87" h="129">
                    <a:moveTo>
                      <a:pt x="3" y="17"/>
                    </a:moveTo>
                    <a:cubicBezTo>
                      <a:pt x="2" y="19"/>
                      <a:pt x="2" y="19"/>
                      <a:pt x="2" y="19"/>
                    </a:cubicBezTo>
                    <a:cubicBezTo>
                      <a:pt x="2" y="19"/>
                      <a:pt x="10" y="22"/>
                      <a:pt x="26" y="22"/>
                    </a:cubicBezTo>
                    <a:cubicBezTo>
                      <a:pt x="44" y="22"/>
                      <a:pt x="72" y="18"/>
                      <a:pt x="109" y="5"/>
                    </a:cubicBezTo>
                    <a:cubicBezTo>
                      <a:pt x="109" y="3"/>
                      <a:pt x="109" y="3"/>
                      <a:pt x="109" y="3"/>
                    </a:cubicBezTo>
                    <a:cubicBezTo>
                      <a:pt x="107" y="3"/>
                      <a:pt x="107" y="3"/>
                      <a:pt x="107" y="3"/>
                    </a:cubicBezTo>
                    <a:cubicBezTo>
                      <a:pt x="107" y="4"/>
                      <a:pt x="123" y="53"/>
                      <a:pt x="183" y="89"/>
                    </a:cubicBezTo>
                    <a:cubicBezTo>
                      <a:pt x="184" y="87"/>
                      <a:pt x="184" y="87"/>
                      <a:pt x="184" y="87"/>
                    </a:cubicBezTo>
                    <a:cubicBezTo>
                      <a:pt x="182" y="86"/>
                      <a:pt x="182" y="86"/>
                      <a:pt x="182" y="86"/>
                    </a:cubicBezTo>
                    <a:cubicBezTo>
                      <a:pt x="183" y="87"/>
                      <a:pt x="183" y="87"/>
                      <a:pt x="183" y="87"/>
                    </a:cubicBezTo>
                    <a:cubicBezTo>
                      <a:pt x="182" y="86"/>
                      <a:pt x="182" y="86"/>
                      <a:pt x="182" y="86"/>
                    </a:cubicBezTo>
                    <a:cubicBezTo>
                      <a:pt x="182" y="86"/>
                      <a:pt x="182" y="86"/>
                      <a:pt x="182" y="86"/>
                    </a:cubicBezTo>
                    <a:cubicBezTo>
                      <a:pt x="183" y="87"/>
                      <a:pt x="183" y="87"/>
                      <a:pt x="183" y="87"/>
                    </a:cubicBezTo>
                    <a:cubicBezTo>
                      <a:pt x="182" y="86"/>
                      <a:pt x="182" y="86"/>
                      <a:pt x="182" y="86"/>
                    </a:cubicBezTo>
                    <a:cubicBezTo>
                      <a:pt x="182" y="86"/>
                      <a:pt x="182" y="86"/>
                      <a:pt x="182" y="86"/>
                    </a:cubicBezTo>
                    <a:cubicBezTo>
                      <a:pt x="182" y="88"/>
                      <a:pt x="178" y="93"/>
                      <a:pt x="163" y="101"/>
                    </a:cubicBezTo>
                    <a:cubicBezTo>
                      <a:pt x="149" y="109"/>
                      <a:pt x="125" y="118"/>
                      <a:pt x="83" y="125"/>
                    </a:cubicBezTo>
                    <a:cubicBezTo>
                      <a:pt x="83" y="127"/>
                      <a:pt x="83" y="127"/>
                      <a:pt x="83" y="127"/>
                    </a:cubicBezTo>
                    <a:cubicBezTo>
                      <a:pt x="84" y="126"/>
                      <a:pt x="84" y="126"/>
                      <a:pt x="84" y="126"/>
                    </a:cubicBezTo>
                    <a:cubicBezTo>
                      <a:pt x="84" y="126"/>
                      <a:pt x="84" y="125"/>
                      <a:pt x="83" y="125"/>
                    </a:cubicBezTo>
                    <a:cubicBezTo>
                      <a:pt x="77" y="121"/>
                      <a:pt x="25" y="89"/>
                      <a:pt x="5" y="17"/>
                    </a:cubicBezTo>
                    <a:cubicBezTo>
                      <a:pt x="3" y="17"/>
                      <a:pt x="3" y="17"/>
                      <a:pt x="3" y="17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3" y="17"/>
                      <a:pt x="3" y="17"/>
                      <a:pt x="3" y="17"/>
                    </a:cubicBezTo>
                    <a:cubicBezTo>
                      <a:pt x="1" y="18"/>
                      <a:pt x="1" y="18"/>
                      <a:pt x="1" y="18"/>
                    </a:cubicBezTo>
                    <a:cubicBezTo>
                      <a:pt x="23" y="97"/>
                      <a:pt x="82" y="129"/>
                      <a:pt x="82" y="129"/>
                    </a:cubicBezTo>
                    <a:cubicBezTo>
                      <a:pt x="83" y="129"/>
                      <a:pt x="83" y="129"/>
                      <a:pt x="83" y="129"/>
                    </a:cubicBezTo>
                    <a:cubicBezTo>
                      <a:pt x="83" y="129"/>
                      <a:pt x="83" y="129"/>
                      <a:pt x="83" y="129"/>
                    </a:cubicBezTo>
                    <a:cubicBezTo>
                      <a:pt x="129" y="121"/>
                      <a:pt x="155" y="111"/>
                      <a:pt x="169" y="103"/>
                    </a:cubicBezTo>
                    <a:cubicBezTo>
                      <a:pt x="183" y="94"/>
                      <a:pt x="186" y="88"/>
                      <a:pt x="186" y="88"/>
                    </a:cubicBezTo>
                    <a:cubicBezTo>
                      <a:pt x="187" y="86"/>
                      <a:pt x="187" y="86"/>
                      <a:pt x="187" y="86"/>
                    </a:cubicBezTo>
                    <a:cubicBezTo>
                      <a:pt x="185" y="85"/>
                      <a:pt x="185" y="85"/>
                      <a:pt x="185" y="85"/>
                    </a:cubicBezTo>
                    <a:cubicBezTo>
                      <a:pt x="156" y="68"/>
                      <a:pt x="137" y="47"/>
                      <a:pt x="126" y="30"/>
                    </a:cubicBezTo>
                    <a:cubicBezTo>
                      <a:pt x="120" y="22"/>
                      <a:pt x="116" y="15"/>
                      <a:pt x="114" y="10"/>
                    </a:cubicBezTo>
                    <a:cubicBezTo>
                      <a:pt x="113" y="8"/>
                      <a:pt x="112" y="6"/>
                      <a:pt x="111" y="4"/>
                    </a:cubicBezTo>
                    <a:cubicBezTo>
                      <a:pt x="111" y="4"/>
                      <a:pt x="111" y="3"/>
                      <a:pt x="111" y="3"/>
                    </a:cubicBezTo>
                    <a:cubicBezTo>
                      <a:pt x="111" y="2"/>
                      <a:pt x="111" y="2"/>
                      <a:pt x="111" y="2"/>
                    </a:cubicBezTo>
                    <a:cubicBezTo>
                      <a:pt x="110" y="0"/>
                      <a:pt x="110" y="0"/>
                      <a:pt x="110" y="0"/>
                    </a:cubicBezTo>
                    <a:cubicBezTo>
                      <a:pt x="108" y="1"/>
                      <a:pt x="108" y="1"/>
                      <a:pt x="108" y="1"/>
                    </a:cubicBezTo>
                    <a:cubicBezTo>
                      <a:pt x="71" y="14"/>
                      <a:pt x="43" y="18"/>
                      <a:pt x="26" y="18"/>
                    </a:cubicBezTo>
                    <a:cubicBezTo>
                      <a:pt x="18" y="18"/>
                      <a:pt x="13" y="17"/>
                      <a:pt x="9" y="16"/>
                    </a:cubicBezTo>
                    <a:cubicBezTo>
                      <a:pt x="7" y="16"/>
                      <a:pt x="6" y="16"/>
                      <a:pt x="5" y="16"/>
                    </a:cubicBezTo>
                    <a:cubicBezTo>
                      <a:pt x="4" y="16"/>
                      <a:pt x="4" y="15"/>
                      <a:pt x="4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8"/>
                      <a:pt x="1" y="18"/>
                      <a:pt x="1" y="18"/>
                    </a:cubicBezTo>
                    <a:lnTo>
                      <a:pt x="3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7" name="Freeform 34">
                <a:extLst>
                  <a:ext uri="{FF2B5EF4-FFF2-40B4-BE49-F238E27FC236}">
                    <a16:creationId xmlns:a16="http://schemas.microsoft.com/office/drawing/2014/main" id="{72CF8EA7-FA80-42ED-829D-543AE1BA12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3" y="866"/>
                <a:ext cx="321" cy="345"/>
              </a:xfrm>
              <a:custGeom>
                <a:avLst/>
                <a:gdLst>
                  <a:gd name="T0" fmla="*/ 72 w 221"/>
                  <a:gd name="T1" fmla="*/ 14 h 237"/>
                  <a:gd name="T2" fmla="*/ 70 w 221"/>
                  <a:gd name="T3" fmla="*/ 15 h 237"/>
                  <a:gd name="T4" fmla="*/ 75 w 221"/>
                  <a:gd name="T5" fmla="*/ 25 h 237"/>
                  <a:gd name="T6" fmla="*/ 94 w 221"/>
                  <a:gd name="T7" fmla="*/ 10 h 237"/>
                  <a:gd name="T8" fmla="*/ 100 w 221"/>
                  <a:gd name="T9" fmla="*/ 19 h 237"/>
                  <a:gd name="T10" fmla="*/ 117 w 221"/>
                  <a:gd name="T11" fmla="*/ 6 h 237"/>
                  <a:gd name="T12" fmla="*/ 125 w 221"/>
                  <a:gd name="T13" fmla="*/ 18 h 237"/>
                  <a:gd name="T14" fmla="*/ 132 w 221"/>
                  <a:gd name="T15" fmla="*/ 15 h 237"/>
                  <a:gd name="T16" fmla="*/ 139 w 221"/>
                  <a:gd name="T17" fmla="*/ 24 h 237"/>
                  <a:gd name="T18" fmla="*/ 147 w 221"/>
                  <a:gd name="T19" fmla="*/ 19 h 237"/>
                  <a:gd name="T20" fmla="*/ 216 w 221"/>
                  <a:gd name="T21" fmla="*/ 165 h 237"/>
                  <a:gd name="T22" fmla="*/ 218 w 221"/>
                  <a:gd name="T23" fmla="*/ 164 h 237"/>
                  <a:gd name="T24" fmla="*/ 217 w 221"/>
                  <a:gd name="T25" fmla="*/ 163 h 237"/>
                  <a:gd name="T26" fmla="*/ 205 w 221"/>
                  <a:gd name="T27" fmla="*/ 170 h 237"/>
                  <a:gd name="T28" fmla="*/ 111 w 221"/>
                  <a:gd name="T29" fmla="*/ 227 h 237"/>
                  <a:gd name="T30" fmla="*/ 93 w 221"/>
                  <a:gd name="T31" fmla="*/ 233 h 237"/>
                  <a:gd name="T32" fmla="*/ 77 w 221"/>
                  <a:gd name="T33" fmla="*/ 225 h 237"/>
                  <a:gd name="T34" fmla="*/ 67 w 221"/>
                  <a:gd name="T35" fmla="*/ 209 h 237"/>
                  <a:gd name="T36" fmla="*/ 33 w 221"/>
                  <a:gd name="T37" fmla="*/ 143 h 237"/>
                  <a:gd name="T38" fmla="*/ 14 w 221"/>
                  <a:gd name="T39" fmla="*/ 105 h 237"/>
                  <a:gd name="T40" fmla="*/ 7 w 221"/>
                  <a:gd name="T41" fmla="*/ 92 h 237"/>
                  <a:gd name="T42" fmla="*/ 5 w 221"/>
                  <a:gd name="T43" fmla="*/ 88 h 237"/>
                  <a:gd name="T44" fmla="*/ 4 w 221"/>
                  <a:gd name="T45" fmla="*/ 86 h 237"/>
                  <a:gd name="T46" fmla="*/ 4 w 221"/>
                  <a:gd name="T47" fmla="*/ 82 h 237"/>
                  <a:gd name="T48" fmla="*/ 7 w 221"/>
                  <a:gd name="T49" fmla="*/ 74 h 237"/>
                  <a:gd name="T50" fmla="*/ 22 w 221"/>
                  <a:gd name="T51" fmla="*/ 59 h 237"/>
                  <a:gd name="T52" fmla="*/ 73 w 221"/>
                  <a:gd name="T53" fmla="*/ 16 h 237"/>
                  <a:gd name="T54" fmla="*/ 72 w 221"/>
                  <a:gd name="T55" fmla="*/ 14 h 237"/>
                  <a:gd name="T56" fmla="*/ 70 w 221"/>
                  <a:gd name="T57" fmla="*/ 15 h 237"/>
                  <a:gd name="T58" fmla="*/ 72 w 221"/>
                  <a:gd name="T59" fmla="*/ 14 h 237"/>
                  <a:gd name="T60" fmla="*/ 70 w 221"/>
                  <a:gd name="T61" fmla="*/ 13 h 237"/>
                  <a:gd name="T62" fmla="*/ 65 w 221"/>
                  <a:gd name="T63" fmla="*/ 17 h 237"/>
                  <a:gd name="T64" fmla="*/ 20 w 221"/>
                  <a:gd name="T65" fmla="*/ 56 h 237"/>
                  <a:gd name="T66" fmla="*/ 4 w 221"/>
                  <a:gd name="T67" fmla="*/ 72 h 237"/>
                  <a:gd name="T68" fmla="*/ 0 w 221"/>
                  <a:gd name="T69" fmla="*/ 82 h 237"/>
                  <a:gd name="T70" fmla="*/ 1 w 221"/>
                  <a:gd name="T71" fmla="*/ 87 h 237"/>
                  <a:gd name="T72" fmla="*/ 2 w 221"/>
                  <a:gd name="T73" fmla="*/ 90 h 237"/>
                  <a:gd name="T74" fmla="*/ 63 w 221"/>
                  <a:gd name="T75" fmla="*/ 210 h 237"/>
                  <a:gd name="T76" fmla="*/ 74 w 221"/>
                  <a:gd name="T77" fmla="*/ 228 h 237"/>
                  <a:gd name="T78" fmla="*/ 93 w 221"/>
                  <a:gd name="T79" fmla="*/ 237 h 237"/>
                  <a:gd name="T80" fmla="*/ 113 w 221"/>
                  <a:gd name="T81" fmla="*/ 230 h 237"/>
                  <a:gd name="T82" fmla="*/ 219 w 221"/>
                  <a:gd name="T83" fmla="*/ 166 h 237"/>
                  <a:gd name="T84" fmla="*/ 221 w 221"/>
                  <a:gd name="T85" fmla="*/ 165 h 237"/>
                  <a:gd name="T86" fmla="*/ 149 w 221"/>
                  <a:gd name="T87" fmla="*/ 13 h 237"/>
                  <a:gd name="T88" fmla="*/ 140 w 221"/>
                  <a:gd name="T89" fmla="*/ 19 h 237"/>
                  <a:gd name="T90" fmla="*/ 133 w 221"/>
                  <a:gd name="T91" fmla="*/ 10 h 237"/>
                  <a:gd name="T92" fmla="*/ 127 w 221"/>
                  <a:gd name="T93" fmla="*/ 13 h 237"/>
                  <a:gd name="T94" fmla="*/ 118 w 221"/>
                  <a:gd name="T95" fmla="*/ 0 h 237"/>
                  <a:gd name="T96" fmla="*/ 101 w 221"/>
                  <a:gd name="T97" fmla="*/ 13 h 237"/>
                  <a:gd name="T98" fmla="*/ 95 w 221"/>
                  <a:gd name="T99" fmla="*/ 4 h 237"/>
                  <a:gd name="T100" fmla="*/ 76 w 221"/>
                  <a:gd name="T101" fmla="*/ 19 h 237"/>
                  <a:gd name="T102" fmla="*/ 72 w 221"/>
                  <a:gd name="T103" fmla="*/ 11 h 237"/>
                  <a:gd name="T104" fmla="*/ 70 w 221"/>
                  <a:gd name="T105" fmla="*/ 13 h 237"/>
                  <a:gd name="T106" fmla="*/ 72 w 221"/>
                  <a:gd name="T107" fmla="*/ 1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21" h="237">
                    <a:moveTo>
                      <a:pt x="72" y="14"/>
                    </a:moveTo>
                    <a:cubicBezTo>
                      <a:pt x="70" y="15"/>
                      <a:pt x="70" y="15"/>
                      <a:pt x="70" y="15"/>
                    </a:cubicBezTo>
                    <a:cubicBezTo>
                      <a:pt x="75" y="25"/>
                      <a:pt x="75" y="25"/>
                      <a:pt x="75" y="25"/>
                    </a:cubicBezTo>
                    <a:cubicBezTo>
                      <a:pt x="94" y="10"/>
                      <a:pt x="94" y="10"/>
                      <a:pt x="94" y="10"/>
                    </a:cubicBezTo>
                    <a:cubicBezTo>
                      <a:pt x="100" y="19"/>
                      <a:pt x="100" y="19"/>
                      <a:pt x="100" y="19"/>
                    </a:cubicBezTo>
                    <a:cubicBezTo>
                      <a:pt x="117" y="6"/>
                      <a:pt x="117" y="6"/>
                      <a:pt x="117" y="6"/>
                    </a:cubicBezTo>
                    <a:cubicBezTo>
                      <a:pt x="125" y="18"/>
                      <a:pt x="125" y="18"/>
                      <a:pt x="125" y="18"/>
                    </a:cubicBezTo>
                    <a:cubicBezTo>
                      <a:pt x="132" y="15"/>
                      <a:pt x="132" y="15"/>
                      <a:pt x="132" y="15"/>
                    </a:cubicBezTo>
                    <a:cubicBezTo>
                      <a:pt x="139" y="24"/>
                      <a:pt x="139" y="24"/>
                      <a:pt x="139" y="24"/>
                    </a:cubicBezTo>
                    <a:cubicBezTo>
                      <a:pt x="147" y="19"/>
                      <a:pt x="147" y="19"/>
                      <a:pt x="147" y="19"/>
                    </a:cubicBezTo>
                    <a:cubicBezTo>
                      <a:pt x="216" y="165"/>
                      <a:pt x="216" y="165"/>
                      <a:pt x="216" y="165"/>
                    </a:cubicBezTo>
                    <a:cubicBezTo>
                      <a:pt x="218" y="164"/>
                      <a:pt x="218" y="164"/>
                      <a:pt x="218" y="164"/>
                    </a:cubicBezTo>
                    <a:cubicBezTo>
                      <a:pt x="217" y="163"/>
                      <a:pt x="217" y="163"/>
                      <a:pt x="217" y="163"/>
                    </a:cubicBezTo>
                    <a:cubicBezTo>
                      <a:pt x="217" y="163"/>
                      <a:pt x="212" y="166"/>
                      <a:pt x="205" y="170"/>
                    </a:cubicBezTo>
                    <a:cubicBezTo>
                      <a:pt x="181" y="185"/>
                      <a:pt x="132" y="215"/>
                      <a:pt x="111" y="227"/>
                    </a:cubicBezTo>
                    <a:cubicBezTo>
                      <a:pt x="104" y="231"/>
                      <a:pt x="98" y="233"/>
                      <a:pt x="93" y="233"/>
                    </a:cubicBezTo>
                    <a:cubicBezTo>
                      <a:pt x="86" y="233"/>
                      <a:pt x="81" y="230"/>
                      <a:pt x="77" y="225"/>
                    </a:cubicBezTo>
                    <a:cubicBezTo>
                      <a:pt x="73" y="220"/>
                      <a:pt x="70" y="214"/>
                      <a:pt x="67" y="209"/>
                    </a:cubicBezTo>
                    <a:cubicBezTo>
                      <a:pt x="63" y="201"/>
                      <a:pt x="48" y="171"/>
                      <a:pt x="33" y="143"/>
                    </a:cubicBezTo>
                    <a:cubicBezTo>
                      <a:pt x="26" y="129"/>
                      <a:pt x="19" y="116"/>
                      <a:pt x="14" y="105"/>
                    </a:cubicBezTo>
                    <a:cubicBezTo>
                      <a:pt x="11" y="100"/>
                      <a:pt x="9" y="95"/>
                      <a:pt x="7" y="92"/>
                    </a:cubicBezTo>
                    <a:cubicBezTo>
                      <a:pt x="7" y="90"/>
                      <a:pt x="6" y="89"/>
                      <a:pt x="5" y="88"/>
                    </a:cubicBezTo>
                    <a:cubicBezTo>
                      <a:pt x="5" y="87"/>
                      <a:pt x="5" y="86"/>
                      <a:pt x="4" y="86"/>
                    </a:cubicBezTo>
                    <a:cubicBezTo>
                      <a:pt x="4" y="85"/>
                      <a:pt x="4" y="83"/>
                      <a:pt x="4" y="82"/>
                    </a:cubicBezTo>
                    <a:cubicBezTo>
                      <a:pt x="4" y="80"/>
                      <a:pt x="4" y="78"/>
                      <a:pt x="7" y="74"/>
                    </a:cubicBezTo>
                    <a:cubicBezTo>
                      <a:pt x="10" y="71"/>
                      <a:pt x="15" y="66"/>
                      <a:pt x="22" y="59"/>
                    </a:cubicBezTo>
                    <a:cubicBezTo>
                      <a:pt x="44" y="41"/>
                      <a:pt x="73" y="16"/>
                      <a:pt x="73" y="16"/>
                    </a:cubicBezTo>
                    <a:cubicBezTo>
                      <a:pt x="72" y="14"/>
                      <a:pt x="72" y="14"/>
                      <a:pt x="72" y="14"/>
                    </a:cubicBezTo>
                    <a:cubicBezTo>
                      <a:pt x="70" y="15"/>
                      <a:pt x="70" y="15"/>
                      <a:pt x="70" y="15"/>
                    </a:cubicBezTo>
                    <a:cubicBezTo>
                      <a:pt x="72" y="14"/>
                      <a:pt x="72" y="14"/>
                      <a:pt x="72" y="14"/>
                    </a:cubicBezTo>
                    <a:cubicBezTo>
                      <a:pt x="70" y="13"/>
                      <a:pt x="70" y="13"/>
                      <a:pt x="70" y="13"/>
                    </a:cubicBezTo>
                    <a:cubicBezTo>
                      <a:pt x="70" y="13"/>
                      <a:pt x="68" y="14"/>
                      <a:pt x="65" y="17"/>
                    </a:cubicBezTo>
                    <a:cubicBezTo>
                      <a:pt x="56" y="25"/>
                      <a:pt x="36" y="42"/>
                      <a:pt x="20" y="56"/>
                    </a:cubicBezTo>
                    <a:cubicBezTo>
                      <a:pt x="12" y="63"/>
                      <a:pt x="7" y="68"/>
                      <a:pt x="4" y="72"/>
                    </a:cubicBezTo>
                    <a:cubicBezTo>
                      <a:pt x="1" y="76"/>
                      <a:pt x="0" y="79"/>
                      <a:pt x="0" y="82"/>
                    </a:cubicBezTo>
                    <a:cubicBezTo>
                      <a:pt x="0" y="84"/>
                      <a:pt x="0" y="86"/>
                      <a:pt x="1" y="87"/>
                    </a:cubicBezTo>
                    <a:cubicBezTo>
                      <a:pt x="1" y="88"/>
                      <a:pt x="1" y="89"/>
                      <a:pt x="2" y="90"/>
                    </a:cubicBezTo>
                    <a:cubicBezTo>
                      <a:pt x="9" y="105"/>
                      <a:pt x="56" y="196"/>
                      <a:pt x="63" y="210"/>
                    </a:cubicBezTo>
                    <a:cubicBezTo>
                      <a:pt x="66" y="216"/>
                      <a:pt x="69" y="223"/>
                      <a:pt x="74" y="228"/>
                    </a:cubicBezTo>
                    <a:cubicBezTo>
                      <a:pt x="79" y="233"/>
                      <a:pt x="85" y="237"/>
                      <a:pt x="93" y="237"/>
                    </a:cubicBezTo>
                    <a:cubicBezTo>
                      <a:pt x="99" y="237"/>
                      <a:pt x="105" y="235"/>
                      <a:pt x="113" y="230"/>
                    </a:cubicBezTo>
                    <a:cubicBezTo>
                      <a:pt x="142" y="214"/>
                      <a:pt x="219" y="166"/>
                      <a:pt x="219" y="166"/>
                    </a:cubicBezTo>
                    <a:cubicBezTo>
                      <a:pt x="221" y="165"/>
                      <a:pt x="221" y="165"/>
                      <a:pt x="221" y="165"/>
                    </a:cubicBezTo>
                    <a:cubicBezTo>
                      <a:pt x="149" y="13"/>
                      <a:pt x="149" y="13"/>
                      <a:pt x="149" y="13"/>
                    </a:cubicBezTo>
                    <a:cubicBezTo>
                      <a:pt x="140" y="19"/>
                      <a:pt x="140" y="19"/>
                      <a:pt x="140" y="19"/>
                    </a:cubicBezTo>
                    <a:cubicBezTo>
                      <a:pt x="133" y="10"/>
                      <a:pt x="133" y="10"/>
                      <a:pt x="133" y="10"/>
                    </a:cubicBezTo>
                    <a:cubicBezTo>
                      <a:pt x="127" y="13"/>
                      <a:pt x="127" y="13"/>
                      <a:pt x="127" y="13"/>
                    </a:cubicBezTo>
                    <a:cubicBezTo>
                      <a:pt x="118" y="0"/>
                      <a:pt x="118" y="0"/>
                      <a:pt x="118" y="0"/>
                    </a:cubicBezTo>
                    <a:cubicBezTo>
                      <a:pt x="101" y="13"/>
                      <a:pt x="101" y="13"/>
                      <a:pt x="101" y="13"/>
                    </a:cubicBezTo>
                    <a:cubicBezTo>
                      <a:pt x="95" y="4"/>
                      <a:pt x="95" y="4"/>
                      <a:pt x="95" y="4"/>
                    </a:cubicBezTo>
                    <a:cubicBezTo>
                      <a:pt x="76" y="19"/>
                      <a:pt x="76" y="19"/>
                      <a:pt x="76" y="19"/>
                    </a:cubicBezTo>
                    <a:cubicBezTo>
                      <a:pt x="72" y="11"/>
                      <a:pt x="72" y="11"/>
                      <a:pt x="72" y="11"/>
                    </a:cubicBezTo>
                    <a:cubicBezTo>
                      <a:pt x="70" y="13"/>
                      <a:pt x="70" y="13"/>
                      <a:pt x="70" y="13"/>
                    </a:cubicBezTo>
                    <a:lnTo>
                      <a:pt x="72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8" name="Freeform 35">
                <a:extLst>
                  <a:ext uri="{FF2B5EF4-FFF2-40B4-BE49-F238E27FC236}">
                    <a16:creationId xmlns:a16="http://schemas.microsoft.com/office/drawing/2014/main" id="{C95EF568-9954-42F8-AD23-7457C92035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9" y="895"/>
                <a:ext cx="198" cy="98"/>
              </a:xfrm>
              <a:custGeom>
                <a:avLst/>
                <a:gdLst>
                  <a:gd name="T0" fmla="*/ 5 w 136"/>
                  <a:gd name="T1" fmla="*/ 46 h 67"/>
                  <a:gd name="T2" fmla="*/ 0 w 136"/>
                  <a:gd name="T3" fmla="*/ 58 h 67"/>
                  <a:gd name="T4" fmla="*/ 3 w 136"/>
                  <a:gd name="T5" fmla="*/ 65 h 67"/>
                  <a:gd name="T6" fmla="*/ 11 w 136"/>
                  <a:gd name="T7" fmla="*/ 67 h 67"/>
                  <a:gd name="T8" fmla="*/ 28 w 136"/>
                  <a:gd name="T9" fmla="*/ 62 h 67"/>
                  <a:gd name="T10" fmla="*/ 136 w 136"/>
                  <a:gd name="T11" fmla="*/ 3 h 67"/>
                  <a:gd name="T12" fmla="*/ 134 w 136"/>
                  <a:gd name="T13" fmla="*/ 0 h 67"/>
                  <a:gd name="T14" fmla="*/ 121 w 136"/>
                  <a:gd name="T15" fmla="*/ 7 h 67"/>
                  <a:gd name="T16" fmla="*/ 26 w 136"/>
                  <a:gd name="T17" fmla="*/ 58 h 67"/>
                  <a:gd name="T18" fmla="*/ 11 w 136"/>
                  <a:gd name="T19" fmla="*/ 63 h 67"/>
                  <a:gd name="T20" fmla="*/ 6 w 136"/>
                  <a:gd name="T21" fmla="*/ 62 h 67"/>
                  <a:gd name="T22" fmla="*/ 4 w 136"/>
                  <a:gd name="T23" fmla="*/ 58 h 67"/>
                  <a:gd name="T24" fmla="*/ 8 w 136"/>
                  <a:gd name="T25" fmla="*/ 48 h 67"/>
                  <a:gd name="T26" fmla="*/ 5 w 136"/>
                  <a:gd name="T27" fmla="*/ 46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6" h="67">
                    <a:moveTo>
                      <a:pt x="5" y="46"/>
                    </a:moveTo>
                    <a:cubicBezTo>
                      <a:pt x="2" y="50"/>
                      <a:pt x="0" y="54"/>
                      <a:pt x="0" y="58"/>
                    </a:cubicBezTo>
                    <a:cubicBezTo>
                      <a:pt x="0" y="60"/>
                      <a:pt x="1" y="63"/>
                      <a:pt x="3" y="65"/>
                    </a:cubicBezTo>
                    <a:cubicBezTo>
                      <a:pt x="5" y="66"/>
                      <a:pt x="7" y="67"/>
                      <a:pt x="11" y="67"/>
                    </a:cubicBezTo>
                    <a:cubicBezTo>
                      <a:pt x="15" y="67"/>
                      <a:pt x="21" y="66"/>
                      <a:pt x="28" y="62"/>
                    </a:cubicBezTo>
                    <a:cubicBezTo>
                      <a:pt x="54" y="49"/>
                      <a:pt x="136" y="3"/>
                      <a:pt x="136" y="3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134" y="0"/>
                      <a:pt x="129" y="3"/>
                      <a:pt x="121" y="7"/>
                    </a:cubicBezTo>
                    <a:cubicBezTo>
                      <a:pt x="97" y="21"/>
                      <a:pt x="45" y="49"/>
                      <a:pt x="26" y="58"/>
                    </a:cubicBezTo>
                    <a:cubicBezTo>
                      <a:pt x="19" y="62"/>
                      <a:pt x="14" y="63"/>
                      <a:pt x="11" y="63"/>
                    </a:cubicBezTo>
                    <a:cubicBezTo>
                      <a:pt x="8" y="63"/>
                      <a:pt x="7" y="62"/>
                      <a:pt x="6" y="62"/>
                    </a:cubicBezTo>
                    <a:cubicBezTo>
                      <a:pt x="5" y="61"/>
                      <a:pt x="4" y="60"/>
                      <a:pt x="4" y="58"/>
                    </a:cubicBezTo>
                    <a:cubicBezTo>
                      <a:pt x="4" y="55"/>
                      <a:pt x="6" y="52"/>
                      <a:pt x="8" y="48"/>
                    </a:cubicBezTo>
                    <a:cubicBezTo>
                      <a:pt x="5" y="46"/>
                      <a:pt x="5" y="46"/>
                      <a:pt x="5" y="46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9" name="Freeform 36">
                <a:extLst>
                  <a:ext uri="{FF2B5EF4-FFF2-40B4-BE49-F238E27FC236}">
                    <a16:creationId xmlns:a16="http://schemas.microsoft.com/office/drawing/2014/main" id="{24B33033-9DD7-4BB0-B336-C0E867C0F1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1" y="886"/>
                <a:ext cx="127" cy="91"/>
              </a:xfrm>
              <a:custGeom>
                <a:avLst/>
                <a:gdLst>
                  <a:gd name="T0" fmla="*/ 124 w 127"/>
                  <a:gd name="T1" fmla="*/ 0 h 91"/>
                  <a:gd name="T2" fmla="*/ 0 w 127"/>
                  <a:gd name="T3" fmla="*/ 86 h 91"/>
                  <a:gd name="T4" fmla="*/ 4 w 127"/>
                  <a:gd name="T5" fmla="*/ 91 h 91"/>
                  <a:gd name="T6" fmla="*/ 127 w 127"/>
                  <a:gd name="T7" fmla="*/ 5 h 91"/>
                  <a:gd name="T8" fmla="*/ 124 w 127"/>
                  <a:gd name="T9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7" h="91">
                    <a:moveTo>
                      <a:pt x="124" y="0"/>
                    </a:moveTo>
                    <a:lnTo>
                      <a:pt x="0" y="86"/>
                    </a:lnTo>
                    <a:lnTo>
                      <a:pt x="4" y="91"/>
                    </a:lnTo>
                    <a:lnTo>
                      <a:pt x="127" y="5"/>
                    </a:lnTo>
                    <a:lnTo>
                      <a:pt x="12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0" name="Freeform 37">
                <a:extLst>
                  <a:ext uri="{FF2B5EF4-FFF2-40B4-BE49-F238E27FC236}">
                    <a16:creationId xmlns:a16="http://schemas.microsoft.com/office/drawing/2014/main" id="{AFC94480-3A10-44DC-A712-F4FB4AD928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1" y="886"/>
                <a:ext cx="127" cy="91"/>
              </a:xfrm>
              <a:custGeom>
                <a:avLst/>
                <a:gdLst>
                  <a:gd name="T0" fmla="*/ 124 w 127"/>
                  <a:gd name="T1" fmla="*/ 0 h 91"/>
                  <a:gd name="T2" fmla="*/ 0 w 127"/>
                  <a:gd name="T3" fmla="*/ 86 h 91"/>
                  <a:gd name="T4" fmla="*/ 4 w 127"/>
                  <a:gd name="T5" fmla="*/ 91 h 91"/>
                  <a:gd name="T6" fmla="*/ 127 w 127"/>
                  <a:gd name="T7" fmla="*/ 5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7" h="91">
                    <a:moveTo>
                      <a:pt x="124" y="0"/>
                    </a:moveTo>
                    <a:lnTo>
                      <a:pt x="0" y="86"/>
                    </a:lnTo>
                    <a:lnTo>
                      <a:pt x="4" y="91"/>
                    </a:lnTo>
                    <a:lnTo>
                      <a:pt x="127" y="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1" name="Freeform 38">
                <a:extLst>
                  <a:ext uri="{FF2B5EF4-FFF2-40B4-BE49-F238E27FC236}">
                    <a16:creationId xmlns:a16="http://schemas.microsoft.com/office/drawing/2014/main" id="{69A67D06-E137-4FD1-90FA-F21C790E94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3" y="888"/>
                <a:ext cx="118" cy="102"/>
              </a:xfrm>
              <a:custGeom>
                <a:avLst/>
                <a:gdLst>
                  <a:gd name="T0" fmla="*/ 114 w 118"/>
                  <a:gd name="T1" fmla="*/ 0 h 102"/>
                  <a:gd name="T2" fmla="*/ 0 w 118"/>
                  <a:gd name="T3" fmla="*/ 97 h 102"/>
                  <a:gd name="T4" fmla="*/ 5 w 118"/>
                  <a:gd name="T5" fmla="*/ 102 h 102"/>
                  <a:gd name="T6" fmla="*/ 118 w 118"/>
                  <a:gd name="T7" fmla="*/ 4 h 102"/>
                  <a:gd name="T8" fmla="*/ 114 w 118"/>
                  <a:gd name="T9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8" h="102">
                    <a:moveTo>
                      <a:pt x="114" y="0"/>
                    </a:moveTo>
                    <a:lnTo>
                      <a:pt x="0" y="97"/>
                    </a:lnTo>
                    <a:lnTo>
                      <a:pt x="5" y="102"/>
                    </a:lnTo>
                    <a:lnTo>
                      <a:pt x="118" y="4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2" name="Freeform 39">
                <a:extLst>
                  <a:ext uri="{FF2B5EF4-FFF2-40B4-BE49-F238E27FC236}">
                    <a16:creationId xmlns:a16="http://schemas.microsoft.com/office/drawing/2014/main" id="{47C0CC34-ABC4-4AD5-8F54-296CD7DD53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3" y="888"/>
                <a:ext cx="118" cy="102"/>
              </a:xfrm>
              <a:custGeom>
                <a:avLst/>
                <a:gdLst>
                  <a:gd name="T0" fmla="*/ 114 w 118"/>
                  <a:gd name="T1" fmla="*/ 0 h 102"/>
                  <a:gd name="T2" fmla="*/ 0 w 118"/>
                  <a:gd name="T3" fmla="*/ 97 h 102"/>
                  <a:gd name="T4" fmla="*/ 5 w 118"/>
                  <a:gd name="T5" fmla="*/ 102 h 102"/>
                  <a:gd name="T6" fmla="*/ 118 w 118"/>
                  <a:gd name="T7" fmla="*/ 4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8" h="102">
                    <a:moveTo>
                      <a:pt x="114" y="0"/>
                    </a:moveTo>
                    <a:lnTo>
                      <a:pt x="0" y="97"/>
                    </a:lnTo>
                    <a:lnTo>
                      <a:pt x="5" y="102"/>
                    </a:lnTo>
                    <a:lnTo>
                      <a:pt x="118" y="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3" name="Freeform 40">
                <a:extLst>
                  <a:ext uri="{FF2B5EF4-FFF2-40B4-BE49-F238E27FC236}">
                    <a16:creationId xmlns:a16="http://schemas.microsoft.com/office/drawing/2014/main" id="{F48D327D-5B50-4711-B752-FF34C6A65E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5" y="895"/>
                <a:ext cx="90" cy="82"/>
              </a:xfrm>
              <a:custGeom>
                <a:avLst/>
                <a:gdLst>
                  <a:gd name="T0" fmla="*/ 87 w 90"/>
                  <a:gd name="T1" fmla="*/ 0 h 82"/>
                  <a:gd name="T2" fmla="*/ 0 w 90"/>
                  <a:gd name="T3" fmla="*/ 77 h 82"/>
                  <a:gd name="T4" fmla="*/ 4 w 90"/>
                  <a:gd name="T5" fmla="*/ 82 h 82"/>
                  <a:gd name="T6" fmla="*/ 90 w 90"/>
                  <a:gd name="T7" fmla="*/ 5 h 82"/>
                  <a:gd name="T8" fmla="*/ 87 w 90"/>
                  <a:gd name="T9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0" h="82">
                    <a:moveTo>
                      <a:pt x="87" y="0"/>
                    </a:moveTo>
                    <a:lnTo>
                      <a:pt x="0" y="77"/>
                    </a:lnTo>
                    <a:lnTo>
                      <a:pt x="4" y="82"/>
                    </a:lnTo>
                    <a:lnTo>
                      <a:pt x="90" y="5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4" name="Freeform 41">
                <a:extLst>
                  <a:ext uri="{FF2B5EF4-FFF2-40B4-BE49-F238E27FC236}">
                    <a16:creationId xmlns:a16="http://schemas.microsoft.com/office/drawing/2014/main" id="{40D49AD9-A577-4AD3-944F-31B75EE382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5" y="895"/>
                <a:ext cx="90" cy="82"/>
              </a:xfrm>
              <a:custGeom>
                <a:avLst/>
                <a:gdLst>
                  <a:gd name="T0" fmla="*/ 87 w 90"/>
                  <a:gd name="T1" fmla="*/ 0 h 82"/>
                  <a:gd name="T2" fmla="*/ 0 w 90"/>
                  <a:gd name="T3" fmla="*/ 77 h 82"/>
                  <a:gd name="T4" fmla="*/ 4 w 90"/>
                  <a:gd name="T5" fmla="*/ 82 h 82"/>
                  <a:gd name="T6" fmla="*/ 90 w 90"/>
                  <a:gd name="T7" fmla="*/ 5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0" h="82">
                    <a:moveTo>
                      <a:pt x="87" y="0"/>
                    </a:moveTo>
                    <a:lnTo>
                      <a:pt x="0" y="77"/>
                    </a:lnTo>
                    <a:lnTo>
                      <a:pt x="4" y="82"/>
                    </a:lnTo>
                    <a:lnTo>
                      <a:pt x="90" y="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5" name="Freeform 42">
                <a:extLst>
                  <a:ext uri="{FF2B5EF4-FFF2-40B4-BE49-F238E27FC236}">
                    <a16:creationId xmlns:a16="http://schemas.microsoft.com/office/drawing/2014/main" id="{FFF527A0-1FF3-40E0-9098-963C1630E3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6" y="509"/>
                <a:ext cx="1775" cy="1834"/>
              </a:xfrm>
              <a:custGeom>
                <a:avLst/>
                <a:gdLst>
                  <a:gd name="T0" fmla="*/ 1216 w 1219"/>
                  <a:gd name="T1" fmla="*/ 907 h 1260"/>
                  <a:gd name="T2" fmla="*/ 1122 w 1219"/>
                  <a:gd name="T3" fmla="*/ 808 h 1260"/>
                  <a:gd name="T4" fmla="*/ 350 w 1219"/>
                  <a:gd name="T5" fmla="*/ 717 h 1260"/>
                  <a:gd name="T6" fmla="*/ 172 w 1219"/>
                  <a:gd name="T7" fmla="*/ 615 h 1260"/>
                  <a:gd name="T8" fmla="*/ 545 w 1219"/>
                  <a:gd name="T9" fmla="*/ 560 h 1260"/>
                  <a:gd name="T10" fmla="*/ 1014 w 1219"/>
                  <a:gd name="T11" fmla="*/ 335 h 1260"/>
                  <a:gd name="T12" fmla="*/ 1004 w 1219"/>
                  <a:gd name="T13" fmla="*/ 81 h 1260"/>
                  <a:gd name="T14" fmla="*/ 1003 w 1219"/>
                  <a:gd name="T15" fmla="*/ 78 h 1260"/>
                  <a:gd name="T16" fmla="*/ 1002 w 1219"/>
                  <a:gd name="T17" fmla="*/ 78 h 1260"/>
                  <a:gd name="T18" fmla="*/ 1002 w 1219"/>
                  <a:gd name="T19" fmla="*/ 78 h 1260"/>
                  <a:gd name="T20" fmla="*/ 765 w 1219"/>
                  <a:gd name="T21" fmla="*/ 0 h 1260"/>
                  <a:gd name="T22" fmla="*/ 737 w 1219"/>
                  <a:gd name="T23" fmla="*/ 138 h 1260"/>
                  <a:gd name="T24" fmla="*/ 980 w 1219"/>
                  <a:gd name="T25" fmla="*/ 207 h 1260"/>
                  <a:gd name="T26" fmla="*/ 980 w 1219"/>
                  <a:gd name="T27" fmla="*/ 207 h 1260"/>
                  <a:gd name="T28" fmla="*/ 980 w 1219"/>
                  <a:gd name="T29" fmla="*/ 209 h 1260"/>
                  <a:gd name="T30" fmla="*/ 980 w 1219"/>
                  <a:gd name="T31" fmla="*/ 210 h 1260"/>
                  <a:gd name="T32" fmla="*/ 980 w 1219"/>
                  <a:gd name="T33" fmla="*/ 207 h 1260"/>
                  <a:gd name="T34" fmla="*/ 955 w 1219"/>
                  <a:gd name="T35" fmla="*/ 234 h 1260"/>
                  <a:gd name="T36" fmla="*/ 516 w 1219"/>
                  <a:gd name="T37" fmla="*/ 439 h 1260"/>
                  <a:gd name="T38" fmla="*/ 441 w 1219"/>
                  <a:gd name="T39" fmla="*/ 450 h 1260"/>
                  <a:gd name="T40" fmla="*/ 296 w 1219"/>
                  <a:gd name="T41" fmla="*/ 468 h 1260"/>
                  <a:gd name="T42" fmla="*/ 32 w 1219"/>
                  <a:gd name="T43" fmla="*/ 703 h 1260"/>
                  <a:gd name="T44" fmla="*/ 39 w 1219"/>
                  <a:gd name="T45" fmla="*/ 722 h 1260"/>
                  <a:gd name="T46" fmla="*/ 39 w 1219"/>
                  <a:gd name="T47" fmla="*/ 722 h 1260"/>
                  <a:gd name="T48" fmla="*/ 200 w 1219"/>
                  <a:gd name="T49" fmla="*/ 841 h 1260"/>
                  <a:gd name="T50" fmla="*/ 1111 w 1219"/>
                  <a:gd name="T51" fmla="*/ 1008 h 1260"/>
                  <a:gd name="T52" fmla="*/ 1112 w 1219"/>
                  <a:gd name="T53" fmla="*/ 1018 h 1260"/>
                  <a:gd name="T54" fmla="*/ 1119 w 1219"/>
                  <a:gd name="T55" fmla="*/ 1014 h 1260"/>
                  <a:gd name="T56" fmla="*/ 1112 w 1219"/>
                  <a:gd name="T57" fmla="*/ 1022 h 1260"/>
                  <a:gd name="T58" fmla="*/ 1112 w 1219"/>
                  <a:gd name="T59" fmla="*/ 1018 h 1260"/>
                  <a:gd name="T60" fmla="*/ 1046 w 1219"/>
                  <a:gd name="T61" fmla="*/ 1052 h 1260"/>
                  <a:gd name="T62" fmla="*/ 557 w 1219"/>
                  <a:gd name="T63" fmla="*/ 1189 h 1260"/>
                  <a:gd name="T64" fmla="*/ 739 w 1219"/>
                  <a:gd name="T65" fmla="*/ 1260 h 1260"/>
                  <a:gd name="T66" fmla="*/ 938 w 1219"/>
                  <a:gd name="T67" fmla="*/ 1213 h 1260"/>
                  <a:gd name="T68" fmla="*/ 938 w 1219"/>
                  <a:gd name="T69" fmla="*/ 1213 h 1260"/>
                  <a:gd name="T70" fmla="*/ 1217 w 1219"/>
                  <a:gd name="T71" fmla="*/ 905 h 1260"/>
                  <a:gd name="T72" fmla="*/ 1216 w 1219"/>
                  <a:gd name="T73" fmla="*/ 907 h 1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19" h="1260">
                    <a:moveTo>
                      <a:pt x="1216" y="907"/>
                    </a:moveTo>
                    <a:cubicBezTo>
                      <a:pt x="1215" y="874"/>
                      <a:pt x="1183" y="842"/>
                      <a:pt x="1122" y="808"/>
                    </a:cubicBezTo>
                    <a:cubicBezTo>
                      <a:pt x="981" y="726"/>
                      <a:pt x="592" y="723"/>
                      <a:pt x="350" y="717"/>
                    </a:cubicBezTo>
                    <a:cubicBezTo>
                      <a:pt x="127" y="712"/>
                      <a:pt x="108" y="635"/>
                      <a:pt x="172" y="615"/>
                    </a:cubicBezTo>
                    <a:cubicBezTo>
                      <a:pt x="275" y="591"/>
                      <a:pt x="418" y="578"/>
                      <a:pt x="545" y="560"/>
                    </a:cubicBezTo>
                    <a:cubicBezTo>
                      <a:pt x="796" y="526"/>
                      <a:pt x="955" y="452"/>
                      <a:pt x="1014" y="335"/>
                    </a:cubicBezTo>
                    <a:cubicBezTo>
                      <a:pt x="1072" y="220"/>
                      <a:pt x="1039" y="132"/>
                      <a:pt x="1004" y="81"/>
                    </a:cubicBezTo>
                    <a:cubicBezTo>
                      <a:pt x="1004" y="80"/>
                      <a:pt x="1003" y="79"/>
                      <a:pt x="1003" y="78"/>
                    </a:cubicBezTo>
                    <a:cubicBezTo>
                      <a:pt x="1002" y="78"/>
                      <a:pt x="1002" y="78"/>
                      <a:pt x="1002" y="78"/>
                    </a:cubicBezTo>
                    <a:cubicBezTo>
                      <a:pt x="1002" y="78"/>
                      <a:pt x="1002" y="78"/>
                      <a:pt x="1002" y="78"/>
                    </a:cubicBezTo>
                    <a:cubicBezTo>
                      <a:pt x="966" y="27"/>
                      <a:pt x="867" y="1"/>
                      <a:pt x="765" y="0"/>
                    </a:cubicBezTo>
                    <a:cubicBezTo>
                      <a:pt x="737" y="138"/>
                      <a:pt x="737" y="138"/>
                      <a:pt x="737" y="138"/>
                    </a:cubicBezTo>
                    <a:cubicBezTo>
                      <a:pt x="869" y="138"/>
                      <a:pt x="972" y="138"/>
                      <a:pt x="980" y="207"/>
                    </a:cubicBezTo>
                    <a:cubicBezTo>
                      <a:pt x="980" y="207"/>
                      <a:pt x="980" y="207"/>
                      <a:pt x="980" y="207"/>
                    </a:cubicBezTo>
                    <a:cubicBezTo>
                      <a:pt x="980" y="208"/>
                      <a:pt x="980" y="209"/>
                      <a:pt x="980" y="209"/>
                    </a:cubicBezTo>
                    <a:cubicBezTo>
                      <a:pt x="980" y="210"/>
                      <a:pt x="980" y="210"/>
                      <a:pt x="980" y="210"/>
                    </a:cubicBezTo>
                    <a:cubicBezTo>
                      <a:pt x="980" y="209"/>
                      <a:pt x="980" y="208"/>
                      <a:pt x="980" y="207"/>
                    </a:cubicBezTo>
                    <a:cubicBezTo>
                      <a:pt x="972" y="216"/>
                      <a:pt x="964" y="225"/>
                      <a:pt x="955" y="234"/>
                    </a:cubicBezTo>
                    <a:cubicBezTo>
                      <a:pt x="833" y="353"/>
                      <a:pt x="736" y="406"/>
                      <a:pt x="516" y="439"/>
                    </a:cubicBezTo>
                    <a:cubicBezTo>
                      <a:pt x="441" y="450"/>
                      <a:pt x="441" y="450"/>
                      <a:pt x="441" y="450"/>
                    </a:cubicBezTo>
                    <a:cubicBezTo>
                      <a:pt x="397" y="455"/>
                      <a:pt x="350" y="464"/>
                      <a:pt x="296" y="468"/>
                    </a:cubicBezTo>
                    <a:cubicBezTo>
                      <a:pt x="89" y="482"/>
                      <a:pt x="0" y="603"/>
                      <a:pt x="32" y="703"/>
                    </a:cubicBezTo>
                    <a:cubicBezTo>
                      <a:pt x="33" y="709"/>
                      <a:pt x="35" y="715"/>
                      <a:pt x="39" y="722"/>
                    </a:cubicBezTo>
                    <a:cubicBezTo>
                      <a:pt x="39" y="722"/>
                      <a:pt x="39" y="722"/>
                      <a:pt x="39" y="722"/>
                    </a:cubicBezTo>
                    <a:cubicBezTo>
                      <a:pt x="66" y="779"/>
                      <a:pt x="124" y="827"/>
                      <a:pt x="200" y="841"/>
                    </a:cubicBezTo>
                    <a:cubicBezTo>
                      <a:pt x="413" y="877"/>
                      <a:pt x="1088" y="792"/>
                      <a:pt x="1111" y="1008"/>
                    </a:cubicBezTo>
                    <a:cubicBezTo>
                      <a:pt x="1111" y="1011"/>
                      <a:pt x="1111" y="1015"/>
                      <a:pt x="1112" y="1018"/>
                    </a:cubicBezTo>
                    <a:cubicBezTo>
                      <a:pt x="1114" y="1017"/>
                      <a:pt x="1117" y="1016"/>
                      <a:pt x="1119" y="1014"/>
                    </a:cubicBezTo>
                    <a:cubicBezTo>
                      <a:pt x="1112" y="1022"/>
                      <a:pt x="1112" y="1022"/>
                      <a:pt x="1112" y="1022"/>
                    </a:cubicBezTo>
                    <a:cubicBezTo>
                      <a:pt x="1112" y="1021"/>
                      <a:pt x="1112" y="1020"/>
                      <a:pt x="1112" y="1018"/>
                    </a:cubicBezTo>
                    <a:cubicBezTo>
                      <a:pt x="1092" y="1029"/>
                      <a:pt x="1071" y="1041"/>
                      <a:pt x="1046" y="1052"/>
                    </a:cubicBezTo>
                    <a:cubicBezTo>
                      <a:pt x="840" y="1151"/>
                      <a:pt x="557" y="1189"/>
                      <a:pt x="557" y="1189"/>
                    </a:cubicBezTo>
                    <a:cubicBezTo>
                      <a:pt x="739" y="1260"/>
                      <a:pt x="739" y="1260"/>
                      <a:pt x="739" y="1260"/>
                    </a:cubicBezTo>
                    <a:cubicBezTo>
                      <a:pt x="739" y="1260"/>
                      <a:pt x="841" y="1251"/>
                      <a:pt x="938" y="1213"/>
                    </a:cubicBezTo>
                    <a:cubicBezTo>
                      <a:pt x="938" y="1213"/>
                      <a:pt x="938" y="1213"/>
                      <a:pt x="938" y="1213"/>
                    </a:cubicBezTo>
                    <a:cubicBezTo>
                      <a:pt x="1138" y="1151"/>
                      <a:pt x="1219" y="960"/>
                      <a:pt x="1217" y="905"/>
                    </a:cubicBezTo>
                    <a:cubicBezTo>
                      <a:pt x="1216" y="907"/>
                      <a:pt x="1216" y="907"/>
                      <a:pt x="1216" y="90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6" name="Freeform 43">
                <a:extLst>
                  <a:ext uri="{FF2B5EF4-FFF2-40B4-BE49-F238E27FC236}">
                    <a16:creationId xmlns:a16="http://schemas.microsoft.com/office/drawing/2014/main" id="{3390FB75-924B-4A08-8C48-935E7B5C6C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502"/>
                <a:ext cx="1588" cy="1840"/>
              </a:xfrm>
              <a:custGeom>
                <a:avLst/>
                <a:gdLst>
                  <a:gd name="T0" fmla="*/ 742 w 1091"/>
                  <a:gd name="T1" fmla="*/ 4 h 1264"/>
                  <a:gd name="T2" fmla="*/ 916 w 1091"/>
                  <a:gd name="T3" fmla="*/ 36 h 1264"/>
                  <a:gd name="T4" fmla="*/ 971 w 1091"/>
                  <a:gd name="T5" fmla="*/ 73 h 1264"/>
                  <a:gd name="T6" fmla="*/ 992 w 1091"/>
                  <a:gd name="T7" fmla="*/ 125 h 1264"/>
                  <a:gd name="T8" fmla="*/ 931 w 1091"/>
                  <a:gd name="T9" fmla="*/ 235 h 1264"/>
                  <a:gd name="T10" fmla="*/ 690 w 1091"/>
                  <a:gd name="T11" fmla="*/ 392 h 1264"/>
                  <a:gd name="T12" fmla="*/ 273 w 1091"/>
                  <a:gd name="T13" fmla="*/ 468 h 1264"/>
                  <a:gd name="T14" fmla="*/ 63 w 1091"/>
                  <a:gd name="T15" fmla="*/ 541 h 1264"/>
                  <a:gd name="T16" fmla="*/ 0 w 1091"/>
                  <a:gd name="T17" fmla="*/ 663 h 1264"/>
                  <a:gd name="T18" fmla="*/ 177 w 1091"/>
                  <a:gd name="T19" fmla="*/ 845 h 1264"/>
                  <a:gd name="T20" fmla="*/ 406 w 1091"/>
                  <a:gd name="T21" fmla="*/ 856 h 1264"/>
                  <a:gd name="T22" fmla="*/ 845 w 1091"/>
                  <a:gd name="T23" fmla="*/ 874 h 1264"/>
                  <a:gd name="T24" fmla="*/ 1012 w 1091"/>
                  <a:gd name="T25" fmla="*/ 919 h 1264"/>
                  <a:gd name="T26" fmla="*/ 1063 w 1091"/>
                  <a:gd name="T27" fmla="*/ 958 h 1264"/>
                  <a:gd name="T28" fmla="*/ 1086 w 1091"/>
                  <a:gd name="T29" fmla="*/ 1010 h 1264"/>
                  <a:gd name="T30" fmla="*/ 1087 w 1091"/>
                  <a:gd name="T31" fmla="*/ 1028 h 1264"/>
                  <a:gd name="T32" fmla="*/ 1029 w 1091"/>
                  <a:gd name="T33" fmla="*/ 1148 h 1264"/>
                  <a:gd name="T34" fmla="*/ 834 w 1091"/>
                  <a:gd name="T35" fmla="*/ 1239 h 1264"/>
                  <a:gd name="T36" fmla="*/ 751 w 1091"/>
                  <a:gd name="T37" fmla="*/ 1256 h 1264"/>
                  <a:gd name="T38" fmla="*/ 725 w 1091"/>
                  <a:gd name="T39" fmla="*/ 1259 h 1264"/>
                  <a:gd name="T40" fmla="*/ 719 w 1091"/>
                  <a:gd name="T41" fmla="*/ 1260 h 1264"/>
                  <a:gd name="T42" fmla="*/ 716 w 1091"/>
                  <a:gd name="T43" fmla="*/ 1260 h 1264"/>
                  <a:gd name="T44" fmla="*/ 717 w 1091"/>
                  <a:gd name="T45" fmla="*/ 1264 h 1264"/>
                  <a:gd name="T46" fmla="*/ 903 w 1091"/>
                  <a:gd name="T47" fmla="*/ 1222 h 1264"/>
                  <a:gd name="T48" fmla="*/ 1032 w 1091"/>
                  <a:gd name="T49" fmla="*/ 1151 h 1264"/>
                  <a:gd name="T50" fmla="*/ 1091 w 1091"/>
                  <a:gd name="T51" fmla="*/ 1028 h 1264"/>
                  <a:gd name="T52" fmla="*/ 1090 w 1091"/>
                  <a:gd name="T53" fmla="*/ 1010 h 1264"/>
                  <a:gd name="T54" fmla="*/ 1052 w 1091"/>
                  <a:gd name="T55" fmla="*/ 941 h 1264"/>
                  <a:gd name="T56" fmla="*/ 878 w 1091"/>
                  <a:gd name="T57" fmla="*/ 875 h 1264"/>
                  <a:gd name="T58" fmla="*/ 496 w 1091"/>
                  <a:gd name="T59" fmla="*/ 852 h 1264"/>
                  <a:gd name="T60" fmla="*/ 178 w 1091"/>
                  <a:gd name="T61" fmla="*/ 841 h 1264"/>
                  <a:gd name="T62" fmla="*/ 4 w 1091"/>
                  <a:gd name="T63" fmla="*/ 663 h 1264"/>
                  <a:gd name="T64" fmla="*/ 66 w 1091"/>
                  <a:gd name="T65" fmla="*/ 545 h 1264"/>
                  <a:gd name="T66" fmla="*/ 274 w 1091"/>
                  <a:gd name="T67" fmla="*/ 472 h 1264"/>
                  <a:gd name="T68" fmla="*/ 692 w 1091"/>
                  <a:gd name="T69" fmla="*/ 396 h 1264"/>
                  <a:gd name="T70" fmla="*/ 934 w 1091"/>
                  <a:gd name="T71" fmla="*/ 237 h 1264"/>
                  <a:gd name="T72" fmla="*/ 996 w 1091"/>
                  <a:gd name="T73" fmla="*/ 125 h 1264"/>
                  <a:gd name="T74" fmla="*/ 974 w 1091"/>
                  <a:gd name="T75" fmla="*/ 71 h 1264"/>
                  <a:gd name="T76" fmla="*/ 879 w 1091"/>
                  <a:gd name="T77" fmla="*/ 18 h 1264"/>
                  <a:gd name="T78" fmla="*/ 742 w 1091"/>
                  <a:gd name="T79" fmla="*/ 0 h 1264"/>
                  <a:gd name="T80" fmla="*/ 742 w 1091"/>
                  <a:gd name="T81" fmla="*/ 4 h 1264"/>
                  <a:gd name="T82" fmla="*/ 742 w 1091"/>
                  <a:gd name="T83" fmla="*/ 4 h 1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091" h="1264">
                    <a:moveTo>
                      <a:pt x="742" y="4"/>
                    </a:moveTo>
                    <a:cubicBezTo>
                      <a:pt x="806" y="5"/>
                      <a:pt x="869" y="15"/>
                      <a:pt x="916" y="36"/>
                    </a:cubicBezTo>
                    <a:cubicBezTo>
                      <a:pt x="939" y="46"/>
                      <a:pt x="958" y="58"/>
                      <a:pt x="971" y="73"/>
                    </a:cubicBezTo>
                    <a:cubicBezTo>
                      <a:pt x="985" y="88"/>
                      <a:pt x="992" y="105"/>
                      <a:pt x="992" y="125"/>
                    </a:cubicBezTo>
                    <a:cubicBezTo>
                      <a:pt x="992" y="155"/>
                      <a:pt x="974" y="192"/>
                      <a:pt x="931" y="235"/>
                    </a:cubicBezTo>
                    <a:cubicBezTo>
                      <a:pt x="853" y="311"/>
                      <a:pt x="786" y="358"/>
                      <a:pt x="690" y="392"/>
                    </a:cubicBezTo>
                    <a:cubicBezTo>
                      <a:pt x="594" y="426"/>
                      <a:pt x="469" y="446"/>
                      <a:pt x="273" y="468"/>
                    </a:cubicBezTo>
                    <a:cubicBezTo>
                      <a:pt x="175" y="479"/>
                      <a:pt x="107" y="506"/>
                      <a:pt x="63" y="541"/>
                    </a:cubicBezTo>
                    <a:cubicBezTo>
                      <a:pt x="19" y="577"/>
                      <a:pt x="0" y="620"/>
                      <a:pt x="0" y="663"/>
                    </a:cubicBezTo>
                    <a:cubicBezTo>
                      <a:pt x="0" y="746"/>
                      <a:pt x="72" y="827"/>
                      <a:pt x="177" y="845"/>
                    </a:cubicBezTo>
                    <a:cubicBezTo>
                      <a:pt x="230" y="854"/>
                      <a:pt x="312" y="856"/>
                      <a:pt x="406" y="856"/>
                    </a:cubicBezTo>
                    <a:cubicBezTo>
                      <a:pt x="546" y="857"/>
                      <a:pt x="712" y="855"/>
                      <a:pt x="845" y="874"/>
                    </a:cubicBezTo>
                    <a:cubicBezTo>
                      <a:pt x="912" y="883"/>
                      <a:pt x="970" y="897"/>
                      <a:pt x="1012" y="919"/>
                    </a:cubicBezTo>
                    <a:cubicBezTo>
                      <a:pt x="1034" y="930"/>
                      <a:pt x="1051" y="943"/>
                      <a:pt x="1063" y="958"/>
                    </a:cubicBezTo>
                    <a:cubicBezTo>
                      <a:pt x="1076" y="973"/>
                      <a:pt x="1084" y="990"/>
                      <a:pt x="1086" y="1010"/>
                    </a:cubicBezTo>
                    <a:cubicBezTo>
                      <a:pt x="1086" y="1016"/>
                      <a:pt x="1087" y="1022"/>
                      <a:pt x="1087" y="1028"/>
                    </a:cubicBezTo>
                    <a:cubicBezTo>
                      <a:pt x="1087" y="1077"/>
                      <a:pt x="1064" y="1116"/>
                      <a:pt x="1029" y="1148"/>
                    </a:cubicBezTo>
                    <a:cubicBezTo>
                      <a:pt x="977" y="1194"/>
                      <a:pt x="899" y="1223"/>
                      <a:pt x="834" y="1239"/>
                    </a:cubicBezTo>
                    <a:cubicBezTo>
                      <a:pt x="801" y="1247"/>
                      <a:pt x="772" y="1253"/>
                      <a:pt x="751" y="1256"/>
                    </a:cubicBezTo>
                    <a:cubicBezTo>
                      <a:pt x="740" y="1258"/>
                      <a:pt x="731" y="1259"/>
                      <a:pt x="725" y="1259"/>
                    </a:cubicBezTo>
                    <a:cubicBezTo>
                      <a:pt x="722" y="1260"/>
                      <a:pt x="720" y="1260"/>
                      <a:pt x="719" y="1260"/>
                    </a:cubicBezTo>
                    <a:cubicBezTo>
                      <a:pt x="717" y="1260"/>
                      <a:pt x="716" y="1260"/>
                      <a:pt x="716" y="1260"/>
                    </a:cubicBezTo>
                    <a:cubicBezTo>
                      <a:pt x="717" y="1264"/>
                      <a:pt x="717" y="1264"/>
                      <a:pt x="717" y="1264"/>
                    </a:cubicBezTo>
                    <a:cubicBezTo>
                      <a:pt x="717" y="1264"/>
                      <a:pt x="810" y="1256"/>
                      <a:pt x="903" y="1222"/>
                    </a:cubicBezTo>
                    <a:cubicBezTo>
                      <a:pt x="950" y="1205"/>
                      <a:pt x="997" y="1182"/>
                      <a:pt x="1032" y="1151"/>
                    </a:cubicBezTo>
                    <a:cubicBezTo>
                      <a:pt x="1067" y="1119"/>
                      <a:pt x="1091" y="1079"/>
                      <a:pt x="1091" y="1028"/>
                    </a:cubicBezTo>
                    <a:cubicBezTo>
                      <a:pt x="1091" y="1022"/>
                      <a:pt x="1090" y="1016"/>
                      <a:pt x="1090" y="1010"/>
                    </a:cubicBezTo>
                    <a:cubicBezTo>
                      <a:pt x="1087" y="982"/>
                      <a:pt x="1073" y="959"/>
                      <a:pt x="1052" y="941"/>
                    </a:cubicBezTo>
                    <a:cubicBezTo>
                      <a:pt x="1015" y="908"/>
                      <a:pt x="953" y="888"/>
                      <a:pt x="878" y="875"/>
                    </a:cubicBezTo>
                    <a:cubicBezTo>
                      <a:pt x="767" y="856"/>
                      <a:pt x="626" y="853"/>
                      <a:pt x="496" y="852"/>
                    </a:cubicBezTo>
                    <a:cubicBezTo>
                      <a:pt x="367" y="852"/>
                      <a:pt x="247" y="853"/>
                      <a:pt x="178" y="841"/>
                    </a:cubicBezTo>
                    <a:cubicBezTo>
                      <a:pt x="74" y="823"/>
                      <a:pt x="4" y="744"/>
                      <a:pt x="4" y="663"/>
                    </a:cubicBezTo>
                    <a:cubicBezTo>
                      <a:pt x="4" y="621"/>
                      <a:pt x="23" y="579"/>
                      <a:pt x="66" y="545"/>
                    </a:cubicBezTo>
                    <a:cubicBezTo>
                      <a:pt x="109" y="510"/>
                      <a:pt x="176" y="483"/>
                      <a:pt x="274" y="472"/>
                    </a:cubicBezTo>
                    <a:cubicBezTo>
                      <a:pt x="469" y="450"/>
                      <a:pt x="595" y="430"/>
                      <a:pt x="692" y="396"/>
                    </a:cubicBezTo>
                    <a:cubicBezTo>
                      <a:pt x="788" y="362"/>
                      <a:pt x="855" y="314"/>
                      <a:pt x="934" y="237"/>
                    </a:cubicBezTo>
                    <a:cubicBezTo>
                      <a:pt x="977" y="194"/>
                      <a:pt x="996" y="157"/>
                      <a:pt x="996" y="125"/>
                    </a:cubicBezTo>
                    <a:cubicBezTo>
                      <a:pt x="996" y="104"/>
                      <a:pt x="988" y="86"/>
                      <a:pt x="974" y="71"/>
                    </a:cubicBezTo>
                    <a:cubicBezTo>
                      <a:pt x="954" y="47"/>
                      <a:pt x="920" y="30"/>
                      <a:pt x="879" y="18"/>
                    </a:cubicBezTo>
                    <a:cubicBezTo>
                      <a:pt x="838" y="7"/>
                      <a:pt x="791" y="1"/>
                      <a:pt x="742" y="0"/>
                    </a:cubicBezTo>
                    <a:cubicBezTo>
                      <a:pt x="742" y="4"/>
                      <a:pt x="742" y="4"/>
                      <a:pt x="742" y="4"/>
                    </a:cubicBezTo>
                    <a:cubicBezTo>
                      <a:pt x="742" y="4"/>
                      <a:pt x="742" y="4"/>
                      <a:pt x="742" y="4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7" name="Freeform 44">
                <a:extLst>
                  <a:ext uri="{FF2B5EF4-FFF2-40B4-BE49-F238E27FC236}">
                    <a16:creationId xmlns:a16="http://schemas.microsoft.com/office/drawing/2014/main" id="{65E7E5AF-0E23-4408-BB38-1B7DB0EBEF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0" y="617"/>
                <a:ext cx="1482" cy="940"/>
              </a:xfrm>
              <a:custGeom>
                <a:avLst/>
                <a:gdLst>
                  <a:gd name="T0" fmla="*/ 971 w 1018"/>
                  <a:gd name="T1" fmla="*/ 2 h 646"/>
                  <a:gd name="T2" fmla="*/ 1014 w 1018"/>
                  <a:gd name="T3" fmla="*/ 135 h 646"/>
                  <a:gd name="T4" fmla="*/ 983 w 1018"/>
                  <a:gd name="T5" fmla="*/ 257 h 646"/>
                  <a:gd name="T6" fmla="*/ 821 w 1018"/>
                  <a:gd name="T7" fmla="*/ 400 h 646"/>
                  <a:gd name="T8" fmla="*/ 515 w 1018"/>
                  <a:gd name="T9" fmla="*/ 482 h 646"/>
                  <a:gd name="T10" fmla="*/ 172 w 1018"/>
                  <a:gd name="T11" fmla="*/ 530 h 646"/>
                  <a:gd name="T12" fmla="*/ 49 w 1018"/>
                  <a:gd name="T13" fmla="*/ 565 h 646"/>
                  <a:gd name="T14" fmla="*/ 13 w 1018"/>
                  <a:gd name="T15" fmla="*/ 590 h 646"/>
                  <a:gd name="T16" fmla="*/ 0 w 1018"/>
                  <a:gd name="T17" fmla="*/ 620 h 646"/>
                  <a:gd name="T18" fmla="*/ 7 w 1018"/>
                  <a:gd name="T19" fmla="*/ 646 h 646"/>
                  <a:gd name="T20" fmla="*/ 11 w 1018"/>
                  <a:gd name="T21" fmla="*/ 644 h 646"/>
                  <a:gd name="T22" fmla="*/ 4 w 1018"/>
                  <a:gd name="T23" fmla="*/ 620 h 646"/>
                  <a:gd name="T24" fmla="*/ 16 w 1018"/>
                  <a:gd name="T25" fmla="*/ 592 h 646"/>
                  <a:gd name="T26" fmla="*/ 89 w 1018"/>
                  <a:gd name="T27" fmla="*/ 554 h 646"/>
                  <a:gd name="T28" fmla="*/ 515 w 1018"/>
                  <a:gd name="T29" fmla="*/ 486 h 646"/>
                  <a:gd name="T30" fmla="*/ 823 w 1018"/>
                  <a:gd name="T31" fmla="*/ 404 h 646"/>
                  <a:gd name="T32" fmla="*/ 986 w 1018"/>
                  <a:gd name="T33" fmla="*/ 259 h 646"/>
                  <a:gd name="T34" fmla="*/ 1018 w 1018"/>
                  <a:gd name="T35" fmla="*/ 135 h 646"/>
                  <a:gd name="T36" fmla="*/ 974 w 1018"/>
                  <a:gd name="T37" fmla="*/ 0 h 646"/>
                  <a:gd name="T38" fmla="*/ 971 w 1018"/>
                  <a:gd name="T39" fmla="*/ 2 h 6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018" h="646">
                    <a:moveTo>
                      <a:pt x="971" y="2"/>
                    </a:moveTo>
                    <a:cubicBezTo>
                      <a:pt x="993" y="33"/>
                      <a:pt x="1014" y="78"/>
                      <a:pt x="1014" y="135"/>
                    </a:cubicBezTo>
                    <a:cubicBezTo>
                      <a:pt x="1014" y="171"/>
                      <a:pt x="1005" y="212"/>
                      <a:pt x="983" y="257"/>
                    </a:cubicBezTo>
                    <a:cubicBezTo>
                      <a:pt x="953" y="315"/>
                      <a:pt x="899" y="363"/>
                      <a:pt x="821" y="400"/>
                    </a:cubicBezTo>
                    <a:cubicBezTo>
                      <a:pt x="743" y="437"/>
                      <a:pt x="640" y="465"/>
                      <a:pt x="515" y="482"/>
                    </a:cubicBezTo>
                    <a:cubicBezTo>
                      <a:pt x="400" y="497"/>
                      <a:pt x="271" y="510"/>
                      <a:pt x="172" y="530"/>
                    </a:cubicBezTo>
                    <a:cubicBezTo>
                      <a:pt x="122" y="539"/>
                      <a:pt x="79" y="551"/>
                      <a:pt x="49" y="565"/>
                    </a:cubicBezTo>
                    <a:cubicBezTo>
                      <a:pt x="33" y="573"/>
                      <a:pt x="21" y="581"/>
                      <a:pt x="13" y="590"/>
                    </a:cubicBezTo>
                    <a:cubicBezTo>
                      <a:pt x="4" y="599"/>
                      <a:pt x="0" y="609"/>
                      <a:pt x="0" y="620"/>
                    </a:cubicBezTo>
                    <a:cubicBezTo>
                      <a:pt x="0" y="629"/>
                      <a:pt x="2" y="637"/>
                      <a:pt x="7" y="646"/>
                    </a:cubicBezTo>
                    <a:cubicBezTo>
                      <a:pt x="11" y="644"/>
                      <a:pt x="11" y="644"/>
                      <a:pt x="11" y="644"/>
                    </a:cubicBezTo>
                    <a:cubicBezTo>
                      <a:pt x="6" y="636"/>
                      <a:pt x="4" y="628"/>
                      <a:pt x="4" y="620"/>
                    </a:cubicBezTo>
                    <a:cubicBezTo>
                      <a:pt x="4" y="610"/>
                      <a:pt x="8" y="601"/>
                      <a:pt x="16" y="592"/>
                    </a:cubicBezTo>
                    <a:cubicBezTo>
                      <a:pt x="30" y="577"/>
                      <a:pt x="55" y="565"/>
                      <a:pt x="89" y="554"/>
                    </a:cubicBezTo>
                    <a:cubicBezTo>
                      <a:pt x="190" y="522"/>
                      <a:pt x="364" y="506"/>
                      <a:pt x="515" y="486"/>
                    </a:cubicBezTo>
                    <a:cubicBezTo>
                      <a:pt x="641" y="469"/>
                      <a:pt x="744" y="441"/>
                      <a:pt x="823" y="404"/>
                    </a:cubicBezTo>
                    <a:cubicBezTo>
                      <a:pt x="901" y="366"/>
                      <a:pt x="956" y="318"/>
                      <a:pt x="986" y="259"/>
                    </a:cubicBezTo>
                    <a:cubicBezTo>
                      <a:pt x="1009" y="213"/>
                      <a:pt x="1018" y="172"/>
                      <a:pt x="1018" y="135"/>
                    </a:cubicBezTo>
                    <a:cubicBezTo>
                      <a:pt x="1018" y="77"/>
                      <a:pt x="996" y="31"/>
                      <a:pt x="974" y="0"/>
                    </a:cubicBezTo>
                    <a:cubicBezTo>
                      <a:pt x="971" y="2"/>
                      <a:pt x="971" y="2"/>
                      <a:pt x="971" y="2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8" name="Freeform 45">
                <a:extLst>
                  <a:ext uri="{FF2B5EF4-FFF2-40B4-BE49-F238E27FC236}">
                    <a16:creationId xmlns:a16="http://schemas.microsoft.com/office/drawing/2014/main" id="{96BF934A-AEC4-47D4-827C-617B861A14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6" y="703"/>
                <a:ext cx="360" cy="111"/>
              </a:xfrm>
              <a:custGeom>
                <a:avLst/>
                <a:gdLst>
                  <a:gd name="T0" fmla="*/ 2 w 247"/>
                  <a:gd name="T1" fmla="*/ 4 h 76"/>
                  <a:gd name="T2" fmla="*/ 171 w 247"/>
                  <a:gd name="T3" fmla="*/ 18 h 76"/>
                  <a:gd name="T4" fmla="*/ 222 w 247"/>
                  <a:gd name="T5" fmla="*/ 40 h 76"/>
                  <a:gd name="T6" fmla="*/ 243 w 247"/>
                  <a:gd name="T7" fmla="*/ 74 h 76"/>
                  <a:gd name="T8" fmla="*/ 245 w 247"/>
                  <a:gd name="T9" fmla="*/ 76 h 76"/>
                  <a:gd name="T10" fmla="*/ 247 w 247"/>
                  <a:gd name="T11" fmla="*/ 74 h 76"/>
                  <a:gd name="T12" fmla="*/ 225 w 247"/>
                  <a:gd name="T13" fmla="*/ 36 h 76"/>
                  <a:gd name="T14" fmla="*/ 136 w 247"/>
                  <a:gd name="T15" fmla="*/ 7 h 76"/>
                  <a:gd name="T16" fmla="*/ 2 w 247"/>
                  <a:gd name="T17" fmla="*/ 0 h 76"/>
                  <a:gd name="T18" fmla="*/ 0 w 247"/>
                  <a:gd name="T19" fmla="*/ 2 h 76"/>
                  <a:gd name="T20" fmla="*/ 2 w 247"/>
                  <a:gd name="T21" fmla="*/ 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47" h="76">
                    <a:moveTo>
                      <a:pt x="2" y="4"/>
                    </a:moveTo>
                    <a:cubicBezTo>
                      <a:pt x="68" y="4"/>
                      <a:pt x="128" y="7"/>
                      <a:pt x="171" y="18"/>
                    </a:cubicBezTo>
                    <a:cubicBezTo>
                      <a:pt x="192" y="23"/>
                      <a:pt x="210" y="30"/>
                      <a:pt x="222" y="40"/>
                    </a:cubicBezTo>
                    <a:cubicBezTo>
                      <a:pt x="234" y="49"/>
                      <a:pt x="242" y="60"/>
                      <a:pt x="243" y="74"/>
                    </a:cubicBezTo>
                    <a:cubicBezTo>
                      <a:pt x="243" y="75"/>
                      <a:pt x="244" y="76"/>
                      <a:pt x="245" y="76"/>
                    </a:cubicBezTo>
                    <a:cubicBezTo>
                      <a:pt x="246" y="76"/>
                      <a:pt x="247" y="75"/>
                      <a:pt x="247" y="74"/>
                    </a:cubicBezTo>
                    <a:cubicBezTo>
                      <a:pt x="245" y="58"/>
                      <a:pt x="237" y="46"/>
                      <a:pt x="225" y="36"/>
                    </a:cubicBezTo>
                    <a:cubicBezTo>
                      <a:pt x="205" y="22"/>
                      <a:pt x="174" y="13"/>
                      <a:pt x="136" y="7"/>
                    </a:cubicBezTo>
                    <a:cubicBezTo>
                      <a:pt x="98" y="2"/>
                      <a:pt x="5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9" name="Freeform 46">
                <a:extLst>
                  <a:ext uri="{FF2B5EF4-FFF2-40B4-BE49-F238E27FC236}">
                    <a16:creationId xmlns:a16="http://schemas.microsoft.com/office/drawing/2014/main" id="{C836BB2C-876B-4F5F-B8FA-BFB35F401D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7" y="1391"/>
                <a:ext cx="1572" cy="851"/>
              </a:xfrm>
              <a:custGeom>
                <a:avLst/>
                <a:gdLst>
                  <a:gd name="T0" fmla="*/ 51 w 1080"/>
                  <a:gd name="T1" fmla="*/ 0 h 584"/>
                  <a:gd name="T2" fmla="*/ 14 w 1080"/>
                  <a:gd name="T3" fmla="*/ 13 h 584"/>
                  <a:gd name="T4" fmla="*/ 0 w 1080"/>
                  <a:gd name="T5" fmla="*/ 37 h 584"/>
                  <a:gd name="T6" fmla="*/ 12 w 1080"/>
                  <a:gd name="T7" fmla="*/ 62 h 584"/>
                  <a:gd name="T8" fmla="*/ 78 w 1080"/>
                  <a:gd name="T9" fmla="*/ 94 h 584"/>
                  <a:gd name="T10" fmla="*/ 212 w 1080"/>
                  <a:gd name="T11" fmla="*/ 110 h 584"/>
                  <a:gd name="T12" fmla="*/ 636 w 1080"/>
                  <a:gd name="T13" fmla="*/ 127 h 584"/>
                  <a:gd name="T14" fmla="*/ 838 w 1080"/>
                  <a:gd name="T15" fmla="*/ 153 h 584"/>
                  <a:gd name="T16" fmla="*/ 983 w 1080"/>
                  <a:gd name="T17" fmla="*/ 200 h 584"/>
                  <a:gd name="T18" fmla="*/ 1053 w 1080"/>
                  <a:gd name="T19" fmla="*/ 251 h 584"/>
                  <a:gd name="T20" fmla="*/ 1076 w 1080"/>
                  <a:gd name="T21" fmla="*/ 300 h 584"/>
                  <a:gd name="T22" fmla="*/ 1066 w 1080"/>
                  <a:gd name="T23" fmla="*/ 332 h 584"/>
                  <a:gd name="T24" fmla="*/ 907 w 1080"/>
                  <a:gd name="T25" fmla="*/ 442 h 584"/>
                  <a:gd name="T26" fmla="*/ 589 w 1080"/>
                  <a:gd name="T27" fmla="*/ 548 h 584"/>
                  <a:gd name="T28" fmla="*/ 472 w 1080"/>
                  <a:gd name="T29" fmla="*/ 572 h 584"/>
                  <a:gd name="T30" fmla="*/ 438 w 1080"/>
                  <a:gd name="T31" fmla="*/ 578 h 584"/>
                  <a:gd name="T32" fmla="*/ 426 w 1080"/>
                  <a:gd name="T33" fmla="*/ 580 h 584"/>
                  <a:gd name="T34" fmla="*/ 426 w 1080"/>
                  <a:gd name="T35" fmla="*/ 584 h 584"/>
                  <a:gd name="T36" fmla="*/ 909 w 1080"/>
                  <a:gd name="T37" fmla="*/ 445 h 584"/>
                  <a:gd name="T38" fmla="*/ 1038 w 1080"/>
                  <a:gd name="T39" fmla="*/ 369 h 584"/>
                  <a:gd name="T40" fmla="*/ 1070 w 1080"/>
                  <a:gd name="T41" fmla="*/ 334 h 584"/>
                  <a:gd name="T42" fmla="*/ 1080 w 1080"/>
                  <a:gd name="T43" fmla="*/ 300 h 584"/>
                  <a:gd name="T44" fmla="*/ 1056 w 1080"/>
                  <a:gd name="T45" fmla="*/ 249 h 584"/>
                  <a:gd name="T46" fmla="*/ 985 w 1080"/>
                  <a:gd name="T47" fmla="*/ 197 h 584"/>
                  <a:gd name="T48" fmla="*/ 838 w 1080"/>
                  <a:gd name="T49" fmla="*/ 149 h 584"/>
                  <a:gd name="T50" fmla="*/ 212 w 1080"/>
                  <a:gd name="T51" fmla="*/ 106 h 584"/>
                  <a:gd name="T52" fmla="*/ 50 w 1080"/>
                  <a:gd name="T53" fmla="*/ 81 h 584"/>
                  <a:gd name="T54" fmla="*/ 15 w 1080"/>
                  <a:gd name="T55" fmla="*/ 59 h 584"/>
                  <a:gd name="T56" fmla="*/ 4 w 1080"/>
                  <a:gd name="T57" fmla="*/ 37 h 584"/>
                  <a:gd name="T58" fmla="*/ 16 w 1080"/>
                  <a:gd name="T59" fmla="*/ 16 h 584"/>
                  <a:gd name="T60" fmla="*/ 51 w 1080"/>
                  <a:gd name="T61" fmla="*/ 4 h 584"/>
                  <a:gd name="T62" fmla="*/ 51 w 1080"/>
                  <a:gd name="T63" fmla="*/ 0 h 5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080" h="584">
                    <a:moveTo>
                      <a:pt x="51" y="0"/>
                    </a:moveTo>
                    <a:cubicBezTo>
                      <a:pt x="36" y="2"/>
                      <a:pt x="23" y="7"/>
                      <a:pt x="14" y="13"/>
                    </a:cubicBezTo>
                    <a:cubicBezTo>
                      <a:pt x="5" y="20"/>
                      <a:pt x="0" y="28"/>
                      <a:pt x="0" y="37"/>
                    </a:cubicBezTo>
                    <a:cubicBezTo>
                      <a:pt x="0" y="46"/>
                      <a:pt x="4" y="54"/>
                      <a:pt x="12" y="62"/>
                    </a:cubicBezTo>
                    <a:cubicBezTo>
                      <a:pt x="24" y="74"/>
                      <a:pt x="45" y="85"/>
                      <a:pt x="78" y="94"/>
                    </a:cubicBezTo>
                    <a:cubicBezTo>
                      <a:pt x="111" y="103"/>
                      <a:pt x="155" y="109"/>
                      <a:pt x="212" y="110"/>
                    </a:cubicBezTo>
                    <a:cubicBezTo>
                      <a:pt x="333" y="113"/>
                      <a:pt x="491" y="115"/>
                      <a:pt x="636" y="127"/>
                    </a:cubicBezTo>
                    <a:cubicBezTo>
                      <a:pt x="708" y="133"/>
                      <a:pt x="778" y="141"/>
                      <a:pt x="838" y="153"/>
                    </a:cubicBezTo>
                    <a:cubicBezTo>
                      <a:pt x="898" y="165"/>
                      <a:pt x="948" y="180"/>
                      <a:pt x="983" y="200"/>
                    </a:cubicBezTo>
                    <a:cubicBezTo>
                      <a:pt x="1014" y="218"/>
                      <a:pt x="1037" y="235"/>
                      <a:pt x="1053" y="251"/>
                    </a:cubicBezTo>
                    <a:cubicBezTo>
                      <a:pt x="1069" y="268"/>
                      <a:pt x="1076" y="284"/>
                      <a:pt x="1076" y="300"/>
                    </a:cubicBezTo>
                    <a:cubicBezTo>
                      <a:pt x="1076" y="310"/>
                      <a:pt x="1073" y="321"/>
                      <a:pt x="1066" y="332"/>
                    </a:cubicBezTo>
                    <a:cubicBezTo>
                      <a:pt x="1046" y="364"/>
                      <a:pt x="994" y="400"/>
                      <a:pt x="907" y="442"/>
                    </a:cubicBezTo>
                    <a:cubicBezTo>
                      <a:pt x="805" y="491"/>
                      <a:pt x="684" y="525"/>
                      <a:pt x="589" y="548"/>
                    </a:cubicBezTo>
                    <a:cubicBezTo>
                      <a:pt x="542" y="559"/>
                      <a:pt x="501" y="567"/>
                      <a:pt x="472" y="572"/>
                    </a:cubicBezTo>
                    <a:cubicBezTo>
                      <a:pt x="457" y="575"/>
                      <a:pt x="446" y="577"/>
                      <a:pt x="438" y="578"/>
                    </a:cubicBezTo>
                    <a:cubicBezTo>
                      <a:pt x="430" y="580"/>
                      <a:pt x="426" y="580"/>
                      <a:pt x="426" y="580"/>
                    </a:cubicBezTo>
                    <a:cubicBezTo>
                      <a:pt x="426" y="584"/>
                      <a:pt x="426" y="584"/>
                      <a:pt x="426" y="584"/>
                    </a:cubicBezTo>
                    <a:cubicBezTo>
                      <a:pt x="426" y="584"/>
                      <a:pt x="703" y="544"/>
                      <a:pt x="909" y="445"/>
                    </a:cubicBezTo>
                    <a:cubicBezTo>
                      <a:pt x="967" y="418"/>
                      <a:pt x="1010" y="392"/>
                      <a:pt x="1038" y="369"/>
                    </a:cubicBezTo>
                    <a:cubicBezTo>
                      <a:pt x="1052" y="357"/>
                      <a:pt x="1063" y="345"/>
                      <a:pt x="1070" y="334"/>
                    </a:cubicBezTo>
                    <a:cubicBezTo>
                      <a:pt x="1077" y="322"/>
                      <a:pt x="1080" y="311"/>
                      <a:pt x="1080" y="300"/>
                    </a:cubicBezTo>
                    <a:cubicBezTo>
                      <a:pt x="1080" y="283"/>
                      <a:pt x="1072" y="266"/>
                      <a:pt x="1056" y="249"/>
                    </a:cubicBezTo>
                    <a:cubicBezTo>
                      <a:pt x="1040" y="232"/>
                      <a:pt x="1016" y="215"/>
                      <a:pt x="985" y="197"/>
                    </a:cubicBezTo>
                    <a:cubicBezTo>
                      <a:pt x="950" y="176"/>
                      <a:pt x="899" y="161"/>
                      <a:pt x="838" y="149"/>
                    </a:cubicBezTo>
                    <a:cubicBezTo>
                      <a:pt x="658" y="113"/>
                      <a:pt x="394" y="111"/>
                      <a:pt x="212" y="106"/>
                    </a:cubicBezTo>
                    <a:cubicBezTo>
                      <a:pt x="136" y="104"/>
                      <a:pt x="84" y="94"/>
                      <a:pt x="50" y="81"/>
                    </a:cubicBezTo>
                    <a:cubicBezTo>
                      <a:pt x="34" y="74"/>
                      <a:pt x="22" y="67"/>
                      <a:pt x="15" y="59"/>
                    </a:cubicBezTo>
                    <a:cubicBezTo>
                      <a:pt x="7" y="52"/>
                      <a:pt x="4" y="44"/>
                      <a:pt x="4" y="37"/>
                    </a:cubicBezTo>
                    <a:cubicBezTo>
                      <a:pt x="4" y="30"/>
                      <a:pt x="8" y="22"/>
                      <a:pt x="16" y="16"/>
                    </a:cubicBezTo>
                    <a:cubicBezTo>
                      <a:pt x="25" y="11"/>
                      <a:pt x="37" y="6"/>
                      <a:pt x="51" y="4"/>
                    </a:cubicBezTo>
                    <a:cubicBezTo>
                      <a:pt x="51" y="0"/>
                      <a:pt x="51" y="0"/>
                      <a:pt x="51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0" name="Freeform 47">
                <a:extLst>
                  <a:ext uri="{FF2B5EF4-FFF2-40B4-BE49-F238E27FC236}">
                    <a16:creationId xmlns:a16="http://schemas.microsoft.com/office/drawing/2014/main" id="{7AA01308-5DF4-4B6E-BFFD-3B7159B1F4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2" y="1824"/>
                <a:ext cx="409" cy="450"/>
              </a:xfrm>
              <a:custGeom>
                <a:avLst/>
                <a:gdLst>
                  <a:gd name="T0" fmla="*/ 277 w 281"/>
                  <a:gd name="T1" fmla="*/ 0 h 309"/>
                  <a:gd name="T2" fmla="*/ 277 w 281"/>
                  <a:gd name="T3" fmla="*/ 1 h 309"/>
                  <a:gd name="T4" fmla="*/ 262 w 281"/>
                  <a:gd name="T5" fmla="*/ 63 h 309"/>
                  <a:gd name="T6" fmla="*/ 0 w 281"/>
                  <a:gd name="T7" fmla="*/ 306 h 309"/>
                  <a:gd name="T8" fmla="*/ 1 w 281"/>
                  <a:gd name="T9" fmla="*/ 309 h 309"/>
                  <a:gd name="T10" fmla="*/ 216 w 281"/>
                  <a:gd name="T11" fmla="*/ 154 h 309"/>
                  <a:gd name="T12" fmla="*/ 265 w 281"/>
                  <a:gd name="T13" fmla="*/ 65 h 309"/>
                  <a:gd name="T14" fmla="*/ 281 w 281"/>
                  <a:gd name="T15" fmla="*/ 1 h 309"/>
                  <a:gd name="T16" fmla="*/ 281 w 281"/>
                  <a:gd name="T17" fmla="*/ 0 h 309"/>
                  <a:gd name="T18" fmla="*/ 277 w 281"/>
                  <a:gd name="T19" fmla="*/ 0 h 309"/>
                  <a:gd name="T20" fmla="*/ 277 w 281"/>
                  <a:gd name="T21" fmla="*/ 0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1" h="309">
                    <a:moveTo>
                      <a:pt x="277" y="0"/>
                    </a:moveTo>
                    <a:cubicBezTo>
                      <a:pt x="277" y="0"/>
                      <a:pt x="277" y="1"/>
                      <a:pt x="277" y="1"/>
                    </a:cubicBezTo>
                    <a:cubicBezTo>
                      <a:pt x="277" y="15"/>
                      <a:pt x="272" y="37"/>
                      <a:pt x="262" y="63"/>
                    </a:cubicBezTo>
                    <a:cubicBezTo>
                      <a:pt x="230" y="143"/>
                      <a:pt x="147" y="260"/>
                      <a:pt x="0" y="306"/>
                    </a:cubicBezTo>
                    <a:cubicBezTo>
                      <a:pt x="1" y="309"/>
                      <a:pt x="1" y="309"/>
                      <a:pt x="1" y="309"/>
                    </a:cubicBezTo>
                    <a:cubicBezTo>
                      <a:pt x="100" y="279"/>
                      <a:pt x="170" y="216"/>
                      <a:pt x="216" y="154"/>
                    </a:cubicBezTo>
                    <a:cubicBezTo>
                      <a:pt x="238" y="122"/>
                      <a:pt x="255" y="92"/>
                      <a:pt x="265" y="65"/>
                    </a:cubicBezTo>
                    <a:cubicBezTo>
                      <a:pt x="276" y="38"/>
                      <a:pt x="281" y="16"/>
                      <a:pt x="281" y="1"/>
                    </a:cubicBezTo>
                    <a:cubicBezTo>
                      <a:pt x="281" y="0"/>
                      <a:pt x="281" y="0"/>
                      <a:pt x="281" y="0"/>
                    </a:cubicBezTo>
                    <a:cubicBezTo>
                      <a:pt x="277" y="0"/>
                      <a:pt x="277" y="0"/>
                      <a:pt x="277" y="0"/>
                    </a:cubicBezTo>
                    <a:cubicBezTo>
                      <a:pt x="277" y="0"/>
                      <a:pt x="277" y="0"/>
                      <a:pt x="277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1" name="Freeform 48">
                <a:extLst>
                  <a:ext uri="{FF2B5EF4-FFF2-40B4-BE49-F238E27FC236}">
                    <a16:creationId xmlns:a16="http://schemas.microsoft.com/office/drawing/2014/main" id="{94CDAD72-446D-4DA9-8292-0C3391AE8A8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193" y="1448"/>
                <a:ext cx="236" cy="102"/>
              </a:xfrm>
              <a:custGeom>
                <a:avLst/>
                <a:gdLst>
                  <a:gd name="T0" fmla="*/ 94 w 162"/>
                  <a:gd name="T1" fmla="*/ 61 h 70"/>
                  <a:gd name="T2" fmla="*/ 162 w 162"/>
                  <a:gd name="T3" fmla="*/ 70 h 70"/>
                  <a:gd name="T4" fmla="*/ 162 w 162"/>
                  <a:gd name="T5" fmla="*/ 70 h 70"/>
                  <a:gd name="T6" fmla="*/ 129 w 162"/>
                  <a:gd name="T7" fmla="*/ 66 h 70"/>
                  <a:gd name="T8" fmla="*/ 94 w 162"/>
                  <a:gd name="T9" fmla="*/ 61 h 70"/>
                  <a:gd name="T10" fmla="*/ 0 w 162"/>
                  <a:gd name="T11" fmla="*/ 0 h 70"/>
                  <a:gd name="T12" fmla="*/ 0 w 162"/>
                  <a:gd name="T13" fmla="*/ 0 h 70"/>
                  <a:gd name="T14" fmla="*/ 1 w 162"/>
                  <a:gd name="T15" fmla="*/ 3 h 70"/>
                  <a:gd name="T16" fmla="*/ 0 w 162"/>
                  <a:gd name="T17" fmla="*/ 0 h 70"/>
                  <a:gd name="T18" fmla="*/ 0 w 162"/>
                  <a:gd name="T19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70">
                    <a:moveTo>
                      <a:pt x="94" y="61"/>
                    </a:moveTo>
                    <a:cubicBezTo>
                      <a:pt x="114" y="64"/>
                      <a:pt x="136" y="68"/>
                      <a:pt x="162" y="70"/>
                    </a:cubicBezTo>
                    <a:cubicBezTo>
                      <a:pt x="162" y="70"/>
                      <a:pt x="162" y="70"/>
                      <a:pt x="162" y="70"/>
                    </a:cubicBezTo>
                    <a:cubicBezTo>
                      <a:pt x="150" y="69"/>
                      <a:pt x="139" y="67"/>
                      <a:pt x="129" y="66"/>
                    </a:cubicBezTo>
                    <a:cubicBezTo>
                      <a:pt x="116" y="64"/>
                      <a:pt x="105" y="63"/>
                      <a:pt x="94" y="6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1" y="3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2" name="Freeform 49">
                <a:extLst>
                  <a:ext uri="{FF2B5EF4-FFF2-40B4-BE49-F238E27FC236}">
                    <a16:creationId xmlns:a16="http://schemas.microsoft.com/office/drawing/2014/main" id="{E418896C-1CBD-4F05-80E7-539EF27884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" y="1482"/>
                <a:ext cx="176" cy="62"/>
              </a:xfrm>
              <a:custGeom>
                <a:avLst/>
                <a:gdLst>
                  <a:gd name="T0" fmla="*/ 0 w 121"/>
                  <a:gd name="T1" fmla="*/ 0 h 43"/>
                  <a:gd name="T2" fmla="*/ 86 w 121"/>
                  <a:gd name="T3" fmla="*/ 38 h 43"/>
                  <a:gd name="T4" fmla="*/ 121 w 121"/>
                  <a:gd name="T5" fmla="*/ 43 h 43"/>
                  <a:gd name="T6" fmla="*/ 55 w 121"/>
                  <a:gd name="T7" fmla="*/ 29 h 43"/>
                  <a:gd name="T8" fmla="*/ 0 w 121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43">
                    <a:moveTo>
                      <a:pt x="0" y="0"/>
                    </a:moveTo>
                    <a:cubicBezTo>
                      <a:pt x="13" y="14"/>
                      <a:pt x="41" y="28"/>
                      <a:pt x="86" y="38"/>
                    </a:cubicBezTo>
                    <a:cubicBezTo>
                      <a:pt x="97" y="40"/>
                      <a:pt x="108" y="41"/>
                      <a:pt x="121" y="43"/>
                    </a:cubicBezTo>
                    <a:cubicBezTo>
                      <a:pt x="94" y="39"/>
                      <a:pt x="72" y="34"/>
                      <a:pt x="55" y="29"/>
                    </a:cubicBezTo>
                    <a:cubicBezTo>
                      <a:pt x="28" y="20"/>
                      <a:pt x="11" y="10"/>
                      <a:pt x="0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3" name="Freeform 50">
                <a:extLst>
                  <a:ext uri="{FF2B5EF4-FFF2-40B4-BE49-F238E27FC236}">
                    <a16:creationId xmlns:a16="http://schemas.microsoft.com/office/drawing/2014/main" id="{5440C4AC-66B6-489C-8EEA-8ECF36CEFC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56" y="1453"/>
                <a:ext cx="373" cy="292"/>
              </a:xfrm>
              <a:custGeom>
                <a:avLst/>
                <a:gdLst>
                  <a:gd name="T0" fmla="*/ 127 w 256"/>
                  <a:gd name="T1" fmla="*/ 186 h 201"/>
                  <a:gd name="T2" fmla="*/ 155 w 256"/>
                  <a:gd name="T3" fmla="*/ 193 h 201"/>
                  <a:gd name="T4" fmla="*/ 242 w 256"/>
                  <a:gd name="T5" fmla="*/ 201 h 201"/>
                  <a:gd name="T6" fmla="*/ 241 w 256"/>
                  <a:gd name="T7" fmla="*/ 200 h 201"/>
                  <a:gd name="T8" fmla="*/ 152 w 256"/>
                  <a:gd name="T9" fmla="*/ 192 h 201"/>
                  <a:gd name="T10" fmla="*/ 127 w 256"/>
                  <a:gd name="T11" fmla="*/ 186 h 201"/>
                  <a:gd name="T12" fmla="*/ 91 w 256"/>
                  <a:gd name="T13" fmla="*/ 0 h 201"/>
                  <a:gd name="T14" fmla="*/ 0 w 256"/>
                  <a:gd name="T15" fmla="*/ 85 h 201"/>
                  <a:gd name="T16" fmla="*/ 6 w 256"/>
                  <a:gd name="T17" fmla="*/ 96 h 201"/>
                  <a:gd name="T18" fmla="*/ 153 w 256"/>
                  <a:gd name="T19" fmla="*/ 188 h 201"/>
                  <a:gd name="T20" fmla="*/ 238 w 256"/>
                  <a:gd name="T21" fmla="*/ 196 h 201"/>
                  <a:gd name="T22" fmla="*/ 237 w 256"/>
                  <a:gd name="T23" fmla="*/ 195 h 201"/>
                  <a:gd name="T24" fmla="*/ 236 w 256"/>
                  <a:gd name="T25" fmla="*/ 193 h 201"/>
                  <a:gd name="T26" fmla="*/ 236 w 256"/>
                  <a:gd name="T27" fmla="*/ 192 h 201"/>
                  <a:gd name="T28" fmla="*/ 256 w 256"/>
                  <a:gd name="T29" fmla="*/ 67 h 201"/>
                  <a:gd name="T30" fmla="*/ 188 w 256"/>
                  <a:gd name="T31" fmla="*/ 58 h 201"/>
                  <a:gd name="T32" fmla="*/ 102 w 256"/>
                  <a:gd name="T33" fmla="*/ 20 h 201"/>
                  <a:gd name="T34" fmla="*/ 102 w 256"/>
                  <a:gd name="T35" fmla="*/ 20 h 201"/>
                  <a:gd name="T36" fmla="*/ 91 w 256"/>
                  <a:gd name="T37" fmla="*/ 0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6" h="201">
                    <a:moveTo>
                      <a:pt x="127" y="186"/>
                    </a:moveTo>
                    <a:cubicBezTo>
                      <a:pt x="136" y="189"/>
                      <a:pt x="145" y="191"/>
                      <a:pt x="155" y="193"/>
                    </a:cubicBezTo>
                    <a:cubicBezTo>
                      <a:pt x="179" y="197"/>
                      <a:pt x="208" y="199"/>
                      <a:pt x="242" y="201"/>
                    </a:cubicBezTo>
                    <a:cubicBezTo>
                      <a:pt x="241" y="200"/>
                      <a:pt x="241" y="200"/>
                      <a:pt x="241" y="200"/>
                    </a:cubicBezTo>
                    <a:cubicBezTo>
                      <a:pt x="207" y="199"/>
                      <a:pt x="176" y="196"/>
                      <a:pt x="152" y="192"/>
                    </a:cubicBezTo>
                    <a:cubicBezTo>
                      <a:pt x="144" y="190"/>
                      <a:pt x="135" y="188"/>
                      <a:pt x="127" y="186"/>
                    </a:cubicBezTo>
                    <a:moveTo>
                      <a:pt x="91" y="0"/>
                    </a:moveTo>
                    <a:cubicBezTo>
                      <a:pt x="0" y="85"/>
                      <a:pt x="0" y="85"/>
                      <a:pt x="0" y="85"/>
                    </a:cubicBezTo>
                    <a:cubicBezTo>
                      <a:pt x="2" y="89"/>
                      <a:pt x="4" y="93"/>
                      <a:pt x="6" y="96"/>
                    </a:cubicBezTo>
                    <a:cubicBezTo>
                      <a:pt x="36" y="141"/>
                      <a:pt x="88" y="177"/>
                      <a:pt x="153" y="188"/>
                    </a:cubicBezTo>
                    <a:cubicBezTo>
                      <a:pt x="176" y="192"/>
                      <a:pt x="205" y="194"/>
                      <a:pt x="238" y="196"/>
                    </a:cubicBezTo>
                    <a:cubicBezTo>
                      <a:pt x="237" y="195"/>
                      <a:pt x="237" y="195"/>
                      <a:pt x="237" y="195"/>
                    </a:cubicBezTo>
                    <a:cubicBezTo>
                      <a:pt x="236" y="193"/>
                      <a:pt x="236" y="193"/>
                      <a:pt x="236" y="193"/>
                    </a:cubicBezTo>
                    <a:cubicBezTo>
                      <a:pt x="236" y="192"/>
                      <a:pt x="236" y="192"/>
                      <a:pt x="236" y="192"/>
                    </a:cubicBezTo>
                    <a:cubicBezTo>
                      <a:pt x="239" y="147"/>
                      <a:pt x="247" y="104"/>
                      <a:pt x="256" y="67"/>
                    </a:cubicBezTo>
                    <a:cubicBezTo>
                      <a:pt x="230" y="65"/>
                      <a:pt x="208" y="61"/>
                      <a:pt x="188" y="58"/>
                    </a:cubicBezTo>
                    <a:cubicBezTo>
                      <a:pt x="143" y="48"/>
                      <a:pt x="115" y="34"/>
                      <a:pt x="102" y="20"/>
                    </a:cubicBezTo>
                    <a:cubicBezTo>
                      <a:pt x="102" y="20"/>
                      <a:pt x="102" y="20"/>
                      <a:pt x="102" y="20"/>
                    </a:cubicBezTo>
                    <a:cubicBezTo>
                      <a:pt x="96" y="13"/>
                      <a:pt x="92" y="7"/>
                      <a:pt x="9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4" name="Freeform 51">
                <a:extLst>
                  <a:ext uri="{FF2B5EF4-FFF2-40B4-BE49-F238E27FC236}">
                    <a16:creationId xmlns:a16="http://schemas.microsoft.com/office/drawing/2014/main" id="{C9E6A2EF-B589-42D3-A88F-CD31C302C6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5" y="1592"/>
                <a:ext cx="342" cy="152"/>
              </a:xfrm>
              <a:custGeom>
                <a:avLst/>
                <a:gdLst>
                  <a:gd name="T0" fmla="*/ 0 w 235"/>
                  <a:gd name="T1" fmla="*/ 0 h 104"/>
                  <a:gd name="T2" fmla="*/ 121 w 235"/>
                  <a:gd name="T3" fmla="*/ 90 h 104"/>
                  <a:gd name="T4" fmla="*/ 146 w 235"/>
                  <a:gd name="T5" fmla="*/ 96 h 104"/>
                  <a:gd name="T6" fmla="*/ 235 w 235"/>
                  <a:gd name="T7" fmla="*/ 104 h 104"/>
                  <a:gd name="T8" fmla="*/ 232 w 235"/>
                  <a:gd name="T9" fmla="*/ 100 h 104"/>
                  <a:gd name="T10" fmla="*/ 147 w 235"/>
                  <a:gd name="T11" fmla="*/ 92 h 104"/>
                  <a:gd name="T12" fmla="*/ 0 w 235"/>
                  <a:gd name="T13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5" h="104">
                    <a:moveTo>
                      <a:pt x="0" y="0"/>
                    </a:moveTo>
                    <a:cubicBezTo>
                      <a:pt x="26" y="41"/>
                      <a:pt x="68" y="74"/>
                      <a:pt x="121" y="90"/>
                    </a:cubicBezTo>
                    <a:cubicBezTo>
                      <a:pt x="129" y="92"/>
                      <a:pt x="138" y="94"/>
                      <a:pt x="146" y="96"/>
                    </a:cubicBezTo>
                    <a:cubicBezTo>
                      <a:pt x="170" y="100"/>
                      <a:pt x="201" y="103"/>
                      <a:pt x="235" y="104"/>
                    </a:cubicBezTo>
                    <a:cubicBezTo>
                      <a:pt x="232" y="100"/>
                      <a:pt x="232" y="100"/>
                      <a:pt x="232" y="100"/>
                    </a:cubicBezTo>
                    <a:cubicBezTo>
                      <a:pt x="199" y="98"/>
                      <a:pt x="170" y="96"/>
                      <a:pt x="147" y="92"/>
                    </a:cubicBezTo>
                    <a:cubicBezTo>
                      <a:pt x="82" y="81"/>
                      <a:pt x="30" y="45"/>
                      <a:pt x="0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5" name="Freeform 52">
                <a:extLst>
                  <a:ext uri="{FF2B5EF4-FFF2-40B4-BE49-F238E27FC236}">
                    <a16:creationId xmlns:a16="http://schemas.microsoft.com/office/drawing/2014/main" id="{853564D7-87A7-4989-8807-7A0303802B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9" y="1448"/>
                <a:ext cx="96" cy="76"/>
              </a:xfrm>
              <a:custGeom>
                <a:avLst/>
                <a:gdLst>
                  <a:gd name="T0" fmla="*/ 3 w 66"/>
                  <a:gd name="T1" fmla="*/ 0 h 52"/>
                  <a:gd name="T2" fmla="*/ 0 w 66"/>
                  <a:gd name="T3" fmla="*/ 3 h 52"/>
                  <a:gd name="T4" fmla="*/ 11 w 66"/>
                  <a:gd name="T5" fmla="*/ 23 h 52"/>
                  <a:gd name="T6" fmla="*/ 11 w 66"/>
                  <a:gd name="T7" fmla="*/ 23 h 52"/>
                  <a:gd name="T8" fmla="*/ 66 w 66"/>
                  <a:gd name="T9" fmla="*/ 52 h 52"/>
                  <a:gd name="T10" fmla="*/ 4 w 66"/>
                  <a:gd name="T11" fmla="*/ 3 h 52"/>
                  <a:gd name="T12" fmla="*/ 3 w 66"/>
                  <a:gd name="T13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6" h="52">
                    <a:moveTo>
                      <a:pt x="3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1" y="10"/>
                      <a:pt x="5" y="16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22" y="33"/>
                      <a:pt x="39" y="43"/>
                      <a:pt x="66" y="52"/>
                    </a:cubicBezTo>
                    <a:cubicBezTo>
                      <a:pt x="23" y="38"/>
                      <a:pt x="5" y="19"/>
                      <a:pt x="4" y="3"/>
                    </a:cubicBezTo>
                    <a:cubicBezTo>
                      <a:pt x="3" y="2"/>
                      <a:pt x="3" y="1"/>
                      <a:pt x="3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6" name="Freeform 53">
                <a:extLst>
                  <a:ext uri="{FF2B5EF4-FFF2-40B4-BE49-F238E27FC236}">
                    <a16:creationId xmlns:a16="http://schemas.microsoft.com/office/drawing/2014/main" id="{4552FA88-8CAF-4EE6-9937-A62A87377B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1" y="1597"/>
                <a:ext cx="107" cy="19"/>
              </a:xfrm>
              <a:custGeom>
                <a:avLst/>
                <a:gdLst>
                  <a:gd name="T0" fmla="*/ 0 w 74"/>
                  <a:gd name="T1" fmla="*/ 0 h 13"/>
                  <a:gd name="T2" fmla="*/ 0 w 74"/>
                  <a:gd name="T3" fmla="*/ 1 h 13"/>
                  <a:gd name="T4" fmla="*/ 74 w 74"/>
                  <a:gd name="T5" fmla="*/ 13 h 13"/>
                  <a:gd name="T6" fmla="*/ 68 w 74"/>
                  <a:gd name="T7" fmla="*/ 12 h 13"/>
                  <a:gd name="T8" fmla="*/ 0 w 74"/>
                  <a:gd name="T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13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26" y="4"/>
                      <a:pt x="50" y="8"/>
                      <a:pt x="74" y="13"/>
                    </a:cubicBezTo>
                    <a:cubicBezTo>
                      <a:pt x="72" y="13"/>
                      <a:pt x="70" y="12"/>
                      <a:pt x="68" y="12"/>
                    </a:cubicBezTo>
                    <a:cubicBezTo>
                      <a:pt x="47" y="8"/>
                      <a:pt x="24" y="4"/>
                      <a:pt x="0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7" name="Freeform 54">
                <a:extLst>
                  <a:ext uri="{FF2B5EF4-FFF2-40B4-BE49-F238E27FC236}">
                    <a16:creationId xmlns:a16="http://schemas.microsoft.com/office/drawing/2014/main" id="{2508598D-B8A7-477C-A4BB-7E5F8637E1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1" y="1597"/>
                <a:ext cx="419" cy="160"/>
              </a:xfrm>
              <a:custGeom>
                <a:avLst/>
                <a:gdLst>
                  <a:gd name="T0" fmla="*/ 0 w 288"/>
                  <a:gd name="T1" fmla="*/ 0 h 110"/>
                  <a:gd name="T2" fmla="*/ 0 w 288"/>
                  <a:gd name="T3" fmla="*/ 0 h 110"/>
                  <a:gd name="T4" fmla="*/ 68 w 288"/>
                  <a:gd name="T5" fmla="*/ 12 h 110"/>
                  <a:gd name="T6" fmla="*/ 74 w 288"/>
                  <a:gd name="T7" fmla="*/ 13 h 110"/>
                  <a:gd name="T8" fmla="*/ 219 w 288"/>
                  <a:gd name="T9" fmla="*/ 61 h 110"/>
                  <a:gd name="T10" fmla="*/ 288 w 288"/>
                  <a:gd name="T11" fmla="*/ 110 h 110"/>
                  <a:gd name="T12" fmla="*/ 218 w 288"/>
                  <a:gd name="T13" fmla="*/ 59 h 110"/>
                  <a:gd name="T14" fmla="*/ 155 w 288"/>
                  <a:gd name="T15" fmla="*/ 32 h 110"/>
                  <a:gd name="T16" fmla="*/ 0 w 288"/>
                  <a:gd name="T17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8" h="11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4" y="4"/>
                      <a:pt x="47" y="8"/>
                      <a:pt x="68" y="12"/>
                    </a:cubicBezTo>
                    <a:cubicBezTo>
                      <a:pt x="70" y="12"/>
                      <a:pt x="72" y="13"/>
                      <a:pt x="74" y="13"/>
                    </a:cubicBezTo>
                    <a:cubicBezTo>
                      <a:pt x="134" y="25"/>
                      <a:pt x="184" y="40"/>
                      <a:pt x="219" y="61"/>
                    </a:cubicBezTo>
                    <a:cubicBezTo>
                      <a:pt x="249" y="78"/>
                      <a:pt x="272" y="94"/>
                      <a:pt x="288" y="110"/>
                    </a:cubicBezTo>
                    <a:cubicBezTo>
                      <a:pt x="272" y="94"/>
                      <a:pt x="249" y="77"/>
                      <a:pt x="218" y="59"/>
                    </a:cubicBezTo>
                    <a:cubicBezTo>
                      <a:pt x="201" y="49"/>
                      <a:pt x="179" y="40"/>
                      <a:pt x="155" y="32"/>
                    </a:cubicBezTo>
                    <a:cubicBezTo>
                      <a:pt x="111" y="19"/>
                      <a:pt x="58" y="8"/>
                      <a:pt x="0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8" name="Freeform 55">
                <a:extLst>
                  <a:ext uri="{FF2B5EF4-FFF2-40B4-BE49-F238E27FC236}">
                    <a16:creationId xmlns:a16="http://schemas.microsoft.com/office/drawing/2014/main" id="{90FFD48E-1D39-4636-9DA1-A9BFB507812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283" y="1598"/>
                <a:ext cx="470" cy="384"/>
              </a:xfrm>
              <a:custGeom>
                <a:avLst/>
                <a:gdLst>
                  <a:gd name="T0" fmla="*/ 1 w 323"/>
                  <a:gd name="T1" fmla="*/ 124 h 264"/>
                  <a:gd name="T2" fmla="*/ 0 w 323"/>
                  <a:gd name="T3" fmla="*/ 125 h 264"/>
                  <a:gd name="T4" fmla="*/ 94 w 323"/>
                  <a:gd name="T5" fmla="*/ 146 h 264"/>
                  <a:gd name="T6" fmla="*/ 1 w 323"/>
                  <a:gd name="T7" fmla="*/ 124 h 264"/>
                  <a:gd name="T8" fmla="*/ 12 w 323"/>
                  <a:gd name="T9" fmla="*/ 0 h 264"/>
                  <a:gd name="T10" fmla="*/ 24 w 323"/>
                  <a:gd name="T11" fmla="*/ 92 h 264"/>
                  <a:gd name="T12" fmla="*/ 24 w 323"/>
                  <a:gd name="T13" fmla="*/ 93 h 264"/>
                  <a:gd name="T14" fmla="*/ 23 w 323"/>
                  <a:gd name="T15" fmla="*/ 95 h 264"/>
                  <a:gd name="T16" fmla="*/ 3 w 323"/>
                  <a:gd name="T17" fmla="*/ 121 h 264"/>
                  <a:gd name="T18" fmla="*/ 10 w 323"/>
                  <a:gd name="T19" fmla="*/ 122 h 264"/>
                  <a:gd name="T20" fmla="*/ 184 w 323"/>
                  <a:gd name="T21" fmla="*/ 188 h 264"/>
                  <a:gd name="T22" fmla="*/ 222 w 323"/>
                  <a:gd name="T23" fmla="*/ 256 h 264"/>
                  <a:gd name="T24" fmla="*/ 222 w 323"/>
                  <a:gd name="T25" fmla="*/ 260 h 264"/>
                  <a:gd name="T26" fmla="*/ 222 w 323"/>
                  <a:gd name="T27" fmla="*/ 264 h 264"/>
                  <a:gd name="T28" fmla="*/ 313 w 323"/>
                  <a:gd name="T29" fmla="*/ 190 h 264"/>
                  <a:gd name="T30" fmla="*/ 323 w 323"/>
                  <a:gd name="T31" fmla="*/ 158 h 264"/>
                  <a:gd name="T32" fmla="*/ 300 w 323"/>
                  <a:gd name="T33" fmla="*/ 109 h 264"/>
                  <a:gd name="T34" fmla="*/ 300 w 323"/>
                  <a:gd name="T35" fmla="*/ 109 h 264"/>
                  <a:gd name="T36" fmla="*/ 231 w 323"/>
                  <a:gd name="T37" fmla="*/ 60 h 264"/>
                  <a:gd name="T38" fmla="*/ 86 w 323"/>
                  <a:gd name="T39" fmla="*/ 12 h 264"/>
                  <a:gd name="T40" fmla="*/ 12 w 323"/>
                  <a:gd name="T41" fmla="*/ 0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23" h="264">
                    <a:moveTo>
                      <a:pt x="1" y="124"/>
                    </a:moveTo>
                    <a:cubicBezTo>
                      <a:pt x="0" y="125"/>
                      <a:pt x="0" y="125"/>
                      <a:pt x="0" y="125"/>
                    </a:cubicBezTo>
                    <a:cubicBezTo>
                      <a:pt x="35" y="130"/>
                      <a:pt x="66" y="137"/>
                      <a:pt x="94" y="146"/>
                    </a:cubicBezTo>
                    <a:cubicBezTo>
                      <a:pt x="66" y="137"/>
                      <a:pt x="35" y="130"/>
                      <a:pt x="1" y="124"/>
                    </a:cubicBezTo>
                    <a:moveTo>
                      <a:pt x="12" y="0"/>
                    </a:moveTo>
                    <a:cubicBezTo>
                      <a:pt x="18" y="29"/>
                      <a:pt x="22" y="60"/>
                      <a:pt x="24" y="92"/>
                    </a:cubicBezTo>
                    <a:cubicBezTo>
                      <a:pt x="24" y="93"/>
                      <a:pt x="24" y="93"/>
                      <a:pt x="24" y="93"/>
                    </a:cubicBezTo>
                    <a:cubicBezTo>
                      <a:pt x="23" y="95"/>
                      <a:pt x="23" y="95"/>
                      <a:pt x="23" y="95"/>
                    </a:cubicBezTo>
                    <a:cubicBezTo>
                      <a:pt x="3" y="121"/>
                      <a:pt x="3" y="121"/>
                      <a:pt x="3" y="121"/>
                    </a:cubicBezTo>
                    <a:cubicBezTo>
                      <a:pt x="6" y="121"/>
                      <a:pt x="8" y="121"/>
                      <a:pt x="10" y="122"/>
                    </a:cubicBezTo>
                    <a:cubicBezTo>
                      <a:pt x="85" y="135"/>
                      <a:pt x="147" y="155"/>
                      <a:pt x="184" y="188"/>
                    </a:cubicBezTo>
                    <a:cubicBezTo>
                      <a:pt x="205" y="206"/>
                      <a:pt x="219" y="229"/>
                      <a:pt x="222" y="256"/>
                    </a:cubicBezTo>
                    <a:cubicBezTo>
                      <a:pt x="222" y="257"/>
                      <a:pt x="222" y="259"/>
                      <a:pt x="222" y="260"/>
                    </a:cubicBezTo>
                    <a:cubicBezTo>
                      <a:pt x="222" y="261"/>
                      <a:pt x="222" y="263"/>
                      <a:pt x="222" y="264"/>
                    </a:cubicBezTo>
                    <a:cubicBezTo>
                      <a:pt x="269" y="237"/>
                      <a:pt x="299" y="213"/>
                      <a:pt x="313" y="190"/>
                    </a:cubicBezTo>
                    <a:cubicBezTo>
                      <a:pt x="320" y="179"/>
                      <a:pt x="323" y="168"/>
                      <a:pt x="323" y="158"/>
                    </a:cubicBezTo>
                    <a:cubicBezTo>
                      <a:pt x="323" y="142"/>
                      <a:pt x="316" y="126"/>
                      <a:pt x="300" y="109"/>
                    </a:cubicBezTo>
                    <a:cubicBezTo>
                      <a:pt x="300" y="109"/>
                      <a:pt x="300" y="109"/>
                      <a:pt x="300" y="109"/>
                    </a:cubicBezTo>
                    <a:cubicBezTo>
                      <a:pt x="284" y="93"/>
                      <a:pt x="261" y="77"/>
                      <a:pt x="231" y="60"/>
                    </a:cubicBezTo>
                    <a:cubicBezTo>
                      <a:pt x="196" y="39"/>
                      <a:pt x="146" y="24"/>
                      <a:pt x="86" y="12"/>
                    </a:cubicBezTo>
                    <a:cubicBezTo>
                      <a:pt x="62" y="7"/>
                      <a:pt x="38" y="3"/>
                      <a:pt x="12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9" name="Freeform 56">
                <a:extLst>
                  <a:ext uri="{FF2B5EF4-FFF2-40B4-BE49-F238E27FC236}">
                    <a16:creationId xmlns:a16="http://schemas.microsoft.com/office/drawing/2014/main" id="{80FEA993-A724-4499-8132-DA3949C0AA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9" y="1821"/>
                <a:ext cx="0" cy="3"/>
              </a:xfrm>
              <a:custGeom>
                <a:avLst/>
                <a:gdLst>
                  <a:gd name="T0" fmla="*/ 0 h 2"/>
                  <a:gd name="T1" fmla="*/ 2 h 2"/>
                  <a:gd name="T2" fmla="*/ 2 h 2"/>
                  <a:gd name="T3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0" name="Freeform 57">
                <a:extLst>
                  <a:ext uri="{FF2B5EF4-FFF2-40B4-BE49-F238E27FC236}">
                    <a16:creationId xmlns:a16="http://schemas.microsoft.com/office/drawing/2014/main" id="{8904992E-B59A-4BC2-BBB7-4B778109D8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3" y="1872"/>
                <a:ext cx="5" cy="7"/>
              </a:xfrm>
              <a:custGeom>
                <a:avLst/>
                <a:gdLst>
                  <a:gd name="T0" fmla="*/ 3 w 3"/>
                  <a:gd name="T1" fmla="*/ 0 h 5"/>
                  <a:gd name="T2" fmla="*/ 1 w 3"/>
                  <a:gd name="T3" fmla="*/ 4 h 5"/>
                  <a:gd name="T4" fmla="*/ 0 w 3"/>
                  <a:gd name="T5" fmla="*/ 5 h 5"/>
                  <a:gd name="T6" fmla="*/ 3 w 3"/>
                  <a:gd name="T7" fmla="*/ 0 h 5"/>
                  <a:gd name="T8" fmla="*/ 3 w 3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3" y="0"/>
                    </a:moveTo>
                    <a:cubicBezTo>
                      <a:pt x="2" y="1"/>
                      <a:pt x="2" y="3"/>
                      <a:pt x="1" y="4"/>
                    </a:cubicBezTo>
                    <a:cubicBezTo>
                      <a:pt x="1" y="4"/>
                      <a:pt x="0" y="5"/>
                      <a:pt x="0" y="5"/>
                    </a:cubicBezTo>
                    <a:cubicBezTo>
                      <a:pt x="1" y="3"/>
                      <a:pt x="2" y="2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1" name="Freeform 58">
                <a:extLst>
                  <a:ext uri="{FF2B5EF4-FFF2-40B4-BE49-F238E27FC236}">
                    <a16:creationId xmlns:a16="http://schemas.microsoft.com/office/drawing/2014/main" id="{D84470E4-A9BA-415B-9451-D1DC3564A0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5" y="1774"/>
                <a:ext cx="321" cy="197"/>
              </a:xfrm>
              <a:custGeom>
                <a:avLst/>
                <a:gdLst>
                  <a:gd name="T0" fmla="*/ 2 w 221"/>
                  <a:gd name="T1" fmla="*/ 0 h 135"/>
                  <a:gd name="T2" fmla="*/ 0 w 221"/>
                  <a:gd name="T3" fmla="*/ 3 h 135"/>
                  <a:gd name="T4" fmla="*/ 93 w 221"/>
                  <a:gd name="T5" fmla="*/ 25 h 135"/>
                  <a:gd name="T6" fmla="*/ 221 w 221"/>
                  <a:gd name="T7" fmla="*/ 135 h 135"/>
                  <a:gd name="T8" fmla="*/ 183 w 221"/>
                  <a:gd name="T9" fmla="*/ 67 h 135"/>
                  <a:gd name="T10" fmla="*/ 9 w 221"/>
                  <a:gd name="T11" fmla="*/ 1 h 135"/>
                  <a:gd name="T12" fmla="*/ 2 w 221"/>
                  <a:gd name="T13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1" h="135">
                    <a:moveTo>
                      <a:pt x="2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34" y="9"/>
                      <a:pt x="65" y="16"/>
                      <a:pt x="93" y="25"/>
                    </a:cubicBezTo>
                    <a:cubicBezTo>
                      <a:pt x="165" y="47"/>
                      <a:pt x="213" y="82"/>
                      <a:pt x="221" y="135"/>
                    </a:cubicBezTo>
                    <a:cubicBezTo>
                      <a:pt x="218" y="108"/>
                      <a:pt x="204" y="85"/>
                      <a:pt x="183" y="67"/>
                    </a:cubicBezTo>
                    <a:cubicBezTo>
                      <a:pt x="146" y="34"/>
                      <a:pt x="84" y="14"/>
                      <a:pt x="9" y="1"/>
                    </a:cubicBezTo>
                    <a:cubicBezTo>
                      <a:pt x="7" y="0"/>
                      <a:pt x="5" y="0"/>
                      <a:pt x="2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2" name="Freeform 59">
                <a:extLst>
                  <a:ext uri="{FF2B5EF4-FFF2-40B4-BE49-F238E27FC236}">
                    <a16:creationId xmlns:a16="http://schemas.microsoft.com/office/drawing/2014/main" id="{433A380C-3202-44E9-B1EC-D234B3F33C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1643"/>
                <a:ext cx="233" cy="345"/>
              </a:xfrm>
              <a:custGeom>
                <a:avLst/>
                <a:gdLst>
                  <a:gd name="T0" fmla="*/ 0 w 160"/>
                  <a:gd name="T1" fmla="*/ 0 h 237"/>
                  <a:gd name="T2" fmla="*/ 63 w 160"/>
                  <a:gd name="T3" fmla="*/ 27 h 237"/>
                  <a:gd name="T4" fmla="*/ 133 w 160"/>
                  <a:gd name="T5" fmla="*/ 78 h 237"/>
                  <a:gd name="T6" fmla="*/ 133 w 160"/>
                  <a:gd name="T7" fmla="*/ 78 h 237"/>
                  <a:gd name="T8" fmla="*/ 156 w 160"/>
                  <a:gd name="T9" fmla="*/ 127 h 237"/>
                  <a:gd name="T10" fmla="*/ 146 w 160"/>
                  <a:gd name="T11" fmla="*/ 159 h 237"/>
                  <a:gd name="T12" fmla="*/ 55 w 160"/>
                  <a:gd name="T13" fmla="*/ 233 h 237"/>
                  <a:gd name="T14" fmla="*/ 56 w 160"/>
                  <a:gd name="T15" fmla="*/ 237 h 237"/>
                  <a:gd name="T16" fmla="*/ 149 w 160"/>
                  <a:gd name="T17" fmla="*/ 162 h 237"/>
                  <a:gd name="T18" fmla="*/ 150 w 160"/>
                  <a:gd name="T19" fmla="*/ 161 h 237"/>
                  <a:gd name="T20" fmla="*/ 152 w 160"/>
                  <a:gd name="T21" fmla="*/ 157 h 237"/>
                  <a:gd name="T22" fmla="*/ 157 w 160"/>
                  <a:gd name="T23" fmla="*/ 125 h 237"/>
                  <a:gd name="T24" fmla="*/ 157 w 160"/>
                  <a:gd name="T25" fmla="*/ 124 h 237"/>
                  <a:gd name="T26" fmla="*/ 157 w 160"/>
                  <a:gd name="T27" fmla="*/ 124 h 237"/>
                  <a:gd name="T28" fmla="*/ 160 w 160"/>
                  <a:gd name="T29" fmla="*/ 124 h 237"/>
                  <a:gd name="T30" fmla="*/ 160 w 160"/>
                  <a:gd name="T31" fmla="*/ 122 h 237"/>
                  <a:gd name="T32" fmla="*/ 67 w 160"/>
                  <a:gd name="T33" fmla="*/ 29 h 237"/>
                  <a:gd name="T34" fmla="*/ 0 w 160"/>
                  <a:gd name="T35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60" h="237">
                    <a:moveTo>
                      <a:pt x="0" y="0"/>
                    </a:moveTo>
                    <a:cubicBezTo>
                      <a:pt x="24" y="8"/>
                      <a:pt x="46" y="17"/>
                      <a:pt x="63" y="27"/>
                    </a:cubicBezTo>
                    <a:cubicBezTo>
                      <a:pt x="94" y="45"/>
                      <a:pt x="117" y="62"/>
                      <a:pt x="133" y="78"/>
                    </a:cubicBezTo>
                    <a:cubicBezTo>
                      <a:pt x="133" y="78"/>
                      <a:pt x="133" y="78"/>
                      <a:pt x="133" y="78"/>
                    </a:cubicBezTo>
                    <a:cubicBezTo>
                      <a:pt x="149" y="95"/>
                      <a:pt x="156" y="111"/>
                      <a:pt x="156" y="127"/>
                    </a:cubicBezTo>
                    <a:cubicBezTo>
                      <a:pt x="156" y="137"/>
                      <a:pt x="153" y="148"/>
                      <a:pt x="146" y="159"/>
                    </a:cubicBezTo>
                    <a:cubicBezTo>
                      <a:pt x="132" y="182"/>
                      <a:pt x="102" y="206"/>
                      <a:pt x="55" y="233"/>
                    </a:cubicBezTo>
                    <a:cubicBezTo>
                      <a:pt x="56" y="234"/>
                      <a:pt x="56" y="235"/>
                      <a:pt x="56" y="237"/>
                    </a:cubicBezTo>
                    <a:cubicBezTo>
                      <a:pt x="103" y="210"/>
                      <a:pt x="134" y="185"/>
                      <a:pt x="149" y="162"/>
                    </a:cubicBezTo>
                    <a:cubicBezTo>
                      <a:pt x="149" y="162"/>
                      <a:pt x="150" y="161"/>
                      <a:pt x="150" y="161"/>
                    </a:cubicBezTo>
                    <a:cubicBezTo>
                      <a:pt x="151" y="160"/>
                      <a:pt x="151" y="158"/>
                      <a:pt x="152" y="157"/>
                    </a:cubicBezTo>
                    <a:cubicBezTo>
                      <a:pt x="156" y="144"/>
                      <a:pt x="157" y="133"/>
                      <a:pt x="157" y="125"/>
                    </a:cubicBezTo>
                    <a:cubicBezTo>
                      <a:pt x="157" y="125"/>
                      <a:pt x="157" y="124"/>
                      <a:pt x="157" y="124"/>
                    </a:cubicBezTo>
                    <a:cubicBezTo>
                      <a:pt x="157" y="124"/>
                      <a:pt x="157" y="124"/>
                      <a:pt x="157" y="124"/>
                    </a:cubicBezTo>
                    <a:cubicBezTo>
                      <a:pt x="160" y="124"/>
                      <a:pt x="160" y="124"/>
                      <a:pt x="160" y="124"/>
                    </a:cubicBezTo>
                    <a:cubicBezTo>
                      <a:pt x="160" y="123"/>
                      <a:pt x="160" y="123"/>
                      <a:pt x="160" y="122"/>
                    </a:cubicBezTo>
                    <a:cubicBezTo>
                      <a:pt x="156" y="91"/>
                      <a:pt x="124" y="61"/>
                      <a:pt x="67" y="29"/>
                    </a:cubicBezTo>
                    <a:cubicBezTo>
                      <a:pt x="48" y="18"/>
                      <a:pt x="26" y="9"/>
                      <a:pt x="0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3" name="Freeform 60">
                <a:extLst>
                  <a:ext uri="{FF2B5EF4-FFF2-40B4-BE49-F238E27FC236}">
                    <a16:creationId xmlns:a16="http://schemas.microsoft.com/office/drawing/2014/main" id="{97FB7C23-BB6F-43D3-9A73-CB27143C1B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8" y="1824"/>
                <a:ext cx="13" cy="48"/>
              </a:xfrm>
              <a:custGeom>
                <a:avLst/>
                <a:gdLst>
                  <a:gd name="T0" fmla="*/ 8 w 9"/>
                  <a:gd name="T1" fmla="*/ 0 h 33"/>
                  <a:gd name="T2" fmla="*/ 8 w 9"/>
                  <a:gd name="T3" fmla="*/ 0 h 33"/>
                  <a:gd name="T4" fmla="*/ 5 w 9"/>
                  <a:gd name="T5" fmla="*/ 0 h 33"/>
                  <a:gd name="T6" fmla="*/ 5 w 9"/>
                  <a:gd name="T7" fmla="*/ 0 h 33"/>
                  <a:gd name="T8" fmla="*/ 5 w 9"/>
                  <a:gd name="T9" fmla="*/ 1 h 33"/>
                  <a:gd name="T10" fmla="*/ 0 w 9"/>
                  <a:gd name="T11" fmla="*/ 33 h 33"/>
                  <a:gd name="T12" fmla="*/ 0 w 9"/>
                  <a:gd name="T13" fmla="*/ 33 h 33"/>
                  <a:gd name="T14" fmla="*/ 9 w 9"/>
                  <a:gd name="T15" fmla="*/ 3 h 33"/>
                  <a:gd name="T16" fmla="*/ 9 w 9"/>
                  <a:gd name="T17" fmla="*/ 4 h 33"/>
                  <a:gd name="T18" fmla="*/ 8 w 9"/>
                  <a:gd name="T1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33"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1"/>
                      <a:pt x="5" y="1"/>
                    </a:cubicBezTo>
                    <a:cubicBezTo>
                      <a:pt x="5" y="9"/>
                      <a:pt x="4" y="20"/>
                      <a:pt x="0" y="33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6" y="23"/>
                      <a:pt x="9" y="13"/>
                      <a:pt x="9" y="3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9" y="2"/>
                      <a:pt x="9" y="1"/>
                      <a:pt x="8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4" name="Freeform 61">
                <a:extLst>
                  <a:ext uri="{FF2B5EF4-FFF2-40B4-BE49-F238E27FC236}">
                    <a16:creationId xmlns:a16="http://schemas.microsoft.com/office/drawing/2014/main" id="{22370CE6-7B44-4D0E-BDE8-186783F460B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72" y="1610"/>
                <a:ext cx="146" cy="160"/>
              </a:xfrm>
              <a:custGeom>
                <a:avLst/>
                <a:gdLst>
                  <a:gd name="T0" fmla="*/ 12 w 100"/>
                  <a:gd name="T1" fmla="*/ 102 h 110"/>
                  <a:gd name="T2" fmla="*/ 13 w 100"/>
                  <a:gd name="T3" fmla="*/ 103 h 110"/>
                  <a:gd name="T4" fmla="*/ 100 w 100"/>
                  <a:gd name="T5" fmla="*/ 110 h 110"/>
                  <a:gd name="T6" fmla="*/ 100 w 100"/>
                  <a:gd name="T7" fmla="*/ 110 h 110"/>
                  <a:gd name="T8" fmla="*/ 12 w 100"/>
                  <a:gd name="T9" fmla="*/ 102 h 110"/>
                  <a:gd name="T10" fmla="*/ 31 w 100"/>
                  <a:gd name="T11" fmla="*/ 0 h 110"/>
                  <a:gd name="T12" fmla="*/ 4 w 100"/>
                  <a:gd name="T13" fmla="*/ 60 h 110"/>
                  <a:gd name="T14" fmla="*/ 10 w 100"/>
                  <a:gd name="T15" fmla="*/ 98 h 110"/>
                  <a:gd name="T16" fmla="*/ 10 w 100"/>
                  <a:gd name="T17" fmla="*/ 98 h 110"/>
                  <a:gd name="T18" fmla="*/ 96 w 100"/>
                  <a:gd name="T19" fmla="*/ 105 h 110"/>
                  <a:gd name="T20" fmla="*/ 31 w 100"/>
                  <a:gd name="T21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0" h="110">
                    <a:moveTo>
                      <a:pt x="12" y="102"/>
                    </a:moveTo>
                    <a:cubicBezTo>
                      <a:pt x="12" y="102"/>
                      <a:pt x="13" y="102"/>
                      <a:pt x="13" y="103"/>
                    </a:cubicBezTo>
                    <a:cubicBezTo>
                      <a:pt x="43" y="105"/>
                      <a:pt x="72" y="107"/>
                      <a:pt x="100" y="110"/>
                    </a:cubicBezTo>
                    <a:cubicBezTo>
                      <a:pt x="100" y="110"/>
                      <a:pt x="100" y="110"/>
                      <a:pt x="100" y="110"/>
                    </a:cubicBezTo>
                    <a:cubicBezTo>
                      <a:pt x="72" y="106"/>
                      <a:pt x="42" y="104"/>
                      <a:pt x="12" y="102"/>
                    </a:cubicBezTo>
                    <a:moveTo>
                      <a:pt x="31" y="0"/>
                    </a:moveTo>
                    <a:cubicBezTo>
                      <a:pt x="24" y="15"/>
                      <a:pt x="8" y="49"/>
                      <a:pt x="4" y="60"/>
                    </a:cubicBezTo>
                    <a:cubicBezTo>
                      <a:pt x="0" y="71"/>
                      <a:pt x="1" y="80"/>
                      <a:pt x="10" y="98"/>
                    </a:cubicBezTo>
                    <a:cubicBezTo>
                      <a:pt x="10" y="98"/>
                      <a:pt x="10" y="98"/>
                      <a:pt x="10" y="98"/>
                    </a:cubicBezTo>
                    <a:cubicBezTo>
                      <a:pt x="40" y="100"/>
                      <a:pt x="69" y="102"/>
                      <a:pt x="96" y="105"/>
                    </a:cubicBezTo>
                    <a:cubicBezTo>
                      <a:pt x="78" y="83"/>
                      <a:pt x="54" y="48"/>
                      <a:pt x="3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5" name="Freeform 62">
                <a:extLst>
                  <a:ext uri="{FF2B5EF4-FFF2-40B4-BE49-F238E27FC236}">
                    <a16:creationId xmlns:a16="http://schemas.microsoft.com/office/drawing/2014/main" id="{0B7381C8-4E2F-4DFB-B76C-1F65C5AB57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7" y="1752"/>
                <a:ext cx="131" cy="18"/>
              </a:xfrm>
              <a:custGeom>
                <a:avLst/>
                <a:gdLst>
                  <a:gd name="T0" fmla="*/ 0 w 90"/>
                  <a:gd name="T1" fmla="*/ 0 h 12"/>
                  <a:gd name="T2" fmla="*/ 2 w 90"/>
                  <a:gd name="T3" fmla="*/ 4 h 12"/>
                  <a:gd name="T4" fmla="*/ 90 w 90"/>
                  <a:gd name="T5" fmla="*/ 12 h 12"/>
                  <a:gd name="T6" fmla="*/ 86 w 90"/>
                  <a:gd name="T7" fmla="*/ 7 h 12"/>
                  <a:gd name="T8" fmla="*/ 0 w 90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0" h="12">
                    <a:moveTo>
                      <a:pt x="0" y="0"/>
                    </a:moveTo>
                    <a:cubicBezTo>
                      <a:pt x="1" y="1"/>
                      <a:pt x="2" y="2"/>
                      <a:pt x="2" y="4"/>
                    </a:cubicBezTo>
                    <a:cubicBezTo>
                      <a:pt x="32" y="6"/>
                      <a:pt x="62" y="8"/>
                      <a:pt x="90" y="12"/>
                    </a:cubicBezTo>
                    <a:cubicBezTo>
                      <a:pt x="89" y="10"/>
                      <a:pt x="88" y="9"/>
                      <a:pt x="86" y="7"/>
                    </a:cubicBezTo>
                    <a:cubicBezTo>
                      <a:pt x="59" y="4"/>
                      <a:pt x="30" y="2"/>
                      <a:pt x="0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6" name="Freeform 63">
                <a:extLst>
                  <a:ext uri="{FF2B5EF4-FFF2-40B4-BE49-F238E27FC236}">
                    <a16:creationId xmlns:a16="http://schemas.microsoft.com/office/drawing/2014/main" id="{C03A681D-CE10-406E-ADCA-A77EEF91FFD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18" y="1610"/>
                <a:ext cx="128" cy="140"/>
              </a:xfrm>
              <a:custGeom>
                <a:avLst/>
                <a:gdLst>
                  <a:gd name="T0" fmla="*/ 1 w 88"/>
                  <a:gd name="T1" fmla="*/ 94 h 96"/>
                  <a:gd name="T2" fmla="*/ 0 w 88"/>
                  <a:gd name="T3" fmla="*/ 95 h 96"/>
                  <a:gd name="T4" fmla="*/ 79 w 88"/>
                  <a:gd name="T5" fmla="*/ 96 h 96"/>
                  <a:gd name="T6" fmla="*/ 80 w 88"/>
                  <a:gd name="T7" fmla="*/ 95 h 96"/>
                  <a:gd name="T8" fmla="*/ 64 w 88"/>
                  <a:gd name="T9" fmla="*/ 95 h 96"/>
                  <a:gd name="T10" fmla="*/ 1 w 88"/>
                  <a:gd name="T11" fmla="*/ 94 h 96"/>
                  <a:gd name="T12" fmla="*/ 58 w 88"/>
                  <a:gd name="T13" fmla="*/ 0 h 96"/>
                  <a:gd name="T14" fmla="*/ 4 w 88"/>
                  <a:gd name="T15" fmla="*/ 90 h 96"/>
                  <a:gd name="T16" fmla="*/ 81 w 88"/>
                  <a:gd name="T17" fmla="*/ 91 h 96"/>
                  <a:gd name="T18" fmla="*/ 84 w 88"/>
                  <a:gd name="T19" fmla="*/ 60 h 96"/>
                  <a:gd name="T20" fmla="*/ 58 w 88"/>
                  <a:gd name="T21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8" h="96">
                    <a:moveTo>
                      <a:pt x="1" y="94"/>
                    </a:moveTo>
                    <a:cubicBezTo>
                      <a:pt x="1" y="95"/>
                      <a:pt x="0" y="95"/>
                      <a:pt x="0" y="95"/>
                    </a:cubicBezTo>
                    <a:cubicBezTo>
                      <a:pt x="25" y="96"/>
                      <a:pt x="52" y="96"/>
                      <a:pt x="79" y="96"/>
                    </a:cubicBezTo>
                    <a:cubicBezTo>
                      <a:pt x="79" y="96"/>
                      <a:pt x="79" y="95"/>
                      <a:pt x="80" y="95"/>
                    </a:cubicBezTo>
                    <a:cubicBezTo>
                      <a:pt x="74" y="95"/>
                      <a:pt x="69" y="95"/>
                      <a:pt x="64" y="95"/>
                    </a:cubicBezTo>
                    <a:cubicBezTo>
                      <a:pt x="42" y="95"/>
                      <a:pt x="21" y="95"/>
                      <a:pt x="1" y="94"/>
                    </a:cubicBezTo>
                    <a:moveTo>
                      <a:pt x="58" y="0"/>
                    </a:moveTo>
                    <a:cubicBezTo>
                      <a:pt x="39" y="39"/>
                      <a:pt x="20" y="69"/>
                      <a:pt x="4" y="90"/>
                    </a:cubicBezTo>
                    <a:cubicBezTo>
                      <a:pt x="29" y="91"/>
                      <a:pt x="55" y="91"/>
                      <a:pt x="81" y="91"/>
                    </a:cubicBezTo>
                    <a:cubicBezTo>
                      <a:pt x="88" y="78"/>
                      <a:pt x="88" y="69"/>
                      <a:pt x="84" y="60"/>
                    </a:cubicBezTo>
                    <a:cubicBezTo>
                      <a:pt x="80" y="49"/>
                      <a:pt x="65" y="15"/>
                      <a:pt x="58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7" name="Freeform 64">
                <a:extLst>
                  <a:ext uri="{FF2B5EF4-FFF2-40B4-BE49-F238E27FC236}">
                    <a16:creationId xmlns:a16="http://schemas.microsoft.com/office/drawing/2014/main" id="{8D4CE47A-4982-4AB9-BF66-B512710C84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9" y="1741"/>
                <a:ext cx="117" cy="7"/>
              </a:xfrm>
              <a:custGeom>
                <a:avLst/>
                <a:gdLst>
                  <a:gd name="T0" fmla="*/ 3 w 80"/>
                  <a:gd name="T1" fmla="*/ 0 h 5"/>
                  <a:gd name="T2" fmla="*/ 0 w 80"/>
                  <a:gd name="T3" fmla="*/ 4 h 5"/>
                  <a:gd name="T4" fmla="*/ 63 w 80"/>
                  <a:gd name="T5" fmla="*/ 5 h 5"/>
                  <a:gd name="T6" fmla="*/ 79 w 80"/>
                  <a:gd name="T7" fmla="*/ 5 h 5"/>
                  <a:gd name="T8" fmla="*/ 80 w 80"/>
                  <a:gd name="T9" fmla="*/ 1 h 5"/>
                  <a:gd name="T10" fmla="*/ 3 w 80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0" h="5">
                    <a:moveTo>
                      <a:pt x="3" y="0"/>
                    </a:moveTo>
                    <a:cubicBezTo>
                      <a:pt x="2" y="2"/>
                      <a:pt x="1" y="3"/>
                      <a:pt x="0" y="4"/>
                    </a:cubicBezTo>
                    <a:cubicBezTo>
                      <a:pt x="20" y="5"/>
                      <a:pt x="41" y="5"/>
                      <a:pt x="63" y="5"/>
                    </a:cubicBezTo>
                    <a:cubicBezTo>
                      <a:pt x="68" y="5"/>
                      <a:pt x="73" y="5"/>
                      <a:pt x="79" y="5"/>
                    </a:cubicBezTo>
                    <a:cubicBezTo>
                      <a:pt x="79" y="4"/>
                      <a:pt x="80" y="2"/>
                      <a:pt x="80" y="1"/>
                    </a:cubicBezTo>
                    <a:cubicBezTo>
                      <a:pt x="54" y="1"/>
                      <a:pt x="28" y="1"/>
                      <a:pt x="3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8" name="Freeform 65">
                <a:extLst>
                  <a:ext uri="{FF2B5EF4-FFF2-40B4-BE49-F238E27FC236}">
                    <a16:creationId xmlns:a16="http://schemas.microsoft.com/office/drawing/2014/main" id="{7EA22B19-D1BB-4972-9E07-E221254392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0" y="1543"/>
                <a:ext cx="1127" cy="143"/>
              </a:xfrm>
              <a:custGeom>
                <a:avLst/>
                <a:gdLst>
                  <a:gd name="T0" fmla="*/ 0 w 774"/>
                  <a:gd name="T1" fmla="*/ 8 h 98"/>
                  <a:gd name="T2" fmla="*/ 423 w 774"/>
                  <a:gd name="T3" fmla="*/ 25 h 98"/>
                  <a:gd name="T4" fmla="*/ 624 w 774"/>
                  <a:gd name="T5" fmla="*/ 51 h 98"/>
                  <a:gd name="T6" fmla="*/ 770 w 774"/>
                  <a:gd name="T7" fmla="*/ 98 h 98"/>
                  <a:gd name="T8" fmla="*/ 774 w 774"/>
                  <a:gd name="T9" fmla="*/ 91 h 98"/>
                  <a:gd name="T10" fmla="*/ 626 w 774"/>
                  <a:gd name="T11" fmla="*/ 43 h 98"/>
                  <a:gd name="T12" fmla="*/ 0 w 774"/>
                  <a:gd name="T13" fmla="*/ 0 h 98"/>
                  <a:gd name="T14" fmla="*/ 0 w 774"/>
                  <a:gd name="T15" fmla="*/ 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74" h="98">
                    <a:moveTo>
                      <a:pt x="0" y="8"/>
                    </a:moveTo>
                    <a:cubicBezTo>
                      <a:pt x="120" y="11"/>
                      <a:pt x="278" y="13"/>
                      <a:pt x="423" y="25"/>
                    </a:cubicBezTo>
                    <a:cubicBezTo>
                      <a:pt x="495" y="31"/>
                      <a:pt x="565" y="39"/>
                      <a:pt x="624" y="51"/>
                    </a:cubicBezTo>
                    <a:cubicBezTo>
                      <a:pt x="684" y="63"/>
                      <a:pt x="735" y="78"/>
                      <a:pt x="770" y="98"/>
                    </a:cubicBezTo>
                    <a:cubicBezTo>
                      <a:pt x="774" y="91"/>
                      <a:pt x="774" y="91"/>
                      <a:pt x="774" y="91"/>
                    </a:cubicBezTo>
                    <a:cubicBezTo>
                      <a:pt x="738" y="70"/>
                      <a:pt x="686" y="55"/>
                      <a:pt x="626" y="43"/>
                    </a:cubicBezTo>
                    <a:cubicBezTo>
                      <a:pt x="445" y="7"/>
                      <a:pt x="181" y="5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9" name="Freeform 66">
                <a:extLst>
                  <a:ext uri="{FF2B5EF4-FFF2-40B4-BE49-F238E27FC236}">
                    <a16:creationId xmlns:a16="http://schemas.microsoft.com/office/drawing/2014/main" id="{5B6C13A4-2481-4101-BB67-C4074C29AA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0" y="1723"/>
                <a:ext cx="1334" cy="259"/>
              </a:xfrm>
              <a:custGeom>
                <a:avLst/>
                <a:gdLst>
                  <a:gd name="T0" fmla="*/ 0 w 916"/>
                  <a:gd name="T1" fmla="*/ 8 h 178"/>
                  <a:gd name="T2" fmla="*/ 229 w 916"/>
                  <a:gd name="T3" fmla="*/ 19 h 178"/>
                  <a:gd name="T4" fmla="*/ 669 w 916"/>
                  <a:gd name="T5" fmla="*/ 40 h 178"/>
                  <a:gd name="T6" fmla="*/ 836 w 916"/>
                  <a:gd name="T7" fmla="*/ 87 h 178"/>
                  <a:gd name="T8" fmla="*/ 886 w 916"/>
                  <a:gd name="T9" fmla="*/ 126 h 178"/>
                  <a:gd name="T10" fmla="*/ 908 w 916"/>
                  <a:gd name="T11" fmla="*/ 178 h 178"/>
                  <a:gd name="T12" fmla="*/ 916 w 916"/>
                  <a:gd name="T13" fmla="*/ 178 h 178"/>
                  <a:gd name="T14" fmla="*/ 877 w 916"/>
                  <a:gd name="T15" fmla="*/ 106 h 178"/>
                  <a:gd name="T16" fmla="*/ 703 w 916"/>
                  <a:gd name="T17" fmla="*/ 37 h 178"/>
                  <a:gd name="T18" fmla="*/ 320 w 916"/>
                  <a:gd name="T19" fmla="*/ 12 h 178"/>
                  <a:gd name="T20" fmla="*/ 138 w 916"/>
                  <a:gd name="T21" fmla="*/ 10 h 178"/>
                  <a:gd name="T22" fmla="*/ 1 w 916"/>
                  <a:gd name="T23" fmla="*/ 0 h 178"/>
                  <a:gd name="T24" fmla="*/ 0 w 916"/>
                  <a:gd name="T25" fmla="*/ 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16" h="178">
                    <a:moveTo>
                      <a:pt x="0" y="8"/>
                    </a:moveTo>
                    <a:cubicBezTo>
                      <a:pt x="54" y="17"/>
                      <a:pt x="136" y="19"/>
                      <a:pt x="229" y="19"/>
                    </a:cubicBezTo>
                    <a:cubicBezTo>
                      <a:pt x="370" y="21"/>
                      <a:pt x="536" y="20"/>
                      <a:pt x="669" y="40"/>
                    </a:cubicBezTo>
                    <a:cubicBezTo>
                      <a:pt x="735" y="49"/>
                      <a:pt x="793" y="64"/>
                      <a:pt x="836" y="87"/>
                    </a:cubicBezTo>
                    <a:cubicBezTo>
                      <a:pt x="857" y="98"/>
                      <a:pt x="874" y="111"/>
                      <a:pt x="886" y="126"/>
                    </a:cubicBezTo>
                    <a:cubicBezTo>
                      <a:pt x="898" y="141"/>
                      <a:pt x="906" y="158"/>
                      <a:pt x="908" y="178"/>
                    </a:cubicBezTo>
                    <a:cubicBezTo>
                      <a:pt x="916" y="178"/>
                      <a:pt x="916" y="178"/>
                      <a:pt x="916" y="178"/>
                    </a:cubicBezTo>
                    <a:cubicBezTo>
                      <a:pt x="913" y="149"/>
                      <a:pt x="899" y="125"/>
                      <a:pt x="877" y="106"/>
                    </a:cubicBezTo>
                    <a:cubicBezTo>
                      <a:pt x="840" y="72"/>
                      <a:pt x="778" y="51"/>
                      <a:pt x="703" y="37"/>
                    </a:cubicBezTo>
                    <a:cubicBezTo>
                      <a:pt x="591" y="17"/>
                      <a:pt x="450" y="13"/>
                      <a:pt x="320" y="12"/>
                    </a:cubicBezTo>
                    <a:cubicBezTo>
                      <a:pt x="255" y="12"/>
                      <a:pt x="193" y="12"/>
                      <a:pt x="138" y="10"/>
                    </a:cubicBezTo>
                    <a:cubicBezTo>
                      <a:pt x="83" y="9"/>
                      <a:pt x="36" y="6"/>
                      <a:pt x="1" y="0"/>
                    </a:cubicBezTo>
                    <a:cubicBezTo>
                      <a:pt x="0" y="8"/>
                      <a:pt x="0" y="8"/>
                      <a:pt x="0" y="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0" name="Freeform 67">
                <a:extLst>
                  <a:ext uri="{FF2B5EF4-FFF2-40B4-BE49-F238E27FC236}">
                    <a16:creationId xmlns:a16="http://schemas.microsoft.com/office/drawing/2014/main" id="{D3D0217B-6234-4BBD-B062-56D97B3FE1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2" y="1517"/>
                <a:ext cx="208" cy="38"/>
              </a:xfrm>
              <a:custGeom>
                <a:avLst/>
                <a:gdLst>
                  <a:gd name="T0" fmla="*/ 0 w 143"/>
                  <a:gd name="T1" fmla="*/ 8 h 26"/>
                  <a:gd name="T2" fmla="*/ 143 w 143"/>
                  <a:gd name="T3" fmla="*/ 26 h 26"/>
                  <a:gd name="T4" fmla="*/ 143 w 143"/>
                  <a:gd name="T5" fmla="*/ 18 h 26"/>
                  <a:gd name="T6" fmla="*/ 2 w 143"/>
                  <a:gd name="T7" fmla="*/ 0 h 26"/>
                  <a:gd name="T8" fmla="*/ 0 w 143"/>
                  <a:gd name="T9" fmla="*/ 8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3" h="26">
                    <a:moveTo>
                      <a:pt x="0" y="8"/>
                    </a:moveTo>
                    <a:cubicBezTo>
                      <a:pt x="33" y="18"/>
                      <a:pt x="80" y="25"/>
                      <a:pt x="143" y="26"/>
                    </a:cubicBezTo>
                    <a:cubicBezTo>
                      <a:pt x="143" y="18"/>
                      <a:pt x="143" y="18"/>
                      <a:pt x="143" y="18"/>
                    </a:cubicBezTo>
                    <a:cubicBezTo>
                      <a:pt x="81" y="17"/>
                      <a:pt x="35" y="10"/>
                      <a:pt x="2" y="0"/>
                    </a:cubicBezTo>
                    <a:cubicBezTo>
                      <a:pt x="0" y="8"/>
                      <a:pt x="0" y="8"/>
                      <a:pt x="0" y="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1" name="Freeform 68">
                <a:extLst>
                  <a:ext uri="{FF2B5EF4-FFF2-40B4-BE49-F238E27FC236}">
                    <a16:creationId xmlns:a16="http://schemas.microsoft.com/office/drawing/2014/main" id="{81891C47-8F3A-4BC9-93AF-1B5DCDF0DA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5" y="2044"/>
                <a:ext cx="389" cy="199"/>
              </a:xfrm>
              <a:custGeom>
                <a:avLst/>
                <a:gdLst>
                  <a:gd name="T0" fmla="*/ 23 w 267"/>
                  <a:gd name="T1" fmla="*/ 137 h 137"/>
                  <a:gd name="T2" fmla="*/ 3 w 267"/>
                  <a:gd name="T3" fmla="*/ 131 h 137"/>
                  <a:gd name="T4" fmla="*/ 2 w 267"/>
                  <a:gd name="T5" fmla="*/ 115 h 137"/>
                  <a:gd name="T6" fmla="*/ 63 w 267"/>
                  <a:gd name="T7" fmla="*/ 44 h 137"/>
                  <a:gd name="T8" fmla="*/ 77 w 267"/>
                  <a:gd name="T9" fmla="*/ 43 h 137"/>
                  <a:gd name="T10" fmla="*/ 88 w 267"/>
                  <a:gd name="T11" fmla="*/ 43 h 137"/>
                  <a:gd name="T12" fmla="*/ 100 w 267"/>
                  <a:gd name="T13" fmla="*/ 44 h 137"/>
                  <a:gd name="T14" fmla="*/ 178 w 267"/>
                  <a:gd name="T15" fmla="*/ 16 h 137"/>
                  <a:gd name="T16" fmla="*/ 226 w 267"/>
                  <a:gd name="T17" fmla="*/ 0 h 137"/>
                  <a:gd name="T18" fmla="*/ 267 w 267"/>
                  <a:gd name="T19" fmla="*/ 31 h 137"/>
                  <a:gd name="T20" fmla="*/ 267 w 267"/>
                  <a:gd name="T21" fmla="*/ 31 h 137"/>
                  <a:gd name="T22" fmla="*/ 263 w 267"/>
                  <a:gd name="T23" fmla="*/ 95 h 137"/>
                  <a:gd name="T24" fmla="*/ 261 w 267"/>
                  <a:gd name="T25" fmla="*/ 95 h 137"/>
                  <a:gd name="T26" fmla="*/ 114 w 267"/>
                  <a:gd name="T27" fmla="*/ 116 h 137"/>
                  <a:gd name="T28" fmla="*/ 27 w 267"/>
                  <a:gd name="T29" fmla="*/ 137 h 137"/>
                  <a:gd name="T30" fmla="*/ 23 w 267"/>
                  <a:gd name="T31" fmla="*/ 13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67" h="137">
                    <a:moveTo>
                      <a:pt x="23" y="137"/>
                    </a:moveTo>
                    <a:cubicBezTo>
                      <a:pt x="13" y="137"/>
                      <a:pt x="6" y="135"/>
                      <a:pt x="3" y="131"/>
                    </a:cubicBezTo>
                    <a:cubicBezTo>
                      <a:pt x="0" y="127"/>
                      <a:pt x="0" y="122"/>
                      <a:pt x="2" y="115"/>
                    </a:cubicBezTo>
                    <a:cubicBezTo>
                      <a:pt x="5" y="101"/>
                      <a:pt x="30" y="50"/>
                      <a:pt x="63" y="44"/>
                    </a:cubicBezTo>
                    <a:cubicBezTo>
                      <a:pt x="67" y="43"/>
                      <a:pt x="72" y="43"/>
                      <a:pt x="77" y="43"/>
                    </a:cubicBezTo>
                    <a:cubicBezTo>
                      <a:pt x="81" y="43"/>
                      <a:pt x="84" y="43"/>
                      <a:pt x="88" y="43"/>
                    </a:cubicBezTo>
                    <a:cubicBezTo>
                      <a:pt x="92" y="43"/>
                      <a:pt x="96" y="44"/>
                      <a:pt x="100" y="44"/>
                    </a:cubicBezTo>
                    <a:cubicBezTo>
                      <a:pt x="116" y="44"/>
                      <a:pt x="137" y="40"/>
                      <a:pt x="178" y="16"/>
                    </a:cubicBezTo>
                    <a:cubicBezTo>
                      <a:pt x="196" y="6"/>
                      <a:pt x="213" y="0"/>
                      <a:pt x="226" y="0"/>
                    </a:cubicBezTo>
                    <a:cubicBezTo>
                      <a:pt x="259" y="0"/>
                      <a:pt x="267" y="30"/>
                      <a:pt x="267" y="31"/>
                    </a:cubicBezTo>
                    <a:cubicBezTo>
                      <a:pt x="267" y="31"/>
                      <a:pt x="267" y="31"/>
                      <a:pt x="267" y="31"/>
                    </a:cubicBezTo>
                    <a:cubicBezTo>
                      <a:pt x="263" y="95"/>
                      <a:pt x="263" y="95"/>
                      <a:pt x="263" y="95"/>
                    </a:cubicBezTo>
                    <a:cubicBezTo>
                      <a:pt x="261" y="95"/>
                      <a:pt x="261" y="95"/>
                      <a:pt x="261" y="95"/>
                    </a:cubicBezTo>
                    <a:cubicBezTo>
                      <a:pt x="221" y="98"/>
                      <a:pt x="147" y="104"/>
                      <a:pt x="114" y="116"/>
                    </a:cubicBezTo>
                    <a:cubicBezTo>
                      <a:pt x="82" y="128"/>
                      <a:pt x="47" y="136"/>
                      <a:pt x="27" y="137"/>
                    </a:cubicBezTo>
                    <a:cubicBezTo>
                      <a:pt x="26" y="137"/>
                      <a:pt x="24" y="137"/>
                      <a:pt x="23" y="13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2" name="Freeform 69">
                <a:extLst>
                  <a:ext uri="{FF2B5EF4-FFF2-40B4-BE49-F238E27FC236}">
                    <a16:creationId xmlns:a16="http://schemas.microsoft.com/office/drawing/2014/main" id="{60CE5266-8AC6-4E5F-B7E7-38E6458E4F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221" y="2041"/>
                <a:ext cx="396" cy="205"/>
              </a:xfrm>
              <a:custGeom>
                <a:avLst/>
                <a:gdLst>
                  <a:gd name="T0" fmla="*/ 229 w 272"/>
                  <a:gd name="T1" fmla="*/ 4 h 141"/>
                  <a:gd name="T2" fmla="*/ 268 w 272"/>
                  <a:gd name="T3" fmla="*/ 33 h 141"/>
                  <a:gd name="T4" fmla="*/ 264 w 272"/>
                  <a:gd name="T5" fmla="*/ 95 h 141"/>
                  <a:gd name="T6" fmla="*/ 116 w 272"/>
                  <a:gd name="T7" fmla="*/ 116 h 141"/>
                  <a:gd name="T8" fmla="*/ 30 w 272"/>
                  <a:gd name="T9" fmla="*/ 137 h 141"/>
                  <a:gd name="T10" fmla="*/ 26 w 272"/>
                  <a:gd name="T11" fmla="*/ 137 h 141"/>
                  <a:gd name="T12" fmla="*/ 6 w 272"/>
                  <a:gd name="T13" fmla="*/ 118 h 141"/>
                  <a:gd name="T14" fmla="*/ 66 w 272"/>
                  <a:gd name="T15" fmla="*/ 48 h 141"/>
                  <a:gd name="T16" fmla="*/ 80 w 272"/>
                  <a:gd name="T17" fmla="*/ 47 h 141"/>
                  <a:gd name="T18" fmla="*/ 103 w 272"/>
                  <a:gd name="T19" fmla="*/ 48 h 141"/>
                  <a:gd name="T20" fmla="*/ 182 w 272"/>
                  <a:gd name="T21" fmla="*/ 20 h 141"/>
                  <a:gd name="T22" fmla="*/ 229 w 272"/>
                  <a:gd name="T23" fmla="*/ 4 h 141"/>
                  <a:gd name="T24" fmla="*/ 229 w 272"/>
                  <a:gd name="T25" fmla="*/ 0 h 141"/>
                  <a:gd name="T26" fmla="*/ 229 w 272"/>
                  <a:gd name="T27" fmla="*/ 0 h 141"/>
                  <a:gd name="T28" fmla="*/ 180 w 272"/>
                  <a:gd name="T29" fmla="*/ 17 h 141"/>
                  <a:gd name="T30" fmla="*/ 103 w 272"/>
                  <a:gd name="T31" fmla="*/ 44 h 141"/>
                  <a:gd name="T32" fmla="*/ 91 w 272"/>
                  <a:gd name="T33" fmla="*/ 43 h 141"/>
                  <a:gd name="T34" fmla="*/ 80 w 272"/>
                  <a:gd name="T35" fmla="*/ 43 h 141"/>
                  <a:gd name="T36" fmla="*/ 66 w 272"/>
                  <a:gd name="T37" fmla="*/ 44 h 141"/>
                  <a:gd name="T38" fmla="*/ 3 w 272"/>
                  <a:gd name="T39" fmla="*/ 117 h 141"/>
                  <a:gd name="T40" fmla="*/ 4 w 272"/>
                  <a:gd name="T41" fmla="*/ 134 h 141"/>
                  <a:gd name="T42" fmla="*/ 26 w 272"/>
                  <a:gd name="T43" fmla="*/ 141 h 141"/>
                  <a:gd name="T44" fmla="*/ 30 w 272"/>
                  <a:gd name="T45" fmla="*/ 141 h 141"/>
                  <a:gd name="T46" fmla="*/ 117 w 272"/>
                  <a:gd name="T47" fmla="*/ 120 h 141"/>
                  <a:gd name="T48" fmla="*/ 264 w 272"/>
                  <a:gd name="T49" fmla="*/ 99 h 141"/>
                  <a:gd name="T50" fmla="*/ 268 w 272"/>
                  <a:gd name="T51" fmla="*/ 99 h 141"/>
                  <a:gd name="T52" fmla="*/ 268 w 272"/>
                  <a:gd name="T53" fmla="*/ 96 h 141"/>
                  <a:gd name="T54" fmla="*/ 272 w 272"/>
                  <a:gd name="T55" fmla="*/ 33 h 141"/>
                  <a:gd name="T56" fmla="*/ 272 w 272"/>
                  <a:gd name="T57" fmla="*/ 33 h 141"/>
                  <a:gd name="T58" fmla="*/ 272 w 272"/>
                  <a:gd name="T59" fmla="*/ 32 h 141"/>
                  <a:gd name="T60" fmla="*/ 229 w 272"/>
                  <a:gd name="T61" fmla="*/ 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72" h="141">
                    <a:moveTo>
                      <a:pt x="229" y="4"/>
                    </a:moveTo>
                    <a:cubicBezTo>
                      <a:pt x="261" y="4"/>
                      <a:pt x="268" y="33"/>
                      <a:pt x="268" y="33"/>
                    </a:cubicBezTo>
                    <a:cubicBezTo>
                      <a:pt x="264" y="95"/>
                      <a:pt x="264" y="95"/>
                      <a:pt x="264" y="95"/>
                    </a:cubicBezTo>
                    <a:cubicBezTo>
                      <a:pt x="222" y="99"/>
                      <a:pt x="149" y="104"/>
                      <a:pt x="116" y="116"/>
                    </a:cubicBezTo>
                    <a:cubicBezTo>
                      <a:pt x="83" y="129"/>
                      <a:pt x="49" y="136"/>
                      <a:pt x="30" y="137"/>
                    </a:cubicBezTo>
                    <a:cubicBezTo>
                      <a:pt x="29" y="137"/>
                      <a:pt x="27" y="137"/>
                      <a:pt x="26" y="137"/>
                    </a:cubicBezTo>
                    <a:cubicBezTo>
                      <a:pt x="10" y="137"/>
                      <a:pt x="2" y="133"/>
                      <a:pt x="6" y="118"/>
                    </a:cubicBezTo>
                    <a:cubicBezTo>
                      <a:pt x="11" y="102"/>
                      <a:pt x="36" y="54"/>
                      <a:pt x="66" y="48"/>
                    </a:cubicBezTo>
                    <a:cubicBezTo>
                      <a:pt x="71" y="47"/>
                      <a:pt x="75" y="47"/>
                      <a:pt x="80" y="47"/>
                    </a:cubicBezTo>
                    <a:cubicBezTo>
                      <a:pt x="87" y="47"/>
                      <a:pt x="95" y="48"/>
                      <a:pt x="103" y="48"/>
                    </a:cubicBezTo>
                    <a:cubicBezTo>
                      <a:pt x="120" y="48"/>
                      <a:pt x="142" y="44"/>
                      <a:pt x="182" y="20"/>
                    </a:cubicBezTo>
                    <a:cubicBezTo>
                      <a:pt x="202" y="8"/>
                      <a:pt x="217" y="4"/>
                      <a:pt x="229" y="4"/>
                    </a:cubicBezTo>
                    <a:moveTo>
                      <a:pt x="229" y="0"/>
                    </a:moveTo>
                    <a:cubicBezTo>
                      <a:pt x="229" y="0"/>
                      <a:pt x="229" y="0"/>
                      <a:pt x="229" y="0"/>
                    </a:cubicBezTo>
                    <a:cubicBezTo>
                      <a:pt x="215" y="0"/>
                      <a:pt x="199" y="6"/>
                      <a:pt x="180" y="17"/>
                    </a:cubicBezTo>
                    <a:cubicBezTo>
                      <a:pt x="139" y="40"/>
                      <a:pt x="118" y="44"/>
                      <a:pt x="103" y="44"/>
                    </a:cubicBezTo>
                    <a:cubicBezTo>
                      <a:pt x="99" y="44"/>
                      <a:pt x="95" y="43"/>
                      <a:pt x="91" y="43"/>
                    </a:cubicBezTo>
                    <a:cubicBezTo>
                      <a:pt x="87" y="43"/>
                      <a:pt x="84" y="43"/>
                      <a:pt x="80" y="43"/>
                    </a:cubicBezTo>
                    <a:cubicBezTo>
                      <a:pt x="75" y="43"/>
                      <a:pt x="70" y="43"/>
                      <a:pt x="66" y="44"/>
                    </a:cubicBezTo>
                    <a:cubicBezTo>
                      <a:pt x="32" y="51"/>
                      <a:pt x="7" y="103"/>
                      <a:pt x="3" y="117"/>
                    </a:cubicBezTo>
                    <a:cubicBezTo>
                      <a:pt x="0" y="124"/>
                      <a:pt x="1" y="130"/>
                      <a:pt x="4" y="134"/>
                    </a:cubicBezTo>
                    <a:cubicBezTo>
                      <a:pt x="9" y="140"/>
                      <a:pt x="19" y="141"/>
                      <a:pt x="26" y="141"/>
                    </a:cubicBezTo>
                    <a:cubicBezTo>
                      <a:pt x="28" y="141"/>
                      <a:pt x="29" y="141"/>
                      <a:pt x="30" y="141"/>
                    </a:cubicBezTo>
                    <a:cubicBezTo>
                      <a:pt x="51" y="140"/>
                      <a:pt x="86" y="132"/>
                      <a:pt x="117" y="120"/>
                    </a:cubicBezTo>
                    <a:cubicBezTo>
                      <a:pt x="150" y="108"/>
                      <a:pt x="225" y="102"/>
                      <a:pt x="264" y="99"/>
                    </a:cubicBezTo>
                    <a:cubicBezTo>
                      <a:pt x="268" y="99"/>
                      <a:pt x="268" y="99"/>
                      <a:pt x="268" y="99"/>
                    </a:cubicBezTo>
                    <a:cubicBezTo>
                      <a:pt x="268" y="96"/>
                      <a:pt x="268" y="96"/>
                      <a:pt x="268" y="96"/>
                    </a:cubicBezTo>
                    <a:cubicBezTo>
                      <a:pt x="272" y="33"/>
                      <a:pt x="272" y="33"/>
                      <a:pt x="272" y="33"/>
                    </a:cubicBezTo>
                    <a:cubicBezTo>
                      <a:pt x="272" y="33"/>
                      <a:pt x="272" y="33"/>
                      <a:pt x="272" y="33"/>
                    </a:cubicBezTo>
                    <a:cubicBezTo>
                      <a:pt x="272" y="32"/>
                      <a:pt x="272" y="32"/>
                      <a:pt x="272" y="32"/>
                    </a:cubicBezTo>
                    <a:cubicBezTo>
                      <a:pt x="272" y="32"/>
                      <a:pt x="263" y="0"/>
                      <a:pt x="2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3" name="Freeform 70">
                <a:extLst>
                  <a:ext uri="{FF2B5EF4-FFF2-40B4-BE49-F238E27FC236}">
                    <a16:creationId xmlns:a16="http://schemas.microsoft.com/office/drawing/2014/main" id="{48299450-4CAD-4807-9268-FF58DCD028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2" y="2090"/>
                <a:ext cx="399" cy="195"/>
              </a:xfrm>
              <a:custGeom>
                <a:avLst/>
                <a:gdLst>
                  <a:gd name="T0" fmla="*/ 30 w 274"/>
                  <a:gd name="T1" fmla="*/ 103 h 134"/>
                  <a:gd name="T2" fmla="*/ 116 w 274"/>
                  <a:gd name="T3" fmla="*/ 82 h 134"/>
                  <a:gd name="T4" fmla="*/ 264 w 274"/>
                  <a:gd name="T5" fmla="*/ 61 h 134"/>
                  <a:gd name="T6" fmla="*/ 274 w 274"/>
                  <a:gd name="T7" fmla="*/ 0 h 134"/>
                  <a:gd name="T8" fmla="*/ 93 w 274"/>
                  <a:gd name="T9" fmla="*/ 37 h 134"/>
                  <a:gd name="T10" fmla="*/ 10 w 274"/>
                  <a:gd name="T11" fmla="*/ 73 h 134"/>
                  <a:gd name="T12" fmla="*/ 4 w 274"/>
                  <a:gd name="T13" fmla="*/ 84 h 134"/>
                  <a:gd name="T14" fmla="*/ 30 w 274"/>
                  <a:gd name="T15" fmla="*/ 10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4" h="134">
                    <a:moveTo>
                      <a:pt x="30" y="103"/>
                    </a:moveTo>
                    <a:cubicBezTo>
                      <a:pt x="49" y="102"/>
                      <a:pt x="83" y="95"/>
                      <a:pt x="116" y="82"/>
                    </a:cubicBezTo>
                    <a:cubicBezTo>
                      <a:pt x="149" y="70"/>
                      <a:pt x="222" y="65"/>
                      <a:pt x="264" y="61"/>
                    </a:cubicBezTo>
                    <a:cubicBezTo>
                      <a:pt x="274" y="0"/>
                      <a:pt x="274" y="0"/>
                      <a:pt x="274" y="0"/>
                    </a:cubicBezTo>
                    <a:cubicBezTo>
                      <a:pt x="188" y="6"/>
                      <a:pt x="149" y="16"/>
                      <a:pt x="93" y="37"/>
                    </a:cubicBezTo>
                    <a:cubicBezTo>
                      <a:pt x="43" y="55"/>
                      <a:pt x="6" y="134"/>
                      <a:pt x="10" y="73"/>
                    </a:cubicBezTo>
                    <a:cubicBezTo>
                      <a:pt x="8" y="77"/>
                      <a:pt x="5" y="81"/>
                      <a:pt x="4" y="84"/>
                    </a:cubicBezTo>
                    <a:cubicBezTo>
                      <a:pt x="0" y="100"/>
                      <a:pt x="12" y="104"/>
                      <a:pt x="30" y="103"/>
                    </a:cubicBezTo>
                    <a:close/>
                  </a:path>
                </a:pathLst>
              </a:custGeom>
              <a:solidFill>
                <a:srgbClr val="4BB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4" name="Freeform 71">
                <a:extLst>
                  <a:ext uri="{FF2B5EF4-FFF2-40B4-BE49-F238E27FC236}">
                    <a16:creationId xmlns:a16="http://schemas.microsoft.com/office/drawing/2014/main" id="{00EFBF1E-70DB-4E82-A0EA-A8EE2F6740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3" y="1215"/>
                <a:ext cx="912" cy="743"/>
              </a:xfrm>
              <a:custGeom>
                <a:avLst/>
                <a:gdLst>
                  <a:gd name="T0" fmla="*/ 297 w 627"/>
                  <a:gd name="T1" fmla="*/ 501 h 510"/>
                  <a:gd name="T2" fmla="*/ 127 w 627"/>
                  <a:gd name="T3" fmla="*/ 454 h 510"/>
                  <a:gd name="T4" fmla="*/ 128 w 627"/>
                  <a:gd name="T5" fmla="*/ 452 h 510"/>
                  <a:gd name="T6" fmla="*/ 159 w 627"/>
                  <a:gd name="T7" fmla="*/ 370 h 510"/>
                  <a:gd name="T8" fmla="*/ 165 w 627"/>
                  <a:gd name="T9" fmla="*/ 330 h 510"/>
                  <a:gd name="T10" fmla="*/ 137 w 627"/>
                  <a:gd name="T11" fmla="*/ 266 h 510"/>
                  <a:gd name="T12" fmla="*/ 41 w 627"/>
                  <a:gd name="T13" fmla="*/ 406 h 510"/>
                  <a:gd name="T14" fmla="*/ 39 w 627"/>
                  <a:gd name="T15" fmla="*/ 407 h 510"/>
                  <a:gd name="T16" fmla="*/ 0 w 627"/>
                  <a:gd name="T17" fmla="*/ 356 h 510"/>
                  <a:gd name="T18" fmla="*/ 0 w 627"/>
                  <a:gd name="T19" fmla="*/ 355 h 510"/>
                  <a:gd name="T20" fmla="*/ 74 w 627"/>
                  <a:gd name="T21" fmla="*/ 87 h 510"/>
                  <a:gd name="T22" fmla="*/ 162 w 627"/>
                  <a:gd name="T23" fmla="*/ 33 h 510"/>
                  <a:gd name="T24" fmla="*/ 226 w 627"/>
                  <a:gd name="T25" fmla="*/ 1 h 510"/>
                  <a:gd name="T26" fmla="*/ 227 w 627"/>
                  <a:gd name="T27" fmla="*/ 0 h 510"/>
                  <a:gd name="T28" fmla="*/ 401 w 627"/>
                  <a:gd name="T29" fmla="*/ 0 h 510"/>
                  <a:gd name="T30" fmla="*/ 401 w 627"/>
                  <a:gd name="T31" fmla="*/ 1 h 510"/>
                  <a:gd name="T32" fmla="*/ 465 w 627"/>
                  <a:gd name="T33" fmla="*/ 33 h 510"/>
                  <a:gd name="T34" fmla="*/ 554 w 627"/>
                  <a:gd name="T35" fmla="*/ 87 h 510"/>
                  <a:gd name="T36" fmla="*/ 627 w 627"/>
                  <a:gd name="T37" fmla="*/ 355 h 510"/>
                  <a:gd name="T38" fmla="*/ 627 w 627"/>
                  <a:gd name="T39" fmla="*/ 356 h 510"/>
                  <a:gd name="T40" fmla="*/ 588 w 627"/>
                  <a:gd name="T41" fmla="*/ 407 h 510"/>
                  <a:gd name="T42" fmla="*/ 586 w 627"/>
                  <a:gd name="T43" fmla="*/ 406 h 510"/>
                  <a:gd name="T44" fmla="*/ 491 w 627"/>
                  <a:gd name="T45" fmla="*/ 266 h 510"/>
                  <a:gd name="T46" fmla="*/ 462 w 627"/>
                  <a:gd name="T47" fmla="*/ 330 h 510"/>
                  <a:gd name="T48" fmla="*/ 468 w 627"/>
                  <a:gd name="T49" fmla="*/ 370 h 510"/>
                  <a:gd name="T50" fmla="*/ 500 w 627"/>
                  <a:gd name="T51" fmla="*/ 452 h 510"/>
                  <a:gd name="T52" fmla="*/ 500 w 627"/>
                  <a:gd name="T53" fmla="*/ 454 h 510"/>
                  <a:gd name="T54" fmla="*/ 322 w 627"/>
                  <a:gd name="T55" fmla="*/ 501 h 510"/>
                  <a:gd name="T56" fmla="*/ 314 w 627"/>
                  <a:gd name="T57" fmla="*/ 510 h 510"/>
                  <a:gd name="T58" fmla="*/ 297 w 627"/>
                  <a:gd name="T59" fmla="*/ 501 h 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27" h="510">
                    <a:moveTo>
                      <a:pt x="297" y="501"/>
                    </a:moveTo>
                    <a:cubicBezTo>
                      <a:pt x="127" y="454"/>
                      <a:pt x="127" y="454"/>
                      <a:pt x="127" y="454"/>
                    </a:cubicBezTo>
                    <a:cubicBezTo>
                      <a:pt x="128" y="452"/>
                      <a:pt x="128" y="452"/>
                      <a:pt x="128" y="452"/>
                    </a:cubicBezTo>
                    <a:cubicBezTo>
                      <a:pt x="129" y="449"/>
                      <a:pt x="150" y="387"/>
                      <a:pt x="159" y="370"/>
                    </a:cubicBezTo>
                    <a:cubicBezTo>
                      <a:pt x="168" y="352"/>
                      <a:pt x="170" y="342"/>
                      <a:pt x="165" y="330"/>
                    </a:cubicBezTo>
                    <a:cubicBezTo>
                      <a:pt x="160" y="319"/>
                      <a:pt x="142" y="279"/>
                      <a:pt x="137" y="266"/>
                    </a:cubicBezTo>
                    <a:cubicBezTo>
                      <a:pt x="92" y="361"/>
                      <a:pt x="41" y="405"/>
                      <a:pt x="41" y="406"/>
                    </a:cubicBezTo>
                    <a:cubicBezTo>
                      <a:pt x="39" y="407"/>
                      <a:pt x="39" y="407"/>
                      <a:pt x="39" y="407"/>
                    </a:cubicBezTo>
                    <a:cubicBezTo>
                      <a:pt x="0" y="356"/>
                      <a:pt x="0" y="356"/>
                      <a:pt x="0" y="356"/>
                    </a:cubicBezTo>
                    <a:cubicBezTo>
                      <a:pt x="0" y="355"/>
                      <a:pt x="0" y="355"/>
                      <a:pt x="0" y="355"/>
                    </a:cubicBezTo>
                    <a:cubicBezTo>
                      <a:pt x="8" y="225"/>
                      <a:pt x="58" y="117"/>
                      <a:pt x="74" y="87"/>
                    </a:cubicBezTo>
                    <a:cubicBezTo>
                      <a:pt x="82" y="71"/>
                      <a:pt x="121" y="53"/>
                      <a:pt x="162" y="33"/>
                    </a:cubicBezTo>
                    <a:cubicBezTo>
                      <a:pt x="186" y="22"/>
                      <a:pt x="210" y="11"/>
                      <a:pt x="226" y="1"/>
                    </a:cubicBezTo>
                    <a:cubicBezTo>
                      <a:pt x="227" y="0"/>
                      <a:pt x="227" y="0"/>
                      <a:pt x="227" y="0"/>
                    </a:cubicBezTo>
                    <a:cubicBezTo>
                      <a:pt x="401" y="0"/>
                      <a:pt x="401" y="0"/>
                      <a:pt x="401" y="0"/>
                    </a:cubicBezTo>
                    <a:cubicBezTo>
                      <a:pt x="401" y="1"/>
                      <a:pt x="401" y="1"/>
                      <a:pt x="401" y="1"/>
                    </a:cubicBezTo>
                    <a:cubicBezTo>
                      <a:pt x="417" y="11"/>
                      <a:pt x="442" y="22"/>
                      <a:pt x="465" y="33"/>
                    </a:cubicBezTo>
                    <a:cubicBezTo>
                      <a:pt x="507" y="53"/>
                      <a:pt x="546" y="71"/>
                      <a:pt x="554" y="87"/>
                    </a:cubicBezTo>
                    <a:cubicBezTo>
                      <a:pt x="569" y="117"/>
                      <a:pt x="620" y="225"/>
                      <a:pt x="627" y="355"/>
                    </a:cubicBezTo>
                    <a:cubicBezTo>
                      <a:pt x="627" y="356"/>
                      <a:pt x="627" y="356"/>
                      <a:pt x="627" y="356"/>
                    </a:cubicBezTo>
                    <a:cubicBezTo>
                      <a:pt x="588" y="407"/>
                      <a:pt x="588" y="407"/>
                      <a:pt x="588" y="407"/>
                    </a:cubicBezTo>
                    <a:cubicBezTo>
                      <a:pt x="586" y="406"/>
                      <a:pt x="586" y="406"/>
                      <a:pt x="586" y="406"/>
                    </a:cubicBezTo>
                    <a:cubicBezTo>
                      <a:pt x="586" y="405"/>
                      <a:pt x="535" y="361"/>
                      <a:pt x="491" y="266"/>
                    </a:cubicBezTo>
                    <a:cubicBezTo>
                      <a:pt x="485" y="279"/>
                      <a:pt x="467" y="319"/>
                      <a:pt x="462" y="330"/>
                    </a:cubicBezTo>
                    <a:cubicBezTo>
                      <a:pt x="457" y="342"/>
                      <a:pt x="459" y="352"/>
                      <a:pt x="468" y="370"/>
                    </a:cubicBezTo>
                    <a:cubicBezTo>
                      <a:pt x="477" y="387"/>
                      <a:pt x="499" y="449"/>
                      <a:pt x="500" y="452"/>
                    </a:cubicBezTo>
                    <a:cubicBezTo>
                      <a:pt x="500" y="454"/>
                      <a:pt x="500" y="454"/>
                      <a:pt x="500" y="454"/>
                    </a:cubicBezTo>
                    <a:cubicBezTo>
                      <a:pt x="322" y="501"/>
                      <a:pt x="322" y="501"/>
                      <a:pt x="322" y="501"/>
                    </a:cubicBezTo>
                    <a:cubicBezTo>
                      <a:pt x="314" y="510"/>
                      <a:pt x="314" y="510"/>
                      <a:pt x="314" y="510"/>
                    </a:cubicBezTo>
                    <a:cubicBezTo>
                      <a:pt x="297" y="501"/>
                      <a:pt x="297" y="501"/>
                      <a:pt x="297" y="50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135" name="Freeform 72">
                <a:extLst>
                  <a:ext uri="{FF2B5EF4-FFF2-40B4-BE49-F238E27FC236}">
                    <a16:creationId xmlns:a16="http://schemas.microsoft.com/office/drawing/2014/main" id="{32E8700F-9A6A-4B59-B58E-8ABC4D91F3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00" y="1212"/>
                <a:ext cx="918" cy="749"/>
              </a:xfrm>
              <a:custGeom>
                <a:avLst/>
                <a:gdLst>
                  <a:gd name="T0" fmla="*/ 402 w 631"/>
                  <a:gd name="T1" fmla="*/ 4 h 514"/>
                  <a:gd name="T2" fmla="*/ 554 w 631"/>
                  <a:gd name="T3" fmla="*/ 90 h 514"/>
                  <a:gd name="T4" fmla="*/ 627 w 631"/>
                  <a:gd name="T5" fmla="*/ 357 h 514"/>
                  <a:gd name="T6" fmla="*/ 590 w 631"/>
                  <a:gd name="T7" fmla="*/ 406 h 514"/>
                  <a:gd name="T8" fmla="*/ 493 w 631"/>
                  <a:gd name="T9" fmla="*/ 263 h 514"/>
                  <a:gd name="T10" fmla="*/ 463 w 631"/>
                  <a:gd name="T11" fmla="*/ 331 h 514"/>
                  <a:gd name="T12" fmla="*/ 469 w 631"/>
                  <a:gd name="T13" fmla="*/ 373 h 514"/>
                  <a:gd name="T14" fmla="*/ 500 w 631"/>
                  <a:gd name="T15" fmla="*/ 455 h 514"/>
                  <a:gd name="T16" fmla="*/ 323 w 631"/>
                  <a:gd name="T17" fmla="*/ 501 h 514"/>
                  <a:gd name="T18" fmla="*/ 316 w 631"/>
                  <a:gd name="T19" fmla="*/ 509 h 514"/>
                  <a:gd name="T20" fmla="*/ 300 w 631"/>
                  <a:gd name="T21" fmla="*/ 501 h 514"/>
                  <a:gd name="T22" fmla="*/ 132 w 631"/>
                  <a:gd name="T23" fmla="*/ 455 h 514"/>
                  <a:gd name="T24" fmla="*/ 163 w 631"/>
                  <a:gd name="T25" fmla="*/ 373 h 514"/>
                  <a:gd name="T26" fmla="*/ 169 w 631"/>
                  <a:gd name="T27" fmla="*/ 331 h 514"/>
                  <a:gd name="T28" fmla="*/ 139 w 631"/>
                  <a:gd name="T29" fmla="*/ 263 h 514"/>
                  <a:gd name="T30" fmla="*/ 42 w 631"/>
                  <a:gd name="T31" fmla="*/ 406 h 514"/>
                  <a:gd name="T32" fmla="*/ 4 w 631"/>
                  <a:gd name="T33" fmla="*/ 357 h 514"/>
                  <a:gd name="T34" fmla="*/ 77 w 631"/>
                  <a:gd name="T35" fmla="*/ 90 h 514"/>
                  <a:gd name="T36" fmla="*/ 229 w 631"/>
                  <a:gd name="T37" fmla="*/ 4 h 514"/>
                  <a:gd name="T38" fmla="*/ 402 w 631"/>
                  <a:gd name="T39" fmla="*/ 4 h 514"/>
                  <a:gd name="T40" fmla="*/ 403 w 631"/>
                  <a:gd name="T41" fmla="*/ 0 h 514"/>
                  <a:gd name="T42" fmla="*/ 402 w 631"/>
                  <a:gd name="T43" fmla="*/ 0 h 514"/>
                  <a:gd name="T44" fmla="*/ 229 w 631"/>
                  <a:gd name="T45" fmla="*/ 0 h 514"/>
                  <a:gd name="T46" fmla="*/ 228 w 631"/>
                  <a:gd name="T47" fmla="*/ 0 h 514"/>
                  <a:gd name="T48" fmla="*/ 227 w 631"/>
                  <a:gd name="T49" fmla="*/ 1 h 514"/>
                  <a:gd name="T50" fmla="*/ 163 w 631"/>
                  <a:gd name="T51" fmla="*/ 33 h 514"/>
                  <a:gd name="T52" fmla="*/ 74 w 631"/>
                  <a:gd name="T53" fmla="*/ 88 h 514"/>
                  <a:gd name="T54" fmla="*/ 0 w 631"/>
                  <a:gd name="T55" fmla="*/ 357 h 514"/>
                  <a:gd name="T56" fmla="*/ 0 w 631"/>
                  <a:gd name="T57" fmla="*/ 358 h 514"/>
                  <a:gd name="T58" fmla="*/ 1 w 631"/>
                  <a:gd name="T59" fmla="*/ 360 h 514"/>
                  <a:gd name="T60" fmla="*/ 38 w 631"/>
                  <a:gd name="T61" fmla="*/ 409 h 514"/>
                  <a:gd name="T62" fmla="*/ 41 w 631"/>
                  <a:gd name="T63" fmla="*/ 412 h 514"/>
                  <a:gd name="T64" fmla="*/ 44 w 631"/>
                  <a:gd name="T65" fmla="*/ 409 h 514"/>
                  <a:gd name="T66" fmla="*/ 139 w 631"/>
                  <a:gd name="T67" fmla="*/ 273 h 514"/>
                  <a:gd name="T68" fmla="*/ 165 w 631"/>
                  <a:gd name="T69" fmla="*/ 333 h 514"/>
                  <a:gd name="T70" fmla="*/ 159 w 631"/>
                  <a:gd name="T71" fmla="*/ 371 h 514"/>
                  <a:gd name="T72" fmla="*/ 128 w 631"/>
                  <a:gd name="T73" fmla="*/ 453 h 514"/>
                  <a:gd name="T74" fmla="*/ 127 w 631"/>
                  <a:gd name="T75" fmla="*/ 458 h 514"/>
                  <a:gd name="T76" fmla="*/ 131 w 631"/>
                  <a:gd name="T77" fmla="*/ 459 h 514"/>
                  <a:gd name="T78" fmla="*/ 299 w 631"/>
                  <a:gd name="T79" fmla="*/ 505 h 514"/>
                  <a:gd name="T80" fmla="*/ 314 w 631"/>
                  <a:gd name="T81" fmla="*/ 513 h 514"/>
                  <a:gd name="T82" fmla="*/ 317 w 631"/>
                  <a:gd name="T83" fmla="*/ 514 h 514"/>
                  <a:gd name="T84" fmla="*/ 319 w 631"/>
                  <a:gd name="T85" fmla="*/ 512 h 514"/>
                  <a:gd name="T86" fmla="*/ 325 w 631"/>
                  <a:gd name="T87" fmla="*/ 505 h 514"/>
                  <a:gd name="T88" fmla="*/ 501 w 631"/>
                  <a:gd name="T89" fmla="*/ 459 h 514"/>
                  <a:gd name="T90" fmla="*/ 505 w 631"/>
                  <a:gd name="T91" fmla="*/ 458 h 514"/>
                  <a:gd name="T92" fmla="*/ 503 w 631"/>
                  <a:gd name="T93" fmla="*/ 453 h 514"/>
                  <a:gd name="T94" fmla="*/ 472 w 631"/>
                  <a:gd name="T95" fmla="*/ 371 h 514"/>
                  <a:gd name="T96" fmla="*/ 466 w 631"/>
                  <a:gd name="T97" fmla="*/ 333 h 514"/>
                  <a:gd name="T98" fmla="*/ 493 w 631"/>
                  <a:gd name="T99" fmla="*/ 273 h 514"/>
                  <a:gd name="T100" fmla="*/ 587 w 631"/>
                  <a:gd name="T101" fmla="*/ 409 h 514"/>
                  <a:gd name="T102" fmla="*/ 590 w 631"/>
                  <a:gd name="T103" fmla="*/ 412 h 514"/>
                  <a:gd name="T104" fmla="*/ 593 w 631"/>
                  <a:gd name="T105" fmla="*/ 409 h 514"/>
                  <a:gd name="T106" fmla="*/ 630 w 631"/>
                  <a:gd name="T107" fmla="*/ 360 h 514"/>
                  <a:gd name="T108" fmla="*/ 631 w 631"/>
                  <a:gd name="T109" fmla="*/ 358 h 514"/>
                  <a:gd name="T110" fmla="*/ 631 w 631"/>
                  <a:gd name="T111" fmla="*/ 357 h 514"/>
                  <a:gd name="T112" fmla="*/ 558 w 631"/>
                  <a:gd name="T113" fmla="*/ 88 h 514"/>
                  <a:gd name="T114" fmla="*/ 468 w 631"/>
                  <a:gd name="T115" fmla="*/ 33 h 514"/>
                  <a:gd name="T116" fmla="*/ 404 w 631"/>
                  <a:gd name="T117" fmla="*/ 1 h 514"/>
                  <a:gd name="T118" fmla="*/ 403 w 631"/>
                  <a:gd name="T119" fmla="*/ 0 h 5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31" h="514">
                    <a:moveTo>
                      <a:pt x="402" y="4"/>
                    </a:moveTo>
                    <a:cubicBezTo>
                      <a:pt x="446" y="31"/>
                      <a:pt x="542" y="65"/>
                      <a:pt x="554" y="90"/>
                    </a:cubicBezTo>
                    <a:cubicBezTo>
                      <a:pt x="566" y="114"/>
                      <a:pt x="619" y="225"/>
                      <a:pt x="627" y="357"/>
                    </a:cubicBezTo>
                    <a:cubicBezTo>
                      <a:pt x="590" y="406"/>
                      <a:pt x="590" y="406"/>
                      <a:pt x="590" y="406"/>
                    </a:cubicBezTo>
                    <a:cubicBezTo>
                      <a:pt x="590" y="406"/>
                      <a:pt x="538" y="362"/>
                      <a:pt x="493" y="263"/>
                    </a:cubicBezTo>
                    <a:cubicBezTo>
                      <a:pt x="493" y="263"/>
                      <a:pt x="468" y="317"/>
                      <a:pt x="463" y="331"/>
                    </a:cubicBezTo>
                    <a:cubicBezTo>
                      <a:pt x="457" y="344"/>
                      <a:pt x="460" y="356"/>
                      <a:pt x="469" y="373"/>
                    </a:cubicBezTo>
                    <a:cubicBezTo>
                      <a:pt x="478" y="390"/>
                      <a:pt x="500" y="455"/>
                      <a:pt x="500" y="455"/>
                    </a:cubicBezTo>
                    <a:cubicBezTo>
                      <a:pt x="323" y="501"/>
                      <a:pt x="323" y="501"/>
                      <a:pt x="323" y="501"/>
                    </a:cubicBezTo>
                    <a:cubicBezTo>
                      <a:pt x="316" y="509"/>
                      <a:pt x="316" y="509"/>
                      <a:pt x="316" y="509"/>
                    </a:cubicBezTo>
                    <a:cubicBezTo>
                      <a:pt x="300" y="501"/>
                      <a:pt x="300" y="501"/>
                      <a:pt x="300" y="501"/>
                    </a:cubicBezTo>
                    <a:cubicBezTo>
                      <a:pt x="132" y="455"/>
                      <a:pt x="132" y="455"/>
                      <a:pt x="132" y="455"/>
                    </a:cubicBezTo>
                    <a:cubicBezTo>
                      <a:pt x="132" y="455"/>
                      <a:pt x="154" y="390"/>
                      <a:pt x="163" y="373"/>
                    </a:cubicBezTo>
                    <a:cubicBezTo>
                      <a:pt x="172" y="356"/>
                      <a:pt x="174" y="344"/>
                      <a:pt x="169" y="331"/>
                    </a:cubicBezTo>
                    <a:cubicBezTo>
                      <a:pt x="163" y="317"/>
                      <a:pt x="139" y="263"/>
                      <a:pt x="139" y="263"/>
                    </a:cubicBezTo>
                    <a:cubicBezTo>
                      <a:pt x="94" y="362"/>
                      <a:pt x="42" y="406"/>
                      <a:pt x="42" y="406"/>
                    </a:cubicBezTo>
                    <a:cubicBezTo>
                      <a:pt x="4" y="357"/>
                      <a:pt x="4" y="357"/>
                      <a:pt x="4" y="357"/>
                    </a:cubicBezTo>
                    <a:cubicBezTo>
                      <a:pt x="12" y="225"/>
                      <a:pt x="65" y="114"/>
                      <a:pt x="77" y="90"/>
                    </a:cubicBezTo>
                    <a:cubicBezTo>
                      <a:pt x="90" y="65"/>
                      <a:pt x="186" y="31"/>
                      <a:pt x="229" y="4"/>
                    </a:cubicBezTo>
                    <a:cubicBezTo>
                      <a:pt x="402" y="4"/>
                      <a:pt x="402" y="4"/>
                      <a:pt x="402" y="4"/>
                    </a:cubicBezTo>
                    <a:moveTo>
                      <a:pt x="403" y="0"/>
                    </a:moveTo>
                    <a:cubicBezTo>
                      <a:pt x="402" y="0"/>
                      <a:pt x="402" y="0"/>
                      <a:pt x="402" y="0"/>
                    </a:cubicBezTo>
                    <a:cubicBezTo>
                      <a:pt x="229" y="0"/>
                      <a:pt x="229" y="0"/>
                      <a:pt x="229" y="0"/>
                    </a:cubicBezTo>
                    <a:cubicBezTo>
                      <a:pt x="228" y="0"/>
                      <a:pt x="228" y="0"/>
                      <a:pt x="228" y="0"/>
                    </a:cubicBezTo>
                    <a:cubicBezTo>
                      <a:pt x="227" y="1"/>
                      <a:pt x="227" y="1"/>
                      <a:pt x="227" y="1"/>
                    </a:cubicBezTo>
                    <a:cubicBezTo>
                      <a:pt x="211" y="11"/>
                      <a:pt x="187" y="22"/>
                      <a:pt x="163" y="33"/>
                    </a:cubicBezTo>
                    <a:cubicBezTo>
                      <a:pt x="122" y="53"/>
                      <a:pt x="82" y="71"/>
                      <a:pt x="74" y="88"/>
                    </a:cubicBezTo>
                    <a:cubicBezTo>
                      <a:pt x="58" y="118"/>
                      <a:pt x="8" y="226"/>
                      <a:pt x="0" y="357"/>
                    </a:cubicBezTo>
                    <a:cubicBezTo>
                      <a:pt x="0" y="358"/>
                      <a:pt x="0" y="358"/>
                      <a:pt x="0" y="358"/>
                    </a:cubicBezTo>
                    <a:cubicBezTo>
                      <a:pt x="1" y="360"/>
                      <a:pt x="1" y="360"/>
                      <a:pt x="1" y="360"/>
                    </a:cubicBezTo>
                    <a:cubicBezTo>
                      <a:pt x="38" y="409"/>
                      <a:pt x="38" y="409"/>
                      <a:pt x="38" y="409"/>
                    </a:cubicBezTo>
                    <a:cubicBezTo>
                      <a:pt x="41" y="412"/>
                      <a:pt x="41" y="412"/>
                      <a:pt x="41" y="412"/>
                    </a:cubicBezTo>
                    <a:cubicBezTo>
                      <a:pt x="44" y="409"/>
                      <a:pt x="44" y="409"/>
                      <a:pt x="44" y="409"/>
                    </a:cubicBezTo>
                    <a:cubicBezTo>
                      <a:pt x="46" y="407"/>
                      <a:pt x="95" y="366"/>
                      <a:pt x="139" y="273"/>
                    </a:cubicBezTo>
                    <a:cubicBezTo>
                      <a:pt x="146" y="288"/>
                      <a:pt x="161" y="322"/>
                      <a:pt x="165" y="333"/>
                    </a:cubicBezTo>
                    <a:cubicBezTo>
                      <a:pt x="170" y="344"/>
                      <a:pt x="168" y="353"/>
                      <a:pt x="159" y="371"/>
                    </a:cubicBezTo>
                    <a:cubicBezTo>
                      <a:pt x="150" y="388"/>
                      <a:pt x="129" y="451"/>
                      <a:pt x="128" y="453"/>
                    </a:cubicBezTo>
                    <a:cubicBezTo>
                      <a:pt x="127" y="458"/>
                      <a:pt x="127" y="458"/>
                      <a:pt x="127" y="458"/>
                    </a:cubicBezTo>
                    <a:cubicBezTo>
                      <a:pt x="131" y="459"/>
                      <a:pt x="131" y="459"/>
                      <a:pt x="131" y="459"/>
                    </a:cubicBezTo>
                    <a:cubicBezTo>
                      <a:pt x="299" y="505"/>
                      <a:pt x="299" y="505"/>
                      <a:pt x="299" y="505"/>
                    </a:cubicBezTo>
                    <a:cubicBezTo>
                      <a:pt x="314" y="513"/>
                      <a:pt x="314" y="513"/>
                      <a:pt x="314" y="513"/>
                    </a:cubicBezTo>
                    <a:cubicBezTo>
                      <a:pt x="317" y="514"/>
                      <a:pt x="317" y="514"/>
                      <a:pt x="317" y="514"/>
                    </a:cubicBezTo>
                    <a:cubicBezTo>
                      <a:pt x="319" y="512"/>
                      <a:pt x="319" y="512"/>
                      <a:pt x="319" y="512"/>
                    </a:cubicBezTo>
                    <a:cubicBezTo>
                      <a:pt x="325" y="505"/>
                      <a:pt x="325" y="505"/>
                      <a:pt x="325" y="505"/>
                    </a:cubicBezTo>
                    <a:cubicBezTo>
                      <a:pt x="501" y="459"/>
                      <a:pt x="501" y="459"/>
                      <a:pt x="501" y="459"/>
                    </a:cubicBezTo>
                    <a:cubicBezTo>
                      <a:pt x="505" y="458"/>
                      <a:pt x="505" y="458"/>
                      <a:pt x="505" y="458"/>
                    </a:cubicBezTo>
                    <a:cubicBezTo>
                      <a:pt x="503" y="453"/>
                      <a:pt x="503" y="453"/>
                      <a:pt x="503" y="453"/>
                    </a:cubicBezTo>
                    <a:cubicBezTo>
                      <a:pt x="503" y="451"/>
                      <a:pt x="481" y="388"/>
                      <a:pt x="472" y="371"/>
                    </a:cubicBezTo>
                    <a:cubicBezTo>
                      <a:pt x="463" y="353"/>
                      <a:pt x="462" y="344"/>
                      <a:pt x="466" y="333"/>
                    </a:cubicBezTo>
                    <a:cubicBezTo>
                      <a:pt x="470" y="322"/>
                      <a:pt x="486" y="288"/>
                      <a:pt x="493" y="273"/>
                    </a:cubicBezTo>
                    <a:cubicBezTo>
                      <a:pt x="537" y="366"/>
                      <a:pt x="585" y="407"/>
                      <a:pt x="587" y="409"/>
                    </a:cubicBezTo>
                    <a:cubicBezTo>
                      <a:pt x="590" y="412"/>
                      <a:pt x="590" y="412"/>
                      <a:pt x="590" y="412"/>
                    </a:cubicBezTo>
                    <a:cubicBezTo>
                      <a:pt x="593" y="409"/>
                      <a:pt x="593" y="409"/>
                      <a:pt x="593" y="409"/>
                    </a:cubicBezTo>
                    <a:cubicBezTo>
                      <a:pt x="630" y="360"/>
                      <a:pt x="630" y="360"/>
                      <a:pt x="630" y="360"/>
                    </a:cubicBezTo>
                    <a:cubicBezTo>
                      <a:pt x="631" y="358"/>
                      <a:pt x="631" y="358"/>
                      <a:pt x="631" y="358"/>
                    </a:cubicBezTo>
                    <a:cubicBezTo>
                      <a:pt x="631" y="357"/>
                      <a:pt x="631" y="357"/>
                      <a:pt x="631" y="357"/>
                    </a:cubicBezTo>
                    <a:cubicBezTo>
                      <a:pt x="624" y="226"/>
                      <a:pt x="573" y="118"/>
                      <a:pt x="558" y="88"/>
                    </a:cubicBezTo>
                    <a:cubicBezTo>
                      <a:pt x="549" y="71"/>
                      <a:pt x="510" y="53"/>
                      <a:pt x="468" y="33"/>
                    </a:cubicBezTo>
                    <a:cubicBezTo>
                      <a:pt x="445" y="22"/>
                      <a:pt x="420" y="11"/>
                      <a:pt x="404" y="1"/>
                    </a:cubicBezTo>
                    <a:cubicBezTo>
                      <a:pt x="403" y="0"/>
                      <a:pt x="403" y="0"/>
                      <a:pt x="403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6" name="Freeform 73">
                <a:extLst>
                  <a:ext uri="{FF2B5EF4-FFF2-40B4-BE49-F238E27FC236}">
                    <a16:creationId xmlns:a16="http://schemas.microsoft.com/office/drawing/2014/main" id="{D3A06DF9-096C-493A-8AD1-5C6C5ED331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6" y="1279"/>
                <a:ext cx="180" cy="294"/>
              </a:xfrm>
              <a:custGeom>
                <a:avLst/>
                <a:gdLst>
                  <a:gd name="T0" fmla="*/ 5 w 124"/>
                  <a:gd name="T1" fmla="*/ 12 h 202"/>
                  <a:gd name="T2" fmla="*/ 40 w 124"/>
                  <a:gd name="T3" fmla="*/ 31 h 202"/>
                  <a:gd name="T4" fmla="*/ 51 w 124"/>
                  <a:gd name="T5" fmla="*/ 40 h 202"/>
                  <a:gd name="T6" fmla="*/ 57 w 124"/>
                  <a:gd name="T7" fmla="*/ 46 h 202"/>
                  <a:gd name="T8" fmla="*/ 112 w 124"/>
                  <a:gd name="T9" fmla="*/ 197 h 202"/>
                  <a:gd name="T10" fmla="*/ 119 w 124"/>
                  <a:gd name="T11" fmla="*/ 202 h 202"/>
                  <a:gd name="T12" fmla="*/ 123 w 124"/>
                  <a:gd name="T13" fmla="*/ 194 h 202"/>
                  <a:gd name="T14" fmla="*/ 68 w 124"/>
                  <a:gd name="T15" fmla="*/ 41 h 202"/>
                  <a:gd name="T16" fmla="*/ 59 w 124"/>
                  <a:gd name="T17" fmla="*/ 31 h 202"/>
                  <a:gd name="T18" fmla="*/ 38 w 124"/>
                  <a:gd name="T19" fmla="*/ 16 h 202"/>
                  <a:gd name="T20" fmla="*/ 10 w 124"/>
                  <a:gd name="T21" fmla="*/ 1 h 202"/>
                  <a:gd name="T22" fmla="*/ 2 w 124"/>
                  <a:gd name="T23" fmla="*/ 4 h 202"/>
                  <a:gd name="T24" fmla="*/ 5 w 124"/>
                  <a:gd name="T25" fmla="*/ 1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4" h="202">
                    <a:moveTo>
                      <a:pt x="5" y="12"/>
                    </a:moveTo>
                    <a:cubicBezTo>
                      <a:pt x="18" y="19"/>
                      <a:pt x="30" y="25"/>
                      <a:pt x="40" y="31"/>
                    </a:cubicBezTo>
                    <a:cubicBezTo>
                      <a:pt x="44" y="34"/>
                      <a:pt x="48" y="37"/>
                      <a:pt x="51" y="40"/>
                    </a:cubicBezTo>
                    <a:cubicBezTo>
                      <a:pt x="54" y="42"/>
                      <a:pt x="56" y="45"/>
                      <a:pt x="57" y="46"/>
                    </a:cubicBezTo>
                    <a:cubicBezTo>
                      <a:pt x="65" y="63"/>
                      <a:pt x="93" y="120"/>
                      <a:pt x="112" y="197"/>
                    </a:cubicBezTo>
                    <a:cubicBezTo>
                      <a:pt x="113" y="200"/>
                      <a:pt x="116" y="202"/>
                      <a:pt x="119" y="202"/>
                    </a:cubicBezTo>
                    <a:cubicBezTo>
                      <a:pt x="122" y="201"/>
                      <a:pt x="124" y="197"/>
                      <a:pt x="123" y="194"/>
                    </a:cubicBezTo>
                    <a:cubicBezTo>
                      <a:pt x="104" y="116"/>
                      <a:pt x="76" y="58"/>
                      <a:pt x="68" y="41"/>
                    </a:cubicBezTo>
                    <a:cubicBezTo>
                      <a:pt x="66" y="37"/>
                      <a:pt x="63" y="34"/>
                      <a:pt x="59" y="31"/>
                    </a:cubicBezTo>
                    <a:cubicBezTo>
                      <a:pt x="54" y="26"/>
                      <a:pt x="46" y="21"/>
                      <a:pt x="38" y="16"/>
                    </a:cubicBezTo>
                    <a:cubicBezTo>
                      <a:pt x="30" y="11"/>
                      <a:pt x="20" y="6"/>
                      <a:pt x="10" y="1"/>
                    </a:cubicBezTo>
                    <a:cubicBezTo>
                      <a:pt x="7" y="0"/>
                      <a:pt x="3" y="1"/>
                      <a:pt x="2" y="4"/>
                    </a:cubicBezTo>
                    <a:cubicBezTo>
                      <a:pt x="0" y="7"/>
                      <a:pt x="2" y="10"/>
                      <a:pt x="5" y="12"/>
                    </a:cubicBezTo>
                    <a:close/>
                  </a:path>
                </a:pathLst>
              </a:custGeom>
              <a:solidFill>
                <a:srgbClr val="FFB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7" name="Freeform 74">
                <a:extLst>
                  <a:ext uri="{FF2B5EF4-FFF2-40B4-BE49-F238E27FC236}">
                    <a16:creationId xmlns:a16="http://schemas.microsoft.com/office/drawing/2014/main" id="{1E8ACC9E-064A-44B8-B545-2468C6C8E2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1846"/>
                <a:ext cx="351" cy="48"/>
              </a:xfrm>
              <a:custGeom>
                <a:avLst/>
                <a:gdLst>
                  <a:gd name="T0" fmla="*/ 241 w 241"/>
                  <a:gd name="T1" fmla="*/ 29 h 33"/>
                  <a:gd name="T2" fmla="*/ 148 w 241"/>
                  <a:gd name="T3" fmla="*/ 14 h 33"/>
                  <a:gd name="T4" fmla="*/ 123 w 241"/>
                  <a:gd name="T5" fmla="*/ 6 h 33"/>
                  <a:gd name="T6" fmla="*/ 110 w 241"/>
                  <a:gd name="T7" fmla="*/ 1 h 33"/>
                  <a:gd name="T8" fmla="*/ 105 w 241"/>
                  <a:gd name="T9" fmla="*/ 0 h 33"/>
                  <a:gd name="T10" fmla="*/ 85 w 241"/>
                  <a:gd name="T11" fmla="*/ 3 h 33"/>
                  <a:gd name="T12" fmla="*/ 42 w 241"/>
                  <a:gd name="T13" fmla="*/ 11 h 33"/>
                  <a:gd name="T14" fmla="*/ 5 w 241"/>
                  <a:gd name="T15" fmla="*/ 15 h 33"/>
                  <a:gd name="T16" fmla="*/ 0 w 241"/>
                  <a:gd name="T17" fmla="*/ 15 h 33"/>
                  <a:gd name="T18" fmla="*/ 0 w 241"/>
                  <a:gd name="T19" fmla="*/ 19 h 33"/>
                  <a:gd name="T20" fmla="*/ 5 w 241"/>
                  <a:gd name="T21" fmla="*/ 19 h 33"/>
                  <a:gd name="T22" fmla="*/ 57 w 241"/>
                  <a:gd name="T23" fmla="*/ 12 h 33"/>
                  <a:gd name="T24" fmla="*/ 85 w 241"/>
                  <a:gd name="T25" fmla="*/ 7 h 33"/>
                  <a:gd name="T26" fmla="*/ 105 w 241"/>
                  <a:gd name="T27" fmla="*/ 4 h 33"/>
                  <a:gd name="T28" fmla="*/ 108 w 241"/>
                  <a:gd name="T29" fmla="*/ 5 h 33"/>
                  <a:gd name="T30" fmla="*/ 122 w 241"/>
                  <a:gd name="T31" fmla="*/ 10 h 33"/>
                  <a:gd name="T32" fmla="*/ 240 w 241"/>
                  <a:gd name="T33" fmla="*/ 33 h 33"/>
                  <a:gd name="T34" fmla="*/ 241 w 241"/>
                  <a:gd name="T35" fmla="*/ 29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41" h="33">
                    <a:moveTo>
                      <a:pt x="241" y="29"/>
                    </a:moveTo>
                    <a:cubicBezTo>
                      <a:pt x="198" y="25"/>
                      <a:pt x="168" y="19"/>
                      <a:pt x="148" y="14"/>
                    </a:cubicBezTo>
                    <a:cubicBezTo>
                      <a:pt x="137" y="11"/>
                      <a:pt x="129" y="8"/>
                      <a:pt x="123" y="6"/>
                    </a:cubicBezTo>
                    <a:cubicBezTo>
                      <a:pt x="117" y="4"/>
                      <a:pt x="113" y="2"/>
                      <a:pt x="110" y="1"/>
                    </a:cubicBezTo>
                    <a:cubicBezTo>
                      <a:pt x="108" y="0"/>
                      <a:pt x="107" y="0"/>
                      <a:pt x="105" y="0"/>
                    </a:cubicBezTo>
                    <a:cubicBezTo>
                      <a:pt x="100" y="0"/>
                      <a:pt x="93" y="1"/>
                      <a:pt x="85" y="3"/>
                    </a:cubicBezTo>
                    <a:cubicBezTo>
                      <a:pt x="72" y="5"/>
                      <a:pt x="56" y="8"/>
                      <a:pt x="42" y="11"/>
                    </a:cubicBezTo>
                    <a:cubicBezTo>
                      <a:pt x="27" y="13"/>
                      <a:pt x="13" y="15"/>
                      <a:pt x="5" y="15"/>
                    </a:cubicBezTo>
                    <a:cubicBezTo>
                      <a:pt x="3" y="15"/>
                      <a:pt x="2" y="15"/>
                      <a:pt x="0" y="15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1" y="19"/>
                      <a:pt x="3" y="19"/>
                      <a:pt x="5" y="19"/>
                    </a:cubicBezTo>
                    <a:cubicBezTo>
                      <a:pt x="17" y="19"/>
                      <a:pt x="37" y="15"/>
                      <a:pt x="57" y="12"/>
                    </a:cubicBezTo>
                    <a:cubicBezTo>
                      <a:pt x="67" y="10"/>
                      <a:pt x="77" y="8"/>
                      <a:pt x="85" y="7"/>
                    </a:cubicBezTo>
                    <a:cubicBezTo>
                      <a:pt x="94" y="5"/>
                      <a:pt x="101" y="4"/>
                      <a:pt x="105" y="4"/>
                    </a:cubicBezTo>
                    <a:cubicBezTo>
                      <a:pt x="107" y="4"/>
                      <a:pt x="108" y="4"/>
                      <a:pt x="108" y="5"/>
                    </a:cubicBezTo>
                    <a:cubicBezTo>
                      <a:pt x="111" y="5"/>
                      <a:pt x="115" y="7"/>
                      <a:pt x="122" y="10"/>
                    </a:cubicBezTo>
                    <a:cubicBezTo>
                      <a:pt x="140" y="17"/>
                      <a:pt x="176" y="28"/>
                      <a:pt x="240" y="33"/>
                    </a:cubicBezTo>
                    <a:cubicBezTo>
                      <a:pt x="241" y="29"/>
                      <a:pt x="241" y="29"/>
                      <a:pt x="241" y="2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8" name="Freeform 75">
                <a:extLst>
                  <a:ext uri="{FF2B5EF4-FFF2-40B4-BE49-F238E27FC236}">
                    <a16:creationId xmlns:a16="http://schemas.microsoft.com/office/drawing/2014/main" id="{41F19DFA-104D-40B5-8277-81BF976A2A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5" y="1833"/>
                <a:ext cx="663" cy="193"/>
              </a:xfrm>
              <a:custGeom>
                <a:avLst/>
                <a:gdLst>
                  <a:gd name="T0" fmla="*/ 213 w 663"/>
                  <a:gd name="T1" fmla="*/ 37 h 193"/>
                  <a:gd name="T2" fmla="*/ 494 w 663"/>
                  <a:gd name="T3" fmla="*/ 52 h 193"/>
                  <a:gd name="T4" fmla="*/ 663 w 663"/>
                  <a:gd name="T5" fmla="*/ 0 h 193"/>
                  <a:gd name="T6" fmla="*/ 596 w 663"/>
                  <a:gd name="T7" fmla="*/ 120 h 193"/>
                  <a:gd name="T8" fmla="*/ 429 w 663"/>
                  <a:gd name="T9" fmla="*/ 193 h 193"/>
                  <a:gd name="T10" fmla="*/ 56 w 663"/>
                  <a:gd name="T11" fmla="*/ 104 h 193"/>
                  <a:gd name="T12" fmla="*/ 0 w 663"/>
                  <a:gd name="T13" fmla="*/ 37 h 193"/>
                  <a:gd name="T14" fmla="*/ 49 w 663"/>
                  <a:gd name="T15" fmla="*/ 16 h 193"/>
                  <a:gd name="T16" fmla="*/ 81 w 663"/>
                  <a:gd name="T17" fmla="*/ 16 h 193"/>
                  <a:gd name="T18" fmla="*/ 213 w 663"/>
                  <a:gd name="T19" fmla="*/ 37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63" h="193">
                    <a:moveTo>
                      <a:pt x="213" y="37"/>
                    </a:moveTo>
                    <a:lnTo>
                      <a:pt x="494" y="52"/>
                    </a:lnTo>
                    <a:lnTo>
                      <a:pt x="663" y="0"/>
                    </a:lnTo>
                    <a:lnTo>
                      <a:pt x="596" y="120"/>
                    </a:lnTo>
                    <a:lnTo>
                      <a:pt x="429" y="193"/>
                    </a:lnTo>
                    <a:lnTo>
                      <a:pt x="56" y="104"/>
                    </a:lnTo>
                    <a:lnTo>
                      <a:pt x="0" y="37"/>
                    </a:lnTo>
                    <a:lnTo>
                      <a:pt x="49" y="16"/>
                    </a:lnTo>
                    <a:lnTo>
                      <a:pt x="81" y="16"/>
                    </a:lnTo>
                    <a:lnTo>
                      <a:pt x="213" y="3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9" name="Freeform 76">
                <a:extLst>
                  <a:ext uri="{FF2B5EF4-FFF2-40B4-BE49-F238E27FC236}">
                    <a16:creationId xmlns:a16="http://schemas.microsoft.com/office/drawing/2014/main" id="{7FCDB024-92C0-420A-A925-4EEDBC7C96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0" y="1828"/>
                <a:ext cx="674" cy="201"/>
              </a:xfrm>
              <a:custGeom>
                <a:avLst/>
                <a:gdLst>
                  <a:gd name="T0" fmla="*/ 218 w 674"/>
                  <a:gd name="T1" fmla="*/ 42 h 201"/>
                  <a:gd name="T2" fmla="*/ 218 w 674"/>
                  <a:gd name="T3" fmla="*/ 45 h 201"/>
                  <a:gd name="T4" fmla="*/ 499 w 674"/>
                  <a:gd name="T5" fmla="*/ 60 h 201"/>
                  <a:gd name="T6" fmla="*/ 661 w 674"/>
                  <a:gd name="T7" fmla="*/ 10 h 201"/>
                  <a:gd name="T8" fmla="*/ 598 w 674"/>
                  <a:gd name="T9" fmla="*/ 124 h 201"/>
                  <a:gd name="T10" fmla="*/ 434 w 674"/>
                  <a:gd name="T11" fmla="*/ 195 h 201"/>
                  <a:gd name="T12" fmla="*/ 63 w 674"/>
                  <a:gd name="T13" fmla="*/ 106 h 201"/>
                  <a:gd name="T14" fmla="*/ 10 w 674"/>
                  <a:gd name="T15" fmla="*/ 44 h 201"/>
                  <a:gd name="T16" fmla="*/ 54 w 674"/>
                  <a:gd name="T17" fmla="*/ 23 h 201"/>
                  <a:gd name="T18" fmla="*/ 86 w 674"/>
                  <a:gd name="T19" fmla="*/ 23 h 201"/>
                  <a:gd name="T20" fmla="*/ 218 w 674"/>
                  <a:gd name="T21" fmla="*/ 45 h 201"/>
                  <a:gd name="T22" fmla="*/ 218 w 674"/>
                  <a:gd name="T23" fmla="*/ 45 h 201"/>
                  <a:gd name="T24" fmla="*/ 218 w 674"/>
                  <a:gd name="T25" fmla="*/ 42 h 201"/>
                  <a:gd name="T26" fmla="*/ 220 w 674"/>
                  <a:gd name="T27" fmla="*/ 39 h 201"/>
                  <a:gd name="T28" fmla="*/ 86 w 674"/>
                  <a:gd name="T29" fmla="*/ 18 h 201"/>
                  <a:gd name="T30" fmla="*/ 53 w 674"/>
                  <a:gd name="T31" fmla="*/ 18 h 201"/>
                  <a:gd name="T32" fmla="*/ 0 w 674"/>
                  <a:gd name="T33" fmla="*/ 41 h 201"/>
                  <a:gd name="T34" fmla="*/ 60 w 674"/>
                  <a:gd name="T35" fmla="*/ 112 h 201"/>
                  <a:gd name="T36" fmla="*/ 434 w 674"/>
                  <a:gd name="T37" fmla="*/ 201 h 201"/>
                  <a:gd name="T38" fmla="*/ 603 w 674"/>
                  <a:gd name="T39" fmla="*/ 128 h 201"/>
                  <a:gd name="T40" fmla="*/ 674 w 674"/>
                  <a:gd name="T41" fmla="*/ 0 h 201"/>
                  <a:gd name="T42" fmla="*/ 498 w 674"/>
                  <a:gd name="T43" fmla="*/ 54 h 201"/>
                  <a:gd name="T44" fmla="*/ 218 w 674"/>
                  <a:gd name="T45" fmla="*/ 39 h 201"/>
                  <a:gd name="T46" fmla="*/ 218 w 674"/>
                  <a:gd name="T47" fmla="*/ 42 h 201"/>
                  <a:gd name="T48" fmla="*/ 220 w 674"/>
                  <a:gd name="T49" fmla="*/ 39 h 201"/>
                  <a:gd name="T50" fmla="*/ 218 w 674"/>
                  <a:gd name="T51" fmla="*/ 42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74" h="201">
                    <a:moveTo>
                      <a:pt x="218" y="42"/>
                    </a:moveTo>
                    <a:lnTo>
                      <a:pt x="218" y="45"/>
                    </a:lnTo>
                    <a:lnTo>
                      <a:pt x="499" y="60"/>
                    </a:lnTo>
                    <a:lnTo>
                      <a:pt x="661" y="10"/>
                    </a:lnTo>
                    <a:lnTo>
                      <a:pt x="598" y="124"/>
                    </a:lnTo>
                    <a:lnTo>
                      <a:pt x="434" y="195"/>
                    </a:lnTo>
                    <a:lnTo>
                      <a:pt x="63" y="106"/>
                    </a:lnTo>
                    <a:lnTo>
                      <a:pt x="10" y="44"/>
                    </a:lnTo>
                    <a:lnTo>
                      <a:pt x="54" y="23"/>
                    </a:lnTo>
                    <a:lnTo>
                      <a:pt x="86" y="23"/>
                    </a:lnTo>
                    <a:lnTo>
                      <a:pt x="218" y="45"/>
                    </a:lnTo>
                    <a:lnTo>
                      <a:pt x="218" y="45"/>
                    </a:lnTo>
                    <a:lnTo>
                      <a:pt x="218" y="42"/>
                    </a:lnTo>
                    <a:lnTo>
                      <a:pt x="220" y="39"/>
                    </a:lnTo>
                    <a:lnTo>
                      <a:pt x="86" y="18"/>
                    </a:lnTo>
                    <a:lnTo>
                      <a:pt x="53" y="18"/>
                    </a:lnTo>
                    <a:lnTo>
                      <a:pt x="0" y="41"/>
                    </a:lnTo>
                    <a:lnTo>
                      <a:pt x="60" y="112"/>
                    </a:lnTo>
                    <a:lnTo>
                      <a:pt x="434" y="201"/>
                    </a:lnTo>
                    <a:lnTo>
                      <a:pt x="603" y="128"/>
                    </a:lnTo>
                    <a:lnTo>
                      <a:pt x="674" y="0"/>
                    </a:lnTo>
                    <a:lnTo>
                      <a:pt x="498" y="54"/>
                    </a:lnTo>
                    <a:lnTo>
                      <a:pt x="218" y="39"/>
                    </a:lnTo>
                    <a:lnTo>
                      <a:pt x="218" y="42"/>
                    </a:lnTo>
                    <a:lnTo>
                      <a:pt x="220" y="39"/>
                    </a:lnTo>
                    <a:lnTo>
                      <a:pt x="218" y="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0" name="Freeform 77">
                <a:extLst>
                  <a:ext uri="{FF2B5EF4-FFF2-40B4-BE49-F238E27FC236}">
                    <a16:creationId xmlns:a16="http://schemas.microsoft.com/office/drawing/2014/main" id="{07314F16-5BC7-401A-9197-CC41DF86B7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5" y="1080"/>
                <a:ext cx="171" cy="115"/>
              </a:xfrm>
              <a:custGeom>
                <a:avLst/>
                <a:gdLst>
                  <a:gd name="T0" fmla="*/ 0 w 117"/>
                  <a:gd name="T1" fmla="*/ 0 h 79"/>
                  <a:gd name="T2" fmla="*/ 0 w 117"/>
                  <a:gd name="T3" fmla="*/ 53 h 79"/>
                  <a:gd name="T4" fmla="*/ 60 w 117"/>
                  <a:gd name="T5" fmla="*/ 79 h 79"/>
                  <a:gd name="T6" fmla="*/ 117 w 117"/>
                  <a:gd name="T7" fmla="*/ 54 h 79"/>
                  <a:gd name="T8" fmla="*/ 117 w 117"/>
                  <a:gd name="T9" fmla="*/ 2 h 79"/>
                  <a:gd name="T10" fmla="*/ 0 w 117"/>
                  <a:gd name="T11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7" h="79">
                    <a:moveTo>
                      <a:pt x="0" y="0"/>
                    </a:moveTo>
                    <a:cubicBezTo>
                      <a:pt x="0" y="11"/>
                      <a:pt x="0" y="42"/>
                      <a:pt x="0" y="53"/>
                    </a:cubicBezTo>
                    <a:cubicBezTo>
                      <a:pt x="0" y="63"/>
                      <a:pt x="21" y="79"/>
                      <a:pt x="60" y="79"/>
                    </a:cubicBezTo>
                    <a:cubicBezTo>
                      <a:pt x="99" y="79"/>
                      <a:pt x="117" y="60"/>
                      <a:pt x="117" y="54"/>
                    </a:cubicBezTo>
                    <a:cubicBezTo>
                      <a:pt x="117" y="47"/>
                      <a:pt x="117" y="2"/>
                      <a:pt x="117" y="2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1" name="Freeform 78">
                <a:extLst>
                  <a:ext uri="{FF2B5EF4-FFF2-40B4-BE49-F238E27FC236}">
                    <a16:creationId xmlns:a16="http://schemas.microsoft.com/office/drawing/2014/main" id="{8490B526-F49F-40EF-B9E2-A3D53E2271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2" y="1077"/>
                <a:ext cx="176" cy="121"/>
              </a:xfrm>
              <a:custGeom>
                <a:avLst/>
                <a:gdLst>
                  <a:gd name="T0" fmla="*/ 2 w 121"/>
                  <a:gd name="T1" fmla="*/ 2 h 83"/>
                  <a:gd name="T2" fmla="*/ 0 w 121"/>
                  <a:gd name="T3" fmla="*/ 2 h 83"/>
                  <a:gd name="T4" fmla="*/ 0 w 121"/>
                  <a:gd name="T5" fmla="*/ 55 h 83"/>
                  <a:gd name="T6" fmla="*/ 4 w 121"/>
                  <a:gd name="T7" fmla="*/ 65 h 83"/>
                  <a:gd name="T8" fmla="*/ 62 w 121"/>
                  <a:gd name="T9" fmla="*/ 83 h 83"/>
                  <a:gd name="T10" fmla="*/ 106 w 121"/>
                  <a:gd name="T11" fmla="*/ 73 h 83"/>
                  <a:gd name="T12" fmla="*/ 117 w 121"/>
                  <a:gd name="T13" fmla="*/ 64 h 83"/>
                  <a:gd name="T14" fmla="*/ 121 w 121"/>
                  <a:gd name="T15" fmla="*/ 56 h 83"/>
                  <a:gd name="T16" fmla="*/ 121 w 121"/>
                  <a:gd name="T17" fmla="*/ 4 h 83"/>
                  <a:gd name="T18" fmla="*/ 121 w 121"/>
                  <a:gd name="T19" fmla="*/ 2 h 83"/>
                  <a:gd name="T20" fmla="*/ 0 w 121"/>
                  <a:gd name="T21" fmla="*/ 0 h 83"/>
                  <a:gd name="T22" fmla="*/ 0 w 121"/>
                  <a:gd name="T23" fmla="*/ 2 h 83"/>
                  <a:gd name="T24" fmla="*/ 2 w 121"/>
                  <a:gd name="T25" fmla="*/ 2 h 83"/>
                  <a:gd name="T26" fmla="*/ 2 w 121"/>
                  <a:gd name="T27" fmla="*/ 4 h 83"/>
                  <a:gd name="T28" fmla="*/ 119 w 121"/>
                  <a:gd name="T29" fmla="*/ 6 h 83"/>
                  <a:gd name="T30" fmla="*/ 119 w 121"/>
                  <a:gd name="T31" fmla="*/ 4 h 83"/>
                  <a:gd name="T32" fmla="*/ 117 w 121"/>
                  <a:gd name="T33" fmla="*/ 4 h 83"/>
                  <a:gd name="T34" fmla="*/ 117 w 121"/>
                  <a:gd name="T35" fmla="*/ 27 h 83"/>
                  <a:gd name="T36" fmla="*/ 117 w 121"/>
                  <a:gd name="T37" fmla="*/ 56 h 83"/>
                  <a:gd name="T38" fmla="*/ 114 w 121"/>
                  <a:gd name="T39" fmla="*/ 61 h 83"/>
                  <a:gd name="T40" fmla="*/ 62 w 121"/>
                  <a:gd name="T41" fmla="*/ 79 h 83"/>
                  <a:gd name="T42" fmla="*/ 18 w 121"/>
                  <a:gd name="T43" fmla="*/ 70 h 83"/>
                  <a:gd name="T44" fmla="*/ 7 w 121"/>
                  <a:gd name="T45" fmla="*/ 62 h 83"/>
                  <a:gd name="T46" fmla="*/ 4 w 121"/>
                  <a:gd name="T47" fmla="*/ 55 h 83"/>
                  <a:gd name="T48" fmla="*/ 4 w 121"/>
                  <a:gd name="T49" fmla="*/ 2 h 83"/>
                  <a:gd name="T50" fmla="*/ 2 w 121"/>
                  <a:gd name="T51" fmla="*/ 2 h 83"/>
                  <a:gd name="T52" fmla="*/ 2 w 121"/>
                  <a:gd name="T53" fmla="*/ 4 h 83"/>
                  <a:gd name="T54" fmla="*/ 2 w 121"/>
                  <a:gd name="T55" fmla="*/ 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21" h="83">
                    <a:moveTo>
                      <a:pt x="2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13"/>
                      <a:pt x="0" y="44"/>
                      <a:pt x="0" y="55"/>
                    </a:cubicBezTo>
                    <a:cubicBezTo>
                      <a:pt x="0" y="58"/>
                      <a:pt x="1" y="62"/>
                      <a:pt x="4" y="65"/>
                    </a:cubicBezTo>
                    <a:cubicBezTo>
                      <a:pt x="13" y="74"/>
                      <a:pt x="33" y="83"/>
                      <a:pt x="62" y="83"/>
                    </a:cubicBezTo>
                    <a:cubicBezTo>
                      <a:pt x="82" y="83"/>
                      <a:pt x="96" y="79"/>
                      <a:pt x="106" y="73"/>
                    </a:cubicBezTo>
                    <a:cubicBezTo>
                      <a:pt x="111" y="70"/>
                      <a:pt x="114" y="67"/>
                      <a:pt x="117" y="64"/>
                    </a:cubicBezTo>
                    <a:cubicBezTo>
                      <a:pt x="119" y="61"/>
                      <a:pt x="121" y="58"/>
                      <a:pt x="121" y="56"/>
                    </a:cubicBezTo>
                    <a:cubicBezTo>
                      <a:pt x="121" y="49"/>
                      <a:pt x="121" y="4"/>
                      <a:pt x="121" y="4"/>
                    </a:cubicBezTo>
                    <a:cubicBezTo>
                      <a:pt x="121" y="2"/>
                      <a:pt x="121" y="2"/>
                      <a:pt x="121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19" y="4"/>
                      <a:pt x="119" y="4"/>
                      <a:pt x="119" y="4"/>
                    </a:cubicBezTo>
                    <a:cubicBezTo>
                      <a:pt x="117" y="4"/>
                      <a:pt x="117" y="4"/>
                      <a:pt x="117" y="4"/>
                    </a:cubicBezTo>
                    <a:cubicBezTo>
                      <a:pt x="117" y="4"/>
                      <a:pt x="117" y="15"/>
                      <a:pt x="117" y="27"/>
                    </a:cubicBezTo>
                    <a:cubicBezTo>
                      <a:pt x="117" y="39"/>
                      <a:pt x="117" y="52"/>
                      <a:pt x="117" y="56"/>
                    </a:cubicBezTo>
                    <a:cubicBezTo>
                      <a:pt x="117" y="57"/>
                      <a:pt x="116" y="59"/>
                      <a:pt x="114" y="61"/>
                    </a:cubicBezTo>
                    <a:cubicBezTo>
                      <a:pt x="107" y="69"/>
                      <a:pt x="91" y="79"/>
                      <a:pt x="62" y="79"/>
                    </a:cubicBezTo>
                    <a:cubicBezTo>
                      <a:pt x="43" y="79"/>
                      <a:pt x="28" y="75"/>
                      <a:pt x="18" y="70"/>
                    </a:cubicBezTo>
                    <a:cubicBezTo>
                      <a:pt x="13" y="68"/>
                      <a:pt x="10" y="65"/>
                      <a:pt x="7" y="62"/>
                    </a:cubicBezTo>
                    <a:cubicBezTo>
                      <a:pt x="5" y="59"/>
                      <a:pt x="4" y="57"/>
                      <a:pt x="4" y="55"/>
                    </a:cubicBezTo>
                    <a:cubicBezTo>
                      <a:pt x="4" y="44"/>
                      <a:pt x="4" y="13"/>
                      <a:pt x="4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2"/>
                      <a:pt x="2" y="2"/>
                      <a:pt x="2" y="2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2" name="Freeform 79">
                <a:extLst>
                  <a:ext uri="{FF2B5EF4-FFF2-40B4-BE49-F238E27FC236}">
                    <a16:creationId xmlns:a16="http://schemas.microsoft.com/office/drawing/2014/main" id="{721E6DDC-FFC7-4000-A8FF-6EFAAC5BA5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5" y="1080"/>
                <a:ext cx="41" cy="109"/>
              </a:xfrm>
              <a:custGeom>
                <a:avLst/>
                <a:gdLst>
                  <a:gd name="T0" fmla="*/ 0 w 28"/>
                  <a:gd name="T1" fmla="*/ 0 h 75"/>
                  <a:gd name="T2" fmla="*/ 0 w 28"/>
                  <a:gd name="T3" fmla="*/ 53 h 75"/>
                  <a:gd name="T4" fmla="*/ 28 w 28"/>
                  <a:gd name="T5" fmla="*/ 75 h 75"/>
                  <a:gd name="T6" fmla="*/ 28 w 28"/>
                  <a:gd name="T7" fmla="*/ 0 h 75"/>
                  <a:gd name="T8" fmla="*/ 0 w 28"/>
                  <a:gd name="T9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75">
                    <a:moveTo>
                      <a:pt x="0" y="0"/>
                    </a:moveTo>
                    <a:cubicBezTo>
                      <a:pt x="0" y="11"/>
                      <a:pt x="0" y="42"/>
                      <a:pt x="0" y="53"/>
                    </a:cubicBezTo>
                    <a:cubicBezTo>
                      <a:pt x="0" y="60"/>
                      <a:pt x="10" y="70"/>
                      <a:pt x="28" y="75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4BB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3" name="Freeform 80">
                <a:extLst>
                  <a:ext uri="{FF2B5EF4-FFF2-40B4-BE49-F238E27FC236}">
                    <a16:creationId xmlns:a16="http://schemas.microsoft.com/office/drawing/2014/main" id="{858734B2-B40D-4021-BAC3-CBB0244B2F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9" y="1218"/>
                <a:ext cx="633" cy="406"/>
              </a:xfrm>
              <a:custGeom>
                <a:avLst/>
                <a:gdLst>
                  <a:gd name="T0" fmla="*/ 389 w 435"/>
                  <a:gd name="T1" fmla="*/ 0 h 279"/>
                  <a:gd name="T2" fmla="*/ 216 w 435"/>
                  <a:gd name="T3" fmla="*/ 0 h 279"/>
                  <a:gd name="T4" fmla="*/ 64 w 435"/>
                  <a:gd name="T5" fmla="*/ 86 h 279"/>
                  <a:gd name="T6" fmla="*/ 0 w 435"/>
                  <a:gd name="T7" fmla="*/ 279 h 279"/>
                  <a:gd name="T8" fmla="*/ 435 w 435"/>
                  <a:gd name="T9" fmla="*/ 24 h 279"/>
                  <a:gd name="T10" fmla="*/ 389 w 435"/>
                  <a:gd name="T11" fmla="*/ 0 h 2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5" h="279">
                    <a:moveTo>
                      <a:pt x="389" y="0"/>
                    </a:moveTo>
                    <a:cubicBezTo>
                      <a:pt x="216" y="0"/>
                      <a:pt x="216" y="0"/>
                      <a:pt x="216" y="0"/>
                    </a:cubicBezTo>
                    <a:cubicBezTo>
                      <a:pt x="173" y="27"/>
                      <a:pt x="77" y="61"/>
                      <a:pt x="64" y="86"/>
                    </a:cubicBezTo>
                    <a:cubicBezTo>
                      <a:pt x="54" y="105"/>
                      <a:pt x="18" y="181"/>
                      <a:pt x="0" y="279"/>
                    </a:cubicBezTo>
                    <a:cubicBezTo>
                      <a:pt x="435" y="24"/>
                      <a:pt x="435" y="24"/>
                      <a:pt x="435" y="24"/>
                    </a:cubicBezTo>
                    <a:cubicBezTo>
                      <a:pt x="417" y="16"/>
                      <a:pt x="401" y="8"/>
                      <a:pt x="389" y="0"/>
                    </a:cubicBezTo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4" name="Freeform 81">
                <a:extLst>
                  <a:ext uri="{FF2B5EF4-FFF2-40B4-BE49-F238E27FC236}">
                    <a16:creationId xmlns:a16="http://schemas.microsoft.com/office/drawing/2014/main" id="{56DF5EE2-E852-47F8-AAD0-43910439FD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7" y="1741"/>
                <a:ext cx="127" cy="89"/>
              </a:xfrm>
              <a:custGeom>
                <a:avLst/>
                <a:gdLst>
                  <a:gd name="T0" fmla="*/ 32 w 87"/>
                  <a:gd name="T1" fmla="*/ 7 h 61"/>
                  <a:gd name="T2" fmla="*/ 0 w 87"/>
                  <a:gd name="T3" fmla="*/ 16 h 61"/>
                  <a:gd name="T4" fmla="*/ 32 w 87"/>
                  <a:gd name="T5" fmla="*/ 55 h 61"/>
                  <a:gd name="T6" fmla="*/ 60 w 87"/>
                  <a:gd name="T7" fmla="*/ 58 h 61"/>
                  <a:gd name="T8" fmla="*/ 86 w 87"/>
                  <a:gd name="T9" fmla="*/ 23 h 61"/>
                  <a:gd name="T10" fmla="*/ 65 w 87"/>
                  <a:gd name="T11" fmla="*/ 0 h 61"/>
                  <a:gd name="T12" fmla="*/ 32 w 87"/>
                  <a:gd name="T13" fmla="*/ 7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7" h="61">
                    <a:moveTo>
                      <a:pt x="32" y="7"/>
                    </a:moveTo>
                    <a:cubicBezTo>
                      <a:pt x="22" y="11"/>
                      <a:pt x="0" y="16"/>
                      <a:pt x="0" y="16"/>
                    </a:cubicBezTo>
                    <a:cubicBezTo>
                      <a:pt x="0" y="16"/>
                      <a:pt x="26" y="53"/>
                      <a:pt x="32" y="55"/>
                    </a:cubicBezTo>
                    <a:cubicBezTo>
                      <a:pt x="38" y="58"/>
                      <a:pt x="43" y="61"/>
                      <a:pt x="60" y="58"/>
                    </a:cubicBezTo>
                    <a:cubicBezTo>
                      <a:pt x="78" y="55"/>
                      <a:pt x="87" y="24"/>
                      <a:pt x="86" y="23"/>
                    </a:cubicBezTo>
                    <a:cubicBezTo>
                      <a:pt x="85" y="21"/>
                      <a:pt x="65" y="0"/>
                      <a:pt x="65" y="0"/>
                    </a:cubicBezTo>
                    <a:lnTo>
                      <a:pt x="32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5" name="Freeform 82">
                <a:extLst>
                  <a:ext uri="{FF2B5EF4-FFF2-40B4-BE49-F238E27FC236}">
                    <a16:creationId xmlns:a16="http://schemas.microsoft.com/office/drawing/2014/main" id="{68A2D84F-690B-4058-A02E-946093D195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3" y="1736"/>
                <a:ext cx="132" cy="95"/>
              </a:xfrm>
              <a:custGeom>
                <a:avLst/>
                <a:gdLst>
                  <a:gd name="T0" fmla="*/ 34 w 91"/>
                  <a:gd name="T1" fmla="*/ 8 h 65"/>
                  <a:gd name="T2" fmla="*/ 6 w 91"/>
                  <a:gd name="T3" fmla="*/ 16 h 65"/>
                  <a:gd name="T4" fmla="*/ 0 w 91"/>
                  <a:gd name="T5" fmla="*/ 17 h 65"/>
                  <a:gd name="T6" fmla="*/ 15 w 91"/>
                  <a:gd name="T7" fmla="*/ 39 h 65"/>
                  <a:gd name="T8" fmla="*/ 31 w 91"/>
                  <a:gd name="T9" fmla="*/ 57 h 65"/>
                  <a:gd name="T10" fmla="*/ 52 w 91"/>
                  <a:gd name="T11" fmla="*/ 65 h 65"/>
                  <a:gd name="T12" fmla="*/ 76 w 91"/>
                  <a:gd name="T13" fmla="*/ 56 h 65"/>
                  <a:gd name="T14" fmla="*/ 90 w 91"/>
                  <a:gd name="T15" fmla="*/ 31 h 65"/>
                  <a:gd name="T16" fmla="*/ 91 w 91"/>
                  <a:gd name="T17" fmla="*/ 26 h 65"/>
                  <a:gd name="T18" fmla="*/ 90 w 91"/>
                  <a:gd name="T19" fmla="*/ 24 h 65"/>
                  <a:gd name="T20" fmla="*/ 69 w 91"/>
                  <a:gd name="T21" fmla="*/ 1 h 65"/>
                  <a:gd name="T22" fmla="*/ 35 w 91"/>
                  <a:gd name="T23" fmla="*/ 8 h 65"/>
                  <a:gd name="T24" fmla="*/ 35 w 91"/>
                  <a:gd name="T25" fmla="*/ 10 h 65"/>
                  <a:gd name="T26" fmla="*/ 68 w 91"/>
                  <a:gd name="T27" fmla="*/ 5 h 65"/>
                  <a:gd name="T28" fmla="*/ 67 w 91"/>
                  <a:gd name="T29" fmla="*/ 4 h 65"/>
                  <a:gd name="T30" fmla="*/ 84 w 91"/>
                  <a:gd name="T31" fmla="*/ 23 h 65"/>
                  <a:gd name="T32" fmla="*/ 87 w 91"/>
                  <a:gd name="T33" fmla="*/ 26 h 65"/>
                  <a:gd name="T34" fmla="*/ 87 w 91"/>
                  <a:gd name="T35" fmla="*/ 27 h 65"/>
                  <a:gd name="T36" fmla="*/ 87 w 91"/>
                  <a:gd name="T37" fmla="*/ 27 h 65"/>
                  <a:gd name="T38" fmla="*/ 88 w 91"/>
                  <a:gd name="T39" fmla="*/ 26 h 65"/>
                  <a:gd name="T40" fmla="*/ 88 w 91"/>
                  <a:gd name="T41" fmla="*/ 26 h 65"/>
                  <a:gd name="T42" fmla="*/ 87 w 91"/>
                  <a:gd name="T43" fmla="*/ 27 h 65"/>
                  <a:gd name="T44" fmla="*/ 87 w 91"/>
                  <a:gd name="T45" fmla="*/ 26 h 65"/>
                  <a:gd name="T46" fmla="*/ 87 w 91"/>
                  <a:gd name="T47" fmla="*/ 26 h 65"/>
                  <a:gd name="T48" fmla="*/ 87 w 91"/>
                  <a:gd name="T49" fmla="*/ 26 h 65"/>
                  <a:gd name="T50" fmla="*/ 86 w 91"/>
                  <a:gd name="T51" fmla="*/ 28 h 65"/>
                  <a:gd name="T52" fmla="*/ 72 w 91"/>
                  <a:gd name="T53" fmla="*/ 55 h 65"/>
                  <a:gd name="T54" fmla="*/ 52 w 91"/>
                  <a:gd name="T55" fmla="*/ 61 h 65"/>
                  <a:gd name="T56" fmla="*/ 34 w 91"/>
                  <a:gd name="T57" fmla="*/ 55 h 65"/>
                  <a:gd name="T58" fmla="*/ 8 w 91"/>
                  <a:gd name="T59" fmla="*/ 22 h 65"/>
                  <a:gd name="T60" fmla="*/ 3 w 91"/>
                  <a:gd name="T61" fmla="*/ 19 h 65"/>
                  <a:gd name="T62" fmla="*/ 16 w 91"/>
                  <a:gd name="T63" fmla="*/ 18 h 65"/>
                  <a:gd name="T64" fmla="*/ 35 w 91"/>
                  <a:gd name="T65" fmla="*/ 10 h 65"/>
                  <a:gd name="T66" fmla="*/ 35 w 91"/>
                  <a:gd name="T67" fmla="*/ 1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91" h="65">
                    <a:moveTo>
                      <a:pt x="35" y="10"/>
                    </a:moveTo>
                    <a:cubicBezTo>
                      <a:pt x="34" y="8"/>
                      <a:pt x="34" y="8"/>
                      <a:pt x="34" y="8"/>
                    </a:cubicBezTo>
                    <a:cubicBezTo>
                      <a:pt x="29" y="10"/>
                      <a:pt x="21" y="12"/>
                      <a:pt x="15" y="14"/>
                    </a:cubicBezTo>
                    <a:cubicBezTo>
                      <a:pt x="11" y="15"/>
                      <a:pt x="8" y="15"/>
                      <a:pt x="6" y="16"/>
                    </a:cubicBezTo>
                    <a:cubicBezTo>
                      <a:pt x="4" y="16"/>
                      <a:pt x="3" y="17"/>
                      <a:pt x="3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2" y="20"/>
                      <a:pt x="8" y="29"/>
                      <a:pt x="15" y="39"/>
                    </a:cubicBezTo>
                    <a:cubicBezTo>
                      <a:pt x="19" y="44"/>
                      <a:pt x="23" y="49"/>
                      <a:pt x="26" y="52"/>
                    </a:cubicBezTo>
                    <a:cubicBezTo>
                      <a:pt x="28" y="54"/>
                      <a:pt x="29" y="56"/>
                      <a:pt x="31" y="57"/>
                    </a:cubicBezTo>
                    <a:cubicBezTo>
                      <a:pt x="32" y="59"/>
                      <a:pt x="33" y="60"/>
                      <a:pt x="35" y="60"/>
                    </a:cubicBezTo>
                    <a:cubicBezTo>
                      <a:pt x="39" y="62"/>
                      <a:pt x="43" y="65"/>
                      <a:pt x="52" y="65"/>
                    </a:cubicBezTo>
                    <a:cubicBezTo>
                      <a:pt x="55" y="65"/>
                      <a:pt x="59" y="64"/>
                      <a:pt x="64" y="63"/>
                    </a:cubicBezTo>
                    <a:cubicBezTo>
                      <a:pt x="69" y="62"/>
                      <a:pt x="72" y="60"/>
                      <a:pt x="76" y="56"/>
                    </a:cubicBezTo>
                    <a:cubicBezTo>
                      <a:pt x="81" y="51"/>
                      <a:pt x="85" y="45"/>
                      <a:pt x="87" y="39"/>
                    </a:cubicBezTo>
                    <a:cubicBezTo>
                      <a:pt x="88" y="36"/>
                      <a:pt x="89" y="33"/>
                      <a:pt x="90" y="31"/>
                    </a:cubicBezTo>
                    <a:cubicBezTo>
                      <a:pt x="90" y="30"/>
                      <a:pt x="90" y="29"/>
                      <a:pt x="91" y="28"/>
                    </a:cubicBezTo>
                    <a:cubicBezTo>
                      <a:pt x="91" y="27"/>
                      <a:pt x="91" y="27"/>
                      <a:pt x="91" y="26"/>
                    </a:cubicBezTo>
                    <a:cubicBezTo>
                      <a:pt x="91" y="26"/>
                      <a:pt x="91" y="26"/>
                      <a:pt x="91" y="25"/>
                    </a:cubicBezTo>
                    <a:cubicBezTo>
                      <a:pt x="90" y="24"/>
                      <a:pt x="90" y="24"/>
                      <a:pt x="90" y="24"/>
                    </a:cubicBezTo>
                    <a:cubicBezTo>
                      <a:pt x="89" y="23"/>
                      <a:pt x="88" y="21"/>
                      <a:pt x="85" y="19"/>
                    </a:cubicBezTo>
                    <a:cubicBezTo>
                      <a:pt x="79" y="12"/>
                      <a:pt x="70" y="1"/>
                      <a:pt x="69" y="1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35" y="8"/>
                      <a:pt x="35" y="8"/>
                      <a:pt x="35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68" y="5"/>
                      <a:pt x="68" y="5"/>
                      <a:pt x="68" y="5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7" y="4"/>
                      <a:pt x="67" y="4"/>
                      <a:pt x="67" y="4"/>
                    </a:cubicBezTo>
                    <a:cubicBezTo>
                      <a:pt x="67" y="4"/>
                      <a:pt x="72" y="9"/>
                      <a:pt x="77" y="15"/>
                    </a:cubicBezTo>
                    <a:cubicBezTo>
                      <a:pt x="79" y="18"/>
                      <a:pt x="82" y="21"/>
                      <a:pt x="84" y="23"/>
                    </a:cubicBezTo>
                    <a:cubicBezTo>
                      <a:pt x="85" y="24"/>
                      <a:pt x="85" y="25"/>
                      <a:pt x="86" y="26"/>
                    </a:cubicBezTo>
                    <a:cubicBezTo>
                      <a:pt x="87" y="26"/>
                      <a:pt x="87" y="26"/>
                      <a:pt x="87" y="26"/>
                    </a:cubicBezTo>
                    <a:cubicBezTo>
                      <a:pt x="87" y="27"/>
                      <a:pt x="87" y="27"/>
                      <a:pt x="87" y="27"/>
                    </a:cubicBezTo>
                    <a:cubicBezTo>
                      <a:pt x="87" y="27"/>
                      <a:pt x="87" y="27"/>
                      <a:pt x="87" y="27"/>
                    </a:cubicBezTo>
                    <a:cubicBezTo>
                      <a:pt x="88" y="26"/>
                      <a:pt x="88" y="26"/>
                      <a:pt x="88" y="26"/>
                    </a:cubicBezTo>
                    <a:cubicBezTo>
                      <a:pt x="87" y="27"/>
                      <a:pt x="87" y="27"/>
                      <a:pt x="87" y="27"/>
                    </a:cubicBezTo>
                    <a:cubicBezTo>
                      <a:pt x="87" y="27"/>
                      <a:pt x="87" y="27"/>
                      <a:pt x="87" y="27"/>
                    </a:cubicBezTo>
                    <a:cubicBezTo>
                      <a:pt x="88" y="26"/>
                      <a:pt x="88" y="26"/>
                      <a:pt x="88" y="26"/>
                    </a:cubicBezTo>
                    <a:cubicBezTo>
                      <a:pt x="87" y="27"/>
                      <a:pt x="87" y="27"/>
                      <a:pt x="87" y="27"/>
                    </a:cubicBezTo>
                    <a:cubicBezTo>
                      <a:pt x="88" y="26"/>
                      <a:pt x="88" y="26"/>
                      <a:pt x="88" y="26"/>
                    </a:cubicBezTo>
                    <a:cubicBezTo>
                      <a:pt x="87" y="26"/>
                      <a:pt x="87" y="26"/>
                      <a:pt x="87" y="26"/>
                    </a:cubicBezTo>
                    <a:cubicBezTo>
                      <a:pt x="87" y="27"/>
                      <a:pt x="87" y="27"/>
                      <a:pt x="87" y="27"/>
                    </a:cubicBezTo>
                    <a:cubicBezTo>
                      <a:pt x="88" y="26"/>
                      <a:pt x="88" y="26"/>
                      <a:pt x="88" y="26"/>
                    </a:cubicBezTo>
                    <a:cubicBezTo>
                      <a:pt x="87" y="26"/>
                      <a:pt x="87" y="26"/>
                      <a:pt x="87" y="26"/>
                    </a:cubicBezTo>
                    <a:cubicBezTo>
                      <a:pt x="87" y="26"/>
                      <a:pt x="87" y="26"/>
                      <a:pt x="87" y="26"/>
                    </a:cubicBezTo>
                    <a:cubicBezTo>
                      <a:pt x="87" y="26"/>
                      <a:pt x="87" y="26"/>
                      <a:pt x="87" y="26"/>
                    </a:cubicBezTo>
                    <a:cubicBezTo>
                      <a:pt x="87" y="26"/>
                      <a:pt x="87" y="26"/>
                      <a:pt x="87" y="26"/>
                    </a:cubicBezTo>
                    <a:cubicBezTo>
                      <a:pt x="87" y="26"/>
                      <a:pt x="87" y="26"/>
                      <a:pt x="87" y="26"/>
                    </a:cubicBezTo>
                    <a:cubicBezTo>
                      <a:pt x="87" y="26"/>
                      <a:pt x="87" y="26"/>
                      <a:pt x="87" y="26"/>
                    </a:cubicBezTo>
                    <a:cubicBezTo>
                      <a:pt x="87" y="26"/>
                      <a:pt x="87" y="27"/>
                      <a:pt x="86" y="28"/>
                    </a:cubicBezTo>
                    <a:cubicBezTo>
                      <a:pt x="86" y="32"/>
                      <a:pt x="83" y="39"/>
                      <a:pt x="79" y="46"/>
                    </a:cubicBezTo>
                    <a:cubicBezTo>
                      <a:pt x="77" y="49"/>
                      <a:pt x="75" y="52"/>
                      <a:pt x="72" y="55"/>
                    </a:cubicBezTo>
                    <a:cubicBezTo>
                      <a:pt x="69" y="57"/>
                      <a:pt x="66" y="59"/>
                      <a:pt x="63" y="59"/>
                    </a:cubicBezTo>
                    <a:cubicBezTo>
                      <a:pt x="58" y="60"/>
                      <a:pt x="55" y="61"/>
                      <a:pt x="52" y="61"/>
                    </a:cubicBezTo>
                    <a:cubicBezTo>
                      <a:pt x="44" y="60"/>
                      <a:pt x="41" y="58"/>
                      <a:pt x="36" y="57"/>
                    </a:cubicBezTo>
                    <a:cubicBezTo>
                      <a:pt x="36" y="56"/>
                      <a:pt x="35" y="56"/>
                      <a:pt x="34" y="55"/>
                    </a:cubicBezTo>
                    <a:cubicBezTo>
                      <a:pt x="29" y="50"/>
                      <a:pt x="22" y="41"/>
                      <a:pt x="16" y="33"/>
                    </a:cubicBezTo>
                    <a:cubicBezTo>
                      <a:pt x="13" y="29"/>
                      <a:pt x="10" y="25"/>
                      <a:pt x="8" y="22"/>
                    </a:cubicBezTo>
                    <a:cubicBezTo>
                      <a:pt x="6" y="19"/>
                      <a:pt x="5" y="18"/>
                      <a:pt x="5" y="18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4" y="21"/>
                      <a:pt x="9" y="20"/>
                      <a:pt x="16" y="18"/>
                    </a:cubicBezTo>
                    <a:cubicBezTo>
                      <a:pt x="22" y="16"/>
                      <a:pt x="31" y="14"/>
                      <a:pt x="36" y="12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36" y="12"/>
                      <a:pt x="36" y="12"/>
                      <a:pt x="36" y="12"/>
                    </a:cubicBez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6" name="Freeform 83">
                <a:extLst>
                  <a:ext uri="{FF2B5EF4-FFF2-40B4-BE49-F238E27FC236}">
                    <a16:creationId xmlns:a16="http://schemas.microsoft.com/office/drawing/2014/main" id="{8C6DE81B-C90E-4093-A668-56649CF401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1" y="1741"/>
                <a:ext cx="125" cy="89"/>
              </a:xfrm>
              <a:custGeom>
                <a:avLst/>
                <a:gdLst>
                  <a:gd name="T0" fmla="*/ 54 w 86"/>
                  <a:gd name="T1" fmla="*/ 7 h 61"/>
                  <a:gd name="T2" fmla="*/ 86 w 86"/>
                  <a:gd name="T3" fmla="*/ 16 h 61"/>
                  <a:gd name="T4" fmla="*/ 54 w 86"/>
                  <a:gd name="T5" fmla="*/ 55 h 61"/>
                  <a:gd name="T6" fmla="*/ 26 w 86"/>
                  <a:gd name="T7" fmla="*/ 58 h 61"/>
                  <a:gd name="T8" fmla="*/ 1 w 86"/>
                  <a:gd name="T9" fmla="*/ 23 h 61"/>
                  <a:gd name="T10" fmla="*/ 21 w 86"/>
                  <a:gd name="T11" fmla="*/ 0 h 61"/>
                  <a:gd name="T12" fmla="*/ 54 w 86"/>
                  <a:gd name="T13" fmla="*/ 7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6" h="61">
                    <a:moveTo>
                      <a:pt x="54" y="7"/>
                    </a:moveTo>
                    <a:cubicBezTo>
                      <a:pt x="65" y="11"/>
                      <a:pt x="86" y="16"/>
                      <a:pt x="86" y="16"/>
                    </a:cubicBezTo>
                    <a:cubicBezTo>
                      <a:pt x="86" y="16"/>
                      <a:pt x="60" y="53"/>
                      <a:pt x="54" y="55"/>
                    </a:cubicBezTo>
                    <a:cubicBezTo>
                      <a:pt x="48" y="58"/>
                      <a:pt x="43" y="61"/>
                      <a:pt x="26" y="58"/>
                    </a:cubicBezTo>
                    <a:cubicBezTo>
                      <a:pt x="9" y="55"/>
                      <a:pt x="0" y="24"/>
                      <a:pt x="1" y="23"/>
                    </a:cubicBezTo>
                    <a:cubicBezTo>
                      <a:pt x="2" y="21"/>
                      <a:pt x="21" y="0"/>
                      <a:pt x="21" y="0"/>
                    </a:cubicBezTo>
                    <a:lnTo>
                      <a:pt x="54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7" name="Freeform 84">
                <a:extLst>
                  <a:ext uri="{FF2B5EF4-FFF2-40B4-BE49-F238E27FC236}">
                    <a16:creationId xmlns:a16="http://schemas.microsoft.com/office/drawing/2014/main" id="{B0A2D141-4F0A-45F4-8A7E-080CEC5A4C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0" y="1736"/>
                <a:ext cx="132" cy="95"/>
              </a:xfrm>
              <a:custGeom>
                <a:avLst/>
                <a:gdLst>
                  <a:gd name="T0" fmla="*/ 54 w 91"/>
                  <a:gd name="T1" fmla="*/ 12 h 65"/>
                  <a:gd name="T2" fmla="*/ 87 w 91"/>
                  <a:gd name="T3" fmla="*/ 21 h 65"/>
                  <a:gd name="T4" fmla="*/ 86 w 91"/>
                  <a:gd name="T5" fmla="*/ 18 h 65"/>
                  <a:gd name="T6" fmla="*/ 66 w 91"/>
                  <a:gd name="T7" fmla="*/ 44 h 65"/>
                  <a:gd name="T8" fmla="*/ 56 w 91"/>
                  <a:gd name="T9" fmla="*/ 55 h 65"/>
                  <a:gd name="T10" fmla="*/ 39 w 91"/>
                  <a:gd name="T11" fmla="*/ 61 h 65"/>
                  <a:gd name="T12" fmla="*/ 17 w 91"/>
                  <a:gd name="T13" fmla="*/ 54 h 65"/>
                  <a:gd name="T14" fmla="*/ 5 w 91"/>
                  <a:gd name="T15" fmla="*/ 30 h 65"/>
                  <a:gd name="T16" fmla="*/ 4 w 91"/>
                  <a:gd name="T17" fmla="*/ 26 h 65"/>
                  <a:gd name="T18" fmla="*/ 4 w 91"/>
                  <a:gd name="T19" fmla="*/ 26 h 65"/>
                  <a:gd name="T20" fmla="*/ 3 w 91"/>
                  <a:gd name="T21" fmla="*/ 26 h 65"/>
                  <a:gd name="T22" fmla="*/ 2 w 91"/>
                  <a:gd name="T23" fmla="*/ 26 h 65"/>
                  <a:gd name="T24" fmla="*/ 4 w 91"/>
                  <a:gd name="T25" fmla="*/ 26 h 65"/>
                  <a:gd name="T26" fmla="*/ 4 w 91"/>
                  <a:gd name="T27" fmla="*/ 27 h 65"/>
                  <a:gd name="T28" fmla="*/ 3 w 91"/>
                  <a:gd name="T29" fmla="*/ 26 h 65"/>
                  <a:gd name="T30" fmla="*/ 4 w 91"/>
                  <a:gd name="T31" fmla="*/ 27 h 65"/>
                  <a:gd name="T32" fmla="*/ 3 w 91"/>
                  <a:gd name="T33" fmla="*/ 27 h 65"/>
                  <a:gd name="T34" fmla="*/ 16 w 91"/>
                  <a:gd name="T35" fmla="*/ 13 h 65"/>
                  <a:gd name="T36" fmla="*/ 22 w 91"/>
                  <a:gd name="T37" fmla="*/ 3 h 65"/>
                  <a:gd name="T38" fmla="*/ 55 w 91"/>
                  <a:gd name="T39" fmla="*/ 12 h 65"/>
                  <a:gd name="T40" fmla="*/ 54 w 91"/>
                  <a:gd name="T41" fmla="*/ 12 h 65"/>
                  <a:gd name="T42" fmla="*/ 56 w 91"/>
                  <a:gd name="T43" fmla="*/ 8 h 65"/>
                  <a:gd name="T44" fmla="*/ 21 w 91"/>
                  <a:gd name="T45" fmla="*/ 1 h 65"/>
                  <a:gd name="T46" fmla="*/ 4 w 91"/>
                  <a:gd name="T47" fmla="*/ 20 h 65"/>
                  <a:gd name="T48" fmla="*/ 1 w 91"/>
                  <a:gd name="T49" fmla="*/ 24 h 65"/>
                  <a:gd name="T50" fmla="*/ 0 w 91"/>
                  <a:gd name="T51" fmla="*/ 25 h 65"/>
                  <a:gd name="T52" fmla="*/ 0 w 91"/>
                  <a:gd name="T53" fmla="*/ 29 h 65"/>
                  <a:gd name="T54" fmla="*/ 16 w 91"/>
                  <a:gd name="T55" fmla="*/ 58 h 65"/>
                  <a:gd name="T56" fmla="*/ 39 w 91"/>
                  <a:gd name="T57" fmla="*/ 65 h 65"/>
                  <a:gd name="T58" fmla="*/ 60 w 91"/>
                  <a:gd name="T59" fmla="*/ 57 h 65"/>
                  <a:gd name="T60" fmla="*/ 89 w 91"/>
                  <a:gd name="T61" fmla="*/ 20 h 65"/>
                  <a:gd name="T62" fmla="*/ 88 w 91"/>
                  <a:gd name="T63" fmla="*/ 17 h 65"/>
                  <a:gd name="T64" fmla="*/ 56 w 91"/>
                  <a:gd name="T65" fmla="*/ 8 h 65"/>
                  <a:gd name="T66" fmla="*/ 56 w 91"/>
                  <a:gd name="T67" fmla="*/ 8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91" h="65">
                    <a:moveTo>
                      <a:pt x="55" y="10"/>
                    </a:moveTo>
                    <a:cubicBezTo>
                      <a:pt x="54" y="12"/>
                      <a:pt x="54" y="12"/>
                      <a:pt x="54" y="12"/>
                    </a:cubicBezTo>
                    <a:cubicBezTo>
                      <a:pt x="60" y="14"/>
                      <a:pt x="68" y="16"/>
                      <a:pt x="75" y="18"/>
                    </a:cubicBezTo>
                    <a:cubicBezTo>
                      <a:pt x="82" y="20"/>
                      <a:pt x="87" y="21"/>
                      <a:pt x="87" y="21"/>
                    </a:cubicBezTo>
                    <a:cubicBezTo>
                      <a:pt x="87" y="19"/>
                      <a:pt x="87" y="19"/>
                      <a:pt x="87" y="19"/>
                    </a:cubicBezTo>
                    <a:cubicBezTo>
                      <a:pt x="86" y="18"/>
                      <a:pt x="86" y="18"/>
                      <a:pt x="86" y="18"/>
                    </a:cubicBezTo>
                    <a:cubicBezTo>
                      <a:pt x="86" y="18"/>
                      <a:pt x="84" y="20"/>
                      <a:pt x="82" y="23"/>
                    </a:cubicBezTo>
                    <a:cubicBezTo>
                      <a:pt x="78" y="29"/>
                      <a:pt x="72" y="37"/>
                      <a:pt x="66" y="44"/>
                    </a:cubicBezTo>
                    <a:cubicBezTo>
                      <a:pt x="64" y="47"/>
                      <a:pt x="61" y="50"/>
                      <a:pt x="59" y="52"/>
                    </a:cubicBezTo>
                    <a:cubicBezTo>
                      <a:pt x="58" y="54"/>
                      <a:pt x="57" y="55"/>
                      <a:pt x="56" y="55"/>
                    </a:cubicBezTo>
                    <a:cubicBezTo>
                      <a:pt x="55" y="56"/>
                      <a:pt x="55" y="56"/>
                      <a:pt x="54" y="57"/>
                    </a:cubicBezTo>
                    <a:cubicBezTo>
                      <a:pt x="50" y="58"/>
                      <a:pt x="47" y="60"/>
                      <a:pt x="39" y="61"/>
                    </a:cubicBezTo>
                    <a:cubicBezTo>
                      <a:pt x="36" y="61"/>
                      <a:pt x="32" y="60"/>
                      <a:pt x="27" y="59"/>
                    </a:cubicBezTo>
                    <a:cubicBezTo>
                      <a:pt x="24" y="59"/>
                      <a:pt x="20" y="57"/>
                      <a:pt x="17" y="54"/>
                    </a:cubicBezTo>
                    <a:cubicBezTo>
                      <a:pt x="13" y="49"/>
                      <a:pt x="9" y="43"/>
                      <a:pt x="7" y="37"/>
                    </a:cubicBezTo>
                    <a:cubicBezTo>
                      <a:pt x="6" y="34"/>
                      <a:pt x="5" y="32"/>
                      <a:pt x="5" y="30"/>
                    </a:cubicBezTo>
                    <a:cubicBezTo>
                      <a:pt x="4" y="29"/>
                      <a:pt x="4" y="28"/>
                      <a:pt x="4" y="27"/>
                    </a:cubicBezTo>
                    <a:cubicBezTo>
                      <a:pt x="4" y="27"/>
                      <a:pt x="4" y="26"/>
                      <a:pt x="4" y="26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2" y="26"/>
                      <a:pt x="2" y="26"/>
                      <a:pt x="2" y="26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2" y="26"/>
                      <a:pt x="2" y="26"/>
                      <a:pt x="2" y="26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3" y="27"/>
                      <a:pt x="4" y="26"/>
                      <a:pt x="5" y="25"/>
                    </a:cubicBezTo>
                    <a:cubicBezTo>
                      <a:pt x="7" y="23"/>
                      <a:pt x="12" y="17"/>
                      <a:pt x="16" y="13"/>
                    </a:cubicBezTo>
                    <a:cubicBezTo>
                      <a:pt x="20" y="8"/>
                      <a:pt x="24" y="4"/>
                      <a:pt x="24" y="4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22" y="5"/>
                      <a:pt x="22" y="5"/>
                      <a:pt x="22" y="5"/>
                    </a:cubicBezTo>
                    <a:cubicBezTo>
                      <a:pt x="55" y="12"/>
                      <a:pt x="55" y="12"/>
                      <a:pt x="55" y="12"/>
                    </a:cubicBezTo>
                    <a:cubicBezTo>
                      <a:pt x="55" y="10"/>
                      <a:pt x="55" y="10"/>
                      <a:pt x="55" y="10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5" y="10"/>
                      <a:pt x="55" y="10"/>
                      <a:pt x="55" y="10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21" y="1"/>
                      <a:pt x="16" y="7"/>
                      <a:pt x="11" y="12"/>
                    </a:cubicBezTo>
                    <a:cubicBezTo>
                      <a:pt x="8" y="15"/>
                      <a:pt x="6" y="18"/>
                      <a:pt x="4" y="20"/>
                    </a:cubicBezTo>
                    <a:cubicBezTo>
                      <a:pt x="3" y="21"/>
                      <a:pt x="2" y="22"/>
                      <a:pt x="1" y="23"/>
                    </a:cubicBezTo>
                    <a:cubicBezTo>
                      <a:pt x="1" y="23"/>
                      <a:pt x="1" y="24"/>
                      <a:pt x="1" y="24"/>
                    </a:cubicBezTo>
                    <a:cubicBezTo>
                      <a:pt x="0" y="24"/>
                      <a:pt x="0" y="24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27"/>
                      <a:pt x="0" y="28"/>
                      <a:pt x="0" y="29"/>
                    </a:cubicBezTo>
                    <a:cubicBezTo>
                      <a:pt x="1" y="33"/>
                      <a:pt x="4" y="41"/>
                      <a:pt x="8" y="48"/>
                    </a:cubicBezTo>
                    <a:cubicBezTo>
                      <a:pt x="10" y="51"/>
                      <a:pt x="13" y="55"/>
                      <a:pt x="16" y="58"/>
                    </a:cubicBezTo>
                    <a:cubicBezTo>
                      <a:pt x="19" y="60"/>
                      <a:pt x="23" y="62"/>
                      <a:pt x="27" y="63"/>
                    </a:cubicBezTo>
                    <a:cubicBezTo>
                      <a:pt x="32" y="64"/>
                      <a:pt x="36" y="65"/>
                      <a:pt x="39" y="65"/>
                    </a:cubicBezTo>
                    <a:cubicBezTo>
                      <a:pt x="47" y="65"/>
                      <a:pt x="52" y="62"/>
                      <a:pt x="56" y="60"/>
                    </a:cubicBezTo>
                    <a:cubicBezTo>
                      <a:pt x="57" y="60"/>
                      <a:pt x="58" y="59"/>
                      <a:pt x="60" y="57"/>
                    </a:cubicBezTo>
                    <a:cubicBezTo>
                      <a:pt x="64" y="53"/>
                      <a:pt x="72" y="44"/>
                      <a:pt x="78" y="35"/>
                    </a:cubicBezTo>
                    <a:cubicBezTo>
                      <a:pt x="84" y="27"/>
                      <a:pt x="89" y="20"/>
                      <a:pt x="89" y="20"/>
                    </a:cubicBezTo>
                    <a:cubicBezTo>
                      <a:pt x="91" y="17"/>
                      <a:pt x="91" y="17"/>
                      <a:pt x="91" y="17"/>
                    </a:cubicBezTo>
                    <a:cubicBezTo>
                      <a:pt x="88" y="17"/>
                      <a:pt x="88" y="17"/>
                      <a:pt x="88" y="17"/>
                    </a:cubicBezTo>
                    <a:cubicBezTo>
                      <a:pt x="88" y="17"/>
                      <a:pt x="86" y="16"/>
                      <a:pt x="84" y="16"/>
                    </a:cubicBezTo>
                    <a:cubicBezTo>
                      <a:pt x="78" y="15"/>
                      <a:pt x="64" y="11"/>
                      <a:pt x="56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8"/>
                      <a:pt x="56" y="8"/>
                      <a:pt x="56" y="8"/>
                    </a:cubicBezTo>
                    <a:lnTo>
                      <a:pt x="55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8" name="Freeform 85">
                <a:extLst>
                  <a:ext uri="{FF2B5EF4-FFF2-40B4-BE49-F238E27FC236}">
                    <a16:creationId xmlns:a16="http://schemas.microsoft.com/office/drawing/2014/main" id="{76FB5125-10BB-4DA0-80D5-F6E46033C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7" y="961"/>
                <a:ext cx="32" cy="87"/>
              </a:xfrm>
              <a:custGeom>
                <a:avLst/>
                <a:gdLst>
                  <a:gd name="T0" fmla="*/ 16 w 22"/>
                  <a:gd name="T1" fmla="*/ 11 h 60"/>
                  <a:gd name="T2" fmla="*/ 1 w 22"/>
                  <a:gd name="T3" fmla="*/ 16 h 60"/>
                  <a:gd name="T4" fmla="*/ 22 w 22"/>
                  <a:gd name="T5" fmla="*/ 55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" h="60">
                    <a:moveTo>
                      <a:pt x="16" y="11"/>
                    </a:moveTo>
                    <a:cubicBezTo>
                      <a:pt x="11" y="0"/>
                      <a:pt x="0" y="9"/>
                      <a:pt x="1" y="16"/>
                    </a:cubicBezTo>
                    <a:cubicBezTo>
                      <a:pt x="2" y="23"/>
                      <a:pt x="1" y="60"/>
                      <a:pt x="22" y="5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9" name="Freeform 86">
                <a:extLst>
                  <a:ext uri="{FF2B5EF4-FFF2-40B4-BE49-F238E27FC236}">
                    <a16:creationId xmlns:a16="http://schemas.microsoft.com/office/drawing/2014/main" id="{B7EF3F16-48EA-44B9-BCCE-F051DBB89A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966"/>
                <a:ext cx="35" cy="79"/>
              </a:xfrm>
              <a:custGeom>
                <a:avLst/>
                <a:gdLst>
                  <a:gd name="T0" fmla="*/ 19 w 24"/>
                  <a:gd name="T1" fmla="*/ 6 h 54"/>
                  <a:gd name="T2" fmla="*/ 15 w 24"/>
                  <a:gd name="T3" fmla="*/ 1 h 54"/>
                  <a:gd name="T4" fmla="*/ 11 w 24"/>
                  <a:gd name="T5" fmla="*/ 0 h 54"/>
                  <a:gd name="T6" fmla="*/ 3 w 24"/>
                  <a:gd name="T7" fmla="*/ 3 h 54"/>
                  <a:gd name="T8" fmla="*/ 0 w 24"/>
                  <a:gd name="T9" fmla="*/ 11 h 54"/>
                  <a:gd name="T10" fmla="*/ 0 w 24"/>
                  <a:gd name="T11" fmla="*/ 12 h 54"/>
                  <a:gd name="T12" fmla="*/ 1 w 24"/>
                  <a:gd name="T13" fmla="*/ 21 h 54"/>
                  <a:gd name="T14" fmla="*/ 5 w 24"/>
                  <a:gd name="T15" fmla="*/ 42 h 54"/>
                  <a:gd name="T16" fmla="*/ 11 w 24"/>
                  <a:gd name="T17" fmla="*/ 50 h 54"/>
                  <a:gd name="T18" fmla="*/ 20 w 24"/>
                  <a:gd name="T19" fmla="*/ 54 h 54"/>
                  <a:gd name="T20" fmla="*/ 24 w 24"/>
                  <a:gd name="T21" fmla="*/ 53 h 54"/>
                  <a:gd name="T22" fmla="*/ 23 w 24"/>
                  <a:gd name="T23" fmla="*/ 49 h 54"/>
                  <a:gd name="T24" fmla="*/ 20 w 24"/>
                  <a:gd name="T25" fmla="*/ 50 h 54"/>
                  <a:gd name="T26" fmla="*/ 11 w 24"/>
                  <a:gd name="T27" fmla="*/ 45 h 54"/>
                  <a:gd name="T28" fmla="*/ 5 w 24"/>
                  <a:gd name="T29" fmla="*/ 27 h 54"/>
                  <a:gd name="T30" fmla="*/ 4 w 24"/>
                  <a:gd name="T31" fmla="*/ 18 h 54"/>
                  <a:gd name="T32" fmla="*/ 4 w 24"/>
                  <a:gd name="T33" fmla="*/ 12 h 54"/>
                  <a:gd name="T34" fmla="*/ 4 w 24"/>
                  <a:gd name="T35" fmla="*/ 11 h 54"/>
                  <a:gd name="T36" fmla="*/ 6 w 24"/>
                  <a:gd name="T37" fmla="*/ 6 h 54"/>
                  <a:gd name="T38" fmla="*/ 11 w 24"/>
                  <a:gd name="T39" fmla="*/ 4 h 54"/>
                  <a:gd name="T40" fmla="*/ 13 w 24"/>
                  <a:gd name="T41" fmla="*/ 4 h 54"/>
                  <a:gd name="T42" fmla="*/ 16 w 24"/>
                  <a:gd name="T43" fmla="*/ 7 h 54"/>
                  <a:gd name="T44" fmla="*/ 19 w 24"/>
                  <a:gd name="T45" fmla="*/ 6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4" h="54">
                    <a:moveTo>
                      <a:pt x="19" y="6"/>
                    </a:moveTo>
                    <a:cubicBezTo>
                      <a:pt x="18" y="4"/>
                      <a:pt x="17" y="2"/>
                      <a:pt x="15" y="1"/>
                    </a:cubicBezTo>
                    <a:cubicBezTo>
                      <a:pt x="14" y="0"/>
                      <a:pt x="12" y="0"/>
                      <a:pt x="11" y="0"/>
                    </a:cubicBezTo>
                    <a:cubicBezTo>
                      <a:pt x="8" y="0"/>
                      <a:pt x="5" y="1"/>
                      <a:pt x="3" y="3"/>
                    </a:cubicBezTo>
                    <a:cubicBezTo>
                      <a:pt x="1" y="6"/>
                      <a:pt x="0" y="8"/>
                      <a:pt x="0" y="11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4"/>
                      <a:pt x="0" y="17"/>
                      <a:pt x="1" y="21"/>
                    </a:cubicBezTo>
                    <a:cubicBezTo>
                      <a:pt x="1" y="27"/>
                      <a:pt x="2" y="35"/>
                      <a:pt x="5" y="42"/>
                    </a:cubicBezTo>
                    <a:cubicBezTo>
                      <a:pt x="6" y="45"/>
                      <a:pt x="8" y="48"/>
                      <a:pt x="11" y="50"/>
                    </a:cubicBezTo>
                    <a:cubicBezTo>
                      <a:pt x="13" y="52"/>
                      <a:pt x="16" y="54"/>
                      <a:pt x="20" y="54"/>
                    </a:cubicBezTo>
                    <a:cubicBezTo>
                      <a:pt x="21" y="54"/>
                      <a:pt x="22" y="54"/>
                      <a:pt x="24" y="53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2" y="50"/>
                      <a:pt x="21" y="50"/>
                      <a:pt x="20" y="50"/>
                    </a:cubicBezTo>
                    <a:cubicBezTo>
                      <a:pt x="16" y="50"/>
                      <a:pt x="14" y="48"/>
                      <a:pt x="11" y="45"/>
                    </a:cubicBezTo>
                    <a:cubicBezTo>
                      <a:pt x="8" y="41"/>
                      <a:pt x="6" y="34"/>
                      <a:pt x="5" y="27"/>
                    </a:cubicBezTo>
                    <a:cubicBezTo>
                      <a:pt x="5" y="24"/>
                      <a:pt x="5" y="21"/>
                      <a:pt x="4" y="18"/>
                    </a:cubicBezTo>
                    <a:cubicBezTo>
                      <a:pt x="4" y="15"/>
                      <a:pt x="4" y="13"/>
                      <a:pt x="4" y="12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10"/>
                      <a:pt x="5" y="8"/>
                      <a:pt x="6" y="6"/>
                    </a:cubicBezTo>
                    <a:cubicBezTo>
                      <a:pt x="8" y="5"/>
                      <a:pt x="9" y="4"/>
                      <a:pt x="11" y="4"/>
                    </a:cubicBezTo>
                    <a:cubicBezTo>
                      <a:pt x="12" y="4"/>
                      <a:pt x="12" y="4"/>
                      <a:pt x="13" y="4"/>
                    </a:cubicBezTo>
                    <a:cubicBezTo>
                      <a:pt x="14" y="5"/>
                      <a:pt x="15" y="6"/>
                      <a:pt x="16" y="7"/>
                    </a:cubicBezTo>
                    <a:cubicBezTo>
                      <a:pt x="19" y="6"/>
                      <a:pt x="19" y="6"/>
                      <a:pt x="19" y="6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0" name="Freeform 87">
                <a:extLst>
                  <a:ext uri="{FF2B5EF4-FFF2-40B4-BE49-F238E27FC236}">
                    <a16:creationId xmlns:a16="http://schemas.microsoft.com/office/drawing/2014/main" id="{DC498472-96EF-4E69-BC49-ED6D5002D8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4" y="961"/>
                <a:ext cx="32" cy="87"/>
              </a:xfrm>
              <a:custGeom>
                <a:avLst/>
                <a:gdLst>
                  <a:gd name="T0" fmla="*/ 6 w 22"/>
                  <a:gd name="T1" fmla="*/ 11 h 60"/>
                  <a:gd name="T2" fmla="*/ 21 w 22"/>
                  <a:gd name="T3" fmla="*/ 16 h 60"/>
                  <a:gd name="T4" fmla="*/ 0 w 22"/>
                  <a:gd name="T5" fmla="*/ 55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" h="60">
                    <a:moveTo>
                      <a:pt x="6" y="11"/>
                    </a:moveTo>
                    <a:cubicBezTo>
                      <a:pt x="11" y="0"/>
                      <a:pt x="22" y="9"/>
                      <a:pt x="21" y="16"/>
                    </a:cubicBezTo>
                    <a:cubicBezTo>
                      <a:pt x="20" y="23"/>
                      <a:pt x="21" y="60"/>
                      <a:pt x="0" y="5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1" name="Freeform 88">
                <a:extLst>
                  <a:ext uri="{FF2B5EF4-FFF2-40B4-BE49-F238E27FC236}">
                    <a16:creationId xmlns:a16="http://schemas.microsoft.com/office/drawing/2014/main" id="{1EBE84E4-8A61-462C-BE38-D0F9CD3D53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3" y="966"/>
                <a:ext cx="35" cy="79"/>
              </a:xfrm>
              <a:custGeom>
                <a:avLst/>
                <a:gdLst>
                  <a:gd name="T0" fmla="*/ 8 w 24"/>
                  <a:gd name="T1" fmla="*/ 7 h 54"/>
                  <a:gd name="T2" fmla="*/ 11 w 24"/>
                  <a:gd name="T3" fmla="*/ 4 h 54"/>
                  <a:gd name="T4" fmla="*/ 13 w 24"/>
                  <a:gd name="T5" fmla="*/ 4 h 54"/>
                  <a:gd name="T6" fmla="*/ 18 w 24"/>
                  <a:gd name="T7" fmla="*/ 6 h 54"/>
                  <a:gd name="T8" fmla="*/ 20 w 24"/>
                  <a:gd name="T9" fmla="*/ 11 h 54"/>
                  <a:gd name="T10" fmla="*/ 20 w 24"/>
                  <a:gd name="T11" fmla="*/ 12 h 54"/>
                  <a:gd name="T12" fmla="*/ 19 w 24"/>
                  <a:gd name="T13" fmla="*/ 21 h 54"/>
                  <a:gd name="T14" fmla="*/ 15 w 24"/>
                  <a:gd name="T15" fmla="*/ 40 h 54"/>
                  <a:gd name="T16" fmla="*/ 11 w 24"/>
                  <a:gd name="T17" fmla="*/ 47 h 54"/>
                  <a:gd name="T18" fmla="*/ 4 w 24"/>
                  <a:gd name="T19" fmla="*/ 50 h 54"/>
                  <a:gd name="T20" fmla="*/ 1 w 24"/>
                  <a:gd name="T21" fmla="*/ 49 h 54"/>
                  <a:gd name="T22" fmla="*/ 0 w 24"/>
                  <a:gd name="T23" fmla="*/ 53 h 54"/>
                  <a:gd name="T24" fmla="*/ 4 w 24"/>
                  <a:gd name="T25" fmla="*/ 54 h 54"/>
                  <a:gd name="T26" fmla="*/ 16 w 24"/>
                  <a:gd name="T27" fmla="*/ 48 h 54"/>
                  <a:gd name="T28" fmla="*/ 23 w 24"/>
                  <a:gd name="T29" fmla="*/ 28 h 54"/>
                  <a:gd name="T30" fmla="*/ 23 w 24"/>
                  <a:gd name="T31" fmla="*/ 18 h 54"/>
                  <a:gd name="T32" fmla="*/ 24 w 24"/>
                  <a:gd name="T33" fmla="*/ 12 h 54"/>
                  <a:gd name="T34" fmla="*/ 24 w 24"/>
                  <a:gd name="T35" fmla="*/ 11 h 54"/>
                  <a:gd name="T36" fmla="*/ 21 w 24"/>
                  <a:gd name="T37" fmla="*/ 3 h 54"/>
                  <a:gd name="T38" fmla="*/ 13 w 24"/>
                  <a:gd name="T39" fmla="*/ 0 h 54"/>
                  <a:gd name="T40" fmla="*/ 9 w 24"/>
                  <a:gd name="T41" fmla="*/ 1 h 54"/>
                  <a:gd name="T42" fmla="*/ 5 w 24"/>
                  <a:gd name="T43" fmla="*/ 6 h 54"/>
                  <a:gd name="T44" fmla="*/ 8 w 24"/>
                  <a:gd name="T45" fmla="*/ 7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4" h="54">
                    <a:moveTo>
                      <a:pt x="8" y="7"/>
                    </a:moveTo>
                    <a:cubicBezTo>
                      <a:pt x="9" y="6"/>
                      <a:pt x="10" y="5"/>
                      <a:pt x="11" y="4"/>
                    </a:cubicBezTo>
                    <a:cubicBezTo>
                      <a:pt x="12" y="4"/>
                      <a:pt x="12" y="4"/>
                      <a:pt x="13" y="4"/>
                    </a:cubicBezTo>
                    <a:cubicBezTo>
                      <a:pt x="15" y="4"/>
                      <a:pt x="16" y="5"/>
                      <a:pt x="18" y="6"/>
                    </a:cubicBezTo>
                    <a:cubicBezTo>
                      <a:pt x="19" y="8"/>
                      <a:pt x="20" y="10"/>
                      <a:pt x="20" y="11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4"/>
                      <a:pt x="20" y="17"/>
                      <a:pt x="19" y="21"/>
                    </a:cubicBezTo>
                    <a:cubicBezTo>
                      <a:pt x="19" y="27"/>
                      <a:pt x="18" y="34"/>
                      <a:pt x="15" y="40"/>
                    </a:cubicBezTo>
                    <a:cubicBezTo>
                      <a:pt x="14" y="43"/>
                      <a:pt x="13" y="45"/>
                      <a:pt x="11" y="47"/>
                    </a:cubicBezTo>
                    <a:cubicBezTo>
                      <a:pt x="9" y="49"/>
                      <a:pt x="7" y="50"/>
                      <a:pt x="4" y="50"/>
                    </a:cubicBezTo>
                    <a:cubicBezTo>
                      <a:pt x="3" y="50"/>
                      <a:pt x="2" y="50"/>
                      <a:pt x="1" y="49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2" y="54"/>
                      <a:pt x="3" y="54"/>
                      <a:pt x="4" y="54"/>
                    </a:cubicBezTo>
                    <a:cubicBezTo>
                      <a:pt x="9" y="54"/>
                      <a:pt x="13" y="51"/>
                      <a:pt x="16" y="48"/>
                    </a:cubicBezTo>
                    <a:cubicBezTo>
                      <a:pt x="20" y="42"/>
                      <a:pt x="22" y="35"/>
                      <a:pt x="23" y="28"/>
                    </a:cubicBezTo>
                    <a:cubicBezTo>
                      <a:pt x="23" y="24"/>
                      <a:pt x="23" y="21"/>
                      <a:pt x="23" y="18"/>
                    </a:cubicBezTo>
                    <a:cubicBezTo>
                      <a:pt x="24" y="16"/>
                      <a:pt x="24" y="13"/>
                      <a:pt x="24" y="12"/>
                    </a:cubicBezTo>
                    <a:cubicBezTo>
                      <a:pt x="24" y="12"/>
                      <a:pt x="24" y="12"/>
                      <a:pt x="24" y="11"/>
                    </a:cubicBezTo>
                    <a:cubicBezTo>
                      <a:pt x="24" y="8"/>
                      <a:pt x="23" y="6"/>
                      <a:pt x="21" y="3"/>
                    </a:cubicBezTo>
                    <a:cubicBezTo>
                      <a:pt x="19" y="1"/>
                      <a:pt x="16" y="0"/>
                      <a:pt x="13" y="0"/>
                    </a:cubicBezTo>
                    <a:cubicBezTo>
                      <a:pt x="12" y="0"/>
                      <a:pt x="10" y="0"/>
                      <a:pt x="9" y="1"/>
                    </a:cubicBezTo>
                    <a:cubicBezTo>
                      <a:pt x="7" y="2"/>
                      <a:pt x="6" y="4"/>
                      <a:pt x="5" y="6"/>
                    </a:cubicBezTo>
                    <a:cubicBezTo>
                      <a:pt x="8" y="7"/>
                      <a:pt x="8" y="7"/>
                      <a:pt x="8" y="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2" name="Freeform 89">
                <a:extLst>
                  <a:ext uri="{FF2B5EF4-FFF2-40B4-BE49-F238E27FC236}">
                    <a16:creationId xmlns:a16="http://schemas.microsoft.com/office/drawing/2014/main" id="{1551269D-B519-45C3-B082-2E0A45CA1D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6" y="789"/>
                <a:ext cx="234" cy="342"/>
              </a:xfrm>
              <a:custGeom>
                <a:avLst/>
                <a:gdLst>
                  <a:gd name="T0" fmla="*/ 81 w 161"/>
                  <a:gd name="T1" fmla="*/ 235 h 235"/>
                  <a:gd name="T2" fmla="*/ 18 w 161"/>
                  <a:gd name="T3" fmla="*/ 201 h 235"/>
                  <a:gd name="T4" fmla="*/ 2 w 161"/>
                  <a:gd name="T5" fmla="*/ 101 h 235"/>
                  <a:gd name="T6" fmla="*/ 25 w 161"/>
                  <a:gd name="T7" fmla="*/ 23 h 235"/>
                  <a:gd name="T8" fmla="*/ 81 w 161"/>
                  <a:gd name="T9" fmla="*/ 0 h 235"/>
                  <a:gd name="T10" fmla="*/ 136 w 161"/>
                  <a:gd name="T11" fmla="*/ 23 h 235"/>
                  <a:gd name="T12" fmla="*/ 160 w 161"/>
                  <a:gd name="T13" fmla="*/ 101 h 235"/>
                  <a:gd name="T14" fmla="*/ 143 w 161"/>
                  <a:gd name="T15" fmla="*/ 201 h 235"/>
                  <a:gd name="T16" fmla="*/ 81 w 161"/>
                  <a:gd name="T17" fmla="*/ 23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1" h="235">
                    <a:moveTo>
                      <a:pt x="81" y="235"/>
                    </a:moveTo>
                    <a:cubicBezTo>
                      <a:pt x="56" y="235"/>
                      <a:pt x="35" y="224"/>
                      <a:pt x="18" y="201"/>
                    </a:cubicBezTo>
                    <a:cubicBezTo>
                      <a:pt x="7" y="187"/>
                      <a:pt x="5" y="172"/>
                      <a:pt x="2" y="101"/>
                    </a:cubicBezTo>
                    <a:cubicBezTo>
                      <a:pt x="0" y="68"/>
                      <a:pt x="8" y="41"/>
                      <a:pt x="25" y="23"/>
                    </a:cubicBezTo>
                    <a:cubicBezTo>
                      <a:pt x="40" y="8"/>
                      <a:pt x="59" y="0"/>
                      <a:pt x="81" y="0"/>
                    </a:cubicBezTo>
                    <a:cubicBezTo>
                      <a:pt x="102" y="0"/>
                      <a:pt x="122" y="8"/>
                      <a:pt x="136" y="23"/>
                    </a:cubicBezTo>
                    <a:cubicBezTo>
                      <a:pt x="153" y="41"/>
                      <a:pt x="161" y="68"/>
                      <a:pt x="160" y="101"/>
                    </a:cubicBezTo>
                    <a:cubicBezTo>
                      <a:pt x="156" y="172"/>
                      <a:pt x="154" y="187"/>
                      <a:pt x="143" y="201"/>
                    </a:cubicBezTo>
                    <a:cubicBezTo>
                      <a:pt x="126" y="224"/>
                      <a:pt x="105" y="235"/>
                      <a:pt x="81" y="23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3" name="Freeform 90">
                <a:extLst>
                  <a:ext uri="{FF2B5EF4-FFF2-40B4-BE49-F238E27FC236}">
                    <a16:creationId xmlns:a16="http://schemas.microsoft.com/office/drawing/2014/main" id="{92AF0253-AA6A-45F7-B573-781FD5CEE17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43" y="786"/>
                <a:ext cx="240" cy="348"/>
              </a:xfrm>
              <a:custGeom>
                <a:avLst/>
                <a:gdLst>
                  <a:gd name="T0" fmla="*/ 83 w 165"/>
                  <a:gd name="T1" fmla="*/ 4 h 239"/>
                  <a:gd name="T2" fmla="*/ 160 w 165"/>
                  <a:gd name="T3" fmla="*/ 103 h 239"/>
                  <a:gd name="T4" fmla="*/ 144 w 165"/>
                  <a:gd name="T5" fmla="*/ 202 h 239"/>
                  <a:gd name="T6" fmla="*/ 83 w 165"/>
                  <a:gd name="T7" fmla="*/ 235 h 239"/>
                  <a:gd name="T8" fmla="*/ 22 w 165"/>
                  <a:gd name="T9" fmla="*/ 202 h 239"/>
                  <a:gd name="T10" fmla="*/ 6 w 165"/>
                  <a:gd name="T11" fmla="*/ 103 h 239"/>
                  <a:gd name="T12" fmla="*/ 83 w 165"/>
                  <a:gd name="T13" fmla="*/ 4 h 239"/>
                  <a:gd name="T14" fmla="*/ 83 w 165"/>
                  <a:gd name="T15" fmla="*/ 0 h 239"/>
                  <a:gd name="T16" fmla="*/ 26 w 165"/>
                  <a:gd name="T17" fmla="*/ 23 h 239"/>
                  <a:gd name="T18" fmla="*/ 2 w 165"/>
                  <a:gd name="T19" fmla="*/ 103 h 239"/>
                  <a:gd name="T20" fmla="*/ 18 w 165"/>
                  <a:gd name="T21" fmla="*/ 204 h 239"/>
                  <a:gd name="T22" fmla="*/ 83 w 165"/>
                  <a:gd name="T23" fmla="*/ 239 h 239"/>
                  <a:gd name="T24" fmla="*/ 147 w 165"/>
                  <a:gd name="T25" fmla="*/ 204 h 239"/>
                  <a:gd name="T26" fmla="*/ 164 w 165"/>
                  <a:gd name="T27" fmla="*/ 103 h 239"/>
                  <a:gd name="T28" fmla="*/ 139 w 165"/>
                  <a:gd name="T29" fmla="*/ 23 h 239"/>
                  <a:gd name="T30" fmla="*/ 83 w 165"/>
                  <a:gd name="T31" fmla="*/ 0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65" h="239">
                    <a:moveTo>
                      <a:pt x="83" y="4"/>
                    </a:moveTo>
                    <a:cubicBezTo>
                      <a:pt x="121" y="4"/>
                      <a:pt x="163" y="31"/>
                      <a:pt x="160" y="103"/>
                    </a:cubicBezTo>
                    <a:cubicBezTo>
                      <a:pt x="156" y="174"/>
                      <a:pt x="154" y="188"/>
                      <a:pt x="144" y="202"/>
                    </a:cubicBezTo>
                    <a:cubicBezTo>
                      <a:pt x="133" y="215"/>
                      <a:pt x="115" y="235"/>
                      <a:pt x="83" y="235"/>
                    </a:cubicBezTo>
                    <a:cubicBezTo>
                      <a:pt x="50" y="235"/>
                      <a:pt x="32" y="215"/>
                      <a:pt x="22" y="202"/>
                    </a:cubicBezTo>
                    <a:cubicBezTo>
                      <a:pt x="11" y="188"/>
                      <a:pt x="9" y="174"/>
                      <a:pt x="6" y="103"/>
                    </a:cubicBezTo>
                    <a:cubicBezTo>
                      <a:pt x="2" y="31"/>
                      <a:pt x="45" y="4"/>
                      <a:pt x="83" y="4"/>
                    </a:cubicBezTo>
                    <a:moveTo>
                      <a:pt x="83" y="0"/>
                    </a:moveTo>
                    <a:cubicBezTo>
                      <a:pt x="61" y="0"/>
                      <a:pt x="41" y="8"/>
                      <a:pt x="26" y="23"/>
                    </a:cubicBezTo>
                    <a:cubicBezTo>
                      <a:pt x="8" y="42"/>
                      <a:pt x="0" y="69"/>
                      <a:pt x="2" y="103"/>
                    </a:cubicBezTo>
                    <a:cubicBezTo>
                      <a:pt x="5" y="175"/>
                      <a:pt x="7" y="190"/>
                      <a:pt x="18" y="204"/>
                    </a:cubicBezTo>
                    <a:cubicBezTo>
                      <a:pt x="36" y="228"/>
                      <a:pt x="57" y="239"/>
                      <a:pt x="83" y="239"/>
                    </a:cubicBezTo>
                    <a:cubicBezTo>
                      <a:pt x="108" y="239"/>
                      <a:pt x="129" y="228"/>
                      <a:pt x="147" y="204"/>
                    </a:cubicBezTo>
                    <a:cubicBezTo>
                      <a:pt x="158" y="190"/>
                      <a:pt x="160" y="175"/>
                      <a:pt x="164" y="103"/>
                    </a:cubicBezTo>
                    <a:cubicBezTo>
                      <a:pt x="165" y="69"/>
                      <a:pt x="157" y="42"/>
                      <a:pt x="139" y="23"/>
                    </a:cubicBezTo>
                    <a:cubicBezTo>
                      <a:pt x="125" y="8"/>
                      <a:pt x="105" y="0"/>
                      <a:pt x="83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4" name="Freeform 91">
                <a:extLst>
                  <a:ext uri="{FF2B5EF4-FFF2-40B4-BE49-F238E27FC236}">
                    <a16:creationId xmlns:a16="http://schemas.microsoft.com/office/drawing/2014/main" id="{DEDAC84C-18DF-4CCB-B0EC-ABE66D7EEB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3" y="1029"/>
                <a:ext cx="108" cy="16"/>
              </a:xfrm>
              <a:custGeom>
                <a:avLst/>
                <a:gdLst>
                  <a:gd name="T0" fmla="*/ 1 w 74"/>
                  <a:gd name="T1" fmla="*/ 7 h 11"/>
                  <a:gd name="T2" fmla="*/ 7 w 74"/>
                  <a:gd name="T3" fmla="*/ 10 h 11"/>
                  <a:gd name="T4" fmla="*/ 17 w 74"/>
                  <a:gd name="T5" fmla="*/ 11 h 11"/>
                  <a:gd name="T6" fmla="*/ 57 w 74"/>
                  <a:gd name="T7" fmla="*/ 11 h 11"/>
                  <a:gd name="T8" fmla="*/ 66 w 74"/>
                  <a:gd name="T9" fmla="*/ 9 h 11"/>
                  <a:gd name="T10" fmla="*/ 70 w 74"/>
                  <a:gd name="T11" fmla="*/ 6 h 11"/>
                  <a:gd name="T12" fmla="*/ 73 w 74"/>
                  <a:gd name="T13" fmla="*/ 3 h 11"/>
                  <a:gd name="T14" fmla="*/ 72 w 74"/>
                  <a:gd name="T15" fmla="*/ 0 h 11"/>
                  <a:gd name="T16" fmla="*/ 70 w 74"/>
                  <a:gd name="T17" fmla="*/ 1 h 11"/>
                  <a:gd name="T18" fmla="*/ 68 w 74"/>
                  <a:gd name="T19" fmla="*/ 3 h 11"/>
                  <a:gd name="T20" fmla="*/ 63 w 74"/>
                  <a:gd name="T21" fmla="*/ 6 h 11"/>
                  <a:gd name="T22" fmla="*/ 57 w 74"/>
                  <a:gd name="T23" fmla="*/ 7 h 11"/>
                  <a:gd name="T24" fmla="*/ 17 w 74"/>
                  <a:gd name="T25" fmla="*/ 7 h 11"/>
                  <a:gd name="T26" fmla="*/ 8 w 74"/>
                  <a:gd name="T27" fmla="*/ 6 h 11"/>
                  <a:gd name="T28" fmla="*/ 3 w 74"/>
                  <a:gd name="T29" fmla="*/ 4 h 11"/>
                  <a:gd name="T30" fmla="*/ 1 w 74"/>
                  <a:gd name="T31" fmla="*/ 4 h 11"/>
                  <a:gd name="T32" fmla="*/ 1 w 74"/>
                  <a:gd name="T33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4" h="11">
                    <a:moveTo>
                      <a:pt x="1" y="7"/>
                    </a:moveTo>
                    <a:cubicBezTo>
                      <a:pt x="3" y="9"/>
                      <a:pt x="5" y="10"/>
                      <a:pt x="7" y="10"/>
                    </a:cubicBezTo>
                    <a:cubicBezTo>
                      <a:pt x="10" y="11"/>
                      <a:pt x="13" y="11"/>
                      <a:pt x="17" y="11"/>
                    </a:cubicBezTo>
                    <a:cubicBezTo>
                      <a:pt x="24" y="11"/>
                      <a:pt x="53" y="11"/>
                      <a:pt x="57" y="11"/>
                    </a:cubicBezTo>
                    <a:cubicBezTo>
                      <a:pt x="60" y="11"/>
                      <a:pt x="63" y="10"/>
                      <a:pt x="66" y="9"/>
                    </a:cubicBezTo>
                    <a:cubicBezTo>
                      <a:pt x="68" y="8"/>
                      <a:pt x="69" y="7"/>
                      <a:pt x="70" y="6"/>
                    </a:cubicBezTo>
                    <a:cubicBezTo>
                      <a:pt x="71" y="5"/>
                      <a:pt x="72" y="4"/>
                      <a:pt x="73" y="3"/>
                    </a:cubicBezTo>
                    <a:cubicBezTo>
                      <a:pt x="74" y="2"/>
                      <a:pt x="73" y="1"/>
                      <a:pt x="72" y="0"/>
                    </a:cubicBezTo>
                    <a:cubicBezTo>
                      <a:pt x="71" y="0"/>
                      <a:pt x="70" y="0"/>
                      <a:pt x="70" y="1"/>
                    </a:cubicBezTo>
                    <a:cubicBezTo>
                      <a:pt x="69" y="2"/>
                      <a:pt x="69" y="2"/>
                      <a:pt x="68" y="3"/>
                    </a:cubicBezTo>
                    <a:cubicBezTo>
                      <a:pt x="67" y="4"/>
                      <a:pt x="65" y="5"/>
                      <a:pt x="63" y="6"/>
                    </a:cubicBezTo>
                    <a:cubicBezTo>
                      <a:pt x="61" y="6"/>
                      <a:pt x="59" y="7"/>
                      <a:pt x="57" y="7"/>
                    </a:cubicBezTo>
                    <a:cubicBezTo>
                      <a:pt x="53" y="7"/>
                      <a:pt x="24" y="7"/>
                      <a:pt x="17" y="7"/>
                    </a:cubicBezTo>
                    <a:cubicBezTo>
                      <a:pt x="13" y="7"/>
                      <a:pt x="10" y="7"/>
                      <a:pt x="8" y="6"/>
                    </a:cubicBezTo>
                    <a:cubicBezTo>
                      <a:pt x="6" y="6"/>
                      <a:pt x="5" y="5"/>
                      <a:pt x="3" y="4"/>
                    </a:cubicBezTo>
                    <a:cubicBezTo>
                      <a:pt x="3" y="3"/>
                      <a:pt x="1" y="3"/>
                      <a:pt x="1" y="4"/>
                    </a:cubicBezTo>
                    <a:cubicBezTo>
                      <a:pt x="0" y="5"/>
                      <a:pt x="0" y="6"/>
                      <a:pt x="1" y="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5" name="Freeform 92">
                <a:extLst>
                  <a:ext uri="{FF2B5EF4-FFF2-40B4-BE49-F238E27FC236}">
                    <a16:creationId xmlns:a16="http://schemas.microsoft.com/office/drawing/2014/main" id="{BDF24EA9-3E5B-4F26-B36A-7D8A805A35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3" y="1157"/>
                <a:ext cx="100" cy="114"/>
              </a:xfrm>
              <a:custGeom>
                <a:avLst/>
                <a:gdLst>
                  <a:gd name="T0" fmla="*/ 29 w 69"/>
                  <a:gd name="T1" fmla="*/ 0 h 78"/>
                  <a:gd name="T2" fmla="*/ 0 w 69"/>
                  <a:gd name="T3" fmla="*/ 42 h 78"/>
                  <a:gd name="T4" fmla="*/ 46 w 69"/>
                  <a:gd name="T5" fmla="*/ 78 h 78"/>
                  <a:gd name="T6" fmla="*/ 69 w 69"/>
                  <a:gd name="T7" fmla="*/ 26 h 78"/>
                  <a:gd name="T8" fmla="*/ 29 w 69"/>
                  <a:gd name="T9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" h="78">
                    <a:moveTo>
                      <a:pt x="29" y="0"/>
                    </a:moveTo>
                    <a:cubicBezTo>
                      <a:pt x="29" y="0"/>
                      <a:pt x="14" y="31"/>
                      <a:pt x="0" y="42"/>
                    </a:cubicBezTo>
                    <a:cubicBezTo>
                      <a:pt x="0" y="42"/>
                      <a:pt x="5" y="63"/>
                      <a:pt x="46" y="78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29" y="0"/>
                      <a:pt x="29" y="0"/>
                      <a:pt x="29" y="0"/>
                    </a:cubicBezTo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6" name="Freeform 93">
                <a:extLst>
                  <a:ext uri="{FF2B5EF4-FFF2-40B4-BE49-F238E27FC236}">
                    <a16:creationId xmlns:a16="http://schemas.microsoft.com/office/drawing/2014/main" id="{D25991F9-F2FD-4CDD-AE32-9EF885511E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0" y="1153"/>
                <a:ext cx="108" cy="121"/>
              </a:xfrm>
              <a:custGeom>
                <a:avLst/>
                <a:gdLst>
                  <a:gd name="T0" fmla="*/ 31 w 74"/>
                  <a:gd name="T1" fmla="*/ 3 h 83"/>
                  <a:gd name="T2" fmla="*/ 29 w 74"/>
                  <a:gd name="T3" fmla="*/ 2 h 83"/>
                  <a:gd name="T4" fmla="*/ 28 w 74"/>
                  <a:gd name="T5" fmla="*/ 3 h 83"/>
                  <a:gd name="T6" fmla="*/ 18 w 74"/>
                  <a:gd name="T7" fmla="*/ 22 h 83"/>
                  <a:gd name="T8" fmla="*/ 1 w 74"/>
                  <a:gd name="T9" fmla="*/ 44 h 83"/>
                  <a:gd name="T10" fmla="*/ 0 w 74"/>
                  <a:gd name="T11" fmla="*/ 44 h 83"/>
                  <a:gd name="T12" fmla="*/ 0 w 74"/>
                  <a:gd name="T13" fmla="*/ 46 h 83"/>
                  <a:gd name="T14" fmla="*/ 48 w 74"/>
                  <a:gd name="T15" fmla="*/ 83 h 83"/>
                  <a:gd name="T16" fmla="*/ 49 w 74"/>
                  <a:gd name="T17" fmla="*/ 83 h 83"/>
                  <a:gd name="T18" fmla="*/ 74 w 74"/>
                  <a:gd name="T19" fmla="*/ 29 h 83"/>
                  <a:gd name="T20" fmla="*/ 30 w 74"/>
                  <a:gd name="T21" fmla="*/ 0 h 83"/>
                  <a:gd name="T22" fmla="*/ 29 w 74"/>
                  <a:gd name="T23" fmla="*/ 2 h 83"/>
                  <a:gd name="T24" fmla="*/ 31 w 74"/>
                  <a:gd name="T25" fmla="*/ 3 h 83"/>
                  <a:gd name="T26" fmla="*/ 30 w 74"/>
                  <a:gd name="T27" fmla="*/ 5 h 83"/>
                  <a:gd name="T28" fmla="*/ 69 w 74"/>
                  <a:gd name="T29" fmla="*/ 30 h 83"/>
                  <a:gd name="T30" fmla="*/ 47 w 74"/>
                  <a:gd name="T31" fmla="*/ 80 h 83"/>
                  <a:gd name="T32" fmla="*/ 48 w 74"/>
                  <a:gd name="T33" fmla="*/ 81 h 83"/>
                  <a:gd name="T34" fmla="*/ 49 w 74"/>
                  <a:gd name="T35" fmla="*/ 79 h 83"/>
                  <a:gd name="T36" fmla="*/ 11 w 74"/>
                  <a:gd name="T37" fmla="*/ 56 h 83"/>
                  <a:gd name="T38" fmla="*/ 5 w 74"/>
                  <a:gd name="T39" fmla="*/ 48 h 83"/>
                  <a:gd name="T40" fmla="*/ 4 w 74"/>
                  <a:gd name="T41" fmla="*/ 45 h 83"/>
                  <a:gd name="T42" fmla="*/ 4 w 74"/>
                  <a:gd name="T43" fmla="*/ 45 h 83"/>
                  <a:gd name="T44" fmla="*/ 4 w 74"/>
                  <a:gd name="T45" fmla="*/ 45 h 83"/>
                  <a:gd name="T46" fmla="*/ 4 w 74"/>
                  <a:gd name="T47" fmla="*/ 45 h 83"/>
                  <a:gd name="T48" fmla="*/ 2 w 74"/>
                  <a:gd name="T49" fmla="*/ 45 h 83"/>
                  <a:gd name="T50" fmla="*/ 3 w 74"/>
                  <a:gd name="T51" fmla="*/ 47 h 83"/>
                  <a:gd name="T52" fmla="*/ 23 w 74"/>
                  <a:gd name="T53" fmla="*/ 21 h 83"/>
                  <a:gd name="T54" fmla="*/ 32 w 74"/>
                  <a:gd name="T55" fmla="*/ 4 h 83"/>
                  <a:gd name="T56" fmla="*/ 31 w 74"/>
                  <a:gd name="T57" fmla="*/ 3 h 83"/>
                  <a:gd name="T58" fmla="*/ 30 w 74"/>
                  <a:gd name="T59" fmla="*/ 5 h 83"/>
                  <a:gd name="T60" fmla="*/ 31 w 74"/>
                  <a:gd name="T61" fmla="*/ 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4" h="83">
                    <a:moveTo>
                      <a:pt x="31" y="3"/>
                    </a:moveTo>
                    <a:cubicBezTo>
                      <a:pt x="29" y="2"/>
                      <a:pt x="29" y="2"/>
                      <a:pt x="29" y="2"/>
                    </a:cubicBezTo>
                    <a:cubicBezTo>
                      <a:pt x="29" y="2"/>
                      <a:pt x="29" y="2"/>
                      <a:pt x="28" y="3"/>
                    </a:cubicBezTo>
                    <a:cubicBezTo>
                      <a:pt x="27" y="6"/>
                      <a:pt x="23" y="14"/>
                      <a:pt x="18" y="22"/>
                    </a:cubicBezTo>
                    <a:cubicBezTo>
                      <a:pt x="13" y="30"/>
                      <a:pt x="7" y="39"/>
                      <a:pt x="1" y="4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46"/>
                      <a:pt x="6" y="68"/>
                      <a:pt x="48" y="83"/>
                    </a:cubicBezTo>
                    <a:cubicBezTo>
                      <a:pt x="49" y="83"/>
                      <a:pt x="49" y="83"/>
                      <a:pt x="49" y="83"/>
                    </a:cubicBezTo>
                    <a:cubicBezTo>
                      <a:pt x="74" y="29"/>
                      <a:pt x="74" y="29"/>
                      <a:pt x="74" y="29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30" y="5"/>
                      <a:pt x="30" y="5"/>
                      <a:pt x="30" y="5"/>
                    </a:cubicBezTo>
                    <a:cubicBezTo>
                      <a:pt x="69" y="30"/>
                      <a:pt x="69" y="30"/>
                      <a:pt x="69" y="30"/>
                    </a:cubicBezTo>
                    <a:cubicBezTo>
                      <a:pt x="47" y="80"/>
                      <a:pt x="47" y="80"/>
                      <a:pt x="47" y="80"/>
                    </a:cubicBezTo>
                    <a:cubicBezTo>
                      <a:pt x="48" y="81"/>
                      <a:pt x="48" y="81"/>
                      <a:pt x="48" y="81"/>
                    </a:cubicBezTo>
                    <a:cubicBezTo>
                      <a:pt x="49" y="79"/>
                      <a:pt x="49" y="79"/>
                      <a:pt x="49" y="79"/>
                    </a:cubicBezTo>
                    <a:cubicBezTo>
                      <a:pt x="29" y="72"/>
                      <a:pt x="18" y="63"/>
                      <a:pt x="11" y="56"/>
                    </a:cubicBezTo>
                    <a:cubicBezTo>
                      <a:pt x="8" y="53"/>
                      <a:pt x="6" y="50"/>
                      <a:pt x="5" y="48"/>
                    </a:cubicBezTo>
                    <a:cubicBezTo>
                      <a:pt x="5" y="47"/>
                      <a:pt x="5" y="46"/>
                      <a:pt x="4" y="45"/>
                    </a:cubicBezTo>
                    <a:cubicBezTo>
                      <a:pt x="4" y="45"/>
                      <a:pt x="4" y="45"/>
                      <a:pt x="4" y="45"/>
                    </a:cubicBezTo>
                    <a:cubicBezTo>
                      <a:pt x="4" y="45"/>
                      <a:pt x="4" y="45"/>
                      <a:pt x="4" y="45"/>
                    </a:cubicBezTo>
                    <a:cubicBezTo>
                      <a:pt x="4" y="45"/>
                      <a:pt x="4" y="45"/>
                      <a:pt x="4" y="45"/>
                    </a:cubicBezTo>
                    <a:cubicBezTo>
                      <a:pt x="2" y="45"/>
                      <a:pt x="2" y="45"/>
                      <a:pt x="2" y="45"/>
                    </a:cubicBezTo>
                    <a:cubicBezTo>
                      <a:pt x="3" y="47"/>
                      <a:pt x="3" y="47"/>
                      <a:pt x="3" y="47"/>
                    </a:cubicBezTo>
                    <a:cubicBezTo>
                      <a:pt x="11" y="41"/>
                      <a:pt x="18" y="30"/>
                      <a:pt x="23" y="21"/>
                    </a:cubicBezTo>
                    <a:cubicBezTo>
                      <a:pt x="29" y="12"/>
                      <a:pt x="32" y="4"/>
                      <a:pt x="32" y="4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30" y="5"/>
                      <a:pt x="30" y="5"/>
                      <a:pt x="30" y="5"/>
                    </a:cubicBezTo>
                    <a:cubicBezTo>
                      <a:pt x="31" y="3"/>
                      <a:pt x="31" y="3"/>
                      <a:pt x="31" y="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7" name="Freeform 94">
                <a:extLst>
                  <a:ext uri="{FF2B5EF4-FFF2-40B4-BE49-F238E27FC236}">
                    <a16:creationId xmlns:a16="http://schemas.microsoft.com/office/drawing/2014/main" id="{95985B39-18DF-4CA0-A4C8-0BD9ACBDDA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1" y="1233"/>
                <a:ext cx="273" cy="387"/>
              </a:xfrm>
              <a:custGeom>
                <a:avLst/>
                <a:gdLst>
                  <a:gd name="T0" fmla="*/ 178 w 187"/>
                  <a:gd name="T1" fmla="*/ 266 h 266"/>
                  <a:gd name="T2" fmla="*/ 146 w 187"/>
                  <a:gd name="T3" fmla="*/ 258 h 266"/>
                  <a:gd name="T4" fmla="*/ 145 w 187"/>
                  <a:gd name="T5" fmla="*/ 258 h 266"/>
                  <a:gd name="T6" fmla="*/ 145 w 187"/>
                  <a:gd name="T7" fmla="*/ 258 h 266"/>
                  <a:gd name="T8" fmla="*/ 104 w 187"/>
                  <a:gd name="T9" fmla="*/ 224 h 266"/>
                  <a:gd name="T10" fmla="*/ 67 w 187"/>
                  <a:gd name="T11" fmla="*/ 234 h 266"/>
                  <a:gd name="T12" fmla="*/ 48 w 187"/>
                  <a:gd name="T13" fmla="*/ 241 h 266"/>
                  <a:gd name="T14" fmla="*/ 38 w 187"/>
                  <a:gd name="T15" fmla="*/ 242 h 266"/>
                  <a:gd name="T16" fmla="*/ 14 w 187"/>
                  <a:gd name="T17" fmla="*/ 228 h 266"/>
                  <a:gd name="T18" fmla="*/ 20 w 187"/>
                  <a:gd name="T19" fmla="*/ 126 h 266"/>
                  <a:gd name="T20" fmla="*/ 31 w 187"/>
                  <a:gd name="T21" fmla="*/ 48 h 266"/>
                  <a:gd name="T22" fmla="*/ 24 w 187"/>
                  <a:gd name="T23" fmla="*/ 30 h 266"/>
                  <a:gd name="T24" fmla="*/ 24 w 187"/>
                  <a:gd name="T25" fmla="*/ 29 h 266"/>
                  <a:gd name="T26" fmla="*/ 24 w 187"/>
                  <a:gd name="T27" fmla="*/ 29 h 266"/>
                  <a:gd name="T28" fmla="*/ 29 w 187"/>
                  <a:gd name="T29" fmla="*/ 3 h 266"/>
                  <a:gd name="T30" fmla="*/ 34 w 187"/>
                  <a:gd name="T31" fmla="*/ 0 h 266"/>
                  <a:gd name="T32" fmla="*/ 62 w 187"/>
                  <a:gd name="T33" fmla="*/ 29 h 266"/>
                  <a:gd name="T34" fmla="*/ 67 w 187"/>
                  <a:gd name="T35" fmla="*/ 158 h 266"/>
                  <a:gd name="T36" fmla="*/ 60 w 187"/>
                  <a:gd name="T37" fmla="*/ 184 h 266"/>
                  <a:gd name="T38" fmla="*/ 61 w 187"/>
                  <a:gd name="T39" fmla="*/ 211 h 266"/>
                  <a:gd name="T40" fmla="*/ 77 w 187"/>
                  <a:gd name="T41" fmla="*/ 215 h 266"/>
                  <a:gd name="T42" fmla="*/ 107 w 187"/>
                  <a:gd name="T43" fmla="*/ 213 h 266"/>
                  <a:gd name="T44" fmla="*/ 141 w 187"/>
                  <a:gd name="T45" fmla="*/ 211 h 266"/>
                  <a:gd name="T46" fmla="*/ 185 w 187"/>
                  <a:gd name="T47" fmla="*/ 230 h 266"/>
                  <a:gd name="T48" fmla="*/ 185 w 187"/>
                  <a:gd name="T49" fmla="*/ 264 h 266"/>
                  <a:gd name="T50" fmla="*/ 184 w 187"/>
                  <a:gd name="T51" fmla="*/ 265 h 266"/>
                  <a:gd name="T52" fmla="*/ 183 w 187"/>
                  <a:gd name="T53" fmla="*/ 266 h 266"/>
                  <a:gd name="T54" fmla="*/ 178 w 187"/>
                  <a:gd name="T55" fmla="*/ 266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87" h="266">
                    <a:moveTo>
                      <a:pt x="178" y="266"/>
                    </a:moveTo>
                    <a:cubicBezTo>
                      <a:pt x="166" y="266"/>
                      <a:pt x="147" y="259"/>
                      <a:pt x="146" y="258"/>
                    </a:cubicBezTo>
                    <a:cubicBezTo>
                      <a:pt x="145" y="258"/>
                      <a:pt x="145" y="258"/>
                      <a:pt x="145" y="258"/>
                    </a:cubicBezTo>
                    <a:cubicBezTo>
                      <a:pt x="145" y="258"/>
                      <a:pt x="145" y="258"/>
                      <a:pt x="145" y="258"/>
                    </a:cubicBezTo>
                    <a:cubicBezTo>
                      <a:pt x="134" y="234"/>
                      <a:pt x="121" y="224"/>
                      <a:pt x="104" y="224"/>
                    </a:cubicBezTo>
                    <a:cubicBezTo>
                      <a:pt x="93" y="224"/>
                      <a:pt x="80" y="229"/>
                      <a:pt x="67" y="234"/>
                    </a:cubicBezTo>
                    <a:cubicBezTo>
                      <a:pt x="61" y="236"/>
                      <a:pt x="55" y="239"/>
                      <a:pt x="48" y="241"/>
                    </a:cubicBezTo>
                    <a:cubicBezTo>
                      <a:pt x="45" y="242"/>
                      <a:pt x="41" y="242"/>
                      <a:pt x="38" y="242"/>
                    </a:cubicBezTo>
                    <a:cubicBezTo>
                      <a:pt x="29" y="242"/>
                      <a:pt x="20" y="237"/>
                      <a:pt x="14" y="228"/>
                    </a:cubicBezTo>
                    <a:cubicBezTo>
                      <a:pt x="0" y="206"/>
                      <a:pt x="3" y="165"/>
                      <a:pt x="20" y="126"/>
                    </a:cubicBezTo>
                    <a:cubicBezTo>
                      <a:pt x="44" y="75"/>
                      <a:pt x="40" y="68"/>
                      <a:pt x="31" y="48"/>
                    </a:cubicBezTo>
                    <a:cubicBezTo>
                      <a:pt x="29" y="43"/>
                      <a:pt x="26" y="37"/>
                      <a:pt x="24" y="30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3" y="27"/>
                      <a:pt x="23" y="9"/>
                      <a:pt x="29" y="3"/>
                    </a:cubicBezTo>
                    <a:cubicBezTo>
                      <a:pt x="30" y="1"/>
                      <a:pt x="32" y="0"/>
                      <a:pt x="34" y="0"/>
                    </a:cubicBezTo>
                    <a:cubicBezTo>
                      <a:pt x="41" y="0"/>
                      <a:pt x="50" y="9"/>
                      <a:pt x="62" y="29"/>
                    </a:cubicBezTo>
                    <a:cubicBezTo>
                      <a:pt x="91" y="79"/>
                      <a:pt x="78" y="123"/>
                      <a:pt x="67" y="158"/>
                    </a:cubicBezTo>
                    <a:cubicBezTo>
                      <a:pt x="64" y="168"/>
                      <a:pt x="61" y="176"/>
                      <a:pt x="60" y="184"/>
                    </a:cubicBezTo>
                    <a:cubicBezTo>
                      <a:pt x="57" y="199"/>
                      <a:pt x="57" y="207"/>
                      <a:pt x="61" y="211"/>
                    </a:cubicBezTo>
                    <a:cubicBezTo>
                      <a:pt x="63" y="214"/>
                      <a:pt x="68" y="215"/>
                      <a:pt x="77" y="215"/>
                    </a:cubicBezTo>
                    <a:cubicBezTo>
                      <a:pt x="84" y="215"/>
                      <a:pt x="95" y="214"/>
                      <a:pt x="107" y="213"/>
                    </a:cubicBezTo>
                    <a:cubicBezTo>
                      <a:pt x="120" y="211"/>
                      <a:pt x="132" y="211"/>
                      <a:pt x="141" y="211"/>
                    </a:cubicBezTo>
                    <a:cubicBezTo>
                      <a:pt x="169" y="211"/>
                      <a:pt x="183" y="217"/>
                      <a:pt x="185" y="230"/>
                    </a:cubicBezTo>
                    <a:cubicBezTo>
                      <a:pt x="187" y="247"/>
                      <a:pt x="185" y="263"/>
                      <a:pt x="185" y="264"/>
                    </a:cubicBezTo>
                    <a:cubicBezTo>
                      <a:pt x="184" y="265"/>
                      <a:pt x="184" y="265"/>
                      <a:pt x="184" y="265"/>
                    </a:cubicBezTo>
                    <a:cubicBezTo>
                      <a:pt x="183" y="266"/>
                      <a:pt x="183" y="266"/>
                      <a:pt x="183" y="266"/>
                    </a:cubicBezTo>
                    <a:cubicBezTo>
                      <a:pt x="182" y="266"/>
                      <a:pt x="180" y="266"/>
                      <a:pt x="178" y="26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8" name="Freeform 95">
                <a:extLst>
                  <a:ext uri="{FF2B5EF4-FFF2-40B4-BE49-F238E27FC236}">
                    <a16:creationId xmlns:a16="http://schemas.microsoft.com/office/drawing/2014/main" id="{A8DDD55B-49AF-4ECC-B4D6-429B5D7765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94" y="1230"/>
                <a:ext cx="283" cy="393"/>
              </a:xfrm>
              <a:custGeom>
                <a:avLst/>
                <a:gdLst>
                  <a:gd name="T0" fmla="*/ 39 w 194"/>
                  <a:gd name="T1" fmla="*/ 4 h 270"/>
                  <a:gd name="T2" fmla="*/ 65 w 194"/>
                  <a:gd name="T3" fmla="*/ 32 h 270"/>
                  <a:gd name="T4" fmla="*/ 63 w 194"/>
                  <a:gd name="T5" fmla="*/ 186 h 270"/>
                  <a:gd name="T6" fmla="*/ 82 w 194"/>
                  <a:gd name="T7" fmla="*/ 219 h 270"/>
                  <a:gd name="T8" fmla="*/ 112 w 194"/>
                  <a:gd name="T9" fmla="*/ 217 h 270"/>
                  <a:gd name="T10" fmla="*/ 146 w 194"/>
                  <a:gd name="T11" fmla="*/ 215 h 270"/>
                  <a:gd name="T12" fmla="*/ 188 w 194"/>
                  <a:gd name="T13" fmla="*/ 232 h 270"/>
                  <a:gd name="T14" fmla="*/ 188 w 194"/>
                  <a:gd name="T15" fmla="*/ 266 h 270"/>
                  <a:gd name="T16" fmla="*/ 183 w 194"/>
                  <a:gd name="T17" fmla="*/ 266 h 270"/>
                  <a:gd name="T18" fmla="*/ 152 w 194"/>
                  <a:gd name="T19" fmla="*/ 259 h 270"/>
                  <a:gd name="T20" fmla="*/ 109 w 194"/>
                  <a:gd name="T21" fmla="*/ 224 h 270"/>
                  <a:gd name="T22" fmla="*/ 53 w 194"/>
                  <a:gd name="T23" fmla="*/ 241 h 270"/>
                  <a:gd name="T24" fmla="*/ 43 w 194"/>
                  <a:gd name="T25" fmla="*/ 242 h 270"/>
                  <a:gd name="T26" fmla="*/ 27 w 194"/>
                  <a:gd name="T27" fmla="*/ 129 h 270"/>
                  <a:gd name="T28" fmla="*/ 31 w 194"/>
                  <a:gd name="T29" fmla="*/ 31 h 270"/>
                  <a:gd name="T30" fmla="*/ 39 w 194"/>
                  <a:gd name="T31" fmla="*/ 4 h 270"/>
                  <a:gd name="T32" fmla="*/ 39 w 194"/>
                  <a:gd name="T33" fmla="*/ 0 h 270"/>
                  <a:gd name="T34" fmla="*/ 32 w 194"/>
                  <a:gd name="T35" fmla="*/ 3 h 270"/>
                  <a:gd name="T36" fmla="*/ 27 w 194"/>
                  <a:gd name="T37" fmla="*/ 31 h 270"/>
                  <a:gd name="T38" fmla="*/ 27 w 194"/>
                  <a:gd name="T39" fmla="*/ 32 h 270"/>
                  <a:gd name="T40" fmla="*/ 27 w 194"/>
                  <a:gd name="T41" fmla="*/ 32 h 270"/>
                  <a:gd name="T42" fmla="*/ 35 w 194"/>
                  <a:gd name="T43" fmla="*/ 51 h 270"/>
                  <a:gd name="T44" fmla="*/ 24 w 194"/>
                  <a:gd name="T45" fmla="*/ 128 h 270"/>
                  <a:gd name="T46" fmla="*/ 18 w 194"/>
                  <a:gd name="T47" fmla="*/ 231 h 270"/>
                  <a:gd name="T48" fmla="*/ 43 w 194"/>
                  <a:gd name="T49" fmla="*/ 246 h 270"/>
                  <a:gd name="T50" fmla="*/ 54 w 194"/>
                  <a:gd name="T51" fmla="*/ 245 h 270"/>
                  <a:gd name="T52" fmla="*/ 73 w 194"/>
                  <a:gd name="T53" fmla="*/ 237 h 270"/>
                  <a:gd name="T54" fmla="*/ 109 w 194"/>
                  <a:gd name="T55" fmla="*/ 228 h 270"/>
                  <a:gd name="T56" fmla="*/ 148 w 194"/>
                  <a:gd name="T57" fmla="*/ 260 h 270"/>
                  <a:gd name="T58" fmla="*/ 149 w 194"/>
                  <a:gd name="T59" fmla="*/ 262 h 270"/>
                  <a:gd name="T60" fmla="*/ 150 w 194"/>
                  <a:gd name="T61" fmla="*/ 262 h 270"/>
                  <a:gd name="T62" fmla="*/ 183 w 194"/>
                  <a:gd name="T63" fmla="*/ 270 h 270"/>
                  <a:gd name="T64" fmla="*/ 189 w 194"/>
                  <a:gd name="T65" fmla="*/ 270 h 270"/>
                  <a:gd name="T66" fmla="*/ 191 w 194"/>
                  <a:gd name="T67" fmla="*/ 269 h 270"/>
                  <a:gd name="T68" fmla="*/ 192 w 194"/>
                  <a:gd name="T69" fmla="*/ 266 h 270"/>
                  <a:gd name="T70" fmla="*/ 192 w 194"/>
                  <a:gd name="T71" fmla="*/ 232 h 270"/>
                  <a:gd name="T72" fmla="*/ 146 w 194"/>
                  <a:gd name="T73" fmla="*/ 211 h 270"/>
                  <a:gd name="T74" fmla="*/ 112 w 194"/>
                  <a:gd name="T75" fmla="*/ 213 h 270"/>
                  <a:gd name="T76" fmla="*/ 82 w 194"/>
                  <a:gd name="T77" fmla="*/ 215 h 270"/>
                  <a:gd name="T78" fmla="*/ 67 w 194"/>
                  <a:gd name="T79" fmla="*/ 212 h 270"/>
                  <a:gd name="T80" fmla="*/ 67 w 194"/>
                  <a:gd name="T81" fmla="*/ 186 h 270"/>
                  <a:gd name="T82" fmla="*/ 74 w 194"/>
                  <a:gd name="T83" fmla="*/ 161 h 270"/>
                  <a:gd name="T84" fmla="*/ 68 w 194"/>
                  <a:gd name="T85" fmla="*/ 30 h 270"/>
                  <a:gd name="T86" fmla="*/ 39 w 194"/>
                  <a:gd name="T87" fmla="*/ 0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94" h="270">
                    <a:moveTo>
                      <a:pt x="39" y="4"/>
                    </a:moveTo>
                    <a:cubicBezTo>
                      <a:pt x="44" y="4"/>
                      <a:pt x="52" y="11"/>
                      <a:pt x="65" y="32"/>
                    </a:cubicBezTo>
                    <a:cubicBezTo>
                      <a:pt x="102" y="95"/>
                      <a:pt x="70" y="149"/>
                      <a:pt x="63" y="186"/>
                    </a:cubicBezTo>
                    <a:cubicBezTo>
                      <a:pt x="58" y="212"/>
                      <a:pt x="61" y="219"/>
                      <a:pt x="82" y="219"/>
                    </a:cubicBezTo>
                    <a:cubicBezTo>
                      <a:pt x="89" y="219"/>
                      <a:pt x="99" y="218"/>
                      <a:pt x="112" y="217"/>
                    </a:cubicBezTo>
                    <a:cubicBezTo>
                      <a:pt x="125" y="215"/>
                      <a:pt x="137" y="215"/>
                      <a:pt x="146" y="215"/>
                    </a:cubicBezTo>
                    <a:cubicBezTo>
                      <a:pt x="172" y="215"/>
                      <a:pt x="186" y="220"/>
                      <a:pt x="188" y="232"/>
                    </a:cubicBezTo>
                    <a:cubicBezTo>
                      <a:pt x="190" y="249"/>
                      <a:pt x="188" y="266"/>
                      <a:pt x="188" y="266"/>
                    </a:cubicBezTo>
                    <a:cubicBezTo>
                      <a:pt x="186" y="266"/>
                      <a:pt x="185" y="266"/>
                      <a:pt x="183" y="266"/>
                    </a:cubicBezTo>
                    <a:cubicBezTo>
                      <a:pt x="171" y="266"/>
                      <a:pt x="152" y="259"/>
                      <a:pt x="152" y="259"/>
                    </a:cubicBezTo>
                    <a:cubicBezTo>
                      <a:pt x="139" y="232"/>
                      <a:pt x="124" y="224"/>
                      <a:pt x="109" y="224"/>
                    </a:cubicBezTo>
                    <a:cubicBezTo>
                      <a:pt x="92" y="224"/>
                      <a:pt x="73" y="234"/>
                      <a:pt x="53" y="241"/>
                    </a:cubicBezTo>
                    <a:cubicBezTo>
                      <a:pt x="49" y="242"/>
                      <a:pt x="46" y="242"/>
                      <a:pt x="43" y="242"/>
                    </a:cubicBezTo>
                    <a:cubicBezTo>
                      <a:pt x="12" y="242"/>
                      <a:pt x="0" y="189"/>
                      <a:pt x="27" y="129"/>
                    </a:cubicBezTo>
                    <a:cubicBezTo>
                      <a:pt x="57" y="64"/>
                      <a:pt x="44" y="68"/>
                      <a:pt x="31" y="31"/>
                    </a:cubicBezTo>
                    <a:cubicBezTo>
                      <a:pt x="31" y="31"/>
                      <a:pt x="29" y="4"/>
                      <a:pt x="39" y="4"/>
                    </a:cubicBezTo>
                    <a:moveTo>
                      <a:pt x="39" y="0"/>
                    </a:moveTo>
                    <a:cubicBezTo>
                      <a:pt x="37" y="0"/>
                      <a:pt x="34" y="1"/>
                      <a:pt x="32" y="3"/>
                    </a:cubicBezTo>
                    <a:cubicBezTo>
                      <a:pt x="26" y="10"/>
                      <a:pt x="26" y="28"/>
                      <a:pt x="27" y="31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9" y="40"/>
                      <a:pt x="32" y="46"/>
                      <a:pt x="35" y="51"/>
                    </a:cubicBezTo>
                    <a:cubicBezTo>
                      <a:pt x="43" y="70"/>
                      <a:pt x="46" y="77"/>
                      <a:pt x="24" y="128"/>
                    </a:cubicBezTo>
                    <a:cubicBezTo>
                      <a:pt x="6" y="167"/>
                      <a:pt x="3" y="209"/>
                      <a:pt x="18" y="231"/>
                    </a:cubicBezTo>
                    <a:cubicBezTo>
                      <a:pt x="24" y="241"/>
                      <a:pt x="33" y="246"/>
                      <a:pt x="43" y="246"/>
                    </a:cubicBezTo>
                    <a:cubicBezTo>
                      <a:pt x="47" y="246"/>
                      <a:pt x="50" y="246"/>
                      <a:pt x="54" y="245"/>
                    </a:cubicBezTo>
                    <a:cubicBezTo>
                      <a:pt x="61" y="242"/>
                      <a:pt x="67" y="240"/>
                      <a:pt x="73" y="237"/>
                    </a:cubicBezTo>
                    <a:cubicBezTo>
                      <a:pt x="86" y="232"/>
                      <a:pt x="98" y="228"/>
                      <a:pt x="109" y="228"/>
                    </a:cubicBezTo>
                    <a:cubicBezTo>
                      <a:pt x="129" y="228"/>
                      <a:pt x="141" y="245"/>
                      <a:pt x="148" y="260"/>
                    </a:cubicBezTo>
                    <a:cubicBezTo>
                      <a:pt x="149" y="262"/>
                      <a:pt x="149" y="262"/>
                      <a:pt x="149" y="262"/>
                    </a:cubicBezTo>
                    <a:cubicBezTo>
                      <a:pt x="150" y="262"/>
                      <a:pt x="150" y="262"/>
                      <a:pt x="150" y="262"/>
                    </a:cubicBezTo>
                    <a:cubicBezTo>
                      <a:pt x="151" y="263"/>
                      <a:pt x="171" y="270"/>
                      <a:pt x="183" y="270"/>
                    </a:cubicBezTo>
                    <a:cubicBezTo>
                      <a:pt x="185" y="270"/>
                      <a:pt x="187" y="270"/>
                      <a:pt x="189" y="270"/>
                    </a:cubicBezTo>
                    <a:cubicBezTo>
                      <a:pt x="191" y="269"/>
                      <a:pt x="191" y="269"/>
                      <a:pt x="191" y="269"/>
                    </a:cubicBezTo>
                    <a:cubicBezTo>
                      <a:pt x="192" y="266"/>
                      <a:pt x="192" y="266"/>
                      <a:pt x="192" y="266"/>
                    </a:cubicBezTo>
                    <a:cubicBezTo>
                      <a:pt x="192" y="265"/>
                      <a:pt x="194" y="248"/>
                      <a:pt x="192" y="232"/>
                    </a:cubicBezTo>
                    <a:cubicBezTo>
                      <a:pt x="189" y="211"/>
                      <a:pt x="157" y="211"/>
                      <a:pt x="146" y="211"/>
                    </a:cubicBezTo>
                    <a:cubicBezTo>
                      <a:pt x="137" y="211"/>
                      <a:pt x="125" y="211"/>
                      <a:pt x="112" y="213"/>
                    </a:cubicBezTo>
                    <a:cubicBezTo>
                      <a:pt x="99" y="214"/>
                      <a:pt x="89" y="215"/>
                      <a:pt x="82" y="215"/>
                    </a:cubicBezTo>
                    <a:cubicBezTo>
                      <a:pt x="74" y="215"/>
                      <a:pt x="69" y="214"/>
                      <a:pt x="67" y="212"/>
                    </a:cubicBezTo>
                    <a:cubicBezTo>
                      <a:pt x="64" y="208"/>
                      <a:pt x="64" y="201"/>
                      <a:pt x="67" y="186"/>
                    </a:cubicBezTo>
                    <a:cubicBezTo>
                      <a:pt x="68" y="179"/>
                      <a:pt x="71" y="170"/>
                      <a:pt x="74" y="161"/>
                    </a:cubicBezTo>
                    <a:cubicBezTo>
                      <a:pt x="84" y="127"/>
                      <a:pt x="99" y="81"/>
                      <a:pt x="68" y="30"/>
                    </a:cubicBezTo>
                    <a:cubicBezTo>
                      <a:pt x="56" y="9"/>
                      <a:pt x="47" y="0"/>
                      <a:pt x="39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9" name="Freeform 96">
                <a:extLst>
                  <a:ext uri="{FF2B5EF4-FFF2-40B4-BE49-F238E27FC236}">
                    <a16:creationId xmlns:a16="http://schemas.microsoft.com/office/drawing/2014/main" id="{8C16DC9F-ED57-439A-A721-996EFA14B8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4" y="1492"/>
                <a:ext cx="42" cy="116"/>
              </a:xfrm>
              <a:custGeom>
                <a:avLst/>
                <a:gdLst>
                  <a:gd name="T0" fmla="*/ 0 w 29"/>
                  <a:gd name="T1" fmla="*/ 3 h 80"/>
                  <a:gd name="T2" fmla="*/ 25 w 29"/>
                  <a:gd name="T3" fmla="*/ 79 h 80"/>
                  <a:gd name="T4" fmla="*/ 28 w 29"/>
                  <a:gd name="T5" fmla="*/ 80 h 80"/>
                  <a:gd name="T6" fmla="*/ 29 w 29"/>
                  <a:gd name="T7" fmla="*/ 78 h 80"/>
                  <a:gd name="T8" fmla="*/ 26 w 29"/>
                  <a:gd name="T9" fmla="*/ 70 h 80"/>
                  <a:gd name="T10" fmla="*/ 4 w 29"/>
                  <a:gd name="T11" fmla="*/ 1 h 80"/>
                  <a:gd name="T12" fmla="*/ 1 w 29"/>
                  <a:gd name="T13" fmla="*/ 0 h 80"/>
                  <a:gd name="T14" fmla="*/ 0 w 29"/>
                  <a:gd name="T15" fmla="*/ 3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9" h="80">
                    <a:moveTo>
                      <a:pt x="0" y="3"/>
                    </a:moveTo>
                    <a:cubicBezTo>
                      <a:pt x="9" y="30"/>
                      <a:pt x="25" y="79"/>
                      <a:pt x="25" y="79"/>
                    </a:cubicBezTo>
                    <a:cubicBezTo>
                      <a:pt x="25" y="80"/>
                      <a:pt x="26" y="80"/>
                      <a:pt x="28" y="80"/>
                    </a:cubicBezTo>
                    <a:cubicBezTo>
                      <a:pt x="29" y="80"/>
                      <a:pt x="29" y="79"/>
                      <a:pt x="29" y="78"/>
                    </a:cubicBezTo>
                    <a:cubicBezTo>
                      <a:pt x="29" y="78"/>
                      <a:pt x="28" y="74"/>
                      <a:pt x="26" y="70"/>
                    </a:cubicBezTo>
                    <a:cubicBezTo>
                      <a:pt x="21" y="55"/>
                      <a:pt x="11" y="22"/>
                      <a:pt x="4" y="1"/>
                    </a:cubicBezTo>
                    <a:cubicBezTo>
                      <a:pt x="4" y="0"/>
                      <a:pt x="2" y="0"/>
                      <a:pt x="1" y="0"/>
                    </a:cubicBezTo>
                    <a:cubicBezTo>
                      <a:pt x="0" y="0"/>
                      <a:pt x="0" y="2"/>
                      <a:pt x="0" y="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0" name="Freeform 97">
                <a:extLst>
                  <a:ext uri="{FF2B5EF4-FFF2-40B4-BE49-F238E27FC236}">
                    <a16:creationId xmlns:a16="http://schemas.microsoft.com/office/drawing/2014/main" id="{D3F128C3-888A-401B-8840-1F216CB7E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1" y="1492"/>
                <a:ext cx="44" cy="116"/>
              </a:xfrm>
              <a:custGeom>
                <a:avLst/>
                <a:gdLst>
                  <a:gd name="T0" fmla="*/ 25 w 30"/>
                  <a:gd name="T1" fmla="*/ 1 h 80"/>
                  <a:gd name="T2" fmla="*/ 1 w 30"/>
                  <a:gd name="T3" fmla="*/ 77 h 80"/>
                  <a:gd name="T4" fmla="*/ 2 w 30"/>
                  <a:gd name="T5" fmla="*/ 80 h 80"/>
                  <a:gd name="T6" fmla="*/ 5 w 30"/>
                  <a:gd name="T7" fmla="*/ 78 h 80"/>
                  <a:gd name="T8" fmla="*/ 7 w 30"/>
                  <a:gd name="T9" fmla="*/ 70 h 80"/>
                  <a:gd name="T10" fmla="*/ 29 w 30"/>
                  <a:gd name="T11" fmla="*/ 3 h 80"/>
                  <a:gd name="T12" fmla="*/ 28 w 30"/>
                  <a:gd name="T13" fmla="*/ 0 h 80"/>
                  <a:gd name="T14" fmla="*/ 25 w 30"/>
                  <a:gd name="T15" fmla="*/ 1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80">
                    <a:moveTo>
                      <a:pt x="25" y="1"/>
                    </a:moveTo>
                    <a:cubicBezTo>
                      <a:pt x="16" y="29"/>
                      <a:pt x="1" y="77"/>
                      <a:pt x="1" y="77"/>
                    </a:cubicBezTo>
                    <a:cubicBezTo>
                      <a:pt x="0" y="78"/>
                      <a:pt x="1" y="79"/>
                      <a:pt x="2" y="80"/>
                    </a:cubicBezTo>
                    <a:cubicBezTo>
                      <a:pt x="3" y="80"/>
                      <a:pt x="4" y="79"/>
                      <a:pt x="5" y="78"/>
                    </a:cubicBezTo>
                    <a:cubicBezTo>
                      <a:pt x="5" y="78"/>
                      <a:pt x="6" y="75"/>
                      <a:pt x="7" y="70"/>
                    </a:cubicBezTo>
                    <a:cubicBezTo>
                      <a:pt x="12" y="56"/>
                      <a:pt x="22" y="23"/>
                      <a:pt x="29" y="3"/>
                    </a:cubicBezTo>
                    <a:cubicBezTo>
                      <a:pt x="30" y="2"/>
                      <a:pt x="29" y="0"/>
                      <a:pt x="28" y="0"/>
                    </a:cubicBezTo>
                    <a:cubicBezTo>
                      <a:pt x="27" y="0"/>
                      <a:pt x="26" y="0"/>
                      <a:pt x="2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1" name="Freeform 98">
                <a:extLst>
                  <a:ext uri="{FF2B5EF4-FFF2-40B4-BE49-F238E27FC236}">
                    <a16:creationId xmlns:a16="http://schemas.microsoft.com/office/drawing/2014/main" id="{A070C716-502A-42FA-B2C7-55EC126E8A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2" y="1691"/>
                <a:ext cx="144" cy="146"/>
              </a:xfrm>
              <a:custGeom>
                <a:avLst/>
                <a:gdLst>
                  <a:gd name="T0" fmla="*/ 8 w 99"/>
                  <a:gd name="T1" fmla="*/ 41 h 100"/>
                  <a:gd name="T2" fmla="*/ 11 w 99"/>
                  <a:gd name="T3" fmla="*/ 13 h 100"/>
                  <a:gd name="T4" fmla="*/ 65 w 99"/>
                  <a:gd name="T5" fmla="*/ 19 h 100"/>
                  <a:gd name="T6" fmla="*/ 78 w 99"/>
                  <a:gd name="T7" fmla="*/ 83 h 100"/>
                  <a:gd name="T8" fmla="*/ 36 w 99"/>
                  <a:gd name="T9" fmla="*/ 92 h 100"/>
                  <a:gd name="T10" fmla="*/ 39 w 99"/>
                  <a:gd name="T11" fmla="*/ 54 h 100"/>
                  <a:gd name="T12" fmla="*/ 8 w 99"/>
                  <a:gd name="T13" fmla="*/ 41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9" h="100">
                    <a:moveTo>
                      <a:pt x="8" y="41"/>
                    </a:moveTo>
                    <a:cubicBezTo>
                      <a:pt x="3" y="33"/>
                      <a:pt x="0" y="26"/>
                      <a:pt x="11" y="13"/>
                    </a:cubicBezTo>
                    <a:cubicBezTo>
                      <a:pt x="22" y="0"/>
                      <a:pt x="44" y="1"/>
                      <a:pt x="65" y="19"/>
                    </a:cubicBezTo>
                    <a:cubicBezTo>
                      <a:pt x="85" y="37"/>
                      <a:pt x="99" y="64"/>
                      <a:pt x="78" y="83"/>
                    </a:cubicBezTo>
                    <a:cubicBezTo>
                      <a:pt x="60" y="100"/>
                      <a:pt x="46" y="95"/>
                      <a:pt x="36" y="92"/>
                    </a:cubicBezTo>
                    <a:cubicBezTo>
                      <a:pt x="36" y="92"/>
                      <a:pt x="56" y="82"/>
                      <a:pt x="39" y="54"/>
                    </a:cubicBezTo>
                    <a:cubicBezTo>
                      <a:pt x="22" y="25"/>
                      <a:pt x="8" y="41"/>
                      <a:pt x="8" y="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2" name="Freeform 99">
                <a:extLst>
                  <a:ext uri="{FF2B5EF4-FFF2-40B4-BE49-F238E27FC236}">
                    <a16:creationId xmlns:a16="http://schemas.microsoft.com/office/drawing/2014/main" id="{194A9B81-8679-47C1-9E34-02C4A6FB57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3" y="1694"/>
                <a:ext cx="130" cy="139"/>
              </a:xfrm>
              <a:custGeom>
                <a:avLst/>
                <a:gdLst>
                  <a:gd name="T0" fmla="*/ 7 w 89"/>
                  <a:gd name="T1" fmla="*/ 39 h 95"/>
                  <a:gd name="T2" fmla="*/ 9 w 89"/>
                  <a:gd name="T3" fmla="*/ 38 h 95"/>
                  <a:gd name="T4" fmla="*/ 4 w 89"/>
                  <a:gd name="T5" fmla="*/ 27 h 95"/>
                  <a:gd name="T6" fmla="*/ 11 w 89"/>
                  <a:gd name="T7" fmla="*/ 12 h 95"/>
                  <a:gd name="T8" fmla="*/ 30 w 89"/>
                  <a:gd name="T9" fmla="*/ 4 h 95"/>
                  <a:gd name="T10" fmla="*/ 62 w 89"/>
                  <a:gd name="T11" fmla="*/ 19 h 95"/>
                  <a:gd name="T12" fmla="*/ 85 w 89"/>
                  <a:gd name="T13" fmla="*/ 59 h 95"/>
                  <a:gd name="T14" fmla="*/ 76 w 89"/>
                  <a:gd name="T15" fmla="*/ 80 h 95"/>
                  <a:gd name="T16" fmla="*/ 51 w 89"/>
                  <a:gd name="T17" fmla="*/ 91 h 95"/>
                  <a:gd name="T18" fmla="*/ 36 w 89"/>
                  <a:gd name="T19" fmla="*/ 88 h 95"/>
                  <a:gd name="T20" fmla="*/ 35 w 89"/>
                  <a:gd name="T21" fmla="*/ 90 h 95"/>
                  <a:gd name="T22" fmla="*/ 36 w 89"/>
                  <a:gd name="T23" fmla="*/ 92 h 95"/>
                  <a:gd name="T24" fmla="*/ 42 w 89"/>
                  <a:gd name="T25" fmla="*/ 87 h 95"/>
                  <a:gd name="T26" fmla="*/ 47 w 89"/>
                  <a:gd name="T27" fmla="*/ 72 h 95"/>
                  <a:gd name="T28" fmla="*/ 40 w 89"/>
                  <a:gd name="T29" fmla="*/ 50 h 95"/>
                  <a:gd name="T30" fmla="*/ 28 w 89"/>
                  <a:gd name="T31" fmla="*/ 36 h 95"/>
                  <a:gd name="T32" fmla="*/ 17 w 89"/>
                  <a:gd name="T33" fmla="*/ 33 h 95"/>
                  <a:gd name="T34" fmla="*/ 9 w 89"/>
                  <a:gd name="T35" fmla="*/ 35 h 95"/>
                  <a:gd name="T36" fmla="*/ 6 w 89"/>
                  <a:gd name="T37" fmla="*/ 37 h 95"/>
                  <a:gd name="T38" fmla="*/ 7 w 89"/>
                  <a:gd name="T39" fmla="*/ 39 h 95"/>
                  <a:gd name="T40" fmla="*/ 9 w 89"/>
                  <a:gd name="T41" fmla="*/ 38 h 95"/>
                  <a:gd name="T42" fmla="*/ 7 w 89"/>
                  <a:gd name="T43" fmla="*/ 39 h 95"/>
                  <a:gd name="T44" fmla="*/ 9 w 89"/>
                  <a:gd name="T45" fmla="*/ 40 h 95"/>
                  <a:gd name="T46" fmla="*/ 8 w 89"/>
                  <a:gd name="T47" fmla="*/ 40 h 95"/>
                  <a:gd name="T48" fmla="*/ 9 w 89"/>
                  <a:gd name="T49" fmla="*/ 40 h 95"/>
                  <a:gd name="T50" fmla="*/ 9 w 89"/>
                  <a:gd name="T51" fmla="*/ 40 h 95"/>
                  <a:gd name="T52" fmla="*/ 8 w 89"/>
                  <a:gd name="T53" fmla="*/ 40 h 95"/>
                  <a:gd name="T54" fmla="*/ 9 w 89"/>
                  <a:gd name="T55" fmla="*/ 40 h 95"/>
                  <a:gd name="T56" fmla="*/ 11 w 89"/>
                  <a:gd name="T57" fmla="*/ 38 h 95"/>
                  <a:gd name="T58" fmla="*/ 17 w 89"/>
                  <a:gd name="T59" fmla="*/ 37 h 95"/>
                  <a:gd name="T60" fmla="*/ 26 w 89"/>
                  <a:gd name="T61" fmla="*/ 40 h 95"/>
                  <a:gd name="T62" fmla="*/ 37 w 89"/>
                  <a:gd name="T63" fmla="*/ 53 h 95"/>
                  <a:gd name="T64" fmla="*/ 43 w 89"/>
                  <a:gd name="T65" fmla="*/ 72 h 95"/>
                  <a:gd name="T66" fmla="*/ 39 w 89"/>
                  <a:gd name="T67" fmla="*/ 85 h 95"/>
                  <a:gd name="T68" fmla="*/ 36 w 89"/>
                  <a:gd name="T69" fmla="*/ 88 h 95"/>
                  <a:gd name="T70" fmla="*/ 35 w 89"/>
                  <a:gd name="T71" fmla="*/ 88 h 95"/>
                  <a:gd name="T72" fmla="*/ 35 w 89"/>
                  <a:gd name="T73" fmla="*/ 88 h 95"/>
                  <a:gd name="T74" fmla="*/ 35 w 89"/>
                  <a:gd name="T75" fmla="*/ 88 h 95"/>
                  <a:gd name="T76" fmla="*/ 35 w 89"/>
                  <a:gd name="T77" fmla="*/ 89 h 95"/>
                  <a:gd name="T78" fmla="*/ 35 w 89"/>
                  <a:gd name="T79" fmla="*/ 88 h 95"/>
                  <a:gd name="T80" fmla="*/ 35 w 89"/>
                  <a:gd name="T81" fmla="*/ 88 h 95"/>
                  <a:gd name="T82" fmla="*/ 35 w 89"/>
                  <a:gd name="T83" fmla="*/ 89 h 95"/>
                  <a:gd name="T84" fmla="*/ 35 w 89"/>
                  <a:gd name="T85" fmla="*/ 88 h 95"/>
                  <a:gd name="T86" fmla="*/ 33 w 89"/>
                  <a:gd name="T87" fmla="*/ 90 h 95"/>
                  <a:gd name="T88" fmla="*/ 35 w 89"/>
                  <a:gd name="T89" fmla="*/ 92 h 95"/>
                  <a:gd name="T90" fmla="*/ 51 w 89"/>
                  <a:gd name="T91" fmla="*/ 95 h 95"/>
                  <a:gd name="T92" fmla="*/ 78 w 89"/>
                  <a:gd name="T93" fmla="*/ 83 h 95"/>
                  <a:gd name="T94" fmla="*/ 89 w 89"/>
                  <a:gd name="T95" fmla="*/ 59 h 95"/>
                  <a:gd name="T96" fmla="*/ 65 w 89"/>
                  <a:gd name="T97" fmla="*/ 16 h 95"/>
                  <a:gd name="T98" fmla="*/ 30 w 89"/>
                  <a:gd name="T99" fmla="*/ 0 h 95"/>
                  <a:gd name="T100" fmla="*/ 8 w 89"/>
                  <a:gd name="T101" fmla="*/ 10 h 95"/>
                  <a:gd name="T102" fmla="*/ 0 w 89"/>
                  <a:gd name="T103" fmla="*/ 27 h 95"/>
                  <a:gd name="T104" fmla="*/ 6 w 89"/>
                  <a:gd name="T105" fmla="*/ 40 h 95"/>
                  <a:gd name="T106" fmla="*/ 7 w 89"/>
                  <a:gd name="T107" fmla="*/ 41 h 95"/>
                  <a:gd name="T108" fmla="*/ 9 w 89"/>
                  <a:gd name="T109" fmla="*/ 40 h 95"/>
                  <a:gd name="T110" fmla="*/ 7 w 89"/>
                  <a:gd name="T111" fmla="*/ 39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89" h="95">
                    <a:moveTo>
                      <a:pt x="7" y="39"/>
                    </a:moveTo>
                    <a:cubicBezTo>
                      <a:pt x="9" y="38"/>
                      <a:pt x="9" y="38"/>
                      <a:pt x="9" y="38"/>
                    </a:cubicBezTo>
                    <a:cubicBezTo>
                      <a:pt x="6" y="34"/>
                      <a:pt x="4" y="31"/>
                      <a:pt x="4" y="27"/>
                    </a:cubicBezTo>
                    <a:cubicBezTo>
                      <a:pt x="4" y="23"/>
                      <a:pt x="6" y="19"/>
                      <a:pt x="11" y="12"/>
                    </a:cubicBezTo>
                    <a:cubicBezTo>
                      <a:pt x="16" y="7"/>
                      <a:pt x="22" y="4"/>
                      <a:pt x="30" y="4"/>
                    </a:cubicBezTo>
                    <a:cubicBezTo>
                      <a:pt x="40" y="4"/>
                      <a:pt x="51" y="9"/>
                      <a:pt x="62" y="19"/>
                    </a:cubicBezTo>
                    <a:cubicBezTo>
                      <a:pt x="75" y="30"/>
                      <a:pt x="85" y="45"/>
                      <a:pt x="85" y="59"/>
                    </a:cubicBezTo>
                    <a:cubicBezTo>
                      <a:pt x="85" y="66"/>
                      <a:pt x="83" y="73"/>
                      <a:pt x="76" y="80"/>
                    </a:cubicBezTo>
                    <a:cubicBezTo>
                      <a:pt x="66" y="89"/>
                      <a:pt x="58" y="91"/>
                      <a:pt x="51" y="91"/>
                    </a:cubicBezTo>
                    <a:cubicBezTo>
                      <a:pt x="45" y="91"/>
                      <a:pt x="40" y="90"/>
                      <a:pt x="36" y="88"/>
                    </a:cubicBezTo>
                    <a:cubicBezTo>
                      <a:pt x="35" y="90"/>
                      <a:pt x="35" y="90"/>
                      <a:pt x="35" y="90"/>
                    </a:cubicBezTo>
                    <a:cubicBezTo>
                      <a:pt x="36" y="92"/>
                      <a:pt x="36" y="92"/>
                      <a:pt x="36" y="92"/>
                    </a:cubicBezTo>
                    <a:cubicBezTo>
                      <a:pt x="37" y="92"/>
                      <a:pt x="39" y="91"/>
                      <a:pt x="42" y="87"/>
                    </a:cubicBezTo>
                    <a:cubicBezTo>
                      <a:pt x="45" y="84"/>
                      <a:pt x="47" y="79"/>
                      <a:pt x="47" y="72"/>
                    </a:cubicBezTo>
                    <a:cubicBezTo>
                      <a:pt x="47" y="66"/>
                      <a:pt x="45" y="59"/>
                      <a:pt x="40" y="50"/>
                    </a:cubicBezTo>
                    <a:cubicBezTo>
                      <a:pt x="36" y="44"/>
                      <a:pt x="32" y="39"/>
                      <a:pt x="28" y="36"/>
                    </a:cubicBezTo>
                    <a:cubicBezTo>
                      <a:pt x="24" y="34"/>
                      <a:pt x="20" y="33"/>
                      <a:pt x="17" y="33"/>
                    </a:cubicBezTo>
                    <a:cubicBezTo>
                      <a:pt x="14" y="33"/>
                      <a:pt x="11" y="34"/>
                      <a:pt x="9" y="35"/>
                    </a:cubicBezTo>
                    <a:cubicBezTo>
                      <a:pt x="7" y="36"/>
                      <a:pt x="6" y="37"/>
                      <a:pt x="6" y="37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8" y="40"/>
                      <a:pt x="8" y="40"/>
                      <a:pt x="8" y="40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8" y="40"/>
                      <a:pt x="8" y="40"/>
                      <a:pt x="8" y="40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9" y="40"/>
                      <a:pt x="10" y="39"/>
                      <a:pt x="11" y="38"/>
                    </a:cubicBezTo>
                    <a:cubicBezTo>
                      <a:pt x="13" y="37"/>
                      <a:pt x="15" y="37"/>
                      <a:pt x="17" y="37"/>
                    </a:cubicBezTo>
                    <a:cubicBezTo>
                      <a:pt x="19" y="37"/>
                      <a:pt x="22" y="37"/>
                      <a:pt x="26" y="40"/>
                    </a:cubicBezTo>
                    <a:cubicBezTo>
                      <a:pt x="29" y="42"/>
                      <a:pt x="33" y="46"/>
                      <a:pt x="37" y="53"/>
                    </a:cubicBezTo>
                    <a:cubicBezTo>
                      <a:pt x="42" y="61"/>
                      <a:pt x="43" y="67"/>
                      <a:pt x="43" y="72"/>
                    </a:cubicBezTo>
                    <a:cubicBezTo>
                      <a:pt x="43" y="78"/>
                      <a:pt x="41" y="82"/>
                      <a:pt x="39" y="85"/>
                    </a:cubicBezTo>
                    <a:cubicBezTo>
                      <a:pt x="38" y="86"/>
                      <a:pt x="37" y="87"/>
                      <a:pt x="36" y="88"/>
                    </a:cubicBezTo>
                    <a:cubicBezTo>
                      <a:pt x="35" y="88"/>
                      <a:pt x="35" y="88"/>
                      <a:pt x="35" y="88"/>
                    </a:cubicBezTo>
                    <a:cubicBezTo>
                      <a:pt x="35" y="88"/>
                      <a:pt x="35" y="88"/>
                      <a:pt x="35" y="88"/>
                    </a:cubicBezTo>
                    <a:cubicBezTo>
                      <a:pt x="35" y="88"/>
                      <a:pt x="35" y="88"/>
                      <a:pt x="35" y="88"/>
                    </a:cubicBezTo>
                    <a:cubicBezTo>
                      <a:pt x="35" y="89"/>
                      <a:pt x="35" y="89"/>
                      <a:pt x="35" y="89"/>
                    </a:cubicBezTo>
                    <a:cubicBezTo>
                      <a:pt x="35" y="88"/>
                      <a:pt x="35" y="88"/>
                      <a:pt x="35" y="88"/>
                    </a:cubicBezTo>
                    <a:cubicBezTo>
                      <a:pt x="35" y="88"/>
                      <a:pt x="35" y="88"/>
                      <a:pt x="35" y="88"/>
                    </a:cubicBezTo>
                    <a:cubicBezTo>
                      <a:pt x="35" y="89"/>
                      <a:pt x="35" y="89"/>
                      <a:pt x="35" y="89"/>
                    </a:cubicBezTo>
                    <a:cubicBezTo>
                      <a:pt x="35" y="88"/>
                      <a:pt x="35" y="88"/>
                      <a:pt x="35" y="88"/>
                    </a:cubicBezTo>
                    <a:cubicBezTo>
                      <a:pt x="34" y="89"/>
                      <a:pt x="33" y="90"/>
                      <a:pt x="33" y="90"/>
                    </a:cubicBezTo>
                    <a:cubicBezTo>
                      <a:pt x="34" y="91"/>
                      <a:pt x="34" y="92"/>
                      <a:pt x="35" y="92"/>
                    </a:cubicBezTo>
                    <a:cubicBezTo>
                      <a:pt x="39" y="93"/>
                      <a:pt x="45" y="95"/>
                      <a:pt x="51" y="95"/>
                    </a:cubicBezTo>
                    <a:cubicBezTo>
                      <a:pt x="59" y="95"/>
                      <a:pt x="68" y="92"/>
                      <a:pt x="78" y="83"/>
                    </a:cubicBezTo>
                    <a:cubicBezTo>
                      <a:pt x="86" y="76"/>
                      <a:pt x="89" y="67"/>
                      <a:pt x="89" y="59"/>
                    </a:cubicBezTo>
                    <a:cubicBezTo>
                      <a:pt x="89" y="43"/>
                      <a:pt x="79" y="28"/>
                      <a:pt x="65" y="16"/>
                    </a:cubicBezTo>
                    <a:cubicBezTo>
                      <a:pt x="53" y="5"/>
                      <a:pt x="41" y="0"/>
                      <a:pt x="30" y="0"/>
                    </a:cubicBezTo>
                    <a:cubicBezTo>
                      <a:pt x="21" y="0"/>
                      <a:pt x="14" y="4"/>
                      <a:pt x="8" y="10"/>
                    </a:cubicBezTo>
                    <a:cubicBezTo>
                      <a:pt x="3" y="17"/>
                      <a:pt x="0" y="22"/>
                      <a:pt x="0" y="27"/>
                    </a:cubicBezTo>
                    <a:cubicBezTo>
                      <a:pt x="0" y="32"/>
                      <a:pt x="3" y="36"/>
                      <a:pt x="6" y="40"/>
                    </a:cubicBezTo>
                    <a:cubicBezTo>
                      <a:pt x="6" y="40"/>
                      <a:pt x="7" y="41"/>
                      <a:pt x="7" y="41"/>
                    </a:cubicBezTo>
                    <a:cubicBezTo>
                      <a:pt x="8" y="41"/>
                      <a:pt x="8" y="41"/>
                      <a:pt x="9" y="40"/>
                    </a:cubicBezTo>
                    <a:lnTo>
                      <a:pt x="7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" name="Freeform 100">
                <a:extLst>
                  <a:ext uri="{FF2B5EF4-FFF2-40B4-BE49-F238E27FC236}">
                    <a16:creationId xmlns:a16="http://schemas.microsoft.com/office/drawing/2014/main" id="{347E94FB-C05A-47CD-8F2E-5CC9493C2C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9" y="1691"/>
                <a:ext cx="142" cy="146"/>
              </a:xfrm>
              <a:custGeom>
                <a:avLst/>
                <a:gdLst>
                  <a:gd name="T0" fmla="*/ 90 w 98"/>
                  <a:gd name="T1" fmla="*/ 41 h 100"/>
                  <a:gd name="T2" fmla="*/ 88 w 98"/>
                  <a:gd name="T3" fmla="*/ 13 h 100"/>
                  <a:gd name="T4" fmla="*/ 34 w 98"/>
                  <a:gd name="T5" fmla="*/ 19 h 100"/>
                  <a:gd name="T6" fmla="*/ 20 w 98"/>
                  <a:gd name="T7" fmla="*/ 83 h 100"/>
                  <a:gd name="T8" fmla="*/ 62 w 98"/>
                  <a:gd name="T9" fmla="*/ 92 h 100"/>
                  <a:gd name="T10" fmla="*/ 59 w 98"/>
                  <a:gd name="T11" fmla="*/ 54 h 100"/>
                  <a:gd name="T12" fmla="*/ 90 w 98"/>
                  <a:gd name="T13" fmla="*/ 41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8" h="100">
                    <a:moveTo>
                      <a:pt x="90" y="41"/>
                    </a:moveTo>
                    <a:cubicBezTo>
                      <a:pt x="96" y="33"/>
                      <a:pt x="98" y="26"/>
                      <a:pt x="88" y="13"/>
                    </a:cubicBezTo>
                    <a:cubicBezTo>
                      <a:pt x="77" y="0"/>
                      <a:pt x="54" y="1"/>
                      <a:pt x="34" y="19"/>
                    </a:cubicBezTo>
                    <a:cubicBezTo>
                      <a:pt x="13" y="37"/>
                      <a:pt x="0" y="64"/>
                      <a:pt x="20" y="83"/>
                    </a:cubicBezTo>
                    <a:cubicBezTo>
                      <a:pt x="38" y="100"/>
                      <a:pt x="53" y="95"/>
                      <a:pt x="62" y="92"/>
                    </a:cubicBezTo>
                    <a:cubicBezTo>
                      <a:pt x="62" y="92"/>
                      <a:pt x="42" y="82"/>
                      <a:pt x="59" y="54"/>
                    </a:cubicBezTo>
                    <a:cubicBezTo>
                      <a:pt x="76" y="25"/>
                      <a:pt x="90" y="41"/>
                      <a:pt x="90" y="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" name="Freeform 101">
                <a:extLst>
                  <a:ext uri="{FF2B5EF4-FFF2-40B4-BE49-F238E27FC236}">
                    <a16:creationId xmlns:a16="http://schemas.microsoft.com/office/drawing/2014/main" id="{51040B4C-8299-4CDC-846B-54DB28C276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0" y="1694"/>
                <a:ext cx="130" cy="139"/>
              </a:xfrm>
              <a:custGeom>
                <a:avLst/>
                <a:gdLst>
                  <a:gd name="T0" fmla="*/ 82 w 89"/>
                  <a:gd name="T1" fmla="*/ 39 h 95"/>
                  <a:gd name="T2" fmla="*/ 84 w 89"/>
                  <a:gd name="T3" fmla="*/ 40 h 95"/>
                  <a:gd name="T4" fmla="*/ 89 w 89"/>
                  <a:gd name="T5" fmla="*/ 27 h 95"/>
                  <a:gd name="T6" fmla="*/ 81 w 89"/>
                  <a:gd name="T7" fmla="*/ 10 h 95"/>
                  <a:gd name="T8" fmla="*/ 59 w 89"/>
                  <a:gd name="T9" fmla="*/ 0 h 95"/>
                  <a:gd name="T10" fmla="*/ 24 w 89"/>
                  <a:gd name="T11" fmla="*/ 16 h 95"/>
                  <a:gd name="T12" fmla="*/ 0 w 89"/>
                  <a:gd name="T13" fmla="*/ 59 h 95"/>
                  <a:gd name="T14" fmla="*/ 11 w 89"/>
                  <a:gd name="T15" fmla="*/ 83 h 95"/>
                  <a:gd name="T16" fmla="*/ 39 w 89"/>
                  <a:gd name="T17" fmla="*/ 95 h 95"/>
                  <a:gd name="T18" fmla="*/ 55 w 89"/>
                  <a:gd name="T19" fmla="*/ 92 h 95"/>
                  <a:gd name="T20" fmla="*/ 56 w 89"/>
                  <a:gd name="T21" fmla="*/ 90 h 95"/>
                  <a:gd name="T22" fmla="*/ 55 w 89"/>
                  <a:gd name="T23" fmla="*/ 88 h 95"/>
                  <a:gd name="T24" fmla="*/ 55 w 89"/>
                  <a:gd name="T25" fmla="*/ 89 h 95"/>
                  <a:gd name="T26" fmla="*/ 55 w 89"/>
                  <a:gd name="T27" fmla="*/ 88 h 95"/>
                  <a:gd name="T28" fmla="*/ 55 w 89"/>
                  <a:gd name="T29" fmla="*/ 88 h 95"/>
                  <a:gd name="T30" fmla="*/ 55 w 89"/>
                  <a:gd name="T31" fmla="*/ 89 h 95"/>
                  <a:gd name="T32" fmla="*/ 55 w 89"/>
                  <a:gd name="T33" fmla="*/ 88 h 95"/>
                  <a:gd name="T34" fmla="*/ 50 w 89"/>
                  <a:gd name="T35" fmla="*/ 85 h 95"/>
                  <a:gd name="T36" fmla="*/ 46 w 89"/>
                  <a:gd name="T37" fmla="*/ 72 h 95"/>
                  <a:gd name="T38" fmla="*/ 53 w 89"/>
                  <a:gd name="T39" fmla="*/ 53 h 95"/>
                  <a:gd name="T40" fmla="*/ 64 w 89"/>
                  <a:gd name="T41" fmla="*/ 40 h 95"/>
                  <a:gd name="T42" fmla="*/ 72 w 89"/>
                  <a:gd name="T43" fmla="*/ 37 h 95"/>
                  <a:gd name="T44" fmla="*/ 78 w 89"/>
                  <a:gd name="T45" fmla="*/ 38 h 95"/>
                  <a:gd name="T46" fmla="*/ 80 w 89"/>
                  <a:gd name="T47" fmla="*/ 40 h 95"/>
                  <a:gd name="T48" fmla="*/ 81 w 89"/>
                  <a:gd name="T49" fmla="*/ 40 h 95"/>
                  <a:gd name="T50" fmla="*/ 81 w 89"/>
                  <a:gd name="T51" fmla="*/ 40 h 95"/>
                  <a:gd name="T52" fmla="*/ 81 w 89"/>
                  <a:gd name="T53" fmla="*/ 40 h 95"/>
                  <a:gd name="T54" fmla="*/ 81 w 89"/>
                  <a:gd name="T55" fmla="*/ 40 h 95"/>
                  <a:gd name="T56" fmla="*/ 81 w 89"/>
                  <a:gd name="T57" fmla="*/ 40 h 95"/>
                  <a:gd name="T58" fmla="*/ 81 w 89"/>
                  <a:gd name="T59" fmla="*/ 40 h 95"/>
                  <a:gd name="T60" fmla="*/ 81 w 89"/>
                  <a:gd name="T61" fmla="*/ 40 h 95"/>
                  <a:gd name="T62" fmla="*/ 81 w 89"/>
                  <a:gd name="T63" fmla="*/ 40 h 95"/>
                  <a:gd name="T64" fmla="*/ 82 w 89"/>
                  <a:gd name="T65" fmla="*/ 41 h 95"/>
                  <a:gd name="T66" fmla="*/ 84 w 89"/>
                  <a:gd name="T67" fmla="*/ 40 h 95"/>
                  <a:gd name="T68" fmla="*/ 82 w 89"/>
                  <a:gd name="T69" fmla="*/ 39 h 95"/>
                  <a:gd name="T70" fmla="*/ 84 w 89"/>
                  <a:gd name="T71" fmla="*/ 37 h 95"/>
                  <a:gd name="T72" fmla="*/ 81 w 89"/>
                  <a:gd name="T73" fmla="*/ 35 h 95"/>
                  <a:gd name="T74" fmla="*/ 72 w 89"/>
                  <a:gd name="T75" fmla="*/ 33 h 95"/>
                  <a:gd name="T76" fmla="*/ 62 w 89"/>
                  <a:gd name="T77" fmla="*/ 36 h 95"/>
                  <a:gd name="T78" fmla="*/ 50 w 89"/>
                  <a:gd name="T79" fmla="*/ 50 h 95"/>
                  <a:gd name="T80" fmla="*/ 42 w 89"/>
                  <a:gd name="T81" fmla="*/ 72 h 95"/>
                  <a:gd name="T82" fmla="*/ 48 w 89"/>
                  <a:gd name="T83" fmla="*/ 87 h 95"/>
                  <a:gd name="T84" fmla="*/ 53 w 89"/>
                  <a:gd name="T85" fmla="*/ 92 h 95"/>
                  <a:gd name="T86" fmla="*/ 54 w 89"/>
                  <a:gd name="T87" fmla="*/ 90 h 95"/>
                  <a:gd name="T88" fmla="*/ 53 w 89"/>
                  <a:gd name="T89" fmla="*/ 88 h 95"/>
                  <a:gd name="T90" fmla="*/ 39 w 89"/>
                  <a:gd name="T91" fmla="*/ 91 h 95"/>
                  <a:gd name="T92" fmla="*/ 14 w 89"/>
                  <a:gd name="T93" fmla="*/ 80 h 95"/>
                  <a:gd name="T94" fmla="*/ 4 w 89"/>
                  <a:gd name="T95" fmla="*/ 59 h 95"/>
                  <a:gd name="T96" fmla="*/ 27 w 89"/>
                  <a:gd name="T97" fmla="*/ 19 h 95"/>
                  <a:gd name="T98" fmla="*/ 59 w 89"/>
                  <a:gd name="T99" fmla="*/ 4 h 95"/>
                  <a:gd name="T100" fmla="*/ 78 w 89"/>
                  <a:gd name="T101" fmla="*/ 12 h 95"/>
                  <a:gd name="T102" fmla="*/ 85 w 89"/>
                  <a:gd name="T103" fmla="*/ 27 h 95"/>
                  <a:gd name="T104" fmla="*/ 81 w 89"/>
                  <a:gd name="T105" fmla="*/ 38 h 95"/>
                  <a:gd name="T106" fmla="*/ 82 w 89"/>
                  <a:gd name="T107" fmla="*/ 39 h 95"/>
                  <a:gd name="T108" fmla="*/ 84 w 89"/>
                  <a:gd name="T109" fmla="*/ 37 h 95"/>
                  <a:gd name="T110" fmla="*/ 82 w 89"/>
                  <a:gd name="T111" fmla="*/ 39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89" h="95">
                    <a:moveTo>
                      <a:pt x="82" y="39"/>
                    </a:moveTo>
                    <a:cubicBezTo>
                      <a:pt x="84" y="40"/>
                      <a:pt x="84" y="40"/>
                      <a:pt x="84" y="40"/>
                    </a:cubicBezTo>
                    <a:cubicBezTo>
                      <a:pt x="87" y="36"/>
                      <a:pt x="89" y="32"/>
                      <a:pt x="89" y="27"/>
                    </a:cubicBezTo>
                    <a:cubicBezTo>
                      <a:pt x="89" y="22"/>
                      <a:pt x="87" y="17"/>
                      <a:pt x="81" y="10"/>
                    </a:cubicBezTo>
                    <a:cubicBezTo>
                      <a:pt x="76" y="4"/>
                      <a:pt x="68" y="0"/>
                      <a:pt x="59" y="0"/>
                    </a:cubicBezTo>
                    <a:cubicBezTo>
                      <a:pt x="49" y="0"/>
                      <a:pt x="36" y="5"/>
                      <a:pt x="24" y="16"/>
                    </a:cubicBezTo>
                    <a:cubicBezTo>
                      <a:pt x="11" y="28"/>
                      <a:pt x="0" y="43"/>
                      <a:pt x="0" y="59"/>
                    </a:cubicBezTo>
                    <a:cubicBezTo>
                      <a:pt x="0" y="67"/>
                      <a:pt x="3" y="76"/>
                      <a:pt x="11" y="83"/>
                    </a:cubicBezTo>
                    <a:cubicBezTo>
                      <a:pt x="21" y="92"/>
                      <a:pt x="31" y="95"/>
                      <a:pt x="39" y="95"/>
                    </a:cubicBezTo>
                    <a:cubicBezTo>
                      <a:pt x="45" y="95"/>
                      <a:pt x="50" y="93"/>
                      <a:pt x="55" y="92"/>
                    </a:cubicBezTo>
                    <a:cubicBezTo>
                      <a:pt x="55" y="92"/>
                      <a:pt x="56" y="91"/>
                      <a:pt x="56" y="90"/>
                    </a:cubicBezTo>
                    <a:cubicBezTo>
                      <a:pt x="56" y="90"/>
                      <a:pt x="56" y="89"/>
                      <a:pt x="55" y="88"/>
                    </a:cubicBezTo>
                    <a:cubicBezTo>
                      <a:pt x="55" y="89"/>
                      <a:pt x="55" y="89"/>
                      <a:pt x="55" y="89"/>
                    </a:cubicBezTo>
                    <a:cubicBezTo>
                      <a:pt x="55" y="88"/>
                      <a:pt x="55" y="88"/>
                      <a:pt x="55" y="88"/>
                    </a:cubicBezTo>
                    <a:cubicBezTo>
                      <a:pt x="55" y="88"/>
                      <a:pt x="55" y="88"/>
                      <a:pt x="55" y="88"/>
                    </a:cubicBezTo>
                    <a:cubicBezTo>
                      <a:pt x="55" y="89"/>
                      <a:pt x="55" y="89"/>
                      <a:pt x="55" y="89"/>
                    </a:cubicBezTo>
                    <a:cubicBezTo>
                      <a:pt x="55" y="88"/>
                      <a:pt x="55" y="88"/>
                      <a:pt x="55" y="88"/>
                    </a:cubicBezTo>
                    <a:cubicBezTo>
                      <a:pt x="55" y="88"/>
                      <a:pt x="53" y="87"/>
                      <a:pt x="50" y="85"/>
                    </a:cubicBezTo>
                    <a:cubicBezTo>
                      <a:pt x="48" y="82"/>
                      <a:pt x="46" y="78"/>
                      <a:pt x="46" y="72"/>
                    </a:cubicBezTo>
                    <a:cubicBezTo>
                      <a:pt x="46" y="67"/>
                      <a:pt x="48" y="61"/>
                      <a:pt x="53" y="53"/>
                    </a:cubicBezTo>
                    <a:cubicBezTo>
                      <a:pt x="57" y="46"/>
                      <a:pt x="61" y="42"/>
                      <a:pt x="64" y="40"/>
                    </a:cubicBezTo>
                    <a:cubicBezTo>
                      <a:pt x="67" y="37"/>
                      <a:pt x="70" y="37"/>
                      <a:pt x="72" y="37"/>
                    </a:cubicBezTo>
                    <a:cubicBezTo>
                      <a:pt x="75" y="37"/>
                      <a:pt x="77" y="37"/>
                      <a:pt x="78" y="38"/>
                    </a:cubicBezTo>
                    <a:cubicBezTo>
                      <a:pt x="79" y="39"/>
                      <a:pt x="80" y="39"/>
                      <a:pt x="80" y="40"/>
                    </a:cubicBezTo>
                    <a:cubicBezTo>
                      <a:pt x="81" y="40"/>
                      <a:pt x="81" y="40"/>
                      <a:pt x="81" y="40"/>
                    </a:cubicBezTo>
                    <a:cubicBezTo>
                      <a:pt x="81" y="40"/>
                      <a:pt x="81" y="40"/>
                      <a:pt x="81" y="40"/>
                    </a:cubicBezTo>
                    <a:cubicBezTo>
                      <a:pt x="81" y="40"/>
                      <a:pt x="81" y="40"/>
                      <a:pt x="81" y="40"/>
                    </a:cubicBezTo>
                    <a:cubicBezTo>
                      <a:pt x="81" y="40"/>
                      <a:pt x="81" y="40"/>
                      <a:pt x="81" y="40"/>
                    </a:cubicBezTo>
                    <a:cubicBezTo>
                      <a:pt x="81" y="40"/>
                      <a:pt x="81" y="40"/>
                      <a:pt x="81" y="40"/>
                    </a:cubicBezTo>
                    <a:cubicBezTo>
                      <a:pt x="81" y="40"/>
                      <a:pt x="81" y="40"/>
                      <a:pt x="81" y="40"/>
                    </a:cubicBezTo>
                    <a:cubicBezTo>
                      <a:pt x="81" y="40"/>
                      <a:pt x="81" y="40"/>
                      <a:pt x="81" y="40"/>
                    </a:cubicBezTo>
                    <a:cubicBezTo>
                      <a:pt x="81" y="40"/>
                      <a:pt x="81" y="40"/>
                      <a:pt x="81" y="40"/>
                    </a:cubicBezTo>
                    <a:cubicBezTo>
                      <a:pt x="81" y="41"/>
                      <a:pt x="82" y="41"/>
                      <a:pt x="82" y="41"/>
                    </a:cubicBezTo>
                    <a:cubicBezTo>
                      <a:pt x="83" y="41"/>
                      <a:pt x="83" y="40"/>
                      <a:pt x="84" y="40"/>
                    </a:cubicBezTo>
                    <a:cubicBezTo>
                      <a:pt x="82" y="39"/>
                      <a:pt x="82" y="39"/>
                      <a:pt x="82" y="39"/>
                    </a:cubicBezTo>
                    <a:cubicBezTo>
                      <a:pt x="84" y="37"/>
                      <a:pt x="84" y="37"/>
                      <a:pt x="84" y="37"/>
                    </a:cubicBezTo>
                    <a:cubicBezTo>
                      <a:pt x="84" y="37"/>
                      <a:pt x="83" y="36"/>
                      <a:pt x="81" y="35"/>
                    </a:cubicBezTo>
                    <a:cubicBezTo>
                      <a:pt x="79" y="34"/>
                      <a:pt x="76" y="33"/>
                      <a:pt x="72" y="33"/>
                    </a:cubicBezTo>
                    <a:cubicBezTo>
                      <a:pt x="69" y="33"/>
                      <a:pt x="65" y="34"/>
                      <a:pt x="62" y="36"/>
                    </a:cubicBezTo>
                    <a:cubicBezTo>
                      <a:pt x="58" y="39"/>
                      <a:pt x="54" y="44"/>
                      <a:pt x="50" y="50"/>
                    </a:cubicBezTo>
                    <a:cubicBezTo>
                      <a:pt x="44" y="59"/>
                      <a:pt x="42" y="66"/>
                      <a:pt x="42" y="72"/>
                    </a:cubicBezTo>
                    <a:cubicBezTo>
                      <a:pt x="42" y="79"/>
                      <a:pt x="45" y="84"/>
                      <a:pt x="48" y="87"/>
                    </a:cubicBezTo>
                    <a:cubicBezTo>
                      <a:pt x="50" y="91"/>
                      <a:pt x="53" y="92"/>
                      <a:pt x="53" y="92"/>
                    </a:cubicBezTo>
                    <a:cubicBezTo>
                      <a:pt x="54" y="90"/>
                      <a:pt x="54" y="90"/>
                      <a:pt x="54" y="90"/>
                    </a:cubicBezTo>
                    <a:cubicBezTo>
                      <a:pt x="53" y="88"/>
                      <a:pt x="53" y="88"/>
                      <a:pt x="53" y="88"/>
                    </a:cubicBezTo>
                    <a:cubicBezTo>
                      <a:pt x="49" y="90"/>
                      <a:pt x="44" y="91"/>
                      <a:pt x="39" y="91"/>
                    </a:cubicBezTo>
                    <a:cubicBezTo>
                      <a:pt x="31" y="91"/>
                      <a:pt x="23" y="89"/>
                      <a:pt x="14" y="80"/>
                    </a:cubicBezTo>
                    <a:cubicBezTo>
                      <a:pt x="7" y="73"/>
                      <a:pt x="4" y="66"/>
                      <a:pt x="4" y="59"/>
                    </a:cubicBezTo>
                    <a:cubicBezTo>
                      <a:pt x="4" y="45"/>
                      <a:pt x="14" y="30"/>
                      <a:pt x="27" y="19"/>
                    </a:cubicBezTo>
                    <a:cubicBezTo>
                      <a:pt x="38" y="9"/>
                      <a:pt x="50" y="4"/>
                      <a:pt x="59" y="4"/>
                    </a:cubicBezTo>
                    <a:cubicBezTo>
                      <a:pt x="67" y="4"/>
                      <a:pt x="74" y="7"/>
                      <a:pt x="78" y="12"/>
                    </a:cubicBezTo>
                    <a:cubicBezTo>
                      <a:pt x="83" y="19"/>
                      <a:pt x="85" y="23"/>
                      <a:pt x="85" y="27"/>
                    </a:cubicBezTo>
                    <a:cubicBezTo>
                      <a:pt x="85" y="31"/>
                      <a:pt x="83" y="34"/>
                      <a:pt x="81" y="38"/>
                    </a:cubicBezTo>
                    <a:cubicBezTo>
                      <a:pt x="82" y="39"/>
                      <a:pt x="82" y="39"/>
                      <a:pt x="82" y="39"/>
                    </a:cubicBezTo>
                    <a:cubicBezTo>
                      <a:pt x="84" y="37"/>
                      <a:pt x="84" y="37"/>
                      <a:pt x="84" y="37"/>
                    </a:cubicBezTo>
                    <a:lnTo>
                      <a:pt x="82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5" name="Freeform 102">
                <a:extLst>
                  <a:ext uri="{FF2B5EF4-FFF2-40B4-BE49-F238E27FC236}">
                    <a16:creationId xmlns:a16="http://schemas.microsoft.com/office/drawing/2014/main" id="{7904B420-5FB2-4608-BCEC-2A61F74ECA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2" y="1798"/>
                <a:ext cx="879" cy="430"/>
              </a:xfrm>
              <a:custGeom>
                <a:avLst/>
                <a:gdLst>
                  <a:gd name="T0" fmla="*/ 323 w 604"/>
                  <a:gd name="T1" fmla="*/ 61 h 296"/>
                  <a:gd name="T2" fmla="*/ 478 w 604"/>
                  <a:gd name="T3" fmla="*/ 10 h 296"/>
                  <a:gd name="T4" fmla="*/ 587 w 604"/>
                  <a:gd name="T5" fmla="*/ 45 h 296"/>
                  <a:gd name="T6" fmla="*/ 598 w 604"/>
                  <a:gd name="T7" fmla="*/ 107 h 296"/>
                  <a:gd name="T8" fmla="*/ 421 w 604"/>
                  <a:gd name="T9" fmla="*/ 192 h 296"/>
                  <a:gd name="T10" fmla="*/ 63 w 604"/>
                  <a:gd name="T11" fmla="*/ 289 h 296"/>
                  <a:gd name="T12" fmla="*/ 36 w 604"/>
                  <a:gd name="T13" fmla="*/ 188 h 296"/>
                  <a:gd name="T14" fmla="*/ 456 w 604"/>
                  <a:gd name="T15" fmla="*/ 28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4" h="296">
                    <a:moveTo>
                      <a:pt x="323" y="61"/>
                    </a:moveTo>
                    <a:cubicBezTo>
                      <a:pt x="367" y="40"/>
                      <a:pt x="435" y="20"/>
                      <a:pt x="478" y="10"/>
                    </a:cubicBezTo>
                    <a:cubicBezTo>
                      <a:pt x="522" y="0"/>
                      <a:pt x="571" y="26"/>
                      <a:pt x="587" y="45"/>
                    </a:cubicBezTo>
                    <a:cubicBezTo>
                      <a:pt x="604" y="63"/>
                      <a:pt x="604" y="83"/>
                      <a:pt x="598" y="107"/>
                    </a:cubicBezTo>
                    <a:cubicBezTo>
                      <a:pt x="593" y="132"/>
                      <a:pt x="540" y="161"/>
                      <a:pt x="421" y="192"/>
                    </a:cubicBezTo>
                    <a:cubicBezTo>
                      <a:pt x="302" y="224"/>
                      <a:pt x="108" y="277"/>
                      <a:pt x="63" y="289"/>
                    </a:cubicBezTo>
                    <a:cubicBezTo>
                      <a:pt x="34" y="296"/>
                      <a:pt x="0" y="205"/>
                      <a:pt x="36" y="188"/>
                    </a:cubicBezTo>
                    <a:cubicBezTo>
                      <a:pt x="82" y="167"/>
                      <a:pt x="456" y="28"/>
                      <a:pt x="456" y="28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6" name="Freeform 103">
                <a:extLst>
                  <a:ext uri="{FF2B5EF4-FFF2-40B4-BE49-F238E27FC236}">
                    <a16:creationId xmlns:a16="http://schemas.microsoft.com/office/drawing/2014/main" id="{DCC0EA7A-FE06-40FF-B4CF-285099CACC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8" y="1806"/>
                <a:ext cx="852" cy="415"/>
              </a:xfrm>
              <a:custGeom>
                <a:avLst/>
                <a:gdLst>
                  <a:gd name="T0" fmla="*/ 305 w 585"/>
                  <a:gd name="T1" fmla="*/ 56 h 285"/>
                  <a:gd name="T2" fmla="*/ 461 w 585"/>
                  <a:gd name="T3" fmla="*/ 6 h 285"/>
                  <a:gd name="T4" fmla="*/ 481 w 585"/>
                  <a:gd name="T5" fmla="*/ 4 h 285"/>
                  <a:gd name="T6" fmla="*/ 533 w 585"/>
                  <a:gd name="T7" fmla="*/ 16 h 285"/>
                  <a:gd name="T8" fmla="*/ 568 w 585"/>
                  <a:gd name="T9" fmla="*/ 40 h 285"/>
                  <a:gd name="T10" fmla="*/ 581 w 585"/>
                  <a:gd name="T11" fmla="*/ 76 h 285"/>
                  <a:gd name="T12" fmla="*/ 578 w 585"/>
                  <a:gd name="T13" fmla="*/ 101 h 285"/>
                  <a:gd name="T14" fmla="*/ 566 w 585"/>
                  <a:gd name="T15" fmla="*/ 119 h 285"/>
                  <a:gd name="T16" fmla="*/ 509 w 585"/>
                  <a:gd name="T17" fmla="*/ 150 h 285"/>
                  <a:gd name="T18" fmla="*/ 403 w 585"/>
                  <a:gd name="T19" fmla="*/ 185 h 285"/>
                  <a:gd name="T20" fmla="*/ 45 w 585"/>
                  <a:gd name="T21" fmla="*/ 281 h 285"/>
                  <a:gd name="T22" fmla="*/ 42 w 585"/>
                  <a:gd name="T23" fmla="*/ 281 h 285"/>
                  <a:gd name="T24" fmla="*/ 29 w 585"/>
                  <a:gd name="T25" fmla="*/ 275 h 285"/>
                  <a:gd name="T26" fmla="*/ 12 w 585"/>
                  <a:gd name="T27" fmla="*/ 248 h 285"/>
                  <a:gd name="T28" fmla="*/ 4 w 585"/>
                  <a:gd name="T29" fmla="*/ 214 h 285"/>
                  <a:gd name="T30" fmla="*/ 8 w 585"/>
                  <a:gd name="T31" fmla="*/ 195 h 285"/>
                  <a:gd name="T32" fmla="*/ 19 w 585"/>
                  <a:gd name="T33" fmla="*/ 184 h 285"/>
                  <a:gd name="T34" fmla="*/ 104 w 585"/>
                  <a:gd name="T35" fmla="*/ 150 h 285"/>
                  <a:gd name="T36" fmla="*/ 318 w 585"/>
                  <a:gd name="T37" fmla="*/ 69 h 285"/>
                  <a:gd name="T38" fmla="*/ 404 w 585"/>
                  <a:gd name="T39" fmla="*/ 37 h 285"/>
                  <a:gd name="T40" fmla="*/ 429 w 585"/>
                  <a:gd name="T41" fmla="*/ 27 h 285"/>
                  <a:gd name="T42" fmla="*/ 439 w 585"/>
                  <a:gd name="T43" fmla="*/ 24 h 285"/>
                  <a:gd name="T44" fmla="*/ 440 w 585"/>
                  <a:gd name="T45" fmla="*/ 21 h 285"/>
                  <a:gd name="T46" fmla="*/ 437 w 585"/>
                  <a:gd name="T47" fmla="*/ 20 h 285"/>
                  <a:gd name="T48" fmla="*/ 244 w 585"/>
                  <a:gd name="T49" fmla="*/ 92 h 285"/>
                  <a:gd name="T50" fmla="*/ 102 w 585"/>
                  <a:gd name="T51" fmla="*/ 146 h 285"/>
                  <a:gd name="T52" fmla="*/ 17 w 585"/>
                  <a:gd name="T53" fmla="*/ 180 h 285"/>
                  <a:gd name="T54" fmla="*/ 4 w 585"/>
                  <a:gd name="T55" fmla="*/ 194 h 285"/>
                  <a:gd name="T56" fmla="*/ 0 w 585"/>
                  <a:gd name="T57" fmla="*/ 214 h 285"/>
                  <a:gd name="T58" fmla="*/ 13 w 585"/>
                  <a:gd name="T59" fmla="*/ 261 h 285"/>
                  <a:gd name="T60" fmla="*/ 26 w 585"/>
                  <a:gd name="T61" fmla="*/ 278 h 285"/>
                  <a:gd name="T62" fmla="*/ 42 w 585"/>
                  <a:gd name="T63" fmla="*/ 285 h 285"/>
                  <a:gd name="T64" fmla="*/ 46 w 585"/>
                  <a:gd name="T65" fmla="*/ 285 h 285"/>
                  <a:gd name="T66" fmla="*/ 404 w 585"/>
                  <a:gd name="T67" fmla="*/ 188 h 285"/>
                  <a:gd name="T68" fmla="*/ 535 w 585"/>
                  <a:gd name="T69" fmla="*/ 143 h 285"/>
                  <a:gd name="T70" fmla="*/ 568 w 585"/>
                  <a:gd name="T71" fmla="*/ 122 h 285"/>
                  <a:gd name="T72" fmla="*/ 582 w 585"/>
                  <a:gd name="T73" fmla="*/ 102 h 285"/>
                  <a:gd name="T74" fmla="*/ 585 w 585"/>
                  <a:gd name="T75" fmla="*/ 76 h 285"/>
                  <a:gd name="T76" fmla="*/ 571 w 585"/>
                  <a:gd name="T77" fmla="*/ 37 h 285"/>
                  <a:gd name="T78" fmla="*/ 535 w 585"/>
                  <a:gd name="T79" fmla="*/ 13 h 285"/>
                  <a:gd name="T80" fmla="*/ 481 w 585"/>
                  <a:gd name="T81" fmla="*/ 0 h 285"/>
                  <a:gd name="T82" fmla="*/ 460 w 585"/>
                  <a:gd name="T83" fmla="*/ 2 h 285"/>
                  <a:gd name="T84" fmla="*/ 304 w 585"/>
                  <a:gd name="T85" fmla="*/ 53 h 285"/>
                  <a:gd name="T86" fmla="*/ 303 w 585"/>
                  <a:gd name="T87" fmla="*/ 55 h 285"/>
                  <a:gd name="T88" fmla="*/ 305 w 585"/>
                  <a:gd name="T89" fmla="*/ 56 h 2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85" h="285">
                    <a:moveTo>
                      <a:pt x="305" y="56"/>
                    </a:moveTo>
                    <a:cubicBezTo>
                      <a:pt x="349" y="36"/>
                      <a:pt x="417" y="16"/>
                      <a:pt x="461" y="6"/>
                    </a:cubicBezTo>
                    <a:cubicBezTo>
                      <a:pt x="467" y="5"/>
                      <a:pt x="474" y="4"/>
                      <a:pt x="481" y="4"/>
                    </a:cubicBezTo>
                    <a:cubicBezTo>
                      <a:pt x="499" y="4"/>
                      <a:pt x="518" y="9"/>
                      <a:pt x="533" y="16"/>
                    </a:cubicBezTo>
                    <a:cubicBezTo>
                      <a:pt x="548" y="23"/>
                      <a:pt x="561" y="33"/>
                      <a:pt x="568" y="40"/>
                    </a:cubicBezTo>
                    <a:cubicBezTo>
                      <a:pt x="578" y="51"/>
                      <a:pt x="581" y="63"/>
                      <a:pt x="581" y="76"/>
                    </a:cubicBezTo>
                    <a:cubicBezTo>
                      <a:pt x="581" y="84"/>
                      <a:pt x="580" y="92"/>
                      <a:pt x="578" y="101"/>
                    </a:cubicBezTo>
                    <a:cubicBezTo>
                      <a:pt x="577" y="106"/>
                      <a:pt x="573" y="113"/>
                      <a:pt x="566" y="119"/>
                    </a:cubicBezTo>
                    <a:cubicBezTo>
                      <a:pt x="555" y="129"/>
                      <a:pt x="536" y="139"/>
                      <a:pt x="509" y="150"/>
                    </a:cubicBezTo>
                    <a:cubicBezTo>
                      <a:pt x="482" y="161"/>
                      <a:pt x="447" y="173"/>
                      <a:pt x="403" y="185"/>
                    </a:cubicBezTo>
                    <a:cubicBezTo>
                      <a:pt x="283" y="216"/>
                      <a:pt x="89" y="270"/>
                      <a:pt x="45" y="281"/>
                    </a:cubicBezTo>
                    <a:cubicBezTo>
                      <a:pt x="44" y="281"/>
                      <a:pt x="43" y="281"/>
                      <a:pt x="42" y="281"/>
                    </a:cubicBezTo>
                    <a:cubicBezTo>
                      <a:pt x="38" y="281"/>
                      <a:pt x="33" y="279"/>
                      <a:pt x="29" y="275"/>
                    </a:cubicBezTo>
                    <a:cubicBezTo>
                      <a:pt x="22" y="269"/>
                      <a:pt x="16" y="259"/>
                      <a:pt x="12" y="248"/>
                    </a:cubicBezTo>
                    <a:cubicBezTo>
                      <a:pt x="7" y="237"/>
                      <a:pt x="4" y="225"/>
                      <a:pt x="4" y="214"/>
                    </a:cubicBezTo>
                    <a:cubicBezTo>
                      <a:pt x="4" y="207"/>
                      <a:pt x="5" y="200"/>
                      <a:pt x="8" y="195"/>
                    </a:cubicBezTo>
                    <a:cubicBezTo>
                      <a:pt x="10" y="190"/>
                      <a:pt x="14" y="186"/>
                      <a:pt x="19" y="184"/>
                    </a:cubicBezTo>
                    <a:cubicBezTo>
                      <a:pt x="30" y="178"/>
                      <a:pt x="62" y="166"/>
                      <a:pt x="104" y="150"/>
                    </a:cubicBezTo>
                    <a:cubicBezTo>
                      <a:pt x="166" y="126"/>
                      <a:pt x="250" y="94"/>
                      <a:pt x="318" y="69"/>
                    </a:cubicBezTo>
                    <a:cubicBezTo>
                      <a:pt x="352" y="56"/>
                      <a:pt x="382" y="45"/>
                      <a:pt x="404" y="37"/>
                    </a:cubicBezTo>
                    <a:cubicBezTo>
                      <a:pt x="415" y="33"/>
                      <a:pt x="423" y="30"/>
                      <a:pt x="429" y="27"/>
                    </a:cubicBezTo>
                    <a:cubicBezTo>
                      <a:pt x="435" y="25"/>
                      <a:pt x="439" y="24"/>
                      <a:pt x="439" y="24"/>
                    </a:cubicBezTo>
                    <a:cubicBezTo>
                      <a:pt x="440" y="24"/>
                      <a:pt x="440" y="23"/>
                      <a:pt x="440" y="21"/>
                    </a:cubicBezTo>
                    <a:cubicBezTo>
                      <a:pt x="439" y="20"/>
                      <a:pt x="438" y="20"/>
                      <a:pt x="437" y="20"/>
                    </a:cubicBezTo>
                    <a:cubicBezTo>
                      <a:pt x="437" y="20"/>
                      <a:pt x="344" y="55"/>
                      <a:pt x="244" y="92"/>
                    </a:cubicBezTo>
                    <a:cubicBezTo>
                      <a:pt x="195" y="111"/>
                      <a:pt x="144" y="130"/>
                      <a:pt x="102" y="146"/>
                    </a:cubicBezTo>
                    <a:cubicBezTo>
                      <a:pt x="61" y="162"/>
                      <a:pt x="29" y="175"/>
                      <a:pt x="17" y="180"/>
                    </a:cubicBezTo>
                    <a:cubicBezTo>
                      <a:pt x="11" y="183"/>
                      <a:pt x="7" y="188"/>
                      <a:pt x="4" y="194"/>
                    </a:cubicBezTo>
                    <a:cubicBezTo>
                      <a:pt x="1" y="199"/>
                      <a:pt x="0" y="206"/>
                      <a:pt x="0" y="214"/>
                    </a:cubicBezTo>
                    <a:cubicBezTo>
                      <a:pt x="0" y="229"/>
                      <a:pt x="6" y="247"/>
                      <a:pt x="13" y="261"/>
                    </a:cubicBezTo>
                    <a:cubicBezTo>
                      <a:pt x="17" y="268"/>
                      <a:pt x="21" y="274"/>
                      <a:pt x="26" y="278"/>
                    </a:cubicBezTo>
                    <a:cubicBezTo>
                      <a:pt x="31" y="282"/>
                      <a:pt x="36" y="285"/>
                      <a:pt x="42" y="285"/>
                    </a:cubicBezTo>
                    <a:cubicBezTo>
                      <a:pt x="43" y="285"/>
                      <a:pt x="44" y="285"/>
                      <a:pt x="46" y="285"/>
                    </a:cubicBezTo>
                    <a:cubicBezTo>
                      <a:pt x="90" y="273"/>
                      <a:pt x="284" y="220"/>
                      <a:pt x="404" y="188"/>
                    </a:cubicBezTo>
                    <a:cubicBezTo>
                      <a:pt x="463" y="173"/>
                      <a:pt x="506" y="158"/>
                      <a:pt x="535" y="143"/>
                    </a:cubicBezTo>
                    <a:cubicBezTo>
                      <a:pt x="550" y="136"/>
                      <a:pt x="561" y="129"/>
                      <a:pt x="568" y="122"/>
                    </a:cubicBezTo>
                    <a:cubicBezTo>
                      <a:pt x="576" y="115"/>
                      <a:pt x="581" y="109"/>
                      <a:pt x="582" y="102"/>
                    </a:cubicBezTo>
                    <a:cubicBezTo>
                      <a:pt x="584" y="93"/>
                      <a:pt x="585" y="84"/>
                      <a:pt x="585" y="76"/>
                    </a:cubicBezTo>
                    <a:cubicBezTo>
                      <a:pt x="585" y="62"/>
                      <a:pt x="581" y="49"/>
                      <a:pt x="571" y="37"/>
                    </a:cubicBezTo>
                    <a:cubicBezTo>
                      <a:pt x="563" y="29"/>
                      <a:pt x="550" y="20"/>
                      <a:pt x="535" y="13"/>
                    </a:cubicBezTo>
                    <a:cubicBezTo>
                      <a:pt x="519" y="6"/>
                      <a:pt x="500" y="0"/>
                      <a:pt x="481" y="0"/>
                    </a:cubicBezTo>
                    <a:cubicBezTo>
                      <a:pt x="474" y="0"/>
                      <a:pt x="467" y="1"/>
                      <a:pt x="460" y="2"/>
                    </a:cubicBezTo>
                    <a:cubicBezTo>
                      <a:pt x="416" y="12"/>
                      <a:pt x="348" y="32"/>
                      <a:pt x="304" y="53"/>
                    </a:cubicBezTo>
                    <a:cubicBezTo>
                      <a:pt x="303" y="53"/>
                      <a:pt x="302" y="54"/>
                      <a:pt x="303" y="55"/>
                    </a:cubicBezTo>
                    <a:cubicBezTo>
                      <a:pt x="303" y="56"/>
                      <a:pt x="304" y="57"/>
                      <a:pt x="305" y="5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7" name="Freeform 104">
                <a:extLst>
                  <a:ext uri="{FF2B5EF4-FFF2-40B4-BE49-F238E27FC236}">
                    <a16:creationId xmlns:a16="http://schemas.microsoft.com/office/drawing/2014/main" id="{38B1C686-056D-4D64-9A17-905936AEEE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" y="2012"/>
                <a:ext cx="396" cy="184"/>
              </a:xfrm>
              <a:custGeom>
                <a:avLst/>
                <a:gdLst>
                  <a:gd name="T0" fmla="*/ 244 w 272"/>
                  <a:gd name="T1" fmla="*/ 127 h 127"/>
                  <a:gd name="T2" fmla="*/ 157 w 272"/>
                  <a:gd name="T3" fmla="*/ 110 h 127"/>
                  <a:gd name="T4" fmla="*/ 9 w 272"/>
                  <a:gd name="T5" fmla="*/ 96 h 127"/>
                  <a:gd name="T6" fmla="*/ 7 w 272"/>
                  <a:gd name="T7" fmla="*/ 96 h 127"/>
                  <a:gd name="T8" fmla="*/ 0 w 272"/>
                  <a:gd name="T9" fmla="*/ 32 h 127"/>
                  <a:gd name="T10" fmla="*/ 0 w 272"/>
                  <a:gd name="T11" fmla="*/ 32 h 127"/>
                  <a:gd name="T12" fmla="*/ 42 w 272"/>
                  <a:gd name="T13" fmla="*/ 0 h 127"/>
                  <a:gd name="T14" fmla="*/ 89 w 272"/>
                  <a:gd name="T15" fmla="*/ 14 h 127"/>
                  <a:gd name="T16" fmla="*/ 163 w 272"/>
                  <a:gd name="T17" fmla="*/ 37 h 127"/>
                  <a:gd name="T18" fmla="*/ 180 w 272"/>
                  <a:gd name="T19" fmla="*/ 36 h 127"/>
                  <a:gd name="T20" fmla="*/ 195 w 272"/>
                  <a:gd name="T21" fmla="*/ 35 h 127"/>
                  <a:gd name="T22" fmla="*/ 205 w 272"/>
                  <a:gd name="T23" fmla="*/ 36 h 127"/>
                  <a:gd name="T24" fmla="*/ 269 w 272"/>
                  <a:gd name="T25" fmla="*/ 104 h 127"/>
                  <a:gd name="T26" fmla="*/ 269 w 272"/>
                  <a:gd name="T27" fmla="*/ 120 h 127"/>
                  <a:gd name="T28" fmla="*/ 244 w 272"/>
                  <a:gd name="T29" fmla="*/ 127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2" h="127">
                    <a:moveTo>
                      <a:pt x="244" y="127"/>
                    </a:moveTo>
                    <a:cubicBezTo>
                      <a:pt x="224" y="127"/>
                      <a:pt x="189" y="120"/>
                      <a:pt x="157" y="110"/>
                    </a:cubicBezTo>
                    <a:cubicBezTo>
                      <a:pt x="123" y="100"/>
                      <a:pt x="49" y="98"/>
                      <a:pt x="9" y="96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2"/>
                      <a:pt x="7" y="0"/>
                      <a:pt x="42" y="0"/>
                    </a:cubicBezTo>
                    <a:cubicBezTo>
                      <a:pt x="55" y="0"/>
                      <a:pt x="71" y="4"/>
                      <a:pt x="89" y="14"/>
                    </a:cubicBezTo>
                    <a:cubicBezTo>
                      <a:pt x="129" y="35"/>
                      <a:pt x="149" y="37"/>
                      <a:pt x="163" y="37"/>
                    </a:cubicBezTo>
                    <a:cubicBezTo>
                      <a:pt x="169" y="37"/>
                      <a:pt x="174" y="37"/>
                      <a:pt x="180" y="36"/>
                    </a:cubicBezTo>
                    <a:cubicBezTo>
                      <a:pt x="185" y="36"/>
                      <a:pt x="189" y="35"/>
                      <a:pt x="195" y="35"/>
                    </a:cubicBezTo>
                    <a:cubicBezTo>
                      <a:pt x="198" y="35"/>
                      <a:pt x="201" y="35"/>
                      <a:pt x="205" y="36"/>
                    </a:cubicBezTo>
                    <a:cubicBezTo>
                      <a:pt x="238" y="41"/>
                      <a:pt x="265" y="91"/>
                      <a:pt x="269" y="104"/>
                    </a:cubicBezTo>
                    <a:cubicBezTo>
                      <a:pt x="272" y="111"/>
                      <a:pt x="271" y="116"/>
                      <a:pt x="269" y="120"/>
                    </a:cubicBezTo>
                    <a:cubicBezTo>
                      <a:pt x="265" y="125"/>
                      <a:pt x="258" y="127"/>
                      <a:pt x="244" y="12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8" name="Freeform 105">
                <a:extLst>
                  <a:ext uri="{FF2B5EF4-FFF2-40B4-BE49-F238E27FC236}">
                    <a16:creationId xmlns:a16="http://schemas.microsoft.com/office/drawing/2014/main" id="{5D58A056-1685-484E-A0BD-C51EE3A5CD7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61" y="2009"/>
                <a:ext cx="401" cy="190"/>
              </a:xfrm>
              <a:custGeom>
                <a:avLst/>
                <a:gdLst>
                  <a:gd name="T0" fmla="*/ 44 w 276"/>
                  <a:gd name="T1" fmla="*/ 4 h 131"/>
                  <a:gd name="T2" fmla="*/ 90 w 276"/>
                  <a:gd name="T3" fmla="*/ 17 h 131"/>
                  <a:gd name="T4" fmla="*/ 165 w 276"/>
                  <a:gd name="T5" fmla="*/ 41 h 131"/>
                  <a:gd name="T6" fmla="*/ 197 w 276"/>
                  <a:gd name="T7" fmla="*/ 39 h 131"/>
                  <a:gd name="T8" fmla="*/ 206 w 276"/>
                  <a:gd name="T9" fmla="*/ 40 h 131"/>
                  <a:gd name="T10" fmla="*/ 269 w 276"/>
                  <a:gd name="T11" fmla="*/ 107 h 131"/>
                  <a:gd name="T12" fmla="*/ 246 w 276"/>
                  <a:gd name="T13" fmla="*/ 127 h 131"/>
                  <a:gd name="T14" fmla="*/ 246 w 276"/>
                  <a:gd name="T15" fmla="*/ 127 h 131"/>
                  <a:gd name="T16" fmla="*/ 160 w 276"/>
                  <a:gd name="T17" fmla="*/ 110 h 131"/>
                  <a:gd name="T18" fmla="*/ 11 w 276"/>
                  <a:gd name="T19" fmla="*/ 96 h 131"/>
                  <a:gd name="T20" fmla="*/ 4 w 276"/>
                  <a:gd name="T21" fmla="*/ 34 h 131"/>
                  <a:gd name="T22" fmla="*/ 44 w 276"/>
                  <a:gd name="T23" fmla="*/ 4 h 131"/>
                  <a:gd name="T24" fmla="*/ 44 w 276"/>
                  <a:gd name="T25" fmla="*/ 0 h 131"/>
                  <a:gd name="T26" fmla="*/ 0 w 276"/>
                  <a:gd name="T27" fmla="*/ 34 h 131"/>
                  <a:gd name="T28" fmla="*/ 0 w 276"/>
                  <a:gd name="T29" fmla="*/ 34 h 131"/>
                  <a:gd name="T30" fmla="*/ 0 w 276"/>
                  <a:gd name="T31" fmla="*/ 35 h 131"/>
                  <a:gd name="T32" fmla="*/ 7 w 276"/>
                  <a:gd name="T33" fmla="*/ 97 h 131"/>
                  <a:gd name="T34" fmla="*/ 7 w 276"/>
                  <a:gd name="T35" fmla="*/ 100 h 131"/>
                  <a:gd name="T36" fmla="*/ 11 w 276"/>
                  <a:gd name="T37" fmla="*/ 100 h 131"/>
                  <a:gd name="T38" fmla="*/ 159 w 276"/>
                  <a:gd name="T39" fmla="*/ 114 h 131"/>
                  <a:gd name="T40" fmla="*/ 246 w 276"/>
                  <a:gd name="T41" fmla="*/ 131 h 131"/>
                  <a:gd name="T42" fmla="*/ 247 w 276"/>
                  <a:gd name="T43" fmla="*/ 131 h 131"/>
                  <a:gd name="T44" fmla="*/ 272 w 276"/>
                  <a:gd name="T45" fmla="*/ 123 h 131"/>
                  <a:gd name="T46" fmla="*/ 273 w 276"/>
                  <a:gd name="T47" fmla="*/ 106 h 131"/>
                  <a:gd name="T48" fmla="*/ 207 w 276"/>
                  <a:gd name="T49" fmla="*/ 36 h 131"/>
                  <a:gd name="T50" fmla="*/ 197 w 276"/>
                  <a:gd name="T51" fmla="*/ 35 h 131"/>
                  <a:gd name="T52" fmla="*/ 181 w 276"/>
                  <a:gd name="T53" fmla="*/ 36 h 131"/>
                  <a:gd name="T54" fmla="*/ 165 w 276"/>
                  <a:gd name="T55" fmla="*/ 37 h 131"/>
                  <a:gd name="T56" fmla="*/ 92 w 276"/>
                  <a:gd name="T57" fmla="*/ 14 h 131"/>
                  <a:gd name="T58" fmla="*/ 44 w 276"/>
                  <a:gd name="T59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76" h="131">
                    <a:moveTo>
                      <a:pt x="44" y="4"/>
                    </a:moveTo>
                    <a:cubicBezTo>
                      <a:pt x="56" y="4"/>
                      <a:pt x="71" y="7"/>
                      <a:pt x="90" y="17"/>
                    </a:cubicBezTo>
                    <a:cubicBezTo>
                      <a:pt x="127" y="37"/>
                      <a:pt x="149" y="41"/>
                      <a:pt x="165" y="41"/>
                    </a:cubicBezTo>
                    <a:cubicBezTo>
                      <a:pt x="177" y="41"/>
                      <a:pt x="186" y="39"/>
                      <a:pt x="197" y="39"/>
                    </a:cubicBezTo>
                    <a:cubicBezTo>
                      <a:pt x="200" y="39"/>
                      <a:pt x="203" y="39"/>
                      <a:pt x="206" y="40"/>
                    </a:cubicBezTo>
                    <a:cubicBezTo>
                      <a:pt x="237" y="44"/>
                      <a:pt x="264" y="91"/>
                      <a:pt x="269" y="107"/>
                    </a:cubicBezTo>
                    <a:cubicBezTo>
                      <a:pt x="275" y="123"/>
                      <a:pt x="265" y="127"/>
                      <a:pt x="246" y="127"/>
                    </a:cubicBezTo>
                    <a:cubicBezTo>
                      <a:pt x="246" y="127"/>
                      <a:pt x="246" y="127"/>
                      <a:pt x="246" y="127"/>
                    </a:cubicBezTo>
                    <a:cubicBezTo>
                      <a:pt x="228" y="127"/>
                      <a:pt x="194" y="121"/>
                      <a:pt x="160" y="110"/>
                    </a:cubicBezTo>
                    <a:cubicBezTo>
                      <a:pt x="126" y="100"/>
                      <a:pt x="53" y="98"/>
                      <a:pt x="11" y="96"/>
                    </a:cubicBezTo>
                    <a:cubicBezTo>
                      <a:pt x="4" y="34"/>
                      <a:pt x="4" y="34"/>
                      <a:pt x="4" y="34"/>
                    </a:cubicBezTo>
                    <a:cubicBezTo>
                      <a:pt x="4" y="34"/>
                      <a:pt x="10" y="4"/>
                      <a:pt x="44" y="4"/>
                    </a:cubicBezTo>
                    <a:moveTo>
                      <a:pt x="44" y="0"/>
                    </a:moveTo>
                    <a:cubicBezTo>
                      <a:pt x="8" y="0"/>
                      <a:pt x="0" y="33"/>
                      <a:pt x="0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7" y="97"/>
                      <a:pt x="7" y="97"/>
                      <a:pt x="7" y="97"/>
                    </a:cubicBezTo>
                    <a:cubicBezTo>
                      <a:pt x="7" y="100"/>
                      <a:pt x="7" y="100"/>
                      <a:pt x="7" y="100"/>
                    </a:cubicBezTo>
                    <a:cubicBezTo>
                      <a:pt x="11" y="100"/>
                      <a:pt x="11" y="100"/>
                      <a:pt x="11" y="100"/>
                    </a:cubicBezTo>
                    <a:cubicBezTo>
                      <a:pt x="51" y="102"/>
                      <a:pt x="125" y="104"/>
                      <a:pt x="159" y="114"/>
                    </a:cubicBezTo>
                    <a:cubicBezTo>
                      <a:pt x="191" y="124"/>
                      <a:pt x="226" y="131"/>
                      <a:pt x="246" y="131"/>
                    </a:cubicBezTo>
                    <a:cubicBezTo>
                      <a:pt x="247" y="131"/>
                      <a:pt x="247" y="131"/>
                      <a:pt x="247" y="131"/>
                    </a:cubicBezTo>
                    <a:cubicBezTo>
                      <a:pt x="256" y="131"/>
                      <a:pt x="267" y="130"/>
                      <a:pt x="272" y="123"/>
                    </a:cubicBezTo>
                    <a:cubicBezTo>
                      <a:pt x="275" y="119"/>
                      <a:pt x="276" y="113"/>
                      <a:pt x="273" y="106"/>
                    </a:cubicBezTo>
                    <a:cubicBezTo>
                      <a:pt x="269" y="92"/>
                      <a:pt x="241" y="41"/>
                      <a:pt x="207" y="36"/>
                    </a:cubicBezTo>
                    <a:cubicBezTo>
                      <a:pt x="203" y="35"/>
                      <a:pt x="200" y="35"/>
                      <a:pt x="197" y="35"/>
                    </a:cubicBezTo>
                    <a:cubicBezTo>
                      <a:pt x="191" y="35"/>
                      <a:pt x="186" y="36"/>
                      <a:pt x="181" y="36"/>
                    </a:cubicBezTo>
                    <a:cubicBezTo>
                      <a:pt x="176" y="37"/>
                      <a:pt x="171" y="37"/>
                      <a:pt x="165" y="37"/>
                    </a:cubicBezTo>
                    <a:cubicBezTo>
                      <a:pt x="152" y="37"/>
                      <a:pt x="131" y="35"/>
                      <a:pt x="92" y="14"/>
                    </a:cubicBezTo>
                    <a:cubicBezTo>
                      <a:pt x="74" y="4"/>
                      <a:pt x="58" y="0"/>
                      <a:pt x="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9" name="Freeform 106">
                <a:extLst>
                  <a:ext uri="{FF2B5EF4-FFF2-40B4-BE49-F238E27FC236}">
                    <a16:creationId xmlns:a16="http://schemas.microsoft.com/office/drawing/2014/main" id="{EEB9554E-82B5-44D4-86A0-F6E92EAC5B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6" y="1585"/>
                <a:ext cx="258" cy="312"/>
              </a:xfrm>
              <a:custGeom>
                <a:avLst/>
                <a:gdLst>
                  <a:gd name="T0" fmla="*/ 8 w 177"/>
                  <a:gd name="T1" fmla="*/ 0 h 214"/>
                  <a:gd name="T2" fmla="*/ 0 w 177"/>
                  <a:gd name="T3" fmla="*/ 37 h 214"/>
                  <a:gd name="T4" fmla="*/ 14 w 177"/>
                  <a:gd name="T5" fmla="*/ 70 h 214"/>
                  <a:gd name="T6" fmla="*/ 22 w 177"/>
                  <a:gd name="T7" fmla="*/ 91 h 214"/>
                  <a:gd name="T8" fmla="*/ 18 w 177"/>
                  <a:gd name="T9" fmla="*/ 133 h 214"/>
                  <a:gd name="T10" fmla="*/ 18 w 177"/>
                  <a:gd name="T11" fmla="*/ 137 h 214"/>
                  <a:gd name="T12" fmla="*/ 18 w 177"/>
                  <a:gd name="T13" fmla="*/ 142 h 214"/>
                  <a:gd name="T14" fmla="*/ 16 w 177"/>
                  <a:gd name="T15" fmla="*/ 169 h 214"/>
                  <a:gd name="T16" fmla="*/ 19 w 177"/>
                  <a:gd name="T17" fmla="*/ 179 h 214"/>
                  <a:gd name="T18" fmla="*/ 22 w 177"/>
                  <a:gd name="T19" fmla="*/ 182 h 214"/>
                  <a:gd name="T20" fmla="*/ 28 w 177"/>
                  <a:gd name="T21" fmla="*/ 184 h 214"/>
                  <a:gd name="T22" fmla="*/ 29 w 177"/>
                  <a:gd name="T23" fmla="*/ 184 h 214"/>
                  <a:gd name="T24" fmla="*/ 41 w 177"/>
                  <a:gd name="T25" fmla="*/ 179 h 214"/>
                  <a:gd name="T26" fmla="*/ 88 w 177"/>
                  <a:gd name="T27" fmla="*/ 156 h 214"/>
                  <a:gd name="T28" fmla="*/ 88 w 177"/>
                  <a:gd name="T29" fmla="*/ 154 h 214"/>
                  <a:gd name="T30" fmla="*/ 86 w 177"/>
                  <a:gd name="T31" fmla="*/ 154 h 214"/>
                  <a:gd name="T32" fmla="*/ 86 w 177"/>
                  <a:gd name="T33" fmla="*/ 154 h 214"/>
                  <a:gd name="T34" fmla="*/ 90 w 177"/>
                  <a:gd name="T35" fmla="*/ 176 h 214"/>
                  <a:gd name="T36" fmla="*/ 122 w 177"/>
                  <a:gd name="T37" fmla="*/ 203 h 214"/>
                  <a:gd name="T38" fmla="*/ 176 w 177"/>
                  <a:gd name="T39" fmla="*/ 214 h 214"/>
                  <a:gd name="T40" fmla="*/ 177 w 177"/>
                  <a:gd name="T41" fmla="*/ 210 h 214"/>
                  <a:gd name="T42" fmla="*/ 176 w 177"/>
                  <a:gd name="T43" fmla="*/ 210 h 214"/>
                  <a:gd name="T44" fmla="*/ 123 w 177"/>
                  <a:gd name="T45" fmla="*/ 199 h 214"/>
                  <a:gd name="T46" fmla="*/ 94 w 177"/>
                  <a:gd name="T47" fmla="*/ 174 h 214"/>
                  <a:gd name="T48" fmla="*/ 90 w 177"/>
                  <a:gd name="T49" fmla="*/ 154 h 214"/>
                  <a:gd name="T50" fmla="*/ 90 w 177"/>
                  <a:gd name="T51" fmla="*/ 154 h 214"/>
                  <a:gd name="T52" fmla="*/ 89 w 177"/>
                  <a:gd name="T53" fmla="*/ 153 h 214"/>
                  <a:gd name="T54" fmla="*/ 87 w 177"/>
                  <a:gd name="T55" fmla="*/ 152 h 214"/>
                  <a:gd name="T56" fmla="*/ 50 w 177"/>
                  <a:gd name="T57" fmla="*/ 167 h 214"/>
                  <a:gd name="T58" fmla="*/ 39 w 177"/>
                  <a:gd name="T59" fmla="*/ 176 h 214"/>
                  <a:gd name="T60" fmla="*/ 29 w 177"/>
                  <a:gd name="T61" fmla="*/ 180 h 214"/>
                  <a:gd name="T62" fmla="*/ 28 w 177"/>
                  <a:gd name="T63" fmla="*/ 180 h 214"/>
                  <a:gd name="T64" fmla="*/ 24 w 177"/>
                  <a:gd name="T65" fmla="*/ 179 h 214"/>
                  <a:gd name="T66" fmla="*/ 21 w 177"/>
                  <a:gd name="T67" fmla="*/ 175 h 214"/>
                  <a:gd name="T68" fmla="*/ 20 w 177"/>
                  <a:gd name="T69" fmla="*/ 169 h 214"/>
                  <a:gd name="T70" fmla="*/ 22 w 177"/>
                  <a:gd name="T71" fmla="*/ 142 h 214"/>
                  <a:gd name="T72" fmla="*/ 22 w 177"/>
                  <a:gd name="T73" fmla="*/ 136 h 214"/>
                  <a:gd name="T74" fmla="*/ 22 w 177"/>
                  <a:gd name="T75" fmla="*/ 133 h 214"/>
                  <a:gd name="T76" fmla="*/ 26 w 177"/>
                  <a:gd name="T77" fmla="*/ 91 h 214"/>
                  <a:gd name="T78" fmla="*/ 17 w 177"/>
                  <a:gd name="T79" fmla="*/ 67 h 214"/>
                  <a:gd name="T80" fmla="*/ 4 w 177"/>
                  <a:gd name="T81" fmla="*/ 37 h 214"/>
                  <a:gd name="T82" fmla="*/ 11 w 177"/>
                  <a:gd name="T83" fmla="*/ 1 h 214"/>
                  <a:gd name="T84" fmla="*/ 8 w 177"/>
                  <a:gd name="T85" fmla="*/ 0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77" h="214">
                    <a:moveTo>
                      <a:pt x="8" y="0"/>
                    </a:moveTo>
                    <a:cubicBezTo>
                      <a:pt x="2" y="15"/>
                      <a:pt x="0" y="27"/>
                      <a:pt x="0" y="37"/>
                    </a:cubicBezTo>
                    <a:cubicBezTo>
                      <a:pt x="0" y="50"/>
                      <a:pt x="5" y="60"/>
                      <a:pt x="14" y="70"/>
                    </a:cubicBezTo>
                    <a:cubicBezTo>
                      <a:pt x="20" y="76"/>
                      <a:pt x="22" y="83"/>
                      <a:pt x="22" y="91"/>
                    </a:cubicBezTo>
                    <a:cubicBezTo>
                      <a:pt x="22" y="103"/>
                      <a:pt x="18" y="118"/>
                      <a:pt x="18" y="133"/>
                    </a:cubicBezTo>
                    <a:cubicBezTo>
                      <a:pt x="18" y="134"/>
                      <a:pt x="18" y="135"/>
                      <a:pt x="18" y="137"/>
                    </a:cubicBezTo>
                    <a:cubicBezTo>
                      <a:pt x="18" y="139"/>
                      <a:pt x="18" y="141"/>
                      <a:pt x="18" y="142"/>
                    </a:cubicBezTo>
                    <a:cubicBezTo>
                      <a:pt x="18" y="153"/>
                      <a:pt x="16" y="162"/>
                      <a:pt x="16" y="169"/>
                    </a:cubicBezTo>
                    <a:cubicBezTo>
                      <a:pt x="16" y="173"/>
                      <a:pt x="17" y="176"/>
                      <a:pt x="19" y="179"/>
                    </a:cubicBezTo>
                    <a:cubicBezTo>
                      <a:pt x="19" y="180"/>
                      <a:pt x="21" y="181"/>
                      <a:pt x="22" y="182"/>
                    </a:cubicBezTo>
                    <a:cubicBezTo>
                      <a:pt x="24" y="183"/>
                      <a:pt x="26" y="183"/>
                      <a:pt x="28" y="184"/>
                    </a:cubicBezTo>
                    <a:cubicBezTo>
                      <a:pt x="28" y="184"/>
                      <a:pt x="29" y="184"/>
                      <a:pt x="29" y="184"/>
                    </a:cubicBezTo>
                    <a:cubicBezTo>
                      <a:pt x="34" y="184"/>
                      <a:pt x="37" y="182"/>
                      <a:pt x="41" y="179"/>
                    </a:cubicBezTo>
                    <a:cubicBezTo>
                      <a:pt x="52" y="172"/>
                      <a:pt x="62" y="158"/>
                      <a:pt x="88" y="156"/>
                    </a:cubicBezTo>
                    <a:cubicBezTo>
                      <a:pt x="88" y="154"/>
                      <a:pt x="88" y="154"/>
                      <a:pt x="88" y="154"/>
                    </a:cubicBezTo>
                    <a:cubicBezTo>
                      <a:pt x="86" y="154"/>
                      <a:pt x="86" y="154"/>
                      <a:pt x="86" y="154"/>
                    </a:cubicBezTo>
                    <a:cubicBezTo>
                      <a:pt x="86" y="154"/>
                      <a:pt x="86" y="154"/>
                      <a:pt x="86" y="154"/>
                    </a:cubicBezTo>
                    <a:cubicBezTo>
                      <a:pt x="86" y="155"/>
                      <a:pt x="86" y="165"/>
                      <a:pt x="90" y="176"/>
                    </a:cubicBezTo>
                    <a:cubicBezTo>
                      <a:pt x="95" y="187"/>
                      <a:pt x="104" y="199"/>
                      <a:pt x="122" y="203"/>
                    </a:cubicBezTo>
                    <a:cubicBezTo>
                      <a:pt x="157" y="212"/>
                      <a:pt x="176" y="214"/>
                      <a:pt x="176" y="214"/>
                    </a:cubicBezTo>
                    <a:cubicBezTo>
                      <a:pt x="177" y="210"/>
                      <a:pt x="177" y="210"/>
                      <a:pt x="177" y="210"/>
                    </a:cubicBezTo>
                    <a:cubicBezTo>
                      <a:pt x="177" y="210"/>
                      <a:pt x="176" y="210"/>
                      <a:pt x="176" y="210"/>
                    </a:cubicBezTo>
                    <a:cubicBezTo>
                      <a:pt x="172" y="209"/>
                      <a:pt x="153" y="207"/>
                      <a:pt x="123" y="199"/>
                    </a:cubicBezTo>
                    <a:cubicBezTo>
                      <a:pt x="106" y="195"/>
                      <a:pt x="98" y="184"/>
                      <a:pt x="94" y="174"/>
                    </a:cubicBezTo>
                    <a:cubicBezTo>
                      <a:pt x="90" y="164"/>
                      <a:pt x="90" y="155"/>
                      <a:pt x="90" y="154"/>
                    </a:cubicBezTo>
                    <a:cubicBezTo>
                      <a:pt x="90" y="154"/>
                      <a:pt x="90" y="154"/>
                      <a:pt x="90" y="154"/>
                    </a:cubicBezTo>
                    <a:cubicBezTo>
                      <a:pt x="90" y="154"/>
                      <a:pt x="89" y="153"/>
                      <a:pt x="89" y="153"/>
                    </a:cubicBezTo>
                    <a:cubicBezTo>
                      <a:pt x="89" y="152"/>
                      <a:pt x="88" y="152"/>
                      <a:pt x="87" y="152"/>
                    </a:cubicBezTo>
                    <a:cubicBezTo>
                      <a:pt x="70" y="153"/>
                      <a:pt x="58" y="161"/>
                      <a:pt x="50" y="167"/>
                    </a:cubicBezTo>
                    <a:cubicBezTo>
                      <a:pt x="46" y="171"/>
                      <a:pt x="42" y="174"/>
                      <a:pt x="39" y="176"/>
                    </a:cubicBezTo>
                    <a:cubicBezTo>
                      <a:pt x="35" y="178"/>
                      <a:pt x="33" y="180"/>
                      <a:pt x="29" y="180"/>
                    </a:cubicBezTo>
                    <a:cubicBezTo>
                      <a:pt x="29" y="180"/>
                      <a:pt x="29" y="180"/>
                      <a:pt x="28" y="180"/>
                    </a:cubicBezTo>
                    <a:cubicBezTo>
                      <a:pt x="26" y="180"/>
                      <a:pt x="25" y="179"/>
                      <a:pt x="24" y="179"/>
                    </a:cubicBezTo>
                    <a:cubicBezTo>
                      <a:pt x="23" y="178"/>
                      <a:pt x="22" y="177"/>
                      <a:pt x="21" y="175"/>
                    </a:cubicBezTo>
                    <a:cubicBezTo>
                      <a:pt x="21" y="174"/>
                      <a:pt x="20" y="172"/>
                      <a:pt x="20" y="169"/>
                    </a:cubicBezTo>
                    <a:cubicBezTo>
                      <a:pt x="20" y="163"/>
                      <a:pt x="22" y="153"/>
                      <a:pt x="22" y="142"/>
                    </a:cubicBezTo>
                    <a:cubicBezTo>
                      <a:pt x="22" y="140"/>
                      <a:pt x="22" y="139"/>
                      <a:pt x="22" y="136"/>
                    </a:cubicBezTo>
                    <a:cubicBezTo>
                      <a:pt x="22" y="135"/>
                      <a:pt x="22" y="134"/>
                      <a:pt x="22" y="133"/>
                    </a:cubicBezTo>
                    <a:cubicBezTo>
                      <a:pt x="22" y="118"/>
                      <a:pt x="26" y="104"/>
                      <a:pt x="26" y="91"/>
                    </a:cubicBezTo>
                    <a:cubicBezTo>
                      <a:pt x="26" y="83"/>
                      <a:pt x="24" y="75"/>
                      <a:pt x="17" y="67"/>
                    </a:cubicBezTo>
                    <a:cubicBezTo>
                      <a:pt x="8" y="58"/>
                      <a:pt x="4" y="49"/>
                      <a:pt x="4" y="37"/>
                    </a:cubicBezTo>
                    <a:cubicBezTo>
                      <a:pt x="4" y="27"/>
                      <a:pt x="6" y="16"/>
                      <a:pt x="11" y="1"/>
                    </a:cubicBezTo>
                    <a:cubicBezTo>
                      <a:pt x="8" y="0"/>
                      <a:pt x="8" y="0"/>
                      <a:pt x="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0" name="Freeform 107">
                <a:extLst>
                  <a:ext uri="{FF2B5EF4-FFF2-40B4-BE49-F238E27FC236}">
                    <a16:creationId xmlns:a16="http://schemas.microsoft.com/office/drawing/2014/main" id="{D2C50CBE-B063-4DA4-9E0A-803FAB5BA5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1237"/>
                <a:ext cx="59" cy="79"/>
              </a:xfrm>
              <a:custGeom>
                <a:avLst/>
                <a:gdLst>
                  <a:gd name="T0" fmla="*/ 35 w 41"/>
                  <a:gd name="T1" fmla="*/ 27 h 54"/>
                  <a:gd name="T2" fmla="*/ 13 w 41"/>
                  <a:gd name="T3" fmla="*/ 0 h 54"/>
                  <a:gd name="T4" fmla="*/ 3 w 41"/>
                  <a:gd name="T5" fmla="*/ 4 h 54"/>
                  <a:gd name="T6" fmla="*/ 1 w 41"/>
                  <a:gd name="T7" fmla="*/ 26 h 54"/>
                  <a:gd name="T8" fmla="*/ 12 w 41"/>
                  <a:gd name="T9" fmla="*/ 54 h 54"/>
                  <a:gd name="T10" fmla="*/ 41 w 41"/>
                  <a:gd name="T11" fmla="*/ 39 h 54"/>
                  <a:gd name="T12" fmla="*/ 35 w 41"/>
                  <a:gd name="T13" fmla="*/ 27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" h="54">
                    <a:moveTo>
                      <a:pt x="35" y="27"/>
                    </a:moveTo>
                    <a:cubicBezTo>
                      <a:pt x="25" y="10"/>
                      <a:pt x="18" y="3"/>
                      <a:pt x="13" y="0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0" y="12"/>
                      <a:pt x="1" y="26"/>
                      <a:pt x="1" y="26"/>
                    </a:cubicBezTo>
                    <a:cubicBezTo>
                      <a:pt x="5" y="39"/>
                      <a:pt x="10" y="47"/>
                      <a:pt x="12" y="54"/>
                    </a:cubicBezTo>
                    <a:cubicBezTo>
                      <a:pt x="41" y="39"/>
                      <a:pt x="41" y="39"/>
                      <a:pt x="41" y="39"/>
                    </a:cubicBezTo>
                    <a:cubicBezTo>
                      <a:pt x="39" y="35"/>
                      <a:pt x="37" y="31"/>
                      <a:pt x="35" y="27"/>
                    </a:cubicBezTo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1" name="Freeform 108">
                <a:extLst>
                  <a:ext uri="{FF2B5EF4-FFF2-40B4-BE49-F238E27FC236}">
                    <a16:creationId xmlns:a16="http://schemas.microsoft.com/office/drawing/2014/main" id="{8A6CD928-DB79-4D0A-98C1-4DAE5166EE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6" y="1189"/>
                <a:ext cx="87" cy="90"/>
              </a:xfrm>
              <a:custGeom>
                <a:avLst/>
                <a:gdLst>
                  <a:gd name="T0" fmla="*/ 32 w 60"/>
                  <a:gd name="T1" fmla="*/ 4 h 62"/>
                  <a:gd name="T2" fmla="*/ 10 w 60"/>
                  <a:gd name="T3" fmla="*/ 9 h 62"/>
                  <a:gd name="T4" fmla="*/ 2 w 60"/>
                  <a:gd name="T5" fmla="*/ 27 h 62"/>
                  <a:gd name="T6" fmla="*/ 16 w 60"/>
                  <a:gd name="T7" fmla="*/ 59 h 62"/>
                  <a:gd name="T8" fmla="*/ 50 w 60"/>
                  <a:gd name="T9" fmla="*/ 60 h 62"/>
                  <a:gd name="T10" fmla="*/ 60 w 60"/>
                  <a:gd name="T11" fmla="*/ 26 h 62"/>
                  <a:gd name="T12" fmla="*/ 47 w 60"/>
                  <a:gd name="T13" fmla="*/ 4 h 62"/>
                  <a:gd name="T14" fmla="*/ 32 w 60"/>
                  <a:gd name="T15" fmla="*/ 4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62">
                    <a:moveTo>
                      <a:pt x="32" y="4"/>
                    </a:moveTo>
                    <a:cubicBezTo>
                      <a:pt x="19" y="4"/>
                      <a:pt x="14" y="0"/>
                      <a:pt x="10" y="9"/>
                    </a:cubicBezTo>
                    <a:cubicBezTo>
                      <a:pt x="6" y="19"/>
                      <a:pt x="5" y="21"/>
                      <a:pt x="2" y="27"/>
                    </a:cubicBezTo>
                    <a:cubicBezTo>
                      <a:pt x="0" y="32"/>
                      <a:pt x="10" y="56"/>
                      <a:pt x="16" y="59"/>
                    </a:cubicBezTo>
                    <a:cubicBezTo>
                      <a:pt x="21" y="62"/>
                      <a:pt x="48" y="61"/>
                      <a:pt x="50" y="60"/>
                    </a:cubicBezTo>
                    <a:cubicBezTo>
                      <a:pt x="52" y="59"/>
                      <a:pt x="60" y="34"/>
                      <a:pt x="60" y="26"/>
                    </a:cubicBezTo>
                    <a:cubicBezTo>
                      <a:pt x="59" y="18"/>
                      <a:pt x="47" y="4"/>
                      <a:pt x="47" y="4"/>
                    </a:cubicBezTo>
                    <a:cubicBezTo>
                      <a:pt x="32" y="4"/>
                      <a:pt x="32" y="4"/>
                      <a:pt x="32" y="4"/>
                    </a:cubicBezTo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2" name="Freeform 109">
                <a:extLst>
                  <a:ext uri="{FF2B5EF4-FFF2-40B4-BE49-F238E27FC236}">
                    <a16:creationId xmlns:a16="http://schemas.microsoft.com/office/drawing/2014/main" id="{DE207F69-B139-4741-9CB5-06D71222DE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6" y="1191"/>
                <a:ext cx="90" cy="90"/>
              </a:xfrm>
              <a:custGeom>
                <a:avLst/>
                <a:gdLst>
                  <a:gd name="T0" fmla="*/ 32 w 62"/>
                  <a:gd name="T1" fmla="*/ 1 h 62"/>
                  <a:gd name="T2" fmla="*/ 12 w 62"/>
                  <a:gd name="T3" fmla="*/ 2 h 62"/>
                  <a:gd name="T4" fmla="*/ 1 w 62"/>
                  <a:gd name="T5" fmla="*/ 25 h 62"/>
                  <a:gd name="T6" fmla="*/ 2 w 62"/>
                  <a:gd name="T7" fmla="*/ 36 h 62"/>
                  <a:gd name="T8" fmla="*/ 11 w 62"/>
                  <a:gd name="T9" fmla="*/ 56 h 62"/>
                  <a:gd name="T10" fmla="*/ 19 w 62"/>
                  <a:gd name="T11" fmla="*/ 61 h 62"/>
                  <a:gd name="T12" fmla="*/ 45 w 62"/>
                  <a:gd name="T13" fmla="*/ 62 h 62"/>
                  <a:gd name="T14" fmla="*/ 50 w 62"/>
                  <a:gd name="T15" fmla="*/ 61 h 62"/>
                  <a:gd name="T16" fmla="*/ 52 w 62"/>
                  <a:gd name="T17" fmla="*/ 60 h 62"/>
                  <a:gd name="T18" fmla="*/ 59 w 62"/>
                  <a:gd name="T19" fmla="*/ 41 h 62"/>
                  <a:gd name="T20" fmla="*/ 62 w 62"/>
                  <a:gd name="T21" fmla="*/ 25 h 62"/>
                  <a:gd name="T22" fmla="*/ 62 w 62"/>
                  <a:gd name="T23" fmla="*/ 25 h 62"/>
                  <a:gd name="T24" fmla="*/ 48 w 62"/>
                  <a:gd name="T25" fmla="*/ 2 h 62"/>
                  <a:gd name="T26" fmla="*/ 32 w 62"/>
                  <a:gd name="T27" fmla="*/ 1 h 62"/>
                  <a:gd name="T28" fmla="*/ 32 w 62"/>
                  <a:gd name="T29" fmla="*/ 5 h 62"/>
                  <a:gd name="T30" fmla="*/ 47 w 62"/>
                  <a:gd name="T31" fmla="*/ 3 h 62"/>
                  <a:gd name="T32" fmla="*/ 46 w 62"/>
                  <a:gd name="T33" fmla="*/ 5 h 62"/>
                  <a:gd name="T34" fmla="*/ 56 w 62"/>
                  <a:gd name="T35" fmla="*/ 20 h 62"/>
                  <a:gd name="T36" fmla="*/ 60 w 62"/>
                  <a:gd name="T37" fmla="*/ 25 h 62"/>
                  <a:gd name="T38" fmla="*/ 58 w 62"/>
                  <a:gd name="T39" fmla="*/ 25 h 62"/>
                  <a:gd name="T40" fmla="*/ 52 w 62"/>
                  <a:gd name="T41" fmla="*/ 50 h 62"/>
                  <a:gd name="T42" fmla="*/ 49 w 62"/>
                  <a:gd name="T43" fmla="*/ 57 h 62"/>
                  <a:gd name="T44" fmla="*/ 49 w 62"/>
                  <a:gd name="T45" fmla="*/ 58 h 62"/>
                  <a:gd name="T46" fmla="*/ 49 w 62"/>
                  <a:gd name="T47" fmla="*/ 57 h 62"/>
                  <a:gd name="T48" fmla="*/ 49 w 62"/>
                  <a:gd name="T49" fmla="*/ 58 h 62"/>
                  <a:gd name="T50" fmla="*/ 49 w 62"/>
                  <a:gd name="T51" fmla="*/ 58 h 62"/>
                  <a:gd name="T52" fmla="*/ 49 w 62"/>
                  <a:gd name="T53" fmla="*/ 57 h 62"/>
                  <a:gd name="T54" fmla="*/ 49 w 62"/>
                  <a:gd name="T55" fmla="*/ 57 h 62"/>
                  <a:gd name="T56" fmla="*/ 49 w 62"/>
                  <a:gd name="T57" fmla="*/ 57 h 62"/>
                  <a:gd name="T58" fmla="*/ 49 w 62"/>
                  <a:gd name="T59" fmla="*/ 57 h 62"/>
                  <a:gd name="T60" fmla="*/ 48 w 62"/>
                  <a:gd name="T61" fmla="*/ 58 h 62"/>
                  <a:gd name="T62" fmla="*/ 24 w 62"/>
                  <a:gd name="T63" fmla="*/ 58 h 62"/>
                  <a:gd name="T64" fmla="*/ 16 w 62"/>
                  <a:gd name="T65" fmla="*/ 56 h 62"/>
                  <a:gd name="T66" fmla="*/ 8 w 62"/>
                  <a:gd name="T67" fmla="*/ 42 h 62"/>
                  <a:gd name="T68" fmla="*/ 4 w 62"/>
                  <a:gd name="T69" fmla="*/ 28 h 62"/>
                  <a:gd name="T70" fmla="*/ 12 w 62"/>
                  <a:gd name="T71" fmla="*/ 9 h 62"/>
                  <a:gd name="T72" fmla="*/ 18 w 62"/>
                  <a:gd name="T73" fmla="*/ 4 h 62"/>
                  <a:gd name="T74" fmla="*/ 32 w 62"/>
                  <a:gd name="T75" fmla="*/ 3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62" h="62">
                    <a:moveTo>
                      <a:pt x="32" y="3"/>
                    </a:moveTo>
                    <a:cubicBezTo>
                      <a:pt x="32" y="1"/>
                      <a:pt x="32" y="1"/>
                      <a:pt x="32" y="1"/>
                    </a:cubicBezTo>
                    <a:cubicBezTo>
                      <a:pt x="26" y="1"/>
                      <a:pt x="22" y="0"/>
                      <a:pt x="18" y="0"/>
                    </a:cubicBezTo>
                    <a:cubicBezTo>
                      <a:pt x="16" y="0"/>
                      <a:pt x="14" y="1"/>
                      <a:pt x="12" y="2"/>
                    </a:cubicBezTo>
                    <a:cubicBezTo>
                      <a:pt x="11" y="3"/>
                      <a:pt x="9" y="5"/>
                      <a:pt x="8" y="8"/>
                    </a:cubicBezTo>
                    <a:cubicBezTo>
                      <a:pt x="4" y="17"/>
                      <a:pt x="3" y="19"/>
                      <a:pt x="1" y="25"/>
                    </a:cubicBezTo>
                    <a:cubicBezTo>
                      <a:pt x="0" y="26"/>
                      <a:pt x="0" y="27"/>
                      <a:pt x="0" y="28"/>
                    </a:cubicBezTo>
                    <a:cubicBezTo>
                      <a:pt x="0" y="30"/>
                      <a:pt x="1" y="33"/>
                      <a:pt x="2" y="36"/>
                    </a:cubicBezTo>
                    <a:cubicBezTo>
                      <a:pt x="3" y="41"/>
                      <a:pt x="5" y="46"/>
                      <a:pt x="7" y="50"/>
                    </a:cubicBezTo>
                    <a:cubicBezTo>
                      <a:pt x="9" y="53"/>
                      <a:pt x="10" y="55"/>
                      <a:pt x="11" y="56"/>
                    </a:cubicBezTo>
                    <a:cubicBezTo>
                      <a:pt x="12" y="58"/>
                      <a:pt x="13" y="59"/>
                      <a:pt x="15" y="60"/>
                    </a:cubicBezTo>
                    <a:cubicBezTo>
                      <a:pt x="16" y="60"/>
                      <a:pt x="17" y="61"/>
                      <a:pt x="19" y="61"/>
                    </a:cubicBezTo>
                    <a:cubicBezTo>
                      <a:pt x="23" y="62"/>
                      <a:pt x="30" y="62"/>
                      <a:pt x="36" y="62"/>
                    </a:cubicBezTo>
                    <a:cubicBezTo>
                      <a:pt x="40" y="62"/>
                      <a:pt x="43" y="62"/>
                      <a:pt x="45" y="62"/>
                    </a:cubicBezTo>
                    <a:cubicBezTo>
                      <a:pt x="47" y="62"/>
                      <a:pt x="48" y="62"/>
                      <a:pt x="49" y="62"/>
                    </a:cubicBezTo>
                    <a:cubicBezTo>
                      <a:pt x="49" y="62"/>
                      <a:pt x="49" y="61"/>
                      <a:pt x="50" y="61"/>
                    </a:cubicBezTo>
                    <a:cubicBezTo>
                      <a:pt x="50" y="61"/>
                      <a:pt x="50" y="61"/>
                      <a:pt x="51" y="61"/>
                    </a:cubicBezTo>
                    <a:cubicBezTo>
                      <a:pt x="51" y="61"/>
                      <a:pt x="52" y="60"/>
                      <a:pt x="52" y="60"/>
                    </a:cubicBezTo>
                    <a:cubicBezTo>
                      <a:pt x="52" y="59"/>
                      <a:pt x="53" y="58"/>
                      <a:pt x="53" y="57"/>
                    </a:cubicBezTo>
                    <a:cubicBezTo>
                      <a:pt x="55" y="54"/>
                      <a:pt x="57" y="48"/>
                      <a:pt x="59" y="41"/>
                    </a:cubicBezTo>
                    <a:cubicBezTo>
                      <a:pt x="60" y="35"/>
                      <a:pt x="62" y="29"/>
                      <a:pt x="62" y="25"/>
                    </a:cubicBezTo>
                    <a:cubicBezTo>
                      <a:pt x="62" y="25"/>
                      <a:pt x="62" y="25"/>
                      <a:pt x="62" y="25"/>
                    </a:cubicBezTo>
                    <a:cubicBezTo>
                      <a:pt x="62" y="25"/>
                      <a:pt x="62" y="25"/>
                      <a:pt x="62" y="25"/>
                    </a:cubicBezTo>
                    <a:cubicBezTo>
                      <a:pt x="62" y="25"/>
                      <a:pt x="62" y="25"/>
                      <a:pt x="62" y="25"/>
                    </a:cubicBezTo>
                    <a:cubicBezTo>
                      <a:pt x="61" y="23"/>
                      <a:pt x="61" y="20"/>
                      <a:pt x="59" y="17"/>
                    </a:cubicBezTo>
                    <a:cubicBezTo>
                      <a:pt x="55" y="10"/>
                      <a:pt x="48" y="2"/>
                      <a:pt x="48" y="2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2" y="1"/>
                      <a:pt x="32" y="1"/>
                      <a:pt x="32" y="1"/>
                    </a:cubicBezTo>
                    <a:cubicBezTo>
                      <a:pt x="32" y="3"/>
                      <a:pt x="32" y="3"/>
                      <a:pt x="32" y="3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5" y="5"/>
                      <a:pt x="45" y="5"/>
                      <a:pt x="45" y="5"/>
                    </a:cubicBezTo>
                    <a:cubicBezTo>
                      <a:pt x="45" y="5"/>
                      <a:pt x="45" y="5"/>
                      <a:pt x="46" y="5"/>
                    </a:cubicBezTo>
                    <a:cubicBezTo>
                      <a:pt x="47" y="7"/>
                      <a:pt x="50" y="10"/>
                      <a:pt x="53" y="14"/>
                    </a:cubicBezTo>
                    <a:cubicBezTo>
                      <a:pt x="54" y="16"/>
                      <a:pt x="55" y="18"/>
                      <a:pt x="56" y="20"/>
                    </a:cubicBezTo>
                    <a:cubicBezTo>
                      <a:pt x="57" y="22"/>
                      <a:pt x="58" y="24"/>
                      <a:pt x="58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58" y="25"/>
                      <a:pt x="58" y="25"/>
                      <a:pt x="58" y="25"/>
                    </a:cubicBezTo>
                    <a:cubicBezTo>
                      <a:pt x="58" y="25"/>
                      <a:pt x="58" y="25"/>
                      <a:pt x="58" y="25"/>
                    </a:cubicBezTo>
                    <a:cubicBezTo>
                      <a:pt x="58" y="27"/>
                      <a:pt x="57" y="30"/>
                      <a:pt x="56" y="33"/>
                    </a:cubicBezTo>
                    <a:cubicBezTo>
                      <a:pt x="55" y="39"/>
                      <a:pt x="54" y="45"/>
                      <a:pt x="52" y="50"/>
                    </a:cubicBezTo>
                    <a:cubicBezTo>
                      <a:pt x="51" y="52"/>
                      <a:pt x="50" y="54"/>
                      <a:pt x="50" y="56"/>
                    </a:cubicBezTo>
                    <a:cubicBezTo>
                      <a:pt x="49" y="56"/>
                      <a:pt x="49" y="57"/>
                      <a:pt x="49" y="57"/>
                    </a:cubicBezTo>
                    <a:cubicBezTo>
                      <a:pt x="49" y="58"/>
                      <a:pt x="49" y="58"/>
                      <a:pt x="49" y="58"/>
                    </a:cubicBezTo>
                    <a:cubicBezTo>
                      <a:pt x="49" y="58"/>
                      <a:pt x="49" y="58"/>
                      <a:pt x="49" y="58"/>
                    </a:cubicBezTo>
                    <a:cubicBezTo>
                      <a:pt x="49" y="58"/>
                      <a:pt x="49" y="58"/>
                      <a:pt x="49" y="58"/>
                    </a:cubicBezTo>
                    <a:cubicBezTo>
                      <a:pt x="49" y="57"/>
                      <a:pt x="49" y="57"/>
                      <a:pt x="49" y="57"/>
                    </a:cubicBezTo>
                    <a:cubicBezTo>
                      <a:pt x="49" y="58"/>
                      <a:pt x="49" y="58"/>
                      <a:pt x="49" y="58"/>
                    </a:cubicBezTo>
                    <a:cubicBezTo>
                      <a:pt x="49" y="58"/>
                      <a:pt x="49" y="58"/>
                      <a:pt x="49" y="58"/>
                    </a:cubicBezTo>
                    <a:cubicBezTo>
                      <a:pt x="49" y="57"/>
                      <a:pt x="49" y="57"/>
                      <a:pt x="49" y="57"/>
                    </a:cubicBezTo>
                    <a:cubicBezTo>
                      <a:pt x="49" y="58"/>
                      <a:pt x="49" y="58"/>
                      <a:pt x="49" y="58"/>
                    </a:cubicBezTo>
                    <a:cubicBezTo>
                      <a:pt x="49" y="57"/>
                      <a:pt x="49" y="57"/>
                      <a:pt x="49" y="57"/>
                    </a:cubicBezTo>
                    <a:cubicBezTo>
                      <a:pt x="49" y="57"/>
                      <a:pt x="49" y="57"/>
                      <a:pt x="49" y="57"/>
                    </a:cubicBezTo>
                    <a:cubicBezTo>
                      <a:pt x="49" y="58"/>
                      <a:pt x="49" y="58"/>
                      <a:pt x="49" y="58"/>
                    </a:cubicBezTo>
                    <a:cubicBezTo>
                      <a:pt x="49" y="57"/>
                      <a:pt x="49" y="57"/>
                      <a:pt x="49" y="57"/>
                    </a:cubicBezTo>
                    <a:cubicBezTo>
                      <a:pt x="49" y="57"/>
                      <a:pt x="49" y="57"/>
                      <a:pt x="49" y="57"/>
                    </a:cubicBezTo>
                    <a:cubicBezTo>
                      <a:pt x="49" y="57"/>
                      <a:pt x="49" y="57"/>
                      <a:pt x="49" y="57"/>
                    </a:cubicBezTo>
                    <a:cubicBezTo>
                      <a:pt x="49" y="57"/>
                      <a:pt x="49" y="57"/>
                      <a:pt x="49" y="57"/>
                    </a:cubicBezTo>
                    <a:cubicBezTo>
                      <a:pt x="49" y="57"/>
                      <a:pt x="49" y="57"/>
                      <a:pt x="49" y="57"/>
                    </a:cubicBezTo>
                    <a:cubicBezTo>
                      <a:pt x="49" y="57"/>
                      <a:pt x="49" y="57"/>
                      <a:pt x="49" y="57"/>
                    </a:cubicBezTo>
                    <a:cubicBezTo>
                      <a:pt x="49" y="57"/>
                      <a:pt x="48" y="58"/>
                      <a:pt x="48" y="58"/>
                    </a:cubicBezTo>
                    <a:cubicBezTo>
                      <a:pt x="45" y="58"/>
                      <a:pt x="41" y="58"/>
                      <a:pt x="36" y="58"/>
                    </a:cubicBezTo>
                    <a:cubicBezTo>
                      <a:pt x="32" y="58"/>
                      <a:pt x="28" y="58"/>
                      <a:pt x="24" y="58"/>
                    </a:cubicBezTo>
                    <a:cubicBezTo>
                      <a:pt x="22" y="57"/>
                      <a:pt x="21" y="57"/>
                      <a:pt x="19" y="57"/>
                    </a:cubicBezTo>
                    <a:cubicBezTo>
                      <a:pt x="18" y="57"/>
                      <a:pt x="17" y="57"/>
                      <a:pt x="16" y="56"/>
                    </a:cubicBezTo>
                    <a:cubicBezTo>
                      <a:pt x="16" y="56"/>
                      <a:pt x="16" y="56"/>
                      <a:pt x="15" y="55"/>
                    </a:cubicBezTo>
                    <a:cubicBezTo>
                      <a:pt x="13" y="53"/>
                      <a:pt x="10" y="47"/>
                      <a:pt x="8" y="42"/>
                    </a:cubicBezTo>
                    <a:cubicBezTo>
                      <a:pt x="7" y="39"/>
                      <a:pt x="6" y="36"/>
                      <a:pt x="5" y="34"/>
                    </a:cubicBezTo>
                    <a:cubicBezTo>
                      <a:pt x="4" y="31"/>
                      <a:pt x="4" y="29"/>
                      <a:pt x="4" y="28"/>
                    </a:cubicBezTo>
                    <a:cubicBezTo>
                      <a:pt x="4" y="27"/>
                      <a:pt x="4" y="26"/>
                      <a:pt x="4" y="26"/>
                    </a:cubicBezTo>
                    <a:cubicBezTo>
                      <a:pt x="7" y="21"/>
                      <a:pt x="8" y="19"/>
                      <a:pt x="12" y="9"/>
                    </a:cubicBezTo>
                    <a:cubicBezTo>
                      <a:pt x="13" y="7"/>
                      <a:pt x="14" y="6"/>
                      <a:pt x="15" y="5"/>
                    </a:cubicBezTo>
                    <a:cubicBezTo>
                      <a:pt x="15" y="5"/>
                      <a:pt x="16" y="4"/>
                      <a:pt x="18" y="4"/>
                    </a:cubicBezTo>
                    <a:cubicBezTo>
                      <a:pt x="21" y="4"/>
                      <a:pt x="26" y="5"/>
                      <a:pt x="32" y="5"/>
                    </a:cubicBezTo>
                    <a:cubicBezTo>
                      <a:pt x="32" y="3"/>
                      <a:pt x="32" y="3"/>
                      <a:pt x="32" y="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3" name="Freeform 110">
                <a:extLst>
                  <a:ext uri="{FF2B5EF4-FFF2-40B4-BE49-F238E27FC236}">
                    <a16:creationId xmlns:a16="http://schemas.microsoft.com/office/drawing/2014/main" id="{14A20EB5-CEBC-4A1F-AD35-759367FBF0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9" y="1394"/>
                <a:ext cx="103" cy="171"/>
              </a:xfrm>
              <a:custGeom>
                <a:avLst/>
                <a:gdLst>
                  <a:gd name="T0" fmla="*/ 54 w 71"/>
                  <a:gd name="T1" fmla="*/ 73 h 117"/>
                  <a:gd name="T2" fmla="*/ 71 w 71"/>
                  <a:gd name="T3" fmla="*/ 0 h 117"/>
                  <a:gd name="T4" fmla="*/ 4 w 71"/>
                  <a:gd name="T5" fmla="*/ 58 h 117"/>
                  <a:gd name="T6" fmla="*/ 11 w 71"/>
                  <a:gd name="T7" fmla="*/ 117 h 117"/>
                  <a:gd name="T8" fmla="*/ 51 w 71"/>
                  <a:gd name="T9" fmla="*/ 85 h 117"/>
                  <a:gd name="T10" fmla="*/ 54 w 71"/>
                  <a:gd name="T11" fmla="*/ 73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117">
                    <a:moveTo>
                      <a:pt x="54" y="73"/>
                    </a:moveTo>
                    <a:cubicBezTo>
                      <a:pt x="58" y="53"/>
                      <a:pt x="68" y="28"/>
                      <a:pt x="71" y="0"/>
                    </a:cubicBezTo>
                    <a:cubicBezTo>
                      <a:pt x="71" y="4"/>
                      <a:pt x="36" y="33"/>
                      <a:pt x="4" y="58"/>
                    </a:cubicBezTo>
                    <a:cubicBezTo>
                      <a:pt x="0" y="83"/>
                      <a:pt x="3" y="104"/>
                      <a:pt x="11" y="117"/>
                    </a:cubicBezTo>
                    <a:cubicBezTo>
                      <a:pt x="24" y="106"/>
                      <a:pt x="39" y="95"/>
                      <a:pt x="51" y="85"/>
                    </a:cubicBezTo>
                    <a:cubicBezTo>
                      <a:pt x="51" y="82"/>
                      <a:pt x="53" y="77"/>
                      <a:pt x="54" y="73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4" name="Freeform 111">
                <a:extLst>
                  <a:ext uri="{FF2B5EF4-FFF2-40B4-BE49-F238E27FC236}">
                    <a16:creationId xmlns:a16="http://schemas.microsoft.com/office/drawing/2014/main" id="{21216F07-52FD-4C05-BEE8-3FF68A7DFB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1560"/>
                <a:ext cx="57" cy="60"/>
              </a:xfrm>
              <a:custGeom>
                <a:avLst/>
                <a:gdLst>
                  <a:gd name="T0" fmla="*/ 37 w 39"/>
                  <a:gd name="T1" fmla="*/ 39 h 41"/>
                  <a:gd name="T2" fmla="*/ 37 w 39"/>
                  <a:gd name="T3" fmla="*/ 5 h 41"/>
                  <a:gd name="T4" fmla="*/ 35 w 39"/>
                  <a:gd name="T5" fmla="*/ 0 h 41"/>
                  <a:gd name="T6" fmla="*/ 0 w 39"/>
                  <a:gd name="T7" fmla="*/ 31 h 41"/>
                  <a:gd name="T8" fmla="*/ 1 w 39"/>
                  <a:gd name="T9" fmla="*/ 32 h 41"/>
                  <a:gd name="T10" fmla="*/ 37 w 39"/>
                  <a:gd name="T11" fmla="*/ 3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41">
                    <a:moveTo>
                      <a:pt x="37" y="39"/>
                    </a:moveTo>
                    <a:cubicBezTo>
                      <a:pt x="37" y="39"/>
                      <a:pt x="39" y="22"/>
                      <a:pt x="37" y="5"/>
                    </a:cubicBezTo>
                    <a:cubicBezTo>
                      <a:pt x="36" y="3"/>
                      <a:pt x="36" y="2"/>
                      <a:pt x="35" y="0"/>
                    </a:cubicBezTo>
                    <a:cubicBezTo>
                      <a:pt x="27" y="7"/>
                      <a:pt x="13" y="19"/>
                      <a:pt x="0" y="31"/>
                    </a:cubicBezTo>
                    <a:cubicBezTo>
                      <a:pt x="1" y="32"/>
                      <a:pt x="1" y="32"/>
                      <a:pt x="1" y="32"/>
                    </a:cubicBezTo>
                    <a:cubicBezTo>
                      <a:pt x="1" y="32"/>
                      <a:pt x="26" y="41"/>
                      <a:pt x="37" y="39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5" name="Freeform 112">
                <a:extLst>
                  <a:ext uri="{FF2B5EF4-FFF2-40B4-BE49-F238E27FC236}">
                    <a16:creationId xmlns:a16="http://schemas.microsoft.com/office/drawing/2014/main" id="{7344389E-A7D5-49B0-8542-C2077ECE0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9" y="817"/>
                <a:ext cx="132" cy="313"/>
              </a:xfrm>
              <a:custGeom>
                <a:avLst/>
                <a:gdLst>
                  <a:gd name="T0" fmla="*/ 34 w 91"/>
                  <a:gd name="T1" fmla="*/ 5 h 215"/>
                  <a:gd name="T2" fmla="*/ 31 w 91"/>
                  <a:gd name="T3" fmla="*/ 0 h 215"/>
                  <a:gd name="T4" fmla="*/ 2 w 91"/>
                  <a:gd name="T5" fmla="*/ 82 h 215"/>
                  <a:gd name="T6" fmla="*/ 18 w 91"/>
                  <a:gd name="T7" fmla="*/ 181 h 215"/>
                  <a:gd name="T8" fmla="*/ 79 w 91"/>
                  <a:gd name="T9" fmla="*/ 214 h 215"/>
                  <a:gd name="T10" fmla="*/ 91 w 91"/>
                  <a:gd name="T11" fmla="*/ 213 h 215"/>
                  <a:gd name="T12" fmla="*/ 34 w 91"/>
                  <a:gd name="T13" fmla="*/ 5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" h="215">
                    <a:moveTo>
                      <a:pt x="34" y="5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2" y="15"/>
                      <a:pt x="0" y="41"/>
                      <a:pt x="2" y="82"/>
                    </a:cubicBezTo>
                    <a:cubicBezTo>
                      <a:pt x="5" y="153"/>
                      <a:pt x="8" y="167"/>
                      <a:pt x="18" y="181"/>
                    </a:cubicBezTo>
                    <a:cubicBezTo>
                      <a:pt x="28" y="194"/>
                      <a:pt x="47" y="214"/>
                      <a:pt x="79" y="214"/>
                    </a:cubicBezTo>
                    <a:cubicBezTo>
                      <a:pt x="83" y="214"/>
                      <a:pt x="87" y="214"/>
                      <a:pt x="91" y="213"/>
                    </a:cubicBezTo>
                    <a:cubicBezTo>
                      <a:pt x="20" y="215"/>
                      <a:pt x="34" y="118"/>
                      <a:pt x="34" y="5"/>
                    </a:cubicBezTo>
                  </a:path>
                </a:pathLst>
              </a:custGeom>
              <a:solidFill>
                <a:srgbClr val="4BB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6" name="Freeform 113">
                <a:extLst>
                  <a:ext uri="{FF2B5EF4-FFF2-40B4-BE49-F238E27FC236}">
                    <a16:creationId xmlns:a16="http://schemas.microsoft.com/office/drawing/2014/main" id="{69CF79D3-6D64-42F8-A1C5-204B97F1D3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9" y="1977"/>
                <a:ext cx="224" cy="176"/>
              </a:xfrm>
              <a:custGeom>
                <a:avLst/>
                <a:gdLst>
                  <a:gd name="T0" fmla="*/ 85 w 154"/>
                  <a:gd name="T1" fmla="*/ 39 h 121"/>
                  <a:gd name="T2" fmla="*/ 0 w 154"/>
                  <a:gd name="T3" fmla="*/ 56 h 121"/>
                  <a:gd name="T4" fmla="*/ 6 w 154"/>
                  <a:gd name="T5" fmla="*/ 118 h 121"/>
                  <a:gd name="T6" fmla="*/ 76 w 154"/>
                  <a:gd name="T7" fmla="*/ 121 h 121"/>
                  <a:gd name="T8" fmla="*/ 154 w 154"/>
                  <a:gd name="T9" fmla="*/ 63 h 121"/>
                  <a:gd name="T10" fmla="*/ 85 w 154"/>
                  <a:gd name="T11" fmla="*/ 39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4" h="121">
                    <a:moveTo>
                      <a:pt x="85" y="39"/>
                    </a:moveTo>
                    <a:cubicBezTo>
                      <a:pt x="11" y="0"/>
                      <a:pt x="0" y="56"/>
                      <a:pt x="0" y="56"/>
                    </a:cubicBezTo>
                    <a:cubicBezTo>
                      <a:pt x="6" y="118"/>
                      <a:pt x="6" y="118"/>
                      <a:pt x="6" y="118"/>
                    </a:cubicBezTo>
                    <a:cubicBezTo>
                      <a:pt x="26" y="119"/>
                      <a:pt x="51" y="120"/>
                      <a:pt x="76" y="121"/>
                    </a:cubicBezTo>
                    <a:cubicBezTo>
                      <a:pt x="154" y="63"/>
                      <a:pt x="154" y="63"/>
                      <a:pt x="154" y="63"/>
                    </a:cubicBezTo>
                    <a:cubicBezTo>
                      <a:pt x="139" y="62"/>
                      <a:pt x="118" y="57"/>
                      <a:pt x="85" y="39"/>
                    </a:cubicBezTo>
                    <a:close/>
                  </a:path>
                </a:pathLst>
              </a:custGeom>
              <a:solidFill>
                <a:srgbClr val="4BB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7" name="Freeform 114">
                <a:extLst>
                  <a:ext uri="{FF2B5EF4-FFF2-40B4-BE49-F238E27FC236}">
                    <a16:creationId xmlns:a16="http://schemas.microsoft.com/office/drawing/2014/main" id="{DD6B0BD0-971D-482A-8B5B-B5E3FC981F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5" y="1825"/>
                <a:ext cx="856" cy="345"/>
              </a:xfrm>
              <a:custGeom>
                <a:avLst/>
                <a:gdLst>
                  <a:gd name="T0" fmla="*/ 144 w 588"/>
                  <a:gd name="T1" fmla="*/ 30 h 237"/>
                  <a:gd name="T2" fmla="*/ 423 w 588"/>
                  <a:gd name="T3" fmla="*/ 93 h 237"/>
                  <a:gd name="T4" fmla="*/ 559 w 588"/>
                  <a:gd name="T5" fmla="*/ 134 h 237"/>
                  <a:gd name="T6" fmla="*/ 546 w 588"/>
                  <a:gd name="T7" fmla="*/ 237 h 237"/>
                  <a:gd name="T8" fmla="*/ 254 w 588"/>
                  <a:gd name="T9" fmla="*/ 204 h 237"/>
                  <a:gd name="T10" fmla="*/ 21 w 588"/>
                  <a:gd name="T11" fmla="*/ 138 h 237"/>
                  <a:gd name="T12" fmla="*/ 15 w 588"/>
                  <a:gd name="T13" fmla="*/ 33 h 237"/>
                  <a:gd name="T14" fmla="*/ 136 w 588"/>
                  <a:gd name="T15" fmla="*/ 2 h 237"/>
                  <a:gd name="T16" fmla="*/ 331 w 588"/>
                  <a:gd name="T17" fmla="*/ 33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8" h="237">
                    <a:moveTo>
                      <a:pt x="144" y="30"/>
                    </a:moveTo>
                    <a:cubicBezTo>
                      <a:pt x="181" y="58"/>
                      <a:pt x="402" y="87"/>
                      <a:pt x="423" y="93"/>
                    </a:cubicBezTo>
                    <a:cubicBezTo>
                      <a:pt x="444" y="100"/>
                      <a:pt x="530" y="126"/>
                      <a:pt x="559" y="134"/>
                    </a:cubicBezTo>
                    <a:cubicBezTo>
                      <a:pt x="588" y="142"/>
                      <a:pt x="578" y="237"/>
                      <a:pt x="546" y="237"/>
                    </a:cubicBezTo>
                    <a:cubicBezTo>
                      <a:pt x="546" y="237"/>
                      <a:pt x="398" y="231"/>
                      <a:pt x="254" y="204"/>
                    </a:cubicBezTo>
                    <a:cubicBezTo>
                      <a:pt x="109" y="178"/>
                      <a:pt x="39" y="158"/>
                      <a:pt x="21" y="138"/>
                    </a:cubicBezTo>
                    <a:cubicBezTo>
                      <a:pt x="2" y="119"/>
                      <a:pt x="0" y="59"/>
                      <a:pt x="15" y="33"/>
                    </a:cubicBezTo>
                    <a:cubicBezTo>
                      <a:pt x="30" y="7"/>
                      <a:pt x="89" y="0"/>
                      <a:pt x="136" y="2"/>
                    </a:cubicBezTo>
                    <a:cubicBezTo>
                      <a:pt x="183" y="3"/>
                      <a:pt x="269" y="16"/>
                      <a:pt x="331" y="3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8" name="Freeform 115">
                <a:extLst>
                  <a:ext uri="{FF2B5EF4-FFF2-40B4-BE49-F238E27FC236}">
                    <a16:creationId xmlns:a16="http://schemas.microsoft.com/office/drawing/2014/main" id="{BE75B361-B86B-443E-B230-636696EE7D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9" y="1824"/>
                <a:ext cx="837" cy="349"/>
              </a:xfrm>
              <a:custGeom>
                <a:avLst/>
                <a:gdLst>
                  <a:gd name="T0" fmla="*/ 139 w 575"/>
                  <a:gd name="T1" fmla="*/ 32 h 240"/>
                  <a:gd name="T2" fmla="*/ 162 w 575"/>
                  <a:gd name="T3" fmla="*/ 43 h 240"/>
                  <a:gd name="T4" fmla="*/ 310 w 575"/>
                  <a:gd name="T5" fmla="*/ 77 h 240"/>
                  <a:gd name="T6" fmla="*/ 381 w 575"/>
                  <a:gd name="T7" fmla="*/ 89 h 240"/>
                  <a:gd name="T8" fmla="*/ 406 w 575"/>
                  <a:gd name="T9" fmla="*/ 93 h 240"/>
                  <a:gd name="T10" fmla="*/ 419 w 575"/>
                  <a:gd name="T11" fmla="*/ 96 h 240"/>
                  <a:gd name="T12" fmla="*/ 555 w 575"/>
                  <a:gd name="T13" fmla="*/ 137 h 240"/>
                  <a:gd name="T14" fmla="*/ 562 w 575"/>
                  <a:gd name="T15" fmla="*/ 141 h 240"/>
                  <a:gd name="T16" fmla="*/ 571 w 575"/>
                  <a:gd name="T17" fmla="*/ 176 h 240"/>
                  <a:gd name="T18" fmla="*/ 563 w 575"/>
                  <a:gd name="T19" fmla="*/ 217 h 240"/>
                  <a:gd name="T20" fmla="*/ 554 w 575"/>
                  <a:gd name="T21" fmla="*/ 231 h 240"/>
                  <a:gd name="T22" fmla="*/ 543 w 575"/>
                  <a:gd name="T23" fmla="*/ 236 h 240"/>
                  <a:gd name="T24" fmla="*/ 543 w 575"/>
                  <a:gd name="T25" fmla="*/ 236 h 240"/>
                  <a:gd name="T26" fmla="*/ 543 w 575"/>
                  <a:gd name="T27" fmla="*/ 238 h 240"/>
                  <a:gd name="T28" fmla="*/ 543 w 575"/>
                  <a:gd name="T29" fmla="*/ 236 h 240"/>
                  <a:gd name="T30" fmla="*/ 536 w 575"/>
                  <a:gd name="T31" fmla="*/ 235 h 240"/>
                  <a:gd name="T32" fmla="*/ 251 w 575"/>
                  <a:gd name="T33" fmla="*/ 203 h 240"/>
                  <a:gd name="T34" fmla="*/ 87 w 575"/>
                  <a:gd name="T35" fmla="*/ 168 h 240"/>
                  <a:gd name="T36" fmla="*/ 19 w 575"/>
                  <a:gd name="T37" fmla="*/ 138 h 240"/>
                  <a:gd name="T38" fmla="*/ 8 w 575"/>
                  <a:gd name="T39" fmla="*/ 115 h 240"/>
                  <a:gd name="T40" fmla="*/ 4 w 575"/>
                  <a:gd name="T41" fmla="*/ 83 h 240"/>
                  <a:gd name="T42" fmla="*/ 14 w 575"/>
                  <a:gd name="T43" fmla="*/ 35 h 240"/>
                  <a:gd name="T44" fmla="*/ 30 w 575"/>
                  <a:gd name="T45" fmla="*/ 21 h 240"/>
                  <a:gd name="T46" fmla="*/ 122 w 575"/>
                  <a:gd name="T47" fmla="*/ 4 h 240"/>
                  <a:gd name="T48" fmla="*/ 133 w 575"/>
                  <a:gd name="T49" fmla="*/ 5 h 240"/>
                  <a:gd name="T50" fmla="*/ 327 w 575"/>
                  <a:gd name="T51" fmla="*/ 36 h 240"/>
                  <a:gd name="T52" fmla="*/ 330 w 575"/>
                  <a:gd name="T53" fmla="*/ 34 h 240"/>
                  <a:gd name="T54" fmla="*/ 328 w 575"/>
                  <a:gd name="T55" fmla="*/ 32 h 240"/>
                  <a:gd name="T56" fmla="*/ 133 w 575"/>
                  <a:gd name="T57" fmla="*/ 1 h 240"/>
                  <a:gd name="T58" fmla="*/ 122 w 575"/>
                  <a:gd name="T59" fmla="*/ 0 h 240"/>
                  <a:gd name="T60" fmla="*/ 55 w 575"/>
                  <a:gd name="T61" fmla="*/ 7 h 240"/>
                  <a:gd name="T62" fmla="*/ 28 w 575"/>
                  <a:gd name="T63" fmla="*/ 17 h 240"/>
                  <a:gd name="T64" fmla="*/ 11 w 575"/>
                  <a:gd name="T65" fmla="*/ 33 h 240"/>
                  <a:gd name="T66" fmla="*/ 0 w 575"/>
                  <a:gd name="T67" fmla="*/ 83 h 240"/>
                  <a:gd name="T68" fmla="*/ 4 w 575"/>
                  <a:gd name="T69" fmla="*/ 116 h 240"/>
                  <a:gd name="T70" fmla="*/ 16 w 575"/>
                  <a:gd name="T71" fmla="*/ 141 h 240"/>
                  <a:gd name="T72" fmla="*/ 41 w 575"/>
                  <a:gd name="T73" fmla="*/ 156 h 240"/>
                  <a:gd name="T74" fmla="*/ 250 w 575"/>
                  <a:gd name="T75" fmla="*/ 207 h 240"/>
                  <a:gd name="T76" fmla="*/ 543 w 575"/>
                  <a:gd name="T77" fmla="*/ 240 h 240"/>
                  <a:gd name="T78" fmla="*/ 543 w 575"/>
                  <a:gd name="T79" fmla="*/ 240 h 240"/>
                  <a:gd name="T80" fmla="*/ 543 w 575"/>
                  <a:gd name="T81" fmla="*/ 240 h 240"/>
                  <a:gd name="T82" fmla="*/ 543 w 575"/>
                  <a:gd name="T83" fmla="*/ 240 h 240"/>
                  <a:gd name="T84" fmla="*/ 557 w 575"/>
                  <a:gd name="T85" fmla="*/ 233 h 240"/>
                  <a:gd name="T86" fmla="*/ 571 w 575"/>
                  <a:gd name="T87" fmla="*/ 209 h 240"/>
                  <a:gd name="T88" fmla="*/ 575 w 575"/>
                  <a:gd name="T89" fmla="*/ 176 h 240"/>
                  <a:gd name="T90" fmla="*/ 571 w 575"/>
                  <a:gd name="T91" fmla="*/ 148 h 240"/>
                  <a:gd name="T92" fmla="*/ 565 w 575"/>
                  <a:gd name="T93" fmla="*/ 138 h 240"/>
                  <a:gd name="T94" fmla="*/ 556 w 575"/>
                  <a:gd name="T95" fmla="*/ 133 h 240"/>
                  <a:gd name="T96" fmla="*/ 421 w 575"/>
                  <a:gd name="T97" fmla="*/ 92 h 240"/>
                  <a:gd name="T98" fmla="*/ 404 w 575"/>
                  <a:gd name="T99" fmla="*/ 89 h 240"/>
                  <a:gd name="T100" fmla="*/ 264 w 575"/>
                  <a:gd name="T101" fmla="*/ 64 h 240"/>
                  <a:gd name="T102" fmla="*/ 188 w 575"/>
                  <a:gd name="T103" fmla="*/ 47 h 240"/>
                  <a:gd name="T104" fmla="*/ 160 w 575"/>
                  <a:gd name="T105" fmla="*/ 38 h 240"/>
                  <a:gd name="T106" fmla="*/ 142 w 575"/>
                  <a:gd name="T107" fmla="*/ 29 h 240"/>
                  <a:gd name="T108" fmla="*/ 139 w 575"/>
                  <a:gd name="T109" fmla="*/ 30 h 240"/>
                  <a:gd name="T110" fmla="*/ 139 w 575"/>
                  <a:gd name="T111" fmla="*/ 32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575" h="240">
                    <a:moveTo>
                      <a:pt x="139" y="32"/>
                    </a:moveTo>
                    <a:cubicBezTo>
                      <a:pt x="144" y="36"/>
                      <a:pt x="152" y="40"/>
                      <a:pt x="162" y="43"/>
                    </a:cubicBezTo>
                    <a:cubicBezTo>
                      <a:pt x="196" y="55"/>
                      <a:pt x="256" y="67"/>
                      <a:pt x="310" y="77"/>
                    </a:cubicBezTo>
                    <a:cubicBezTo>
                      <a:pt x="336" y="81"/>
                      <a:pt x="362" y="86"/>
                      <a:pt x="381" y="89"/>
                    </a:cubicBezTo>
                    <a:cubicBezTo>
                      <a:pt x="391" y="91"/>
                      <a:pt x="400" y="92"/>
                      <a:pt x="406" y="93"/>
                    </a:cubicBezTo>
                    <a:cubicBezTo>
                      <a:pt x="413" y="95"/>
                      <a:pt x="417" y="96"/>
                      <a:pt x="419" y="96"/>
                    </a:cubicBezTo>
                    <a:cubicBezTo>
                      <a:pt x="440" y="103"/>
                      <a:pt x="526" y="128"/>
                      <a:pt x="555" y="137"/>
                    </a:cubicBezTo>
                    <a:cubicBezTo>
                      <a:pt x="558" y="137"/>
                      <a:pt x="560" y="139"/>
                      <a:pt x="562" y="141"/>
                    </a:cubicBezTo>
                    <a:cubicBezTo>
                      <a:pt x="568" y="148"/>
                      <a:pt x="571" y="161"/>
                      <a:pt x="571" y="176"/>
                    </a:cubicBezTo>
                    <a:cubicBezTo>
                      <a:pt x="571" y="190"/>
                      <a:pt x="569" y="205"/>
                      <a:pt x="563" y="217"/>
                    </a:cubicBezTo>
                    <a:cubicBezTo>
                      <a:pt x="561" y="222"/>
                      <a:pt x="558" y="227"/>
                      <a:pt x="554" y="231"/>
                    </a:cubicBezTo>
                    <a:cubicBezTo>
                      <a:pt x="551" y="234"/>
                      <a:pt x="547" y="236"/>
                      <a:pt x="543" y="236"/>
                    </a:cubicBezTo>
                    <a:cubicBezTo>
                      <a:pt x="543" y="236"/>
                      <a:pt x="543" y="236"/>
                      <a:pt x="543" y="236"/>
                    </a:cubicBezTo>
                    <a:cubicBezTo>
                      <a:pt x="543" y="238"/>
                      <a:pt x="543" y="238"/>
                      <a:pt x="543" y="238"/>
                    </a:cubicBezTo>
                    <a:cubicBezTo>
                      <a:pt x="543" y="236"/>
                      <a:pt x="543" y="236"/>
                      <a:pt x="543" y="236"/>
                    </a:cubicBezTo>
                    <a:cubicBezTo>
                      <a:pt x="543" y="236"/>
                      <a:pt x="540" y="236"/>
                      <a:pt x="536" y="235"/>
                    </a:cubicBezTo>
                    <a:cubicBezTo>
                      <a:pt x="506" y="234"/>
                      <a:pt x="377" y="226"/>
                      <a:pt x="251" y="203"/>
                    </a:cubicBezTo>
                    <a:cubicBezTo>
                      <a:pt x="179" y="190"/>
                      <a:pt x="125" y="178"/>
                      <a:pt x="87" y="168"/>
                    </a:cubicBezTo>
                    <a:cubicBezTo>
                      <a:pt x="50" y="157"/>
                      <a:pt x="28" y="147"/>
                      <a:pt x="19" y="138"/>
                    </a:cubicBezTo>
                    <a:cubicBezTo>
                      <a:pt x="14" y="133"/>
                      <a:pt x="11" y="125"/>
                      <a:pt x="8" y="115"/>
                    </a:cubicBezTo>
                    <a:cubicBezTo>
                      <a:pt x="6" y="105"/>
                      <a:pt x="4" y="94"/>
                      <a:pt x="4" y="83"/>
                    </a:cubicBezTo>
                    <a:cubicBezTo>
                      <a:pt x="4" y="65"/>
                      <a:pt x="8" y="46"/>
                      <a:pt x="14" y="35"/>
                    </a:cubicBezTo>
                    <a:cubicBezTo>
                      <a:pt x="17" y="29"/>
                      <a:pt x="23" y="25"/>
                      <a:pt x="30" y="21"/>
                    </a:cubicBezTo>
                    <a:cubicBezTo>
                      <a:pt x="52" y="9"/>
                      <a:pt x="89" y="4"/>
                      <a:pt x="122" y="4"/>
                    </a:cubicBezTo>
                    <a:cubicBezTo>
                      <a:pt x="126" y="4"/>
                      <a:pt x="130" y="4"/>
                      <a:pt x="133" y="5"/>
                    </a:cubicBezTo>
                    <a:cubicBezTo>
                      <a:pt x="180" y="6"/>
                      <a:pt x="266" y="19"/>
                      <a:pt x="327" y="36"/>
                    </a:cubicBezTo>
                    <a:cubicBezTo>
                      <a:pt x="328" y="36"/>
                      <a:pt x="330" y="35"/>
                      <a:pt x="330" y="34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266" y="15"/>
                      <a:pt x="180" y="2"/>
                      <a:pt x="133" y="1"/>
                    </a:cubicBezTo>
                    <a:cubicBezTo>
                      <a:pt x="130" y="0"/>
                      <a:pt x="126" y="0"/>
                      <a:pt x="122" y="0"/>
                    </a:cubicBezTo>
                    <a:cubicBezTo>
                      <a:pt x="100" y="0"/>
                      <a:pt x="76" y="2"/>
                      <a:pt x="55" y="7"/>
                    </a:cubicBezTo>
                    <a:cubicBezTo>
                      <a:pt x="45" y="10"/>
                      <a:pt x="36" y="13"/>
                      <a:pt x="28" y="17"/>
                    </a:cubicBezTo>
                    <a:cubicBezTo>
                      <a:pt x="20" y="21"/>
                      <a:pt x="14" y="26"/>
                      <a:pt x="11" y="33"/>
                    </a:cubicBezTo>
                    <a:cubicBezTo>
                      <a:pt x="4" y="45"/>
                      <a:pt x="0" y="64"/>
                      <a:pt x="0" y="83"/>
                    </a:cubicBezTo>
                    <a:cubicBezTo>
                      <a:pt x="0" y="94"/>
                      <a:pt x="2" y="106"/>
                      <a:pt x="4" y="116"/>
                    </a:cubicBezTo>
                    <a:cubicBezTo>
                      <a:pt x="7" y="126"/>
                      <a:pt x="11" y="135"/>
                      <a:pt x="16" y="141"/>
                    </a:cubicBezTo>
                    <a:cubicBezTo>
                      <a:pt x="21" y="146"/>
                      <a:pt x="29" y="151"/>
                      <a:pt x="41" y="156"/>
                    </a:cubicBezTo>
                    <a:cubicBezTo>
                      <a:pt x="75" y="171"/>
                      <a:pt x="142" y="187"/>
                      <a:pt x="250" y="207"/>
                    </a:cubicBezTo>
                    <a:cubicBezTo>
                      <a:pt x="395" y="234"/>
                      <a:pt x="543" y="240"/>
                      <a:pt x="543" y="240"/>
                    </a:cubicBezTo>
                    <a:cubicBezTo>
                      <a:pt x="543" y="240"/>
                      <a:pt x="543" y="240"/>
                      <a:pt x="543" y="240"/>
                    </a:cubicBezTo>
                    <a:cubicBezTo>
                      <a:pt x="543" y="240"/>
                      <a:pt x="543" y="240"/>
                      <a:pt x="543" y="240"/>
                    </a:cubicBezTo>
                    <a:cubicBezTo>
                      <a:pt x="543" y="240"/>
                      <a:pt x="543" y="240"/>
                      <a:pt x="543" y="240"/>
                    </a:cubicBezTo>
                    <a:cubicBezTo>
                      <a:pt x="548" y="240"/>
                      <a:pt x="553" y="237"/>
                      <a:pt x="557" y="233"/>
                    </a:cubicBezTo>
                    <a:cubicBezTo>
                      <a:pt x="563" y="228"/>
                      <a:pt x="568" y="219"/>
                      <a:pt x="571" y="209"/>
                    </a:cubicBezTo>
                    <a:cubicBezTo>
                      <a:pt x="574" y="198"/>
                      <a:pt x="575" y="187"/>
                      <a:pt x="575" y="176"/>
                    </a:cubicBezTo>
                    <a:cubicBezTo>
                      <a:pt x="575" y="166"/>
                      <a:pt x="574" y="156"/>
                      <a:pt x="571" y="148"/>
                    </a:cubicBezTo>
                    <a:cubicBezTo>
                      <a:pt x="569" y="144"/>
                      <a:pt x="568" y="141"/>
                      <a:pt x="565" y="138"/>
                    </a:cubicBezTo>
                    <a:cubicBezTo>
                      <a:pt x="563" y="136"/>
                      <a:pt x="560" y="134"/>
                      <a:pt x="556" y="133"/>
                    </a:cubicBezTo>
                    <a:cubicBezTo>
                      <a:pt x="527" y="125"/>
                      <a:pt x="441" y="99"/>
                      <a:pt x="421" y="92"/>
                    </a:cubicBezTo>
                    <a:cubicBezTo>
                      <a:pt x="418" y="91"/>
                      <a:pt x="412" y="90"/>
                      <a:pt x="404" y="89"/>
                    </a:cubicBezTo>
                    <a:cubicBezTo>
                      <a:pt x="376" y="84"/>
                      <a:pt x="318" y="75"/>
                      <a:pt x="264" y="64"/>
                    </a:cubicBezTo>
                    <a:cubicBezTo>
                      <a:pt x="236" y="59"/>
                      <a:pt x="210" y="53"/>
                      <a:pt x="188" y="47"/>
                    </a:cubicBezTo>
                    <a:cubicBezTo>
                      <a:pt x="177" y="44"/>
                      <a:pt x="168" y="41"/>
                      <a:pt x="160" y="38"/>
                    </a:cubicBezTo>
                    <a:cubicBezTo>
                      <a:pt x="152" y="35"/>
                      <a:pt x="146" y="32"/>
                      <a:pt x="142" y="29"/>
                    </a:cubicBezTo>
                    <a:cubicBezTo>
                      <a:pt x="141" y="28"/>
                      <a:pt x="140" y="29"/>
                      <a:pt x="139" y="30"/>
                    </a:cubicBezTo>
                    <a:cubicBezTo>
                      <a:pt x="138" y="30"/>
                      <a:pt x="139" y="32"/>
                      <a:pt x="139" y="3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9" name="Freeform 116">
                <a:extLst>
                  <a:ext uri="{FF2B5EF4-FFF2-40B4-BE49-F238E27FC236}">
                    <a16:creationId xmlns:a16="http://schemas.microsoft.com/office/drawing/2014/main" id="{42ABC4DF-0AD1-415F-A743-37502CB91B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3" y="1945"/>
                <a:ext cx="380" cy="187"/>
              </a:xfrm>
              <a:custGeom>
                <a:avLst/>
                <a:gdLst>
                  <a:gd name="T0" fmla="*/ 255 w 261"/>
                  <a:gd name="T1" fmla="*/ 116 h 129"/>
                  <a:gd name="T2" fmla="*/ 92 w 261"/>
                  <a:gd name="T3" fmla="*/ 81 h 129"/>
                  <a:gd name="T4" fmla="*/ 48 w 261"/>
                  <a:gd name="T5" fmla="*/ 66 h 129"/>
                  <a:gd name="T6" fmla="*/ 26 w 261"/>
                  <a:gd name="T7" fmla="*/ 52 h 129"/>
                  <a:gd name="T8" fmla="*/ 16 w 261"/>
                  <a:gd name="T9" fmla="*/ 34 h 129"/>
                  <a:gd name="T10" fmla="*/ 12 w 261"/>
                  <a:gd name="T11" fmla="*/ 6 h 129"/>
                  <a:gd name="T12" fmla="*/ 6 w 261"/>
                  <a:gd name="T13" fmla="*/ 0 h 129"/>
                  <a:gd name="T14" fmla="*/ 0 w 261"/>
                  <a:gd name="T15" fmla="*/ 7 h 129"/>
                  <a:gd name="T16" fmla="*/ 5 w 261"/>
                  <a:gd name="T17" fmla="*/ 37 h 129"/>
                  <a:gd name="T18" fmla="*/ 17 w 261"/>
                  <a:gd name="T19" fmla="*/ 61 h 129"/>
                  <a:gd name="T20" fmla="*/ 43 w 261"/>
                  <a:gd name="T21" fmla="*/ 77 h 129"/>
                  <a:gd name="T22" fmla="*/ 121 w 261"/>
                  <a:gd name="T23" fmla="*/ 101 h 129"/>
                  <a:gd name="T24" fmla="*/ 253 w 261"/>
                  <a:gd name="T25" fmla="*/ 128 h 129"/>
                  <a:gd name="T26" fmla="*/ 260 w 261"/>
                  <a:gd name="T27" fmla="*/ 123 h 129"/>
                  <a:gd name="T28" fmla="*/ 255 w 261"/>
                  <a:gd name="T29" fmla="*/ 116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61" h="129">
                    <a:moveTo>
                      <a:pt x="255" y="116"/>
                    </a:moveTo>
                    <a:cubicBezTo>
                      <a:pt x="183" y="103"/>
                      <a:pt x="130" y="91"/>
                      <a:pt x="92" y="81"/>
                    </a:cubicBezTo>
                    <a:cubicBezTo>
                      <a:pt x="74" y="75"/>
                      <a:pt x="59" y="70"/>
                      <a:pt x="48" y="66"/>
                    </a:cubicBezTo>
                    <a:cubicBezTo>
                      <a:pt x="37" y="61"/>
                      <a:pt x="29" y="56"/>
                      <a:pt x="26" y="52"/>
                    </a:cubicBezTo>
                    <a:cubicBezTo>
                      <a:pt x="22" y="48"/>
                      <a:pt x="19" y="42"/>
                      <a:pt x="16" y="34"/>
                    </a:cubicBezTo>
                    <a:cubicBezTo>
                      <a:pt x="14" y="26"/>
                      <a:pt x="12" y="16"/>
                      <a:pt x="12" y="6"/>
                    </a:cubicBezTo>
                    <a:cubicBezTo>
                      <a:pt x="12" y="3"/>
                      <a:pt x="9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1" y="17"/>
                      <a:pt x="2" y="28"/>
                      <a:pt x="5" y="37"/>
                    </a:cubicBezTo>
                    <a:cubicBezTo>
                      <a:pt x="8" y="46"/>
                      <a:pt x="11" y="55"/>
                      <a:pt x="17" y="61"/>
                    </a:cubicBezTo>
                    <a:cubicBezTo>
                      <a:pt x="23" y="66"/>
                      <a:pt x="31" y="71"/>
                      <a:pt x="43" y="77"/>
                    </a:cubicBezTo>
                    <a:cubicBezTo>
                      <a:pt x="61" y="84"/>
                      <a:pt x="86" y="92"/>
                      <a:pt x="121" y="101"/>
                    </a:cubicBezTo>
                    <a:cubicBezTo>
                      <a:pt x="155" y="109"/>
                      <a:pt x="199" y="118"/>
                      <a:pt x="253" y="128"/>
                    </a:cubicBezTo>
                    <a:cubicBezTo>
                      <a:pt x="256" y="129"/>
                      <a:pt x="260" y="126"/>
                      <a:pt x="260" y="123"/>
                    </a:cubicBezTo>
                    <a:cubicBezTo>
                      <a:pt x="261" y="120"/>
                      <a:pt x="259" y="117"/>
                      <a:pt x="255" y="116"/>
                    </a:cubicBezTo>
                    <a:close/>
                  </a:path>
                </a:pathLst>
              </a:custGeom>
              <a:solidFill>
                <a:srgbClr val="085E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0" name="Freeform 117">
                <a:extLst>
                  <a:ext uri="{FF2B5EF4-FFF2-40B4-BE49-F238E27FC236}">
                    <a16:creationId xmlns:a16="http://schemas.microsoft.com/office/drawing/2014/main" id="{11B13425-6B9C-4735-8BEB-3A11E90D58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1" y="1828"/>
                <a:ext cx="265" cy="112"/>
              </a:xfrm>
              <a:custGeom>
                <a:avLst/>
                <a:gdLst>
                  <a:gd name="T0" fmla="*/ 9 w 182"/>
                  <a:gd name="T1" fmla="*/ 75 h 77"/>
                  <a:gd name="T2" fmla="*/ 15 w 182"/>
                  <a:gd name="T3" fmla="*/ 73 h 77"/>
                  <a:gd name="T4" fmla="*/ 100 w 182"/>
                  <a:gd name="T5" fmla="*/ 41 h 77"/>
                  <a:gd name="T6" fmla="*/ 177 w 182"/>
                  <a:gd name="T7" fmla="*/ 13 h 77"/>
                  <a:gd name="T8" fmla="*/ 181 w 182"/>
                  <a:gd name="T9" fmla="*/ 5 h 77"/>
                  <a:gd name="T10" fmla="*/ 173 w 182"/>
                  <a:gd name="T11" fmla="*/ 2 h 77"/>
                  <a:gd name="T12" fmla="*/ 81 w 182"/>
                  <a:gd name="T13" fmla="*/ 36 h 77"/>
                  <a:gd name="T14" fmla="*/ 5 w 182"/>
                  <a:gd name="T15" fmla="*/ 64 h 77"/>
                  <a:gd name="T16" fmla="*/ 1 w 182"/>
                  <a:gd name="T17" fmla="*/ 72 h 77"/>
                  <a:gd name="T18" fmla="*/ 9 w 182"/>
                  <a:gd name="T19" fmla="*/ 75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82" h="77">
                    <a:moveTo>
                      <a:pt x="9" y="75"/>
                    </a:moveTo>
                    <a:cubicBezTo>
                      <a:pt x="9" y="75"/>
                      <a:pt x="11" y="75"/>
                      <a:pt x="15" y="73"/>
                    </a:cubicBezTo>
                    <a:cubicBezTo>
                      <a:pt x="30" y="68"/>
                      <a:pt x="65" y="54"/>
                      <a:pt x="100" y="41"/>
                    </a:cubicBezTo>
                    <a:cubicBezTo>
                      <a:pt x="134" y="29"/>
                      <a:pt x="168" y="16"/>
                      <a:pt x="177" y="13"/>
                    </a:cubicBezTo>
                    <a:cubicBezTo>
                      <a:pt x="180" y="12"/>
                      <a:pt x="182" y="8"/>
                      <a:pt x="181" y="5"/>
                    </a:cubicBezTo>
                    <a:cubicBezTo>
                      <a:pt x="179" y="2"/>
                      <a:pt x="176" y="0"/>
                      <a:pt x="173" y="2"/>
                    </a:cubicBezTo>
                    <a:cubicBezTo>
                      <a:pt x="162" y="5"/>
                      <a:pt x="120" y="21"/>
                      <a:pt x="81" y="36"/>
                    </a:cubicBezTo>
                    <a:cubicBezTo>
                      <a:pt x="41" y="50"/>
                      <a:pt x="5" y="64"/>
                      <a:pt x="5" y="64"/>
                    </a:cubicBezTo>
                    <a:cubicBezTo>
                      <a:pt x="2" y="65"/>
                      <a:pt x="0" y="69"/>
                      <a:pt x="1" y="72"/>
                    </a:cubicBezTo>
                    <a:cubicBezTo>
                      <a:pt x="2" y="75"/>
                      <a:pt x="6" y="77"/>
                      <a:pt x="9" y="75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1" name="Freeform 118">
                <a:extLst>
                  <a:ext uri="{FF2B5EF4-FFF2-40B4-BE49-F238E27FC236}">
                    <a16:creationId xmlns:a16="http://schemas.microsoft.com/office/drawing/2014/main" id="{F53772BF-098A-4CA5-8EDD-9E377FCC0B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0" y="1853"/>
                <a:ext cx="254" cy="86"/>
              </a:xfrm>
              <a:custGeom>
                <a:avLst/>
                <a:gdLst>
                  <a:gd name="T0" fmla="*/ 2 w 175"/>
                  <a:gd name="T1" fmla="*/ 10 h 59"/>
                  <a:gd name="T2" fmla="*/ 8 w 175"/>
                  <a:gd name="T3" fmla="*/ 15 h 59"/>
                  <a:gd name="T4" fmla="*/ 24 w 175"/>
                  <a:gd name="T5" fmla="*/ 23 h 59"/>
                  <a:gd name="T6" fmla="*/ 63 w 175"/>
                  <a:gd name="T7" fmla="*/ 36 h 59"/>
                  <a:gd name="T8" fmla="*/ 130 w 175"/>
                  <a:gd name="T9" fmla="*/ 51 h 59"/>
                  <a:gd name="T10" fmla="*/ 155 w 175"/>
                  <a:gd name="T11" fmla="*/ 56 h 59"/>
                  <a:gd name="T12" fmla="*/ 167 w 175"/>
                  <a:gd name="T13" fmla="*/ 59 h 59"/>
                  <a:gd name="T14" fmla="*/ 174 w 175"/>
                  <a:gd name="T15" fmla="*/ 54 h 59"/>
                  <a:gd name="T16" fmla="*/ 170 w 175"/>
                  <a:gd name="T17" fmla="*/ 47 h 59"/>
                  <a:gd name="T18" fmla="*/ 161 w 175"/>
                  <a:gd name="T19" fmla="*/ 45 h 59"/>
                  <a:gd name="T20" fmla="*/ 78 w 175"/>
                  <a:gd name="T21" fmla="*/ 27 h 59"/>
                  <a:gd name="T22" fmla="*/ 34 w 175"/>
                  <a:gd name="T23" fmla="*/ 14 h 59"/>
                  <a:gd name="T24" fmla="*/ 19 w 175"/>
                  <a:gd name="T25" fmla="*/ 8 h 59"/>
                  <a:gd name="T26" fmla="*/ 12 w 175"/>
                  <a:gd name="T27" fmla="*/ 3 h 59"/>
                  <a:gd name="T28" fmla="*/ 3 w 175"/>
                  <a:gd name="T29" fmla="*/ 2 h 59"/>
                  <a:gd name="T30" fmla="*/ 2 w 175"/>
                  <a:gd name="T31" fmla="*/ 1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75" h="59">
                    <a:moveTo>
                      <a:pt x="2" y="10"/>
                    </a:moveTo>
                    <a:cubicBezTo>
                      <a:pt x="4" y="12"/>
                      <a:pt x="6" y="14"/>
                      <a:pt x="8" y="15"/>
                    </a:cubicBezTo>
                    <a:cubicBezTo>
                      <a:pt x="12" y="18"/>
                      <a:pt x="17" y="21"/>
                      <a:pt x="24" y="23"/>
                    </a:cubicBezTo>
                    <a:cubicBezTo>
                      <a:pt x="34" y="28"/>
                      <a:pt x="48" y="32"/>
                      <a:pt x="63" y="36"/>
                    </a:cubicBezTo>
                    <a:cubicBezTo>
                      <a:pt x="86" y="42"/>
                      <a:pt x="110" y="47"/>
                      <a:pt x="130" y="51"/>
                    </a:cubicBezTo>
                    <a:cubicBezTo>
                      <a:pt x="140" y="53"/>
                      <a:pt x="149" y="55"/>
                      <a:pt x="155" y="56"/>
                    </a:cubicBezTo>
                    <a:cubicBezTo>
                      <a:pt x="162" y="58"/>
                      <a:pt x="166" y="58"/>
                      <a:pt x="167" y="59"/>
                    </a:cubicBezTo>
                    <a:cubicBezTo>
                      <a:pt x="171" y="59"/>
                      <a:pt x="174" y="57"/>
                      <a:pt x="174" y="54"/>
                    </a:cubicBezTo>
                    <a:cubicBezTo>
                      <a:pt x="175" y="51"/>
                      <a:pt x="173" y="48"/>
                      <a:pt x="170" y="47"/>
                    </a:cubicBezTo>
                    <a:cubicBezTo>
                      <a:pt x="168" y="47"/>
                      <a:pt x="165" y="46"/>
                      <a:pt x="161" y="45"/>
                    </a:cubicBezTo>
                    <a:cubicBezTo>
                      <a:pt x="145" y="42"/>
                      <a:pt x="110" y="35"/>
                      <a:pt x="78" y="27"/>
                    </a:cubicBezTo>
                    <a:cubicBezTo>
                      <a:pt x="62" y="23"/>
                      <a:pt x="46" y="19"/>
                      <a:pt x="34" y="14"/>
                    </a:cubicBezTo>
                    <a:cubicBezTo>
                      <a:pt x="28" y="12"/>
                      <a:pt x="23" y="10"/>
                      <a:pt x="19" y="8"/>
                    </a:cubicBezTo>
                    <a:cubicBezTo>
                      <a:pt x="15" y="6"/>
                      <a:pt x="12" y="4"/>
                      <a:pt x="12" y="3"/>
                    </a:cubicBezTo>
                    <a:cubicBezTo>
                      <a:pt x="9" y="0"/>
                      <a:pt x="6" y="0"/>
                      <a:pt x="3" y="2"/>
                    </a:cubicBezTo>
                    <a:cubicBezTo>
                      <a:pt x="1" y="4"/>
                      <a:pt x="0" y="8"/>
                      <a:pt x="2" y="10"/>
                    </a:cubicBezTo>
                    <a:close/>
                  </a:path>
                </a:pathLst>
              </a:custGeom>
              <a:solidFill>
                <a:srgbClr val="FFB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2" name="Freeform 119">
                <a:extLst>
                  <a:ext uri="{FF2B5EF4-FFF2-40B4-BE49-F238E27FC236}">
                    <a16:creationId xmlns:a16="http://schemas.microsoft.com/office/drawing/2014/main" id="{F60B4FBF-C17B-4952-8109-7040E3A01C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7" y="1424"/>
                <a:ext cx="86" cy="266"/>
              </a:xfrm>
              <a:custGeom>
                <a:avLst/>
                <a:gdLst>
                  <a:gd name="T0" fmla="*/ 47 w 59"/>
                  <a:gd name="T1" fmla="*/ 5 h 183"/>
                  <a:gd name="T2" fmla="*/ 0 w 59"/>
                  <a:gd name="T3" fmla="*/ 176 h 183"/>
                  <a:gd name="T4" fmla="*/ 5 w 59"/>
                  <a:gd name="T5" fmla="*/ 183 h 183"/>
                  <a:gd name="T6" fmla="*/ 12 w 59"/>
                  <a:gd name="T7" fmla="*/ 177 h 183"/>
                  <a:gd name="T8" fmla="*/ 58 w 59"/>
                  <a:gd name="T9" fmla="*/ 9 h 183"/>
                  <a:gd name="T10" fmla="*/ 54 w 59"/>
                  <a:gd name="T11" fmla="*/ 1 h 183"/>
                  <a:gd name="T12" fmla="*/ 47 w 59"/>
                  <a:gd name="T13" fmla="*/ 5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9" h="183">
                    <a:moveTo>
                      <a:pt x="47" y="5"/>
                    </a:moveTo>
                    <a:cubicBezTo>
                      <a:pt x="31" y="41"/>
                      <a:pt x="10" y="103"/>
                      <a:pt x="0" y="176"/>
                    </a:cubicBezTo>
                    <a:cubicBezTo>
                      <a:pt x="0" y="179"/>
                      <a:pt x="2" y="182"/>
                      <a:pt x="5" y="183"/>
                    </a:cubicBezTo>
                    <a:cubicBezTo>
                      <a:pt x="9" y="183"/>
                      <a:pt x="12" y="181"/>
                      <a:pt x="12" y="177"/>
                    </a:cubicBezTo>
                    <a:cubicBezTo>
                      <a:pt x="21" y="106"/>
                      <a:pt x="43" y="45"/>
                      <a:pt x="58" y="9"/>
                    </a:cubicBezTo>
                    <a:cubicBezTo>
                      <a:pt x="59" y="6"/>
                      <a:pt x="58" y="3"/>
                      <a:pt x="54" y="1"/>
                    </a:cubicBezTo>
                    <a:cubicBezTo>
                      <a:pt x="51" y="0"/>
                      <a:pt x="48" y="2"/>
                      <a:pt x="47" y="5"/>
                    </a:cubicBezTo>
                    <a:close/>
                  </a:path>
                </a:pathLst>
              </a:custGeom>
              <a:solidFill>
                <a:srgbClr val="085E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3" name="Freeform 120">
                <a:extLst>
                  <a:ext uri="{FF2B5EF4-FFF2-40B4-BE49-F238E27FC236}">
                    <a16:creationId xmlns:a16="http://schemas.microsoft.com/office/drawing/2014/main" id="{A87D5ED6-61D9-4033-BCD7-78FE1F16A4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6" y="1707"/>
                <a:ext cx="220" cy="140"/>
              </a:xfrm>
              <a:custGeom>
                <a:avLst/>
                <a:gdLst>
                  <a:gd name="T0" fmla="*/ 60 w 151"/>
                  <a:gd name="T1" fmla="*/ 96 h 96"/>
                  <a:gd name="T2" fmla="*/ 36 w 151"/>
                  <a:gd name="T3" fmla="*/ 92 h 96"/>
                  <a:gd name="T4" fmla="*/ 34 w 151"/>
                  <a:gd name="T5" fmla="*/ 91 h 96"/>
                  <a:gd name="T6" fmla="*/ 2 w 151"/>
                  <a:gd name="T7" fmla="*/ 62 h 96"/>
                  <a:gd name="T8" fmla="*/ 18 w 151"/>
                  <a:gd name="T9" fmla="*/ 45 h 96"/>
                  <a:gd name="T10" fmla="*/ 34 w 151"/>
                  <a:gd name="T11" fmla="*/ 36 h 96"/>
                  <a:gd name="T12" fmla="*/ 93 w 151"/>
                  <a:gd name="T13" fmla="*/ 16 h 96"/>
                  <a:gd name="T14" fmla="*/ 108 w 151"/>
                  <a:gd name="T15" fmla="*/ 13 h 96"/>
                  <a:gd name="T16" fmla="*/ 123 w 151"/>
                  <a:gd name="T17" fmla="*/ 6 h 96"/>
                  <a:gd name="T18" fmla="*/ 140 w 151"/>
                  <a:gd name="T19" fmla="*/ 0 h 96"/>
                  <a:gd name="T20" fmla="*/ 148 w 151"/>
                  <a:gd name="T21" fmla="*/ 3 h 96"/>
                  <a:gd name="T22" fmla="*/ 150 w 151"/>
                  <a:gd name="T23" fmla="*/ 10 h 96"/>
                  <a:gd name="T24" fmla="*/ 139 w 151"/>
                  <a:gd name="T25" fmla="*/ 23 h 96"/>
                  <a:gd name="T26" fmla="*/ 129 w 151"/>
                  <a:gd name="T27" fmla="*/ 47 h 96"/>
                  <a:gd name="T28" fmla="*/ 124 w 151"/>
                  <a:gd name="T29" fmla="*/ 62 h 96"/>
                  <a:gd name="T30" fmla="*/ 121 w 151"/>
                  <a:gd name="T31" fmla="*/ 66 h 96"/>
                  <a:gd name="T32" fmla="*/ 88 w 151"/>
                  <a:gd name="T33" fmla="*/ 90 h 96"/>
                  <a:gd name="T34" fmla="*/ 60 w 151"/>
                  <a:gd name="T35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51" h="96">
                    <a:moveTo>
                      <a:pt x="60" y="96"/>
                    </a:moveTo>
                    <a:cubicBezTo>
                      <a:pt x="51" y="96"/>
                      <a:pt x="44" y="94"/>
                      <a:pt x="36" y="92"/>
                    </a:cubicBezTo>
                    <a:cubicBezTo>
                      <a:pt x="34" y="91"/>
                      <a:pt x="34" y="91"/>
                      <a:pt x="34" y="91"/>
                    </a:cubicBezTo>
                    <a:cubicBezTo>
                      <a:pt x="21" y="87"/>
                      <a:pt x="0" y="79"/>
                      <a:pt x="2" y="62"/>
                    </a:cubicBezTo>
                    <a:cubicBezTo>
                      <a:pt x="4" y="52"/>
                      <a:pt x="10" y="49"/>
                      <a:pt x="18" y="45"/>
                    </a:cubicBezTo>
                    <a:cubicBezTo>
                      <a:pt x="23" y="43"/>
                      <a:pt x="28" y="40"/>
                      <a:pt x="34" y="36"/>
                    </a:cubicBezTo>
                    <a:cubicBezTo>
                      <a:pt x="48" y="25"/>
                      <a:pt x="74" y="20"/>
                      <a:pt x="93" y="16"/>
                    </a:cubicBezTo>
                    <a:cubicBezTo>
                      <a:pt x="99" y="15"/>
                      <a:pt x="105" y="14"/>
                      <a:pt x="108" y="13"/>
                    </a:cubicBezTo>
                    <a:cubicBezTo>
                      <a:pt x="113" y="12"/>
                      <a:pt x="118" y="9"/>
                      <a:pt x="123" y="6"/>
                    </a:cubicBezTo>
                    <a:cubicBezTo>
                      <a:pt x="129" y="3"/>
                      <a:pt x="135" y="0"/>
                      <a:pt x="140" y="0"/>
                    </a:cubicBezTo>
                    <a:cubicBezTo>
                      <a:pt x="143" y="0"/>
                      <a:pt x="146" y="1"/>
                      <a:pt x="148" y="3"/>
                    </a:cubicBezTo>
                    <a:cubicBezTo>
                      <a:pt x="149" y="4"/>
                      <a:pt x="151" y="7"/>
                      <a:pt x="150" y="10"/>
                    </a:cubicBezTo>
                    <a:cubicBezTo>
                      <a:pt x="150" y="14"/>
                      <a:pt x="146" y="18"/>
                      <a:pt x="139" y="23"/>
                    </a:cubicBezTo>
                    <a:cubicBezTo>
                      <a:pt x="133" y="28"/>
                      <a:pt x="131" y="38"/>
                      <a:pt x="129" y="47"/>
                    </a:cubicBezTo>
                    <a:cubicBezTo>
                      <a:pt x="128" y="54"/>
                      <a:pt x="127" y="59"/>
                      <a:pt x="124" y="62"/>
                    </a:cubicBezTo>
                    <a:cubicBezTo>
                      <a:pt x="123" y="63"/>
                      <a:pt x="122" y="64"/>
                      <a:pt x="121" y="66"/>
                    </a:cubicBezTo>
                    <a:cubicBezTo>
                      <a:pt x="116" y="72"/>
                      <a:pt x="109" y="81"/>
                      <a:pt x="88" y="90"/>
                    </a:cubicBezTo>
                    <a:cubicBezTo>
                      <a:pt x="77" y="94"/>
                      <a:pt x="68" y="96"/>
                      <a:pt x="60" y="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4" name="Freeform 121">
                <a:extLst>
                  <a:ext uri="{FF2B5EF4-FFF2-40B4-BE49-F238E27FC236}">
                    <a16:creationId xmlns:a16="http://schemas.microsoft.com/office/drawing/2014/main" id="{AD76F9DD-3F43-4052-9424-8E047485C1D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283" y="1704"/>
                <a:ext cx="226" cy="146"/>
              </a:xfrm>
              <a:custGeom>
                <a:avLst/>
                <a:gdLst>
                  <a:gd name="T0" fmla="*/ 142 w 155"/>
                  <a:gd name="T1" fmla="*/ 4 h 100"/>
                  <a:gd name="T2" fmla="*/ 148 w 155"/>
                  <a:gd name="T3" fmla="*/ 6 h 100"/>
                  <a:gd name="T4" fmla="*/ 140 w 155"/>
                  <a:gd name="T5" fmla="*/ 24 h 100"/>
                  <a:gd name="T6" fmla="*/ 125 w 155"/>
                  <a:gd name="T7" fmla="*/ 63 h 100"/>
                  <a:gd name="T8" fmla="*/ 90 w 155"/>
                  <a:gd name="T9" fmla="*/ 90 h 100"/>
                  <a:gd name="T10" fmla="*/ 62 w 155"/>
                  <a:gd name="T11" fmla="*/ 96 h 100"/>
                  <a:gd name="T12" fmla="*/ 37 w 155"/>
                  <a:gd name="T13" fmla="*/ 91 h 100"/>
                  <a:gd name="T14" fmla="*/ 6 w 155"/>
                  <a:gd name="T15" fmla="*/ 64 h 100"/>
                  <a:gd name="T16" fmla="*/ 37 w 155"/>
                  <a:gd name="T17" fmla="*/ 39 h 100"/>
                  <a:gd name="T18" fmla="*/ 111 w 155"/>
                  <a:gd name="T19" fmla="*/ 17 h 100"/>
                  <a:gd name="T20" fmla="*/ 142 w 155"/>
                  <a:gd name="T21" fmla="*/ 4 h 100"/>
                  <a:gd name="T22" fmla="*/ 142 w 155"/>
                  <a:gd name="T23" fmla="*/ 0 h 100"/>
                  <a:gd name="T24" fmla="*/ 142 w 155"/>
                  <a:gd name="T25" fmla="*/ 0 h 100"/>
                  <a:gd name="T26" fmla="*/ 124 w 155"/>
                  <a:gd name="T27" fmla="*/ 6 h 100"/>
                  <a:gd name="T28" fmla="*/ 110 w 155"/>
                  <a:gd name="T29" fmla="*/ 13 h 100"/>
                  <a:gd name="T30" fmla="*/ 94 w 155"/>
                  <a:gd name="T31" fmla="*/ 16 h 100"/>
                  <a:gd name="T32" fmla="*/ 35 w 155"/>
                  <a:gd name="T33" fmla="*/ 36 h 100"/>
                  <a:gd name="T34" fmla="*/ 19 w 155"/>
                  <a:gd name="T35" fmla="*/ 45 h 100"/>
                  <a:gd name="T36" fmla="*/ 2 w 155"/>
                  <a:gd name="T37" fmla="*/ 64 h 100"/>
                  <a:gd name="T38" fmla="*/ 36 w 155"/>
                  <a:gd name="T39" fmla="*/ 95 h 100"/>
                  <a:gd name="T40" fmla="*/ 38 w 155"/>
                  <a:gd name="T41" fmla="*/ 96 h 100"/>
                  <a:gd name="T42" fmla="*/ 62 w 155"/>
                  <a:gd name="T43" fmla="*/ 100 h 100"/>
                  <a:gd name="T44" fmla="*/ 91 w 155"/>
                  <a:gd name="T45" fmla="*/ 94 h 100"/>
                  <a:gd name="T46" fmla="*/ 124 w 155"/>
                  <a:gd name="T47" fmla="*/ 69 h 100"/>
                  <a:gd name="T48" fmla="*/ 128 w 155"/>
                  <a:gd name="T49" fmla="*/ 65 h 100"/>
                  <a:gd name="T50" fmla="*/ 133 w 155"/>
                  <a:gd name="T51" fmla="*/ 50 h 100"/>
                  <a:gd name="T52" fmla="*/ 142 w 155"/>
                  <a:gd name="T53" fmla="*/ 27 h 100"/>
                  <a:gd name="T54" fmla="*/ 154 w 155"/>
                  <a:gd name="T55" fmla="*/ 12 h 100"/>
                  <a:gd name="T56" fmla="*/ 151 w 155"/>
                  <a:gd name="T57" fmla="*/ 4 h 100"/>
                  <a:gd name="T58" fmla="*/ 142 w 155"/>
                  <a:gd name="T59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55" h="100">
                    <a:moveTo>
                      <a:pt x="142" y="4"/>
                    </a:moveTo>
                    <a:cubicBezTo>
                      <a:pt x="145" y="4"/>
                      <a:pt x="147" y="4"/>
                      <a:pt x="148" y="6"/>
                    </a:cubicBezTo>
                    <a:cubicBezTo>
                      <a:pt x="152" y="11"/>
                      <a:pt x="152" y="15"/>
                      <a:pt x="140" y="24"/>
                    </a:cubicBezTo>
                    <a:cubicBezTo>
                      <a:pt x="128" y="33"/>
                      <a:pt x="130" y="56"/>
                      <a:pt x="125" y="63"/>
                    </a:cubicBezTo>
                    <a:cubicBezTo>
                      <a:pt x="119" y="69"/>
                      <a:pt x="115" y="80"/>
                      <a:pt x="90" y="90"/>
                    </a:cubicBezTo>
                    <a:cubicBezTo>
                      <a:pt x="78" y="95"/>
                      <a:pt x="69" y="96"/>
                      <a:pt x="62" y="96"/>
                    </a:cubicBezTo>
                    <a:cubicBezTo>
                      <a:pt x="53" y="96"/>
                      <a:pt x="45" y="94"/>
                      <a:pt x="37" y="91"/>
                    </a:cubicBezTo>
                    <a:cubicBezTo>
                      <a:pt x="22" y="87"/>
                      <a:pt x="4" y="78"/>
                      <a:pt x="6" y="64"/>
                    </a:cubicBezTo>
                    <a:cubicBezTo>
                      <a:pt x="9" y="51"/>
                      <a:pt x="20" y="52"/>
                      <a:pt x="37" y="39"/>
                    </a:cubicBezTo>
                    <a:cubicBezTo>
                      <a:pt x="55" y="25"/>
                      <a:pt x="97" y="21"/>
                      <a:pt x="111" y="17"/>
                    </a:cubicBezTo>
                    <a:cubicBezTo>
                      <a:pt x="122" y="14"/>
                      <a:pt x="134" y="4"/>
                      <a:pt x="142" y="4"/>
                    </a:cubicBezTo>
                    <a:moveTo>
                      <a:pt x="142" y="0"/>
                    </a:moveTo>
                    <a:cubicBezTo>
                      <a:pt x="142" y="0"/>
                      <a:pt x="142" y="0"/>
                      <a:pt x="142" y="0"/>
                    </a:cubicBezTo>
                    <a:cubicBezTo>
                      <a:pt x="137" y="0"/>
                      <a:pt x="131" y="3"/>
                      <a:pt x="124" y="6"/>
                    </a:cubicBezTo>
                    <a:cubicBezTo>
                      <a:pt x="119" y="9"/>
                      <a:pt x="114" y="12"/>
                      <a:pt x="110" y="13"/>
                    </a:cubicBezTo>
                    <a:cubicBezTo>
                      <a:pt x="106" y="14"/>
                      <a:pt x="101" y="15"/>
                      <a:pt x="94" y="16"/>
                    </a:cubicBezTo>
                    <a:cubicBezTo>
                      <a:pt x="75" y="20"/>
                      <a:pt x="49" y="25"/>
                      <a:pt x="35" y="36"/>
                    </a:cubicBezTo>
                    <a:cubicBezTo>
                      <a:pt x="29" y="40"/>
                      <a:pt x="24" y="43"/>
                      <a:pt x="19" y="45"/>
                    </a:cubicBezTo>
                    <a:cubicBezTo>
                      <a:pt x="11" y="50"/>
                      <a:pt x="4" y="53"/>
                      <a:pt x="2" y="64"/>
                    </a:cubicBezTo>
                    <a:cubicBezTo>
                      <a:pt x="0" y="77"/>
                      <a:pt x="12" y="88"/>
                      <a:pt x="36" y="95"/>
                    </a:cubicBezTo>
                    <a:cubicBezTo>
                      <a:pt x="38" y="96"/>
                      <a:pt x="38" y="96"/>
                      <a:pt x="38" y="96"/>
                    </a:cubicBezTo>
                    <a:cubicBezTo>
                      <a:pt x="45" y="98"/>
                      <a:pt x="53" y="100"/>
                      <a:pt x="62" y="100"/>
                    </a:cubicBezTo>
                    <a:cubicBezTo>
                      <a:pt x="70" y="100"/>
                      <a:pt x="80" y="98"/>
                      <a:pt x="91" y="94"/>
                    </a:cubicBezTo>
                    <a:cubicBezTo>
                      <a:pt x="113" y="85"/>
                      <a:pt x="120" y="75"/>
                      <a:pt x="124" y="69"/>
                    </a:cubicBezTo>
                    <a:cubicBezTo>
                      <a:pt x="126" y="68"/>
                      <a:pt x="127" y="66"/>
                      <a:pt x="128" y="65"/>
                    </a:cubicBezTo>
                    <a:cubicBezTo>
                      <a:pt x="131" y="62"/>
                      <a:pt x="132" y="56"/>
                      <a:pt x="133" y="50"/>
                    </a:cubicBezTo>
                    <a:cubicBezTo>
                      <a:pt x="135" y="41"/>
                      <a:pt x="136" y="32"/>
                      <a:pt x="142" y="27"/>
                    </a:cubicBezTo>
                    <a:cubicBezTo>
                      <a:pt x="150" y="21"/>
                      <a:pt x="154" y="17"/>
                      <a:pt x="154" y="12"/>
                    </a:cubicBezTo>
                    <a:cubicBezTo>
                      <a:pt x="155" y="9"/>
                      <a:pt x="154" y="6"/>
                      <a:pt x="151" y="4"/>
                    </a:cubicBezTo>
                    <a:cubicBezTo>
                      <a:pt x="149" y="1"/>
                      <a:pt x="146" y="0"/>
                      <a:pt x="14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5" name="Freeform 122">
                <a:extLst>
                  <a:ext uri="{FF2B5EF4-FFF2-40B4-BE49-F238E27FC236}">
                    <a16:creationId xmlns:a16="http://schemas.microsoft.com/office/drawing/2014/main" id="{96C9AA27-6613-4EC1-B608-C76D82B5AF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3" y="1729"/>
                <a:ext cx="104" cy="88"/>
              </a:xfrm>
              <a:custGeom>
                <a:avLst/>
                <a:gdLst>
                  <a:gd name="T0" fmla="*/ 63 w 71"/>
                  <a:gd name="T1" fmla="*/ 46 h 60"/>
                  <a:gd name="T2" fmla="*/ 53 w 71"/>
                  <a:gd name="T3" fmla="*/ 5 h 60"/>
                  <a:gd name="T4" fmla="*/ 21 w 71"/>
                  <a:gd name="T5" fmla="*/ 18 h 60"/>
                  <a:gd name="T6" fmla="*/ 0 w 71"/>
                  <a:gd name="T7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1" h="60">
                    <a:moveTo>
                      <a:pt x="63" y="46"/>
                    </a:moveTo>
                    <a:cubicBezTo>
                      <a:pt x="71" y="28"/>
                      <a:pt x="57" y="10"/>
                      <a:pt x="53" y="5"/>
                    </a:cubicBezTo>
                    <a:cubicBezTo>
                      <a:pt x="49" y="0"/>
                      <a:pt x="34" y="5"/>
                      <a:pt x="21" y="18"/>
                    </a:cubicBezTo>
                    <a:cubicBezTo>
                      <a:pt x="8" y="31"/>
                      <a:pt x="4" y="34"/>
                      <a:pt x="0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6" name="Freeform 123">
                <a:extLst>
                  <a:ext uri="{FF2B5EF4-FFF2-40B4-BE49-F238E27FC236}">
                    <a16:creationId xmlns:a16="http://schemas.microsoft.com/office/drawing/2014/main" id="{5E57E581-51DC-476B-B04B-DF7899AC26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1" y="1731"/>
                <a:ext cx="100" cy="90"/>
              </a:xfrm>
              <a:custGeom>
                <a:avLst/>
                <a:gdLst>
                  <a:gd name="T0" fmla="*/ 66 w 69"/>
                  <a:gd name="T1" fmla="*/ 45 h 62"/>
                  <a:gd name="T2" fmla="*/ 69 w 69"/>
                  <a:gd name="T3" fmla="*/ 33 h 62"/>
                  <a:gd name="T4" fmla="*/ 56 w 69"/>
                  <a:gd name="T5" fmla="*/ 3 h 62"/>
                  <a:gd name="T6" fmla="*/ 53 w 69"/>
                  <a:gd name="T7" fmla="*/ 1 h 62"/>
                  <a:gd name="T8" fmla="*/ 50 w 69"/>
                  <a:gd name="T9" fmla="*/ 0 h 62"/>
                  <a:gd name="T10" fmla="*/ 37 w 69"/>
                  <a:gd name="T11" fmla="*/ 4 h 62"/>
                  <a:gd name="T12" fmla="*/ 22 w 69"/>
                  <a:gd name="T13" fmla="*/ 15 h 62"/>
                  <a:gd name="T14" fmla="*/ 7 w 69"/>
                  <a:gd name="T15" fmla="*/ 32 h 62"/>
                  <a:gd name="T16" fmla="*/ 0 w 69"/>
                  <a:gd name="T17" fmla="*/ 59 h 62"/>
                  <a:gd name="T18" fmla="*/ 2 w 69"/>
                  <a:gd name="T19" fmla="*/ 61 h 62"/>
                  <a:gd name="T20" fmla="*/ 4 w 69"/>
                  <a:gd name="T21" fmla="*/ 60 h 62"/>
                  <a:gd name="T22" fmla="*/ 11 w 69"/>
                  <a:gd name="T23" fmla="*/ 34 h 62"/>
                  <a:gd name="T24" fmla="*/ 25 w 69"/>
                  <a:gd name="T25" fmla="*/ 18 h 62"/>
                  <a:gd name="T26" fmla="*/ 38 w 69"/>
                  <a:gd name="T27" fmla="*/ 8 h 62"/>
                  <a:gd name="T28" fmla="*/ 50 w 69"/>
                  <a:gd name="T29" fmla="*/ 4 h 62"/>
                  <a:gd name="T30" fmla="*/ 52 w 69"/>
                  <a:gd name="T31" fmla="*/ 5 h 62"/>
                  <a:gd name="T32" fmla="*/ 53 w 69"/>
                  <a:gd name="T33" fmla="*/ 5 h 62"/>
                  <a:gd name="T34" fmla="*/ 65 w 69"/>
                  <a:gd name="T35" fmla="*/ 33 h 62"/>
                  <a:gd name="T36" fmla="*/ 63 w 69"/>
                  <a:gd name="T37" fmla="*/ 44 h 62"/>
                  <a:gd name="T38" fmla="*/ 64 w 69"/>
                  <a:gd name="T39" fmla="*/ 46 h 62"/>
                  <a:gd name="T40" fmla="*/ 66 w 69"/>
                  <a:gd name="T41" fmla="*/ 45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9" h="62">
                    <a:moveTo>
                      <a:pt x="66" y="45"/>
                    </a:moveTo>
                    <a:cubicBezTo>
                      <a:pt x="68" y="41"/>
                      <a:pt x="69" y="37"/>
                      <a:pt x="69" y="33"/>
                    </a:cubicBezTo>
                    <a:cubicBezTo>
                      <a:pt x="69" y="19"/>
                      <a:pt x="59" y="7"/>
                      <a:pt x="56" y="3"/>
                    </a:cubicBezTo>
                    <a:cubicBezTo>
                      <a:pt x="56" y="2"/>
                      <a:pt x="55" y="1"/>
                      <a:pt x="53" y="1"/>
                    </a:cubicBezTo>
                    <a:cubicBezTo>
                      <a:pt x="52" y="0"/>
                      <a:pt x="51" y="0"/>
                      <a:pt x="50" y="0"/>
                    </a:cubicBezTo>
                    <a:cubicBezTo>
                      <a:pt x="46" y="0"/>
                      <a:pt x="41" y="2"/>
                      <a:pt x="37" y="4"/>
                    </a:cubicBezTo>
                    <a:cubicBezTo>
                      <a:pt x="32" y="7"/>
                      <a:pt x="27" y="10"/>
                      <a:pt x="22" y="15"/>
                    </a:cubicBezTo>
                    <a:cubicBezTo>
                      <a:pt x="15" y="22"/>
                      <a:pt x="11" y="26"/>
                      <a:pt x="7" y="32"/>
                    </a:cubicBezTo>
                    <a:cubicBezTo>
                      <a:pt x="4" y="38"/>
                      <a:pt x="2" y="46"/>
                      <a:pt x="0" y="59"/>
                    </a:cubicBezTo>
                    <a:cubicBezTo>
                      <a:pt x="0" y="60"/>
                      <a:pt x="0" y="61"/>
                      <a:pt x="2" y="61"/>
                    </a:cubicBezTo>
                    <a:cubicBezTo>
                      <a:pt x="3" y="62"/>
                      <a:pt x="4" y="61"/>
                      <a:pt x="4" y="60"/>
                    </a:cubicBezTo>
                    <a:cubicBezTo>
                      <a:pt x="6" y="47"/>
                      <a:pt x="8" y="39"/>
                      <a:pt x="11" y="34"/>
                    </a:cubicBezTo>
                    <a:cubicBezTo>
                      <a:pt x="14" y="29"/>
                      <a:pt x="18" y="25"/>
                      <a:pt x="25" y="18"/>
                    </a:cubicBezTo>
                    <a:cubicBezTo>
                      <a:pt x="29" y="14"/>
                      <a:pt x="34" y="10"/>
                      <a:pt x="38" y="8"/>
                    </a:cubicBezTo>
                    <a:cubicBezTo>
                      <a:pt x="43" y="5"/>
                      <a:pt x="47" y="4"/>
                      <a:pt x="50" y="4"/>
                    </a:cubicBezTo>
                    <a:cubicBezTo>
                      <a:pt x="51" y="4"/>
                      <a:pt x="51" y="4"/>
                      <a:pt x="52" y="5"/>
                    </a:cubicBezTo>
                    <a:cubicBezTo>
                      <a:pt x="53" y="5"/>
                      <a:pt x="53" y="5"/>
                      <a:pt x="53" y="5"/>
                    </a:cubicBezTo>
                    <a:cubicBezTo>
                      <a:pt x="56" y="9"/>
                      <a:pt x="65" y="21"/>
                      <a:pt x="65" y="33"/>
                    </a:cubicBezTo>
                    <a:cubicBezTo>
                      <a:pt x="65" y="37"/>
                      <a:pt x="64" y="40"/>
                      <a:pt x="63" y="44"/>
                    </a:cubicBezTo>
                    <a:cubicBezTo>
                      <a:pt x="62" y="45"/>
                      <a:pt x="63" y="46"/>
                      <a:pt x="64" y="46"/>
                    </a:cubicBezTo>
                    <a:cubicBezTo>
                      <a:pt x="65" y="47"/>
                      <a:pt x="66" y="46"/>
                      <a:pt x="66" y="4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7" name="Freeform 124">
                <a:extLst>
                  <a:ext uri="{FF2B5EF4-FFF2-40B4-BE49-F238E27FC236}">
                    <a16:creationId xmlns:a16="http://schemas.microsoft.com/office/drawing/2014/main" id="{D5E245CB-03A8-45E6-BBE7-D5973D801A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710"/>
                <a:ext cx="220" cy="141"/>
              </a:xfrm>
              <a:custGeom>
                <a:avLst/>
                <a:gdLst>
                  <a:gd name="T0" fmla="*/ 91 w 151"/>
                  <a:gd name="T1" fmla="*/ 97 h 97"/>
                  <a:gd name="T2" fmla="*/ 62 w 151"/>
                  <a:gd name="T3" fmla="*/ 91 h 97"/>
                  <a:gd name="T4" fmla="*/ 30 w 151"/>
                  <a:gd name="T5" fmla="*/ 67 h 97"/>
                  <a:gd name="T6" fmla="*/ 26 w 151"/>
                  <a:gd name="T7" fmla="*/ 63 h 97"/>
                  <a:gd name="T8" fmla="*/ 21 w 151"/>
                  <a:gd name="T9" fmla="*/ 48 h 97"/>
                  <a:gd name="T10" fmla="*/ 11 w 151"/>
                  <a:gd name="T11" fmla="*/ 24 h 97"/>
                  <a:gd name="T12" fmla="*/ 0 w 151"/>
                  <a:gd name="T13" fmla="*/ 11 h 97"/>
                  <a:gd name="T14" fmla="*/ 3 w 151"/>
                  <a:gd name="T15" fmla="*/ 4 h 97"/>
                  <a:gd name="T16" fmla="*/ 10 w 151"/>
                  <a:gd name="T17" fmla="*/ 0 h 97"/>
                  <a:gd name="T18" fmla="*/ 27 w 151"/>
                  <a:gd name="T19" fmla="*/ 7 h 97"/>
                  <a:gd name="T20" fmla="*/ 42 w 151"/>
                  <a:gd name="T21" fmla="*/ 14 h 97"/>
                  <a:gd name="T22" fmla="*/ 58 w 151"/>
                  <a:gd name="T23" fmla="*/ 17 h 97"/>
                  <a:gd name="T24" fmla="*/ 117 w 151"/>
                  <a:gd name="T25" fmla="*/ 36 h 97"/>
                  <a:gd name="T26" fmla="*/ 132 w 151"/>
                  <a:gd name="T27" fmla="*/ 46 h 97"/>
                  <a:gd name="T28" fmla="*/ 148 w 151"/>
                  <a:gd name="T29" fmla="*/ 63 h 97"/>
                  <a:gd name="T30" fmla="*/ 116 w 151"/>
                  <a:gd name="T31" fmla="*/ 92 h 97"/>
                  <a:gd name="T32" fmla="*/ 114 w 151"/>
                  <a:gd name="T33" fmla="*/ 93 h 97"/>
                  <a:gd name="T34" fmla="*/ 91 w 151"/>
                  <a:gd name="T35" fmla="*/ 9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51" h="97">
                    <a:moveTo>
                      <a:pt x="91" y="97"/>
                    </a:moveTo>
                    <a:cubicBezTo>
                      <a:pt x="82" y="97"/>
                      <a:pt x="73" y="95"/>
                      <a:pt x="62" y="91"/>
                    </a:cubicBezTo>
                    <a:cubicBezTo>
                      <a:pt x="41" y="82"/>
                      <a:pt x="35" y="73"/>
                      <a:pt x="30" y="67"/>
                    </a:cubicBezTo>
                    <a:cubicBezTo>
                      <a:pt x="28" y="65"/>
                      <a:pt x="27" y="64"/>
                      <a:pt x="26" y="63"/>
                    </a:cubicBezTo>
                    <a:cubicBezTo>
                      <a:pt x="24" y="60"/>
                      <a:pt x="23" y="54"/>
                      <a:pt x="21" y="48"/>
                    </a:cubicBezTo>
                    <a:cubicBezTo>
                      <a:pt x="20" y="39"/>
                      <a:pt x="18" y="29"/>
                      <a:pt x="11" y="24"/>
                    </a:cubicBezTo>
                    <a:cubicBezTo>
                      <a:pt x="4" y="19"/>
                      <a:pt x="1" y="15"/>
                      <a:pt x="0" y="11"/>
                    </a:cubicBezTo>
                    <a:cubicBezTo>
                      <a:pt x="0" y="8"/>
                      <a:pt x="2" y="5"/>
                      <a:pt x="3" y="4"/>
                    </a:cubicBezTo>
                    <a:cubicBezTo>
                      <a:pt x="5" y="2"/>
                      <a:pt x="7" y="0"/>
                      <a:pt x="10" y="0"/>
                    </a:cubicBezTo>
                    <a:cubicBezTo>
                      <a:pt x="15" y="0"/>
                      <a:pt x="21" y="4"/>
                      <a:pt x="27" y="7"/>
                    </a:cubicBezTo>
                    <a:cubicBezTo>
                      <a:pt x="32" y="10"/>
                      <a:pt x="37" y="13"/>
                      <a:pt x="42" y="14"/>
                    </a:cubicBezTo>
                    <a:cubicBezTo>
                      <a:pt x="46" y="15"/>
                      <a:pt x="51" y="16"/>
                      <a:pt x="58" y="17"/>
                    </a:cubicBezTo>
                    <a:cubicBezTo>
                      <a:pt x="77" y="21"/>
                      <a:pt x="103" y="26"/>
                      <a:pt x="117" y="36"/>
                    </a:cubicBezTo>
                    <a:cubicBezTo>
                      <a:pt x="123" y="41"/>
                      <a:pt x="128" y="44"/>
                      <a:pt x="132" y="46"/>
                    </a:cubicBezTo>
                    <a:cubicBezTo>
                      <a:pt x="140" y="50"/>
                      <a:pt x="147" y="53"/>
                      <a:pt x="148" y="63"/>
                    </a:cubicBezTo>
                    <a:cubicBezTo>
                      <a:pt x="151" y="79"/>
                      <a:pt x="129" y="88"/>
                      <a:pt x="116" y="92"/>
                    </a:cubicBezTo>
                    <a:cubicBezTo>
                      <a:pt x="114" y="93"/>
                      <a:pt x="114" y="93"/>
                      <a:pt x="114" y="93"/>
                    </a:cubicBezTo>
                    <a:cubicBezTo>
                      <a:pt x="107" y="95"/>
                      <a:pt x="99" y="97"/>
                      <a:pt x="91" y="9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8" name="Freeform 125">
                <a:extLst>
                  <a:ext uri="{FF2B5EF4-FFF2-40B4-BE49-F238E27FC236}">
                    <a16:creationId xmlns:a16="http://schemas.microsoft.com/office/drawing/2014/main" id="{28451D21-97C3-4BDF-AEDF-987044651B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196" y="1707"/>
                <a:ext cx="224" cy="147"/>
              </a:xfrm>
              <a:custGeom>
                <a:avLst/>
                <a:gdLst>
                  <a:gd name="T0" fmla="*/ 12 w 154"/>
                  <a:gd name="T1" fmla="*/ 4 h 101"/>
                  <a:gd name="T2" fmla="*/ 44 w 154"/>
                  <a:gd name="T3" fmla="*/ 18 h 101"/>
                  <a:gd name="T4" fmla="*/ 117 w 154"/>
                  <a:gd name="T5" fmla="*/ 40 h 101"/>
                  <a:gd name="T6" fmla="*/ 148 w 154"/>
                  <a:gd name="T7" fmla="*/ 65 h 101"/>
                  <a:gd name="T8" fmla="*/ 117 w 154"/>
                  <a:gd name="T9" fmla="*/ 92 h 101"/>
                  <a:gd name="T10" fmla="*/ 93 w 154"/>
                  <a:gd name="T11" fmla="*/ 97 h 101"/>
                  <a:gd name="T12" fmla="*/ 65 w 154"/>
                  <a:gd name="T13" fmla="*/ 91 h 101"/>
                  <a:gd name="T14" fmla="*/ 30 w 154"/>
                  <a:gd name="T15" fmla="*/ 63 h 101"/>
                  <a:gd name="T16" fmla="*/ 15 w 154"/>
                  <a:gd name="T17" fmla="*/ 25 h 101"/>
                  <a:gd name="T18" fmla="*/ 6 w 154"/>
                  <a:gd name="T19" fmla="*/ 7 h 101"/>
                  <a:gd name="T20" fmla="*/ 12 w 154"/>
                  <a:gd name="T21" fmla="*/ 4 h 101"/>
                  <a:gd name="T22" fmla="*/ 12 w 154"/>
                  <a:gd name="T23" fmla="*/ 0 h 101"/>
                  <a:gd name="T24" fmla="*/ 3 w 154"/>
                  <a:gd name="T25" fmla="*/ 4 h 101"/>
                  <a:gd name="T26" fmla="*/ 0 w 154"/>
                  <a:gd name="T27" fmla="*/ 13 h 101"/>
                  <a:gd name="T28" fmla="*/ 12 w 154"/>
                  <a:gd name="T29" fmla="*/ 28 h 101"/>
                  <a:gd name="T30" fmla="*/ 21 w 154"/>
                  <a:gd name="T31" fmla="*/ 50 h 101"/>
                  <a:gd name="T32" fmla="*/ 27 w 154"/>
                  <a:gd name="T33" fmla="*/ 66 h 101"/>
                  <a:gd name="T34" fmla="*/ 30 w 154"/>
                  <a:gd name="T35" fmla="*/ 70 h 101"/>
                  <a:gd name="T36" fmla="*/ 63 w 154"/>
                  <a:gd name="T37" fmla="*/ 95 h 101"/>
                  <a:gd name="T38" fmla="*/ 93 w 154"/>
                  <a:gd name="T39" fmla="*/ 101 h 101"/>
                  <a:gd name="T40" fmla="*/ 117 w 154"/>
                  <a:gd name="T41" fmla="*/ 97 h 101"/>
                  <a:gd name="T42" fmla="*/ 119 w 154"/>
                  <a:gd name="T43" fmla="*/ 96 h 101"/>
                  <a:gd name="T44" fmla="*/ 152 w 154"/>
                  <a:gd name="T45" fmla="*/ 65 h 101"/>
                  <a:gd name="T46" fmla="*/ 135 w 154"/>
                  <a:gd name="T47" fmla="*/ 46 h 101"/>
                  <a:gd name="T48" fmla="*/ 120 w 154"/>
                  <a:gd name="T49" fmla="*/ 37 h 101"/>
                  <a:gd name="T50" fmla="*/ 60 w 154"/>
                  <a:gd name="T51" fmla="*/ 17 h 101"/>
                  <a:gd name="T52" fmla="*/ 45 w 154"/>
                  <a:gd name="T53" fmla="*/ 14 h 101"/>
                  <a:gd name="T54" fmla="*/ 30 w 154"/>
                  <a:gd name="T55" fmla="*/ 7 h 101"/>
                  <a:gd name="T56" fmla="*/ 12 w 154"/>
                  <a:gd name="T57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4" h="101">
                    <a:moveTo>
                      <a:pt x="12" y="4"/>
                    </a:moveTo>
                    <a:cubicBezTo>
                      <a:pt x="20" y="4"/>
                      <a:pt x="32" y="15"/>
                      <a:pt x="44" y="18"/>
                    </a:cubicBezTo>
                    <a:cubicBezTo>
                      <a:pt x="58" y="22"/>
                      <a:pt x="99" y="26"/>
                      <a:pt x="117" y="40"/>
                    </a:cubicBezTo>
                    <a:cubicBezTo>
                      <a:pt x="134" y="53"/>
                      <a:pt x="146" y="52"/>
                      <a:pt x="148" y="65"/>
                    </a:cubicBezTo>
                    <a:cubicBezTo>
                      <a:pt x="150" y="79"/>
                      <a:pt x="133" y="88"/>
                      <a:pt x="117" y="92"/>
                    </a:cubicBezTo>
                    <a:cubicBezTo>
                      <a:pt x="109" y="95"/>
                      <a:pt x="102" y="97"/>
                      <a:pt x="93" y="97"/>
                    </a:cubicBezTo>
                    <a:cubicBezTo>
                      <a:pt x="85" y="97"/>
                      <a:pt x="76" y="96"/>
                      <a:pt x="65" y="91"/>
                    </a:cubicBezTo>
                    <a:cubicBezTo>
                      <a:pt x="39" y="81"/>
                      <a:pt x="36" y="70"/>
                      <a:pt x="30" y="63"/>
                    </a:cubicBezTo>
                    <a:cubicBezTo>
                      <a:pt x="24" y="57"/>
                      <a:pt x="26" y="34"/>
                      <a:pt x="15" y="25"/>
                    </a:cubicBezTo>
                    <a:cubicBezTo>
                      <a:pt x="3" y="16"/>
                      <a:pt x="3" y="11"/>
                      <a:pt x="6" y="7"/>
                    </a:cubicBezTo>
                    <a:cubicBezTo>
                      <a:pt x="8" y="5"/>
                      <a:pt x="10" y="4"/>
                      <a:pt x="12" y="4"/>
                    </a:cubicBezTo>
                    <a:moveTo>
                      <a:pt x="12" y="0"/>
                    </a:moveTo>
                    <a:cubicBezTo>
                      <a:pt x="9" y="0"/>
                      <a:pt x="6" y="2"/>
                      <a:pt x="3" y="4"/>
                    </a:cubicBezTo>
                    <a:cubicBezTo>
                      <a:pt x="1" y="7"/>
                      <a:pt x="0" y="10"/>
                      <a:pt x="0" y="13"/>
                    </a:cubicBezTo>
                    <a:cubicBezTo>
                      <a:pt x="1" y="17"/>
                      <a:pt x="4" y="22"/>
                      <a:pt x="12" y="28"/>
                    </a:cubicBezTo>
                    <a:cubicBezTo>
                      <a:pt x="18" y="32"/>
                      <a:pt x="20" y="42"/>
                      <a:pt x="21" y="50"/>
                    </a:cubicBezTo>
                    <a:cubicBezTo>
                      <a:pt x="23" y="57"/>
                      <a:pt x="24" y="63"/>
                      <a:pt x="27" y="66"/>
                    </a:cubicBezTo>
                    <a:cubicBezTo>
                      <a:pt x="28" y="67"/>
                      <a:pt x="29" y="69"/>
                      <a:pt x="30" y="70"/>
                    </a:cubicBezTo>
                    <a:cubicBezTo>
                      <a:pt x="35" y="76"/>
                      <a:pt x="42" y="86"/>
                      <a:pt x="63" y="95"/>
                    </a:cubicBezTo>
                    <a:cubicBezTo>
                      <a:pt x="75" y="99"/>
                      <a:pt x="84" y="101"/>
                      <a:pt x="93" y="101"/>
                    </a:cubicBezTo>
                    <a:cubicBezTo>
                      <a:pt x="102" y="101"/>
                      <a:pt x="109" y="99"/>
                      <a:pt x="117" y="97"/>
                    </a:cubicBezTo>
                    <a:cubicBezTo>
                      <a:pt x="119" y="96"/>
                      <a:pt x="119" y="96"/>
                      <a:pt x="119" y="96"/>
                    </a:cubicBezTo>
                    <a:cubicBezTo>
                      <a:pt x="142" y="89"/>
                      <a:pt x="154" y="78"/>
                      <a:pt x="152" y="65"/>
                    </a:cubicBezTo>
                    <a:cubicBezTo>
                      <a:pt x="150" y="54"/>
                      <a:pt x="143" y="50"/>
                      <a:pt x="135" y="46"/>
                    </a:cubicBezTo>
                    <a:cubicBezTo>
                      <a:pt x="131" y="44"/>
                      <a:pt x="126" y="41"/>
                      <a:pt x="120" y="37"/>
                    </a:cubicBezTo>
                    <a:cubicBezTo>
                      <a:pt x="106" y="26"/>
                      <a:pt x="79" y="21"/>
                      <a:pt x="60" y="17"/>
                    </a:cubicBezTo>
                    <a:cubicBezTo>
                      <a:pt x="54" y="16"/>
                      <a:pt x="48" y="15"/>
                      <a:pt x="45" y="14"/>
                    </a:cubicBezTo>
                    <a:cubicBezTo>
                      <a:pt x="40" y="13"/>
                      <a:pt x="35" y="10"/>
                      <a:pt x="30" y="7"/>
                    </a:cubicBezTo>
                    <a:cubicBezTo>
                      <a:pt x="24" y="4"/>
                      <a:pt x="18" y="0"/>
                      <a:pt x="1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9" name="Freeform 126">
                <a:extLst>
                  <a:ext uri="{FF2B5EF4-FFF2-40B4-BE49-F238E27FC236}">
                    <a16:creationId xmlns:a16="http://schemas.microsoft.com/office/drawing/2014/main" id="{5C3679B5-489F-4975-8B8F-AE962A7EA4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2" y="1735"/>
                <a:ext cx="102" cy="89"/>
              </a:xfrm>
              <a:custGeom>
                <a:avLst/>
                <a:gdLst>
                  <a:gd name="T0" fmla="*/ 7 w 70"/>
                  <a:gd name="T1" fmla="*/ 44 h 61"/>
                  <a:gd name="T2" fmla="*/ 4 w 70"/>
                  <a:gd name="T3" fmla="*/ 33 h 61"/>
                  <a:gd name="T4" fmla="*/ 16 w 70"/>
                  <a:gd name="T5" fmla="*/ 5 h 61"/>
                  <a:gd name="T6" fmla="*/ 18 w 70"/>
                  <a:gd name="T7" fmla="*/ 4 h 61"/>
                  <a:gd name="T8" fmla="*/ 20 w 70"/>
                  <a:gd name="T9" fmla="*/ 4 h 61"/>
                  <a:gd name="T10" fmla="*/ 31 w 70"/>
                  <a:gd name="T11" fmla="*/ 8 h 61"/>
                  <a:gd name="T12" fmla="*/ 45 w 70"/>
                  <a:gd name="T13" fmla="*/ 18 h 61"/>
                  <a:gd name="T14" fmla="*/ 59 w 70"/>
                  <a:gd name="T15" fmla="*/ 34 h 61"/>
                  <a:gd name="T16" fmla="*/ 66 w 70"/>
                  <a:gd name="T17" fmla="*/ 60 h 61"/>
                  <a:gd name="T18" fmla="*/ 68 w 70"/>
                  <a:gd name="T19" fmla="*/ 61 h 61"/>
                  <a:gd name="T20" fmla="*/ 70 w 70"/>
                  <a:gd name="T21" fmla="*/ 59 h 61"/>
                  <a:gd name="T22" fmla="*/ 62 w 70"/>
                  <a:gd name="T23" fmla="*/ 32 h 61"/>
                  <a:gd name="T24" fmla="*/ 48 w 70"/>
                  <a:gd name="T25" fmla="*/ 15 h 61"/>
                  <a:gd name="T26" fmla="*/ 33 w 70"/>
                  <a:gd name="T27" fmla="*/ 4 h 61"/>
                  <a:gd name="T28" fmla="*/ 20 w 70"/>
                  <a:gd name="T29" fmla="*/ 0 h 61"/>
                  <a:gd name="T30" fmla="*/ 16 w 70"/>
                  <a:gd name="T31" fmla="*/ 1 h 61"/>
                  <a:gd name="T32" fmla="*/ 13 w 70"/>
                  <a:gd name="T33" fmla="*/ 3 h 61"/>
                  <a:gd name="T34" fmla="*/ 0 w 70"/>
                  <a:gd name="T35" fmla="*/ 33 h 61"/>
                  <a:gd name="T36" fmla="*/ 3 w 70"/>
                  <a:gd name="T37" fmla="*/ 45 h 61"/>
                  <a:gd name="T38" fmla="*/ 6 w 70"/>
                  <a:gd name="T39" fmla="*/ 46 h 61"/>
                  <a:gd name="T40" fmla="*/ 7 w 70"/>
                  <a:gd name="T41" fmla="*/ 4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70" h="61">
                    <a:moveTo>
                      <a:pt x="7" y="44"/>
                    </a:moveTo>
                    <a:cubicBezTo>
                      <a:pt x="5" y="40"/>
                      <a:pt x="4" y="37"/>
                      <a:pt x="4" y="33"/>
                    </a:cubicBezTo>
                    <a:cubicBezTo>
                      <a:pt x="4" y="21"/>
                      <a:pt x="13" y="9"/>
                      <a:pt x="16" y="5"/>
                    </a:cubicBezTo>
                    <a:cubicBezTo>
                      <a:pt x="17" y="5"/>
                      <a:pt x="17" y="5"/>
                      <a:pt x="18" y="4"/>
                    </a:cubicBezTo>
                    <a:cubicBezTo>
                      <a:pt x="18" y="4"/>
                      <a:pt x="19" y="4"/>
                      <a:pt x="20" y="4"/>
                    </a:cubicBezTo>
                    <a:cubicBezTo>
                      <a:pt x="23" y="4"/>
                      <a:pt x="27" y="5"/>
                      <a:pt x="31" y="8"/>
                    </a:cubicBezTo>
                    <a:cubicBezTo>
                      <a:pt x="35" y="10"/>
                      <a:pt x="40" y="13"/>
                      <a:pt x="45" y="18"/>
                    </a:cubicBezTo>
                    <a:cubicBezTo>
                      <a:pt x="51" y="25"/>
                      <a:pt x="56" y="29"/>
                      <a:pt x="59" y="34"/>
                    </a:cubicBezTo>
                    <a:cubicBezTo>
                      <a:pt x="62" y="39"/>
                      <a:pt x="64" y="47"/>
                      <a:pt x="66" y="60"/>
                    </a:cubicBezTo>
                    <a:cubicBezTo>
                      <a:pt x="66" y="61"/>
                      <a:pt x="67" y="61"/>
                      <a:pt x="68" y="61"/>
                    </a:cubicBezTo>
                    <a:cubicBezTo>
                      <a:pt x="69" y="61"/>
                      <a:pt x="70" y="60"/>
                      <a:pt x="70" y="59"/>
                    </a:cubicBezTo>
                    <a:cubicBezTo>
                      <a:pt x="68" y="46"/>
                      <a:pt x="66" y="38"/>
                      <a:pt x="62" y="32"/>
                    </a:cubicBezTo>
                    <a:cubicBezTo>
                      <a:pt x="59" y="26"/>
                      <a:pt x="54" y="22"/>
                      <a:pt x="48" y="15"/>
                    </a:cubicBezTo>
                    <a:cubicBezTo>
                      <a:pt x="43" y="10"/>
                      <a:pt x="38" y="7"/>
                      <a:pt x="33" y="4"/>
                    </a:cubicBezTo>
                    <a:cubicBezTo>
                      <a:pt x="28" y="2"/>
                      <a:pt x="24" y="0"/>
                      <a:pt x="20" y="0"/>
                    </a:cubicBezTo>
                    <a:cubicBezTo>
                      <a:pt x="19" y="0"/>
                      <a:pt x="17" y="0"/>
                      <a:pt x="16" y="1"/>
                    </a:cubicBezTo>
                    <a:cubicBezTo>
                      <a:pt x="15" y="1"/>
                      <a:pt x="14" y="2"/>
                      <a:pt x="13" y="3"/>
                    </a:cubicBezTo>
                    <a:cubicBezTo>
                      <a:pt x="10" y="7"/>
                      <a:pt x="0" y="19"/>
                      <a:pt x="0" y="33"/>
                    </a:cubicBezTo>
                    <a:cubicBezTo>
                      <a:pt x="0" y="37"/>
                      <a:pt x="1" y="41"/>
                      <a:pt x="3" y="45"/>
                    </a:cubicBezTo>
                    <a:cubicBezTo>
                      <a:pt x="3" y="46"/>
                      <a:pt x="5" y="47"/>
                      <a:pt x="6" y="46"/>
                    </a:cubicBezTo>
                    <a:cubicBezTo>
                      <a:pt x="7" y="46"/>
                      <a:pt x="7" y="45"/>
                      <a:pt x="7" y="4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0" name="Freeform 127">
                <a:extLst>
                  <a:ext uri="{FF2B5EF4-FFF2-40B4-BE49-F238E27FC236}">
                    <a16:creationId xmlns:a16="http://schemas.microsoft.com/office/drawing/2014/main" id="{FDFBCFB1-D693-41CE-8421-CE5628356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8" y="1445"/>
                <a:ext cx="105" cy="82"/>
              </a:xfrm>
              <a:custGeom>
                <a:avLst/>
                <a:gdLst>
                  <a:gd name="T0" fmla="*/ 0 w 105"/>
                  <a:gd name="T1" fmla="*/ 0 h 82"/>
                  <a:gd name="T2" fmla="*/ 105 w 105"/>
                  <a:gd name="T3" fmla="*/ 0 h 82"/>
                  <a:gd name="T4" fmla="*/ 105 w 105"/>
                  <a:gd name="T5" fmla="*/ 82 h 82"/>
                  <a:gd name="T6" fmla="*/ 0 w 105"/>
                  <a:gd name="T7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5" h="82">
                    <a:moveTo>
                      <a:pt x="0" y="0"/>
                    </a:moveTo>
                    <a:lnTo>
                      <a:pt x="105" y="0"/>
                    </a:lnTo>
                    <a:lnTo>
                      <a:pt x="105" y="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1" name="Freeform 128">
                <a:extLst>
                  <a:ext uri="{FF2B5EF4-FFF2-40B4-BE49-F238E27FC236}">
                    <a16:creationId xmlns:a16="http://schemas.microsoft.com/office/drawing/2014/main" id="{1AEAE654-2A17-458B-9659-DC3A5D07B9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8" y="1445"/>
                <a:ext cx="105" cy="82"/>
              </a:xfrm>
              <a:custGeom>
                <a:avLst/>
                <a:gdLst>
                  <a:gd name="T0" fmla="*/ 0 w 105"/>
                  <a:gd name="T1" fmla="*/ 0 h 82"/>
                  <a:gd name="T2" fmla="*/ 105 w 105"/>
                  <a:gd name="T3" fmla="*/ 0 h 82"/>
                  <a:gd name="T4" fmla="*/ 105 w 105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5" h="82">
                    <a:moveTo>
                      <a:pt x="0" y="0"/>
                    </a:moveTo>
                    <a:lnTo>
                      <a:pt x="105" y="0"/>
                    </a:lnTo>
                    <a:lnTo>
                      <a:pt x="105" y="8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2" name="Freeform 129">
                <a:extLst>
                  <a:ext uri="{FF2B5EF4-FFF2-40B4-BE49-F238E27FC236}">
                    <a16:creationId xmlns:a16="http://schemas.microsoft.com/office/drawing/2014/main" id="{90637CA3-63B9-4181-AEEA-2C7DFBBDA0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5" y="1442"/>
                <a:ext cx="111" cy="88"/>
              </a:xfrm>
              <a:custGeom>
                <a:avLst/>
                <a:gdLst>
                  <a:gd name="T0" fmla="*/ 2 w 76"/>
                  <a:gd name="T1" fmla="*/ 4 h 60"/>
                  <a:gd name="T2" fmla="*/ 72 w 76"/>
                  <a:gd name="T3" fmla="*/ 4 h 60"/>
                  <a:gd name="T4" fmla="*/ 72 w 76"/>
                  <a:gd name="T5" fmla="*/ 58 h 60"/>
                  <a:gd name="T6" fmla="*/ 74 w 76"/>
                  <a:gd name="T7" fmla="*/ 60 h 60"/>
                  <a:gd name="T8" fmla="*/ 76 w 76"/>
                  <a:gd name="T9" fmla="*/ 58 h 60"/>
                  <a:gd name="T10" fmla="*/ 76 w 76"/>
                  <a:gd name="T11" fmla="*/ 0 h 60"/>
                  <a:gd name="T12" fmla="*/ 2 w 76"/>
                  <a:gd name="T13" fmla="*/ 0 h 60"/>
                  <a:gd name="T14" fmla="*/ 0 w 76"/>
                  <a:gd name="T15" fmla="*/ 2 h 60"/>
                  <a:gd name="T16" fmla="*/ 2 w 76"/>
                  <a:gd name="T17" fmla="*/ 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" h="60">
                    <a:moveTo>
                      <a:pt x="2" y="4"/>
                    </a:moveTo>
                    <a:cubicBezTo>
                      <a:pt x="72" y="4"/>
                      <a:pt x="72" y="4"/>
                      <a:pt x="72" y="4"/>
                    </a:cubicBezTo>
                    <a:cubicBezTo>
                      <a:pt x="72" y="58"/>
                      <a:pt x="72" y="58"/>
                      <a:pt x="72" y="58"/>
                    </a:cubicBezTo>
                    <a:cubicBezTo>
                      <a:pt x="72" y="59"/>
                      <a:pt x="73" y="60"/>
                      <a:pt x="74" y="60"/>
                    </a:cubicBezTo>
                    <a:cubicBezTo>
                      <a:pt x="75" y="60"/>
                      <a:pt x="76" y="59"/>
                      <a:pt x="76" y="58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3" name="Freeform 130">
                <a:extLst>
                  <a:ext uri="{FF2B5EF4-FFF2-40B4-BE49-F238E27FC236}">
                    <a16:creationId xmlns:a16="http://schemas.microsoft.com/office/drawing/2014/main" id="{5E45CC82-51FB-4149-9822-2F90360403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7" y="1505"/>
                <a:ext cx="105" cy="253"/>
              </a:xfrm>
              <a:custGeom>
                <a:avLst/>
                <a:gdLst>
                  <a:gd name="T0" fmla="*/ 23 w 72"/>
                  <a:gd name="T1" fmla="*/ 0 h 174"/>
                  <a:gd name="T2" fmla="*/ 72 w 72"/>
                  <a:gd name="T3" fmla="*/ 165 h 174"/>
                  <a:gd name="T4" fmla="*/ 67 w 72"/>
                  <a:gd name="T5" fmla="*/ 174 h 174"/>
                  <a:gd name="T6" fmla="*/ 0 w 72"/>
                  <a:gd name="T7" fmla="*/ 64 h 174"/>
                  <a:gd name="T8" fmla="*/ 23 w 72"/>
                  <a:gd name="T9" fmla="*/ 0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" h="174">
                    <a:moveTo>
                      <a:pt x="23" y="0"/>
                    </a:moveTo>
                    <a:cubicBezTo>
                      <a:pt x="19" y="52"/>
                      <a:pt x="72" y="165"/>
                      <a:pt x="72" y="165"/>
                    </a:cubicBezTo>
                    <a:cubicBezTo>
                      <a:pt x="67" y="174"/>
                      <a:pt x="67" y="174"/>
                      <a:pt x="67" y="174"/>
                    </a:cubicBezTo>
                    <a:cubicBezTo>
                      <a:pt x="67" y="174"/>
                      <a:pt x="14" y="106"/>
                      <a:pt x="0" y="64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4" name="Freeform 131">
                <a:extLst>
                  <a:ext uri="{FF2B5EF4-FFF2-40B4-BE49-F238E27FC236}">
                    <a16:creationId xmlns:a16="http://schemas.microsoft.com/office/drawing/2014/main" id="{FEA3AEDE-71E3-4298-A308-A933CA97C0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4" y="1157"/>
                <a:ext cx="101" cy="114"/>
              </a:xfrm>
              <a:custGeom>
                <a:avLst/>
                <a:gdLst>
                  <a:gd name="T0" fmla="*/ 40 w 69"/>
                  <a:gd name="T1" fmla="*/ 0 h 78"/>
                  <a:gd name="T2" fmla="*/ 69 w 69"/>
                  <a:gd name="T3" fmla="*/ 42 h 78"/>
                  <a:gd name="T4" fmla="*/ 22 w 69"/>
                  <a:gd name="T5" fmla="*/ 78 h 78"/>
                  <a:gd name="T6" fmla="*/ 0 w 69"/>
                  <a:gd name="T7" fmla="*/ 26 h 78"/>
                  <a:gd name="T8" fmla="*/ 40 w 69"/>
                  <a:gd name="T9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" h="78">
                    <a:moveTo>
                      <a:pt x="40" y="0"/>
                    </a:moveTo>
                    <a:cubicBezTo>
                      <a:pt x="40" y="0"/>
                      <a:pt x="55" y="31"/>
                      <a:pt x="69" y="42"/>
                    </a:cubicBezTo>
                    <a:cubicBezTo>
                      <a:pt x="69" y="42"/>
                      <a:pt x="63" y="63"/>
                      <a:pt x="22" y="78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40" y="0"/>
                      <a:pt x="40" y="0"/>
                      <a:pt x="40" y="0"/>
                    </a:cubicBezTo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5" name="Freeform 132">
                <a:extLst>
                  <a:ext uri="{FF2B5EF4-FFF2-40B4-BE49-F238E27FC236}">
                    <a16:creationId xmlns:a16="http://schemas.microsoft.com/office/drawing/2014/main" id="{2B2EBA5F-7244-4313-9806-F32A912D12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1153"/>
                <a:ext cx="108" cy="121"/>
              </a:xfrm>
              <a:custGeom>
                <a:avLst/>
                <a:gdLst>
                  <a:gd name="T0" fmla="*/ 43 w 74"/>
                  <a:gd name="T1" fmla="*/ 3 h 83"/>
                  <a:gd name="T2" fmla="*/ 41 w 74"/>
                  <a:gd name="T3" fmla="*/ 4 h 83"/>
                  <a:gd name="T4" fmla="*/ 50 w 74"/>
                  <a:gd name="T5" fmla="*/ 21 h 83"/>
                  <a:gd name="T6" fmla="*/ 70 w 74"/>
                  <a:gd name="T7" fmla="*/ 47 h 83"/>
                  <a:gd name="T8" fmla="*/ 72 w 74"/>
                  <a:gd name="T9" fmla="*/ 45 h 83"/>
                  <a:gd name="T10" fmla="*/ 70 w 74"/>
                  <a:gd name="T11" fmla="*/ 45 h 83"/>
                  <a:gd name="T12" fmla="*/ 70 w 74"/>
                  <a:gd name="T13" fmla="*/ 45 h 83"/>
                  <a:gd name="T14" fmla="*/ 25 w 74"/>
                  <a:gd name="T15" fmla="*/ 79 h 83"/>
                  <a:gd name="T16" fmla="*/ 25 w 74"/>
                  <a:gd name="T17" fmla="*/ 81 h 83"/>
                  <a:gd name="T18" fmla="*/ 27 w 74"/>
                  <a:gd name="T19" fmla="*/ 80 h 83"/>
                  <a:gd name="T20" fmla="*/ 5 w 74"/>
                  <a:gd name="T21" fmla="*/ 30 h 83"/>
                  <a:gd name="T22" fmla="*/ 44 w 74"/>
                  <a:gd name="T23" fmla="*/ 5 h 83"/>
                  <a:gd name="T24" fmla="*/ 43 w 74"/>
                  <a:gd name="T25" fmla="*/ 3 h 83"/>
                  <a:gd name="T26" fmla="*/ 41 w 74"/>
                  <a:gd name="T27" fmla="*/ 4 h 83"/>
                  <a:gd name="T28" fmla="*/ 43 w 74"/>
                  <a:gd name="T29" fmla="*/ 3 h 83"/>
                  <a:gd name="T30" fmla="*/ 42 w 74"/>
                  <a:gd name="T31" fmla="*/ 1 h 83"/>
                  <a:gd name="T32" fmla="*/ 0 w 74"/>
                  <a:gd name="T33" fmla="*/ 29 h 83"/>
                  <a:gd name="T34" fmla="*/ 24 w 74"/>
                  <a:gd name="T35" fmla="*/ 83 h 83"/>
                  <a:gd name="T36" fmla="*/ 26 w 74"/>
                  <a:gd name="T37" fmla="*/ 83 h 83"/>
                  <a:gd name="T38" fmla="*/ 74 w 74"/>
                  <a:gd name="T39" fmla="*/ 46 h 83"/>
                  <a:gd name="T40" fmla="*/ 74 w 74"/>
                  <a:gd name="T41" fmla="*/ 44 h 83"/>
                  <a:gd name="T42" fmla="*/ 73 w 74"/>
                  <a:gd name="T43" fmla="*/ 44 h 83"/>
                  <a:gd name="T44" fmla="*/ 54 w 74"/>
                  <a:gd name="T45" fmla="*/ 19 h 83"/>
                  <a:gd name="T46" fmla="*/ 47 w 74"/>
                  <a:gd name="T47" fmla="*/ 7 h 83"/>
                  <a:gd name="T48" fmla="*/ 46 w 74"/>
                  <a:gd name="T49" fmla="*/ 3 h 83"/>
                  <a:gd name="T50" fmla="*/ 45 w 74"/>
                  <a:gd name="T51" fmla="*/ 2 h 83"/>
                  <a:gd name="T52" fmla="*/ 44 w 74"/>
                  <a:gd name="T53" fmla="*/ 0 h 83"/>
                  <a:gd name="T54" fmla="*/ 42 w 74"/>
                  <a:gd name="T55" fmla="*/ 1 h 83"/>
                  <a:gd name="T56" fmla="*/ 43 w 74"/>
                  <a:gd name="T57" fmla="*/ 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74" h="83">
                    <a:moveTo>
                      <a:pt x="43" y="3"/>
                    </a:moveTo>
                    <a:cubicBezTo>
                      <a:pt x="41" y="4"/>
                      <a:pt x="41" y="4"/>
                      <a:pt x="41" y="4"/>
                    </a:cubicBezTo>
                    <a:cubicBezTo>
                      <a:pt x="41" y="4"/>
                      <a:pt x="45" y="12"/>
                      <a:pt x="50" y="21"/>
                    </a:cubicBezTo>
                    <a:cubicBezTo>
                      <a:pt x="56" y="30"/>
                      <a:pt x="63" y="41"/>
                      <a:pt x="70" y="47"/>
                    </a:cubicBezTo>
                    <a:cubicBezTo>
                      <a:pt x="72" y="45"/>
                      <a:pt x="72" y="45"/>
                      <a:pt x="72" y="45"/>
                    </a:cubicBezTo>
                    <a:cubicBezTo>
                      <a:pt x="70" y="45"/>
                      <a:pt x="70" y="45"/>
                      <a:pt x="70" y="45"/>
                    </a:cubicBezTo>
                    <a:cubicBezTo>
                      <a:pt x="70" y="45"/>
                      <a:pt x="70" y="45"/>
                      <a:pt x="70" y="45"/>
                    </a:cubicBezTo>
                    <a:cubicBezTo>
                      <a:pt x="69" y="45"/>
                      <a:pt x="64" y="65"/>
                      <a:pt x="25" y="79"/>
                    </a:cubicBezTo>
                    <a:cubicBezTo>
                      <a:pt x="25" y="81"/>
                      <a:pt x="25" y="81"/>
                      <a:pt x="25" y="81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44" y="5"/>
                      <a:pt x="44" y="5"/>
                      <a:pt x="44" y="5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41" y="4"/>
                      <a:pt x="41" y="4"/>
                      <a:pt x="41" y="4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42" y="1"/>
                      <a:pt x="42" y="1"/>
                      <a:pt x="42" y="1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26" y="83"/>
                      <a:pt x="26" y="83"/>
                      <a:pt x="26" y="83"/>
                    </a:cubicBezTo>
                    <a:cubicBezTo>
                      <a:pt x="68" y="68"/>
                      <a:pt x="73" y="46"/>
                      <a:pt x="74" y="46"/>
                    </a:cubicBezTo>
                    <a:cubicBezTo>
                      <a:pt x="74" y="44"/>
                      <a:pt x="74" y="44"/>
                      <a:pt x="74" y="44"/>
                    </a:cubicBezTo>
                    <a:cubicBezTo>
                      <a:pt x="73" y="44"/>
                      <a:pt x="73" y="44"/>
                      <a:pt x="73" y="44"/>
                    </a:cubicBezTo>
                    <a:cubicBezTo>
                      <a:pt x="66" y="38"/>
                      <a:pt x="59" y="28"/>
                      <a:pt x="54" y="19"/>
                    </a:cubicBezTo>
                    <a:cubicBezTo>
                      <a:pt x="51" y="14"/>
                      <a:pt x="49" y="10"/>
                      <a:pt x="47" y="7"/>
                    </a:cubicBezTo>
                    <a:cubicBezTo>
                      <a:pt x="47" y="5"/>
                      <a:pt x="46" y="4"/>
                      <a:pt x="46" y="3"/>
                    </a:cubicBezTo>
                    <a:cubicBezTo>
                      <a:pt x="45" y="2"/>
                      <a:pt x="45" y="2"/>
                      <a:pt x="45" y="2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2" y="1"/>
                      <a:pt x="42" y="1"/>
                      <a:pt x="42" y="1"/>
                    </a:cubicBezTo>
                    <a:cubicBezTo>
                      <a:pt x="43" y="3"/>
                      <a:pt x="43" y="3"/>
                      <a:pt x="43" y="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6" name="Freeform 133">
                <a:extLst>
                  <a:ext uri="{FF2B5EF4-FFF2-40B4-BE49-F238E27FC236}">
                    <a16:creationId xmlns:a16="http://schemas.microsoft.com/office/drawing/2014/main" id="{4BC4585B-8BA8-4350-B358-1E5C2240F4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7" y="1827"/>
                <a:ext cx="964" cy="516"/>
              </a:xfrm>
              <a:custGeom>
                <a:avLst/>
                <a:gdLst>
                  <a:gd name="T0" fmla="*/ 659 w 662"/>
                  <a:gd name="T1" fmla="*/ 1 h 355"/>
                  <a:gd name="T2" fmla="*/ 554 w 662"/>
                  <a:gd name="T3" fmla="*/ 111 h 355"/>
                  <a:gd name="T4" fmla="*/ 555 w 662"/>
                  <a:gd name="T5" fmla="*/ 113 h 355"/>
                  <a:gd name="T6" fmla="*/ 562 w 662"/>
                  <a:gd name="T7" fmla="*/ 109 h 355"/>
                  <a:gd name="T8" fmla="*/ 555 w 662"/>
                  <a:gd name="T9" fmla="*/ 117 h 355"/>
                  <a:gd name="T10" fmla="*/ 555 w 662"/>
                  <a:gd name="T11" fmla="*/ 113 h 355"/>
                  <a:gd name="T12" fmla="*/ 489 w 662"/>
                  <a:gd name="T13" fmla="*/ 147 h 355"/>
                  <a:gd name="T14" fmla="*/ 0 w 662"/>
                  <a:gd name="T15" fmla="*/ 284 h 355"/>
                  <a:gd name="T16" fmla="*/ 182 w 662"/>
                  <a:gd name="T17" fmla="*/ 355 h 355"/>
                  <a:gd name="T18" fmla="*/ 381 w 662"/>
                  <a:gd name="T19" fmla="*/ 308 h 355"/>
                  <a:gd name="T20" fmla="*/ 381 w 662"/>
                  <a:gd name="T21" fmla="*/ 308 h 355"/>
                  <a:gd name="T22" fmla="*/ 660 w 662"/>
                  <a:gd name="T23" fmla="*/ 0 h 355"/>
                  <a:gd name="T24" fmla="*/ 659 w 662"/>
                  <a:gd name="T25" fmla="*/ 1 h 3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62" h="355">
                    <a:moveTo>
                      <a:pt x="659" y="1"/>
                    </a:moveTo>
                    <a:cubicBezTo>
                      <a:pt x="659" y="35"/>
                      <a:pt x="625" y="70"/>
                      <a:pt x="554" y="111"/>
                    </a:cubicBezTo>
                    <a:cubicBezTo>
                      <a:pt x="554" y="112"/>
                      <a:pt x="554" y="112"/>
                      <a:pt x="555" y="113"/>
                    </a:cubicBezTo>
                    <a:cubicBezTo>
                      <a:pt x="557" y="112"/>
                      <a:pt x="560" y="111"/>
                      <a:pt x="562" y="109"/>
                    </a:cubicBezTo>
                    <a:cubicBezTo>
                      <a:pt x="555" y="117"/>
                      <a:pt x="555" y="117"/>
                      <a:pt x="555" y="117"/>
                    </a:cubicBezTo>
                    <a:cubicBezTo>
                      <a:pt x="555" y="116"/>
                      <a:pt x="555" y="115"/>
                      <a:pt x="555" y="113"/>
                    </a:cubicBezTo>
                    <a:cubicBezTo>
                      <a:pt x="535" y="124"/>
                      <a:pt x="514" y="136"/>
                      <a:pt x="489" y="147"/>
                    </a:cubicBezTo>
                    <a:cubicBezTo>
                      <a:pt x="283" y="246"/>
                      <a:pt x="0" y="284"/>
                      <a:pt x="0" y="284"/>
                    </a:cubicBezTo>
                    <a:cubicBezTo>
                      <a:pt x="182" y="355"/>
                      <a:pt x="182" y="355"/>
                      <a:pt x="182" y="355"/>
                    </a:cubicBezTo>
                    <a:cubicBezTo>
                      <a:pt x="182" y="355"/>
                      <a:pt x="284" y="346"/>
                      <a:pt x="381" y="308"/>
                    </a:cubicBezTo>
                    <a:cubicBezTo>
                      <a:pt x="381" y="308"/>
                      <a:pt x="381" y="308"/>
                      <a:pt x="381" y="308"/>
                    </a:cubicBezTo>
                    <a:cubicBezTo>
                      <a:pt x="581" y="246"/>
                      <a:pt x="662" y="55"/>
                      <a:pt x="660" y="0"/>
                    </a:cubicBezTo>
                    <a:lnTo>
                      <a:pt x="65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7" name="Freeform 134">
                <a:extLst>
                  <a:ext uri="{FF2B5EF4-FFF2-40B4-BE49-F238E27FC236}">
                    <a16:creationId xmlns:a16="http://schemas.microsoft.com/office/drawing/2014/main" id="{78F906D0-3184-472C-AA22-B727D566C1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7" y="463"/>
                <a:ext cx="324" cy="151"/>
              </a:xfrm>
              <a:custGeom>
                <a:avLst/>
                <a:gdLst>
                  <a:gd name="T0" fmla="*/ 124 w 223"/>
                  <a:gd name="T1" fmla="*/ 104 h 104"/>
                  <a:gd name="T2" fmla="*/ 124 w 223"/>
                  <a:gd name="T3" fmla="*/ 104 h 104"/>
                  <a:gd name="T4" fmla="*/ 0 w 223"/>
                  <a:gd name="T5" fmla="*/ 3 h 104"/>
                  <a:gd name="T6" fmla="*/ 1 w 223"/>
                  <a:gd name="T7" fmla="*/ 1 h 104"/>
                  <a:gd name="T8" fmla="*/ 2 w 223"/>
                  <a:gd name="T9" fmla="*/ 0 h 104"/>
                  <a:gd name="T10" fmla="*/ 3 w 223"/>
                  <a:gd name="T11" fmla="*/ 0 h 104"/>
                  <a:gd name="T12" fmla="*/ 69 w 223"/>
                  <a:gd name="T13" fmla="*/ 9 h 104"/>
                  <a:gd name="T14" fmla="*/ 111 w 223"/>
                  <a:gd name="T15" fmla="*/ 6 h 104"/>
                  <a:gd name="T16" fmla="*/ 111 w 223"/>
                  <a:gd name="T17" fmla="*/ 6 h 104"/>
                  <a:gd name="T18" fmla="*/ 113 w 223"/>
                  <a:gd name="T19" fmla="*/ 8 h 104"/>
                  <a:gd name="T20" fmla="*/ 222 w 223"/>
                  <a:gd name="T21" fmla="*/ 66 h 104"/>
                  <a:gd name="T22" fmla="*/ 223 w 223"/>
                  <a:gd name="T23" fmla="*/ 68 h 104"/>
                  <a:gd name="T24" fmla="*/ 222 w 223"/>
                  <a:gd name="T25" fmla="*/ 70 h 104"/>
                  <a:gd name="T26" fmla="*/ 125 w 223"/>
                  <a:gd name="T27" fmla="*/ 104 h 104"/>
                  <a:gd name="T28" fmla="*/ 124 w 223"/>
                  <a:gd name="T29" fmla="*/ 10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3" h="104">
                    <a:moveTo>
                      <a:pt x="124" y="104"/>
                    </a:moveTo>
                    <a:cubicBezTo>
                      <a:pt x="124" y="104"/>
                      <a:pt x="124" y="104"/>
                      <a:pt x="124" y="104"/>
                    </a:cubicBezTo>
                    <a:cubicBezTo>
                      <a:pt x="123" y="104"/>
                      <a:pt x="29" y="79"/>
                      <a:pt x="0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5" y="9"/>
                      <a:pt x="69" y="9"/>
                    </a:cubicBezTo>
                    <a:cubicBezTo>
                      <a:pt x="82" y="9"/>
                      <a:pt x="96" y="8"/>
                      <a:pt x="111" y="6"/>
                    </a:cubicBezTo>
                    <a:cubicBezTo>
                      <a:pt x="111" y="6"/>
                      <a:pt x="111" y="6"/>
                      <a:pt x="111" y="6"/>
                    </a:cubicBezTo>
                    <a:cubicBezTo>
                      <a:pt x="112" y="6"/>
                      <a:pt x="113" y="7"/>
                      <a:pt x="113" y="8"/>
                    </a:cubicBezTo>
                    <a:cubicBezTo>
                      <a:pt x="113" y="8"/>
                      <a:pt x="131" y="40"/>
                      <a:pt x="222" y="66"/>
                    </a:cubicBezTo>
                    <a:cubicBezTo>
                      <a:pt x="222" y="66"/>
                      <a:pt x="223" y="67"/>
                      <a:pt x="223" y="68"/>
                    </a:cubicBezTo>
                    <a:cubicBezTo>
                      <a:pt x="223" y="68"/>
                      <a:pt x="223" y="69"/>
                      <a:pt x="222" y="70"/>
                    </a:cubicBezTo>
                    <a:cubicBezTo>
                      <a:pt x="221" y="70"/>
                      <a:pt x="197" y="90"/>
                      <a:pt x="125" y="104"/>
                    </a:cubicBezTo>
                    <a:lnTo>
                      <a:pt x="124" y="1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8" name="Freeform 135">
                <a:extLst>
                  <a:ext uri="{FF2B5EF4-FFF2-40B4-BE49-F238E27FC236}">
                    <a16:creationId xmlns:a16="http://schemas.microsoft.com/office/drawing/2014/main" id="{024C2C99-B587-4924-978A-05F2A789EA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234" y="460"/>
                <a:ext cx="330" cy="157"/>
              </a:xfrm>
              <a:custGeom>
                <a:avLst/>
                <a:gdLst>
                  <a:gd name="T0" fmla="*/ 4 w 227"/>
                  <a:gd name="T1" fmla="*/ 4 h 108"/>
                  <a:gd name="T2" fmla="*/ 71 w 227"/>
                  <a:gd name="T3" fmla="*/ 13 h 108"/>
                  <a:gd name="T4" fmla="*/ 113 w 227"/>
                  <a:gd name="T5" fmla="*/ 10 h 108"/>
                  <a:gd name="T6" fmla="*/ 223 w 227"/>
                  <a:gd name="T7" fmla="*/ 70 h 108"/>
                  <a:gd name="T8" fmla="*/ 126 w 227"/>
                  <a:gd name="T9" fmla="*/ 104 h 108"/>
                  <a:gd name="T10" fmla="*/ 4 w 227"/>
                  <a:gd name="T11" fmla="*/ 4 h 108"/>
                  <a:gd name="T12" fmla="*/ 4 w 227"/>
                  <a:gd name="T13" fmla="*/ 0 h 108"/>
                  <a:gd name="T14" fmla="*/ 1 w 227"/>
                  <a:gd name="T15" fmla="*/ 1 h 108"/>
                  <a:gd name="T16" fmla="*/ 0 w 227"/>
                  <a:gd name="T17" fmla="*/ 5 h 108"/>
                  <a:gd name="T18" fmla="*/ 125 w 227"/>
                  <a:gd name="T19" fmla="*/ 108 h 108"/>
                  <a:gd name="T20" fmla="*/ 126 w 227"/>
                  <a:gd name="T21" fmla="*/ 108 h 108"/>
                  <a:gd name="T22" fmla="*/ 127 w 227"/>
                  <a:gd name="T23" fmla="*/ 108 h 108"/>
                  <a:gd name="T24" fmla="*/ 226 w 227"/>
                  <a:gd name="T25" fmla="*/ 73 h 108"/>
                  <a:gd name="T26" fmla="*/ 227 w 227"/>
                  <a:gd name="T27" fmla="*/ 69 h 108"/>
                  <a:gd name="T28" fmla="*/ 224 w 227"/>
                  <a:gd name="T29" fmla="*/ 66 h 108"/>
                  <a:gd name="T30" fmla="*/ 136 w 227"/>
                  <a:gd name="T31" fmla="*/ 28 h 108"/>
                  <a:gd name="T32" fmla="*/ 117 w 227"/>
                  <a:gd name="T33" fmla="*/ 9 h 108"/>
                  <a:gd name="T34" fmla="*/ 113 w 227"/>
                  <a:gd name="T35" fmla="*/ 6 h 108"/>
                  <a:gd name="T36" fmla="*/ 113 w 227"/>
                  <a:gd name="T37" fmla="*/ 6 h 108"/>
                  <a:gd name="T38" fmla="*/ 71 w 227"/>
                  <a:gd name="T39" fmla="*/ 9 h 108"/>
                  <a:gd name="T40" fmla="*/ 6 w 227"/>
                  <a:gd name="T41" fmla="*/ 0 h 108"/>
                  <a:gd name="T42" fmla="*/ 4 w 227"/>
                  <a:gd name="T43" fmla="*/ 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27" h="108">
                    <a:moveTo>
                      <a:pt x="4" y="4"/>
                    </a:moveTo>
                    <a:cubicBezTo>
                      <a:pt x="4" y="4"/>
                      <a:pt x="26" y="13"/>
                      <a:pt x="71" y="13"/>
                    </a:cubicBezTo>
                    <a:cubicBezTo>
                      <a:pt x="84" y="13"/>
                      <a:pt x="97" y="12"/>
                      <a:pt x="113" y="10"/>
                    </a:cubicBezTo>
                    <a:cubicBezTo>
                      <a:pt x="113" y="10"/>
                      <a:pt x="130" y="44"/>
                      <a:pt x="223" y="70"/>
                    </a:cubicBezTo>
                    <a:cubicBezTo>
                      <a:pt x="223" y="70"/>
                      <a:pt x="199" y="90"/>
                      <a:pt x="126" y="104"/>
                    </a:cubicBezTo>
                    <a:cubicBezTo>
                      <a:pt x="126" y="104"/>
                      <a:pt x="33" y="80"/>
                      <a:pt x="4" y="4"/>
                    </a:cubicBezTo>
                    <a:moveTo>
                      <a:pt x="4" y="0"/>
                    </a:moveTo>
                    <a:cubicBezTo>
                      <a:pt x="3" y="0"/>
                      <a:pt x="2" y="0"/>
                      <a:pt x="1" y="1"/>
                    </a:cubicBezTo>
                    <a:cubicBezTo>
                      <a:pt x="0" y="2"/>
                      <a:pt x="0" y="4"/>
                      <a:pt x="0" y="5"/>
                    </a:cubicBezTo>
                    <a:cubicBezTo>
                      <a:pt x="30" y="83"/>
                      <a:pt x="121" y="107"/>
                      <a:pt x="125" y="108"/>
                    </a:cubicBezTo>
                    <a:cubicBezTo>
                      <a:pt x="126" y="108"/>
                      <a:pt x="126" y="108"/>
                      <a:pt x="126" y="108"/>
                    </a:cubicBezTo>
                    <a:cubicBezTo>
                      <a:pt x="127" y="108"/>
                      <a:pt x="127" y="108"/>
                      <a:pt x="127" y="108"/>
                    </a:cubicBezTo>
                    <a:cubicBezTo>
                      <a:pt x="200" y="94"/>
                      <a:pt x="225" y="74"/>
                      <a:pt x="226" y="73"/>
                    </a:cubicBezTo>
                    <a:cubicBezTo>
                      <a:pt x="227" y="72"/>
                      <a:pt x="227" y="71"/>
                      <a:pt x="227" y="69"/>
                    </a:cubicBezTo>
                    <a:cubicBezTo>
                      <a:pt x="227" y="68"/>
                      <a:pt x="226" y="67"/>
                      <a:pt x="224" y="66"/>
                    </a:cubicBezTo>
                    <a:cubicBezTo>
                      <a:pt x="177" y="53"/>
                      <a:pt x="150" y="38"/>
                      <a:pt x="136" y="28"/>
                    </a:cubicBezTo>
                    <a:cubicBezTo>
                      <a:pt x="121" y="17"/>
                      <a:pt x="117" y="9"/>
                      <a:pt x="117" y="9"/>
                    </a:cubicBezTo>
                    <a:cubicBezTo>
                      <a:pt x="116" y="7"/>
                      <a:pt x="115" y="6"/>
                      <a:pt x="113" y="6"/>
                    </a:cubicBezTo>
                    <a:cubicBezTo>
                      <a:pt x="113" y="6"/>
                      <a:pt x="113" y="6"/>
                      <a:pt x="113" y="6"/>
                    </a:cubicBezTo>
                    <a:cubicBezTo>
                      <a:pt x="98" y="8"/>
                      <a:pt x="84" y="9"/>
                      <a:pt x="71" y="9"/>
                    </a:cubicBezTo>
                    <a:cubicBezTo>
                      <a:pt x="27" y="9"/>
                      <a:pt x="6" y="0"/>
                      <a:pt x="6" y="0"/>
                    </a:cubicBezTo>
                    <a:cubicBezTo>
                      <a:pt x="5" y="0"/>
                      <a:pt x="5" y="0"/>
                      <a:pt x="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9" name="Freeform 136">
                <a:extLst>
                  <a:ext uri="{FF2B5EF4-FFF2-40B4-BE49-F238E27FC236}">
                    <a16:creationId xmlns:a16="http://schemas.microsoft.com/office/drawing/2014/main" id="{E300F3ED-716D-483A-925D-886879821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868"/>
                <a:ext cx="323" cy="343"/>
              </a:xfrm>
              <a:custGeom>
                <a:avLst/>
                <a:gdLst>
                  <a:gd name="T0" fmla="*/ 95 w 222"/>
                  <a:gd name="T1" fmla="*/ 236 h 236"/>
                  <a:gd name="T2" fmla="*/ 65 w 222"/>
                  <a:gd name="T3" fmla="*/ 209 h 236"/>
                  <a:gd name="T4" fmla="*/ 50 w 222"/>
                  <a:gd name="T5" fmla="*/ 179 h 236"/>
                  <a:gd name="T6" fmla="*/ 3 w 222"/>
                  <a:gd name="T7" fmla="*/ 86 h 236"/>
                  <a:gd name="T8" fmla="*/ 22 w 222"/>
                  <a:gd name="T9" fmla="*/ 55 h 236"/>
                  <a:gd name="T10" fmla="*/ 72 w 222"/>
                  <a:gd name="T11" fmla="*/ 12 h 236"/>
                  <a:gd name="T12" fmla="*/ 74 w 222"/>
                  <a:gd name="T13" fmla="*/ 11 h 236"/>
                  <a:gd name="T14" fmla="*/ 74 w 222"/>
                  <a:gd name="T15" fmla="*/ 11 h 236"/>
                  <a:gd name="T16" fmla="*/ 75 w 222"/>
                  <a:gd name="T17" fmla="*/ 12 h 236"/>
                  <a:gd name="T18" fmla="*/ 78 w 222"/>
                  <a:gd name="T19" fmla="*/ 18 h 236"/>
                  <a:gd name="T20" fmla="*/ 95 w 222"/>
                  <a:gd name="T21" fmla="*/ 4 h 236"/>
                  <a:gd name="T22" fmla="*/ 96 w 222"/>
                  <a:gd name="T23" fmla="*/ 4 h 236"/>
                  <a:gd name="T24" fmla="*/ 97 w 222"/>
                  <a:gd name="T25" fmla="*/ 4 h 236"/>
                  <a:gd name="T26" fmla="*/ 98 w 222"/>
                  <a:gd name="T27" fmla="*/ 5 h 236"/>
                  <a:gd name="T28" fmla="*/ 103 w 222"/>
                  <a:gd name="T29" fmla="*/ 12 h 236"/>
                  <a:gd name="T30" fmla="*/ 118 w 222"/>
                  <a:gd name="T31" fmla="*/ 0 h 236"/>
                  <a:gd name="T32" fmla="*/ 119 w 222"/>
                  <a:gd name="T33" fmla="*/ 0 h 236"/>
                  <a:gd name="T34" fmla="*/ 120 w 222"/>
                  <a:gd name="T35" fmla="*/ 0 h 236"/>
                  <a:gd name="T36" fmla="*/ 121 w 222"/>
                  <a:gd name="T37" fmla="*/ 1 h 236"/>
                  <a:gd name="T38" fmla="*/ 129 w 222"/>
                  <a:gd name="T39" fmla="*/ 12 h 236"/>
                  <a:gd name="T40" fmla="*/ 134 w 222"/>
                  <a:gd name="T41" fmla="*/ 9 h 236"/>
                  <a:gd name="T42" fmla="*/ 135 w 222"/>
                  <a:gd name="T43" fmla="*/ 9 h 236"/>
                  <a:gd name="T44" fmla="*/ 136 w 222"/>
                  <a:gd name="T45" fmla="*/ 10 h 236"/>
                  <a:gd name="T46" fmla="*/ 142 w 222"/>
                  <a:gd name="T47" fmla="*/ 18 h 236"/>
                  <a:gd name="T48" fmla="*/ 149 w 222"/>
                  <a:gd name="T49" fmla="*/ 13 h 236"/>
                  <a:gd name="T50" fmla="*/ 150 w 222"/>
                  <a:gd name="T51" fmla="*/ 13 h 236"/>
                  <a:gd name="T52" fmla="*/ 151 w 222"/>
                  <a:gd name="T53" fmla="*/ 13 h 236"/>
                  <a:gd name="T54" fmla="*/ 152 w 222"/>
                  <a:gd name="T55" fmla="*/ 14 h 236"/>
                  <a:gd name="T56" fmla="*/ 222 w 222"/>
                  <a:gd name="T57" fmla="*/ 162 h 236"/>
                  <a:gd name="T58" fmla="*/ 221 w 222"/>
                  <a:gd name="T59" fmla="*/ 165 h 236"/>
                  <a:gd name="T60" fmla="*/ 115 w 222"/>
                  <a:gd name="T61" fmla="*/ 229 h 236"/>
                  <a:gd name="T62" fmla="*/ 95 w 222"/>
                  <a:gd name="T63" fmla="*/ 236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22" h="236">
                    <a:moveTo>
                      <a:pt x="95" y="236"/>
                    </a:moveTo>
                    <a:cubicBezTo>
                      <a:pt x="79" y="236"/>
                      <a:pt x="71" y="220"/>
                      <a:pt x="65" y="209"/>
                    </a:cubicBezTo>
                    <a:cubicBezTo>
                      <a:pt x="63" y="205"/>
                      <a:pt x="57" y="193"/>
                      <a:pt x="50" y="179"/>
                    </a:cubicBezTo>
                    <a:cubicBezTo>
                      <a:pt x="26" y="132"/>
                      <a:pt x="4" y="90"/>
                      <a:pt x="3" y="86"/>
                    </a:cubicBezTo>
                    <a:cubicBezTo>
                      <a:pt x="0" y="80"/>
                      <a:pt x="0" y="74"/>
                      <a:pt x="22" y="55"/>
                    </a:cubicBezTo>
                    <a:cubicBezTo>
                      <a:pt x="43" y="37"/>
                      <a:pt x="72" y="12"/>
                      <a:pt x="72" y="12"/>
                    </a:cubicBezTo>
                    <a:cubicBezTo>
                      <a:pt x="73" y="11"/>
                      <a:pt x="73" y="11"/>
                      <a:pt x="74" y="11"/>
                    </a:cubicBezTo>
                    <a:cubicBezTo>
                      <a:pt x="74" y="11"/>
                      <a:pt x="74" y="11"/>
                      <a:pt x="74" y="11"/>
                    </a:cubicBezTo>
                    <a:cubicBezTo>
                      <a:pt x="74" y="11"/>
                      <a:pt x="75" y="12"/>
                      <a:pt x="75" y="12"/>
                    </a:cubicBezTo>
                    <a:cubicBezTo>
                      <a:pt x="78" y="18"/>
                      <a:pt x="78" y="18"/>
                      <a:pt x="78" y="18"/>
                    </a:cubicBezTo>
                    <a:cubicBezTo>
                      <a:pt x="95" y="4"/>
                      <a:pt x="95" y="4"/>
                      <a:pt x="95" y="4"/>
                    </a:cubicBezTo>
                    <a:cubicBezTo>
                      <a:pt x="95" y="4"/>
                      <a:pt x="96" y="4"/>
                      <a:pt x="96" y="4"/>
                    </a:cubicBezTo>
                    <a:cubicBezTo>
                      <a:pt x="97" y="4"/>
                      <a:pt x="97" y="4"/>
                      <a:pt x="97" y="4"/>
                    </a:cubicBezTo>
                    <a:cubicBezTo>
                      <a:pt x="97" y="4"/>
                      <a:pt x="98" y="4"/>
                      <a:pt x="98" y="5"/>
                    </a:cubicBezTo>
                    <a:cubicBezTo>
                      <a:pt x="103" y="12"/>
                      <a:pt x="103" y="12"/>
                      <a:pt x="103" y="12"/>
                    </a:cubicBezTo>
                    <a:cubicBezTo>
                      <a:pt x="118" y="0"/>
                      <a:pt x="118" y="0"/>
                      <a:pt x="118" y="0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0" y="0"/>
                      <a:pt x="121" y="0"/>
                      <a:pt x="121" y="1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34" y="9"/>
                      <a:pt x="134" y="9"/>
                      <a:pt x="134" y="9"/>
                    </a:cubicBezTo>
                    <a:cubicBezTo>
                      <a:pt x="135" y="9"/>
                      <a:pt x="135" y="9"/>
                      <a:pt x="135" y="9"/>
                    </a:cubicBezTo>
                    <a:cubicBezTo>
                      <a:pt x="135" y="9"/>
                      <a:pt x="136" y="10"/>
                      <a:pt x="136" y="10"/>
                    </a:cubicBezTo>
                    <a:cubicBezTo>
                      <a:pt x="142" y="18"/>
                      <a:pt x="142" y="18"/>
                      <a:pt x="142" y="18"/>
                    </a:cubicBezTo>
                    <a:cubicBezTo>
                      <a:pt x="149" y="13"/>
                      <a:pt x="149" y="13"/>
                      <a:pt x="149" y="13"/>
                    </a:cubicBezTo>
                    <a:cubicBezTo>
                      <a:pt x="149" y="13"/>
                      <a:pt x="150" y="13"/>
                      <a:pt x="150" y="13"/>
                    </a:cubicBezTo>
                    <a:cubicBezTo>
                      <a:pt x="151" y="13"/>
                      <a:pt x="151" y="13"/>
                      <a:pt x="151" y="13"/>
                    </a:cubicBezTo>
                    <a:cubicBezTo>
                      <a:pt x="151" y="13"/>
                      <a:pt x="152" y="13"/>
                      <a:pt x="152" y="14"/>
                    </a:cubicBezTo>
                    <a:cubicBezTo>
                      <a:pt x="222" y="162"/>
                      <a:pt x="222" y="162"/>
                      <a:pt x="222" y="162"/>
                    </a:cubicBezTo>
                    <a:cubicBezTo>
                      <a:pt x="222" y="163"/>
                      <a:pt x="222" y="164"/>
                      <a:pt x="221" y="165"/>
                    </a:cubicBezTo>
                    <a:cubicBezTo>
                      <a:pt x="220" y="165"/>
                      <a:pt x="143" y="213"/>
                      <a:pt x="115" y="229"/>
                    </a:cubicBezTo>
                    <a:cubicBezTo>
                      <a:pt x="108" y="233"/>
                      <a:pt x="101" y="236"/>
                      <a:pt x="95" y="2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0" name="Freeform 137">
                <a:extLst>
                  <a:ext uri="{FF2B5EF4-FFF2-40B4-BE49-F238E27FC236}">
                    <a16:creationId xmlns:a16="http://schemas.microsoft.com/office/drawing/2014/main" id="{0DD493DA-47EA-4BB3-99D9-CD64C25ACA9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15" y="865"/>
                <a:ext cx="332" cy="349"/>
              </a:xfrm>
              <a:custGeom>
                <a:avLst/>
                <a:gdLst>
                  <a:gd name="T0" fmla="*/ 122 w 228"/>
                  <a:gd name="T1" fmla="*/ 4 h 240"/>
                  <a:gd name="T2" fmla="*/ 131 w 228"/>
                  <a:gd name="T3" fmla="*/ 17 h 240"/>
                  <a:gd name="T4" fmla="*/ 138 w 228"/>
                  <a:gd name="T5" fmla="*/ 13 h 240"/>
                  <a:gd name="T6" fmla="*/ 144 w 228"/>
                  <a:gd name="T7" fmla="*/ 23 h 240"/>
                  <a:gd name="T8" fmla="*/ 153 w 228"/>
                  <a:gd name="T9" fmla="*/ 17 h 240"/>
                  <a:gd name="T10" fmla="*/ 223 w 228"/>
                  <a:gd name="T11" fmla="*/ 165 h 240"/>
                  <a:gd name="T12" fmla="*/ 117 w 228"/>
                  <a:gd name="T13" fmla="*/ 229 h 240"/>
                  <a:gd name="T14" fmla="*/ 98 w 228"/>
                  <a:gd name="T15" fmla="*/ 236 h 240"/>
                  <a:gd name="T16" fmla="*/ 70 w 228"/>
                  <a:gd name="T17" fmla="*/ 210 h 240"/>
                  <a:gd name="T18" fmla="*/ 8 w 228"/>
                  <a:gd name="T19" fmla="*/ 88 h 240"/>
                  <a:gd name="T20" fmla="*/ 26 w 228"/>
                  <a:gd name="T21" fmla="*/ 59 h 240"/>
                  <a:gd name="T22" fmla="*/ 77 w 228"/>
                  <a:gd name="T23" fmla="*/ 15 h 240"/>
                  <a:gd name="T24" fmla="*/ 81 w 228"/>
                  <a:gd name="T25" fmla="*/ 23 h 240"/>
                  <a:gd name="T26" fmla="*/ 99 w 228"/>
                  <a:gd name="T27" fmla="*/ 8 h 240"/>
                  <a:gd name="T28" fmla="*/ 106 w 228"/>
                  <a:gd name="T29" fmla="*/ 17 h 240"/>
                  <a:gd name="T30" fmla="*/ 122 w 228"/>
                  <a:gd name="T31" fmla="*/ 4 h 240"/>
                  <a:gd name="T32" fmla="*/ 122 w 228"/>
                  <a:gd name="T33" fmla="*/ 0 h 240"/>
                  <a:gd name="T34" fmla="*/ 120 w 228"/>
                  <a:gd name="T35" fmla="*/ 1 h 240"/>
                  <a:gd name="T36" fmla="*/ 107 w 228"/>
                  <a:gd name="T37" fmla="*/ 11 h 240"/>
                  <a:gd name="T38" fmla="*/ 103 w 228"/>
                  <a:gd name="T39" fmla="*/ 6 h 240"/>
                  <a:gd name="T40" fmla="*/ 100 w 228"/>
                  <a:gd name="T41" fmla="*/ 4 h 240"/>
                  <a:gd name="T42" fmla="*/ 99 w 228"/>
                  <a:gd name="T43" fmla="*/ 4 h 240"/>
                  <a:gd name="T44" fmla="*/ 97 w 228"/>
                  <a:gd name="T45" fmla="*/ 5 h 240"/>
                  <a:gd name="T46" fmla="*/ 82 w 228"/>
                  <a:gd name="T47" fmla="*/ 17 h 240"/>
                  <a:gd name="T48" fmla="*/ 80 w 228"/>
                  <a:gd name="T49" fmla="*/ 13 h 240"/>
                  <a:gd name="T50" fmla="*/ 77 w 228"/>
                  <a:gd name="T51" fmla="*/ 11 h 240"/>
                  <a:gd name="T52" fmla="*/ 77 w 228"/>
                  <a:gd name="T53" fmla="*/ 11 h 240"/>
                  <a:gd name="T54" fmla="*/ 74 w 228"/>
                  <a:gd name="T55" fmla="*/ 12 h 240"/>
                  <a:gd name="T56" fmla="*/ 24 w 228"/>
                  <a:gd name="T57" fmla="*/ 56 h 240"/>
                  <a:gd name="T58" fmla="*/ 4 w 228"/>
                  <a:gd name="T59" fmla="*/ 89 h 240"/>
                  <a:gd name="T60" fmla="*/ 51 w 228"/>
                  <a:gd name="T61" fmla="*/ 182 h 240"/>
                  <a:gd name="T62" fmla="*/ 67 w 228"/>
                  <a:gd name="T63" fmla="*/ 212 h 240"/>
                  <a:gd name="T64" fmla="*/ 98 w 228"/>
                  <a:gd name="T65" fmla="*/ 240 h 240"/>
                  <a:gd name="T66" fmla="*/ 119 w 228"/>
                  <a:gd name="T67" fmla="*/ 233 h 240"/>
                  <a:gd name="T68" fmla="*/ 225 w 228"/>
                  <a:gd name="T69" fmla="*/ 169 h 240"/>
                  <a:gd name="T70" fmla="*/ 227 w 228"/>
                  <a:gd name="T71" fmla="*/ 164 h 240"/>
                  <a:gd name="T72" fmla="*/ 157 w 228"/>
                  <a:gd name="T73" fmla="*/ 15 h 240"/>
                  <a:gd name="T74" fmla="*/ 154 w 228"/>
                  <a:gd name="T75" fmla="*/ 13 h 240"/>
                  <a:gd name="T76" fmla="*/ 153 w 228"/>
                  <a:gd name="T77" fmla="*/ 13 h 240"/>
                  <a:gd name="T78" fmla="*/ 151 w 228"/>
                  <a:gd name="T79" fmla="*/ 13 h 240"/>
                  <a:gd name="T80" fmla="*/ 145 w 228"/>
                  <a:gd name="T81" fmla="*/ 17 h 240"/>
                  <a:gd name="T82" fmla="*/ 141 w 228"/>
                  <a:gd name="T83" fmla="*/ 11 h 240"/>
                  <a:gd name="T84" fmla="*/ 138 w 228"/>
                  <a:gd name="T85" fmla="*/ 9 h 240"/>
                  <a:gd name="T86" fmla="*/ 136 w 228"/>
                  <a:gd name="T87" fmla="*/ 10 h 240"/>
                  <a:gd name="T88" fmla="*/ 132 w 228"/>
                  <a:gd name="T89" fmla="*/ 11 h 240"/>
                  <a:gd name="T90" fmla="*/ 126 w 228"/>
                  <a:gd name="T91" fmla="*/ 2 h 240"/>
                  <a:gd name="T92" fmla="*/ 123 w 228"/>
                  <a:gd name="T93" fmla="*/ 0 h 240"/>
                  <a:gd name="T94" fmla="*/ 122 w 228"/>
                  <a:gd name="T95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28" h="240">
                    <a:moveTo>
                      <a:pt x="122" y="4"/>
                    </a:moveTo>
                    <a:cubicBezTo>
                      <a:pt x="131" y="17"/>
                      <a:pt x="131" y="17"/>
                      <a:pt x="131" y="17"/>
                    </a:cubicBezTo>
                    <a:cubicBezTo>
                      <a:pt x="138" y="13"/>
                      <a:pt x="138" y="13"/>
                      <a:pt x="138" y="13"/>
                    </a:cubicBezTo>
                    <a:cubicBezTo>
                      <a:pt x="144" y="23"/>
                      <a:pt x="144" y="23"/>
                      <a:pt x="144" y="23"/>
                    </a:cubicBezTo>
                    <a:cubicBezTo>
                      <a:pt x="153" y="17"/>
                      <a:pt x="153" y="17"/>
                      <a:pt x="153" y="17"/>
                    </a:cubicBezTo>
                    <a:cubicBezTo>
                      <a:pt x="223" y="165"/>
                      <a:pt x="223" y="165"/>
                      <a:pt x="223" y="165"/>
                    </a:cubicBezTo>
                    <a:cubicBezTo>
                      <a:pt x="223" y="165"/>
                      <a:pt x="146" y="213"/>
                      <a:pt x="117" y="229"/>
                    </a:cubicBezTo>
                    <a:cubicBezTo>
                      <a:pt x="109" y="234"/>
                      <a:pt x="103" y="236"/>
                      <a:pt x="98" y="236"/>
                    </a:cubicBezTo>
                    <a:cubicBezTo>
                      <a:pt x="83" y="236"/>
                      <a:pt x="76" y="222"/>
                      <a:pt x="70" y="210"/>
                    </a:cubicBezTo>
                    <a:cubicBezTo>
                      <a:pt x="62" y="195"/>
                      <a:pt x="10" y="93"/>
                      <a:pt x="8" y="88"/>
                    </a:cubicBezTo>
                    <a:cubicBezTo>
                      <a:pt x="5" y="82"/>
                      <a:pt x="4" y="77"/>
                      <a:pt x="26" y="59"/>
                    </a:cubicBezTo>
                    <a:cubicBezTo>
                      <a:pt x="48" y="40"/>
                      <a:pt x="77" y="15"/>
                      <a:pt x="77" y="15"/>
                    </a:cubicBezTo>
                    <a:cubicBezTo>
                      <a:pt x="81" y="23"/>
                      <a:pt x="81" y="23"/>
                      <a:pt x="81" y="23"/>
                    </a:cubicBezTo>
                    <a:cubicBezTo>
                      <a:pt x="99" y="8"/>
                      <a:pt x="99" y="8"/>
                      <a:pt x="99" y="8"/>
                    </a:cubicBezTo>
                    <a:cubicBezTo>
                      <a:pt x="106" y="17"/>
                      <a:pt x="106" y="17"/>
                      <a:pt x="106" y="17"/>
                    </a:cubicBezTo>
                    <a:cubicBezTo>
                      <a:pt x="122" y="4"/>
                      <a:pt x="122" y="4"/>
                      <a:pt x="122" y="4"/>
                    </a:cubicBezTo>
                    <a:moveTo>
                      <a:pt x="122" y="0"/>
                    </a:moveTo>
                    <a:cubicBezTo>
                      <a:pt x="122" y="0"/>
                      <a:pt x="121" y="0"/>
                      <a:pt x="120" y="1"/>
                    </a:cubicBezTo>
                    <a:cubicBezTo>
                      <a:pt x="107" y="11"/>
                      <a:pt x="107" y="11"/>
                      <a:pt x="107" y="11"/>
                    </a:cubicBezTo>
                    <a:cubicBezTo>
                      <a:pt x="103" y="6"/>
                      <a:pt x="103" y="6"/>
                      <a:pt x="103" y="6"/>
                    </a:cubicBezTo>
                    <a:cubicBezTo>
                      <a:pt x="102" y="5"/>
                      <a:pt x="101" y="4"/>
                      <a:pt x="100" y="4"/>
                    </a:cubicBezTo>
                    <a:cubicBezTo>
                      <a:pt x="99" y="4"/>
                      <a:pt x="99" y="4"/>
                      <a:pt x="99" y="4"/>
                    </a:cubicBezTo>
                    <a:cubicBezTo>
                      <a:pt x="98" y="4"/>
                      <a:pt x="97" y="4"/>
                      <a:pt x="97" y="5"/>
                    </a:cubicBezTo>
                    <a:cubicBezTo>
                      <a:pt x="82" y="17"/>
                      <a:pt x="82" y="17"/>
                      <a:pt x="82" y="17"/>
                    </a:cubicBezTo>
                    <a:cubicBezTo>
                      <a:pt x="80" y="13"/>
                      <a:pt x="80" y="13"/>
                      <a:pt x="80" y="13"/>
                    </a:cubicBezTo>
                    <a:cubicBezTo>
                      <a:pt x="79" y="12"/>
                      <a:pt x="78" y="11"/>
                      <a:pt x="77" y="11"/>
                    </a:cubicBezTo>
                    <a:cubicBezTo>
                      <a:pt x="77" y="11"/>
                      <a:pt x="77" y="11"/>
                      <a:pt x="77" y="11"/>
                    </a:cubicBezTo>
                    <a:cubicBezTo>
                      <a:pt x="76" y="11"/>
                      <a:pt x="75" y="12"/>
                      <a:pt x="74" y="12"/>
                    </a:cubicBezTo>
                    <a:cubicBezTo>
                      <a:pt x="74" y="12"/>
                      <a:pt x="45" y="38"/>
                      <a:pt x="24" y="56"/>
                    </a:cubicBezTo>
                    <a:cubicBezTo>
                      <a:pt x="2" y="73"/>
                      <a:pt x="0" y="81"/>
                      <a:pt x="4" y="89"/>
                    </a:cubicBezTo>
                    <a:cubicBezTo>
                      <a:pt x="5" y="93"/>
                      <a:pt x="27" y="135"/>
                      <a:pt x="51" y="182"/>
                    </a:cubicBezTo>
                    <a:cubicBezTo>
                      <a:pt x="58" y="196"/>
                      <a:pt x="64" y="208"/>
                      <a:pt x="67" y="212"/>
                    </a:cubicBezTo>
                    <a:cubicBezTo>
                      <a:pt x="72" y="224"/>
                      <a:pt x="80" y="240"/>
                      <a:pt x="98" y="240"/>
                    </a:cubicBezTo>
                    <a:cubicBezTo>
                      <a:pt x="104" y="240"/>
                      <a:pt x="111" y="237"/>
                      <a:pt x="119" y="233"/>
                    </a:cubicBezTo>
                    <a:cubicBezTo>
                      <a:pt x="147" y="217"/>
                      <a:pt x="224" y="169"/>
                      <a:pt x="225" y="169"/>
                    </a:cubicBezTo>
                    <a:cubicBezTo>
                      <a:pt x="227" y="168"/>
                      <a:pt x="228" y="165"/>
                      <a:pt x="227" y="164"/>
                    </a:cubicBezTo>
                    <a:cubicBezTo>
                      <a:pt x="157" y="15"/>
                      <a:pt x="157" y="15"/>
                      <a:pt x="157" y="15"/>
                    </a:cubicBezTo>
                    <a:cubicBezTo>
                      <a:pt x="156" y="14"/>
                      <a:pt x="155" y="13"/>
                      <a:pt x="154" y="13"/>
                    </a:cubicBezTo>
                    <a:cubicBezTo>
                      <a:pt x="153" y="13"/>
                      <a:pt x="153" y="13"/>
                      <a:pt x="153" y="13"/>
                    </a:cubicBezTo>
                    <a:cubicBezTo>
                      <a:pt x="152" y="13"/>
                      <a:pt x="151" y="13"/>
                      <a:pt x="151" y="13"/>
                    </a:cubicBezTo>
                    <a:cubicBezTo>
                      <a:pt x="145" y="17"/>
                      <a:pt x="145" y="17"/>
                      <a:pt x="145" y="17"/>
                    </a:cubicBezTo>
                    <a:cubicBezTo>
                      <a:pt x="141" y="11"/>
                      <a:pt x="141" y="11"/>
                      <a:pt x="141" y="11"/>
                    </a:cubicBezTo>
                    <a:cubicBezTo>
                      <a:pt x="140" y="10"/>
                      <a:pt x="139" y="9"/>
                      <a:pt x="138" y="9"/>
                    </a:cubicBezTo>
                    <a:cubicBezTo>
                      <a:pt x="137" y="9"/>
                      <a:pt x="137" y="9"/>
                      <a:pt x="136" y="10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26" y="2"/>
                      <a:pt x="126" y="2"/>
                      <a:pt x="126" y="2"/>
                    </a:cubicBezTo>
                    <a:cubicBezTo>
                      <a:pt x="125" y="1"/>
                      <a:pt x="124" y="0"/>
                      <a:pt x="123" y="0"/>
                    </a:cubicBezTo>
                    <a:lnTo>
                      <a:pt x="12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1" name="Freeform 138">
                <a:extLst>
                  <a:ext uri="{FF2B5EF4-FFF2-40B4-BE49-F238E27FC236}">
                    <a16:creationId xmlns:a16="http://schemas.microsoft.com/office/drawing/2014/main" id="{BEEBAF3F-2644-4B01-9181-8F2C44EB7F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9" y="891"/>
                <a:ext cx="200" cy="102"/>
              </a:xfrm>
              <a:custGeom>
                <a:avLst/>
                <a:gdLst>
                  <a:gd name="T0" fmla="*/ 4 w 138"/>
                  <a:gd name="T1" fmla="*/ 48 h 70"/>
                  <a:gd name="T2" fmla="*/ 0 w 138"/>
                  <a:gd name="T3" fmla="*/ 59 h 70"/>
                  <a:gd name="T4" fmla="*/ 3 w 138"/>
                  <a:gd name="T5" fmla="*/ 67 h 70"/>
                  <a:gd name="T6" fmla="*/ 12 w 138"/>
                  <a:gd name="T7" fmla="*/ 70 h 70"/>
                  <a:gd name="T8" fmla="*/ 29 w 138"/>
                  <a:gd name="T9" fmla="*/ 66 h 70"/>
                  <a:gd name="T10" fmla="*/ 92 w 138"/>
                  <a:gd name="T11" fmla="*/ 30 h 70"/>
                  <a:gd name="T12" fmla="*/ 137 w 138"/>
                  <a:gd name="T13" fmla="*/ 4 h 70"/>
                  <a:gd name="T14" fmla="*/ 137 w 138"/>
                  <a:gd name="T15" fmla="*/ 1 h 70"/>
                  <a:gd name="T16" fmla="*/ 135 w 138"/>
                  <a:gd name="T17" fmla="*/ 1 h 70"/>
                  <a:gd name="T18" fmla="*/ 121 w 138"/>
                  <a:gd name="T19" fmla="*/ 8 h 70"/>
                  <a:gd name="T20" fmla="*/ 27 w 138"/>
                  <a:gd name="T21" fmla="*/ 62 h 70"/>
                  <a:gd name="T22" fmla="*/ 12 w 138"/>
                  <a:gd name="T23" fmla="*/ 66 h 70"/>
                  <a:gd name="T24" fmla="*/ 6 w 138"/>
                  <a:gd name="T25" fmla="*/ 64 h 70"/>
                  <a:gd name="T26" fmla="*/ 4 w 138"/>
                  <a:gd name="T27" fmla="*/ 59 h 70"/>
                  <a:gd name="T28" fmla="*/ 7 w 138"/>
                  <a:gd name="T29" fmla="*/ 50 h 70"/>
                  <a:gd name="T30" fmla="*/ 7 w 138"/>
                  <a:gd name="T31" fmla="*/ 47 h 70"/>
                  <a:gd name="T32" fmla="*/ 4 w 138"/>
                  <a:gd name="T33" fmla="*/ 48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38" h="70">
                    <a:moveTo>
                      <a:pt x="4" y="48"/>
                    </a:moveTo>
                    <a:cubicBezTo>
                      <a:pt x="1" y="51"/>
                      <a:pt x="0" y="55"/>
                      <a:pt x="0" y="59"/>
                    </a:cubicBezTo>
                    <a:cubicBezTo>
                      <a:pt x="0" y="62"/>
                      <a:pt x="1" y="65"/>
                      <a:pt x="3" y="67"/>
                    </a:cubicBezTo>
                    <a:cubicBezTo>
                      <a:pt x="5" y="69"/>
                      <a:pt x="8" y="70"/>
                      <a:pt x="12" y="70"/>
                    </a:cubicBezTo>
                    <a:cubicBezTo>
                      <a:pt x="16" y="70"/>
                      <a:pt x="22" y="69"/>
                      <a:pt x="29" y="66"/>
                    </a:cubicBezTo>
                    <a:cubicBezTo>
                      <a:pt x="42" y="59"/>
                      <a:pt x="69" y="44"/>
                      <a:pt x="92" y="30"/>
                    </a:cubicBezTo>
                    <a:cubicBezTo>
                      <a:pt x="116" y="16"/>
                      <a:pt x="137" y="4"/>
                      <a:pt x="137" y="4"/>
                    </a:cubicBezTo>
                    <a:cubicBezTo>
                      <a:pt x="138" y="4"/>
                      <a:pt x="138" y="2"/>
                      <a:pt x="137" y="1"/>
                    </a:cubicBezTo>
                    <a:cubicBezTo>
                      <a:pt x="137" y="0"/>
                      <a:pt x="136" y="0"/>
                      <a:pt x="135" y="1"/>
                    </a:cubicBezTo>
                    <a:cubicBezTo>
                      <a:pt x="135" y="1"/>
                      <a:pt x="130" y="4"/>
                      <a:pt x="121" y="8"/>
                    </a:cubicBezTo>
                    <a:cubicBezTo>
                      <a:pt x="97" y="23"/>
                      <a:pt x="46" y="52"/>
                      <a:pt x="27" y="62"/>
                    </a:cubicBezTo>
                    <a:cubicBezTo>
                      <a:pt x="21" y="65"/>
                      <a:pt x="16" y="66"/>
                      <a:pt x="12" y="66"/>
                    </a:cubicBezTo>
                    <a:cubicBezTo>
                      <a:pt x="9" y="66"/>
                      <a:pt x="7" y="65"/>
                      <a:pt x="6" y="64"/>
                    </a:cubicBezTo>
                    <a:cubicBezTo>
                      <a:pt x="4" y="63"/>
                      <a:pt x="4" y="61"/>
                      <a:pt x="4" y="59"/>
                    </a:cubicBezTo>
                    <a:cubicBezTo>
                      <a:pt x="4" y="57"/>
                      <a:pt x="5" y="53"/>
                      <a:pt x="7" y="50"/>
                    </a:cubicBezTo>
                    <a:cubicBezTo>
                      <a:pt x="8" y="49"/>
                      <a:pt x="8" y="48"/>
                      <a:pt x="7" y="47"/>
                    </a:cubicBezTo>
                    <a:cubicBezTo>
                      <a:pt x="6" y="47"/>
                      <a:pt x="5" y="47"/>
                      <a:pt x="4" y="4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2" name="Freeform 139">
                <a:extLst>
                  <a:ext uri="{FF2B5EF4-FFF2-40B4-BE49-F238E27FC236}">
                    <a16:creationId xmlns:a16="http://schemas.microsoft.com/office/drawing/2014/main" id="{DBF6533D-60D0-48DA-9829-F3191E8D78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1" y="881"/>
                <a:ext cx="130" cy="97"/>
              </a:xfrm>
              <a:custGeom>
                <a:avLst/>
                <a:gdLst>
                  <a:gd name="T0" fmla="*/ 85 w 89"/>
                  <a:gd name="T1" fmla="*/ 1 h 67"/>
                  <a:gd name="T2" fmla="*/ 1 w 89"/>
                  <a:gd name="T3" fmla="*/ 64 h 67"/>
                  <a:gd name="T4" fmla="*/ 1 w 89"/>
                  <a:gd name="T5" fmla="*/ 66 h 67"/>
                  <a:gd name="T6" fmla="*/ 4 w 89"/>
                  <a:gd name="T7" fmla="*/ 67 h 67"/>
                  <a:gd name="T8" fmla="*/ 88 w 89"/>
                  <a:gd name="T9" fmla="*/ 4 h 67"/>
                  <a:gd name="T10" fmla="*/ 88 w 89"/>
                  <a:gd name="T11" fmla="*/ 1 h 67"/>
                  <a:gd name="T12" fmla="*/ 85 w 89"/>
                  <a:gd name="T13" fmla="*/ 1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9" h="67">
                    <a:moveTo>
                      <a:pt x="85" y="1"/>
                    </a:moveTo>
                    <a:cubicBezTo>
                      <a:pt x="1" y="64"/>
                      <a:pt x="1" y="64"/>
                      <a:pt x="1" y="64"/>
                    </a:cubicBezTo>
                    <a:cubicBezTo>
                      <a:pt x="0" y="64"/>
                      <a:pt x="0" y="66"/>
                      <a:pt x="1" y="66"/>
                    </a:cubicBezTo>
                    <a:cubicBezTo>
                      <a:pt x="2" y="67"/>
                      <a:pt x="3" y="67"/>
                      <a:pt x="4" y="67"/>
                    </a:cubicBezTo>
                    <a:cubicBezTo>
                      <a:pt x="88" y="4"/>
                      <a:pt x="88" y="4"/>
                      <a:pt x="88" y="4"/>
                    </a:cubicBezTo>
                    <a:cubicBezTo>
                      <a:pt x="89" y="3"/>
                      <a:pt x="89" y="2"/>
                      <a:pt x="88" y="1"/>
                    </a:cubicBezTo>
                    <a:cubicBezTo>
                      <a:pt x="87" y="0"/>
                      <a:pt x="86" y="0"/>
                      <a:pt x="85" y="1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3" name="Freeform 140">
                <a:extLst>
                  <a:ext uri="{FF2B5EF4-FFF2-40B4-BE49-F238E27FC236}">
                    <a16:creationId xmlns:a16="http://schemas.microsoft.com/office/drawing/2014/main" id="{A814AF75-8B34-46B7-BCFC-C1142DE579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2" y="881"/>
                <a:ext cx="122" cy="110"/>
              </a:xfrm>
              <a:custGeom>
                <a:avLst/>
                <a:gdLst>
                  <a:gd name="T0" fmla="*/ 80 w 84"/>
                  <a:gd name="T1" fmla="*/ 1 h 76"/>
                  <a:gd name="T2" fmla="*/ 1 w 84"/>
                  <a:gd name="T3" fmla="*/ 72 h 76"/>
                  <a:gd name="T4" fmla="*/ 1 w 84"/>
                  <a:gd name="T5" fmla="*/ 75 h 76"/>
                  <a:gd name="T6" fmla="*/ 4 w 84"/>
                  <a:gd name="T7" fmla="*/ 75 h 76"/>
                  <a:gd name="T8" fmla="*/ 83 w 84"/>
                  <a:gd name="T9" fmla="*/ 4 h 76"/>
                  <a:gd name="T10" fmla="*/ 83 w 84"/>
                  <a:gd name="T11" fmla="*/ 1 h 76"/>
                  <a:gd name="T12" fmla="*/ 80 w 84"/>
                  <a:gd name="T13" fmla="*/ 1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4" h="76">
                    <a:moveTo>
                      <a:pt x="80" y="1"/>
                    </a:moveTo>
                    <a:cubicBezTo>
                      <a:pt x="1" y="72"/>
                      <a:pt x="1" y="72"/>
                      <a:pt x="1" y="72"/>
                    </a:cubicBezTo>
                    <a:cubicBezTo>
                      <a:pt x="0" y="73"/>
                      <a:pt x="0" y="74"/>
                      <a:pt x="1" y="75"/>
                    </a:cubicBezTo>
                    <a:cubicBezTo>
                      <a:pt x="2" y="76"/>
                      <a:pt x="3" y="76"/>
                      <a:pt x="4" y="75"/>
                    </a:cubicBezTo>
                    <a:cubicBezTo>
                      <a:pt x="83" y="4"/>
                      <a:pt x="83" y="4"/>
                      <a:pt x="83" y="4"/>
                    </a:cubicBezTo>
                    <a:cubicBezTo>
                      <a:pt x="84" y="3"/>
                      <a:pt x="84" y="2"/>
                      <a:pt x="83" y="1"/>
                    </a:cubicBezTo>
                    <a:cubicBezTo>
                      <a:pt x="82" y="0"/>
                      <a:pt x="81" y="0"/>
                      <a:pt x="80" y="1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4" name="Freeform 141">
                <a:extLst>
                  <a:ext uri="{FF2B5EF4-FFF2-40B4-BE49-F238E27FC236}">
                    <a16:creationId xmlns:a16="http://schemas.microsoft.com/office/drawing/2014/main" id="{442A1466-D831-4084-BE14-14B34A3EB2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3" y="889"/>
                <a:ext cx="105" cy="99"/>
              </a:xfrm>
              <a:custGeom>
                <a:avLst/>
                <a:gdLst>
                  <a:gd name="T0" fmla="*/ 100 w 105"/>
                  <a:gd name="T1" fmla="*/ 0 h 99"/>
                  <a:gd name="T2" fmla="*/ 0 w 105"/>
                  <a:gd name="T3" fmla="*/ 95 h 99"/>
                  <a:gd name="T4" fmla="*/ 4 w 105"/>
                  <a:gd name="T5" fmla="*/ 99 h 99"/>
                  <a:gd name="T6" fmla="*/ 105 w 105"/>
                  <a:gd name="T7" fmla="*/ 5 h 99"/>
                  <a:gd name="T8" fmla="*/ 100 w 105"/>
                  <a:gd name="T9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99">
                    <a:moveTo>
                      <a:pt x="100" y="0"/>
                    </a:moveTo>
                    <a:lnTo>
                      <a:pt x="0" y="95"/>
                    </a:lnTo>
                    <a:lnTo>
                      <a:pt x="4" y="99"/>
                    </a:lnTo>
                    <a:lnTo>
                      <a:pt x="105" y="5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" name="Freeform 142">
                <a:extLst>
                  <a:ext uri="{FF2B5EF4-FFF2-40B4-BE49-F238E27FC236}">
                    <a16:creationId xmlns:a16="http://schemas.microsoft.com/office/drawing/2014/main" id="{44A8D62B-E15F-4871-BBF7-9D1F3A8370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3" y="889"/>
                <a:ext cx="105" cy="99"/>
              </a:xfrm>
              <a:custGeom>
                <a:avLst/>
                <a:gdLst>
                  <a:gd name="T0" fmla="*/ 100 w 105"/>
                  <a:gd name="T1" fmla="*/ 0 h 99"/>
                  <a:gd name="T2" fmla="*/ 0 w 105"/>
                  <a:gd name="T3" fmla="*/ 95 h 99"/>
                  <a:gd name="T4" fmla="*/ 4 w 105"/>
                  <a:gd name="T5" fmla="*/ 99 h 99"/>
                  <a:gd name="T6" fmla="*/ 105 w 105"/>
                  <a:gd name="T7" fmla="*/ 5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5" h="99">
                    <a:moveTo>
                      <a:pt x="100" y="0"/>
                    </a:moveTo>
                    <a:lnTo>
                      <a:pt x="0" y="95"/>
                    </a:lnTo>
                    <a:lnTo>
                      <a:pt x="4" y="99"/>
                    </a:lnTo>
                    <a:lnTo>
                      <a:pt x="105" y="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" name="Freeform 143">
                <a:extLst>
                  <a:ext uri="{FF2B5EF4-FFF2-40B4-BE49-F238E27FC236}">
                    <a16:creationId xmlns:a16="http://schemas.microsoft.com/office/drawing/2014/main" id="{A82CE31C-675A-405A-A7D2-8ADB35D1F8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193" y="509"/>
                <a:ext cx="1319" cy="939"/>
              </a:xfrm>
              <a:custGeom>
                <a:avLst/>
                <a:gdLst>
                  <a:gd name="T0" fmla="*/ 5 w 906"/>
                  <a:gd name="T1" fmla="*/ 630 h 645"/>
                  <a:gd name="T2" fmla="*/ 0 w 906"/>
                  <a:gd name="T3" fmla="*/ 643 h 645"/>
                  <a:gd name="T4" fmla="*/ 0 w 906"/>
                  <a:gd name="T5" fmla="*/ 645 h 645"/>
                  <a:gd name="T6" fmla="*/ 0 w 906"/>
                  <a:gd name="T7" fmla="*/ 645 h 645"/>
                  <a:gd name="T8" fmla="*/ 5 w 906"/>
                  <a:gd name="T9" fmla="*/ 630 h 645"/>
                  <a:gd name="T10" fmla="*/ 905 w 906"/>
                  <a:gd name="T11" fmla="*/ 185 h 645"/>
                  <a:gd name="T12" fmla="*/ 906 w 906"/>
                  <a:gd name="T13" fmla="*/ 209 h 645"/>
                  <a:gd name="T14" fmla="*/ 874 w 906"/>
                  <a:gd name="T15" fmla="*/ 333 h 645"/>
                  <a:gd name="T16" fmla="*/ 860 w 906"/>
                  <a:gd name="T17" fmla="*/ 357 h 645"/>
                  <a:gd name="T18" fmla="*/ 875 w 906"/>
                  <a:gd name="T19" fmla="*/ 332 h 645"/>
                  <a:gd name="T20" fmla="*/ 906 w 906"/>
                  <a:gd name="T21" fmla="*/ 214 h 645"/>
                  <a:gd name="T22" fmla="*/ 905 w 906"/>
                  <a:gd name="T23" fmla="*/ 185 h 645"/>
                  <a:gd name="T24" fmla="*/ 768 w 906"/>
                  <a:gd name="T25" fmla="*/ 148 h 645"/>
                  <a:gd name="T26" fmla="*/ 817 w 906"/>
                  <a:gd name="T27" fmla="*/ 169 h 645"/>
                  <a:gd name="T28" fmla="*/ 768 w 906"/>
                  <a:gd name="T29" fmla="*/ 148 h 645"/>
                  <a:gd name="T30" fmla="*/ 625 w 906"/>
                  <a:gd name="T31" fmla="*/ 0 h 645"/>
                  <a:gd name="T32" fmla="*/ 625 w 906"/>
                  <a:gd name="T33" fmla="*/ 0 h 645"/>
                  <a:gd name="T34" fmla="*/ 725 w 906"/>
                  <a:gd name="T35" fmla="*/ 10 h 645"/>
                  <a:gd name="T36" fmla="*/ 693 w 906"/>
                  <a:gd name="T37" fmla="*/ 4 h 645"/>
                  <a:gd name="T38" fmla="*/ 625 w 906"/>
                  <a:gd name="T39" fmla="*/ 0 h 6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906" h="645">
                    <a:moveTo>
                      <a:pt x="5" y="630"/>
                    </a:moveTo>
                    <a:cubicBezTo>
                      <a:pt x="2" y="634"/>
                      <a:pt x="0" y="639"/>
                      <a:pt x="0" y="643"/>
                    </a:cubicBezTo>
                    <a:cubicBezTo>
                      <a:pt x="0" y="644"/>
                      <a:pt x="0" y="644"/>
                      <a:pt x="0" y="645"/>
                    </a:cubicBezTo>
                    <a:cubicBezTo>
                      <a:pt x="0" y="645"/>
                      <a:pt x="0" y="645"/>
                      <a:pt x="0" y="645"/>
                    </a:cubicBezTo>
                    <a:cubicBezTo>
                      <a:pt x="0" y="639"/>
                      <a:pt x="2" y="635"/>
                      <a:pt x="5" y="630"/>
                    </a:cubicBezTo>
                    <a:moveTo>
                      <a:pt x="905" y="185"/>
                    </a:moveTo>
                    <a:cubicBezTo>
                      <a:pt x="906" y="193"/>
                      <a:pt x="906" y="201"/>
                      <a:pt x="906" y="209"/>
                    </a:cubicBezTo>
                    <a:cubicBezTo>
                      <a:pt x="906" y="246"/>
                      <a:pt x="897" y="287"/>
                      <a:pt x="874" y="333"/>
                    </a:cubicBezTo>
                    <a:cubicBezTo>
                      <a:pt x="870" y="341"/>
                      <a:pt x="865" y="349"/>
                      <a:pt x="860" y="357"/>
                    </a:cubicBezTo>
                    <a:cubicBezTo>
                      <a:pt x="866" y="349"/>
                      <a:pt x="870" y="340"/>
                      <a:pt x="875" y="332"/>
                    </a:cubicBezTo>
                    <a:cubicBezTo>
                      <a:pt x="897" y="288"/>
                      <a:pt x="906" y="249"/>
                      <a:pt x="906" y="214"/>
                    </a:cubicBezTo>
                    <a:cubicBezTo>
                      <a:pt x="906" y="204"/>
                      <a:pt x="906" y="194"/>
                      <a:pt x="905" y="185"/>
                    </a:cubicBezTo>
                    <a:moveTo>
                      <a:pt x="768" y="148"/>
                    </a:moveTo>
                    <a:cubicBezTo>
                      <a:pt x="788" y="153"/>
                      <a:pt x="805" y="160"/>
                      <a:pt x="817" y="169"/>
                    </a:cubicBezTo>
                    <a:cubicBezTo>
                      <a:pt x="805" y="159"/>
                      <a:pt x="789" y="152"/>
                      <a:pt x="768" y="148"/>
                    </a:cubicBezTo>
                    <a:moveTo>
                      <a:pt x="625" y="0"/>
                    </a:moveTo>
                    <a:cubicBezTo>
                      <a:pt x="625" y="0"/>
                      <a:pt x="625" y="0"/>
                      <a:pt x="625" y="0"/>
                    </a:cubicBezTo>
                    <a:cubicBezTo>
                      <a:pt x="660" y="0"/>
                      <a:pt x="694" y="4"/>
                      <a:pt x="725" y="10"/>
                    </a:cubicBezTo>
                    <a:cubicBezTo>
                      <a:pt x="715" y="8"/>
                      <a:pt x="704" y="6"/>
                      <a:pt x="693" y="4"/>
                    </a:cubicBezTo>
                    <a:cubicBezTo>
                      <a:pt x="671" y="2"/>
                      <a:pt x="648" y="0"/>
                      <a:pt x="625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7" name="Freeform 144">
                <a:extLst>
                  <a:ext uri="{FF2B5EF4-FFF2-40B4-BE49-F238E27FC236}">
                    <a16:creationId xmlns:a16="http://schemas.microsoft.com/office/drawing/2014/main" id="{4CEEFBAB-53D3-414C-98F2-F59CF3EA59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2" y="515"/>
                <a:ext cx="230" cy="92"/>
              </a:xfrm>
              <a:custGeom>
                <a:avLst/>
                <a:gdLst>
                  <a:gd name="T0" fmla="*/ 0 w 158"/>
                  <a:gd name="T1" fmla="*/ 0 h 63"/>
                  <a:gd name="T2" fmla="*/ 32 w 158"/>
                  <a:gd name="T3" fmla="*/ 6 h 63"/>
                  <a:gd name="T4" fmla="*/ 158 w 158"/>
                  <a:gd name="T5" fmla="*/ 63 h 63"/>
                  <a:gd name="T6" fmla="*/ 104 w 158"/>
                  <a:gd name="T7" fmla="*/ 27 h 63"/>
                  <a:gd name="T8" fmla="*/ 78 w 158"/>
                  <a:gd name="T9" fmla="*/ 17 h 63"/>
                  <a:gd name="T10" fmla="*/ 0 w 158"/>
                  <a:gd name="T11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8" h="63">
                    <a:moveTo>
                      <a:pt x="0" y="0"/>
                    </a:moveTo>
                    <a:cubicBezTo>
                      <a:pt x="11" y="2"/>
                      <a:pt x="22" y="4"/>
                      <a:pt x="32" y="6"/>
                    </a:cubicBezTo>
                    <a:cubicBezTo>
                      <a:pt x="86" y="16"/>
                      <a:pt x="132" y="35"/>
                      <a:pt x="158" y="63"/>
                    </a:cubicBezTo>
                    <a:cubicBezTo>
                      <a:pt x="145" y="49"/>
                      <a:pt x="126" y="36"/>
                      <a:pt x="104" y="27"/>
                    </a:cubicBezTo>
                    <a:cubicBezTo>
                      <a:pt x="96" y="23"/>
                      <a:pt x="87" y="20"/>
                      <a:pt x="78" y="17"/>
                    </a:cubicBezTo>
                    <a:cubicBezTo>
                      <a:pt x="54" y="9"/>
                      <a:pt x="28" y="4"/>
                      <a:pt x="0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8" name="Freeform 145">
                <a:extLst>
                  <a:ext uri="{FF2B5EF4-FFF2-40B4-BE49-F238E27FC236}">
                    <a16:creationId xmlns:a16="http://schemas.microsoft.com/office/drawing/2014/main" id="{073AE1E8-220D-43D7-B32F-5996B8E2BE9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13" y="509"/>
                <a:ext cx="1493" cy="1067"/>
              </a:xfrm>
              <a:custGeom>
                <a:avLst/>
                <a:gdLst>
                  <a:gd name="T0" fmla="*/ 101 w 1026"/>
                  <a:gd name="T1" fmla="*/ 628 h 733"/>
                  <a:gd name="T2" fmla="*/ 23 w 1026"/>
                  <a:gd name="T3" fmla="*/ 673 h 733"/>
                  <a:gd name="T4" fmla="*/ 23 w 1026"/>
                  <a:gd name="T5" fmla="*/ 673 h 733"/>
                  <a:gd name="T6" fmla="*/ 23 w 1026"/>
                  <a:gd name="T7" fmla="*/ 718 h 733"/>
                  <a:gd name="T8" fmla="*/ 23 w 1026"/>
                  <a:gd name="T9" fmla="*/ 722 h 733"/>
                  <a:gd name="T10" fmla="*/ 30 w 1026"/>
                  <a:gd name="T11" fmla="*/ 733 h 733"/>
                  <a:gd name="T12" fmla="*/ 120 w 1026"/>
                  <a:gd name="T13" fmla="*/ 643 h 733"/>
                  <a:gd name="T14" fmla="*/ 136 w 1026"/>
                  <a:gd name="T15" fmla="*/ 618 h 733"/>
                  <a:gd name="T16" fmla="*/ 501 w 1026"/>
                  <a:gd name="T17" fmla="*/ 439 h 733"/>
                  <a:gd name="T18" fmla="*/ 281 w 1026"/>
                  <a:gd name="T19" fmla="*/ 468 h 733"/>
                  <a:gd name="T20" fmla="*/ 126 w 1026"/>
                  <a:gd name="T21" fmla="*/ 506 h 733"/>
                  <a:gd name="T22" fmla="*/ 25 w 1026"/>
                  <a:gd name="T23" fmla="*/ 664 h 733"/>
                  <a:gd name="T24" fmla="*/ 153 w 1026"/>
                  <a:gd name="T25" fmla="*/ 610 h 733"/>
                  <a:gd name="T26" fmla="*/ 184 w 1026"/>
                  <a:gd name="T27" fmla="*/ 604 h 733"/>
                  <a:gd name="T28" fmla="*/ 340 w 1026"/>
                  <a:gd name="T29" fmla="*/ 571 h 733"/>
                  <a:gd name="T30" fmla="*/ 493 w 1026"/>
                  <a:gd name="T31" fmla="*/ 484 h 733"/>
                  <a:gd name="T32" fmla="*/ 495 w 1026"/>
                  <a:gd name="T33" fmla="*/ 483 h 733"/>
                  <a:gd name="T34" fmla="*/ 511 w 1026"/>
                  <a:gd name="T35" fmla="*/ 464 h 733"/>
                  <a:gd name="T36" fmla="*/ 522 w 1026"/>
                  <a:gd name="T37" fmla="*/ 444 h 733"/>
                  <a:gd name="T38" fmla="*/ 721 w 1026"/>
                  <a:gd name="T39" fmla="*/ 137 h 733"/>
                  <a:gd name="T40" fmla="*/ 742 w 1026"/>
                  <a:gd name="T41" fmla="*/ 137 h 733"/>
                  <a:gd name="T42" fmla="*/ 964 w 1026"/>
                  <a:gd name="T43" fmla="*/ 207 h 733"/>
                  <a:gd name="T44" fmla="*/ 964 w 1026"/>
                  <a:gd name="T45" fmla="*/ 209 h 733"/>
                  <a:gd name="T46" fmla="*/ 964 w 1026"/>
                  <a:gd name="T47" fmla="*/ 207 h 733"/>
                  <a:gd name="T48" fmla="*/ 1001 w 1026"/>
                  <a:gd name="T49" fmla="*/ 120 h 733"/>
                  <a:gd name="T50" fmla="*/ 964 w 1026"/>
                  <a:gd name="T51" fmla="*/ 207 h 733"/>
                  <a:gd name="T52" fmla="*/ 964 w 1026"/>
                  <a:gd name="T53" fmla="*/ 207 h 733"/>
                  <a:gd name="T54" fmla="*/ 963 w 1026"/>
                  <a:gd name="T55" fmla="*/ 208 h 733"/>
                  <a:gd name="T56" fmla="*/ 643 w 1026"/>
                  <a:gd name="T57" fmla="*/ 410 h 733"/>
                  <a:gd name="T58" fmla="*/ 642 w 1026"/>
                  <a:gd name="T59" fmla="*/ 447 h 733"/>
                  <a:gd name="T60" fmla="*/ 650 w 1026"/>
                  <a:gd name="T61" fmla="*/ 461 h 733"/>
                  <a:gd name="T62" fmla="*/ 668 w 1026"/>
                  <a:gd name="T63" fmla="*/ 483 h 733"/>
                  <a:gd name="T64" fmla="*/ 670 w 1026"/>
                  <a:gd name="T65" fmla="*/ 484 h 733"/>
                  <a:gd name="T66" fmla="*/ 833 w 1026"/>
                  <a:gd name="T67" fmla="*/ 474 h 733"/>
                  <a:gd name="T68" fmla="*/ 1026 w 1026"/>
                  <a:gd name="T69" fmla="*/ 209 h 733"/>
                  <a:gd name="T70" fmla="*/ 749 w 1026"/>
                  <a:gd name="T71" fmla="*/ 0 h 733"/>
                  <a:gd name="T72" fmla="*/ 853 w 1026"/>
                  <a:gd name="T73" fmla="*/ 140 h 733"/>
                  <a:gd name="T74" fmla="*/ 941 w 1026"/>
                  <a:gd name="T75" fmla="*/ 169 h 733"/>
                  <a:gd name="T76" fmla="*/ 963 w 1026"/>
                  <a:gd name="T77" fmla="*/ 200 h 733"/>
                  <a:gd name="T78" fmla="*/ 985 w 1026"/>
                  <a:gd name="T79" fmla="*/ 79 h 733"/>
                  <a:gd name="T80" fmla="*/ 983 w 1026"/>
                  <a:gd name="T81" fmla="*/ 76 h 733"/>
                  <a:gd name="T82" fmla="*/ 975 w 1026"/>
                  <a:gd name="T83" fmla="*/ 67 h 733"/>
                  <a:gd name="T84" fmla="*/ 749 w 1026"/>
                  <a:gd name="T85" fmla="*/ 0 h 7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26" h="733">
                    <a:moveTo>
                      <a:pt x="136" y="618"/>
                    </a:moveTo>
                    <a:cubicBezTo>
                      <a:pt x="123" y="621"/>
                      <a:pt x="112" y="625"/>
                      <a:pt x="101" y="628"/>
                    </a:cubicBezTo>
                    <a:cubicBezTo>
                      <a:pt x="67" y="639"/>
                      <a:pt x="42" y="651"/>
                      <a:pt x="28" y="666"/>
                    </a:cubicBezTo>
                    <a:cubicBezTo>
                      <a:pt x="26" y="669"/>
                      <a:pt x="24" y="671"/>
                      <a:pt x="23" y="673"/>
                    </a:cubicBezTo>
                    <a:cubicBezTo>
                      <a:pt x="18" y="679"/>
                      <a:pt x="16" y="687"/>
                      <a:pt x="16" y="694"/>
                    </a:cubicBezTo>
                    <a:cubicBezTo>
                      <a:pt x="16" y="687"/>
                      <a:pt x="18" y="679"/>
                      <a:pt x="23" y="673"/>
                    </a:cubicBezTo>
                    <a:cubicBezTo>
                      <a:pt x="18" y="679"/>
                      <a:pt x="16" y="687"/>
                      <a:pt x="16" y="694"/>
                    </a:cubicBezTo>
                    <a:cubicBezTo>
                      <a:pt x="16" y="702"/>
                      <a:pt x="18" y="710"/>
                      <a:pt x="23" y="718"/>
                    </a:cubicBezTo>
                    <a:cubicBezTo>
                      <a:pt x="22" y="719"/>
                      <a:pt x="22" y="719"/>
                      <a:pt x="22" y="719"/>
                    </a:cubicBezTo>
                    <a:cubicBezTo>
                      <a:pt x="22" y="720"/>
                      <a:pt x="23" y="721"/>
                      <a:pt x="23" y="722"/>
                    </a:cubicBezTo>
                    <a:cubicBezTo>
                      <a:pt x="24" y="722"/>
                      <a:pt x="24" y="722"/>
                      <a:pt x="24" y="722"/>
                    </a:cubicBezTo>
                    <a:cubicBezTo>
                      <a:pt x="26" y="726"/>
                      <a:pt x="27" y="730"/>
                      <a:pt x="30" y="733"/>
                    </a:cubicBezTo>
                    <a:cubicBezTo>
                      <a:pt x="121" y="648"/>
                      <a:pt x="121" y="648"/>
                      <a:pt x="121" y="648"/>
                    </a:cubicBezTo>
                    <a:cubicBezTo>
                      <a:pt x="120" y="647"/>
                      <a:pt x="120" y="645"/>
                      <a:pt x="120" y="643"/>
                    </a:cubicBezTo>
                    <a:cubicBezTo>
                      <a:pt x="120" y="634"/>
                      <a:pt x="125" y="626"/>
                      <a:pt x="134" y="619"/>
                    </a:cubicBezTo>
                    <a:cubicBezTo>
                      <a:pt x="135" y="619"/>
                      <a:pt x="135" y="619"/>
                      <a:pt x="136" y="618"/>
                    </a:cubicBezTo>
                    <a:moveTo>
                      <a:pt x="522" y="435"/>
                    </a:moveTo>
                    <a:cubicBezTo>
                      <a:pt x="515" y="436"/>
                      <a:pt x="508" y="438"/>
                      <a:pt x="501" y="439"/>
                    </a:cubicBezTo>
                    <a:cubicBezTo>
                      <a:pt x="425" y="450"/>
                      <a:pt x="425" y="450"/>
                      <a:pt x="425" y="450"/>
                    </a:cubicBezTo>
                    <a:cubicBezTo>
                      <a:pt x="381" y="455"/>
                      <a:pt x="335" y="464"/>
                      <a:pt x="281" y="468"/>
                    </a:cubicBezTo>
                    <a:cubicBezTo>
                      <a:pt x="270" y="468"/>
                      <a:pt x="259" y="469"/>
                      <a:pt x="249" y="471"/>
                    </a:cubicBezTo>
                    <a:cubicBezTo>
                      <a:pt x="200" y="478"/>
                      <a:pt x="159" y="491"/>
                      <a:pt x="126" y="506"/>
                    </a:cubicBezTo>
                    <a:cubicBezTo>
                      <a:pt x="38" y="549"/>
                      <a:pt x="0" y="621"/>
                      <a:pt x="12" y="687"/>
                    </a:cubicBezTo>
                    <a:cubicBezTo>
                      <a:pt x="14" y="679"/>
                      <a:pt x="18" y="671"/>
                      <a:pt x="25" y="664"/>
                    </a:cubicBezTo>
                    <a:cubicBezTo>
                      <a:pt x="33" y="655"/>
                      <a:pt x="45" y="647"/>
                      <a:pt x="61" y="639"/>
                    </a:cubicBezTo>
                    <a:cubicBezTo>
                      <a:pt x="85" y="628"/>
                      <a:pt x="116" y="618"/>
                      <a:pt x="153" y="610"/>
                    </a:cubicBezTo>
                    <a:cubicBezTo>
                      <a:pt x="159" y="608"/>
                      <a:pt x="164" y="607"/>
                      <a:pt x="171" y="606"/>
                    </a:cubicBezTo>
                    <a:cubicBezTo>
                      <a:pt x="175" y="605"/>
                      <a:pt x="179" y="604"/>
                      <a:pt x="184" y="604"/>
                    </a:cubicBezTo>
                    <a:cubicBezTo>
                      <a:pt x="229" y="595"/>
                      <a:pt x="281" y="587"/>
                      <a:pt x="335" y="580"/>
                    </a:cubicBezTo>
                    <a:cubicBezTo>
                      <a:pt x="337" y="576"/>
                      <a:pt x="339" y="573"/>
                      <a:pt x="340" y="571"/>
                    </a:cubicBezTo>
                    <a:cubicBezTo>
                      <a:pt x="348" y="554"/>
                      <a:pt x="388" y="536"/>
                      <a:pt x="429" y="516"/>
                    </a:cubicBezTo>
                    <a:cubicBezTo>
                      <a:pt x="453" y="505"/>
                      <a:pt x="477" y="494"/>
                      <a:pt x="493" y="484"/>
                    </a:cubicBezTo>
                    <a:cubicBezTo>
                      <a:pt x="494" y="483"/>
                      <a:pt x="494" y="483"/>
                      <a:pt x="494" y="483"/>
                    </a:cubicBezTo>
                    <a:cubicBezTo>
                      <a:pt x="495" y="483"/>
                      <a:pt x="495" y="483"/>
                      <a:pt x="495" y="483"/>
                    </a:cubicBezTo>
                    <a:cubicBezTo>
                      <a:pt x="497" y="483"/>
                      <a:pt x="497" y="483"/>
                      <a:pt x="497" y="483"/>
                    </a:cubicBezTo>
                    <a:cubicBezTo>
                      <a:pt x="501" y="478"/>
                      <a:pt x="507" y="471"/>
                      <a:pt x="511" y="464"/>
                    </a:cubicBezTo>
                    <a:cubicBezTo>
                      <a:pt x="516" y="456"/>
                      <a:pt x="520" y="448"/>
                      <a:pt x="521" y="445"/>
                    </a:cubicBezTo>
                    <a:cubicBezTo>
                      <a:pt x="521" y="445"/>
                      <a:pt x="522" y="445"/>
                      <a:pt x="522" y="444"/>
                    </a:cubicBezTo>
                    <a:cubicBezTo>
                      <a:pt x="522" y="442"/>
                      <a:pt x="522" y="439"/>
                      <a:pt x="522" y="435"/>
                    </a:cubicBezTo>
                    <a:moveTo>
                      <a:pt x="721" y="137"/>
                    </a:moveTo>
                    <a:cubicBezTo>
                      <a:pt x="721" y="138"/>
                      <a:pt x="721" y="138"/>
                      <a:pt x="721" y="138"/>
                    </a:cubicBezTo>
                    <a:cubicBezTo>
                      <a:pt x="728" y="137"/>
                      <a:pt x="735" y="137"/>
                      <a:pt x="742" y="137"/>
                    </a:cubicBezTo>
                    <a:cubicBezTo>
                      <a:pt x="735" y="137"/>
                      <a:pt x="728" y="137"/>
                      <a:pt x="721" y="137"/>
                    </a:cubicBezTo>
                    <a:moveTo>
                      <a:pt x="964" y="207"/>
                    </a:moveTo>
                    <a:cubicBezTo>
                      <a:pt x="964" y="207"/>
                      <a:pt x="964" y="207"/>
                      <a:pt x="964" y="207"/>
                    </a:cubicBezTo>
                    <a:cubicBezTo>
                      <a:pt x="964" y="208"/>
                      <a:pt x="964" y="209"/>
                      <a:pt x="964" y="209"/>
                    </a:cubicBezTo>
                    <a:cubicBezTo>
                      <a:pt x="964" y="210"/>
                      <a:pt x="964" y="210"/>
                      <a:pt x="964" y="210"/>
                    </a:cubicBezTo>
                    <a:cubicBezTo>
                      <a:pt x="964" y="209"/>
                      <a:pt x="964" y="208"/>
                      <a:pt x="964" y="207"/>
                    </a:cubicBezTo>
                    <a:moveTo>
                      <a:pt x="999" y="103"/>
                    </a:moveTo>
                    <a:cubicBezTo>
                      <a:pt x="1001" y="109"/>
                      <a:pt x="1001" y="114"/>
                      <a:pt x="1001" y="120"/>
                    </a:cubicBezTo>
                    <a:cubicBezTo>
                      <a:pt x="1001" y="145"/>
                      <a:pt x="990" y="173"/>
                      <a:pt x="964" y="205"/>
                    </a:cubicBezTo>
                    <a:cubicBezTo>
                      <a:pt x="964" y="206"/>
                      <a:pt x="964" y="206"/>
                      <a:pt x="964" y="207"/>
                    </a:cubicBezTo>
                    <a:cubicBezTo>
                      <a:pt x="964" y="207"/>
                      <a:pt x="964" y="207"/>
                      <a:pt x="964" y="207"/>
                    </a:cubicBezTo>
                    <a:cubicBezTo>
                      <a:pt x="964" y="207"/>
                      <a:pt x="964" y="207"/>
                      <a:pt x="964" y="207"/>
                    </a:cubicBezTo>
                    <a:cubicBezTo>
                      <a:pt x="964" y="207"/>
                      <a:pt x="964" y="207"/>
                      <a:pt x="964" y="208"/>
                    </a:cubicBezTo>
                    <a:cubicBezTo>
                      <a:pt x="964" y="208"/>
                      <a:pt x="963" y="208"/>
                      <a:pt x="963" y="208"/>
                    </a:cubicBezTo>
                    <a:cubicBezTo>
                      <a:pt x="956" y="217"/>
                      <a:pt x="948" y="225"/>
                      <a:pt x="940" y="234"/>
                    </a:cubicBezTo>
                    <a:cubicBezTo>
                      <a:pt x="848" y="324"/>
                      <a:pt x="770" y="376"/>
                      <a:pt x="643" y="410"/>
                    </a:cubicBezTo>
                    <a:cubicBezTo>
                      <a:pt x="643" y="424"/>
                      <a:pt x="643" y="442"/>
                      <a:pt x="643" y="446"/>
                    </a:cubicBezTo>
                    <a:cubicBezTo>
                      <a:pt x="643" y="446"/>
                      <a:pt x="643" y="447"/>
                      <a:pt x="642" y="447"/>
                    </a:cubicBezTo>
                    <a:cubicBezTo>
                      <a:pt x="643" y="448"/>
                      <a:pt x="643" y="448"/>
                      <a:pt x="643" y="449"/>
                    </a:cubicBezTo>
                    <a:cubicBezTo>
                      <a:pt x="645" y="452"/>
                      <a:pt x="647" y="456"/>
                      <a:pt x="650" y="461"/>
                    </a:cubicBezTo>
                    <a:cubicBezTo>
                      <a:pt x="654" y="469"/>
                      <a:pt x="660" y="478"/>
                      <a:pt x="666" y="483"/>
                    </a:cubicBezTo>
                    <a:cubicBezTo>
                      <a:pt x="668" y="483"/>
                      <a:pt x="668" y="483"/>
                      <a:pt x="668" y="483"/>
                    </a:cubicBezTo>
                    <a:cubicBezTo>
                      <a:pt x="669" y="483"/>
                      <a:pt x="669" y="483"/>
                      <a:pt x="669" y="483"/>
                    </a:cubicBezTo>
                    <a:cubicBezTo>
                      <a:pt x="670" y="484"/>
                      <a:pt x="670" y="484"/>
                      <a:pt x="670" y="484"/>
                    </a:cubicBezTo>
                    <a:cubicBezTo>
                      <a:pt x="685" y="493"/>
                      <a:pt x="707" y="504"/>
                      <a:pt x="729" y="514"/>
                    </a:cubicBezTo>
                    <a:cubicBezTo>
                      <a:pt x="767" y="502"/>
                      <a:pt x="802" y="489"/>
                      <a:pt x="833" y="474"/>
                    </a:cubicBezTo>
                    <a:cubicBezTo>
                      <a:pt x="911" y="437"/>
                      <a:pt x="965" y="389"/>
                      <a:pt x="995" y="331"/>
                    </a:cubicBezTo>
                    <a:cubicBezTo>
                      <a:pt x="1017" y="286"/>
                      <a:pt x="1026" y="245"/>
                      <a:pt x="1026" y="209"/>
                    </a:cubicBezTo>
                    <a:cubicBezTo>
                      <a:pt x="1026" y="167"/>
                      <a:pt x="1014" y="131"/>
                      <a:pt x="999" y="103"/>
                    </a:cubicBezTo>
                    <a:moveTo>
                      <a:pt x="749" y="0"/>
                    </a:moveTo>
                    <a:cubicBezTo>
                      <a:pt x="722" y="133"/>
                      <a:pt x="722" y="133"/>
                      <a:pt x="722" y="133"/>
                    </a:cubicBezTo>
                    <a:cubicBezTo>
                      <a:pt x="771" y="133"/>
                      <a:pt x="816" y="135"/>
                      <a:pt x="853" y="140"/>
                    </a:cubicBezTo>
                    <a:cubicBezTo>
                      <a:pt x="867" y="142"/>
                      <a:pt x="880" y="145"/>
                      <a:pt x="892" y="148"/>
                    </a:cubicBezTo>
                    <a:cubicBezTo>
                      <a:pt x="913" y="152"/>
                      <a:pt x="929" y="159"/>
                      <a:pt x="941" y="169"/>
                    </a:cubicBezTo>
                    <a:cubicBezTo>
                      <a:pt x="941" y="169"/>
                      <a:pt x="941" y="169"/>
                      <a:pt x="942" y="169"/>
                    </a:cubicBezTo>
                    <a:cubicBezTo>
                      <a:pt x="953" y="178"/>
                      <a:pt x="960" y="188"/>
                      <a:pt x="963" y="200"/>
                    </a:cubicBezTo>
                    <a:cubicBezTo>
                      <a:pt x="987" y="170"/>
                      <a:pt x="997" y="143"/>
                      <a:pt x="997" y="120"/>
                    </a:cubicBezTo>
                    <a:cubicBezTo>
                      <a:pt x="997" y="105"/>
                      <a:pt x="993" y="91"/>
                      <a:pt x="985" y="79"/>
                    </a:cubicBezTo>
                    <a:cubicBezTo>
                      <a:pt x="984" y="78"/>
                      <a:pt x="983" y="77"/>
                      <a:pt x="983" y="76"/>
                    </a:cubicBezTo>
                    <a:cubicBezTo>
                      <a:pt x="983" y="76"/>
                      <a:pt x="983" y="76"/>
                      <a:pt x="983" y="76"/>
                    </a:cubicBezTo>
                    <a:cubicBezTo>
                      <a:pt x="981" y="73"/>
                      <a:pt x="979" y="71"/>
                      <a:pt x="976" y="68"/>
                    </a:cubicBezTo>
                    <a:cubicBezTo>
                      <a:pt x="976" y="68"/>
                      <a:pt x="976" y="67"/>
                      <a:pt x="975" y="67"/>
                    </a:cubicBezTo>
                    <a:cubicBezTo>
                      <a:pt x="949" y="39"/>
                      <a:pt x="903" y="20"/>
                      <a:pt x="849" y="10"/>
                    </a:cubicBezTo>
                    <a:cubicBezTo>
                      <a:pt x="818" y="4"/>
                      <a:pt x="784" y="0"/>
                      <a:pt x="749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9" name="Freeform 146">
                <a:extLst>
                  <a:ext uri="{FF2B5EF4-FFF2-40B4-BE49-F238E27FC236}">
                    <a16:creationId xmlns:a16="http://schemas.microsoft.com/office/drawing/2014/main" id="{5DA5630D-3E92-4CEF-ABE3-948F6205168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43" y="540"/>
                <a:ext cx="1427" cy="1020"/>
              </a:xfrm>
              <a:custGeom>
                <a:avLst/>
                <a:gdLst>
                  <a:gd name="T0" fmla="*/ 1 w 980"/>
                  <a:gd name="T1" fmla="*/ 698 h 701"/>
                  <a:gd name="T2" fmla="*/ 0 w 980"/>
                  <a:gd name="T3" fmla="*/ 698 h 701"/>
                  <a:gd name="T4" fmla="*/ 2 w 980"/>
                  <a:gd name="T5" fmla="*/ 701 h 701"/>
                  <a:gd name="T6" fmla="*/ 2 w 980"/>
                  <a:gd name="T7" fmla="*/ 701 h 701"/>
                  <a:gd name="T8" fmla="*/ 1 w 980"/>
                  <a:gd name="T9" fmla="*/ 698 h 701"/>
                  <a:gd name="T10" fmla="*/ 228 w 980"/>
                  <a:gd name="T11" fmla="*/ 450 h 701"/>
                  <a:gd name="T12" fmla="*/ 105 w 980"/>
                  <a:gd name="T13" fmla="*/ 485 h 701"/>
                  <a:gd name="T14" fmla="*/ 228 w 980"/>
                  <a:gd name="T15" fmla="*/ 450 h 701"/>
                  <a:gd name="T16" fmla="*/ 964 w 980"/>
                  <a:gd name="T17" fmla="*/ 58 h 701"/>
                  <a:gd name="T18" fmla="*/ 976 w 980"/>
                  <a:gd name="T19" fmla="*/ 99 h 701"/>
                  <a:gd name="T20" fmla="*/ 942 w 980"/>
                  <a:gd name="T21" fmla="*/ 179 h 701"/>
                  <a:gd name="T22" fmla="*/ 943 w 980"/>
                  <a:gd name="T23" fmla="*/ 184 h 701"/>
                  <a:gd name="T24" fmla="*/ 980 w 980"/>
                  <a:gd name="T25" fmla="*/ 99 h 701"/>
                  <a:gd name="T26" fmla="*/ 978 w 980"/>
                  <a:gd name="T27" fmla="*/ 82 h 701"/>
                  <a:gd name="T28" fmla="*/ 964 w 980"/>
                  <a:gd name="T29" fmla="*/ 58 h 701"/>
                  <a:gd name="T30" fmla="*/ 874 w 980"/>
                  <a:gd name="T31" fmla="*/ 0 h 701"/>
                  <a:gd name="T32" fmla="*/ 900 w 980"/>
                  <a:gd name="T33" fmla="*/ 10 h 701"/>
                  <a:gd name="T34" fmla="*/ 954 w 980"/>
                  <a:gd name="T35" fmla="*/ 46 h 701"/>
                  <a:gd name="T36" fmla="*/ 955 w 980"/>
                  <a:gd name="T37" fmla="*/ 47 h 701"/>
                  <a:gd name="T38" fmla="*/ 962 w 980"/>
                  <a:gd name="T39" fmla="*/ 55 h 701"/>
                  <a:gd name="T40" fmla="*/ 964 w 980"/>
                  <a:gd name="T41" fmla="*/ 54 h 701"/>
                  <a:gd name="T42" fmla="*/ 874 w 980"/>
                  <a:gd name="T43" fmla="*/ 0 h 7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80" h="701">
                    <a:moveTo>
                      <a:pt x="1" y="698"/>
                    </a:moveTo>
                    <a:cubicBezTo>
                      <a:pt x="0" y="698"/>
                      <a:pt x="0" y="698"/>
                      <a:pt x="0" y="698"/>
                    </a:cubicBezTo>
                    <a:cubicBezTo>
                      <a:pt x="1" y="699"/>
                      <a:pt x="2" y="700"/>
                      <a:pt x="2" y="701"/>
                    </a:cubicBezTo>
                    <a:cubicBezTo>
                      <a:pt x="2" y="701"/>
                      <a:pt x="2" y="701"/>
                      <a:pt x="2" y="701"/>
                    </a:cubicBezTo>
                    <a:cubicBezTo>
                      <a:pt x="2" y="700"/>
                      <a:pt x="1" y="699"/>
                      <a:pt x="1" y="698"/>
                    </a:cubicBezTo>
                    <a:moveTo>
                      <a:pt x="228" y="450"/>
                    </a:moveTo>
                    <a:cubicBezTo>
                      <a:pt x="180" y="456"/>
                      <a:pt x="139" y="468"/>
                      <a:pt x="105" y="485"/>
                    </a:cubicBezTo>
                    <a:cubicBezTo>
                      <a:pt x="138" y="470"/>
                      <a:pt x="179" y="457"/>
                      <a:pt x="228" y="450"/>
                    </a:cubicBezTo>
                    <a:moveTo>
                      <a:pt x="964" y="58"/>
                    </a:moveTo>
                    <a:cubicBezTo>
                      <a:pt x="972" y="70"/>
                      <a:pt x="976" y="84"/>
                      <a:pt x="976" y="99"/>
                    </a:cubicBezTo>
                    <a:cubicBezTo>
                      <a:pt x="976" y="122"/>
                      <a:pt x="966" y="149"/>
                      <a:pt x="942" y="179"/>
                    </a:cubicBezTo>
                    <a:cubicBezTo>
                      <a:pt x="942" y="181"/>
                      <a:pt x="943" y="182"/>
                      <a:pt x="943" y="184"/>
                    </a:cubicBezTo>
                    <a:cubicBezTo>
                      <a:pt x="969" y="152"/>
                      <a:pt x="980" y="124"/>
                      <a:pt x="980" y="99"/>
                    </a:cubicBezTo>
                    <a:cubicBezTo>
                      <a:pt x="980" y="93"/>
                      <a:pt x="980" y="88"/>
                      <a:pt x="978" y="82"/>
                    </a:cubicBezTo>
                    <a:cubicBezTo>
                      <a:pt x="974" y="74"/>
                      <a:pt x="969" y="66"/>
                      <a:pt x="964" y="58"/>
                    </a:cubicBezTo>
                    <a:moveTo>
                      <a:pt x="874" y="0"/>
                    </a:moveTo>
                    <a:cubicBezTo>
                      <a:pt x="883" y="3"/>
                      <a:pt x="892" y="6"/>
                      <a:pt x="900" y="10"/>
                    </a:cubicBezTo>
                    <a:cubicBezTo>
                      <a:pt x="922" y="19"/>
                      <a:pt x="941" y="32"/>
                      <a:pt x="954" y="46"/>
                    </a:cubicBezTo>
                    <a:cubicBezTo>
                      <a:pt x="955" y="46"/>
                      <a:pt x="955" y="47"/>
                      <a:pt x="955" y="47"/>
                    </a:cubicBezTo>
                    <a:cubicBezTo>
                      <a:pt x="958" y="50"/>
                      <a:pt x="960" y="52"/>
                      <a:pt x="962" y="55"/>
                    </a:cubicBezTo>
                    <a:cubicBezTo>
                      <a:pt x="964" y="54"/>
                      <a:pt x="964" y="54"/>
                      <a:pt x="964" y="54"/>
                    </a:cubicBezTo>
                    <a:cubicBezTo>
                      <a:pt x="945" y="30"/>
                      <a:pt x="913" y="12"/>
                      <a:pt x="874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0" name="Freeform 147">
                <a:extLst>
                  <a:ext uri="{FF2B5EF4-FFF2-40B4-BE49-F238E27FC236}">
                    <a16:creationId xmlns:a16="http://schemas.microsoft.com/office/drawing/2014/main" id="{1AA52409-B3B9-4526-A301-D50A01F385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30" y="619"/>
                <a:ext cx="1482" cy="937"/>
              </a:xfrm>
              <a:custGeom>
                <a:avLst/>
                <a:gdLst>
                  <a:gd name="T0" fmla="*/ 127 w 1018"/>
                  <a:gd name="T1" fmla="*/ 541 h 644"/>
                  <a:gd name="T2" fmla="*/ 11 w 1018"/>
                  <a:gd name="T3" fmla="*/ 598 h 644"/>
                  <a:gd name="T4" fmla="*/ 16 w 1018"/>
                  <a:gd name="T5" fmla="*/ 591 h 644"/>
                  <a:gd name="T6" fmla="*/ 89 w 1018"/>
                  <a:gd name="T7" fmla="*/ 553 h 644"/>
                  <a:gd name="T8" fmla="*/ 124 w 1018"/>
                  <a:gd name="T9" fmla="*/ 543 h 644"/>
                  <a:gd name="T10" fmla="*/ 127 w 1018"/>
                  <a:gd name="T11" fmla="*/ 541 h 644"/>
                  <a:gd name="T12" fmla="*/ 141 w 1018"/>
                  <a:gd name="T13" fmla="*/ 535 h 644"/>
                  <a:gd name="T14" fmla="*/ 49 w 1018"/>
                  <a:gd name="T15" fmla="*/ 564 h 644"/>
                  <a:gd name="T16" fmla="*/ 13 w 1018"/>
                  <a:gd name="T17" fmla="*/ 589 h 644"/>
                  <a:gd name="T18" fmla="*/ 0 w 1018"/>
                  <a:gd name="T19" fmla="*/ 612 h 644"/>
                  <a:gd name="T20" fmla="*/ 4 w 1018"/>
                  <a:gd name="T21" fmla="*/ 628 h 644"/>
                  <a:gd name="T22" fmla="*/ 9 w 1018"/>
                  <a:gd name="T23" fmla="*/ 644 h 644"/>
                  <a:gd name="T24" fmla="*/ 10 w 1018"/>
                  <a:gd name="T25" fmla="*/ 644 h 644"/>
                  <a:gd name="T26" fmla="*/ 11 w 1018"/>
                  <a:gd name="T27" fmla="*/ 643 h 644"/>
                  <a:gd name="T28" fmla="*/ 4 w 1018"/>
                  <a:gd name="T29" fmla="*/ 619 h 644"/>
                  <a:gd name="T30" fmla="*/ 11 w 1018"/>
                  <a:gd name="T31" fmla="*/ 598 h 644"/>
                  <a:gd name="T32" fmla="*/ 127 w 1018"/>
                  <a:gd name="T33" fmla="*/ 541 h 644"/>
                  <a:gd name="T34" fmla="*/ 141 w 1018"/>
                  <a:gd name="T35" fmla="*/ 535 h 644"/>
                  <a:gd name="T36" fmla="*/ 323 w 1018"/>
                  <a:gd name="T37" fmla="*/ 505 h 644"/>
                  <a:gd name="T38" fmla="*/ 172 w 1018"/>
                  <a:gd name="T39" fmla="*/ 529 h 644"/>
                  <a:gd name="T40" fmla="*/ 159 w 1018"/>
                  <a:gd name="T41" fmla="*/ 531 h 644"/>
                  <a:gd name="T42" fmla="*/ 159 w 1018"/>
                  <a:gd name="T43" fmla="*/ 531 h 644"/>
                  <a:gd name="T44" fmla="*/ 159 w 1018"/>
                  <a:gd name="T45" fmla="*/ 534 h 644"/>
                  <a:gd name="T46" fmla="*/ 322 w 1018"/>
                  <a:gd name="T47" fmla="*/ 507 h 644"/>
                  <a:gd name="T48" fmla="*/ 323 w 1018"/>
                  <a:gd name="T49" fmla="*/ 505 h 644"/>
                  <a:gd name="T50" fmla="*/ 973 w 1018"/>
                  <a:gd name="T51" fmla="*/ 0 h 644"/>
                  <a:gd name="T52" fmla="*/ 971 w 1018"/>
                  <a:gd name="T53" fmla="*/ 1 h 644"/>
                  <a:gd name="T54" fmla="*/ 971 w 1018"/>
                  <a:gd name="T55" fmla="*/ 1 h 644"/>
                  <a:gd name="T56" fmla="*/ 973 w 1018"/>
                  <a:gd name="T57" fmla="*/ 4 h 644"/>
                  <a:gd name="T58" fmla="*/ 987 w 1018"/>
                  <a:gd name="T59" fmla="*/ 28 h 644"/>
                  <a:gd name="T60" fmla="*/ 1014 w 1018"/>
                  <a:gd name="T61" fmla="*/ 134 h 644"/>
                  <a:gd name="T62" fmla="*/ 983 w 1018"/>
                  <a:gd name="T63" fmla="*/ 256 h 644"/>
                  <a:gd name="T64" fmla="*/ 821 w 1018"/>
                  <a:gd name="T65" fmla="*/ 399 h 644"/>
                  <a:gd name="T66" fmla="*/ 717 w 1018"/>
                  <a:gd name="T67" fmla="*/ 439 h 644"/>
                  <a:gd name="T68" fmla="*/ 720 w 1018"/>
                  <a:gd name="T69" fmla="*/ 440 h 644"/>
                  <a:gd name="T70" fmla="*/ 972 w 1018"/>
                  <a:gd name="T71" fmla="*/ 282 h 644"/>
                  <a:gd name="T72" fmla="*/ 986 w 1018"/>
                  <a:gd name="T73" fmla="*/ 258 h 644"/>
                  <a:gd name="T74" fmla="*/ 1018 w 1018"/>
                  <a:gd name="T75" fmla="*/ 134 h 644"/>
                  <a:gd name="T76" fmla="*/ 1017 w 1018"/>
                  <a:gd name="T77" fmla="*/ 110 h 644"/>
                  <a:gd name="T78" fmla="*/ 977 w 1018"/>
                  <a:gd name="T79" fmla="*/ 6 h 644"/>
                  <a:gd name="T80" fmla="*/ 975 w 1018"/>
                  <a:gd name="T81" fmla="*/ 3 h 644"/>
                  <a:gd name="T82" fmla="*/ 975 w 1018"/>
                  <a:gd name="T83" fmla="*/ 3 h 644"/>
                  <a:gd name="T84" fmla="*/ 975 w 1018"/>
                  <a:gd name="T85" fmla="*/ 3 h 644"/>
                  <a:gd name="T86" fmla="*/ 973 w 1018"/>
                  <a:gd name="T87" fmla="*/ 0 h 6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18" h="644">
                    <a:moveTo>
                      <a:pt x="127" y="541"/>
                    </a:moveTo>
                    <a:cubicBezTo>
                      <a:pt x="69" y="555"/>
                      <a:pt x="26" y="573"/>
                      <a:pt x="11" y="598"/>
                    </a:cubicBezTo>
                    <a:cubicBezTo>
                      <a:pt x="12" y="596"/>
                      <a:pt x="14" y="594"/>
                      <a:pt x="16" y="591"/>
                    </a:cubicBezTo>
                    <a:cubicBezTo>
                      <a:pt x="30" y="576"/>
                      <a:pt x="55" y="564"/>
                      <a:pt x="89" y="553"/>
                    </a:cubicBezTo>
                    <a:cubicBezTo>
                      <a:pt x="100" y="550"/>
                      <a:pt x="111" y="546"/>
                      <a:pt x="124" y="543"/>
                    </a:cubicBezTo>
                    <a:cubicBezTo>
                      <a:pt x="125" y="542"/>
                      <a:pt x="126" y="542"/>
                      <a:pt x="127" y="541"/>
                    </a:cubicBezTo>
                    <a:moveTo>
                      <a:pt x="141" y="535"/>
                    </a:moveTo>
                    <a:cubicBezTo>
                      <a:pt x="104" y="543"/>
                      <a:pt x="73" y="553"/>
                      <a:pt x="49" y="564"/>
                    </a:cubicBezTo>
                    <a:cubicBezTo>
                      <a:pt x="33" y="572"/>
                      <a:pt x="21" y="580"/>
                      <a:pt x="13" y="589"/>
                    </a:cubicBezTo>
                    <a:cubicBezTo>
                      <a:pt x="6" y="596"/>
                      <a:pt x="2" y="604"/>
                      <a:pt x="0" y="612"/>
                    </a:cubicBezTo>
                    <a:cubicBezTo>
                      <a:pt x="1" y="617"/>
                      <a:pt x="3" y="623"/>
                      <a:pt x="4" y="628"/>
                    </a:cubicBezTo>
                    <a:cubicBezTo>
                      <a:pt x="5" y="633"/>
                      <a:pt x="7" y="638"/>
                      <a:pt x="9" y="644"/>
                    </a:cubicBezTo>
                    <a:cubicBezTo>
                      <a:pt x="10" y="644"/>
                      <a:pt x="10" y="644"/>
                      <a:pt x="10" y="644"/>
                    </a:cubicBezTo>
                    <a:cubicBezTo>
                      <a:pt x="11" y="643"/>
                      <a:pt x="11" y="643"/>
                      <a:pt x="11" y="643"/>
                    </a:cubicBezTo>
                    <a:cubicBezTo>
                      <a:pt x="6" y="635"/>
                      <a:pt x="4" y="627"/>
                      <a:pt x="4" y="619"/>
                    </a:cubicBezTo>
                    <a:cubicBezTo>
                      <a:pt x="4" y="612"/>
                      <a:pt x="6" y="604"/>
                      <a:pt x="11" y="598"/>
                    </a:cubicBezTo>
                    <a:cubicBezTo>
                      <a:pt x="26" y="573"/>
                      <a:pt x="69" y="555"/>
                      <a:pt x="127" y="541"/>
                    </a:cubicBezTo>
                    <a:cubicBezTo>
                      <a:pt x="131" y="539"/>
                      <a:pt x="136" y="537"/>
                      <a:pt x="141" y="535"/>
                    </a:cubicBezTo>
                    <a:moveTo>
                      <a:pt x="323" y="505"/>
                    </a:moveTo>
                    <a:cubicBezTo>
                      <a:pt x="269" y="512"/>
                      <a:pt x="217" y="520"/>
                      <a:pt x="172" y="529"/>
                    </a:cubicBezTo>
                    <a:cubicBezTo>
                      <a:pt x="167" y="529"/>
                      <a:pt x="163" y="530"/>
                      <a:pt x="159" y="531"/>
                    </a:cubicBezTo>
                    <a:cubicBezTo>
                      <a:pt x="159" y="531"/>
                      <a:pt x="159" y="531"/>
                      <a:pt x="159" y="531"/>
                    </a:cubicBezTo>
                    <a:cubicBezTo>
                      <a:pt x="159" y="534"/>
                      <a:pt x="159" y="534"/>
                      <a:pt x="159" y="534"/>
                    </a:cubicBezTo>
                    <a:cubicBezTo>
                      <a:pt x="208" y="523"/>
                      <a:pt x="264" y="515"/>
                      <a:pt x="322" y="507"/>
                    </a:cubicBezTo>
                    <a:cubicBezTo>
                      <a:pt x="323" y="507"/>
                      <a:pt x="323" y="506"/>
                      <a:pt x="323" y="505"/>
                    </a:cubicBezTo>
                    <a:moveTo>
                      <a:pt x="973" y="0"/>
                    </a:moveTo>
                    <a:cubicBezTo>
                      <a:pt x="971" y="1"/>
                      <a:pt x="971" y="1"/>
                      <a:pt x="971" y="1"/>
                    </a:cubicBezTo>
                    <a:cubicBezTo>
                      <a:pt x="971" y="1"/>
                      <a:pt x="971" y="1"/>
                      <a:pt x="971" y="1"/>
                    </a:cubicBezTo>
                    <a:cubicBezTo>
                      <a:pt x="971" y="2"/>
                      <a:pt x="972" y="3"/>
                      <a:pt x="973" y="4"/>
                    </a:cubicBezTo>
                    <a:cubicBezTo>
                      <a:pt x="978" y="12"/>
                      <a:pt x="983" y="20"/>
                      <a:pt x="987" y="28"/>
                    </a:cubicBezTo>
                    <a:cubicBezTo>
                      <a:pt x="1002" y="56"/>
                      <a:pt x="1014" y="92"/>
                      <a:pt x="1014" y="134"/>
                    </a:cubicBezTo>
                    <a:cubicBezTo>
                      <a:pt x="1014" y="170"/>
                      <a:pt x="1005" y="211"/>
                      <a:pt x="983" y="256"/>
                    </a:cubicBezTo>
                    <a:cubicBezTo>
                      <a:pt x="953" y="314"/>
                      <a:pt x="899" y="362"/>
                      <a:pt x="821" y="399"/>
                    </a:cubicBezTo>
                    <a:cubicBezTo>
                      <a:pt x="790" y="414"/>
                      <a:pt x="755" y="427"/>
                      <a:pt x="717" y="439"/>
                    </a:cubicBezTo>
                    <a:cubicBezTo>
                      <a:pt x="718" y="439"/>
                      <a:pt x="719" y="440"/>
                      <a:pt x="720" y="440"/>
                    </a:cubicBezTo>
                    <a:cubicBezTo>
                      <a:pt x="842" y="404"/>
                      <a:pt x="926" y="351"/>
                      <a:pt x="972" y="282"/>
                    </a:cubicBezTo>
                    <a:cubicBezTo>
                      <a:pt x="977" y="274"/>
                      <a:pt x="982" y="266"/>
                      <a:pt x="986" y="258"/>
                    </a:cubicBezTo>
                    <a:cubicBezTo>
                      <a:pt x="1009" y="212"/>
                      <a:pt x="1018" y="171"/>
                      <a:pt x="1018" y="134"/>
                    </a:cubicBezTo>
                    <a:cubicBezTo>
                      <a:pt x="1018" y="126"/>
                      <a:pt x="1018" y="118"/>
                      <a:pt x="1017" y="110"/>
                    </a:cubicBezTo>
                    <a:cubicBezTo>
                      <a:pt x="1012" y="67"/>
                      <a:pt x="994" y="32"/>
                      <a:pt x="977" y="6"/>
                    </a:cubicBezTo>
                    <a:cubicBezTo>
                      <a:pt x="976" y="5"/>
                      <a:pt x="976" y="4"/>
                      <a:pt x="975" y="3"/>
                    </a:cubicBezTo>
                    <a:cubicBezTo>
                      <a:pt x="975" y="3"/>
                      <a:pt x="975" y="3"/>
                      <a:pt x="975" y="3"/>
                    </a:cubicBezTo>
                    <a:cubicBezTo>
                      <a:pt x="975" y="3"/>
                      <a:pt x="975" y="3"/>
                      <a:pt x="975" y="3"/>
                    </a:cubicBezTo>
                    <a:cubicBezTo>
                      <a:pt x="974" y="2"/>
                      <a:pt x="973" y="1"/>
                      <a:pt x="973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1" name="Freeform 148">
                <a:extLst>
                  <a:ext uri="{FF2B5EF4-FFF2-40B4-BE49-F238E27FC236}">
                    <a16:creationId xmlns:a16="http://schemas.microsoft.com/office/drawing/2014/main" id="{C99B3F34-1724-4291-992E-9B0D8601BB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62" y="703"/>
                <a:ext cx="354" cy="109"/>
              </a:xfrm>
              <a:custGeom>
                <a:avLst/>
                <a:gdLst>
                  <a:gd name="T0" fmla="*/ 243 w 243"/>
                  <a:gd name="T1" fmla="*/ 75 h 75"/>
                  <a:gd name="T2" fmla="*/ 242 w 243"/>
                  <a:gd name="T3" fmla="*/ 75 h 75"/>
                  <a:gd name="T4" fmla="*/ 243 w 243"/>
                  <a:gd name="T5" fmla="*/ 75 h 75"/>
                  <a:gd name="T6" fmla="*/ 1 w 243"/>
                  <a:gd name="T7" fmla="*/ 0 h 75"/>
                  <a:gd name="T8" fmla="*/ 0 w 243"/>
                  <a:gd name="T9" fmla="*/ 4 h 75"/>
                  <a:gd name="T10" fmla="*/ 21 w 243"/>
                  <a:gd name="T11" fmla="*/ 4 h 75"/>
                  <a:gd name="T12" fmla="*/ 50 w 243"/>
                  <a:gd name="T13" fmla="*/ 4 h 75"/>
                  <a:gd name="T14" fmla="*/ 243 w 243"/>
                  <a:gd name="T15" fmla="*/ 74 h 75"/>
                  <a:gd name="T16" fmla="*/ 243 w 243"/>
                  <a:gd name="T17" fmla="*/ 74 h 75"/>
                  <a:gd name="T18" fmla="*/ 243 w 243"/>
                  <a:gd name="T19" fmla="*/ 72 h 75"/>
                  <a:gd name="T20" fmla="*/ 242 w 243"/>
                  <a:gd name="T21" fmla="*/ 67 h 75"/>
                  <a:gd name="T22" fmla="*/ 221 w 243"/>
                  <a:gd name="T23" fmla="*/ 36 h 75"/>
                  <a:gd name="T24" fmla="*/ 220 w 243"/>
                  <a:gd name="T25" fmla="*/ 36 h 75"/>
                  <a:gd name="T26" fmla="*/ 171 w 243"/>
                  <a:gd name="T27" fmla="*/ 15 h 75"/>
                  <a:gd name="T28" fmla="*/ 132 w 243"/>
                  <a:gd name="T29" fmla="*/ 7 h 75"/>
                  <a:gd name="T30" fmla="*/ 1 w 243"/>
                  <a:gd name="T3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43" h="75">
                    <a:moveTo>
                      <a:pt x="243" y="75"/>
                    </a:moveTo>
                    <a:cubicBezTo>
                      <a:pt x="243" y="75"/>
                      <a:pt x="242" y="75"/>
                      <a:pt x="242" y="75"/>
                    </a:cubicBezTo>
                    <a:cubicBezTo>
                      <a:pt x="242" y="75"/>
                      <a:pt x="243" y="75"/>
                      <a:pt x="243" y="75"/>
                    </a:cubicBezTo>
                    <a:moveTo>
                      <a:pt x="1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7" y="4"/>
                      <a:pt x="14" y="4"/>
                      <a:pt x="21" y="4"/>
                    </a:cubicBezTo>
                    <a:cubicBezTo>
                      <a:pt x="31" y="4"/>
                      <a:pt x="41" y="4"/>
                      <a:pt x="50" y="4"/>
                    </a:cubicBezTo>
                    <a:cubicBezTo>
                      <a:pt x="169" y="4"/>
                      <a:pt x="235" y="24"/>
                      <a:pt x="243" y="74"/>
                    </a:cubicBezTo>
                    <a:cubicBezTo>
                      <a:pt x="243" y="74"/>
                      <a:pt x="243" y="74"/>
                      <a:pt x="243" y="74"/>
                    </a:cubicBezTo>
                    <a:cubicBezTo>
                      <a:pt x="243" y="73"/>
                      <a:pt x="243" y="73"/>
                      <a:pt x="243" y="72"/>
                    </a:cubicBezTo>
                    <a:cubicBezTo>
                      <a:pt x="243" y="70"/>
                      <a:pt x="242" y="69"/>
                      <a:pt x="242" y="67"/>
                    </a:cubicBezTo>
                    <a:cubicBezTo>
                      <a:pt x="239" y="55"/>
                      <a:pt x="232" y="45"/>
                      <a:pt x="221" y="36"/>
                    </a:cubicBezTo>
                    <a:cubicBezTo>
                      <a:pt x="220" y="36"/>
                      <a:pt x="220" y="36"/>
                      <a:pt x="220" y="36"/>
                    </a:cubicBezTo>
                    <a:cubicBezTo>
                      <a:pt x="208" y="27"/>
                      <a:pt x="191" y="20"/>
                      <a:pt x="171" y="15"/>
                    </a:cubicBezTo>
                    <a:cubicBezTo>
                      <a:pt x="159" y="12"/>
                      <a:pt x="146" y="9"/>
                      <a:pt x="132" y="7"/>
                    </a:cubicBezTo>
                    <a:cubicBezTo>
                      <a:pt x="95" y="2"/>
                      <a:pt x="50" y="0"/>
                      <a:pt x="1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2" name="Freeform 149">
                <a:extLst>
                  <a:ext uri="{FF2B5EF4-FFF2-40B4-BE49-F238E27FC236}">
                    <a16:creationId xmlns:a16="http://schemas.microsoft.com/office/drawing/2014/main" id="{10A2CDFB-A1B6-4FF3-B967-6037F667378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187" y="1391"/>
                <a:ext cx="74" cy="62"/>
              </a:xfrm>
              <a:custGeom>
                <a:avLst/>
                <a:gdLst>
                  <a:gd name="T0" fmla="*/ 36 w 51"/>
                  <a:gd name="T1" fmla="*/ 6 h 42"/>
                  <a:gd name="T2" fmla="*/ 19 w 51"/>
                  <a:gd name="T3" fmla="*/ 10 h 42"/>
                  <a:gd name="T4" fmla="*/ 16 w 51"/>
                  <a:gd name="T5" fmla="*/ 12 h 42"/>
                  <a:gd name="T6" fmla="*/ 14 w 51"/>
                  <a:gd name="T7" fmla="*/ 13 h 42"/>
                  <a:gd name="T8" fmla="*/ 0 w 51"/>
                  <a:gd name="T9" fmla="*/ 37 h 42"/>
                  <a:gd name="T10" fmla="*/ 1 w 51"/>
                  <a:gd name="T11" fmla="*/ 42 h 42"/>
                  <a:gd name="T12" fmla="*/ 4 w 51"/>
                  <a:gd name="T13" fmla="*/ 39 h 42"/>
                  <a:gd name="T14" fmla="*/ 4 w 51"/>
                  <a:gd name="T15" fmla="*/ 37 h 42"/>
                  <a:gd name="T16" fmla="*/ 9 w 51"/>
                  <a:gd name="T17" fmla="*/ 24 h 42"/>
                  <a:gd name="T18" fmla="*/ 36 w 51"/>
                  <a:gd name="T19" fmla="*/ 6 h 42"/>
                  <a:gd name="T20" fmla="*/ 51 w 51"/>
                  <a:gd name="T21" fmla="*/ 0 h 42"/>
                  <a:gd name="T22" fmla="*/ 51 w 51"/>
                  <a:gd name="T23" fmla="*/ 0 h 42"/>
                  <a:gd name="T24" fmla="*/ 33 w 51"/>
                  <a:gd name="T25" fmla="*/ 4 h 42"/>
                  <a:gd name="T26" fmla="*/ 19 w 51"/>
                  <a:gd name="T27" fmla="*/ 10 h 42"/>
                  <a:gd name="T28" fmla="*/ 36 w 51"/>
                  <a:gd name="T29" fmla="*/ 6 h 42"/>
                  <a:gd name="T30" fmla="*/ 36 w 51"/>
                  <a:gd name="T31" fmla="*/ 6 h 42"/>
                  <a:gd name="T32" fmla="*/ 36 w 51"/>
                  <a:gd name="T33" fmla="*/ 6 h 42"/>
                  <a:gd name="T34" fmla="*/ 36 w 51"/>
                  <a:gd name="T35" fmla="*/ 6 h 42"/>
                  <a:gd name="T36" fmla="*/ 36 w 51"/>
                  <a:gd name="T37" fmla="*/ 6 h 42"/>
                  <a:gd name="T38" fmla="*/ 51 w 51"/>
                  <a:gd name="T39" fmla="*/ 3 h 42"/>
                  <a:gd name="T40" fmla="*/ 51 w 51"/>
                  <a:gd name="T41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1" h="42">
                    <a:moveTo>
                      <a:pt x="36" y="6"/>
                    </a:moveTo>
                    <a:cubicBezTo>
                      <a:pt x="31" y="7"/>
                      <a:pt x="25" y="8"/>
                      <a:pt x="19" y="10"/>
                    </a:cubicBezTo>
                    <a:cubicBezTo>
                      <a:pt x="18" y="11"/>
                      <a:pt x="17" y="11"/>
                      <a:pt x="16" y="12"/>
                    </a:cubicBezTo>
                    <a:cubicBezTo>
                      <a:pt x="15" y="13"/>
                      <a:pt x="15" y="13"/>
                      <a:pt x="14" y="13"/>
                    </a:cubicBezTo>
                    <a:cubicBezTo>
                      <a:pt x="5" y="20"/>
                      <a:pt x="0" y="28"/>
                      <a:pt x="0" y="37"/>
                    </a:cubicBezTo>
                    <a:cubicBezTo>
                      <a:pt x="0" y="39"/>
                      <a:pt x="0" y="41"/>
                      <a:pt x="1" y="42"/>
                    </a:cubicBezTo>
                    <a:cubicBezTo>
                      <a:pt x="4" y="39"/>
                      <a:pt x="4" y="39"/>
                      <a:pt x="4" y="39"/>
                    </a:cubicBezTo>
                    <a:cubicBezTo>
                      <a:pt x="4" y="38"/>
                      <a:pt x="4" y="38"/>
                      <a:pt x="4" y="37"/>
                    </a:cubicBezTo>
                    <a:cubicBezTo>
                      <a:pt x="4" y="33"/>
                      <a:pt x="6" y="28"/>
                      <a:pt x="9" y="24"/>
                    </a:cubicBezTo>
                    <a:cubicBezTo>
                      <a:pt x="14" y="16"/>
                      <a:pt x="23" y="10"/>
                      <a:pt x="36" y="6"/>
                    </a:cubicBezTo>
                    <a:moveTo>
                      <a:pt x="51" y="0"/>
                    </a:moveTo>
                    <a:cubicBezTo>
                      <a:pt x="51" y="0"/>
                      <a:pt x="51" y="0"/>
                      <a:pt x="51" y="0"/>
                    </a:cubicBezTo>
                    <a:cubicBezTo>
                      <a:pt x="44" y="1"/>
                      <a:pt x="39" y="2"/>
                      <a:pt x="33" y="4"/>
                    </a:cubicBezTo>
                    <a:cubicBezTo>
                      <a:pt x="28" y="6"/>
                      <a:pt x="23" y="8"/>
                      <a:pt x="19" y="10"/>
                    </a:cubicBezTo>
                    <a:cubicBezTo>
                      <a:pt x="25" y="8"/>
                      <a:pt x="31" y="7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41" y="5"/>
                      <a:pt x="46" y="4"/>
                      <a:pt x="51" y="3"/>
                    </a:cubicBezTo>
                    <a:cubicBezTo>
                      <a:pt x="51" y="0"/>
                      <a:pt x="51" y="0"/>
                      <a:pt x="51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3" name="Freeform 150">
                <a:extLst>
                  <a:ext uri="{FF2B5EF4-FFF2-40B4-BE49-F238E27FC236}">
                    <a16:creationId xmlns:a16="http://schemas.microsoft.com/office/drawing/2014/main" id="{41673715-34F9-4765-9848-8C8B0156FF8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06" y="1220"/>
                <a:ext cx="563" cy="137"/>
              </a:xfrm>
              <a:custGeom>
                <a:avLst/>
                <a:gdLst>
                  <a:gd name="T0" fmla="*/ 375 w 387"/>
                  <a:gd name="T1" fmla="*/ 23 h 94"/>
                  <a:gd name="T2" fmla="*/ 345 w 387"/>
                  <a:gd name="T3" fmla="*/ 41 h 94"/>
                  <a:gd name="T4" fmla="*/ 387 w 387"/>
                  <a:gd name="T5" fmla="*/ 29 h 94"/>
                  <a:gd name="T6" fmla="*/ 375 w 387"/>
                  <a:gd name="T7" fmla="*/ 23 h 94"/>
                  <a:gd name="T8" fmla="*/ 154 w 387"/>
                  <a:gd name="T9" fmla="*/ 0 h 94"/>
                  <a:gd name="T10" fmla="*/ 4 w 387"/>
                  <a:gd name="T11" fmla="*/ 85 h 94"/>
                  <a:gd name="T12" fmla="*/ 0 w 387"/>
                  <a:gd name="T13" fmla="*/ 94 h 94"/>
                  <a:gd name="T14" fmla="*/ 0 w 387"/>
                  <a:gd name="T15" fmla="*/ 94 h 94"/>
                  <a:gd name="T16" fmla="*/ 4 w 387"/>
                  <a:gd name="T17" fmla="*/ 85 h 94"/>
                  <a:gd name="T18" fmla="*/ 154 w 387"/>
                  <a:gd name="T19" fmla="*/ 0 h 94"/>
                  <a:gd name="T20" fmla="*/ 154 w 387"/>
                  <a:gd name="T21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87" h="94">
                    <a:moveTo>
                      <a:pt x="375" y="23"/>
                    </a:moveTo>
                    <a:cubicBezTo>
                      <a:pt x="345" y="41"/>
                      <a:pt x="345" y="41"/>
                      <a:pt x="345" y="41"/>
                    </a:cubicBezTo>
                    <a:cubicBezTo>
                      <a:pt x="359" y="37"/>
                      <a:pt x="374" y="33"/>
                      <a:pt x="387" y="29"/>
                    </a:cubicBezTo>
                    <a:cubicBezTo>
                      <a:pt x="383" y="27"/>
                      <a:pt x="379" y="25"/>
                      <a:pt x="375" y="23"/>
                    </a:cubicBezTo>
                    <a:moveTo>
                      <a:pt x="154" y="0"/>
                    </a:moveTo>
                    <a:cubicBezTo>
                      <a:pt x="110" y="27"/>
                      <a:pt x="17" y="61"/>
                      <a:pt x="4" y="85"/>
                    </a:cubicBezTo>
                    <a:cubicBezTo>
                      <a:pt x="3" y="87"/>
                      <a:pt x="2" y="90"/>
                      <a:pt x="0" y="94"/>
                    </a:cubicBezTo>
                    <a:cubicBezTo>
                      <a:pt x="0" y="94"/>
                      <a:pt x="0" y="94"/>
                      <a:pt x="0" y="94"/>
                    </a:cubicBezTo>
                    <a:cubicBezTo>
                      <a:pt x="2" y="90"/>
                      <a:pt x="3" y="87"/>
                      <a:pt x="4" y="85"/>
                    </a:cubicBezTo>
                    <a:cubicBezTo>
                      <a:pt x="17" y="61"/>
                      <a:pt x="110" y="27"/>
                      <a:pt x="154" y="0"/>
                    </a:cubicBezTo>
                    <a:cubicBezTo>
                      <a:pt x="154" y="0"/>
                      <a:pt x="154" y="0"/>
                      <a:pt x="154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4" name="Freeform 151">
                <a:extLst>
                  <a:ext uri="{FF2B5EF4-FFF2-40B4-BE49-F238E27FC236}">
                    <a16:creationId xmlns:a16="http://schemas.microsoft.com/office/drawing/2014/main" id="{E0A22CAE-A0A8-4DA7-AD8B-ABE75FBD61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99" y="1212"/>
                <a:ext cx="579" cy="145"/>
              </a:xfrm>
              <a:custGeom>
                <a:avLst/>
                <a:gdLst>
                  <a:gd name="T0" fmla="*/ 163 w 398"/>
                  <a:gd name="T1" fmla="*/ 0 h 99"/>
                  <a:gd name="T2" fmla="*/ 161 w 398"/>
                  <a:gd name="T3" fmla="*/ 0 h 99"/>
                  <a:gd name="T4" fmla="*/ 160 w 398"/>
                  <a:gd name="T5" fmla="*/ 0 h 99"/>
                  <a:gd name="T6" fmla="*/ 159 w 398"/>
                  <a:gd name="T7" fmla="*/ 1 h 99"/>
                  <a:gd name="T8" fmla="*/ 95 w 398"/>
                  <a:gd name="T9" fmla="*/ 33 h 99"/>
                  <a:gd name="T10" fmla="*/ 6 w 398"/>
                  <a:gd name="T11" fmla="*/ 88 h 99"/>
                  <a:gd name="T12" fmla="*/ 1 w 398"/>
                  <a:gd name="T13" fmla="*/ 97 h 99"/>
                  <a:gd name="T14" fmla="*/ 0 w 398"/>
                  <a:gd name="T15" fmla="*/ 99 h 99"/>
                  <a:gd name="T16" fmla="*/ 5 w 398"/>
                  <a:gd name="T17" fmla="*/ 99 h 99"/>
                  <a:gd name="T18" fmla="*/ 9 w 398"/>
                  <a:gd name="T19" fmla="*/ 90 h 99"/>
                  <a:gd name="T20" fmla="*/ 159 w 398"/>
                  <a:gd name="T21" fmla="*/ 5 h 99"/>
                  <a:gd name="T22" fmla="*/ 159 w 398"/>
                  <a:gd name="T23" fmla="*/ 5 h 99"/>
                  <a:gd name="T24" fmla="*/ 159 w 398"/>
                  <a:gd name="T25" fmla="*/ 3 h 99"/>
                  <a:gd name="T26" fmla="*/ 160 w 398"/>
                  <a:gd name="T27" fmla="*/ 3 h 99"/>
                  <a:gd name="T28" fmla="*/ 163 w 398"/>
                  <a:gd name="T29" fmla="*/ 0 h 99"/>
                  <a:gd name="T30" fmla="*/ 335 w 398"/>
                  <a:gd name="T31" fmla="*/ 0 h 99"/>
                  <a:gd name="T32" fmla="*/ 334 w 398"/>
                  <a:gd name="T33" fmla="*/ 0 h 99"/>
                  <a:gd name="T34" fmla="*/ 332 w 398"/>
                  <a:gd name="T35" fmla="*/ 0 h 99"/>
                  <a:gd name="T36" fmla="*/ 335 w 398"/>
                  <a:gd name="T37" fmla="*/ 3 h 99"/>
                  <a:gd name="T38" fmla="*/ 336 w 398"/>
                  <a:gd name="T39" fmla="*/ 3 h 99"/>
                  <a:gd name="T40" fmla="*/ 336 w 398"/>
                  <a:gd name="T41" fmla="*/ 5 h 99"/>
                  <a:gd name="T42" fmla="*/ 335 w 398"/>
                  <a:gd name="T43" fmla="*/ 5 h 99"/>
                  <a:gd name="T44" fmla="*/ 380 w 398"/>
                  <a:gd name="T45" fmla="*/ 28 h 99"/>
                  <a:gd name="T46" fmla="*/ 380 w 398"/>
                  <a:gd name="T47" fmla="*/ 28 h 99"/>
                  <a:gd name="T48" fmla="*/ 392 w 398"/>
                  <a:gd name="T49" fmla="*/ 34 h 99"/>
                  <a:gd name="T50" fmla="*/ 398 w 398"/>
                  <a:gd name="T51" fmla="*/ 32 h 99"/>
                  <a:gd name="T52" fmla="*/ 395 w 398"/>
                  <a:gd name="T53" fmla="*/ 31 h 99"/>
                  <a:gd name="T54" fmla="*/ 336 w 398"/>
                  <a:gd name="T55" fmla="*/ 1 h 99"/>
                  <a:gd name="T56" fmla="*/ 335 w 398"/>
                  <a:gd name="T5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98" h="99">
                    <a:moveTo>
                      <a:pt x="163" y="0"/>
                    </a:moveTo>
                    <a:cubicBezTo>
                      <a:pt x="161" y="0"/>
                      <a:pt x="161" y="0"/>
                      <a:pt x="161" y="0"/>
                    </a:cubicBezTo>
                    <a:cubicBezTo>
                      <a:pt x="160" y="0"/>
                      <a:pt x="160" y="0"/>
                      <a:pt x="160" y="0"/>
                    </a:cubicBezTo>
                    <a:cubicBezTo>
                      <a:pt x="159" y="1"/>
                      <a:pt x="159" y="1"/>
                      <a:pt x="159" y="1"/>
                    </a:cubicBezTo>
                    <a:cubicBezTo>
                      <a:pt x="143" y="11"/>
                      <a:pt x="119" y="22"/>
                      <a:pt x="95" y="33"/>
                    </a:cubicBezTo>
                    <a:cubicBezTo>
                      <a:pt x="54" y="53"/>
                      <a:pt x="14" y="71"/>
                      <a:pt x="6" y="88"/>
                    </a:cubicBezTo>
                    <a:cubicBezTo>
                      <a:pt x="5" y="90"/>
                      <a:pt x="3" y="93"/>
                      <a:pt x="1" y="97"/>
                    </a:cubicBezTo>
                    <a:cubicBezTo>
                      <a:pt x="1" y="98"/>
                      <a:pt x="1" y="99"/>
                      <a:pt x="0" y="99"/>
                    </a:cubicBezTo>
                    <a:cubicBezTo>
                      <a:pt x="2" y="99"/>
                      <a:pt x="3" y="99"/>
                      <a:pt x="5" y="99"/>
                    </a:cubicBezTo>
                    <a:cubicBezTo>
                      <a:pt x="7" y="95"/>
                      <a:pt x="8" y="92"/>
                      <a:pt x="9" y="90"/>
                    </a:cubicBezTo>
                    <a:cubicBezTo>
                      <a:pt x="22" y="66"/>
                      <a:pt x="115" y="32"/>
                      <a:pt x="159" y="5"/>
                    </a:cubicBezTo>
                    <a:cubicBezTo>
                      <a:pt x="159" y="5"/>
                      <a:pt x="159" y="5"/>
                      <a:pt x="159" y="5"/>
                    </a:cubicBezTo>
                    <a:cubicBezTo>
                      <a:pt x="159" y="3"/>
                      <a:pt x="159" y="3"/>
                      <a:pt x="159" y="3"/>
                    </a:cubicBezTo>
                    <a:cubicBezTo>
                      <a:pt x="160" y="3"/>
                      <a:pt x="160" y="3"/>
                      <a:pt x="160" y="3"/>
                    </a:cubicBezTo>
                    <a:cubicBezTo>
                      <a:pt x="161" y="2"/>
                      <a:pt x="162" y="1"/>
                      <a:pt x="163" y="0"/>
                    </a:cubicBezTo>
                    <a:moveTo>
                      <a:pt x="335" y="0"/>
                    </a:moveTo>
                    <a:cubicBezTo>
                      <a:pt x="334" y="0"/>
                      <a:pt x="334" y="0"/>
                      <a:pt x="334" y="0"/>
                    </a:cubicBezTo>
                    <a:cubicBezTo>
                      <a:pt x="332" y="0"/>
                      <a:pt x="332" y="0"/>
                      <a:pt x="332" y="0"/>
                    </a:cubicBezTo>
                    <a:cubicBezTo>
                      <a:pt x="333" y="1"/>
                      <a:pt x="334" y="2"/>
                      <a:pt x="335" y="3"/>
                    </a:cubicBezTo>
                    <a:cubicBezTo>
                      <a:pt x="336" y="3"/>
                      <a:pt x="336" y="3"/>
                      <a:pt x="336" y="3"/>
                    </a:cubicBezTo>
                    <a:cubicBezTo>
                      <a:pt x="336" y="5"/>
                      <a:pt x="336" y="5"/>
                      <a:pt x="336" y="5"/>
                    </a:cubicBezTo>
                    <a:cubicBezTo>
                      <a:pt x="336" y="5"/>
                      <a:pt x="336" y="5"/>
                      <a:pt x="335" y="5"/>
                    </a:cubicBezTo>
                    <a:cubicBezTo>
                      <a:pt x="347" y="12"/>
                      <a:pt x="363" y="20"/>
                      <a:pt x="380" y="28"/>
                    </a:cubicBezTo>
                    <a:cubicBezTo>
                      <a:pt x="380" y="28"/>
                      <a:pt x="380" y="28"/>
                      <a:pt x="380" y="28"/>
                    </a:cubicBezTo>
                    <a:cubicBezTo>
                      <a:pt x="384" y="30"/>
                      <a:pt x="388" y="32"/>
                      <a:pt x="392" y="34"/>
                    </a:cubicBezTo>
                    <a:cubicBezTo>
                      <a:pt x="394" y="34"/>
                      <a:pt x="396" y="33"/>
                      <a:pt x="398" y="32"/>
                    </a:cubicBezTo>
                    <a:cubicBezTo>
                      <a:pt x="397" y="32"/>
                      <a:pt x="396" y="31"/>
                      <a:pt x="395" y="31"/>
                    </a:cubicBezTo>
                    <a:cubicBezTo>
                      <a:pt x="373" y="21"/>
                      <a:pt x="351" y="10"/>
                      <a:pt x="336" y="1"/>
                    </a:cubicBezTo>
                    <a:cubicBezTo>
                      <a:pt x="335" y="0"/>
                      <a:pt x="335" y="0"/>
                      <a:pt x="335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5" name="Freeform 152">
                <a:extLst>
                  <a:ext uri="{FF2B5EF4-FFF2-40B4-BE49-F238E27FC236}">
                    <a16:creationId xmlns:a16="http://schemas.microsoft.com/office/drawing/2014/main" id="{043F361D-767D-4DE2-86DA-1E5F329F68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6" y="1108"/>
                <a:ext cx="127" cy="84"/>
              </a:xfrm>
              <a:custGeom>
                <a:avLst/>
                <a:gdLst>
                  <a:gd name="T0" fmla="*/ 87 w 87"/>
                  <a:gd name="T1" fmla="*/ 0 h 58"/>
                  <a:gd name="T2" fmla="*/ 79 w 87"/>
                  <a:gd name="T3" fmla="*/ 2 h 58"/>
                  <a:gd name="T4" fmla="*/ 33 w 87"/>
                  <a:gd name="T5" fmla="*/ 18 h 58"/>
                  <a:gd name="T6" fmla="*/ 15 w 87"/>
                  <a:gd name="T7" fmla="*/ 16 h 58"/>
                  <a:gd name="T8" fmla="*/ 0 w 87"/>
                  <a:gd name="T9" fmla="*/ 19 h 58"/>
                  <a:gd name="T10" fmla="*/ 0 w 87"/>
                  <a:gd name="T11" fmla="*/ 50 h 58"/>
                  <a:gd name="T12" fmla="*/ 10 w 87"/>
                  <a:gd name="T13" fmla="*/ 56 h 58"/>
                  <a:gd name="T14" fmla="*/ 17 w 87"/>
                  <a:gd name="T15" fmla="*/ 58 h 58"/>
                  <a:gd name="T16" fmla="*/ 18 w 87"/>
                  <a:gd name="T17" fmla="*/ 57 h 58"/>
                  <a:gd name="T18" fmla="*/ 18 w 87"/>
                  <a:gd name="T19" fmla="*/ 57 h 58"/>
                  <a:gd name="T20" fmla="*/ 32 w 87"/>
                  <a:gd name="T21" fmla="*/ 58 h 58"/>
                  <a:gd name="T22" fmla="*/ 32 w 87"/>
                  <a:gd name="T23" fmla="*/ 58 h 58"/>
                  <a:gd name="T24" fmla="*/ 32 w 87"/>
                  <a:gd name="T25" fmla="*/ 58 h 58"/>
                  <a:gd name="T26" fmla="*/ 32 w 87"/>
                  <a:gd name="T27" fmla="*/ 58 h 58"/>
                  <a:gd name="T28" fmla="*/ 32 w 87"/>
                  <a:gd name="T29" fmla="*/ 58 h 58"/>
                  <a:gd name="T30" fmla="*/ 48 w 87"/>
                  <a:gd name="T31" fmla="*/ 57 h 58"/>
                  <a:gd name="T32" fmla="*/ 86 w 87"/>
                  <a:gd name="T33" fmla="*/ 32 h 58"/>
                  <a:gd name="T34" fmla="*/ 87 w 87"/>
                  <a:gd name="T35" fmla="*/ 32 h 58"/>
                  <a:gd name="T36" fmla="*/ 87 w 87"/>
                  <a:gd name="T37" fmla="*/ 6 h 58"/>
                  <a:gd name="T38" fmla="*/ 87 w 87"/>
                  <a:gd name="T3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7" h="58">
                    <a:moveTo>
                      <a:pt x="87" y="0"/>
                    </a:moveTo>
                    <a:cubicBezTo>
                      <a:pt x="84" y="1"/>
                      <a:pt x="81" y="2"/>
                      <a:pt x="79" y="2"/>
                    </a:cubicBezTo>
                    <a:cubicBezTo>
                      <a:pt x="65" y="13"/>
                      <a:pt x="50" y="18"/>
                      <a:pt x="33" y="18"/>
                    </a:cubicBezTo>
                    <a:cubicBezTo>
                      <a:pt x="27" y="18"/>
                      <a:pt x="21" y="18"/>
                      <a:pt x="15" y="16"/>
                    </a:cubicBezTo>
                    <a:cubicBezTo>
                      <a:pt x="10" y="17"/>
                      <a:pt x="5" y="18"/>
                      <a:pt x="0" y="1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10" y="56"/>
                      <a:pt x="10" y="56"/>
                      <a:pt x="10" y="56"/>
                    </a:cubicBezTo>
                    <a:cubicBezTo>
                      <a:pt x="12" y="57"/>
                      <a:pt x="14" y="57"/>
                      <a:pt x="17" y="58"/>
                    </a:cubicBezTo>
                    <a:cubicBezTo>
                      <a:pt x="17" y="57"/>
                      <a:pt x="18" y="57"/>
                      <a:pt x="18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22" y="57"/>
                      <a:pt x="26" y="58"/>
                      <a:pt x="32" y="58"/>
                    </a:cubicBezTo>
                    <a:cubicBezTo>
                      <a:pt x="32" y="58"/>
                      <a:pt x="32" y="58"/>
                      <a:pt x="32" y="58"/>
                    </a:cubicBezTo>
                    <a:cubicBezTo>
                      <a:pt x="32" y="58"/>
                      <a:pt x="32" y="58"/>
                      <a:pt x="32" y="58"/>
                    </a:cubicBezTo>
                    <a:cubicBezTo>
                      <a:pt x="32" y="58"/>
                      <a:pt x="32" y="58"/>
                      <a:pt x="32" y="58"/>
                    </a:cubicBezTo>
                    <a:cubicBezTo>
                      <a:pt x="32" y="58"/>
                      <a:pt x="32" y="58"/>
                      <a:pt x="32" y="58"/>
                    </a:cubicBezTo>
                    <a:cubicBezTo>
                      <a:pt x="38" y="58"/>
                      <a:pt x="43" y="58"/>
                      <a:pt x="48" y="57"/>
                    </a:cubicBezTo>
                    <a:cubicBezTo>
                      <a:pt x="86" y="32"/>
                      <a:pt x="86" y="32"/>
                      <a:pt x="86" y="32"/>
                    </a:cubicBezTo>
                    <a:cubicBezTo>
                      <a:pt x="87" y="32"/>
                      <a:pt x="87" y="32"/>
                      <a:pt x="87" y="32"/>
                    </a:cubicBezTo>
                    <a:cubicBezTo>
                      <a:pt x="87" y="26"/>
                      <a:pt x="87" y="16"/>
                      <a:pt x="87" y="6"/>
                    </a:cubicBezTo>
                    <a:cubicBezTo>
                      <a:pt x="87" y="4"/>
                      <a:pt x="87" y="2"/>
                      <a:pt x="87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6" name="Freeform 153">
                <a:extLst>
                  <a:ext uri="{FF2B5EF4-FFF2-40B4-BE49-F238E27FC236}">
                    <a16:creationId xmlns:a16="http://schemas.microsoft.com/office/drawing/2014/main" id="{01C031B1-3A20-4999-8C79-B335E0F9F2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72" y="1106"/>
                <a:ext cx="176" cy="88"/>
              </a:xfrm>
              <a:custGeom>
                <a:avLst/>
                <a:gdLst>
                  <a:gd name="T0" fmla="*/ 62 w 121"/>
                  <a:gd name="T1" fmla="*/ 59 h 60"/>
                  <a:gd name="T2" fmla="*/ 62 w 121"/>
                  <a:gd name="T3" fmla="*/ 59 h 60"/>
                  <a:gd name="T4" fmla="*/ 62 w 121"/>
                  <a:gd name="T5" fmla="*/ 59 h 60"/>
                  <a:gd name="T6" fmla="*/ 62 w 121"/>
                  <a:gd name="T7" fmla="*/ 59 h 60"/>
                  <a:gd name="T8" fmla="*/ 62 w 121"/>
                  <a:gd name="T9" fmla="*/ 59 h 60"/>
                  <a:gd name="T10" fmla="*/ 78 w 121"/>
                  <a:gd name="T11" fmla="*/ 58 h 60"/>
                  <a:gd name="T12" fmla="*/ 62 w 121"/>
                  <a:gd name="T13" fmla="*/ 59 h 60"/>
                  <a:gd name="T14" fmla="*/ 76 w 121"/>
                  <a:gd name="T15" fmla="*/ 59 h 60"/>
                  <a:gd name="T16" fmla="*/ 78 w 121"/>
                  <a:gd name="T17" fmla="*/ 58 h 60"/>
                  <a:gd name="T18" fmla="*/ 40 w 121"/>
                  <a:gd name="T19" fmla="*/ 57 h 60"/>
                  <a:gd name="T20" fmla="*/ 43 w 121"/>
                  <a:gd name="T21" fmla="*/ 60 h 60"/>
                  <a:gd name="T22" fmla="*/ 47 w 121"/>
                  <a:gd name="T23" fmla="*/ 59 h 60"/>
                  <a:gd name="T24" fmla="*/ 40 w 121"/>
                  <a:gd name="T25" fmla="*/ 57 h 60"/>
                  <a:gd name="T26" fmla="*/ 2 w 121"/>
                  <a:gd name="T27" fmla="*/ 25 h 60"/>
                  <a:gd name="T28" fmla="*/ 0 w 121"/>
                  <a:gd name="T29" fmla="*/ 25 h 60"/>
                  <a:gd name="T30" fmla="*/ 0 w 121"/>
                  <a:gd name="T31" fmla="*/ 34 h 60"/>
                  <a:gd name="T32" fmla="*/ 0 w 121"/>
                  <a:gd name="T33" fmla="*/ 34 h 60"/>
                  <a:gd name="T34" fmla="*/ 0 w 121"/>
                  <a:gd name="T35" fmla="*/ 34 h 60"/>
                  <a:gd name="T36" fmla="*/ 1 w 121"/>
                  <a:gd name="T37" fmla="*/ 32 h 60"/>
                  <a:gd name="T38" fmla="*/ 2 w 121"/>
                  <a:gd name="T39" fmla="*/ 32 h 60"/>
                  <a:gd name="T40" fmla="*/ 2 w 121"/>
                  <a:gd name="T41" fmla="*/ 25 h 60"/>
                  <a:gd name="T42" fmla="*/ 121 w 121"/>
                  <a:gd name="T43" fmla="*/ 0 h 60"/>
                  <a:gd name="T44" fmla="*/ 117 w 121"/>
                  <a:gd name="T45" fmla="*/ 1 h 60"/>
                  <a:gd name="T46" fmla="*/ 117 w 121"/>
                  <a:gd name="T47" fmla="*/ 7 h 60"/>
                  <a:gd name="T48" fmla="*/ 117 w 121"/>
                  <a:gd name="T49" fmla="*/ 33 h 60"/>
                  <a:gd name="T50" fmla="*/ 118 w 121"/>
                  <a:gd name="T51" fmla="*/ 32 h 60"/>
                  <a:gd name="T52" fmla="*/ 119 w 121"/>
                  <a:gd name="T53" fmla="*/ 34 h 60"/>
                  <a:gd name="T54" fmla="*/ 120 w 121"/>
                  <a:gd name="T55" fmla="*/ 35 h 60"/>
                  <a:gd name="T56" fmla="*/ 120 w 121"/>
                  <a:gd name="T57" fmla="*/ 37 h 60"/>
                  <a:gd name="T58" fmla="*/ 121 w 121"/>
                  <a:gd name="T59" fmla="*/ 36 h 60"/>
                  <a:gd name="T60" fmla="*/ 121 w 121"/>
                  <a:gd name="T61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21" h="60">
                    <a:moveTo>
                      <a:pt x="62" y="59"/>
                    </a:moveTo>
                    <a:cubicBezTo>
                      <a:pt x="62" y="59"/>
                      <a:pt x="62" y="59"/>
                      <a:pt x="62" y="59"/>
                    </a:cubicBezTo>
                    <a:cubicBezTo>
                      <a:pt x="62" y="59"/>
                      <a:pt x="62" y="59"/>
                      <a:pt x="62" y="59"/>
                    </a:cubicBezTo>
                    <a:cubicBezTo>
                      <a:pt x="62" y="59"/>
                      <a:pt x="62" y="59"/>
                      <a:pt x="62" y="59"/>
                    </a:cubicBezTo>
                    <a:cubicBezTo>
                      <a:pt x="62" y="59"/>
                      <a:pt x="62" y="59"/>
                      <a:pt x="62" y="59"/>
                    </a:cubicBezTo>
                    <a:moveTo>
                      <a:pt x="78" y="58"/>
                    </a:moveTo>
                    <a:cubicBezTo>
                      <a:pt x="73" y="59"/>
                      <a:pt x="68" y="59"/>
                      <a:pt x="62" y="59"/>
                    </a:cubicBezTo>
                    <a:cubicBezTo>
                      <a:pt x="76" y="59"/>
                      <a:pt x="76" y="59"/>
                      <a:pt x="76" y="59"/>
                    </a:cubicBezTo>
                    <a:cubicBezTo>
                      <a:pt x="78" y="58"/>
                      <a:pt x="78" y="58"/>
                      <a:pt x="78" y="58"/>
                    </a:cubicBezTo>
                    <a:moveTo>
                      <a:pt x="40" y="57"/>
                    </a:moveTo>
                    <a:cubicBezTo>
                      <a:pt x="43" y="60"/>
                      <a:pt x="43" y="60"/>
                      <a:pt x="43" y="60"/>
                    </a:cubicBezTo>
                    <a:cubicBezTo>
                      <a:pt x="44" y="59"/>
                      <a:pt x="45" y="59"/>
                      <a:pt x="47" y="59"/>
                    </a:cubicBezTo>
                    <a:cubicBezTo>
                      <a:pt x="44" y="58"/>
                      <a:pt x="42" y="58"/>
                      <a:pt x="40" y="57"/>
                    </a:cubicBezTo>
                    <a:moveTo>
                      <a:pt x="2" y="25"/>
                    </a:moveTo>
                    <a:cubicBezTo>
                      <a:pt x="1" y="25"/>
                      <a:pt x="0" y="25"/>
                      <a:pt x="0" y="25"/>
                    </a:cubicBezTo>
                    <a:cubicBezTo>
                      <a:pt x="0" y="29"/>
                      <a:pt x="0" y="32"/>
                      <a:pt x="0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2"/>
                      <a:pt x="1" y="32"/>
                      <a:pt x="1" y="32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2" y="30"/>
                      <a:pt x="2" y="28"/>
                      <a:pt x="2" y="25"/>
                    </a:cubicBezTo>
                    <a:moveTo>
                      <a:pt x="121" y="0"/>
                    </a:moveTo>
                    <a:cubicBezTo>
                      <a:pt x="119" y="1"/>
                      <a:pt x="118" y="1"/>
                      <a:pt x="117" y="1"/>
                    </a:cubicBezTo>
                    <a:cubicBezTo>
                      <a:pt x="117" y="3"/>
                      <a:pt x="117" y="5"/>
                      <a:pt x="117" y="7"/>
                    </a:cubicBezTo>
                    <a:cubicBezTo>
                      <a:pt x="117" y="17"/>
                      <a:pt x="117" y="27"/>
                      <a:pt x="117" y="33"/>
                    </a:cubicBezTo>
                    <a:cubicBezTo>
                      <a:pt x="118" y="32"/>
                      <a:pt x="118" y="32"/>
                      <a:pt x="118" y="32"/>
                    </a:cubicBezTo>
                    <a:cubicBezTo>
                      <a:pt x="119" y="34"/>
                      <a:pt x="119" y="34"/>
                      <a:pt x="119" y="34"/>
                    </a:cubicBezTo>
                    <a:cubicBezTo>
                      <a:pt x="119" y="34"/>
                      <a:pt x="119" y="34"/>
                      <a:pt x="120" y="35"/>
                    </a:cubicBezTo>
                    <a:cubicBezTo>
                      <a:pt x="120" y="36"/>
                      <a:pt x="120" y="36"/>
                      <a:pt x="120" y="37"/>
                    </a:cubicBezTo>
                    <a:cubicBezTo>
                      <a:pt x="121" y="37"/>
                      <a:pt x="121" y="36"/>
                      <a:pt x="121" y="36"/>
                    </a:cubicBezTo>
                    <a:cubicBezTo>
                      <a:pt x="121" y="32"/>
                      <a:pt x="121" y="14"/>
                      <a:pt x="121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7" name="Freeform 154">
                <a:extLst>
                  <a:ext uri="{FF2B5EF4-FFF2-40B4-BE49-F238E27FC236}">
                    <a16:creationId xmlns:a16="http://schemas.microsoft.com/office/drawing/2014/main" id="{AD8ED074-6E16-4656-95D8-51CB7CB052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5" y="1135"/>
                <a:ext cx="41" cy="45"/>
              </a:xfrm>
              <a:custGeom>
                <a:avLst/>
                <a:gdLst>
                  <a:gd name="T0" fmla="*/ 28 w 28"/>
                  <a:gd name="T1" fmla="*/ 0 h 31"/>
                  <a:gd name="T2" fmla="*/ 0 w 28"/>
                  <a:gd name="T3" fmla="*/ 5 h 31"/>
                  <a:gd name="T4" fmla="*/ 0 w 28"/>
                  <a:gd name="T5" fmla="*/ 12 h 31"/>
                  <a:gd name="T6" fmla="*/ 28 w 28"/>
                  <a:gd name="T7" fmla="*/ 31 h 31"/>
                  <a:gd name="T8" fmla="*/ 28 w 28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1">
                    <a:moveTo>
                      <a:pt x="28" y="0"/>
                    </a:moveTo>
                    <a:cubicBezTo>
                      <a:pt x="19" y="2"/>
                      <a:pt x="9" y="3"/>
                      <a:pt x="0" y="5"/>
                    </a:cubicBezTo>
                    <a:cubicBezTo>
                      <a:pt x="0" y="8"/>
                      <a:pt x="0" y="10"/>
                      <a:pt x="0" y="12"/>
                    </a:cubicBezTo>
                    <a:cubicBezTo>
                      <a:pt x="28" y="31"/>
                      <a:pt x="28" y="31"/>
                      <a:pt x="28" y="31"/>
                    </a:cubicBezTo>
                    <a:cubicBezTo>
                      <a:pt x="28" y="0"/>
                      <a:pt x="28" y="0"/>
                      <a:pt x="28" y="0"/>
                    </a:cubicBezTo>
                  </a:path>
                </a:pathLst>
              </a:custGeom>
              <a:solidFill>
                <a:srgbClr val="DBF0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8" name="Freeform 155">
                <a:extLst>
                  <a:ext uri="{FF2B5EF4-FFF2-40B4-BE49-F238E27FC236}">
                    <a16:creationId xmlns:a16="http://schemas.microsoft.com/office/drawing/2014/main" id="{C8C2484A-EC05-40E5-BB27-CF60ADB30C4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06" y="1220"/>
                <a:ext cx="546" cy="137"/>
              </a:xfrm>
              <a:custGeom>
                <a:avLst/>
                <a:gdLst>
                  <a:gd name="T0" fmla="*/ 154 w 375"/>
                  <a:gd name="T1" fmla="*/ 0 h 94"/>
                  <a:gd name="T2" fmla="*/ 4 w 375"/>
                  <a:gd name="T3" fmla="*/ 85 h 94"/>
                  <a:gd name="T4" fmla="*/ 0 w 375"/>
                  <a:gd name="T5" fmla="*/ 94 h 94"/>
                  <a:gd name="T6" fmla="*/ 190 w 375"/>
                  <a:gd name="T7" fmla="*/ 70 h 94"/>
                  <a:gd name="T8" fmla="*/ 235 w 375"/>
                  <a:gd name="T9" fmla="*/ 63 h 94"/>
                  <a:gd name="T10" fmla="*/ 233 w 375"/>
                  <a:gd name="T11" fmla="*/ 58 h 94"/>
                  <a:gd name="T12" fmla="*/ 225 w 375"/>
                  <a:gd name="T13" fmla="*/ 39 h 94"/>
                  <a:gd name="T14" fmla="*/ 225 w 375"/>
                  <a:gd name="T15" fmla="*/ 39 h 94"/>
                  <a:gd name="T16" fmla="*/ 225 w 375"/>
                  <a:gd name="T17" fmla="*/ 38 h 94"/>
                  <a:gd name="T18" fmla="*/ 224 w 375"/>
                  <a:gd name="T19" fmla="*/ 37 h 94"/>
                  <a:gd name="T20" fmla="*/ 224 w 375"/>
                  <a:gd name="T21" fmla="*/ 36 h 94"/>
                  <a:gd name="T22" fmla="*/ 220 w 375"/>
                  <a:gd name="T23" fmla="*/ 30 h 94"/>
                  <a:gd name="T24" fmla="*/ 215 w 375"/>
                  <a:gd name="T25" fmla="*/ 16 h 94"/>
                  <a:gd name="T26" fmla="*/ 214 w 375"/>
                  <a:gd name="T27" fmla="*/ 14 h 94"/>
                  <a:gd name="T28" fmla="*/ 203 w 375"/>
                  <a:gd name="T29" fmla="*/ 37 h 94"/>
                  <a:gd name="T30" fmla="*/ 202 w 375"/>
                  <a:gd name="T31" fmla="*/ 37 h 94"/>
                  <a:gd name="T32" fmla="*/ 154 w 375"/>
                  <a:gd name="T33" fmla="*/ 0 h 94"/>
                  <a:gd name="T34" fmla="*/ 330 w 375"/>
                  <a:gd name="T35" fmla="*/ 0 h 94"/>
                  <a:gd name="T36" fmla="*/ 283 w 375"/>
                  <a:gd name="T37" fmla="*/ 37 h 94"/>
                  <a:gd name="T38" fmla="*/ 281 w 375"/>
                  <a:gd name="T39" fmla="*/ 37 h 94"/>
                  <a:gd name="T40" fmla="*/ 273 w 375"/>
                  <a:gd name="T41" fmla="*/ 18 h 94"/>
                  <a:gd name="T42" fmla="*/ 272 w 375"/>
                  <a:gd name="T43" fmla="*/ 21 h 94"/>
                  <a:gd name="T44" fmla="*/ 266 w 375"/>
                  <a:gd name="T45" fmla="*/ 37 h 94"/>
                  <a:gd name="T46" fmla="*/ 276 w 375"/>
                  <a:gd name="T47" fmla="*/ 56 h 94"/>
                  <a:gd name="T48" fmla="*/ 345 w 375"/>
                  <a:gd name="T49" fmla="*/ 41 h 94"/>
                  <a:gd name="T50" fmla="*/ 375 w 375"/>
                  <a:gd name="T51" fmla="*/ 23 h 94"/>
                  <a:gd name="T52" fmla="*/ 375 w 375"/>
                  <a:gd name="T53" fmla="*/ 23 h 94"/>
                  <a:gd name="T54" fmla="*/ 330 w 375"/>
                  <a:gd name="T5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75" h="94">
                    <a:moveTo>
                      <a:pt x="154" y="0"/>
                    </a:moveTo>
                    <a:cubicBezTo>
                      <a:pt x="110" y="27"/>
                      <a:pt x="17" y="61"/>
                      <a:pt x="4" y="85"/>
                    </a:cubicBezTo>
                    <a:cubicBezTo>
                      <a:pt x="3" y="87"/>
                      <a:pt x="2" y="90"/>
                      <a:pt x="0" y="94"/>
                    </a:cubicBezTo>
                    <a:cubicBezTo>
                      <a:pt x="63" y="86"/>
                      <a:pt x="129" y="78"/>
                      <a:pt x="190" y="70"/>
                    </a:cubicBezTo>
                    <a:cubicBezTo>
                      <a:pt x="206" y="68"/>
                      <a:pt x="220" y="65"/>
                      <a:pt x="235" y="63"/>
                    </a:cubicBezTo>
                    <a:cubicBezTo>
                      <a:pt x="234" y="61"/>
                      <a:pt x="233" y="60"/>
                      <a:pt x="233" y="58"/>
                    </a:cubicBezTo>
                    <a:cubicBezTo>
                      <a:pt x="230" y="53"/>
                      <a:pt x="227" y="47"/>
                      <a:pt x="225" y="39"/>
                    </a:cubicBezTo>
                    <a:cubicBezTo>
                      <a:pt x="225" y="39"/>
                      <a:pt x="225" y="39"/>
                      <a:pt x="225" y="39"/>
                    </a:cubicBezTo>
                    <a:cubicBezTo>
                      <a:pt x="225" y="38"/>
                      <a:pt x="225" y="38"/>
                      <a:pt x="225" y="38"/>
                    </a:cubicBezTo>
                    <a:cubicBezTo>
                      <a:pt x="225" y="38"/>
                      <a:pt x="225" y="38"/>
                      <a:pt x="224" y="37"/>
                    </a:cubicBezTo>
                    <a:cubicBezTo>
                      <a:pt x="224" y="37"/>
                      <a:pt x="224" y="37"/>
                      <a:pt x="224" y="36"/>
                    </a:cubicBezTo>
                    <a:cubicBezTo>
                      <a:pt x="223" y="35"/>
                      <a:pt x="222" y="33"/>
                      <a:pt x="220" y="30"/>
                    </a:cubicBezTo>
                    <a:cubicBezTo>
                      <a:pt x="218" y="26"/>
                      <a:pt x="216" y="21"/>
                      <a:pt x="215" y="16"/>
                    </a:cubicBezTo>
                    <a:cubicBezTo>
                      <a:pt x="214" y="15"/>
                      <a:pt x="214" y="14"/>
                      <a:pt x="214" y="14"/>
                    </a:cubicBezTo>
                    <a:cubicBezTo>
                      <a:pt x="203" y="37"/>
                      <a:pt x="203" y="37"/>
                      <a:pt x="203" y="37"/>
                    </a:cubicBezTo>
                    <a:cubicBezTo>
                      <a:pt x="202" y="37"/>
                      <a:pt x="202" y="37"/>
                      <a:pt x="202" y="37"/>
                    </a:cubicBezTo>
                    <a:cubicBezTo>
                      <a:pt x="164" y="23"/>
                      <a:pt x="156" y="4"/>
                      <a:pt x="154" y="0"/>
                    </a:cubicBezTo>
                    <a:moveTo>
                      <a:pt x="330" y="0"/>
                    </a:moveTo>
                    <a:cubicBezTo>
                      <a:pt x="330" y="2"/>
                      <a:pt x="323" y="22"/>
                      <a:pt x="283" y="37"/>
                    </a:cubicBezTo>
                    <a:cubicBezTo>
                      <a:pt x="281" y="37"/>
                      <a:pt x="281" y="37"/>
                      <a:pt x="281" y="37"/>
                    </a:cubicBezTo>
                    <a:cubicBezTo>
                      <a:pt x="273" y="18"/>
                      <a:pt x="273" y="18"/>
                      <a:pt x="273" y="18"/>
                    </a:cubicBezTo>
                    <a:cubicBezTo>
                      <a:pt x="272" y="19"/>
                      <a:pt x="272" y="20"/>
                      <a:pt x="272" y="21"/>
                    </a:cubicBezTo>
                    <a:cubicBezTo>
                      <a:pt x="270" y="28"/>
                      <a:pt x="268" y="34"/>
                      <a:pt x="266" y="37"/>
                    </a:cubicBezTo>
                    <a:cubicBezTo>
                      <a:pt x="270" y="44"/>
                      <a:pt x="273" y="50"/>
                      <a:pt x="276" y="56"/>
                    </a:cubicBezTo>
                    <a:cubicBezTo>
                      <a:pt x="300" y="51"/>
                      <a:pt x="323" y="46"/>
                      <a:pt x="345" y="41"/>
                    </a:cubicBezTo>
                    <a:cubicBezTo>
                      <a:pt x="375" y="23"/>
                      <a:pt x="375" y="23"/>
                      <a:pt x="375" y="23"/>
                    </a:cubicBezTo>
                    <a:cubicBezTo>
                      <a:pt x="375" y="23"/>
                      <a:pt x="375" y="23"/>
                      <a:pt x="375" y="23"/>
                    </a:cubicBezTo>
                    <a:cubicBezTo>
                      <a:pt x="358" y="15"/>
                      <a:pt x="342" y="7"/>
                      <a:pt x="330" y="0"/>
                    </a:cubicBezTo>
                  </a:path>
                </a:pathLst>
              </a:custGeom>
              <a:solidFill>
                <a:srgbClr val="FFE4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9" name="Freeform 156">
                <a:extLst>
                  <a:ext uri="{FF2B5EF4-FFF2-40B4-BE49-F238E27FC236}">
                    <a16:creationId xmlns:a16="http://schemas.microsoft.com/office/drawing/2014/main" id="{86D0A3A2-14D4-4558-9795-25CC3A7C061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55" y="1115"/>
                <a:ext cx="60" cy="13"/>
              </a:xfrm>
              <a:custGeom>
                <a:avLst/>
                <a:gdLst>
                  <a:gd name="T0" fmla="*/ 0 w 41"/>
                  <a:gd name="T1" fmla="*/ 9 h 9"/>
                  <a:gd name="T2" fmla="*/ 0 w 41"/>
                  <a:gd name="T3" fmla="*/ 9 h 9"/>
                  <a:gd name="T4" fmla="*/ 6 w 41"/>
                  <a:gd name="T5" fmla="*/ 9 h 9"/>
                  <a:gd name="T6" fmla="*/ 6 w 41"/>
                  <a:gd name="T7" fmla="*/ 9 h 9"/>
                  <a:gd name="T8" fmla="*/ 0 w 41"/>
                  <a:gd name="T9" fmla="*/ 9 h 9"/>
                  <a:gd name="T10" fmla="*/ 41 w 41"/>
                  <a:gd name="T11" fmla="*/ 0 h 9"/>
                  <a:gd name="T12" fmla="*/ 6 w 41"/>
                  <a:gd name="T13" fmla="*/ 8 h 9"/>
                  <a:gd name="T14" fmla="*/ 16 w 41"/>
                  <a:gd name="T15" fmla="*/ 8 h 9"/>
                  <a:gd name="T16" fmla="*/ 18 w 41"/>
                  <a:gd name="T17" fmla="*/ 8 h 9"/>
                  <a:gd name="T18" fmla="*/ 41 w 41"/>
                  <a:gd name="T1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1" h="9">
                    <a:moveTo>
                      <a:pt x="0" y="9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2" y="9"/>
                      <a:pt x="4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4" y="9"/>
                      <a:pt x="2" y="9"/>
                      <a:pt x="0" y="9"/>
                    </a:cubicBezTo>
                    <a:moveTo>
                      <a:pt x="41" y="0"/>
                    </a:moveTo>
                    <a:cubicBezTo>
                      <a:pt x="30" y="3"/>
                      <a:pt x="18" y="5"/>
                      <a:pt x="6" y="8"/>
                    </a:cubicBezTo>
                    <a:cubicBezTo>
                      <a:pt x="9" y="8"/>
                      <a:pt x="12" y="8"/>
                      <a:pt x="16" y="8"/>
                    </a:cubicBezTo>
                    <a:cubicBezTo>
                      <a:pt x="16" y="8"/>
                      <a:pt x="17" y="8"/>
                      <a:pt x="18" y="8"/>
                    </a:cubicBezTo>
                    <a:cubicBezTo>
                      <a:pt x="26" y="7"/>
                      <a:pt x="34" y="4"/>
                      <a:pt x="4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0" name="Freeform 157">
                <a:extLst>
                  <a:ext uri="{FF2B5EF4-FFF2-40B4-BE49-F238E27FC236}">
                    <a16:creationId xmlns:a16="http://schemas.microsoft.com/office/drawing/2014/main" id="{E4CA20B8-83E1-4F19-835D-AA491F2169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1111"/>
                <a:ext cx="93" cy="23"/>
              </a:xfrm>
              <a:custGeom>
                <a:avLst/>
                <a:gdLst>
                  <a:gd name="T0" fmla="*/ 64 w 64"/>
                  <a:gd name="T1" fmla="*/ 0 h 16"/>
                  <a:gd name="T2" fmla="*/ 53 w 64"/>
                  <a:gd name="T3" fmla="*/ 3 h 16"/>
                  <a:gd name="T4" fmla="*/ 30 w 64"/>
                  <a:gd name="T5" fmla="*/ 11 h 16"/>
                  <a:gd name="T6" fmla="*/ 30 w 64"/>
                  <a:gd name="T7" fmla="*/ 11 h 16"/>
                  <a:gd name="T8" fmla="*/ 30 w 64"/>
                  <a:gd name="T9" fmla="*/ 11 h 16"/>
                  <a:gd name="T10" fmla="*/ 30 w 64"/>
                  <a:gd name="T11" fmla="*/ 11 h 16"/>
                  <a:gd name="T12" fmla="*/ 18 w 64"/>
                  <a:gd name="T13" fmla="*/ 12 h 16"/>
                  <a:gd name="T14" fmla="*/ 18 w 64"/>
                  <a:gd name="T15" fmla="*/ 12 h 16"/>
                  <a:gd name="T16" fmla="*/ 18 w 64"/>
                  <a:gd name="T17" fmla="*/ 12 h 16"/>
                  <a:gd name="T18" fmla="*/ 12 w 64"/>
                  <a:gd name="T19" fmla="*/ 12 h 16"/>
                  <a:gd name="T20" fmla="*/ 0 w 64"/>
                  <a:gd name="T21" fmla="*/ 14 h 16"/>
                  <a:gd name="T22" fmla="*/ 18 w 64"/>
                  <a:gd name="T23" fmla="*/ 16 h 16"/>
                  <a:gd name="T24" fmla="*/ 64 w 64"/>
                  <a:gd name="T2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4" h="16">
                    <a:moveTo>
                      <a:pt x="64" y="0"/>
                    </a:moveTo>
                    <a:cubicBezTo>
                      <a:pt x="60" y="1"/>
                      <a:pt x="56" y="2"/>
                      <a:pt x="53" y="3"/>
                    </a:cubicBezTo>
                    <a:cubicBezTo>
                      <a:pt x="46" y="7"/>
                      <a:pt x="38" y="10"/>
                      <a:pt x="30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6" y="12"/>
                      <a:pt x="22" y="12"/>
                      <a:pt x="18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6" y="12"/>
                      <a:pt x="14" y="12"/>
                      <a:pt x="12" y="12"/>
                    </a:cubicBezTo>
                    <a:cubicBezTo>
                      <a:pt x="8" y="13"/>
                      <a:pt x="4" y="14"/>
                      <a:pt x="0" y="14"/>
                    </a:cubicBezTo>
                    <a:cubicBezTo>
                      <a:pt x="6" y="16"/>
                      <a:pt x="12" y="16"/>
                      <a:pt x="18" y="16"/>
                    </a:cubicBezTo>
                    <a:cubicBezTo>
                      <a:pt x="35" y="16"/>
                      <a:pt x="50" y="11"/>
                      <a:pt x="64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1" name="Freeform 158">
                <a:extLst>
                  <a:ext uri="{FF2B5EF4-FFF2-40B4-BE49-F238E27FC236}">
                    <a16:creationId xmlns:a16="http://schemas.microsoft.com/office/drawing/2014/main" id="{0A0C6997-C8CC-47D9-9F51-D4CE2F1507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6" y="1162"/>
                <a:ext cx="95" cy="104"/>
              </a:xfrm>
              <a:custGeom>
                <a:avLst/>
                <a:gdLst>
                  <a:gd name="T0" fmla="*/ 27 w 65"/>
                  <a:gd name="T1" fmla="*/ 0 h 72"/>
                  <a:gd name="T2" fmla="*/ 19 w 65"/>
                  <a:gd name="T3" fmla="*/ 15 h 72"/>
                  <a:gd name="T4" fmla="*/ 0 w 65"/>
                  <a:gd name="T5" fmla="*/ 40 h 72"/>
                  <a:gd name="T6" fmla="*/ 1 w 65"/>
                  <a:gd name="T7" fmla="*/ 42 h 72"/>
                  <a:gd name="T8" fmla="*/ 7 w 65"/>
                  <a:gd name="T9" fmla="*/ 50 h 72"/>
                  <a:gd name="T10" fmla="*/ 43 w 65"/>
                  <a:gd name="T11" fmla="*/ 72 h 72"/>
                  <a:gd name="T12" fmla="*/ 56 w 65"/>
                  <a:gd name="T13" fmla="*/ 45 h 72"/>
                  <a:gd name="T14" fmla="*/ 56 w 65"/>
                  <a:gd name="T15" fmla="*/ 45 h 72"/>
                  <a:gd name="T16" fmla="*/ 59 w 65"/>
                  <a:gd name="T17" fmla="*/ 37 h 72"/>
                  <a:gd name="T18" fmla="*/ 62 w 65"/>
                  <a:gd name="T19" fmla="*/ 29 h 72"/>
                  <a:gd name="T20" fmla="*/ 63 w 65"/>
                  <a:gd name="T21" fmla="*/ 29 h 72"/>
                  <a:gd name="T22" fmla="*/ 63 w 65"/>
                  <a:gd name="T23" fmla="*/ 29 h 72"/>
                  <a:gd name="T24" fmla="*/ 63 w 65"/>
                  <a:gd name="T25" fmla="*/ 28 h 72"/>
                  <a:gd name="T26" fmla="*/ 63 w 65"/>
                  <a:gd name="T27" fmla="*/ 28 h 72"/>
                  <a:gd name="T28" fmla="*/ 65 w 65"/>
                  <a:gd name="T29" fmla="*/ 24 h 72"/>
                  <a:gd name="T30" fmla="*/ 27 w 65"/>
                  <a:gd name="T31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5" h="72">
                    <a:moveTo>
                      <a:pt x="27" y="0"/>
                    </a:moveTo>
                    <a:cubicBezTo>
                      <a:pt x="26" y="3"/>
                      <a:pt x="23" y="8"/>
                      <a:pt x="19" y="15"/>
                    </a:cubicBezTo>
                    <a:cubicBezTo>
                      <a:pt x="14" y="24"/>
                      <a:pt x="7" y="34"/>
                      <a:pt x="0" y="40"/>
                    </a:cubicBezTo>
                    <a:cubicBezTo>
                      <a:pt x="1" y="40"/>
                      <a:pt x="1" y="41"/>
                      <a:pt x="1" y="42"/>
                    </a:cubicBezTo>
                    <a:cubicBezTo>
                      <a:pt x="2" y="44"/>
                      <a:pt x="4" y="47"/>
                      <a:pt x="7" y="50"/>
                    </a:cubicBezTo>
                    <a:cubicBezTo>
                      <a:pt x="13" y="57"/>
                      <a:pt x="24" y="65"/>
                      <a:pt x="43" y="72"/>
                    </a:cubicBezTo>
                    <a:cubicBezTo>
                      <a:pt x="56" y="45"/>
                      <a:pt x="56" y="45"/>
                      <a:pt x="56" y="45"/>
                    </a:cubicBezTo>
                    <a:cubicBezTo>
                      <a:pt x="56" y="45"/>
                      <a:pt x="56" y="45"/>
                      <a:pt x="56" y="45"/>
                    </a:cubicBezTo>
                    <a:cubicBezTo>
                      <a:pt x="57" y="42"/>
                      <a:pt x="58" y="40"/>
                      <a:pt x="59" y="37"/>
                    </a:cubicBezTo>
                    <a:cubicBezTo>
                      <a:pt x="62" y="29"/>
                      <a:pt x="62" y="29"/>
                      <a:pt x="62" y="29"/>
                    </a:cubicBezTo>
                    <a:cubicBezTo>
                      <a:pt x="63" y="29"/>
                      <a:pt x="63" y="29"/>
                      <a:pt x="63" y="29"/>
                    </a:cubicBezTo>
                    <a:cubicBezTo>
                      <a:pt x="63" y="29"/>
                      <a:pt x="63" y="29"/>
                      <a:pt x="63" y="29"/>
                    </a:cubicBezTo>
                    <a:cubicBezTo>
                      <a:pt x="63" y="29"/>
                      <a:pt x="63" y="28"/>
                      <a:pt x="63" y="28"/>
                    </a:cubicBezTo>
                    <a:cubicBezTo>
                      <a:pt x="63" y="28"/>
                      <a:pt x="63" y="28"/>
                      <a:pt x="63" y="28"/>
                    </a:cubicBezTo>
                    <a:cubicBezTo>
                      <a:pt x="65" y="24"/>
                      <a:pt x="65" y="24"/>
                      <a:pt x="65" y="24"/>
                    </a:cubicBezTo>
                    <a:cubicBezTo>
                      <a:pt x="27" y="0"/>
                      <a:pt x="27" y="0"/>
                      <a:pt x="27" y="0"/>
                    </a:cubicBezTo>
                  </a:path>
                </a:pathLst>
              </a:custGeom>
              <a:solidFill>
                <a:srgbClr val="FFE4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2" name="Freeform 159">
                <a:extLst>
                  <a:ext uri="{FF2B5EF4-FFF2-40B4-BE49-F238E27FC236}">
                    <a16:creationId xmlns:a16="http://schemas.microsoft.com/office/drawing/2014/main" id="{AEA626C2-C1F6-41DF-977F-CD4E2444DD0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30" y="1153"/>
                <a:ext cx="105" cy="121"/>
              </a:xfrm>
              <a:custGeom>
                <a:avLst/>
                <a:gdLst>
                  <a:gd name="T0" fmla="*/ 66 w 72"/>
                  <a:gd name="T1" fmla="*/ 35 h 83"/>
                  <a:gd name="T2" fmla="*/ 63 w 72"/>
                  <a:gd name="T3" fmla="*/ 43 h 83"/>
                  <a:gd name="T4" fmla="*/ 66 w 72"/>
                  <a:gd name="T5" fmla="*/ 35 h 83"/>
                  <a:gd name="T6" fmla="*/ 67 w 72"/>
                  <a:gd name="T7" fmla="*/ 35 h 83"/>
                  <a:gd name="T8" fmla="*/ 67 w 72"/>
                  <a:gd name="T9" fmla="*/ 35 h 83"/>
                  <a:gd name="T10" fmla="*/ 67 w 72"/>
                  <a:gd name="T11" fmla="*/ 35 h 83"/>
                  <a:gd name="T12" fmla="*/ 30 w 72"/>
                  <a:gd name="T13" fmla="*/ 5 h 83"/>
                  <a:gd name="T14" fmla="*/ 31 w 72"/>
                  <a:gd name="T15" fmla="*/ 3 h 83"/>
                  <a:gd name="T16" fmla="*/ 30 w 72"/>
                  <a:gd name="T17" fmla="*/ 5 h 83"/>
                  <a:gd name="T18" fmla="*/ 30 w 72"/>
                  <a:gd name="T19" fmla="*/ 0 h 83"/>
                  <a:gd name="T20" fmla="*/ 29 w 72"/>
                  <a:gd name="T21" fmla="*/ 2 h 83"/>
                  <a:gd name="T22" fmla="*/ 29 w 72"/>
                  <a:gd name="T23" fmla="*/ 2 h 83"/>
                  <a:gd name="T24" fmla="*/ 28 w 72"/>
                  <a:gd name="T25" fmla="*/ 3 h 83"/>
                  <a:gd name="T26" fmla="*/ 18 w 72"/>
                  <a:gd name="T27" fmla="*/ 22 h 83"/>
                  <a:gd name="T28" fmla="*/ 4 w 72"/>
                  <a:gd name="T29" fmla="*/ 41 h 83"/>
                  <a:gd name="T30" fmla="*/ 1 w 72"/>
                  <a:gd name="T31" fmla="*/ 44 h 83"/>
                  <a:gd name="T32" fmla="*/ 0 w 72"/>
                  <a:gd name="T33" fmla="*/ 44 h 83"/>
                  <a:gd name="T34" fmla="*/ 0 w 72"/>
                  <a:gd name="T35" fmla="*/ 46 h 83"/>
                  <a:gd name="T36" fmla="*/ 0 w 72"/>
                  <a:gd name="T37" fmla="*/ 46 h 83"/>
                  <a:gd name="T38" fmla="*/ 0 w 72"/>
                  <a:gd name="T39" fmla="*/ 46 h 83"/>
                  <a:gd name="T40" fmla="*/ 48 w 72"/>
                  <a:gd name="T41" fmla="*/ 83 h 83"/>
                  <a:gd name="T42" fmla="*/ 49 w 72"/>
                  <a:gd name="T43" fmla="*/ 83 h 83"/>
                  <a:gd name="T44" fmla="*/ 60 w 72"/>
                  <a:gd name="T45" fmla="*/ 60 h 83"/>
                  <a:gd name="T46" fmla="*/ 59 w 72"/>
                  <a:gd name="T47" fmla="*/ 54 h 83"/>
                  <a:gd name="T48" fmla="*/ 60 w 72"/>
                  <a:gd name="T49" fmla="*/ 51 h 83"/>
                  <a:gd name="T50" fmla="*/ 47 w 72"/>
                  <a:gd name="T51" fmla="*/ 78 h 83"/>
                  <a:gd name="T52" fmla="*/ 11 w 72"/>
                  <a:gd name="T53" fmla="*/ 56 h 83"/>
                  <a:gd name="T54" fmla="*/ 5 w 72"/>
                  <a:gd name="T55" fmla="*/ 48 h 83"/>
                  <a:gd name="T56" fmla="*/ 4 w 72"/>
                  <a:gd name="T57" fmla="*/ 46 h 83"/>
                  <a:gd name="T58" fmla="*/ 23 w 72"/>
                  <a:gd name="T59" fmla="*/ 21 h 83"/>
                  <a:gd name="T60" fmla="*/ 31 w 72"/>
                  <a:gd name="T61" fmla="*/ 6 h 83"/>
                  <a:gd name="T62" fmla="*/ 69 w 72"/>
                  <a:gd name="T63" fmla="*/ 30 h 83"/>
                  <a:gd name="T64" fmla="*/ 67 w 72"/>
                  <a:gd name="T65" fmla="*/ 34 h 83"/>
                  <a:gd name="T66" fmla="*/ 71 w 72"/>
                  <a:gd name="T67" fmla="*/ 28 h 83"/>
                  <a:gd name="T68" fmla="*/ 72 w 72"/>
                  <a:gd name="T69" fmla="*/ 28 h 83"/>
                  <a:gd name="T70" fmla="*/ 69 w 72"/>
                  <a:gd name="T71" fmla="*/ 25 h 83"/>
                  <a:gd name="T72" fmla="*/ 59 w 72"/>
                  <a:gd name="T73" fmla="*/ 19 h 83"/>
                  <a:gd name="T74" fmla="*/ 31 w 72"/>
                  <a:gd name="T75" fmla="*/ 0 h 83"/>
                  <a:gd name="T76" fmla="*/ 30 w 72"/>
                  <a:gd name="T77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2" h="83">
                    <a:moveTo>
                      <a:pt x="66" y="35"/>
                    </a:moveTo>
                    <a:cubicBezTo>
                      <a:pt x="63" y="43"/>
                      <a:pt x="63" y="43"/>
                      <a:pt x="63" y="43"/>
                    </a:cubicBezTo>
                    <a:cubicBezTo>
                      <a:pt x="64" y="41"/>
                      <a:pt x="65" y="39"/>
                      <a:pt x="66" y="35"/>
                    </a:cubicBezTo>
                    <a:moveTo>
                      <a:pt x="67" y="35"/>
                    </a:moveTo>
                    <a:cubicBezTo>
                      <a:pt x="67" y="35"/>
                      <a:pt x="67" y="35"/>
                      <a:pt x="67" y="35"/>
                    </a:cubicBezTo>
                    <a:cubicBezTo>
                      <a:pt x="67" y="35"/>
                      <a:pt x="67" y="35"/>
                      <a:pt x="67" y="35"/>
                    </a:cubicBezTo>
                    <a:moveTo>
                      <a:pt x="30" y="5"/>
                    </a:moveTo>
                    <a:cubicBezTo>
                      <a:pt x="31" y="3"/>
                      <a:pt x="31" y="3"/>
                      <a:pt x="31" y="3"/>
                    </a:cubicBezTo>
                    <a:cubicBezTo>
                      <a:pt x="30" y="5"/>
                      <a:pt x="30" y="5"/>
                      <a:pt x="30" y="5"/>
                    </a:cubicBezTo>
                    <a:moveTo>
                      <a:pt x="30" y="0"/>
                    </a:moveTo>
                    <a:cubicBezTo>
                      <a:pt x="29" y="2"/>
                      <a:pt x="29" y="2"/>
                      <a:pt x="29" y="2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29" y="3"/>
                      <a:pt x="28" y="3"/>
                      <a:pt x="28" y="3"/>
                    </a:cubicBezTo>
                    <a:cubicBezTo>
                      <a:pt x="27" y="6"/>
                      <a:pt x="23" y="14"/>
                      <a:pt x="18" y="22"/>
                    </a:cubicBezTo>
                    <a:cubicBezTo>
                      <a:pt x="14" y="29"/>
                      <a:pt x="8" y="36"/>
                      <a:pt x="4" y="41"/>
                    </a:cubicBezTo>
                    <a:cubicBezTo>
                      <a:pt x="3" y="42"/>
                      <a:pt x="2" y="43"/>
                      <a:pt x="1" y="4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2" y="50"/>
                      <a:pt x="10" y="69"/>
                      <a:pt x="48" y="83"/>
                    </a:cubicBezTo>
                    <a:cubicBezTo>
                      <a:pt x="49" y="83"/>
                      <a:pt x="49" y="83"/>
                      <a:pt x="49" y="83"/>
                    </a:cubicBezTo>
                    <a:cubicBezTo>
                      <a:pt x="60" y="60"/>
                      <a:pt x="60" y="60"/>
                      <a:pt x="60" y="60"/>
                    </a:cubicBezTo>
                    <a:cubicBezTo>
                      <a:pt x="59" y="58"/>
                      <a:pt x="59" y="55"/>
                      <a:pt x="59" y="54"/>
                    </a:cubicBezTo>
                    <a:cubicBezTo>
                      <a:pt x="59" y="53"/>
                      <a:pt x="59" y="52"/>
                      <a:pt x="60" y="51"/>
                    </a:cubicBezTo>
                    <a:cubicBezTo>
                      <a:pt x="47" y="78"/>
                      <a:pt x="47" y="78"/>
                      <a:pt x="47" y="78"/>
                    </a:cubicBezTo>
                    <a:cubicBezTo>
                      <a:pt x="28" y="71"/>
                      <a:pt x="17" y="63"/>
                      <a:pt x="11" y="56"/>
                    </a:cubicBezTo>
                    <a:cubicBezTo>
                      <a:pt x="8" y="53"/>
                      <a:pt x="6" y="50"/>
                      <a:pt x="5" y="48"/>
                    </a:cubicBezTo>
                    <a:cubicBezTo>
                      <a:pt x="5" y="47"/>
                      <a:pt x="5" y="46"/>
                      <a:pt x="4" y="46"/>
                    </a:cubicBezTo>
                    <a:cubicBezTo>
                      <a:pt x="11" y="40"/>
                      <a:pt x="18" y="30"/>
                      <a:pt x="23" y="21"/>
                    </a:cubicBezTo>
                    <a:cubicBezTo>
                      <a:pt x="27" y="14"/>
                      <a:pt x="30" y="9"/>
                      <a:pt x="31" y="6"/>
                    </a:cubicBezTo>
                    <a:cubicBezTo>
                      <a:pt x="69" y="30"/>
                      <a:pt x="69" y="30"/>
                      <a:pt x="69" y="30"/>
                    </a:cubicBezTo>
                    <a:cubicBezTo>
                      <a:pt x="67" y="34"/>
                      <a:pt x="67" y="34"/>
                      <a:pt x="67" y="34"/>
                    </a:cubicBezTo>
                    <a:cubicBezTo>
                      <a:pt x="68" y="31"/>
                      <a:pt x="70" y="29"/>
                      <a:pt x="71" y="28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69" y="25"/>
                      <a:pt x="69" y="25"/>
                      <a:pt x="69" y="2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0" y="0"/>
                      <a:pt x="30" y="0"/>
                      <a:pt x="30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3" name="Freeform 160">
                <a:extLst>
                  <a:ext uri="{FF2B5EF4-FFF2-40B4-BE49-F238E27FC236}">
                    <a16:creationId xmlns:a16="http://schemas.microsoft.com/office/drawing/2014/main" id="{E953960E-8B5A-454E-889E-4E8538D0A9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39" y="1279"/>
                <a:ext cx="63" cy="31"/>
              </a:xfrm>
              <a:custGeom>
                <a:avLst/>
                <a:gdLst>
                  <a:gd name="T0" fmla="*/ 40 w 43"/>
                  <a:gd name="T1" fmla="*/ 10 h 21"/>
                  <a:gd name="T2" fmla="*/ 23 w 43"/>
                  <a:gd name="T3" fmla="*/ 19 h 21"/>
                  <a:gd name="T4" fmla="*/ 43 w 43"/>
                  <a:gd name="T5" fmla="*/ 16 h 21"/>
                  <a:gd name="T6" fmla="*/ 40 w 43"/>
                  <a:gd name="T7" fmla="*/ 10 h 21"/>
                  <a:gd name="T8" fmla="*/ 0 w 43"/>
                  <a:gd name="T9" fmla="*/ 0 h 21"/>
                  <a:gd name="T10" fmla="*/ 10 w 43"/>
                  <a:gd name="T11" fmla="*/ 21 h 21"/>
                  <a:gd name="T12" fmla="*/ 10 w 43"/>
                  <a:gd name="T13" fmla="*/ 21 h 21"/>
                  <a:gd name="T14" fmla="*/ 0 w 43"/>
                  <a:gd name="T15" fmla="*/ 0 h 21"/>
                  <a:gd name="T16" fmla="*/ 0 w 43"/>
                  <a:gd name="T17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1">
                    <a:moveTo>
                      <a:pt x="40" y="10"/>
                    </a:moveTo>
                    <a:cubicBezTo>
                      <a:pt x="23" y="19"/>
                      <a:pt x="23" y="19"/>
                      <a:pt x="23" y="19"/>
                    </a:cubicBezTo>
                    <a:cubicBezTo>
                      <a:pt x="29" y="18"/>
                      <a:pt x="36" y="17"/>
                      <a:pt x="43" y="16"/>
                    </a:cubicBezTo>
                    <a:cubicBezTo>
                      <a:pt x="42" y="14"/>
                      <a:pt x="41" y="12"/>
                      <a:pt x="40" y="10"/>
                    </a:cubicBezTo>
                    <a:moveTo>
                      <a:pt x="0" y="0"/>
                    </a:moveTo>
                    <a:cubicBezTo>
                      <a:pt x="4" y="9"/>
                      <a:pt x="7" y="15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7" y="15"/>
                      <a:pt x="4" y="9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4" name="Freeform 161">
                <a:extLst>
                  <a:ext uri="{FF2B5EF4-FFF2-40B4-BE49-F238E27FC236}">
                    <a16:creationId xmlns:a16="http://schemas.microsoft.com/office/drawing/2014/main" id="{6EDF1756-82F8-4AA3-B37E-23F1DA960EE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32" y="1274"/>
                <a:ext cx="76" cy="37"/>
              </a:xfrm>
              <a:custGeom>
                <a:avLst/>
                <a:gdLst>
                  <a:gd name="T0" fmla="*/ 42 w 52"/>
                  <a:gd name="T1" fmla="*/ 0 h 26"/>
                  <a:gd name="T2" fmla="*/ 42 w 52"/>
                  <a:gd name="T3" fmla="*/ 0 h 26"/>
                  <a:gd name="T4" fmla="*/ 41 w 52"/>
                  <a:gd name="T5" fmla="*/ 3 h 26"/>
                  <a:gd name="T6" fmla="*/ 40 w 52"/>
                  <a:gd name="T7" fmla="*/ 4 h 26"/>
                  <a:gd name="T8" fmla="*/ 45 w 52"/>
                  <a:gd name="T9" fmla="*/ 14 h 26"/>
                  <a:gd name="T10" fmla="*/ 45 w 52"/>
                  <a:gd name="T11" fmla="*/ 14 h 26"/>
                  <a:gd name="T12" fmla="*/ 48 w 52"/>
                  <a:gd name="T13" fmla="*/ 20 h 26"/>
                  <a:gd name="T14" fmla="*/ 52 w 52"/>
                  <a:gd name="T15" fmla="*/ 19 h 26"/>
                  <a:gd name="T16" fmla="*/ 42 w 52"/>
                  <a:gd name="T17" fmla="*/ 0 h 26"/>
                  <a:gd name="T18" fmla="*/ 0 w 52"/>
                  <a:gd name="T19" fmla="*/ 0 h 26"/>
                  <a:gd name="T20" fmla="*/ 1 w 52"/>
                  <a:gd name="T21" fmla="*/ 1 h 26"/>
                  <a:gd name="T22" fmla="*/ 1 w 52"/>
                  <a:gd name="T23" fmla="*/ 2 h 26"/>
                  <a:gd name="T24" fmla="*/ 1 w 52"/>
                  <a:gd name="T25" fmla="*/ 2 h 26"/>
                  <a:gd name="T26" fmla="*/ 9 w 52"/>
                  <a:gd name="T27" fmla="*/ 21 h 26"/>
                  <a:gd name="T28" fmla="*/ 11 w 52"/>
                  <a:gd name="T29" fmla="*/ 26 h 26"/>
                  <a:gd name="T30" fmla="*/ 15 w 52"/>
                  <a:gd name="T31" fmla="*/ 25 h 26"/>
                  <a:gd name="T32" fmla="*/ 5 w 52"/>
                  <a:gd name="T33" fmla="*/ 4 h 26"/>
                  <a:gd name="T34" fmla="*/ 4 w 52"/>
                  <a:gd name="T35" fmla="*/ 3 h 26"/>
                  <a:gd name="T36" fmla="*/ 0 w 52"/>
                  <a:gd name="T3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2" h="26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1"/>
                      <a:pt x="41" y="2"/>
                      <a:pt x="41" y="3"/>
                    </a:cubicBezTo>
                    <a:cubicBezTo>
                      <a:pt x="41" y="3"/>
                      <a:pt x="40" y="4"/>
                      <a:pt x="40" y="4"/>
                    </a:cubicBezTo>
                    <a:cubicBezTo>
                      <a:pt x="42" y="7"/>
                      <a:pt x="44" y="11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6" y="16"/>
                      <a:pt x="47" y="18"/>
                      <a:pt x="48" y="20"/>
                    </a:cubicBezTo>
                    <a:cubicBezTo>
                      <a:pt x="49" y="19"/>
                      <a:pt x="50" y="19"/>
                      <a:pt x="52" y="19"/>
                    </a:cubicBezTo>
                    <a:cubicBezTo>
                      <a:pt x="49" y="13"/>
                      <a:pt x="46" y="7"/>
                      <a:pt x="42" y="0"/>
                    </a:cubicBezTo>
                    <a:moveTo>
                      <a:pt x="0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3" y="10"/>
                      <a:pt x="6" y="16"/>
                      <a:pt x="9" y="21"/>
                    </a:cubicBezTo>
                    <a:cubicBezTo>
                      <a:pt x="9" y="23"/>
                      <a:pt x="10" y="24"/>
                      <a:pt x="11" y="26"/>
                    </a:cubicBezTo>
                    <a:cubicBezTo>
                      <a:pt x="12" y="26"/>
                      <a:pt x="13" y="26"/>
                      <a:pt x="15" y="25"/>
                    </a:cubicBezTo>
                    <a:cubicBezTo>
                      <a:pt x="12" y="19"/>
                      <a:pt x="9" y="13"/>
                      <a:pt x="5" y="4"/>
                    </a:cubicBezTo>
                    <a:cubicBezTo>
                      <a:pt x="5" y="3"/>
                      <a:pt x="4" y="3"/>
                      <a:pt x="4" y="3"/>
                    </a:cubicBezTo>
                    <a:cubicBezTo>
                      <a:pt x="2" y="2"/>
                      <a:pt x="1" y="1"/>
                      <a:pt x="0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5" name="Freeform 162">
                <a:extLst>
                  <a:ext uri="{FF2B5EF4-FFF2-40B4-BE49-F238E27FC236}">
                    <a16:creationId xmlns:a16="http://schemas.microsoft.com/office/drawing/2014/main" id="{53DEEB14-F564-4CC4-BDDF-740444700F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9" y="1279"/>
                <a:ext cx="58" cy="31"/>
              </a:xfrm>
              <a:custGeom>
                <a:avLst/>
                <a:gdLst>
                  <a:gd name="T0" fmla="*/ 0 w 40"/>
                  <a:gd name="T1" fmla="*/ 0 h 21"/>
                  <a:gd name="T2" fmla="*/ 10 w 40"/>
                  <a:gd name="T3" fmla="*/ 21 h 21"/>
                  <a:gd name="T4" fmla="*/ 23 w 40"/>
                  <a:gd name="T5" fmla="*/ 19 h 21"/>
                  <a:gd name="T6" fmla="*/ 40 w 40"/>
                  <a:gd name="T7" fmla="*/ 10 h 21"/>
                  <a:gd name="T8" fmla="*/ 40 w 40"/>
                  <a:gd name="T9" fmla="*/ 10 h 21"/>
                  <a:gd name="T10" fmla="*/ 35 w 40"/>
                  <a:gd name="T11" fmla="*/ 0 h 21"/>
                  <a:gd name="T12" fmla="*/ 35 w 40"/>
                  <a:gd name="T13" fmla="*/ 0 h 21"/>
                  <a:gd name="T14" fmla="*/ 34 w 40"/>
                  <a:gd name="T15" fmla="*/ 0 h 21"/>
                  <a:gd name="T16" fmla="*/ 33 w 40"/>
                  <a:gd name="T17" fmla="*/ 1 h 21"/>
                  <a:gd name="T18" fmla="*/ 29 w 40"/>
                  <a:gd name="T19" fmla="*/ 1 h 21"/>
                  <a:gd name="T20" fmla="*/ 20 w 40"/>
                  <a:gd name="T21" fmla="*/ 1 h 21"/>
                  <a:gd name="T22" fmla="*/ 3 w 40"/>
                  <a:gd name="T23" fmla="*/ 0 h 21"/>
                  <a:gd name="T24" fmla="*/ 0 w 40"/>
                  <a:gd name="T2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21">
                    <a:moveTo>
                      <a:pt x="0" y="0"/>
                    </a:moveTo>
                    <a:cubicBezTo>
                      <a:pt x="4" y="9"/>
                      <a:pt x="7" y="15"/>
                      <a:pt x="10" y="21"/>
                    </a:cubicBezTo>
                    <a:cubicBezTo>
                      <a:pt x="14" y="21"/>
                      <a:pt x="18" y="20"/>
                      <a:pt x="23" y="1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39" y="7"/>
                      <a:pt x="37" y="3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3" y="0"/>
                      <a:pt x="33" y="1"/>
                      <a:pt x="33" y="1"/>
                    </a:cubicBezTo>
                    <a:cubicBezTo>
                      <a:pt x="32" y="1"/>
                      <a:pt x="31" y="1"/>
                      <a:pt x="29" y="1"/>
                    </a:cubicBezTo>
                    <a:cubicBezTo>
                      <a:pt x="27" y="1"/>
                      <a:pt x="24" y="1"/>
                      <a:pt x="20" y="1"/>
                    </a:cubicBezTo>
                    <a:cubicBezTo>
                      <a:pt x="14" y="1"/>
                      <a:pt x="7" y="1"/>
                      <a:pt x="3" y="0"/>
                    </a:cubicBezTo>
                    <a:cubicBezTo>
                      <a:pt x="2" y="0"/>
                      <a:pt x="1" y="0"/>
                      <a:pt x="0" y="0"/>
                    </a:cubicBezTo>
                  </a:path>
                </a:pathLst>
              </a:custGeom>
              <a:solidFill>
                <a:srgbClr val="FFE4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6" name="Freeform 163">
                <a:extLst>
                  <a:ext uri="{FF2B5EF4-FFF2-40B4-BE49-F238E27FC236}">
                    <a16:creationId xmlns:a16="http://schemas.microsoft.com/office/drawing/2014/main" id="{1C4C5A93-1102-452E-9C6F-E2DA931992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2" y="1196"/>
                <a:ext cx="77" cy="79"/>
              </a:xfrm>
              <a:custGeom>
                <a:avLst/>
                <a:gdLst>
                  <a:gd name="T0" fmla="*/ 14 w 53"/>
                  <a:gd name="T1" fmla="*/ 0 h 54"/>
                  <a:gd name="T2" fmla="*/ 14 w 53"/>
                  <a:gd name="T3" fmla="*/ 0 h 54"/>
                  <a:gd name="T4" fmla="*/ 11 w 53"/>
                  <a:gd name="T5" fmla="*/ 1 h 54"/>
                  <a:gd name="T6" fmla="*/ 8 w 53"/>
                  <a:gd name="T7" fmla="*/ 5 h 54"/>
                  <a:gd name="T8" fmla="*/ 0 w 53"/>
                  <a:gd name="T9" fmla="*/ 22 h 54"/>
                  <a:gd name="T10" fmla="*/ 0 w 53"/>
                  <a:gd name="T11" fmla="*/ 24 h 54"/>
                  <a:gd name="T12" fmla="*/ 1 w 53"/>
                  <a:gd name="T13" fmla="*/ 30 h 54"/>
                  <a:gd name="T14" fmla="*/ 4 w 53"/>
                  <a:gd name="T15" fmla="*/ 38 h 54"/>
                  <a:gd name="T16" fmla="*/ 11 w 53"/>
                  <a:gd name="T17" fmla="*/ 51 h 54"/>
                  <a:gd name="T18" fmla="*/ 12 w 53"/>
                  <a:gd name="T19" fmla="*/ 52 h 54"/>
                  <a:gd name="T20" fmla="*/ 15 w 53"/>
                  <a:gd name="T21" fmla="*/ 53 h 54"/>
                  <a:gd name="T22" fmla="*/ 20 w 53"/>
                  <a:gd name="T23" fmla="*/ 54 h 54"/>
                  <a:gd name="T24" fmla="*/ 32 w 53"/>
                  <a:gd name="T25" fmla="*/ 54 h 54"/>
                  <a:gd name="T26" fmla="*/ 32 w 53"/>
                  <a:gd name="T27" fmla="*/ 54 h 54"/>
                  <a:gd name="T28" fmla="*/ 33 w 53"/>
                  <a:gd name="T29" fmla="*/ 54 h 54"/>
                  <a:gd name="T30" fmla="*/ 44 w 53"/>
                  <a:gd name="T31" fmla="*/ 54 h 54"/>
                  <a:gd name="T32" fmla="*/ 45 w 53"/>
                  <a:gd name="T33" fmla="*/ 54 h 54"/>
                  <a:gd name="T34" fmla="*/ 45 w 53"/>
                  <a:gd name="T35" fmla="*/ 53 h 54"/>
                  <a:gd name="T36" fmla="*/ 46 w 53"/>
                  <a:gd name="T37" fmla="*/ 52 h 54"/>
                  <a:gd name="T38" fmla="*/ 48 w 53"/>
                  <a:gd name="T39" fmla="*/ 46 h 54"/>
                  <a:gd name="T40" fmla="*/ 52 w 53"/>
                  <a:gd name="T41" fmla="*/ 29 h 54"/>
                  <a:gd name="T42" fmla="*/ 53 w 53"/>
                  <a:gd name="T43" fmla="*/ 27 h 54"/>
                  <a:gd name="T44" fmla="*/ 41 w 53"/>
                  <a:gd name="T45" fmla="*/ 1 h 54"/>
                  <a:gd name="T46" fmla="*/ 28 w 53"/>
                  <a:gd name="T47" fmla="*/ 1 h 54"/>
                  <a:gd name="T48" fmla="*/ 14 w 53"/>
                  <a:gd name="T49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3" h="54">
                    <a:moveTo>
                      <a:pt x="14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2" y="0"/>
                      <a:pt x="11" y="1"/>
                      <a:pt x="11" y="1"/>
                    </a:cubicBezTo>
                    <a:cubicBezTo>
                      <a:pt x="10" y="2"/>
                      <a:pt x="9" y="3"/>
                      <a:pt x="8" y="5"/>
                    </a:cubicBezTo>
                    <a:cubicBezTo>
                      <a:pt x="4" y="15"/>
                      <a:pt x="3" y="17"/>
                      <a:pt x="0" y="22"/>
                    </a:cubicBezTo>
                    <a:cubicBezTo>
                      <a:pt x="0" y="22"/>
                      <a:pt x="0" y="23"/>
                      <a:pt x="0" y="24"/>
                    </a:cubicBezTo>
                    <a:cubicBezTo>
                      <a:pt x="0" y="25"/>
                      <a:pt x="0" y="27"/>
                      <a:pt x="1" y="30"/>
                    </a:cubicBezTo>
                    <a:cubicBezTo>
                      <a:pt x="2" y="32"/>
                      <a:pt x="3" y="35"/>
                      <a:pt x="4" y="38"/>
                    </a:cubicBezTo>
                    <a:cubicBezTo>
                      <a:pt x="6" y="43"/>
                      <a:pt x="9" y="49"/>
                      <a:pt x="11" y="51"/>
                    </a:cubicBezTo>
                    <a:cubicBezTo>
                      <a:pt x="12" y="52"/>
                      <a:pt x="12" y="52"/>
                      <a:pt x="12" y="52"/>
                    </a:cubicBezTo>
                    <a:cubicBezTo>
                      <a:pt x="13" y="53"/>
                      <a:pt x="14" y="53"/>
                      <a:pt x="15" y="53"/>
                    </a:cubicBezTo>
                    <a:cubicBezTo>
                      <a:pt x="17" y="53"/>
                      <a:pt x="18" y="53"/>
                      <a:pt x="20" y="54"/>
                    </a:cubicBezTo>
                    <a:cubicBezTo>
                      <a:pt x="24" y="54"/>
                      <a:pt x="28" y="54"/>
                      <a:pt x="32" y="54"/>
                    </a:cubicBezTo>
                    <a:cubicBezTo>
                      <a:pt x="32" y="54"/>
                      <a:pt x="32" y="54"/>
                      <a:pt x="32" y="54"/>
                    </a:cubicBezTo>
                    <a:cubicBezTo>
                      <a:pt x="32" y="54"/>
                      <a:pt x="33" y="54"/>
                      <a:pt x="33" y="54"/>
                    </a:cubicBezTo>
                    <a:cubicBezTo>
                      <a:pt x="37" y="54"/>
                      <a:pt x="41" y="54"/>
                      <a:pt x="44" y="54"/>
                    </a:cubicBezTo>
                    <a:cubicBezTo>
                      <a:pt x="44" y="54"/>
                      <a:pt x="45" y="54"/>
                      <a:pt x="45" y="54"/>
                    </a:cubicBezTo>
                    <a:cubicBezTo>
                      <a:pt x="45" y="53"/>
                      <a:pt x="45" y="53"/>
                      <a:pt x="45" y="53"/>
                    </a:cubicBezTo>
                    <a:cubicBezTo>
                      <a:pt x="45" y="53"/>
                      <a:pt x="45" y="52"/>
                      <a:pt x="46" y="52"/>
                    </a:cubicBezTo>
                    <a:cubicBezTo>
                      <a:pt x="46" y="50"/>
                      <a:pt x="47" y="48"/>
                      <a:pt x="48" y="46"/>
                    </a:cubicBezTo>
                    <a:cubicBezTo>
                      <a:pt x="50" y="41"/>
                      <a:pt x="51" y="35"/>
                      <a:pt x="52" y="29"/>
                    </a:cubicBezTo>
                    <a:cubicBezTo>
                      <a:pt x="53" y="29"/>
                      <a:pt x="53" y="28"/>
                      <a:pt x="53" y="27"/>
                    </a:cubicBezTo>
                    <a:cubicBezTo>
                      <a:pt x="41" y="1"/>
                      <a:pt x="41" y="1"/>
                      <a:pt x="41" y="1"/>
                    </a:cubicBezTo>
                    <a:cubicBezTo>
                      <a:pt x="28" y="1"/>
                      <a:pt x="28" y="1"/>
                      <a:pt x="28" y="1"/>
                    </a:cubicBezTo>
                    <a:cubicBezTo>
                      <a:pt x="22" y="1"/>
                      <a:pt x="17" y="0"/>
                      <a:pt x="14" y="0"/>
                    </a:cubicBezTo>
                  </a:path>
                </a:pathLst>
              </a:custGeom>
              <a:solidFill>
                <a:srgbClr val="FFE4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7" name="Freeform 164">
                <a:extLst>
                  <a:ext uri="{FF2B5EF4-FFF2-40B4-BE49-F238E27FC236}">
                    <a16:creationId xmlns:a16="http://schemas.microsoft.com/office/drawing/2014/main" id="{217FB610-A57D-4AC6-81A8-B93D8D2B84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6" y="1191"/>
                <a:ext cx="87" cy="90"/>
              </a:xfrm>
              <a:custGeom>
                <a:avLst/>
                <a:gdLst>
                  <a:gd name="T0" fmla="*/ 17 w 60"/>
                  <a:gd name="T1" fmla="*/ 1 h 62"/>
                  <a:gd name="T2" fmla="*/ 12 w 60"/>
                  <a:gd name="T3" fmla="*/ 2 h 62"/>
                  <a:gd name="T4" fmla="*/ 8 w 60"/>
                  <a:gd name="T5" fmla="*/ 8 h 62"/>
                  <a:gd name="T6" fmla="*/ 8 w 60"/>
                  <a:gd name="T7" fmla="*/ 9 h 62"/>
                  <a:gd name="T8" fmla="*/ 4 w 60"/>
                  <a:gd name="T9" fmla="*/ 17 h 62"/>
                  <a:gd name="T10" fmla="*/ 1 w 60"/>
                  <a:gd name="T11" fmla="*/ 25 h 62"/>
                  <a:gd name="T12" fmla="*/ 1 w 60"/>
                  <a:gd name="T13" fmla="*/ 34 h 62"/>
                  <a:gd name="T14" fmla="*/ 7 w 60"/>
                  <a:gd name="T15" fmla="*/ 50 h 62"/>
                  <a:gd name="T16" fmla="*/ 11 w 60"/>
                  <a:gd name="T17" fmla="*/ 57 h 62"/>
                  <a:gd name="T18" fmla="*/ 16 w 60"/>
                  <a:gd name="T19" fmla="*/ 61 h 62"/>
                  <a:gd name="T20" fmla="*/ 19 w 60"/>
                  <a:gd name="T21" fmla="*/ 61 h 62"/>
                  <a:gd name="T22" fmla="*/ 45 w 60"/>
                  <a:gd name="T23" fmla="*/ 62 h 62"/>
                  <a:gd name="T24" fmla="*/ 50 w 60"/>
                  <a:gd name="T25" fmla="*/ 61 h 62"/>
                  <a:gd name="T26" fmla="*/ 51 w 60"/>
                  <a:gd name="T27" fmla="*/ 61 h 62"/>
                  <a:gd name="T28" fmla="*/ 53 w 60"/>
                  <a:gd name="T29" fmla="*/ 57 h 62"/>
                  <a:gd name="T30" fmla="*/ 59 w 60"/>
                  <a:gd name="T31" fmla="*/ 41 h 62"/>
                  <a:gd name="T32" fmla="*/ 57 w 60"/>
                  <a:gd name="T33" fmla="*/ 31 h 62"/>
                  <a:gd name="T34" fmla="*/ 52 w 60"/>
                  <a:gd name="T35" fmla="*/ 50 h 62"/>
                  <a:gd name="T36" fmla="*/ 49 w 60"/>
                  <a:gd name="T37" fmla="*/ 57 h 62"/>
                  <a:gd name="T38" fmla="*/ 48 w 60"/>
                  <a:gd name="T39" fmla="*/ 58 h 62"/>
                  <a:gd name="T40" fmla="*/ 36 w 60"/>
                  <a:gd name="T41" fmla="*/ 58 h 62"/>
                  <a:gd name="T42" fmla="*/ 24 w 60"/>
                  <a:gd name="T43" fmla="*/ 58 h 62"/>
                  <a:gd name="T44" fmla="*/ 16 w 60"/>
                  <a:gd name="T45" fmla="*/ 56 h 62"/>
                  <a:gd name="T46" fmla="*/ 8 w 60"/>
                  <a:gd name="T47" fmla="*/ 42 h 62"/>
                  <a:gd name="T48" fmla="*/ 4 w 60"/>
                  <a:gd name="T49" fmla="*/ 28 h 62"/>
                  <a:gd name="T50" fmla="*/ 12 w 60"/>
                  <a:gd name="T51" fmla="*/ 9 h 62"/>
                  <a:gd name="T52" fmla="*/ 18 w 60"/>
                  <a:gd name="T53" fmla="*/ 4 h 62"/>
                  <a:gd name="T54" fmla="*/ 32 w 60"/>
                  <a:gd name="T55" fmla="*/ 5 h 62"/>
                  <a:gd name="T56" fmla="*/ 45 w 60"/>
                  <a:gd name="T57" fmla="*/ 5 h 62"/>
                  <a:gd name="T58" fmla="*/ 46 w 60"/>
                  <a:gd name="T59" fmla="*/ 1 h 62"/>
                  <a:gd name="T60" fmla="*/ 32 w 60"/>
                  <a:gd name="T61" fmla="*/ 1 h 62"/>
                  <a:gd name="T62" fmla="*/ 32 w 60"/>
                  <a:gd name="T63" fmla="*/ 1 h 62"/>
                  <a:gd name="T64" fmla="*/ 18 w 60"/>
                  <a:gd name="T65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0" h="62">
                    <a:moveTo>
                      <a:pt x="18" y="0"/>
                    </a:moveTo>
                    <a:cubicBezTo>
                      <a:pt x="18" y="0"/>
                      <a:pt x="17" y="0"/>
                      <a:pt x="17" y="1"/>
                    </a:cubicBezTo>
                    <a:cubicBezTo>
                      <a:pt x="15" y="1"/>
                      <a:pt x="14" y="1"/>
                      <a:pt x="13" y="2"/>
                    </a:cubicBezTo>
                    <a:cubicBezTo>
                      <a:pt x="13" y="2"/>
                      <a:pt x="13" y="2"/>
                      <a:pt x="12" y="2"/>
                    </a:cubicBezTo>
                    <a:cubicBezTo>
                      <a:pt x="11" y="3"/>
                      <a:pt x="9" y="5"/>
                      <a:pt x="8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8"/>
                      <a:pt x="8" y="9"/>
                      <a:pt x="8" y="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9"/>
                      <a:pt x="8" y="9"/>
                      <a:pt x="7" y="9"/>
                    </a:cubicBezTo>
                    <a:cubicBezTo>
                      <a:pt x="6" y="13"/>
                      <a:pt x="5" y="15"/>
                      <a:pt x="4" y="17"/>
                    </a:cubicBezTo>
                    <a:cubicBezTo>
                      <a:pt x="3" y="20"/>
                      <a:pt x="2" y="22"/>
                      <a:pt x="1" y="25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0" y="26"/>
                      <a:pt x="0" y="27"/>
                      <a:pt x="0" y="28"/>
                    </a:cubicBezTo>
                    <a:cubicBezTo>
                      <a:pt x="0" y="29"/>
                      <a:pt x="0" y="32"/>
                      <a:pt x="1" y="34"/>
                    </a:cubicBezTo>
                    <a:cubicBezTo>
                      <a:pt x="1" y="34"/>
                      <a:pt x="1" y="35"/>
                      <a:pt x="2" y="36"/>
                    </a:cubicBezTo>
                    <a:cubicBezTo>
                      <a:pt x="3" y="41"/>
                      <a:pt x="5" y="46"/>
                      <a:pt x="7" y="50"/>
                    </a:cubicBezTo>
                    <a:cubicBezTo>
                      <a:pt x="9" y="53"/>
                      <a:pt x="10" y="55"/>
                      <a:pt x="11" y="56"/>
                    </a:cubicBezTo>
                    <a:cubicBezTo>
                      <a:pt x="11" y="57"/>
                      <a:pt x="11" y="57"/>
                      <a:pt x="11" y="57"/>
                    </a:cubicBezTo>
                    <a:cubicBezTo>
                      <a:pt x="12" y="58"/>
                      <a:pt x="13" y="59"/>
                      <a:pt x="15" y="60"/>
                    </a:cubicBezTo>
                    <a:cubicBezTo>
                      <a:pt x="15" y="60"/>
                      <a:pt x="16" y="60"/>
                      <a:pt x="16" y="61"/>
                    </a:cubicBezTo>
                    <a:cubicBezTo>
                      <a:pt x="16" y="61"/>
                      <a:pt x="16" y="61"/>
                      <a:pt x="16" y="61"/>
                    </a:cubicBezTo>
                    <a:cubicBezTo>
                      <a:pt x="17" y="61"/>
                      <a:pt x="18" y="61"/>
                      <a:pt x="19" y="61"/>
                    </a:cubicBezTo>
                    <a:cubicBezTo>
                      <a:pt x="23" y="62"/>
                      <a:pt x="30" y="62"/>
                      <a:pt x="36" y="62"/>
                    </a:cubicBezTo>
                    <a:cubicBezTo>
                      <a:pt x="40" y="62"/>
                      <a:pt x="43" y="62"/>
                      <a:pt x="45" y="62"/>
                    </a:cubicBezTo>
                    <a:cubicBezTo>
                      <a:pt x="47" y="62"/>
                      <a:pt x="48" y="62"/>
                      <a:pt x="49" y="62"/>
                    </a:cubicBezTo>
                    <a:cubicBezTo>
                      <a:pt x="49" y="62"/>
                      <a:pt x="49" y="61"/>
                      <a:pt x="50" y="61"/>
                    </a:cubicBezTo>
                    <a:cubicBezTo>
                      <a:pt x="50" y="61"/>
                      <a:pt x="50" y="61"/>
                      <a:pt x="51" y="61"/>
                    </a:cubicBezTo>
                    <a:cubicBezTo>
                      <a:pt x="51" y="61"/>
                      <a:pt x="51" y="61"/>
                      <a:pt x="51" y="61"/>
                    </a:cubicBezTo>
                    <a:cubicBezTo>
                      <a:pt x="51" y="61"/>
                      <a:pt x="52" y="60"/>
                      <a:pt x="52" y="60"/>
                    </a:cubicBezTo>
                    <a:cubicBezTo>
                      <a:pt x="52" y="59"/>
                      <a:pt x="53" y="58"/>
                      <a:pt x="53" y="57"/>
                    </a:cubicBezTo>
                    <a:cubicBezTo>
                      <a:pt x="53" y="57"/>
                      <a:pt x="53" y="57"/>
                      <a:pt x="53" y="57"/>
                    </a:cubicBezTo>
                    <a:cubicBezTo>
                      <a:pt x="55" y="54"/>
                      <a:pt x="57" y="48"/>
                      <a:pt x="59" y="41"/>
                    </a:cubicBezTo>
                    <a:cubicBezTo>
                      <a:pt x="59" y="40"/>
                      <a:pt x="59" y="39"/>
                      <a:pt x="60" y="38"/>
                    </a:cubicBezTo>
                    <a:cubicBezTo>
                      <a:pt x="57" y="31"/>
                      <a:pt x="57" y="31"/>
                      <a:pt x="57" y="31"/>
                    </a:cubicBezTo>
                    <a:cubicBezTo>
                      <a:pt x="57" y="32"/>
                      <a:pt x="57" y="33"/>
                      <a:pt x="56" y="33"/>
                    </a:cubicBezTo>
                    <a:cubicBezTo>
                      <a:pt x="55" y="39"/>
                      <a:pt x="54" y="45"/>
                      <a:pt x="52" y="50"/>
                    </a:cubicBezTo>
                    <a:cubicBezTo>
                      <a:pt x="51" y="52"/>
                      <a:pt x="50" y="54"/>
                      <a:pt x="50" y="56"/>
                    </a:cubicBezTo>
                    <a:cubicBezTo>
                      <a:pt x="49" y="56"/>
                      <a:pt x="49" y="57"/>
                      <a:pt x="49" y="57"/>
                    </a:cubicBezTo>
                    <a:cubicBezTo>
                      <a:pt x="49" y="58"/>
                      <a:pt x="49" y="58"/>
                      <a:pt x="49" y="58"/>
                    </a:cubicBezTo>
                    <a:cubicBezTo>
                      <a:pt x="49" y="58"/>
                      <a:pt x="48" y="58"/>
                      <a:pt x="48" y="58"/>
                    </a:cubicBezTo>
                    <a:cubicBezTo>
                      <a:pt x="45" y="58"/>
                      <a:pt x="41" y="58"/>
                      <a:pt x="37" y="58"/>
                    </a:cubicBezTo>
                    <a:cubicBezTo>
                      <a:pt x="37" y="58"/>
                      <a:pt x="36" y="58"/>
                      <a:pt x="36" y="58"/>
                    </a:cubicBezTo>
                    <a:cubicBezTo>
                      <a:pt x="36" y="58"/>
                      <a:pt x="36" y="58"/>
                      <a:pt x="36" y="58"/>
                    </a:cubicBezTo>
                    <a:cubicBezTo>
                      <a:pt x="32" y="58"/>
                      <a:pt x="28" y="58"/>
                      <a:pt x="24" y="58"/>
                    </a:cubicBezTo>
                    <a:cubicBezTo>
                      <a:pt x="22" y="57"/>
                      <a:pt x="21" y="57"/>
                      <a:pt x="19" y="57"/>
                    </a:cubicBezTo>
                    <a:cubicBezTo>
                      <a:pt x="18" y="57"/>
                      <a:pt x="17" y="57"/>
                      <a:pt x="16" y="56"/>
                    </a:cubicBezTo>
                    <a:cubicBezTo>
                      <a:pt x="16" y="56"/>
                      <a:pt x="16" y="56"/>
                      <a:pt x="15" y="55"/>
                    </a:cubicBezTo>
                    <a:cubicBezTo>
                      <a:pt x="13" y="53"/>
                      <a:pt x="10" y="47"/>
                      <a:pt x="8" y="42"/>
                    </a:cubicBezTo>
                    <a:cubicBezTo>
                      <a:pt x="7" y="39"/>
                      <a:pt x="6" y="36"/>
                      <a:pt x="5" y="34"/>
                    </a:cubicBezTo>
                    <a:cubicBezTo>
                      <a:pt x="4" y="31"/>
                      <a:pt x="4" y="29"/>
                      <a:pt x="4" y="28"/>
                    </a:cubicBezTo>
                    <a:cubicBezTo>
                      <a:pt x="4" y="27"/>
                      <a:pt x="4" y="26"/>
                      <a:pt x="4" y="26"/>
                    </a:cubicBezTo>
                    <a:cubicBezTo>
                      <a:pt x="7" y="21"/>
                      <a:pt x="8" y="19"/>
                      <a:pt x="12" y="9"/>
                    </a:cubicBezTo>
                    <a:cubicBezTo>
                      <a:pt x="13" y="7"/>
                      <a:pt x="14" y="6"/>
                      <a:pt x="15" y="5"/>
                    </a:cubicBezTo>
                    <a:cubicBezTo>
                      <a:pt x="15" y="5"/>
                      <a:pt x="16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21" y="4"/>
                      <a:pt x="26" y="5"/>
                      <a:pt x="32" y="5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45" y="5"/>
                      <a:pt x="45" y="5"/>
                      <a:pt x="45" y="5"/>
                    </a:cubicBezTo>
                    <a:cubicBezTo>
                      <a:pt x="44" y="3"/>
                      <a:pt x="44" y="3"/>
                      <a:pt x="44" y="3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32" y="1"/>
                      <a:pt x="32" y="1"/>
                      <a:pt x="32" y="1"/>
                    </a:cubicBezTo>
                    <a:cubicBezTo>
                      <a:pt x="32" y="1"/>
                      <a:pt x="32" y="1"/>
                      <a:pt x="32" y="1"/>
                    </a:cubicBezTo>
                    <a:cubicBezTo>
                      <a:pt x="32" y="1"/>
                      <a:pt x="32" y="1"/>
                      <a:pt x="32" y="1"/>
                    </a:cubicBezTo>
                    <a:cubicBezTo>
                      <a:pt x="32" y="1"/>
                      <a:pt x="32" y="1"/>
                      <a:pt x="32" y="1"/>
                    </a:cubicBezTo>
                    <a:cubicBezTo>
                      <a:pt x="32" y="1"/>
                      <a:pt x="32" y="1"/>
                      <a:pt x="32" y="1"/>
                    </a:cubicBezTo>
                    <a:cubicBezTo>
                      <a:pt x="26" y="1"/>
                      <a:pt x="22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8" name="Freeform 165">
                <a:extLst>
                  <a:ext uri="{FF2B5EF4-FFF2-40B4-BE49-F238E27FC236}">
                    <a16:creationId xmlns:a16="http://schemas.microsoft.com/office/drawing/2014/main" id="{408E11DA-B443-4799-81AB-F05A395655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5" y="1127"/>
                <a:ext cx="26" cy="1"/>
              </a:xfrm>
              <a:custGeom>
                <a:avLst/>
                <a:gdLst>
                  <a:gd name="T0" fmla="*/ 6 w 18"/>
                  <a:gd name="T1" fmla="*/ 0 h 1"/>
                  <a:gd name="T2" fmla="*/ 0 w 18"/>
                  <a:gd name="T3" fmla="*/ 1 h 1"/>
                  <a:gd name="T4" fmla="*/ 6 w 18"/>
                  <a:gd name="T5" fmla="*/ 1 h 1"/>
                  <a:gd name="T6" fmla="*/ 6 w 18"/>
                  <a:gd name="T7" fmla="*/ 1 h 1"/>
                  <a:gd name="T8" fmla="*/ 18 w 18"/>
                  <a:gd name="T9" fmla="*/ 0 h 1"/>
                  <a:gd name="T10" fmla="*/ 18 w 18"/>
                  <a:gd name="T11" fmla="*/ 0 h 1"/>
                  <a:gd name="T12" fmla="*/ 16 w 18"/>
                  <a:gd name="T13" fmla="*/ 0 h 1"/>
                  <a:gd name="T14" fmla="*/ 6 w 18"/>
                  <a:gd name="T1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1">
                    <a:moveTo>
                      <a:pt x="6" y="0"/>
                    </a:moveTo>
                    <a:cubicBezTo>
                      <a:pt x="4" y="0"/>
                      <a:pt x="2" y="1"/>
                      <a:pt x="0" y="1"/>
                    </a:cubicBezTo>
                    <a:cubicBezTo>
                      <a:pt x="2" y="1"/>
                      <a:pt x="4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10" y="1"/>
                      <a:pt x="14" y="1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6" y="0"/>
                      <a:pt x="16" y="0"/>
                    </a:cubicBezTo>
                    <a:cubicBezTo>
                      <a:pt x="12" y="0"/>
                      <a:pt x="9" y="0"/>
                      <a:pt x="6" y="0"/>
                    </a:cubicBezTo>
                  </a:path>
                </a:pathLst>
              </a:custGeom>
              <a:solidFill>
                <a:srgbClr val="DBF0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9" name="Freeform 166">
                <a:extLst>
                  <a:ext uri="{FF2B5EF4-FFF2-40B4-BE49-F238E27FC236}">
                    <a16:creationId xmlns:a16="http://schemas.microsoft.com/office/drawing/2014/main" id="{DB0BD549-FF8A-4F64-B6B9-DE45CC9F6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7" y="1162"/>
                <a:ext cx="93" cy="104"/>
              </a:xfrm>
              <a:custGeom>
                <a:avLst/>
                <a:gdLst>
                  <a:gd name="T0" fmla="*/ 37 w 64"/>
                  <a:gd name="T1" fmla="*/ 0 h 72"/>
                  <a:gd name="T2" fmla="*/ 0 w 64"/>
                  <a:gd name="T3" fmla="*/ 24 h 72"/>
                  <a:gd name="T4" fmla="*/ 21 w 64"/>
                  <a:gd name="T5" fmla="*/ 72 h 72"/>
                  <a:gd name="T6" fmla="*/ 64 w 64"/>
                  <a:gd name="T7" fmla="*/ 40 h 72"/>
                  <a:gd name="T8" fmla="*/ 45 w 64"/>
                  <a:gd name="T9" fmla="*/ 15 h 72"/>
                  <a:gd name="T10" fmla="*/ 37 w 64"/>
                  <a:gd name="T11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" h="72">
                    <a:moveTo>
                      <a:pt x="37" y="0"/>
                    </a:moveTo>
                    <a:cubicBezTo>
                      <a:pt x="0" y="24"/>
                      <a:pt x="0" y="24"/>
                      <a:pt x="0" y="24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54" y="60"/>
                      <a:pt x="62" y="44"/>
                      <a:pt x="64" y="40"/>
                    </a:cubicBezTo>
                    <a:cubicBezTo>
                      <a:pt x="57" y="34"/>
                      <a:pt x="51" y="24"/>
                      <a:pt x="45" y="15"/>
                    </a:cubicBezTo>
                    <a:cubicBezTo>
                      <a:pt x="42" y="8"/>
                      <a:pt x="39" y="3"/>
                      <a:pt x="37" y="0"/>
                    </a:cubicBezTo>
                  </a:path>
                </a:pathLst>
              </a:custGeom>
              <a:solidFill>
                <a:srgbClr val="FFE4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0" name="Freeform 167">
                <a:extLst>
                  <a:ext uri="{FF2B5EF4-FFF2-40B4-BE49-F238E27FC236}">
                    <a16:creationId xmlns:a16="http://schemas.microsoft.com/office/drawing/2014/main" id="{64F52421-2A78-48F5-A959-A80CD907097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80" y="1153"/>
                <a:ext cx="108" cy="121"/>
              </a:xfrm>
              <a:custGeom>
                <a:avLst/>
                <a:gdLst>
                  <a:gd name="T0" fmla="*/ 26 w 74"/>
                  <a:gd name="T1" fmla="*/ 78 h 83"/>
                  <a:gd name="T2" fmla="*/ 5 w 74"/>
                  <a:gd name="T3" fmla="*/ 30 h 83"/>
                  <a:gd name="T4" fmla="*/ 42 w 74"/>
                  <a:gd name="T5" fmla="*/ 6 h 83"/>
                  <a:gd name="T6" fmla="*/ 50 w 74"/>
                  <a:gd name="T7" fmla="*/ 21 h 83"/>
                  <a:gd name="T8" fmla="*/ 69 w 74"/>
                  <a:gd name="T9" fmla="*/ 46 h 83"/>
                  <a:gd name="T10" fmla="*/ 26 w 74"/>
                  <a:gd name="T11" fmla="*/ 78 h 83"/>
                  <a:gd name="T12" fmla="*/ 41 w 74"/>
                  <a:gd name="T13" fmla="*/ 4 h 83"/>
                  <a:gd name="T14" fmla="*/ 43 w 74"/>
                  <a:gd name="T15" fmla="*/ 3 h 83"/>
                  <a:gd name="T16" fmla="*/ 41 w 74"/>
                  <a:gd name="T17" fmla="*/ 4 h 83"/>
                  <a:gd name="T18" fmla="*/ 44 w 74"/>
                  <a:gd name="T19" fmla="*/ 0 h 83"/>
                  <a:gd name="T20" fmla="*/ 43 w 74"/>
                  <a:gd name="T21" fmla="*/ 1 h 83"/>
                  <a:gd name="T22" fmla="*/ 42 w 74"/>
                  <a:gd name="T23" fmla="*/ 1 h 83"/>
                  <a:gd name="T24" fmla="*/ 4 w 74"/>
                  <a:gd name="T25" fmla="*/ 26 h 83"/>
                  <a:gd name="T26" fmla="*/ 2 w 74"/>
                  <a:gd name="T27" fmla="*/ 27 h 83"/>
                  <a:gd name="T28" fmla="*/ 0 w 74"/>
                  <a:gd name="T29" fmla="*/ 29 h 83"/>
                  <a:gd name="T30" fmla="*/ 1 w 74"/>
                  <a:gd name="T31" fmla="*/ 31 h 83"/>
                  <a:gd name="T32" fmla="*/ 13 w 74"/>
                  <a:gd name="T33" fmla="*/ 57 h 83"/>
                  <a:gd name="T34" fmla="*/ 16 w 74"/>
                  <a:gd name="T35" fmla="*/ 64 h 83"/>
                  <a:gd name="T36" fmla="*/ 24 w 74"/>
                  <a:gd name="T37" fmla="*/ 83 h 83"/>
                  <a:gd name="T38" fmla="*/ 26 w 74"/>
                  <a:gd name="T39" fmla="*/ 83 h 83"/>
                  <a:gd name="T40" fmla="*/ 73 w 74"/>
                  <a:gd name="T41" fmla="*/ 46 h 83"/>
                  <a:gd name="T42" fmla="*/ 74 w 74"/>
                  <a:gd name="T43" fmla="*/ 46 h 83"/>
                  <a:gd name="T44" fmla="*/ 74 w 74"/>
                  <a:gd name="T45" fmla="*/ 44 h 83"/>
                  <a:gd name="T46" fmla="*/ 73 w 74"/>
                  <a:gd name="T47" fmla="*/ 44 h 83"/>
                  <a:gd name="T48" fmla="*/ 70 w 74"/>
                  <a:gd name="T49" fmla="*/ 41 h 83"/>
                  <a:gd name="T50" fmla="*/ 54 w 74"/>
                  <a:gd name="T51" fmla="*/ 19 h 83"/>
                  <a:gd name="T52" fmla="*/ 47 w 74"/>
                  <a:gd name="T53" fmla="*/ 7 h 83"/>
                  <a:gd name="T54" fmla="*/ 46 w 74"/>
                  <a:gd name="T55" fmla="*/ 5 h 83"/>
                  <a:gd name="T56" fmla="*/ 46 w 74"/>
                  <a:gd name="T57" fmla="*/ 3 h 83"/>
                  <a:gd name="T58" fmla="*/ 45 w 74"/>
                  <a:gd name="T59" fmla="*/ 2 h 83"/>
                  <a:gd name="T60" fmla="*/ 44 w 74"/>
                  <a:gd name="T61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4" h="83">
                    <a:moveTo>
                      <a:pt x="26" y="78"/>
                    </a:moveTo>
                    <a:cubicBezTo>
                      <a:pt x="5" y="30"/>
                      <a:pt x="5" y="30"/>
                      <a:pt x="5" y="30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4" y="9"/>
                      <a:pt x="47" y="14"/>
                      <a:pt x="50" y="21"/>
                    </a:cubicBezTo>
                    <a:cubicBezTo>
                      <a:pt x="56" y="30"/>
                      <a:pt x="62" y="40"/>
                      <a:pt x="69" y="46"/>
                    </a:cubicBezTo>
                    <a:cubicBezTo>
                      <a:pt x="67" y="50"/>
                      <a:pt x="59" y="66"/>
                      <a:pt x="26" y="78"/>
                    </a:cubicBezTo>
                    <a:moveTo>
                      <a:pt x="41" y="4"/>
                    </a:moveTo>
                    <a:cubicBezTo>
                      <a:pt x="43" y="3"/>
                      <a:pt x="43" y="3"/>
                      <a:pt x="43" y="3"/>
                    </a:cubicBezTo>
                    <a:cubicBezTo>
                      <a:pt x="41" y="4"/>
                      <a:pt x="41" y="4"/>
                      <a:pt x="41" y="4"/>
                    </a:cubicBezTo>
                    <a:moveTo>
                      <a:pt x="44" y="0"/>
                    </a:moveTo>
                    <a:cubicBezTo>
                      <a:pt x="43" y="1"/>
                      <a:pt x="43" y="1"/>
                      <a:pt x="43" y="1"/>
                    </a:cubicBezTo>
                    <a:cubicBezTo>
                      <a:pt x="42" y="1"/>
                      <a:pt x="42" y="1"/>
                      <a:pt x="42" y="1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1" y="31"/>
                      <a:pt x="1" y="31"/>
                      <a:pt x="1" y="31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6" y="64"/>
                      <a:pt x="16" y="64"/>
                      <a:pt x="16" y="64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26" y="83"/>
                      <a:pt x="26" y="83"/>
                      <a:pt x="26" y="83"/>
                    </a:cubicBezTo>
                    <a:cubicBezTo>
                      <a:pt x="66" y="68"/>
                      <a:pt x="73" y="48"/>
                      <a:pt x="73" y="46"/>
                    </a:cubicBezTo>
                    <a:cubicBezTo>
                      <a:pt x="74" y="46"/>
                      <a:pt x="74" y="46"/>
                      <a:pt x="74" y="46"/>
                    </a:cubicBezTo>
                    <a:cubicBezTo>
                      <a:pt x="74" y="44"/>
                      <a:pt x="74" y="44"/>
                      <a:pt x="74" y="44"/>
                    </a:cubicBezTo>
                    <a:cubicBezTo>
                      <a:pt x="73" y="44"/>
                      <a:pt x="73" y="44"/>
                      <a:pt x="73" y="44"/>
                    </a:cubicBezTo>
                    <a:cubicBezTo>
                      <a:pt x="72" y="43"/>
                      <a:pt x="71" y="42"/>
                      <a:pt x="70" y="41"/>
                    </a:cubicBezTo>
                    <a:cubicBezTo>
                      <a:pt x="64" y="36"/>
                      <a:pt x="58" y="27"/>
                      <a:pt x="54" y="19"/>
                    </a:cubicBezTo>
                    <a:cubicBezTo>
                      <a:pt x="51" y="14"/>
                      <a:pt x="49" y="10"/>
                      <a:pt x="47" y="7"/>
                    </a:cubicBezTo>
                    <a:cubicBezTo>
                      <a:pt x="47" y="6"/>
                      <a:pt x="47" y="6"/>
                      <a:pt x="46" y="5"/>
                    </a:cubicBezTo>
                    <a:cubicBezTo>
                      <a:pt x="46" y="4"/>
                      <a:pt x="46" y="4"/>
                      <a:pt x="46" y="3"/>
                    </a:cubicBezTo>
                    <a:cubicBezTo>
                      <a:pt x="45" y="2"/>
                      <a:pt x="45" y="2"/>
                      <a:pt x="45" y="2"/>
                    </a:cubicBezTo>
                    <a:cubicBezTo>
                      <a:pt x="44" y="0"/>
                      <a:pt x="44" y="0"/>
                      <a:pt x="44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1" name="Freeform 168">
                <a:extLst>
                  <a:ext uri="{FF2B5EF4-FFF2-40B4-BE49-F238E27FC236}">
                    <a16:creationId xmlns:a16="http://schemas.microsoft.com/office/drawing/2014/main" id="{1E24A289-12E5-44B7-81BC-D787A1ADCA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0" y="2083"/>
                <a:ext cx="268" cy="113"/>
              </a:xfrm>
              <a:custGeom>
                <a:avLst/>
                <a:gdLst>
                  <a:gd name="T0" fmla="*/ 0 w 184"/>
                  <a:gd name="T1" fmla="*/ 51 h 78"/>
                  <a:gd name="T2" fmla="*/ 70 w 184"/>
                  <a:gd name="T3" fmla="*/ 61 h 78"/>
                  <a:gd name="T4" fmla="*/ 157 w 184"/>
                  <a:gd name="T5" fmla="*/ 78 h 78"/>
                  <a:gd name="T6" fmla="*/ 157 w 184"/>
                  <a:gd name="T7" fmla="*/ 78 h 78"/>
                  <a:gd name="T8" fmla="*/ 157 w 184"/>
                  <a:gd name="T9" fmla="*/ 78 h 78"/>
                  <a:gd name="T10" fmla="*/ 176 w 184"/>
                  <a:gd name="T11" fmla="*/ 75 h 78"/>
                  <a:gd name="T12" fmla="*/ 182 w 184"/>
                  <a:gd name="T13" fmla="*/ 71 h 78"/>
                  <a:gd name="T14" fmla="*/ 184 w 184"/>
                  <a:gd name="T15" fmla="*/ 64 h 78"/>
                  <a:gd name="T16" fmla="*/ 182 w 184"/>
                  <a:gd name="T17" fmla="*/ 55 h 78"/>
                  <a:gd name="T18" fmla="*/ 169 w 184"/>
                  <a:gd name="T19" fmla="*/ 29 h 78"/>
                  <a:gd name="T20" fmla="*/ 144 w 184"/>
                  <a:gd name="T21" fmla="*/ 0 h 78"/>
                  <a:gd name="T22" fmla="*/ 141 w 184"/>
                  <a:gd name="T23" fmla="*/ 3 h 78"/>
                  <a:gd name="T24" fmla="*/ 166 w 184"/>
                  <a:gd name="T25" fmla="*/ 32 h 78"/>
                  <a:gd name="T26" fmla="*/ 179 w 184"/>
                  <a:gd name="T27" fmla="*/ 57 h 78"/>
                  <a:gd name="T28" fmla="*/ 180 w 184"/>
                  <a:gd name="T29" fmla="*/ 64 h 78"/>
                  <a:gd name="T30" fmla="*/ 179 w 184"/>
                  <a:gd name="T31" fmla="*/ 69 h 78"/>
                  <a:gd name="T32" fmla="*/ 171 w 184"/>
                  <a:gd name="T33" fmla="*/ 73 h 78"/>
                  <a:gd name="T34" fmla="*/ 157 w 184"/>
                  <a:gd name="T35" fmla="*/ 74 h 78"/>
                  <a:gd name="T36" fmla="*/ 157 w 184"/>
                  <a:gd name="T37" fmla="*/ 74 h 78"/>
                  <a:gd name="T38" fmla="*/ 157 w 184"/>
                  <a:gd name="T39" fmla="*/ 74 h 78"/>
                  <a:gd name="T40" fmla="*/ 72 w 184"/>
                  <a:gd name="T41" fmla="*/ 57 h 78"/>
                  <a:gd name="T42" fmla="*/ 0 w 184"/>
                  <a:gd name="T43" fmla="*/ 47 h 78"/>
                  <a:gd name="T44" fmla="*/ 0 w 184"/>
                  <a:gd name="T45" fmla="*/ 51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84" h="78">
                    <a:moveTo>
                      <a:pt x="0" y="51"/>
                    </a:moveTo>
                    <a:cubicBezTo>
                      <a:pt x="27" y="53"/>
                      <a:pt x="54" y="56"/>
                      <a:pt x="70" y="61"/>
                    </a:cubicBezTo>
                    <a:cubicBezTo>
                      <a:pt x="104" y="72"/>
                      <a:pt x="138" y="78"/>
                      <a:pt x="157" y="78"/>
                    </a:cubicBezTo>
                    <a:cubicBezTo>
                      <a:pt x="157" y="78"/>
                      <a:pt x="157" y="78"/>
                      <a:pt x="157" y="78"/>
                    </a:cubicBezTo>
                    <a:cubicBezTo>
                      <a:pt x="157" y="78"/>
                      <a:pt x="157" y="78"/>
                      <a:pt x="157" y="78"/>
                    </a:cubicBezTo>
                    <a:cubicBezTo>
                      <a:pt x="165" y="78"/>
                      <a:pt x="171" y="77"/>
                      <a:pt x="176" y="75"/>
                    </a:cubicBezTo>
                    <a:cubicBezTo>
                      <a:pt x="179" y="74"/>
                      <a:pt x="180" y="73"/>
                      <a:pt x="182" y="71"/>
                    </a:cubicBezTo>
                    <a:cubicBezTo>
                      <a:pt x="183" y="69"/>
                      <a:pt x="184" y="66"/>
                      <a:pt x="184" y="64"/>
                    </a:cubicBezTo>
                    <a:cubicBezTo>
                      <a:pt x="184" y="61"/>
                      <a:pt x="183" y="58"/>
                      <a:pt x="182" y="55"/>
                    </a:cubicBezTo>
                    <a:cubicBezTo>
                      <a:pt x="180" y="49"/>
                      <a:pt x="176" y="40"/>
                      <a:pt x="169" y="29"/>
                    </a:cubicBezTo>
                    <a:cubicBezTo>
                      <a:pt x="162" y="19"/>
                      <a:pt x="154" y="8"/>
                      <a:pt x="144" y="0"/>
                    </a:cubicBezTo>
                    <a:cubicBezTo>
                      <a:pt x="141" y="3"/>
                      <a:pt x="141" y="3"/>
                      <a:pt x="141" y="3"/>
                    </a:cubicBezTo>
                    <a:cubicBezTo>
                      <a:pt x="151" y="11"/>
                      <a:pt x="159" y="22"/>
                      <a:pt x="166" y="32"/>
                    </a:cubicBezTo>
                    <a:cubicBezTo>
                      <a:pt x="172" y="42"/>
                      <a:pt x="177" y="51"/>
                      <a:pt x="179" y="57"/>
                    </a:cubicBezTo>
                    <a:cubicBezTo>
                      <a:pt x="179" y="59"/>
                      <a:pt x="180" y="62"/>
                      <a:pt x="180" y="64"/>
                    </a:cubicBezTo>
                    <a:cubicBezTo>
                      <a:pt x="180" y="66"/>
                      <a:pt x="179" y="67"/>
                      <a:pt x="179" y="69"/>
                    </a:cubicBezTo>
                    <a:cubicBezTo>
                      <a:pt x="177" y="70"/>
                      <a:pt x="175" y="72"/>
                      <a:pt x="171" y="73"/>
                    </a:cubicBezTo>
                    <a:cubicBezTo>
                      <a:pt x="168" y="74"/>
                      <a:pt x="163" y="74"/>
                      <a:pt x="157" y="74"/>
                    </a:cubicBezTo>
                    <a:cubicBezTo>
                      <a:pt x="157" y="74"/>
                      <a:pt x="157" y="74"/>
                      <a:pt x="157" y="74"/>
                    </a:cubicBezTo>
                    <a:cubicBezTo>
                      <a:pt x="157" y="74"/>
                      <a:pt x="157" y="74"/>
                      <a:pt x="157" y="74"/>
                    </a:cubicBezTo>
                    <a:cubicBezTo>
                      <a:pt x="139" y="74"/>
                      <a:pt x="105" y="68"/>
                      <a:pt x="72" y="57"/>
                    </a:cubicBezTo>
                    <a:cubicBezTo>
                      <a:pt x="54" y="52"/>
                      <a:pt x="28" y="49"/>
                      <a:pt x="0" y="47"/>
                    </a:cubicBezTo>
                    <a:cubicBezTo>
                      <a:pt x="0" y="51"/>
                      <a:pt x="0" y="51"/>
                      <a:pt x="0" y="51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2" name="Freeform 169">
                <a:extLst>
                  <a:ext uri="{FF2B5EF4-FFF2-40B4-BE49-F238E27FC236}">
                    <a16:creationId xmlns:a16="http://schemas.microsoft.com/office/drawing/2014/main" id="{78B8713B-FFC8-4025-A3E5-FD17DE9FE0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5" y="247"/>
                <a:ext cx="719" cy="746"/>
              </a:xfrm>
              <a:custGeom>
                <a:avLst/>
                <a:gdLst>
                  <a:gd name="T0" fmla="*/ 204 w 494"/>
                  <a:gd name="T1" fmla="*/ 414 h 512"/>
                  <a:gd name="T2" fmla="*/ 259 w 494"/>
                  <a:gd name="T3" fmla="*/ 414 h 512"/>
                  <a:gd name="T4" fmla="*/ 288 w 494"/>
                  <a:gd name="T5" fmla="*/ 438 h 512"/>
                  <a:gd name="T6" fmla="*/ 288 w 494"/>
                  <a:gd name="T7" fmla="*/ 511 h 512"/>
                  <a:gd name="T8" fmla="*/ 296 w 494"/>
                  <a:gd name="T9" fmla="*/ 511 h 512"/>
                  <a:gd name="T10" fmla="*/ 309 w 494"/>
                  <a:gd name="T11" fmla="*/ 457 h 512"/>
                  <a:gd name="T12" fmla="*/ 377 w 494"/>
                  <a:gd name="T13" fmla="*/ 324 h 512"/>
                  <a:gd name="T14" fmla="*/ 473 w 494"/>
                  <a:gd name="T15" fmla="*/ 97 h 512"/>
                  <a:gd name="T16" fmla="*/ 241 w 494"/>
                  <a:gd name="T17" fmla="*/ 127 h 512"/>
                  <a:gd name="T18" fmla="*/ 109 w 494"/>
                  <a:gd name="T19" fmla="*/ 220 h 512"/>
                  <a:gd name="T20" fmla="*/ 86 w 494"/>
                  <a:gd name="T21" fmla="*/ 390 h 512"/>
                  <a:gd name="T22" fmla="*/ 136 w 494"/>
                  <a:gd name="T23" fmla="*/ 481 h 512"/>
                  <a:gd name="T24" fmla="*/ 138 w 494"/>
                  <a:gd name="T25" fmla="*/ 512 h 512"/>
                  <a:gd name="T26" fmla="*/ 147 w 494"/>
                  <a:gd name="T27" fmla="*/ 512 h 512"/>
                  <a:gd name="T28" fmla="*/ 147 w 494"/>
                  <a:gd name="T29" fmla="*/ 443 h 512"/>
                  <a:gd name="T30" fmla="*/ 204 w 494"/>
                  <a:gd name="T31" fmla="*/ 414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94" h="512">
                    <a:moveTo>
                      <a:pt x="204" y="414"/>
                    </a:moveTo>
                    <a:cubicBezTo>
                      <a:pt x="218" y="426"/>
                      <a:pt x="244" y="421"/>
                      <a:pt x="259" y="414"/>
                    </a:cubicBezTo>
                    <a:cubicBezTo>
                      <a:pt x="274" y="407"/>
                      <a:pt x="288" y="413"/>
                      <a:pt x="288" y="438"/>
                    </a:cubicBezTo>
                    <a:cubicBezTo>
                      <a:pt x="287" y="462"/>
                      <a:pt x="288" y="511"/>
                      <a:pt x="288" y="511"/>
                    </a:cubicBezTo>
                    <a:cubicBezTo>
                      <a:pt x="296" y="511"/>
                      <a:pt x="296" y="511"/>
                      <a:pt x="296" y="511"/>
                    </a:cubicBezTo>
                    <a:cubicBezTo>
                      <a:pt x="296" y="511"/>
                      <a:pt x="291" y="486"/>
                      <a:pt x="309" y="457"/>
                    </a:cubicBezTo>
                    <a:cubicBezTo>
                      <a:pt x="327" y="428"/>
                      <a:pt x="398" y="423"/>
                      <a:pt x="377" y="324"/>
                    </a:cubicBezTo>
                    <a:cubicBezTo>
                      <a:pt x="337" y="142"/>
                      <a:pt x="494" y="169"/>
                      <a:pt x="473" y="97"/>
                    </a:cubicBezTo>
                    <a:cubicBezTo>
                      <a:pt x="473" y="97"/>
                      <a:pt x="316" y="0"/>
                      <a:pt x="241" y="127"/>
                    </a:cubicBezTo>
                    <a:cubicBezTo>
                      <a:pt x="194" y="206"/>
                      <a:pt x="217" y="173"/>
                      <a:pt x="109" y="220"/>
                    </a:cubicBezTo>
                    <a:cubicBezTo>
                      <a:pt x="0" y="267"/>
                      <a:pt x="42" y="342"/>
                      <a:pt x="86" y="390"/>
                    </a:cubicBezTo>
                    <a:cubicBezTo>
                      <a:pt x="140" y="449"/>
                      <a:pt x="134" y="449"/>
                      <a:pt x="136" y="481"/>
                    </a:cubicBezTo>
                    <a:cubicBezTo>
                      <a:pt x="138" y="512"/>
                      <a:pt x="138" y="512"/>
                      <a:pt x="138" y="512"/>
                    </a:cubicBezTo>
                    <a:cubicBezTo>
                      <a:pt x="147" y="512"/>
                      <a:pt x="147" y="512"/>
                      <a:pt x="147" y="512"/>
                    </a:cubicBezTo>
                    <a:cubicBezTo>
                      <a:pt x="147" y="512"/>
                      <a:pt x="147" y="458"/>
                      <a:pt x="147" y="443"/>
                    </a:cubicBezTo>
                    <a:cubicBezTo>
                      <a:pt x="147" y="429"/>
                      <a:pt x="172" y="387"/>
                      <a:pt x="204" y="41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dirty="0"/>
              </a:p>
            </p:txBody>
          </p:sp>
          <p:sp>
            <p:nvSpPr>
              <p:cNvPr id="233" name="Freeform 170">
                <a:extLst>
                  <a:ext uri="{FF2B5EF4-FFF2-40B4-BE49-F238E27FC236}">
                    <a16:creationId xmlns:a16="http://schemas.microsoft.com/office/drawing/2014/main" id="{0FD05869-5555-4577-9F54-E8DE20F6DB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2" y="329"/>
                <a:ext cx="649" cy="672"/>
              </a:xfrm>
              <a:custGeom>
                <a:avLst/>
                <a:gdLst>
                  <a:gd name="T0" fmla="*/ 442 w 446"/>
                  <a:gd name="T1" fmla="*/ 36 h 462"/>
                  <a:gd name="T2" fmla="*/ 405 w 446"/>
                  <a:gd name="T3" fmla="*/ 18 h 462"/>
                  <a:gd name="T4" fmla="*/ 320 w 446"/>
                  <a:gd name="T5" fmla="*/ 0 h 462"/>
                  <a:gd name="T6" fmla="*/ 257 w 446"/>
                  <a:gd name="T7" fmla="*/ 14 h 462"/>
                  <a:gd name="T8" fmla="*/ 202 w 446"/>
                  <a:gd name="T9" fmla="*/ 68 h 462"/>
                  <a:gd name="T10" fmla="*/ 177 w 446"/>
                  <a:gd name="T11" fmla="*/ 109 h 462"/>
                  <a:gd name="T12" fmla="*/ 165 w 446"/>
                  <a:gd name="T13" fmla="*/ 122 h 462"/>
                  <a:gd name="T14" fmla="*/ 155 w 446"/>
                  <a:gd name="T15" fmla="*/ 127 h 462"/>
                  <a:gd name="T16" fmla="*/ 126 w 446"/>
                  <a:gd name="T17" fmla="*/ 138 h 462"/>
                  <a:gd name="T18" fmla="*/ 72 w 446"/>
                  <a:gd name="T19" fmla="*/ 159 h 462"/>
                  <a:gd name="T20" fmla="*/ 17 w 446"/>
                  <a:gd name="T21" fmla="*/ 198 h 462"/>
                  <a:gd name="T22" fmla="*/ 0 w 446"/>
                  <a:gd name="T23" fmla="*/ 243 h 462"/>
                  <a:gd name="T24" fmla="*/ 15 w 446"/>
                  <a:gd name="T25" fmla="*/ 294 h 462"/>
                  <a:gd name="T26" fmla="*/ 48 w 446"/>
                  <a:gd name="T27" fmla="*/ 338 h 462"/>
                  <a:gd name="T28" fmla="*/ 91 w 446"/>
                  <a:gd name="T29" fmla="*/ 392 h 462"/>
                  <a:gd name="T30" fmla="*/ 95 w 446"/>
                  <a:gd name="T31" fmla="*/ 406 h 462"/>
                  <a:gd name="T32" fmla="*/ 96 w 446"/>
                  <a:gd name="T33" fmla="*/ 425 h 462"/>
                  <a:gd name="T34" fmla="*/ 98 w 446"/>
                  <a:gd name="T35" fmla="*/ 456 h 462"/>
                  <a:gd name="T36" fmla="*/ 104 w 446"/>
                  <a:gd name="T37" fmla="*/ 462 h 462"/>
                  <a:gd name="T38" fmla="*/ 110 w 446"/>
                  <a:gd name="T39" fmla="*/ 456 h 462"/>
                  <a:gd name="T40" fmla="*/ 108 w 446"/>
                  <a:gd name="T41" fmla="*/ 424 h 462"/>
                  <a:gd name="T42" fmla="*/ 107 w 446"/>
                  <a:gd name="T43" fmla="*/ 405 h 462"/>
                  <a:gd name="T44" fmla="*/ 104 w 446"/>
                  <a:gd name="T45" fmla="*/ 392 h 462"/>
                  <a:gd name="T46" fmla="*/ 90 w 446"/>
                  <a:gd name="T47" fmla="*/ 368 h 462"/>
                  <a:gd name="T48" fmla="*/ 56 w 446"/>
                  <a:gd name="T49" fmla="*/ 330 h 462"/>
                  <a:gd name="T50" fmla="*/ 25 w 446"/>
                  <a:gd name="T51" fmla="*/ 288 h 462"/>
                  <a:gd name="T52" fmla="*/ 12 w 446"/>
                  <a:gd name="T53" fmla="*/ 243 h 462"/>
                  <a:gd name="T54" fmla="*/ 26 w 446"/>
                  <a:gd name="T55" fmla="*/ 205 h 462"/>
                  <a:gd name="T56" fmla="*/ 77 w 446"/>
                  <a:gd name="T57" fmla="*/ 170 h 462"/>
                  <a:gd name="T58" fmla="*/ 137 w 446"/>
                  <a:gd name="T59" fmla="*/ 147 h 462"/>
                  <a:gd name="T60" fmla="*/ 161 w 446"/>
                  <a:gd name="T61" fmla="*/ 138 h 462"/>
                  <a:gd name="T62" fmla="*/ 174 w 446"/>
                  <a:gd name="T63" fmla="*/ 130 h 462"/>
                  <a:gd name="T64" fmla="*/ 190 w 446"/>
                  <a:gd name="T65" fmla="*/ 111 h 462"/>
                  <a:gd name="T66" fmla="*/ 212 w 446"/>
                  <a:gd name="T67" fmla="*/ 74 h 462"/>
                  <a:gd name="T68" fmla="*/ 262 w 446"/>
                  <a:gd name="T69" fmla="*/ 25 h 462"/>
                  <a:gd name="T70" fmla="*/ 320 w 446"/>
                  <a:gd name="T71" fmla="*/ 12 h 462"/>
                  <a:gd name="T72" fmla="*/ 401 w 446"/>
                  <a:gd name="T73" fmla="*/ 29 h 462"/>
                  <a:gd name="T74" fmla="*/ 426 w 446"/>
                  <a:gd name="T75" fmla="*/ 41 h 462"/>
                  <a:gd name="T76" fmla="*/ 434 w 446"/>
                  <a:gd name="T77" fmla="*/ 44 h 462"/>
                  <a:gd name="T78" fmla="*/ 435 w 446"/>
                  <a:gd name="T79" fmla="*/ 45 h 462"/>
                  <a:gd name="T80" fmla="*/ 436 w 446"/>
                  <a:gd name="T81" fmla="*/ 46 h 462"/>
                  <a:gd name="T82" fmla="*/ 436 w 446"/>
                  <a:gd name="T83" fmla="*/ 46 h 462"/>
                  <a:gd name="T84" fmla="*/ 444 w 446"/>
                  <a:gd name="T85" fmla="*/ 44 h 462"/>
                  <a:gd name="T86" fmla="*/ 442 w 446"/>
                  <a:gd name="T87" fmla="*/ 36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46" h="462">
                    <a:moveTo>
                      <a:pt x="442" y="36"/>
                    </a:moveTo>
                    <a:cubicBezTo>
                      <a:pt x="442" y="35"/>
                      <a:pt x="427" y="27"/>
                      <a:pt x="405" y="18"/>
                    </a:cubicBezTo>
                    <a:cubicBezTo>
                      <a:pt x="382" y="9"/>
                      <a:pt x="352" y="0"/>
                      <a:pt x="320" y="0"/>
                    </a:cubicBezTo>
                    <a:cubicBezTo>
                      <a:pt x="299" y="0"/>
                      <a:pt x="277" y="3"/>
                      <a:pt x="257" y="14"/>
                    </a:cubicBezTo>
                    <a:cubicBezTo>
                      <a:pt x="236" y="25"/>
                      <a:pt x="217" y="42"/>
                      <a:pt x="202" y="68"/>
                    </a:cubicBezTo>
                    <a:cubicBezTo>
                      <a:pt x="190" y="88"/>
                      <a:pt x="183" y="100"/>
                      <a:pt x="177" y="109"/>
                    </a:cubicBezTo>
                    <a:cubicBezTo>
                      <a:pt x="172" y="115"/>
                      <a:pt x="169" y="119"/>
                      <a:pt x="165" y="122"/>
                    </a:cubicBezTo>
                    <a:cubicBezTo>
                      <a:pt x="162" y="124"/>
                      <a:pt x="159" y="126"/>
                      <a:pt x="155" y="127"/>
                    </a:cubicBezTo>
                    <a:cubicBezTo>
                      <a:pt x="148" y="130"/>
                      <a:pt x="139" y="133"/>
                      <a:pt x="126" y="138"/>
                    </a:cubicBezTo>
                    <a:cubicBezTo>
                      <a:pt x="113" y="142"/>
                      <a:pt x="95" y="149"/>
                      <a:pt x="72" y="159"/>
                    </a:cubicBezTo>
                    <a:cubicBezTo>
                      <a:pt x="46" y="170"/>
                      <a:pt x="28" y="183"/>
                      <a:pt x="17" y="198"/>
                    </a:cubicBezTo>
                    <a:cubicBezTo>
                      <a:pt x="5" y="212"/>
                      <a:pt x="0" y="228"/>
                      <a:pt x="0" y="243"/>
                    </a:cubicBezTo>
                    <a:cubicBezTo>
                      <a:pt x="0" y="261"/>
                      <a:pt x="6" y="278"/>
                      <a:pt x="15" y="294"/>
                    </a:cubicBezTo>
                    <a:cubicBezTo>
                      <a:pt x="24" y="310"/>
                      <a:pt x="36" y="325"/>
                      <a:pt x="48" y="338"/>
                    </a:cubicBezTo>
                    <a:cubicBezTo>
                      <a:pt x="75" y="367"/>
                      <a:pt x="87" y="382"/>
                      <a:pt x="91" y="392"/>
                    </a:cubicBezTo>
                    <a:cubicBezTo>
                      <a:pt x="94" y="397"/>
                      <a:pt x="95" y="401"/>
                      <a:pt x="95" y="406"/>
                    </a:cubicBezTo>
                    <a:cubicBezTo>
                      <a:pt x="96" y="411"/>
                      <a:pt x="96" y="417"/>
                      <a:pt x="96" y="425"/>
                    </a:cubicBezTo>
                    <a:cubicBezTo>
                      <a:pt x="98" y="456"/>
                      <a:pt x="98" y="456"/>
                      <a:pt x="98" y="456"/>
                    </a:cubicBezTo>
                    <a:cubicBezTo>
                      <a:pt x="98" y="460"/>
                      <a:pt x="101" y="462"/>
                      <a:pt x="104" y="462"/>
                    </a:cubicBezTo>
                    <a:cubicBezTo>
                      <a:pt x="108" y="462"/>
                      <a:pt x="110" y="459"/>
                      <a:pt x="110" y="456"/>
                    </a:cubicBezTo>
                    <a:cubicBezTo>
                      <a:pt x="110" y="456"/>
                      <a:pt x="110" y="456"/>
                      <a:pt x="108" y="424"/>
                    </a:cubicBezTo>
                    <a:cubicBezTo>
                      <a:pt x="108" y="417"/>
                      <a:pt x="108" y="411"/>
                      <a:pt x="107" y="405"/>
                    </a:cubicBezTo>
                    <a:cubicBezTo>
                      <a:pt x="107" y="401"/>
                      <a:pt x="106" y="396"/>
                      <a:pt x="104" y="392"/>
                    </a:cubicBezTo>
                    <a:cubicBezTo>
                      <a:pt x="102" y="385"/>
                      <a:pt x="97" y="378"/>
                      <a:pt x="90" y="368"/>
                    </a:cubicBezTo>
                    <a:cubicBezTo>
                      <a:pt x="82" y="358"/>
                      <a:pt x="72" y="346"/>
                      <a:pt x="56" y="330"/>
                    </a:cubicBezTo>
                    <a:cubicBezTo>
                      <a:pt x="45" y="317"/>
                      <a:pt x="34" y="303"/>
                      <a:pt x="25" y="288"/>
                    </a:cubicBezTo>
                    <a:cubicBezTo>
                      <a:pt x="17" y="274"/>
                      <a:pt x="12" y="258"/>
                      <a:pt x="12" y="243"/>
                    </a:cubicBezTo>
                    <a:cubicBezTo>
                      <a:pt x="12" y="230"/>
                      <a:pt x="16" y="218"/>
                      <a:pt x="26" y="205"/>
                    </a:cubicBezTo>
                    <a:cubicBezTo>
                      <a:pt x="36" y="193"/>
                      <a:pt x="52" y="181"/>
                      <a:pt x="77" y="170"/>
                    </a:cubicBezTo>
                    <a:cubicBezTo>
                      <a:pt x="104" y="158"/>
                      <a:pt x="123" y="152"/>
                      <a:pt x="137" y="147"/>
                    </a:cubicBezTo>
                    <a:cubicBezTo>
                      <a:pt x="147" y="143"/>
                      <a:pt x="154" y="141"/>
                      <a:pt x="161" y="138"/>
                    </a:cubicBezTo>
                    <a:cubicBezTo>
                      <a:pt x="166" y="136"/>
                      <a:pt x="170" y="133"/>
                      <a:pt x="174" y="130"/>
                    </a:cubicBezTo>
                    <a:cubicBezTo>
                      <a:pt x="179" y="126"/>
                      <a:pt x="184" y="120"/>
                      <a:pt x="190" y="111"/>
                    </a:cubicBezTo>
                    <a:cubicBezTo>
                      <a:pt x="195" y="102"/>
                      <a:pt x="202" y="91"/>
                      <a:pt x="212" y="74"/>
                    </a:cubicBezTo>
                    <a:cubicBezTo>
                      <a:pt x="226" y="50"/>
                      <a:pt x="244" y="34"/>
                      <a:pt x="262" y="25"/>
                    </a:cubicBezTo>
                    <a:cubicBezTo>
                      <a:pt x="280" y="15"/>
                      <a:pt x="300" y="12"/>
                      <a:pt x="320" y="12"/>
                    </a:cubicBezTo>
                    <a:cubicBezTo>
                      <a:pt x="350" y="12"/>
                      <a:pt x="379" y="20"/>
                      <a:pt x="401" y="29"/>
                    </a:cubicBezTo>
                    <a:cubicBezTo>
                      <a:pt x="411" y="33"/>
                      <a:pt x="420" y="37"/>
                      <a:pt x="426" y="41"/>
                    </a:cubicBezTo>
                    <a:cubicBezTo>
                      <a:pt x="430" y="42"/>
                      <a:pt x="432" y="43"/>
                      <a:pt x="434" y="44"/>
                    </a:cubicBezTo>
                    <a:cubicBezTo>
                      <a:pt x="434" y="45"/>
                      <a:pt x="435" y="45"/>
                      <a:pt x="435" y="45"/>
                    </a:cubicBezTo>
                    <a:cubicBezTo>
                      <a:pt x="436" y="46"/>
                      <a:pt x="436" y="46"/>
                      <a:pt x="436" y="46"/>
                    </a:cubicBezTo>
                    <a:cubicBezTo>
                      <a:pt x="436" y="46"/>
                      <a:pt x="436" y="46"/>
                      <a:pt x="436" y="46"/>
                    </a:cubicBezTo>
                    <a:cubicBezTo>
                      <a:pt x="439" y="48"/>
                      <a:pt x="443" y="47"/>
                      <a:pt x="444" y="44"/>
                    </a:cubicBezTo>
                    <a:cubicBezTo>
                      <a:pt x="446" y="41"/>
                      <a:pt x="445" y="37"/>
                      <a:pt x="442" y="36"/>
                    </a:cubicBezTo>
                    <a:close/>
                  </a:path>
                </a:pathLst>
              </a:custGeom>
              <a:solidFill>
                <a:srgbClr val="085E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4" name="Freeform 171">
                <a:extLst>
                  <a:ext uri="{FF2B5EF4-FFF2-40B4-BE49-F238E27FC236}">
                    <a16:creationId xmlns:a16="http://schemas.microsoft.com/office/drawing/2014/main" id="{56366954-06BF-4E7E-B6F0-31248D69C7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0" y="505"/>
                <a:ext cx="258" cy="106"/>
              </a:xfrm>
              <a:custGeom>
                <a:avLst/>
                <a:gdLst>
                  <a:gd name="T0" fmla="*/ 108 w 177"/>
                  <a:gd name="T1" fmla="*/ 73 h 73"/>
                  <a:gd name="T2" fmla="*/ 177 w 177"/>
                  <a:gd name="T3" fmla="*/ 54 h 73"/>
                  <a:gd name="T4" fmla="*/ 46 w 177"/>
                  <a:gd name="T5" fmla="*/ 3 h 73"/>
                  <a:gd name="T6" fmla="*/ 0 w 177"/>
                  <a:gd name="T7" fmla="*/ 0 h 73"/>
                  <a:gd name="T8" fmla="*/ 108 w 177"/>
                  <a:gd name="T9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7" h="73">
                    <a:moveTo>
                      <a:pt x="108" y="73"/>
                    </a:moveTo>
                    <a:cubicBezTo>
                      <a:pt x="140" y="67"/>
                      <a:pt x="162" y="60"/>
                      <a:pt x="177" y="54"/>
                    </a:cubicBezTo>
                    <a:cubicBezTo>
                      <a:pt x="96" y="56"/>
                      <a:pt x="46" y="3"/>
                      <a:pt x="46" y="3"/>
                    </a:cubicBezTo>
                    <a:cubicBezTo>
                      <a:pt x="46" y="3"/>
                      <a:pt x="29" y="6"/>
                      <a:pt x="0" y="0"/>
                    </a:cubicBezTo>
                    <a:cubicBezTo>
                      <a:pt x="37" y="55"/>
                      <a:pt x="108" y="73"/>
                      <a:pt x="108" y="73"/>
                    </a:cubicBezTo>
                    <a:close/>
                  </a:path>
                </a:pathLst>
              </a:custGeom>
              <a:solidFill>
                <a:srgbClr val="4BB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5" name="Freeform 172">
                <a:extLst>
                  <a:ext uri="{FF2B5EF4-FFF2-40B4-BE49-F238E27FC236}">
                    <a16:creationId xmlns:a16="http://schemas.microsoft.com/office/drawing/2014/main" id="{AF8A9074-0307-4F15-897D-6F8E867E4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3" y="361"/>
                <a:ext cx="283" cy="195"/>
              </a:xfrm>
              <a:custGeom>
                <a:avLst/>
                <a:gdLst>
                  <a:gd name="T0" fmla="*/ 0 w 195"/>
                  <a:gd name="T1" fmla="*/ 16 h 134"/>
                  <a:gd name="T2" fmla="*/ 113 w 195"/>
                  <a:gd name="T3" fmla="*/ 0 h 134"/>
                  <a:gd name="T4" fmla="*/ 195 w 195"/>
                  <a:gd name="T5" fmla="*/ 91 h 134"/>
                  <a:gd name="T6" fmla="*/ 86 w 195"/>
                  <a:gd name="T7" fmla="*/ 134 h 134"/>
                  <a:gd name="T8" fmla="*/ 0 w 195"/>
                  <a:gd name="T9" fmla="*/ 16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5" h="134">
                    <a:moveTo>
                      <a:pt x="0" y="16"/>
                    </a:moveTo>
                    <a:cubicBezTo>
                      <a:pt x="0" y="16"/>
                      <a:pt x="38" y="28"/>
                      <a:pt x="113" y="0"/>
                    </a:cubicBezTo>
                    <a:cubicBezTo>
                      <a:pt x="113" y="0"/>
                      <a:pt x="131" y="53"/>
                      <a:pt x="195" y="91"/>
                    </a:cubicBezTo>
                    <a:cubicBezTo>
                      <a:pt x="195" y="91"/>
                      <a:pt x="184" y="116"/>
                      <a:pt x="86" y="134"/>
                    </a:cubicBezTo>
                    <a:cubicBezTo>
                      <a:pt x="86" y="134"/>
                      <a:pt x="23" y="100"/>
                      <a:pt x="0" y="1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6" name="Freeform 173">
                <a:extLst>
                  <a:ext uri="{FF2B5EF4-FFF2-40B4-BE49-F238E27FC236}">
                    <a16:creationId xmlns:a16="http://schemas.microsoft.com/office/drawing/2014/main" id="{D60AD203-ADBF-47A8-B1C3-1679D31A4E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0" y="358"/>
                <a:ext cx="289" cy="201"/>
              </a:xfrm>
              <a:custGeom>
                <a:avLst/>
                <a:gdLst>
                  <a:gd name="T0" fmla="*/ 2 w 199"/>
                  <a:gd name="T1" fmla="*/ 18 h 138"/>
                  <a:gd name="T2" fmla="*/ 1 w 199"/>
                  <a:gd name="T3" fmla="*/ 20 h 138"/>
                  <a:gd name="T4" fmla="*/ 27 w 199"/>
                  <a:gd name="T5" fmla="*/ 22 h 138"/>
                  <a:gd name="T6" fmla="*/ 116 w 199"/>
                  <a:gd name="T7" fmla="*/ 4 h 138"/>
                  <a:gd name="T8" fmla="*/ 115 w 199"/>
                  <a:gd name="T9" fmla="*/ 2 h 138"/>
                  <a:gd name="T10" fmla="*/ 113 w 199"/>
                  <a:gd name="T11" fmla="*/ 3 h 138"/>
                  <a:gd name="T12" fmla="*/ 196 w 199"/>
                  <a:gd name="T13" fmla="*/ 94 h 138"/>
                  <a:gd name="T14" fmla="*/ 197 w 199"/>
                  <a:gd name="T15" fmla="*/ 93 h 138"/>
                  <a:gd name="T16" fmla="*/ 195 w 199"/>
                  <a:gd name="T17" fmla="*/ 92 h 138"/>
                  <a:gd name="T18" fmla="*/ 196 w 199"/>
                  <a:gd name="T19" fmla="*/ 92 h 138"/>
                  <a:gd name="T20" fmla="*/ 195 w 199"/>
                  <a:gd name="T21" fmla="*/ 92 h 138"/>
                  <a:gd name="T22" fmla="*/ 195 w 199"/>
                  <a:gd name="T23" fmla="*/ 92 h 138"/>
                  <a:gd name="T24" fmla="*/ 196 w 199"/>
                  <a:gd name="T25" fmla="*/ 92 h 138"/>
                  <a:gd name="T26" fmla="*/ 195 w 199"/>
                  <a:gd name="T27" fmla="*/ 92 h 138"/>
                  <a:gd name="T28" fmla="*/ 195 w 199"/>
                  <a:gd name="T29" fmla="*/ 93 h 138"/>
                  <a:gd name="T30" fmla="*/ 88 w 199"/>
                  <a:gd name="T31" fmla="*/ 134 h 138"/>
                  <a:gd name="T32" fmla="*/ 88 w 199"/>
                  <a:gd name="T33" fmla="*/ 136 h 138"/>
                  <a:gd name="T34" fmla="*/ 89 w 199"/>
                  <a:gd name="T35" fmla="*/ 135 h 138"/>
                  <a:gd name="T36" fmla="*/ 88 w 199"/>
                  <a:gd name="T37" fmla="*/ 134 h 138"/>
                  <a:gd name="T38" fmla="*/ 4 w 199"/>
                  <a:gd name="T39" fmla="*/ 17 h 138"/>
                  <a:gd name="T40" fmla="*/ 2 w 199"/>
                  <a:gd name="T41" fmla="*/ 18 h 138"/>
                  <a:gd name="T42" fmla="*/ 1 w 199"/>
                  <a:gd name="T43" fmla="*/ 20 h 138"/>
                  <a:gd name="T44" fmla="*/ 2 w 199"/>
                  <a:gd name="T45" fmla="*/ 18 h 138"/>
                  <a:gd name="T46" fmla="*/ 0 w 199"/>
                  <a:gd name="T47" fmla="*/ 18 h 138"/>
                  <a:gd name="T48" fmla="*/ 87 w 199"/>
                  <a:gd name="T49" fmla="*/ 138 h 138"/>
                  <a:gd name="T50" fmla="*/ 88 w 199"/>
                  <a:gd name="T51" fmla="*/ 138 h 138"/>
                  <a:gd name="T52" fmla="*/ 180 w 199"/>
                  <a:gd name="T53" fmla="*/ 110 h 138"/>
                  <a:gd name="T54" fmla="*/ 199 w 199"/>
                  <a:gd name="T55" fmla="*/ 94 h 138"/>
                  <a:gd name="T56" fmla="*/ 198 w 199"/>
                  <a:gd name="T57" fmla="*/ 91 h 138"/>
                  <a:gd name="T58" fmla="*/ 134 w 199"/>
                  <a:gd name="T59" fmla="*/ 32 h 138"/>
                  <a:gd name="T60" fmla="*/ 121 w 199"/>
                  <a:gd name="T61" fmla="*/ 10 h 138"/>
                  <a:gd name="T62" fmla="*/ 118 w 199"/>
                  <a:gd name="T63" fmla="*/ 4 h 138"/>
                  <a:gd name="T64" fmla="*/ 117 w 199"/>
                  <a:gd name="T65" fmla="*/ 2 h 138"/>
                  <a:gd name="T66" fmla="*/ 117 w 199"/>
                  <a:gd name="T67" fmla="*/ 2 h 138"/>
                  <a:gd name="T68" fmla="*/ 116 w 199"/>
                  <a:gd name="T69" fmla="*/ 0 h 138"/>
                  <a:gd name="T70" fmla="*/ 115 w 199"/>
                  <a:gd name="T71" fmla="*/ 0 h 138"/>
                  <a:gd name="T72" fmla="*/ 27 w 199"/>
                  <a:gd name="T73" fmla="*/ 18 h 138"/>
                  <a:gd name="T74" fmla="*/ 8 w 199"/>
                  <a:gd name="T75" fmla="*/ 17 h 138"/>
                  <a:gd name="T76" fmla="*/ 4 w 199"/>
                  <a:gd name="T77" fmla="*/ 16 h 138"/>
                  <a:gd name="T78" fmla="*/ 3 w 199"/>
                  <a:gd name="T79" fmla="*/ 16 h 138"/>
                  <a:gd name="T80" fmla="*/ 2 w 199"/>
                  <a:gd name="T81" fmla="*/ 16 h 138"/>
                  <a:gd name="T82" fmla="*/ 2 w 199"/>
                  <a:gd name="T83" fmla="*/ 16 h 138"/>
                  <a:gd name="T84" fmla="*/ 0 w 199"/>
                  <a:gd name="T85" fmla="*/ 16 h 138"/>
                  <a:gd name="T86" fmla="*/ 0 w 199"/>
                  <a:gd name="T87" fmla="*/ 18 h 138"/>
                  <a:gd name="T88" fmla="*/ 2 w 199"/>
                  <a:gd name="T89" fmla="*/ 1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99" h="138">
                    <a:moveTo>
                      <a:pt x="2" y="18"/>
                    </a:moveTo>
                    <a:cubicBezTo>
                      <a:pt x="1" y="20"/>
                      <a:pt x="1" y="20"/>
                      <a:pt x="1" y="20"/>
                    </a:cubicBezTo>
                    <a:cubicBezTo>
                      <a:pt x="1" y="20"/>
                      <a:pt x="10" y="22"/>
                      <a:pt x="27" y="22"/>
                    </a:cubicBezTo>
                    <a:cubicBezTo>
                      <a:pt x="46" y="22"/>
                      <a:pt x="76" y="19"/>
                      <a:pt x="116" y="4"/>
                    </a:cubicBezTo>
                    <a:cubicBezTo>
                      <a:pt x="115" y="2"/>
                      <a:pt x="115" y="2"/>
                      <a:pt x="115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4" y="3"/>
                      <a:pt x="131" y="56"/>
                      <a:pt x="196" y="94"/>
                    </a:cubicBezTo>
                    <a:cubicBezTo>
                      <a:pt x="197" y="93"/>
                      <a:pt x="197" y="93"/>
                      <a:pt x="197" y="93"/>
                    </a:cubicBezTo>
                    <a:cubicBezTo>
                      <a:pt x="195" y="92"/>
                      <a:pt x="195" y="92"/>
                      <a:pt x="195" y="92"/>
                    </a:cubicBezTo>
                    <a:cubicBezTo>
                      <a:pt x="196" y="92"/>
                      <a:pt x="196" y="92"/>
                      <a:pt x="196" y="92"/>
                    </a:cubicBezTo>
                    <a:cubicBezTo>
                      <a:pt x="195" y="92"/>
                      <a:pt x="195" y="92"/>
                      <a:pt x="195" y="92"/>
                    </a:cubicBezTo>
                    <a:cubicBezTo>
                      <a:pt x="195" y="92"/>
                      <a:pt x="195" y="92"/>
                      <a:pt x="195" y="92"/>
                    </a:cubicBezTo>
                    <a:cubicBezTo>
                      <a:pt x="196" y="92"/>
                      <a:pt x="196" y="92"/>
                      <a:pt x="196" y="92"/>
                    </a:cubicBezTo>
                    <a:cubicBezTo>
                      <a:pt x="195" y="92"/>
                      <a:pt x="195" y="92"/>
                      <a:pt x="195" y="92"/>
                    </a:cubicBezTo>
                    <a:cubicBezTo>
                      <a:pt x="195" y="92"/>
                      <a:pt x="195" y="92"/>
                      <a:pt x="195" y="93"/>
                    </a:cubicBezTo>
                    <a:cubicBezTo>
                      <a:pt x="191" y="98"/>
                      <a:pt x="172" y="119"/>
                      <a:pt x="88" y="134"/>
                    </a:cubicBezTo>
                    <a:cubicBezTo>
                      <a:pt x="88" y="136"/>
                      <a:pt x="88" y="136"/>
                      <a:pt x="88" y="136"/>
                    </a:cubicBezTo>
                    <a:cubicBezTo>
                      <a:pt x="89" y="135"/>
                      <a:pt x="89" y="135"/>
                      <a:pt x="89" y="135"/>
                    </a:cubicBezTo>
                    <a:cubicBezTo>
                      <a:pt x="89" y="135"/>
                      <a:pt x="89" y="134"/>
                      <a:pt x="88" y="134"/>
                    </a:cubicBezTo>
                    <a:cubicBezTo>
                      <a:pt x="82" y="130"/>
                      <a:pt x="25" y="95"/>
                      <a:pt x="4" y="17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23" y="103"/>
                      <a:pt x="87" y="138"/>
                      <a:pt x="87" y="138"/>
                    </a:cubicBezTo>
                    <a:cubicBezTo>
                      <a:pt x="88" y="138"/>
                      <a:pt x="88" y="138"/>
                      <a:pt x="88" y="138"/>
                    </a:cubicBezTo>
                    <a:cubicBezTo>
                      <a:pt x="138" y="129"/>
                      <a:pt x="165" y="118"/>
                      <a:pt x="180" y="110"/>
                    </a:cubicBezTo>
                    <a:cubicBezTo>
                      <a:pt x="196" y="101"/>
                      <a:pt x="199" y="94"/>
                      <a:pt x="199" y="94"/>
                    </a:cubicBezTo>
                    <a:cubicBezTo>
                      <a:pt x="199" y="93"/>
                      <a:pt x="199" y="92"/>
                      <a:pt x="198" y="91"/>
                    </a:cubicBezTo>
                    <a:cubicBezTo>
                      <a:pt x="166" y="72"/>
                      <a:pt x="146" y="50"/>
                      <a:pt x="134" y="32"/>
                    </a:cubicBezTo>
                    <a:cubicBezTo>
                      <a:pt x="128" y="23"/>
                      <a:pt x="123" y="16"/>
                      <a:pt x="121" y="10"/>
                    </a:cubicBezTo>
                    <a:cubicBezTo>
                      <a:pt x="120" y="7"/>
                      <a:pt x="119" y="5"/>
                      <a:pt x="118" y="4"/>
                    </a:cubicBezTo>
                    <a:cubicBezTo>
                      <a:pt x="118" y="3"/>
                      <a:pt x="118" y="3"/>
                      <a:pt x="117" y="2"/>
                    </a:cubicBezTo>
                    <a:cubicBezTo>
                      <a:pt x="117" y="2"/>
                      <a:pt x="117" y="2"/>
                      <a:pt x="117" y="2"/>
                    </a:cubicBezTo>
                    <a:cubicBezTo>
                      <a:pt x="117" y="1"/>
                      <a:pt x="117" y="1"/>
                      <a:pt x="116" y="0"/>
                    </a:cubicBezTo>
                    <a:cubicBezTo>
                      <a:pt x="116" y="0"/>
                      <a:pt x="115" y="0"/>
                      <a:pt x="115" y="0"/>
                    </a:cubicBezTo>
                    <a:cubicBezTo>
                      <a:pt x="75" y="15"/>
                      <a:pt x="45" y="18"/>
                      <a:pt x="27" y="18"/>
                    </a:cubicBezTo>
                    <a:cubicBezTo>
                      <a:pt x="18" y="18"/>
                      <a:pt x="12" y="18"/>
                      <a:pt x="8" y="17"/>
                    </a:cubicBezTo>
                    <a:cubicBezTo>
                      <a:pt x="6" y="17"/>
                      <a:pt x="5" y="16"/>
                      <a:pt x="4" y="16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2" y="16"/>
                      <a:pt x="2" y="16"/>
                      <a:pt x="2" y="16"/>
                    </a:cubicBezTo>
                    <a:cubicBezTo>
                      <a:pt x="2" y="16"/>
                      <a:pt x="2" y="16"/>
                      <a:pt x="2" y="16"/>
                    </a:cubicBezTo>
                    <a:cubicBezTo>
                      <a:pt x="2" y="16"/>
                      <a:pt x="1" y="16"/>
                      <a:pt x="0" y="16"/>
                    </a:cubicBezTo>
                    <a:cubicBezTo>
                      <a:pt x="0" y="17"/>
                      <a:pt x="0" y="18"/>
                      <a:pt x="0" y="18"/>
                    </a:cubicBezTo>
                    <a:lnTo>
                      <a:pt x="2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7" name="Freeform 174">
                <a:extLst>
                  <a:ext uri="{FF2B5EF4-FFF2-40B4-BE49-F238E27FC236}">
                    <a16:creationId xmlns:a16="http://schemas.microsoft.com/office/drawing/2014/main" id="{D686BF8A-C358-4A1A-A497-E96D25D4C1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6" y="972"/>
                <a:ext cx="176" cy="242"/>
              </a:xfrm>
              <a:custGeom>
                <a:avLst/>
                <a:gdLst>
                  <a:gd name="T0" fmla="*/ 0 w 121"/>
                  <a:gd name="T1" fmla="*/ 13 h 166"/>
                  <a:gd name="T2" fmla="*/ 76 w 121"/>
                  <a:gd name="T3" fmla="*/ 160 h 166"/>
                  <a:gd name="T4" fmla="*/ 103 w 121"/>
                  <a:gd name="T5" fmla="*/ 155 h 166"/>
                  <a:gd name="T6" fmla="*/ 121 w 121"/>
                  <a:gd name="T7" fmla="*/ 145 h 166"/>
                  <a:gd name="T8" fmla="*/ 42 w 121"/>
                  <a:gd name="T9" fmla="*/ 0 h 166"/>
                  <a:gd name="T10" fmla="*/ 0 w 121"/>
                  <a:gd name="T11" fmla="*/ 13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66">
                    <a:moveTo>
                      <a:pt x="0" y="13"/>
                    </a:moveTo>
                    <a:cubicBezTo>
                      <a:pt x="76" y="160"/>
                      <a:pt x="76" y="160"/>
                      <a:pt x="76" y="160"/>
                    </a:cubicBezTo>
                    <a:cubicBezTo>
                      <a:pt x="76" y="160"/>
                      <a:pt x="85" y="166"/>
                      <a:pt x="103" y="155"/>
                    </a:cubicBezTo>
                    <a:cubicBezTo>
                      <a:pt x="121" y="145"/>
                      <a:pt x="121" y="145"/>
                      <a:pt x="121" y="145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14" y="17"/>
                      <a:pt x="0" y="13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8" name="Freeform 175">
                <a:extLst>
                  <a:ext uri="{FF2B5EF4-FFF2-40B4-BE49-F238E27FC236}">
                    <a16:creationId xmlns:a16="http://schemas.microsoft.com/office/drawing/2014/main" id="{C1814222-6FDF-4680-851C-A3EF03A452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4" y="693"/>
                <a:ext cx="17" cy="275"/>
              </a:xfrm>
              <a:custGeom>
                <a:avLst/>
                <a:gdLst>
                  <a:gd name="T0" fmla="*/ 0 w 12"/>
                  <a:gd name="T1" fmla="*/ 6 h 189"/>
                  <a:gd name="T2" fmla="*/ 0 w 12"/>
                  <a:gd name="T3" fmla="*/ 183 h 189"/>
                  <a:gd name="T4" fmla="*/ 6 w 12"/>
                  <a:gd name="T5" fmla="*/ 189 h 189"/>
                  <a:gd name="T6" fmla="*/ 12 w 12"/>
                  <a:gd name="T7" fmla="*/ 183 h 189"/>
                  <a:gd name="T8" fmla="*/ 12 w 12"/>
                  <a:gd name="T9" fmla="*/ 6 h 189"/>
                  <a:gd name="T10" fmla="*/ 6 w 12"/>
                  <a:gd name="T11" fmla="*/ 0 h 189"/>
                  <a:gd name="T12" fmla="*/ 0 w 12"/>
                  <a:gd name="T13" fmla="*/ 6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89">
                    <a:moveTo>
                      <a:pt x="0" y="6"/>
                    </a:moveTo>
                    <a:cubicBezTo>
                      <a:pt x="0" y="183"/>
                      <a:pt x="0" y="183"/>
                      <a:pt x="0" y="183"/>
                    </a:cubicBezTo>
                    <a:cubicBezTo>
                      <a:pt x="0" y="187"/>
                      <a:pt x="3" y="189"/>
                      <a:pt x="6" y="189"/>
                    </a:cubicBezTo>
                    <a:cubicBezTo>
                      <a:pt x="9" y="189"/>
                      <a:pt x="12" y="187"/>
                      <a:pt x="12" y="183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2" y="2"/>
                      <a:pt x="9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</a:path>
                </a:pathLst>
              </a:custGeom>
              <a:solidFill>
                <a:srgbClr val="085E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9" name="Freeform 176">
                <a:extLst>
                  <a:ext uri="{FF2B5EF4-FFF2-40B4-BE49-F238E27FC236}">
                    <a16:creationId xmlns:a16="http://schemas.microsoft.com/office/drawing/2014/main" id="{B6BC68EA-C380-464A-9281-A694F21F6F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4" y="1191"/>
                <a:ext cx="18" cy="275"/>
              </a:xfrm>
              <a:custGeom>
                <a:avLst/>
                <a:gdLst>
                  <a:gd name="T0" fmla="*/ 0 w 12"/>
                  <a:gd name="T1" fmla="*/ 6 h 189"/>
                  <a:gd name="T2" fmla="*/ 0 w 12"/>
                  <a:gd name="T3" fmla="*/ 183 h 189"/>
                  <a:gd name="T4" fmla="*/ 6 w 12"/>
                  <a:gd name="T5" fmla="*/ 189 h 189"/>
                  <a:gd name="T6" fmla="*/ 12 w 12"/>
                  <a:gd name="T7" fmla="*/ 183 h 189"/>
                  <a:gd name="T8" fmla="*/ 12 w 12"/>
                  <a:gd name="T9" fmla="*/ 6 h 189"/>
                  <a:gd name="T10" fmla="*/ 6 w 12"/>
                  <a:gd name="T11" fmla="*/ 0 h 189"/>
                  <a:gd name="T12" fmla="*/ 0 w 12"/>
                  <a:gd name="T13" fmla="*/ 6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89">
                    <a:moveTo>
                      <a:pt x="0" y="6"/>
                    </a:moveTo>
                    <a:cubicBezTo>
                      <a:pt x="0" y="183"/>
                      <a:pt x="0" y="183"/>
                      <a:pt x="0" y="183"/>
                    </a:cubicBezTo>
                    <a:cubicBezTo>
                      <a:pt x="0" y="187"/>
                      <a:pt x="3" y="189"/>
                      <a:pt x="6" y="189"/>
                    </a:cubicBezTo>
                    <a:cubicBezTo>
                      <a:pt x="9" y="189"/>
                      <a:pt x="12" y="187"/>
                      <a:pt x="12" y="183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2" y="2"/>
                      <a:pt x="9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</a:path>
                </a:pathLst>
              </a:custGeom>
              <a:solidFill>
                <a:srgbClr val="FFB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0" name="Freeform 177">
                <a:extLst>
                  <a:ext uri="{FF2B5EF4-FFF2-40B4-BE49-F238E27FC236}">
                    <a16:creationId xmlns:a16="http://schemas.microsoft.com/office/drawing/2014/main" id="{42F523C5-9E7A-412E-81C6-7FBBD47039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5" y="1416"/>
                <a:ext cx="18" cy="159"/>
              </a:xfrm>
              <a:custGeom>
                <a:avLst/>
                <a:gdLst>
                  <a:gd name="T0" fmla="*/ 0 w 12"/>
                  <a:gd name="T1" fmla="*/ 6 h 109"/>
                  <a:gd name="T2" fmla="*/ 0 w 12"/>
                  <a:gd name="T3" fmla="*/ 103 h 109"/>
                  <a:gd name="T4" fmla="*/ 6 w 12"/>
                  <a:gd name="T5" fmla="*/ 109 h 109"/>
                  <a:gd name="T6" fmla="*/ 12 w 12"/>
                  <a:gd name="T7" fmla="*/ 103 h 109"/>
                  <a:gd name="T8" fmla="*/ 12 w 12"/>
                  <a:gd name="T9" fmla="*/ 6 h 109"/>
                  <a:gd name="T10" fmla="*/ 6 w 12"/>
                  <a:gd name="T11" fmla="*/ 0 h 109"/>
                  <a:gd name="T12" fmla="*/ 0 w 12"/>
                  <a:gd name="T13" fmla="*/ 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09">
                    <a:moveTo>
                      <a:pt x="0" y="6"/>
                    </a:move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7"/>
                      <a:pt x="2" y="109"/>
                      <a:pt x="6" y="109"/>
                    </a:cubicBezTo>
                    <a:cubicBezTo>
                      <a:pt x="9" y="109"/>
                      <a:pt x="12" y="107"/>
                      <a:pt x="12" y="103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2" y="2"/>
                      <a:pt x="9" y="0"/>
                      <a:pt x="6" y="0"/>
                    </a:cubicBezTo>
                    <a:cubicBezTo>
                      <a:pt x="2" y="0"/>
                      <a:pt x="0" y="2"/>
                      <a:pt x="0" y="6"/>
                    </a:cubicBezTo>
                  </a:path>
                </a:pathLst>
              </a:custGeom>
              <a:solidFill>
                <a:srgbClr val="4BB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1" name="Freeform 178">
                <a:extLst>
                  <a:ext uri="{FF2B5EF4-FFF2-40B4-BE49-F238E27FC236}">
                    <a16:creationId xmlns:a16="http://schemas.microsoft.com/office/drawing/2014/main" id="{D6FA8649-BBD5-4815-A5C4-96B620A552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6" y="1985"/>
                <a:ext cx="259" cy="289"/>
              </a:xfrm>
              <a:custGeom>
                <a:avLst/>
                <a:gdLst>
                  <a:gd name="T0" fmla="*/ 2 w 178"/>
                  <a:gd name="T1" fmla="*/ 198 h 198"/>
                  <a:gd name="T2" fmla="*/ 0 w 178"/>
                  <a:gd name="T3" fmla="*/ 194 h 198"/>
                  <a:gd name="T4" fmla="*/ 171 w 178"/>
                  <a:gd name="T5" fmla="*/ 4 h 198"/>
                  <a:gd name="T6" fmla="*/ 178 w 178"/>
                  <a:gd name="T7" fmla="*/ 0 h 198"/>
                  <a:gd name="T8" fmla="*/ 2 w 178"/>
                  <a:gd name="T9" fmla="*/ 198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" h="198">
                    <a:moveTo>
                      <a:pt x="2" y="198"/>
                    </a:moveTo>
                    <a:cubicBezTo>
                      <a:pt x="0" y="194"/>
                      <a:pt x="0" y="194"/>
                      <a:pt x="0" y="194"/>
                    </a:cubicBezTo>
                    <a:cubicBezTo>
                      <a:pt x="64" y="168"/>
                      <a:pt x="168" y="114"/>
                      <a:pt x="171" y="4"/>
                    </a:cubicBezTo>
                    <a:cubicBezTo>
                      <a:pt x="178" y="0"/>
                      <a:pt x="178" y="0"/>
                      <a:pt x="178" y="0"/>
                    </a:cubicBezTo>
                    <a:cubicBezTo>
                      <a:pt x="176" y="111"/>
                      <a:pt x="67" y="172"/>
                      <a:pt x="2" y="198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2" name="Freeform 179">
                <a:extLst>
                  <a:ext uri="{FF2B5EF4-FFF2-40B4-BE49-F238E27FC236}">
                    <a16:creationId xmlns:a16="http://schemas.microsoft.com/office/drawing/2014/main" id="{7336A700-0039-42DD-8593-EDF15B6B67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6" y="905"/>
                <a:ext cx="18" cy="153"/>
              </a:xfrm>
              <a:custGeom>
                <a:avLst/>
                <a:gdLst>
                  <a:gd name="T0" fmla="*/ 0 w 12"/>
                  <a:gd name="T1" fmla="*/ 6 h 105"/>
                  <a:gd name="T2" fmla="*/ 0 w 12"/>
                  <a:gd name="T3" fmla="*/ 99 h 105"/>
                  <a:gd name="T4" fmla="*/ 6 w 12"/>
                  <a:gd name="T5" fmla="*/ 105 h 105"/>
                  <a:gd name="T6" fmla="*/ 12 w 12"/>
                  <a:gd name="T7" fmla="*/ 99 h 105"/>
                  <a:gd name="T8" fmla="*/ 12 w 12"/>
                  <a:gd name="T9" fmla="*/ 6 h 105"/>
                  <a:gd name="T10" fmla="*/ 6 w 12"/>
                  <a:gd name="T11" fmla="*/ 0 h 105"/>
                  <a:gd name="T12" fmla="*/ 0 w 12"/>
                  <a:gd name="T13" fmla="*/ 6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05">
                    <a:moveTo>
                      <a:pt x="0" y="6"/>
                    </a:moveTo>
                    <a:cubicBezTo>
                      <a:pt x="0" y="99"/>
                      <a:pt x="0" y="99"/>
                      <a:pt x="0" y="99"/>
                    </a:cubicBezTo>
                    <a:cubicBezTo>
                      <a:pt x="0" y="103"/>
                      <a:pt x="2" y="105"/>
                      <a:pt x="6" y="105"/>
                    </a:cubicBezTo>
                    <a:cubicBezTo>
                      <a:pt x="9" y="105"/>
                      <a:pt x="12" y="103"/>
                      <a:pt x="12" y="99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2" y="2"/>
                      <a:pt x="9" y="0"/>
                      <a:pt x="6" y="0"/>
                    </a:cubicBezTo>
                    <a:cubicBezTo>
                      <a:pt x="2" y="0"/>
                      <a:pt x="0" y="2"/>
                      <a:pt x="0" y="6"/>
                    </a:cubicBezTo>
                  </a:path>
                </a:pathLst>
              </a:custGeom>
              <a:solidFill>
                <a:srgbClr val="4BB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3" name="Freeform 180">
                <a:extLst>
                  <a:ext uri="{FF2B5EF4-FFF2-40B4-BE49-F238E27FC236}">
                    <a16:creationId xmlns:a16="http://schemas.microsoft.com/office/drawing/2014/main" id="{BD2E736D-A308-4A5C-AF78-436A273E75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499"/>
                <a:ext cx="1457" cy="1236"/>
              </a:xfrm>
              <a:custGeom>
                <a:avLst/>
                <a:gdLst>
                  <a:gd name="T0" fmla="*/ 744 w 1001"/>
                  <a:gd name="T1" fmla="*/ 8 h 849"/>
                  <a:gd name="T2" fmla="*/ 917 w 1001"/>
                  <a:gd name="T3" fmla="*/ 39 h 849"/>
                  <a:gd name="T4" fmla="*/ 972 w 1001"/>
                  <a:gd name="T5" fmla="*/ 77 h 849"/>
                  <a:gd name="T6" fmla="*/ 993 w 1001"/>
                  <a:gd name="T7" fmla="*/ 127 h 849"/>
                  <a:gd name="T8" fmla="*/ 978 w 1001"/>
                  <a:gd name="T9" fmla="*/ 176 h 849"/>
                  <a:gd name="T10" fmla="*/ 932 w 1001"/>
                  <a:gd name="T11" fmla="*/ 235 h 849"/>
                  <a:gd name="T12" fmla="*/ 692 w 1001"/>
                  <a:gd name="T13" fmla="*/ 392 h 849"/>
                  <a:gd name="T14" fmla="*/ 275 w 1001"/>
                  <a:gd name="T15" fmla="*/ 468 h 849"/>
                  <a:gd name="T16" fmla="*/ 64 w 1001"/>
                  <a:gd name="T17" fmla="*/ 542 h 849"/>
                  <a:gd name="T18" fmla="*/ 0 w 1001"/>
                  <a:gd name="T19" fmla="*/ 665 h 849"/>
                  <a:gd name="T20" fmla="*/ 50 w 1001"/>
                  <a:gd name="T21" fmla="*/ 782 h 849"/>
                  <a:gd name="T22" fmla="*/ 179 w 1001"/>
                  <a:gd name="T23" fmla="*/ 849 h 849"/>
                  <a:gd name="T24" fmla="*/ 180 w 1001"/>
                  <a:gd name="T25" fmla="*/ 841 h 849"/>
                  <a:gd name="T26" fmla="*/ 56 w 1001"/>
                  <a:gd name="T27" fmla="*/ 776 h 849"/>
                  <a:gd name="T28" fmla="*/ 8 w 1001"/>
                  <a:gd name="T29" fmla="*/ 665 h 849"/>
                  <a:gd name="T30" fmla="*/ 69 w 1001"/>
                  <a:gd name="T31" fmla="*/ 548 h 849"/>
                  <a:gd name="T32" fmla="*/ 276 w 1001"/>
                  <a:gd name="T33" fmla="*/ 476 h 849"/>
                  <a:gd name="T34" fmla="*/ 695 w 1001"/>
                  <a:gd name="T35" fmla="*/ 400 h 849"/>
                  <a:gd name="T36" fmla="*/ 937 w 1001"/>
                  <a:gd name="T37" fmla="*/ 241 h 849"/>
                  <a:gd name="T38" fmla="*/ 985 w 1001"/>
                  <a:gd name="T39" fmla="*/ 180 h 849"/>
                  <a:gd name="T40" fmla="*/ 1001 w 1001"/>
                  <a:gd name="T41" fmla="*/ 127 h 849"/>
                  <a:gd name="T42" fmla="*/ 978 w 1001"/>
                  <a:gd name="T43" fmla="*/ 71 h 849"/>
                  <a:gd name="T44" fmla="*/ 882 w 1001"/>
                  <a:gd name="T45" fmla="*/ 18 h 849"/>
                  <a:gd name="T46" fmla="*/ 744 w 1001"/>
                  <a:gd name="T47" fmla="*/ 0 h 849"/>
                  <a:gd name="T48" fmla="*/ 744 w 1001"/>
                  <a:gd name="T49" fmla="*/ 8 h 8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001" h="849">
                    <a:moveTo>
                      <a:pt x="744" y="8"/>
                    </a:moveTo>
                    <a:cubicBezTo>
                      <a:pt x="808" y="9"/>
                      <a:pt x="871" y="19"/>
                      <a:pt x="917" y="39"/>
                    </a:cubicBezTo>
                    <a:cubicBezTo>
                      <a:pt x="940" y="49"/>
                      <a:pt x="959" y="62"/>
                      <a:pt x="972" y="77"/>
                    </a:cubicBezTo>
                    <a:cubicBezTo>
                      <a:pt x="985" y="91"/>
                      <a:pt x="992" y="108"/>
                      <a:pt x="993" y="127"/>
                    </a:cubicBezTo>
                    <a:cubicBezTo>
                      <a:pt x="993" y="142"/>
                      <a:pt x="988" y="158"/>
                      <a:pt x="978" y="176"/>
                    </a:cubicBezTo>
                    <a:cubicBezTo>
                      <a:pt x="969" y="194"/>
                      <a:pt x="953" y="214"/>
                      <a:pt x="932" y="235"/>
                    </a:cubicBezTo>
                    <a:cubicBezTo>
                      <a:pt x="854" y="312"/>
                      <a:pt x="788" y="359"/>
                      <a:pt x="692" y="392"/>
                    </a:cubicBezTo>
                    <a:cubicBezTo>
                      <a:pt x="596" y="426"/>
                      <a:pt x="471" y="446"/>
                      <a:pt x="275" y="468"/>
                    </a:cubicBezTo>
                    <a:cubicBezTo>
                      <a:pt x="177" y="479"/>
                      <a:pt x="109" y="506"/>
                      <a:pt x="64" y="542"/>
                    </a:cubicBezTo>
                    <a:cubicBezTo>
                      <a:pt x="20" y="577"/>
                      <a:pt x="0" y="622"/>
                      <a:pt x="0" y="665"/>
                    </a:cubicBezTo>
                    <a:cubicBezTo>
                      <a:pt x="0" y="707"/>
                      <a:pt x="18" y="748"/>
                      <a:pt x="50" y="782"/>
                    </a:cubicBezTo>
                    <a:cubicBezTo>
                      <a:pt x="81" y="815"/>
                      <a:pt x="126" y="840"/>
                      <a:pt x="179" y="849"/>
                    </a:cubicBezTo>
                    <a:cubicBezTo>
                      <a:pt x="180" y="841"/>
                      <a:pt x="180" y="841"/>
                      <a:pt x="180" y="841"/>
                    </a:cubicBezTo>
                    <a:cubicBezTo>
                      <a:pt x="129" y="832"/>
                      <a:pt x="86" y="808"/>
                      <a:pt x="56" y="776"/>
                    </a:cubicBezTo>
                    <a:cubicBezTo>
                      <a:pt x="25" y="744"/>
                      <a:pt x="8" y="705"/>
                      <a:pt x="8" y="665"/>
                    </a:cubicBezTo>
                    <a:cubicBezTo>
                      <a:pt x="8" y="624"/>
                      <a:pt x="27" y="582"/>
                      <a:pt x="69" y="548"/>
                    </a:cubicBezTo>
                    <a:cubicBezTo>
                      <a:pt x="112" y="514"/>
                      <a:pt x="179" y="487"/>
                      <a:pt x="276" y="476"/>
                    </a:cubicBezTo>
                    <a:cubicBezTo>
                      <a:pt x="472" y="454"/>
                      <a:pt x="598" y="434"/>
                      <a:pt x="695" y="400"/>
                    </a:cubicBezTo>
                    <a:cubicBezTo>
                      <a:pt x="791" y="366"/>
                      <a:pt x="859" y="318"/>
                      <a:pt x="937" y="241"/>
                    </a:cubicBezTo>
                    <a:cubicBezTo>
                      <a:pt x="959" y="219"/>
                      <a:pt x="975" y="199"/>
                      <a:pt x="985" y="180"/>
                    </a:cubicBezTo>
                    <a:cubicBezTo>
                      <a:pt x="996" y="161"/>
                      <a:pt x="1001" y="143"/>
                      <a:pt x="1001" y="127"/>
                    </a:cubicBezTo>
                    <a:cubicBezTo>
                      <a:pt x="1001" y="106"/>
                      <a:pt x="992" y="87"/>
                      <a:pt x="978" y="71"/>
                    </a:cubicBezTo>
                    <a:cubicBezTo>
                      <a:pt x="957" y="48"/>
                      <a:pt x="923" y="30"/>
                      <a:pt x="882" y="18"/>
                    </a:cubicBezTo>
                    <a:cubicBezTo>
                      <a:pt x="841" y="7"/>
                      <a:pt x="793" y="1"/>
                      <a:pt x="744" y="0"/>
                    </a:cubicBezTo>
                    <a:cubicBezTo>
                      <a:pt x="744" y="8"/>
                      <a:pt x="744" y="8"/>
                      <a:pt x="744" y="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4" name="Freeform 181">
                <a:extLst>
                  <a:ext uri="{FF2B5EF4-FFF2-40B4-BE49-F238E27FC236}">
                    <a16:creationId xmlns:a16="http://schemas.microsoft.com/office/drawing/2014/main" id="{8B12DEA5-A35E-4C03-A961-A04470D93A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0" y="613"/>
                <a:ext cx="1488" cy="950"/>
              </a:xfrm>
              <a:custGeom>
                <a:avLst/>
                <a:gdLst>
                  <a:gd name="T0" fmla="*/ 971 w 1022"/>
                  <a:gd name="T1" fmla="*/ 6 h 653"/>
                  <a:gd name="T2" fmla="*/ 1014 w 1022"/>
                  <a:gd name="T3" fmla="*/ 138 h 653"/>
                  <a:gd name="T4" fmla="*/ 983 w 1022"/>
                  <a:gd name="T5" fmla="*/ 259 h 653"/>
                  <a:gd name="T6" fmla="*/ 822 w 1022"/>
                  <a:gd name="T7" fmla="*/ 401 h 653"/>
                  <a:gd name="T8" fmla="*/ 517 w 1022"/>
                  <a:gd name="T9" fmla="*/ 483 h 653"/>
                  <a:gd name="T10" fmla="*/ 174 w 1022"/>
                  <a:gd name="T11" fmla="*/ 531 h 653"/>
                  <a:gd name="T12" fmla="*/ 50 w 1022"/>
                  <a:gd name="T13" fmla="*/ 567 h 653"/>
                  <a:gd name="T14" fmla="*/ 14 w 1022"/>
                  <a:gd name="T15" fmla="*/ 591 h 653"/>
                  <a:gd name="T16" fmla="*/ 0 w 1022"/>
                  <a:gd name="T17" fmla="*/ 623 h 653"/>
                  <a:gd name="T18" fmla="*/ 8 w 1022"/>
                  <a:gd name="T19" fmla="*/ 650 h 653"/>
                  <a:gd name="T20" fmla="*/ 13 w 1022"/>
                  <a:gd name="T21" fmla="*/ 652 h 653"/>
                  <a:gd name="T22" fmla="*/ 15 w 1022"/>
                  <a:gd name="T23" fmla="*/ 646 h 653"/>
                  <a:gd name="T24" fmla="*/ 8 w 1022"/>
                  <a:gd name="T25" fmla="*/ 623 h 653"/>
                  <a:gd name="T26" fmla="*/ 20 w 1022"/>
                  <a:gd name="T27" fmla="*/ 597 h 653"/>
                  <a:gd name="T28" fmla="*/ 92 w 1022"/>
                  <a:gd name="T29" fmla="*/ 559 h 653"/>
                  <a:gd name="T30" fmla="*/ 286 w 1022"/>
                  <a:gd name="T31" fmla="*/ 520 h 653"/>
                  <a:gd name="T32" fmla="*/ 518 w 1022"/>
                  <a:gd name="T33" fmla="*/ 491 h 653"/>
                  <a:gd name="T34" fmla="*/ 826 w 1022"/>
                  <a:gd name="T35" fmla="*/ 408 h 653"/>
                  <a:gd name="T36" fmla="*/ 990 w 1022"/>
                  <a:gd name="T37" fmla="*/ 263 h 653"/>
                  <a:gd name="T38" fmla="*/ 1022 w 1022"/>
                  <a:gd name="T39" fmla="*/ 138 h 653"/>
                  <a:gd name="T40" fmla="*/ 978 w 1022"/>
                  <a:gd name="T41" fmla="*/ 2 h 653"/>
                  <a:gd name="T42" fmla="*/ 972 w 1022"/>
                  <a:gd name="T43" fmla="*/ 1 h 653"/>
                  <a:gd name="T44" fmla="*/ 971 w 1022"/>
                  <a:gd name="T45" fmla="*/ 6 h 6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022" h="653">
                    <a:moveTo>
                      <a:pt x="971" y="6"/>
                    </a:moveTo>
                    <a:cubicBezTo>
                      <a:pt x="993" y="37"/>
                      <a:pt x="1014" y="82"/>
                      <a:pt x="1014" y="138"/>
                    </a:cubicBezTo>
                    <a:cubicBezTo>
                      <a:pt x="1014" y="174"/>
                      <a:pt x="1006" y="214"/>
                      <a:pt x="983" y="259"/>
                    </a:cubicBezTo>
                    <a:cubicBezTo>
                      <a:pt x="954" y="317"/>
                      <a:pt x="900" y="364"/>
                      <a:pt x="822" y="401"/>
                    </a:cubicBezTo>
                    <a:cubicBezTo>
                      <a:pt x="744" y="439"/>
                      <a:pt x="642" y="466"/>
                      <a:pt x="517" y="483"/>
                    </a:cubicBezTo>
                    <a:cubicBezTo>
                      <a:pt x="402" y="498"/>
                      <a:pt x="273" y="511"/>
                      <a:pt x="174" y="531"/>
                    </a:cubicBezTo>
                    <a:cubicBezTo>
                      <a:pt x="124" y="540"/>
                      <a:pt x="81" y="552"/>
                      <a:pt x="50" y="567"/>
                    </a:cubicBezTo>
                    <a:cubicBezTo>
                      <a:pt x="35" y="574"/>
                      <a:pt x="22" y="582"/>
                      <a:pt x="14" y="591"/>
                    </a:cubicBezTo>
                    <a:cubicBezTo>
                      <a:pt x="5" y="601"/>
                      <a:pt x="0" y="612"/>
                      <a:pt x="0" y="623"/>
                    </a:cubicBezTo>
                    <a:cubicBezTo>
                      <a:pt x="0" y="632"/>
                      <a:pt x="3" y="641"/>
                      <a:pt x="8" y="650"/>
                    </a:cubicBezTo>
                    <a:cubicBezTo>
                      <a:pt x="9" y="652"/>
                      <a:pt x="11" y="653"/>
                      <a:pt x="13" y="652"/>
                    </a:cubicBezTo>
                    <a:cubicBezTo>
                      <a:pt x="15" y="651"/>
                      <a:pt x="16" y="648"/>
                      <a:pt x="15" y="646"/>
                    </a:cubicBezTo>
                    <a:cubicBezTo>
                      <a:pt x="10" y="638"/>
                      <a:pt x="8" y="630"/>
                      <a:pt x="8" y="623"/>
                    </a:cubicBezTo>
                    <a:cubicBezTo>
                      <a:pt x="8" y="614"/>
                      <a:pt x="12" y="605"/>
                      <a:pt x="20" y="597"/>
                    </a:cubicBezTo>
                    <a:cubicBezTo>
                      <a:pt x="33" y="582"/>
                      <a:pt x="58" y="570"/>
                      <a:pt x="92" y="559"/>
                    </a:cubicBezTo>
                    <a:cubicBezTo>
                      <a:pt x="142" y="543"/>
                      <a:pt x="211" y="531"/>
                      <a:pt x="286" y="520"/>
                    </a:cubicBezTo>
                    <a:cubicBezTo>
                      <a:pt x="361" y="510"/>
                      <a:pt x="442" y="501"/>
                      <a:pt x="518" y="491"/>
                    </a:cubicBezTo>
                    <a:cubicBezTo>
                      <a:pt x="644" y="473"/>
                      <a:pt x="747" y="446"/>
                      <a:pt x="826" y="408"/>
                    </a:cubicBezTo>
                    <a:cubicBezTo>
                      <a:pt x="905" y="371"/>
                      <a:pt x="960" y="322"/>
                      <a:pt x="990" y="263"/>
                    </a:cubicBezTo>
                    <a:cubicBezTo>
                      <a:pt x="1013" y="217"/>
                      <a:pt x="1022" y="175"/>
                      <a:pt x="1022" y="138"/>
                    </a:cubicBezTo>
                    <a:cubicBezTo>
                      <a:pt x="1022" y="80"/>
                      <a:pt x="1000" y="33"/>
                      <a:pt x="978" y="2"/>
                    </a:cubicBezTo>
                    <a:cubicBezTo>
                      <a:pt x="977" y="0"/>
                      <a:pt x="974" y="0"/>
                      <a:pt x="972" y="1"/>
                    </a:cubicBezTo>
                    <a:cubicBezTo>
                      <a:pt x="971" y="2"/>
                      <a:pt x="970" y="5"/>
                      <a:pt x="971" y="6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5" name="Freeform 182">
                <a:extLst>
                  <a:ext uri="{FF2B5EF4-FFF2-40B4-BE49-F238E27FC236}">
                    <a16:creationId xmlns:a16="http://schemas.microsoft.com/office/drawing/2014/main" id="{A7AA192A-B37D-4CEE-8524-90C58D6585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6" y="700"/>
                <a:ext cx="364" cy="112"/>
              </a:xfrm>
              <a:custGeom>
                <a:avLst/>
                <a:gdLst>
                  <a:gd name="T0" fmla="*/ 4 w 250"/>
                  <a:gd name="T1" fmla="*/ 8 h 77"/>
                  <a:gd name="T2" fmla="*/ 172 w 250"/>
                  <a:gd name="T3" fmla="*/ 20 h 77"/>
                  <a:gd name="T4" fmla="*/ 222 w 250"/>
                  <a:gd name="T5" fmla="*/ 40 h 77"/>
                  <a:gd name="T6" fmla="*/ 235 w 250"/>
                  <a:gd name="T7" fmla="*/ 55 h 77"/>
                  <a:gd name="T8" fmla="*/ 241 w 250"/>
                  <a:gd name="T9" fmla="*/ 73 h 77"/>
                  <a:gd name="T10" fmla="*/ 246 w 250"/>
                  <a:gd name="T11" fmla="*/ 76 h 77"/>
                  <a:gd name="T12" fmla="*/ 249 w 250"/>
                  <a:gd name="T13" fmla="*/ 72 h 77"/>
                  <a:gd name="T14" fmla="*/ 242 w 250"/>
                  <a:gd name="T15" fmla="*/ 51 h 77"/>
                  <a:gd name="T16" fmla="*/ 210 w 250"/>
                  <a:gd name="T17" fmla="*/ 24 h 77"/>
                  <a:gd name="T18" fmla="*/ 124 w 250"/>
                  <a:gd name="T19" fmla="*/ 5 h 77"/>
                  <a:gd name="T20" fmla="*/ 4 w 250"/>
                  <a:gd name="T21" fmla="*/ 0 h 77"/>
                  <a:gd name="T22" fmla="*/ 0 w 250"/>
                  <a:gd name="T23" fmla="*/ 4 h 77"/>
                  <a:gd name="T24" fmla="*/ 4 w 250"/>
                  <a:gd name="T25" fmla="*/ 8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50" h="77">
                    <a:moveTo>
                      <a:pt x="4" y="8"/>
                    </a:moveTo>
                    <a:cubicBezTo>
                      <a:pt x="71" y="8"/>
                      <a:pt x="130" y="10"/>
                      <a:pt x="172" y="20"/>
                    </a:cubicBezTo>
                    <a:cubicBezTo>
                      <a:pt x="193" y="25"/>
                      <a:pt x="210" y="32"/>
                      <a:pt x="222" y="40"/>
                    </a:cubicBezTo>
                    <a:cubicBezTo>
                      <a:pt x="228" y="45"/>
                      <a:pt x="232" y="49"/>
                      <a:pt x="235" y="55"/>
                    </a:cubicBezTo>
                    <a:cubicBezTo>
                      <a:pt x="239" y="60"/>
                      <a:pt x="241" y="66"/>
                      <a:pt x="241" y="73"/>
                    </a:cubicBezTo>
                    <a:cubicBezTo>
                      <a:pt x="242" y="75"/>
                      <a:pt x="244" y="77"/>
                      <a:pt x="246" y="76"/>
                    </a:cubicBezTo>
                    <a:cubicBezTo>
                      <a:pt x="248" y="76"/>
                      <a:pt x="250" y="74"/>
                      <a:pt x="249" y="72"/>
                    </a:cubicBezTo>
                    <a:cubicBezTo>
                      <a:pt x="249" y="64"/>
                      <a:pt x="246" y="57"/>
                      <a:pt x="242" y="51"/>
                    </a:cubicBezTo>
                    <a:cubicBezTo>
                      <a:pt x="235" y="40"/>
                      <a:pt x="224" y="31"/>
                      <a:pt x="210" y="24"/>
                    </a:cubicBezTo>
                    <a:cubicBezTo>
                      <a:pt x="188" y="14"/>
                      <a:pt x="159" y="8"/>
                      <a:pt x="124" y="5"/>
                    </a:cubicBezTo>
                    <a:cubicBezTo>
                      <a:pt x="89" y="1"/>
                      <a:pt x="48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6" name="Freeform 183">
                <a:extLst>
                  <a:ext uri="{FF2B5EF4-FFF2-40B4-BE49-F238E27FC236}">
                    <a16:creationId xmlns:a16="http://schemas.microsoft.com/office/drawing/2014/main" id="{561A7E9B-9512-41C7-8C73-D5B2BACFF7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0" y="1674"/>
                <a:ext cx="986" cy="575"/>
              </a:xfrm>
              <a:custGeom>
                <a:avLst/>
                <a:gdLst>
                  <a:gd name="T0" fmla="*/ 578 w 678"/>
                  <a:gd name="T1" fmla="*/ 8 h 395"/>
                  <a:gd name="T2" fmla="*/ 647 w 678"/>
                  <a:gd name="T3" fmla="*/ 59 h 395"/>
                  <a:gd name="T4" fmla="*/ 664 w 678"/>
                  <a:gd name="T5" fmla="*/ 83 h 395"/>
                  <a:gd name="T6" fmla="*/ 670 w 678"/>
                  <a:gd name="T7" fmla="*/ 106 h 395"/>
                  <a:gd name="T8" fmla="*/ 660 w 678"/>
                  <a:gd name="T9" fmla="*/ 137 h 395"/>
                  <a:gd name="T10" fmla="*/ 606 w 678"/>
                  <a:gd name="T11" fmla="*/ 188 h 395"/>
                  <a:gd name="T12" fmla="*/ 502 w 678"/>
                  <a:gd name="T13" fmla="*/ 246 h 395"/>
                  <a:gd name="T14" fmla="*/ 196 w 678"/>
                  <a:gd name="T15" fmla="*/ 352 h 395"/>
                  <a:gd name="T16" fmla="*/ 75 w 678"/>
                  <a:gd name="T17" fmla="*/ 378 h 395"/>
                  <a:gd name="T18" fmla="*/ 4 w 678"/>
                  <a:gd name="T19" fmla="*/ 387 h 395"/>
                  <a:gd name="T20" fmla="*/ 0 w 678"/>
                  <a:gd name="T21" fmla="*/ 391 h 395"/>
                  <a:gd name="T22" fmla="*/ 4 w 678"/>
                  <a:gd name="T23" fmla="*/ 395 h 395"/>
                  <a:gd name="T24" fmla="*/ 76 w 678"/>
                  <a:gd name="T25" fmla="*/ 385 h 395"/>
                  <a:gd name="T26" fmla="*/ 505 w 678"/>
                  <a:gd name="T27" fmla="*/ 253 h 395"/>
                  <a:gd name="T28" fmla="*/ 635 w 678"/>
                  <a:gd name="T29" fmla="*/ 176 h 395"/>
                  <a:gd name="T30" fmla="*/ 667 w 678"/>
                  <a:gd name="T31" fmla="*/ 141 h 395"/>
                  <a:gd name="T32" fmla="*/ 678 w 678"/>
                  <a:gd name="T33" fmla="*/ 106 h 395"/>
                  <a:gd name="T34" fmla="*/ 671 w 678"/>
                  <a:gd name="T35" fmla="*/ 79 h 395"/>
                  <a:gd name="T36" fmla="*/ 639 w 678"/>
                  <a:gd name="T37" fmla="*/ 40 h 395"/>
                  <a:gd name="T38" fmla="*/ 582 w 678"/>
                  <a:gd name="T39" fmla="*/ 1 h 395"/>
                  <a:gd name="T40" fmla="*/ 576 w 678"/>
                  <a:gd name="T41" fmla="*/ 3 h 395"/>
                  <a:gd name="T42" fmla="*/ 578 w 678"/>
                  <a:gd name="T43" fmla="*/ 8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78" h="395">
                    <a:moveTo>
                      <a:pt x="578" y="8"/>
                    </a:moveTo>
                    <a:cubicBezTo>
                      <a:pt x="608" y="26"/>
                      <a:pt x="632" y="43"/>
                      <a:pt x="647" y="59"/>
                    </a:cubicBezTo>
                    <a:cubicBezTo>
                      <a:pt x="655" y="67"/>
                      <a:pt x="660" y="75"/>
                      <a:pt x="664" y="83"/>
                    </a:cubicBezTo>
                    <a:cubicBezTo>
                      <a:pt x="668" y="91"/>
                      <a:pt x="670" y="98"/>
                      <a:pt x="670" y="106"/>
                    </a:cubicBezTo>
                    <a:cubicBezTo>
                      <a:pt x="670" y="116"/>
                      <a:pt x="667" y="126"/>
                      <a:pt x="660" y="137"/>
                    </a:cubicBezTo>
                    <a:cubicBezTo>
                      <a:pt x="650" y="153"/>
                      <a:pt x="632" y="170"/>
                      <a:pt x="606" y="188"/>
                    </a:cubicBezTo>
                    <a:cubicBezTo>
                      <a:pt x="580" y="206"/>
                      <a:pt x="545" y="225"/>
                      <a:pt x="502" y="246"/>
                    </a:cubicBezTo>
                    <a:cubicBezTo>
                      <a:pt x="399" y="295"/>
                      <a:pt x="288" y="330"/>
                      <a:pt x="196" y="352"/>
                    </a:cubicBezTo>
                    <a:cubicBezTo>
                      <a:pt x="150" y="364"/>
                      <a:pt x="108" y="372"/>
                      <a:pt x="75" y="378"/>
                    </a:cubicBezTo>
                    <a:cubicBezTo>
                      <a:pt x="42" y="383"/>
                      <a:pt x="17" y="386"/>
                      <a:pt x="4" y="387"/>
                    </a:cubicBezTo>
                    <a:cubicBezTo>
                      <a:pt x="2" y="387"/>
                      <a:pt x="0" y="389"/>
                      <a:pt x="0" y="391"/>
                    </a:cubicBezTo>
                    <a:cubicBezTo>
                      <a:pt x="0" y="393"/>
                      <a:pt x="2" y="395"/>
                      <a:pt x="4" y="395"/>
                    </a:cubicBezTo>
                    <a:cubicBezTo>
                      <a:pt x="18" y="394"/>
                      <a:pt x="43" y="391"/>
                      <a:pt x="76" y="385"/>
                    </a:cubicBezTo>
                    <a:cubicBezTo>
                      <a:pt x="177" y="368"/>
                      <a:pt x="350" y="327"/>
                      <a:pt x="505" y="253"/>
                    </a:cubicBezTo>
                    <a:cubicBezTo>
                      <a:pt x="563" y="225"/>
                      <a:pt x="606" y="200"/>
                      <a:pt x="635" y="176"/>
                    </a:cubicBezTo>
                    <a:cubicBezTo>
                      <a:pt x="649" y="164"/>
                      <a:pt x="660" y="153"/>
                      <a:pt x="667" y="141"/>
                    </a:cubicBezTo>
                    <a:cubicBezTo>
                      <a:pt x="674" y="129"/>
                      <a:pt x="678" y="118"/>
                      <a:pt x="678" y="106"/>
                    </a:cubicBezTo>
                    <a:cubicBezTo>
                      <a:pt x="678" y="97"/>
                      <a:pt x="676" y="88"/>
                      <a:pt x="671" y="79"/>
                    </a:cubicBezTo>
                    <a:cubicBezTo>
                      <a:pt x="665" y="66"/>
                      <a:pt x="654" y="53"/>
                      <a:pt x="639" y="40"/>
                    </a:cubicBezTo>
                    <a:cubicBezTo>
                      <a:pt x="624" y="28"/>
                      <a:pt x="605" y="15"/>
                      <a:pt x="582" y="1"/>
                    </a:cubicBezTo>
                    <a:cubicBezTo>
                      <a:pt x="580" y="0"/>
                      <a:pt x="577" y="1"/>
                      <a:pt x="576" y="3"/>
                    </a:cubicBezTo>
                    <a:cubicBezTo>
                      <a:pt x="575" y="5"/>
                      <a:pt x="576" y="7"/>
                      <a:pt x="578" y="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7" name="Freeform 184">
                <a:extLst>
                  <a:ext uri="{FF2B5EF4-FFF2-40B4-BE49-F238E27FC236}">
                    <a16:creationId xmlns:a16="http://schemas.microsoft.com/office/drawing/2014/main" id="{86842C90-0DED-411C-9F47-772594904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7" y="1389"/>
                <a:ext cx="108" cy="139"/>
              </a:xfrm>
              <a:custGeom>
                <a:avLst/>
                <a:gdLst>
                  <a:gd name="T0" fmla="*/ 53 w 74"/>
                  <a:gd name="T1" fmla="*/ 0 h 96"/>
                  <a:gd name="T2" fmla="*/ 15 w 74"/>
                  <a:gd name="T3" fmla="*/ 14 h 96"/>
                  <a:gd name="T4" fmla="*/ 4 w 74"/>
                  <a:gd name="T5" fmla="*/ 25 h 96"/>
                  <a:gd name="T6" fmla="*/ 0 w 74"/>
                  <a:gd name="T7" fmla="*/ 39 h 96"/>
                  <a:gd name="T8" fmla="*/ 5 w 74"/>
                  <a:gd name="T9" fmla="*/ 55 h 96"/>
                  <a:gd name="T10" fmla="*/ 28 w 74"/>
                  <a:gd name="T11" fmla="*/ 77 h 96"/>
                  <a:gd name="T12" fmla="*/ 72 w 74"/>
                  <a:gd name="T13" fmla="*/ 96 h 96"/>
                  <a:gd name="T14" fmla="*/ 74 w 74"/>
                  <a:gd name="T15" fmla="*/ 88 h 96"/>
                  <a:gd name="T16" fmla="*/ 23 w 74"/>
                  <a:gd name="T17" fmla="*/ 64 h 96"/>
                  <a:gd name="T18" fmla="*/ 12 w 74"/>
                  <a:gd name="T19" fmla="*/ 51 h 96"/>
                  <a:gd name="T20" fmla="*/ 8 w 74"/>
                  <a:gd name="T21" fmla="*/ 39 h 96"/>
                  <a:gd name="T22" fmla="*/ 11 w 74"/>
                  <a:gd name="T23" fmla="*/ 29 h 96"/>
                  <a:gd name="T24" fmla="*/ 27 w 74"/>
                  <a:gd name="T25" fmla="*/ 16 h 96"/>
                  <a:gd name="T26" fmla="*/ 54 w 74"/>
                  <a:gd name="T27" fmla="*/ 8 h 96"/>
                  <a:gd name="T28" fmla="*/ 53 w 74"/>
                  <a:gd name="T29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4" h="96">
                    <a:moveTo>
                      <a:pt x="53" y="0"/>
                    </a:moveTo>
                    <a:cubicBezTo>
                      <a:pt x="37" y="2"/>
                      <a:pt x="25" y="7"/>
                      <a:pt x="15" y="14"/>
                    </a:cubicBezTo>
                    <a:cubicBezTo>
                      <a:pt x="11" y="17"/>
                      <a:pt x="7" y="21"/>
                      <a:pt x="4" y="25"/>
                    </a:cubicBezTo>
                    <a:cubicBezTo>
                      <a:pt x="2" y="30"/>
                      <a:pt x="0" y="34"/>
                      <a:pt x="0" y="39"/>
                    </a:cubicBezTo>
                    <a:cubicBezTo>
                      <a:pt x="0" y="45"/>
                      <a:pt x="2" y="50"/>
                      <a:pt x="5" y="55"/>
                    </a:cubicBezTo>
                    <a:cubicBezTo>
                      <a:pt x="9" y="63"/>
                      <a:pt x="17" y="70"/>
                      <a:pt x="28" y="77"/>
                    </a:cubicBezTo>
                    <a:cubicBezTo>
                      <a:pt x="39" y="84"/>
                      <a:pt x="53" y="90"/>
                      <a:pt x="72" y="96"/>
                    </a:cubicBezTo>
                    <a:cubicBezTo>
                      <a:pt x="74" y="88"/>
                      <a:pt x="74" y="88"/>
                      <a:pt x="74" y="88"/>
                    </a:cubicBezTo>
                    <a:cubicBezTo>
                      <a:pt x="50" y="81"/>
                      <a:pt x="34" y="72"/>
                      <a:pt x="23" y="64"/>
                    </a:cubicBezTo>
                    <a:cubicBezTo>
                      <a:pt x="18" y="59"/>
                      <a:pt x="14" y="55"/>
                      <a:pt x="12" y="51"/>
                    </a:cubicBezTo>
                    <a:cubicBezTo>
                      <a:pt x="9" y="47"/>
                      <a:pt x="8" y="43"/>
                      <a:pt x="8" y="39"/>
                    </a:cubicBezTo>
                    <a:cubicBezTo>
                      <a:pt x="8" y="36"/>
                      <a:pt x="9" y="33"/>
                      <a:pt x="11" y="29"/>
                    </a:cubicBezTo>
                    <a:cubicBezTo>
                      <a:pt x="14" y="24"/>
                      <a:pt x="19" y="20"/>
                      <a:pt x="27" y="16"/>
                    </a:cubicBezTo>
                    <a:cubicBezTo>
                      <a:pt x="34" y="12"/>
                      <a:pt x="43" y="9"/>
                      <a:pt x="54" y="8"/>
                    </a:cubicBezTo>
                    <a:cubicBezTo>
                      <a:pt x="53" y="0"/>
                      <a:pt x="53" y="0"/>
                      <a:pt x="5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8" name="Freeform 185">
                <a:extLst>
                  <a:ext uri="{FF2B5EF4-FFF2-40B4-BE49-F238E27FC236}">
                    <a16:creationId xmlns:a16="http://schemas.microsoft.com/office/drawing/2014/main" id="{75D48441-5A02-44D6-ACE6-6D54BE79E2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1" y="1824"/>
                <a:ext cx="747" cy="528"/>
              </a:xfrm>
              <a:custGeom>
                <a:avLst/>
                <a:gdLst>
                  <a:gd name="T0" fmla="*/ 505 w 513"/>
                  <a:gd name="T1" fmla="*/ 0 h 363"/>
                  <a:gd name="T2" fmla="*/ 505 w 513"/>
                  <a:gd name="T3" fmla="*/ 1 h 363"/>
                  <a:gd name="T4" fmla="*/ 489 w 513"/>
                  <a:gd name="T5" fmla="*/ 62 h 363"/>
                  <a:gd name="T6" fmla="*/ 402 w 513"/>
                  <a:gd name="T7" fmla="*/ 195 h 363"/>
                  <a:gd name="T8" fmla="*/ 229 w 513"/>
                  <a:gd name="T9" fmla="*/ 304 h 363"/>
                  <a:gd name="T10" fmla="*/ 0 w 513"/>
                  <a:gd name="T11" fmla="*/ 355 h 363"/>
                  <a:gd name="T12" fmla="*/ 0 w 513"/>
                  <a:gd name="T13" fmla="*/ 355 h 363"/>
                  <a:gd name="T14" fmla="*/ 0 w 513"/>
                  <a:gd name="T15" fmla="*/ 363 h 363"/>
                  <a:gd name="T16" fmla="*/ 0 w 513"/>
                  <a:gd name="T17" fmla="*/ 363 h 363"/>
                  <a:gd name="T18" fmla="*/ 231 w 513"/>
                  <a:gd name="T19" fmla="*/ 311 h 363"/>
                  <a:gd name="T20" fmla="*/ 446 w 513"/>
                  <a:gd name="T21" fmla="*/ 154 h 363"/>
                  <a:gd name="T22" fmla="*/ 497 w 513"/>
                  <a:gd name="T23" fmla="*/ 65 h 363"/>
                  <a:gd name="T24" fmla="*/ 513 w 513"/>
                  <a:gd name="T25" fmla="*/ 1 h 363"/>
                  <a:gd name="T26" fmla="*/ 513 w 513"/>
                  <a:gd name="T27" fmla="*/ 0 h 363"/>
                  <a:gd name="T28" fmla="*/ 505 w 513"/>
                  <a:gd name="T29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13" h="363">
                    <a:moveTo>
                      <a:pt x="505" y="0"/>
                    </a:moveTo>
                    <a:cubicBezTo>
                      <a:pt x="505" y="0"/>
                      <a:pt x="505" y="1"/>
                      <a:pt x="505" y="1"/>
                    </a:cubicBezTo>
                    <a:cubicBezTo>
                      <a:pt x="505" y="14"/>
                      <a:pt x="500" y="36"/>
                      <a:pt x="489" y="62"/>
                    </a:cubicBezTo>
                    <a:cubicBezTo>
                      <a:pt x="473" y="102"/>
                      <a:pt x="445" y="150"/>
                      <a:pt x="402" y="195"/>
                    </a:cubicBezTo>
                    <a:cubicBezTo>
                      <a:pt x="359" y="240"/>
                      <a:pt x="302" y="280"/>
                      <a:pt x="229" y="304"/>
                    </a:cubicBezTo>
                    <a:cubicBezTo>
                      <a:pt x="67" y="355"/>
                      <a:pt x="2" y="355"/>
                      <a:pt x="0" y="355"/>
                    </a:cubicBezTo>
                    <a:cubicBezTo>
                      <a:pt x="0" y="355"/>
                      <a:pt x="0" y="355"/>
                      <a:pt x="0" y="355"/>
                    </a:cubicBezTo>
                    <a:cubicBezTo>
                      <a:pt x="0" y="363"/>
                      <a:pt x="0" y="363"/>
                      <a:pt x="0" y="363"/>
                    </a:cubicBezTo>
                    <a:cubicBezTo>
                      <a:pt x="0" y="363"/>
                      <a:pt x="0" y="363"/>
                      <a:pt x="0" y="363"/>
                    </a:cubicBezTo>
                    <a:cubicBezTo>
                      <a:pt x="3" y="363"/>
                      <a:pt x="69" y="363"/>
                      <a:pt x="231" y="311"/>
                    </a:cubicBezTo>
                    <a:cubicBezTo>
                      <a:pt x="331" y="280"/>
                      <a:pt x="401" y="217"/>
                      <a:pt x="446" y="154"/>
                    </a:cubicBezTo>
                    <a:cubicBezTo>
                      <a:pt x="469" y="123"/>
                      <a:pt x="486" y="92"/>
                      <a:pt x="497" y="65"/>
                    </a:cubicBezTo>
                    <a:cubicBezTo>
                      <a:pt x="507" y="39"/>
                      <a:pt x="513" y="16"/>
                      <a:pt x="513" y="1"/>
                    </a:cubicBezTo>
                    <a:cubicBezTo>
                      <a:pt x="513" y="0"/>
                      <a:pt x="513" y="0"/>
                      <a:pt x="513" y="0"/>
                    </a:cubicBezTo>
                    <a:cubicBezTo>
                      <a:pt x="505" y="0"/>
                      <a:pt x="505" y="0"/>
                      <a:pt x="50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9" name="Freeform 186">
                <a:extLst>
                  <a:ext uri="{FF2B5EF4-FFF2-40B4-BE49-F238E27FC236}">
                    <a16:creationId xmlns:a16="http://schemas.microsoft.com/office/drawing/2014/main" id="{7CC8575F-058E-45AA-8BEE-CD23D2825B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1173"/>
                <a:ext cx="412" cy="456"/>
              </a:xfrm>
              <a:custGeom>
                <a:avLst/>
                <a:gdLst>
                  <a:gd name="T0" fmla="*/ 276 w 283"/>
                  <a:gd name="T1" fmla="*/ 1 h 313"/>
                  <a:gd name="T2" fmla="*/ 65 w 283"/>
                  <a:gd name="T3" fmla="*/ 76 h 313"/>
                  <a:gd name="T4" fmla="*/ 0 w 283"/>
                  <a:gd name="T5" fmla="*/ 204 h 313"/>
                  <a:gd name="T6" fmla="*/ 40 w 283"/>
                  <a:gd name="T7" fmla="*/ 310 h 313"/>
                  <a:gd name="T8" fmla="*/ 49 w 283"/>
                  <a:gd name="T9" fmla="*/ 311 h 313"/>
                  <a:gd name="T10" fmla="*/ 50 w 283"/>
                  <a:gd name="T11" fmla="*/ 303 h 313"/>
                  <a:gd name="T12" fmla="*/ 12 w 283"/>
                  <a:gd name="T13" fmla="*/ 204 h 313"/>
                  <a:gd name="T14" fmla="*/ 73 w 283"/>
                  <a:gd name="T15" fmla="*/ 85 h 313"/>
                  <a:gd name="T16" fmla="*/ 277 w 283"/>
                  <a:gd name="T17" fmla="*/ 13 h 313"/>
                  <a:gd name="T18" fmla="*/ 282 w 283"/>
                  <a:gd name="T19" fmla="*/ 6 h 313"/>
                  <a:gd name="T20" fmla="*/ 276 w 283"/>
                  <a:gd name="T21" fmla="*/ 1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3" h="313">
                    <a:moveTo>
                      <a:pt x="276" y="1"/>
                    </a:moveTo>
                    <a:cubicBezTo>
                      <a:pt x="178" y="11"/>
                      <a:pt x="110" y="39"/>
                      <a:pt x="65" y="76"/>
                    </a:cubicBezTo>
                    <a:cubicBezTo>
                      <a:pt x="20" y="113"/>
                      <a:pt x="0" y="159"/>
                      <a:pt x="0" y="204"/>
                    </a:cubicBezTo>
                    <a:cubicBezTo>
                      <a:pt x="0" y="242"/>
                      <a:pt x="14" y="279"/>
                      <a:pt x="40" y="310"/>
                    </a:cubicBezTo>
                    <a:cubicBezTo>
                      <a:pt x="43" y="313"/>
                      <a:pt x="46" y="313"/>
                      <a:pt x="49" y="311"/>
                    </a:cubicBezTo>
                    <a:cubicBezTo>
                      <a:pt x="51" y="309"/>
                      <a:pt x="52" y="305"/>
                      <a:pt x="50" y="303"/>
                    </a:cubicBezTo>
                    <a:cubicBezTo>
                      <a:pt x="25" y="274"/>
                      <a:pt x="12" y="239"/>
                      <a:pt x="12" y="204"/>
                    </a:cubicBezTo>
                    <a:cubicBezTo>
                      <a:pt x="12" y="162"/>
                      <a:pt x="30" y="120"/>
                      <a:pt x="73" y="85"/>
                    </a:cubicBezTo>
                    <a:cubicBezTo>
                      <a:pt x="115" y="51"/>
                      <a:pt x="181" y="23"/>
                      <a:pt x="277" y="13"/>
                    </a:cubicBezTo>
                    <a:cubicBezTo>
                      <a:pt x="280" y="12"/>
                      <a:pt x="283" y="9"/>
                      <a:pt x="282" y="6"/>
                    </a:cubicBezTo>
                    <a:cubicBezTo>
                      <a:pt x="282" y="3"/>
                      <a:pt x="279" y="0"/>
                      <a:pt x="276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0" name="Freeform 187">
                <a:extLst>
                  <a:ext uri="{FF2B5EF4-FFF2-40B4-BE49-F238E27FC236}">
                    <a16:creationId xmlns:a16="http://schemas.microsoft.com/office/drawing/2014/main" id="{7490F6E5-81FF-4A2C-BDBE-19EE68D28E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9" y="608"/>
                <a:ext cx="83" cy="395"/>
              </a:xfrm>
              <a:custGeom>
                <a:avLst/>
                <a:gdLst>
                  <a:gd name="T0" fmla="*/ 2 w 57"/>
                  <a:gd name="T1" fmla="*/ 11 h 271"/>
                  <a:gd name="T2" fmla="*/ 45 w 57"/>
                  <a:gd name="T3" fmla="*/ 141 h 271"/>
                  <a:gd name="T4" fmla="*/ 14 w 57"/>
                  <a:gd name="T5" fmla="*/ 261 h 271"/>
                  <a:gd name="T6" fmla="*/ 16 w 57"/>
                  <a:gd name="T7" fmla="*/ 269 h 271"/>
                  <a:gd name="T8" fmla="*/ 25 w 57"/>
                  <a:gd name="T9" fmla="*/ 267 h 271"/>
                  <a:gd name="T10" fmla="*/ 57 w 57"/>
                  <a:gd name="T11" fmla="*/ 141 h 271"/>
                  <a:gd name="T12" fmla="*/ 12 w 57"/>
                  <a:gd name="T13" fmla="*/ 4 h 271"/>
                  <a:gd name="T14" fmla="*/ 4 w 57"/>
                  <a:gd name="T15" fmla="*/ 2 h 271"/>
                  <a:gd name="T16" fmla="*/ 2 w 57"/>
                  <a:gd name="T17" fmla="*/ 11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7" h="271">
                    <a:moveTo>
                      <a:pt x="2" y="11"/>
                    </a:moveTo>
                    <a:cubicBezTo>
                      <a:pt x="24" y="41"/>
                      <a:pt x="45" y="85"/>
                      <a:pt x="45" y="141"/>
                    </a:cubicBezTo>
                    <a:cubicBezTo>
                      <a:pt x="45" y="176"/>
                      <a:pt x="36" y="217"/>
                      <a:pt x="14" y="261"/>
                    </a:cubicBezTo>
                    <a:cubicBezTo>
                      <a:pt x="12" y="264"/>
                      <a:pt x="14" y="268"/>
                      <a:pt x="16" y="269"/>
                    </a:cubicBezTo>
                    <a:cubicBezTo>
                      <a:pt x="19" y="271"/>
                      <a:pt x="23" y="270"/>
                      <a:pt x="25" y="267"/>
                    </a:cubicBezTo>
                    <a:cubicBezTo>
                      <a:pt x="48" y="220"/>
                      <a:pt x="57" y="178"/>
                      <a:pt x="57" y="141"/>
                    </a:cubicBezTo>
                    <a:cubicBezTo>
                      <a:pt x="57" y="82"/>
                      <a:pt x="35" y="35"/>
                      <a:pt x="12" y="4"/>
                    </a:cubicBezTo>
                    <a:cubicBezTo>
                      <a:pt x="10" y="1"/>
                      <a:pt x="6" y="0"/>
                      <a:pt x="4" y="2"/>
                    </a:cubicBezTo>
                    <a:cubicBezTo>
                      <a:pt x="1" y="4"/>
                      <a:pt x="0" y="8"/>
                      <a:pt x="2" y="1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1" name="Freeform 188">
                <a:extLst>
                  <a:ext uri="{FF2B5EF4-FFF2-40B4-BE49-F238E27FC236}">
                    <a16:creationId xmlns:a16="http://schemas.microsoft.com/office/drawing/2014/main" id="{21BDAB06-2F67-474C-A0B9-E732D3798E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4" y="1671"/>
                <a:ext cx="595" cy="499"/>
              </a:xfrm>
              <a:custGeom>
                <a:avLst/>
                <a:gdLst>
                  <a:gd name="T0" fmla="*/ 306 w 409"/>
                  <a:gd name="T1" fmla="*/ 12 h 343"/>
                  <a:gd name="T2" fmla="*/ 375 w 409"/>
                  <a:gd name="T3" fmla="*/ 62 h 343"/>
                  <a:gd name="T4" fmla="*/ 392 w 409"/>
                  <a:gd name="T5" fmla="*/ 86 h 343"/>
                  <a:gd name="T6" fmla="*/ 397 w 409"/>
                  <a:gd name="T7" fmla="*/ 108 h 343"/>
                  <a:gd name="T8" fmla="*/ 388 w 409"/>
                  <a:gd name="T9" fmla="*/ 138 h 343"/>
                  <a:gd name="T10" fmla="*/ 334 w 409"/>
                  <a:gd name="T11" fmla="*/ 188 h 343"/>
                  <a:gd name="T12" fmla="*/ 230 w 409"/>
                  <a:gd name="T13" fmla="*/ 246 h 343"/>
                  <a:gd name="T14" fmla="*/ 6 w 409"/>
                  <a:gd name="T15" fmla="*/ 330 h 343"/>
                  <a:gd name="T16" fmla="*/ 1 w 409"/>
                  <a:gd name="T17" fmla="*/ 338 h 343"/>
                  <a:gd name="T18" fmla="*/ 9 w 409"/>
                  <a:gd name="T19" fmla="*/ 342 h 343"/>
                  <a:gd name="T20" fmla="*/ 235 w 409"/>
                  <a:gd name="T21" fmla="*/ 257 h 343"/>
                  <a:gd name="T22" fmla="*/ 365 w 409"/>
                  <a:gd name="T23" fmla="*/ 180 h 343"/>
                  <a:gd name="T24" fmla="*/ 398 w 409"/>
                  <a:gd name="T25" fmla="*/ 144 h 343"/>
                  <a:gd name="T26" fmla="*/ 409 w 409"/>
                  <a:gd name="T27" fmla="*/ 108 h 343"/>
                  <a:gd name="T28" fmla="*/ 403 w 409"/>
                  <a:gd name="T29" fmla="*/ 80 h 343"/>
                  <a:gd name="T30" fmla="*/ 370 w 409"/>
                  <a:gd name="T31" fmla="*/ 41 h 343"/>
                  <a:gd name="T32" fmla="*/ 312 w 409"/>
                  <a:gd name="T33" fmla="*/ 1 h 343"/>
                  <a:gd name="T34" fmla="*/ 304 w 409"/>
                  <a:gd name="T35" fmla="*/ 4 h 343"/>
                  <a:gd name="T36" fmla="*/ 306 w 409"/>
                  <a:gd name="T37" fmla="*/ 12 h 3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09" h="343">
                    <a:moveTo>
                      <a:pt x="306" y="12"/>
                    </a:moveTo>
                    <a:cubicBezTo>
                      <a:pt x="337" y="29"/>
                      <a:pt x="360" y="46"/>
                      <a:pt x="375" y="62"/>
                    </a:cubicBezTo>
                    <a:cubicBezTo>
                      <a:pt x="383" y="70"/>
                      <a:pt x="388" y="78"/>
                      <a:pt x="392" y="86"/>
                    </a:cubicBezTo>
                    <a:cubicBezTo>
                      <a:pt x="395" y="93"/>
                      <a:pt x="397" y="101"/>
                      <a:pt x="397" y="108"/>
                    </a:cubicBezTo>
                    <a:cubicBezTo>
                      <a:pt x="397" y="117"/>
                      <a:pt x="394" y="127"/>
                      <a:pt x="388" y="138"/>
                    </a:cubicBezTo>
                    <a:cubicBezTo>
                      <a:pt x="378" y="153"/>
                      <a:pt x="360" y="170"/>
                      <a:pt x="334" y="188"/>
                    </a:cubicBezTo>
                    <a:cubicBezTo>
                      <a:pt x="308" y="206"/>
                      <a:pt x="274" y="225"/>
                      <a:pt x="230" y="246"/>
                    </a:cubicBezTo>
                    <a:cubicBezTo>
                      <a:pt x="166" y="277"/>
                      <a:pt x="74" y="312"/>
                      <a:pt x="6" y="330"/>
                    </a:cubicBezTo>
                    <a:cubicBezTo>
                      <a:pt x="2" y="331"/>
                      <a:pt x="0" y="334"/>
                      <a:pt x="1" y="338"/>
                    </a:cubicBezTo>
                    <a:cubicBezTo>
                      <a:pt x="2" y="341"/>
                      <a:pt x="5" y="343"/>
                      <a:pt x="9" y="342"/>
                    </a:cubicBezTo>
                    <a:cubicBezTo>
                      <a:pt x="78" y="324"/>
                      <a:pt x="170" y="288"/>
                      <a:pt x="235" y="257"/>
                    </a:cubicBezTo>
                    <a:cubicBezTo>
                      <a:pt x="294" y="229"/>
                      <a:pt x="337" y="204"/>
                      <a:pt x="365" y="180"/>
                    </a:cubicBezTo>
                    <a:cubicBezTo>
                      <a:pt x="380" y="168"/>
                      <a:pt x="391" y="156"/>
                      <a:pt x="398" y="144"/>
                    </a:cubicBezTo>
                    <a:cubicBezTo>
                      <a:pt x="405" y="132"/>
                      <a:pt x="409" y="120"/>
                      <a:pt x="409" y="108"/>
                    </a:cubicBezTo>
                    <a:cubicBezTo>
                      <a:pt x="409" y="99"/>
                      <a:pt x="407" y="89"/>
                      <a:pt x="403" y="80"/>
                    </a:cubicBezTo>
                    <a:cubicBezTo>
                      <a:pt x="396" y="67"/>
                      <a:pt x="385" y="54"/>
                      <a:pt x="370" y="41"/>
                    </a:cubicBezTo>
                    <a:cubicBezTo>
                      <a:pt x="355" y="28"/>
                      <a:pt x="335" y="15"/>
                      <a:pt x="312" y="1"/>
                    </a:cubicBezTo>
                    <a:cubicBezTo>
                      <a:pt x="309" y="0"/>
                      <a:pt x="306" y="1"/>
                      <a:pt x="304" y="4"/>
                    </a:cubicBezTo>
                    <a:cubicBezTo>
                      <a:pt x="302" y="7"/>
                      <a:pt x="303" y="10"/>
                      <a:pt x="306" y="1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2" name="Freeform 189">
                <a:extLst>
                  <a:ext uri="{FF2B5EF4-FFF2-40B4-BE49-F238E27FC236}">
                    <a16:creationId xmlns:a16="http://schemas.microsoft.com/office/drawing/2014/main" id="{9531FFB3-3331-4221-B094-C5F3F6CEBE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3" y="1211"/>
                <a:ext cx="572" cy="144"/>
              </a:xfrm>
              <a:custGeom>
                <a:avLst/>
                <a:gdLst>
                  <a:gd name="T0" fmla="*/ 0 w 393"/>
                  <a:gd name="T1" fmla="*/ 99 h 99"/>
                  <a:gd name="T2" fmla="*/ 91 w 393"/>
                  <a:gd name="T3" fmla="*/ 37 h 99"/>
                  <a:gd name="T4" fmla="*/ 162 w 393"/>
                  <a:gd name="T5" fmla="*/ 1 h 99"/>
                  <a:gd name="T6" fmla="*/ 325 w 393"/>
                  <a:gd name="T7" fmla="*/ 0 h 99"/>
                  <a:gd name="T8" fmla="*/ 393 w 393"/>
                  <a:gd name="T9" fmla="*/ 35 h 99"/>
                  <a:gd name="T10" fmla="*/ 226 w 393"/>
                  <a:gd name="T11" fmla="*/ 70 h 99"/>
                  <a:gd name="T12" fmla="*/ 0 w 393"/>
                  <a:gd name="T13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93" h="99">
                    <a:moveTo>
                      <a:pt x="0" y="99"/>
                    </a:moveTo>
                    <a:cubicBezTo>
                      <a:pt x="9" y="72"/>
                      <a:pt x="55" y="54"/>
                      <a:pt x="91" y="37"/>
                    </a:cubicBezTo>
                    <a:cubicBezTo>
                      <a:pt x="126" y="20"/>
                      <a:pt x="147" y="10"/>
                      <a:pt x="162" y="1"/>
                    </a:cubicBezTo>
                    <a:cubicBezTo>
                      <a:pt x="325" y="0"/>
                      <a:pt x="325" y="0"/>
                      <a:pt x="325" y="0"/>
                    </a:cubicBezTo>
                    <a:cubicBezTo>
                      <a:pt x="343" y="10"/>
                      <a:pt x="372" y="26"/>
                      <a:pt x="393" y="35"/>
                    </a:cubicBezTo>
                    <a:cubicBezTo>
                      <a:pt x="393" y="35"/>
                      <a:pt x="329" y="52"/>
                      <a:pt x="226" y="70"/>
                    </a:cubicBezTo>
                    <a:cubicBezTo>
                      <a:pt x="123" y="87"/>
                      <a:pt x="0" y="99"/>
                      <a:pt x="0" y="99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3" name="Freeform 190">
                <a:extLst>
                  <a:ext uri="{FF2B5EF4-FFF2-40B4-BE49-F238E27FC236}">
                    <a16:creationId xmlns:a16="http://schemas.microsoft.com/office/drawing/2014/main" id="{A304F208-2CF2-4EE6-9DBD-68127FEA83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9" y="1208"/>
                <a:ext cx="585" cy="150"/>
              </a:xfrm>
              <a:custGeom>
                <a:avLst/>
                <a:gdLst>
                  <a:gd name="T0" fmla="*/ 3 w 402"/>
                  <a:gd name="T1" fmla="*/ 101 h 103"/>
                  <a:gd name="T2" fmla="*/ 5 w 402"/>
                  <a:gd name="T3" fmla="*/ 101 h 103"/>
                  <a:gd name="T4" fmla="*/ 39 w 402"/>
                  <a:gd name="T5" fmla="*/ 68 h 103"/>
                  <a:gd name="T6" fmla="*/ 94 w 402"/>
                  <a:gd name="T7" fmla="*/ 41 h 103"/>
                  <a:gd name="T8" fmla="*/ 166 w 402"/>
                  <a:gd name="T9" fmla="*/ 4 h 103"/>
                  <a:gd name="T10" fmla="*/ 165 w 402"/>
                  <a:gd name="T11" fmla="*/ 3 h 103"/>
                  <a:gd name="T12" fmla="*/ 165 w 402"/>
                  <a:gd name="T13" fmla="*/ 5 h 103"/>
                  <a:gd name="T14" fmla="*/ 328 w 402"/>
                  <a:gd name="T15" fmla="*/ 4 h 103"/>
                  <a:gd name="T16" fmla="*/ 328 w 402"/>
                  <a:gd name="T17" fmla="*/ 2 h 103"/>
                  <a:gd name="T18" fmla="*/ 327 w 402"/>
                  <a:gd name="T19" fmla="*/ 3 h 103"/>
                  <a:gd name="T20" fmla="*/ 395 w 402"/>
                  <a:gd name="T21" fmla="*/ 38 h 103"/>
                  <a:gd name="T22" fmla="*/ 396 w 402"/>
                  <a:gd name="T23" fmla="*/ 37 h 103"/>
                  <a:gd name="T24" fmla="*/ 395 w 402"/>
                  <a:gd name="T25" fmla="*/ 35 h 103"/>
                  <a:gd name="T26" fmla="*/ 392 w 402"/>
                  <a:gd name="T27" fmla="*/ 35 h 103"/>
                  <a:gd name="T28" fmla="*/ 229 w 402"/>
                  <a:gd name="T29" fmla="*/ 70 h 103"/>
                  <a:gd name="T30" fmla="*/ 77 w 402"/>
                  <a:gd name="T31" fmla="*/ 91 h 103"/>
                  <a:gd name="T32" fmla="*/ 24 w 402"/>
                  <a:gd name="T33" fmla="*/ 97 h 103"/>
                  <a:gd name="T34" fmla="*/ 8 w 402"/>
                  <a:gd name="T35" fmla="*/ 98 h 103"/>
                  <a:gd name="T36" fmla="*/ 3 w 402"/>
                  <a:gd name="T37" fmla="*/ 99 h 103"/>
                  <a:gd name="T38" fmla="*/ 3 w 402"/>
                  <a:gd name="T39" fmla="*/ 101 h 103"/>
                  <a:gd name="T40" fmla="*/ 5 w 402"/>
                  <a:gd name="T41" fmla="*/ 101 h 103"/>
                  <a:gd name="T42" fmla="*/ 3 w 402"/>
                  <a:gd name="T43" fmla="*/ 101 h 103"/>
                  <a:gd name="T44" fmla="*/ 3 w 402"/>
                  <a:gd name="T45" fmla="*/ 103 h 103"/>
                  <a:gd name="T46" fmla="*/ 229 w 402"/>
                  <a:gd name="T47" fmla="*/ 74 h 103"/>
                  <a:gd name="T48" fmla="*/ 396 w 402"/>
                  <a:gd name="T49" fmla="*/ 38 h 103"/>
                  <a:gd name="T50" fmla="*/ 402 w 402"/>
                  <a:gd name="T51" fmla="*/ 37 h 103"/>
                  <a:gd name="T52" fmla="*/ 397 w 402"/>
                  <a:gd name="T53" fmla="*/ 35 h 103"/>
                  <a:gd name="T54" fmla="*/ 329 w 402"/>
                  <a:gd name="T55" fmla="*/ 0 h 103"/>
                  <a:gd name="T56" fmla="*/ 328 w 402"/>
                  <a:gd name="T57" fmla="*/ 0 h 103"/>
                  <a:gd name="T58" fmla="*/ 164 w 402"/>
                  <a:gd name="T59" fmla="*/ 1 h 103"/>
                  <a:gd name="T60" fmla="*/ 164 w 402"/>
                  <a:gd name="T61" fmla="*/ 1 h 103"/>
                  <a:gd name="T62" fmla="*/ 93 w 402"/>
                  <a:gd name="T63" fmla="*/ 37 h 103"/>
                  <a:gd name="T64" fmla="*/ 37 w 402"/>
                  <a:gd name="T65" fmla="*/ 65 h 103"/>
                  <a:gd name="T66" fmla="*/ 1 w 402"/>
                  <a:gd name="T67" fmla="*/ 100 h 103"/>
                  <a:gd name="T68" fmla="*/ 0 w 402"/>
                  <a:gd name="T69" fmla="*/ 103 h 103"/>
                  <a:gd name="T70" fmla="*/ 3 w 402"/>
                  <a:gd name="T71" fmla="*/ 103 h 103"/>
                  <a:gd name="T72" fmla="*/ 3 w 402"/>
                  <a:gd name="T73" fmla="*/ 101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402" h="103">
                    <a:moveTo>
                      <a:pt x="3" y="101"/>
                    </a:moveTo>
                    <a:cubicBezTo>
                      <a:pt x="5" y="101"/>
                      <a:pt x="5" y="101"/>
                      <a:pt x="5" y="101"/>
                    </a:cubicBezTo>
                    <a:cubicBezTo>
                      <a:pt x="9" y="89"/>
                      <a:pt x="22" y="78"/>
                      <a:pt x="39" y="68"/>
                    </a:cubicBezTo>
                    <a:cubicBezTo>
                      <a:pt x="56" y="58"/>
                      <a:pt x="77" y="49"/>
                      <a:pt x="94" y="41"/>
                    </a:cubicBezTo>
                    <a:cubicBezTo>
                      <a:pt x="130" y="24"/>
                      <a:pt x="151" y="14"/>
                      <a:pt x="166" y="4"/>
                    </a:cubicBezTo>
                    <a:cubicBezTo>
                      <a:pt x="165" y="3"/>
                      <a:pt x="165" y="3"/>
                      <a:pt x="165" y="3"/>
                    </a:cubicBezTo>
                    <a:cubicBezTo>
                      <a:pt x="165" y="5"/>
                      <a:pt x="165" y="5"/>
                      <a:pt x="165" y="5"/>
                    </a:cubicBezTo>
                    <a:cubicBezTo>
                      <a:pt x="328" y="4"/>
                      <a:pt x="328" y="4"/>
                      <a:pt x="328" y="4"/>
                    </a:cubicBezTo>
                    <a:cubicBezTo>
                      <a:pt x="328" y="2"/>
                      <a:pt x="328" y="2"/>
                      <a:pt x="328" y="2"/>
                    </a:cubicBezTo>
                    <a:cubicBezTo>
                      <a:pt x="327" y="3"/>
                      <a:pt x="327" y="3"/>
                      <a:pt x="327" y="3"/>
                    </a:cubicBezTo>
                    <a:cubicBezTo>
                      <a:pt x="345" y="14"/>
                      <a:pt x="374" y="30"/>
                      <a:pt x="395" y="38"/>
                    </a:cubicBezTo>
                    <a:cubicBezTo>
                      <a:pt x="396" y="37"/>
                      <a:pt x="396" y="37"/>
                      <a:pt x="396" y="37"/>
                    </a:cubicBezTo>
                    <a:cubicBezTo>
                      <a:pt x="395" y="35"/>
                      <a:pt x="395" y="35"/>
                      <a:pt x="395" y="35"/>
                    </a:cubicBezTo>
                    <a:cubicBezTo>
                      <a:pt x="395" y="35"/>
                      <a:pt x="394" y="35"/>
                      <a:pt x="392" y="35"/>
                    </a:cubicBezTo>
                    <a:cubicBezTo>
                      <a:pt x="379" y="39"/>
                      <a:pt x="319" y="54"/>
                      <a:pt x="229" y="70"/>
                    </a:cubicBezTo>
                    <a:cubicBezTo>
                      <a:pt x="177" y="79"/>
                      <a:pt x="121" y="86"/>
                      <a:pt x="77" y="91"/>
                    </a:cubicBezTo>
                    <a:cubicBezTo>
                      <a:pt x="55" y="93"/>
                      <a:pt x="37" y="95"/>
                      <a:pt x="24" y="97"/>
                    </a:cubicBezTo>
                    <a:cubicBezTo>
                      <a:pt x="17" y="97"/>
                      <a:pt x="12" y="98"/>
                      <a:pt x="8" y="98"/>
                    </a:cubicBezTo>
                    <a:cubicBezTo>
                      <a:pt x="5" y="99"/>
                      <a:pt x="3" y="99"/>
                      <a:pt x="3" y="99"/>
                    </a:cubicBezTo>
                    <a:cubicBezTo>
                      <a:pt x="3" y="101"/>
                      <a:pt x="3" y="101"/>
                      <a:pt x="3" y="101"/>
                    </a:cubicBezTo>
                    <a:cubicBezTo>
                      <a:pt x="5" y="101"/>
                      <a:pt x="5" y="101"/>
                      <a:pt x="5" y="101"/>
                    </a:cubicBezTo>
                    <a:cubicBezTo>
                      <a:pt x="3" y="101"/>
                      <a:pt x="3" y="101"/>
                      <a:pt x="3" y="101"/>
                    </a:cubicBezTo>
                    <a:cubicBezTo>
                      <a:pt x="3" y="103"/>
                      <a:pt x="3" y="103"/>
                      <a:pt x="3" y="103"/>
                    </a:cubicBezTo>
                    <a:cubicBezTo>
                      <a:pt x="3" y="103"/>
                      <a:pt x="126" y="91"/>
                      <a:pt x="229" y="74"/>
                    </a:cubicBezTo>
                    <a:cubicBezTo>
                      <a:pt x="333" y="56"/>
                      <a:pt x="396" y="38"/>
                      <a:pt x="396" y="38"/>
                    </a:cubicBezTo>
                    <a:cubicBezTo>
                      <a:pt x="402" y="37"/>
                      <a:pt x="402" y="37"/>
                      <a:pt x="402" y="37"/>
                    </a:cubicBezTo>
                    <a:cubicBezTo>
                      <a:pt x="397" y="35"/>
                      <a:pt x="397" y="35"/>
                      <a:pt x="397" y="35"/>
                    </a:cubicBezTo>
                    <a:cubicBezTo>
                      <a:pt x="376" y="26"/>
                      <a:pt x="347" y="10"/>
                      <a:pt x="329" y="0"/>
                    </a:cubicBezTo>
                    <a:cubicBezTo>
                      <a:pt x="328" y="0"/>
                      <a:pt x="328" y="0"/>
                      <a:pt x="328" y="0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49" y="10"/>
                      <a:pt x="129" y="21"/>
                      <a:pt x="93" y="37"/>
                    </a:cubicBezTo>
                    <a:cubicBezTo>
                      <a:pt x="75" y="46"/>
                      <a:pt x="54" y="55"/>
                      <a:pt x="37" y="65"/>
                    </a:cubicBezTo>
                    <a:cubicBezTo>
                      <a:pt x="20" y="75"/>
                      <a:pt x="6" y="86"/>
                      <a:pt x="1" y="100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3" y="103"/>
                      <a:pt x="3" y="103"/>
                      <a:pt x="3" y="103"/>
                    </a:cubicBezTo>
                    <a:lnTo>
                      <a:pt x="3" y="101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4" name="Freeform 191">
                <a:extLst>
                  <a:ext uri="{FF2B5EF4-FFF2-40B4-BE49-F238E27FC236}">
                    <a16:creationId xmlns:a16="http://schemas.microsoft.com/office/drawing/2014/main" id="{97EDFD13-1279-4C0D-8C36-3CA9C0CF97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2" y="1130"/>
                <a:ext cx="43" cy="58"/>
              </a:xfrm>
              <a:custGeom>
                <a:avLst/>
                <a:gdLst>
                  <a:gd name="T0" fmla="*/ 29 w 29"/>
                  <a:gd name="T1" fmla="*/ 0 h 40"/>
                  <a:gd name="T2" fmla="*/ 29 w 29"/>
                  <a:gd name="T3" fmla="*/ 40 h 40"/>
                  <a:gd name="T4" fmla="*/ 2 w 29"/>
                  <a:gd name="T5" fmla="*/ 26 h 40"/>
                  <a:gd name="T6" fmla="*/ 2 w 29"/>
                  <a:gd name="T7" fmla="*/ 8 h 40"/>
                  <a:gd name="T8" fmla="*/ 29 w 29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40">
                    <a:moveTo>
                      <a:pt x="29" y="0"/>
                    </a:moveTo>
                    <a:cubicBezTo>
                      <a:pt x="29" y="40"/>
                      <a:pt x="29" y="40"/>
                      <a:pt x="29" y="40"/>
                    </a:cubicBezTo>
                    <a:cubicBezTo>
                      <a:pt x="2" y="26"/>
                      <a:pt x="2" y="26"/>
                      <a:pt x="2" y="26"/>
                    </a:cubicBezTo>
                    <a:cubicBezTo>
                      <a:pt x="2" y="26"/>
                      <a:pt x="3" y="10"/>
                      <a:pt x="2" y="8"/>
                    </a:cubicBezTo>
                    <a:cubicBezTo>
                      <a:pt x="0" y="6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5" name="Freeform 192">
                <a:extLst>
                  <a:ext uri="{FF2B5EF4-FFF2-40B4-BE49-F238E27FC236}">
                    <a16:creationId xmlns:a16="http://schemas.microsoft.com/office/drawing/2014/main" id="{27E87731-8B11-44E7-8EAC-C46D3200A2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2" y="1127"/>
                <a:ext cx="45" cy="65"/>
              </a:xfrm>
              <a:custGeom>
                <a:avLst/>
                <a:gdLst>
                  <a:gd name="T0" fmla="*/ 29 w 31"/>
                  <a:gd name="T1" fmla="*/ 2 h 45"/>
                  <a:gd name="T2" fmla="*/ 27 w 31"/>
                  <a:gd name="T3" fmla="*/ 2 h 45"/>
                  <a:gd name="T4" fmla="*/ 27 w 31"/>
                  <a:gd name="T5" fmla="*/ 39 h 45"/>
                  <a:gd name="T6" fmla="*/ 3 w 31"/>
                  <a:gd name="T7" fmla="*/ 26 h 45"/>
                  <a:gd name="T8" fmla="*/ 2 w 31"/>
                  <a:gd name="T9" fmla="*/ 28 h 45"/>
                  <a:gd name="T10" fmla="*/ 4 w 31"/>
                  <a:gd name="T11" fmla="*/ 28 h 45"/>
                  <a:gd name="T12" fmla="*/ 4 w 31"/>
                  <a:gd name="T13" fmla="*/ 16 h 45"/>
                  <a:gd name="T14" fmla="*/ 4 w 31"/>
                  <a:gd name="T15" fmla="*/ 12 h 45"/>
                  <a:gd name="T16" fmla="*/ 4 w 31"/>
                  <a:gd name="T17" fmla="*/ 10 h 45"/>
                  <a:gd name="T18" fmla="*/ 3 w 31"/>
                  <a:gd name="T19" fmla="*/ 9 h 45"/>
                  <a:gd name="T20" fmla="*/ 2 w 31"/>
                  <a:gd name="T21" fmla="*/ 10 h 45"/>
                  <a:gd name="T22" fmla="*/ 4 w 31"/>
                  <a:gd name="T23" fmla="*/ 10 h 45"/>
                  <a:gd name="T24" fmla="*/ 3 w 31"/>
                  <a:gd name="T25" fmla="*/ 9 h 45"/>
                  <a:gd name="T26" fmla="*/ 2 w 31"/>
                  <a:gd name="T27" fmla="*/ 10 h 45"/>
                  <a:gd name="T28" fmla="*/ 4 w 31"/>
                  <a:gd name="T29" fmla="*/ 10 h 45"/>
                  <a:gd name="T30" fmla="*/ 2 w 31"/>
                  <a:gd name="T31" fmla="*/ 10 h 45"/>
                  <a:gd name="T32" fmla="*/ 3 w 31"/>
                  <a:gd name="T33" fmla="*/ 11 h 45"/>
                  <a:gd name="T34" fmla="*/ 4 w 31"/>
                  <a:gd name="T35" fmla="*/ 10 h 45"/>
                  <a:gd name="T36" fmla="*/ 2 w 31"/>
                  <a:gd name="T37" fmla="*/ 10 h 45"/>
                  <a:gd name="T38" fmla="*/ 3 w 31"/>
                  <a:gd name="T39" fmla="*/ 11 h 45"/>
                  <a:gd name="T40" fmla="*/ 3 w 31"/>
                  <a:gd name="T41" fmla="*/ 10 h 45"/>
                  <a:gd name="T42" fmla="*/ 3 w 31"/>
                  <a:gd name="T43" fmla="*/ 11 h 45"/>
                  <a:gd name="T44" fmla="*/ 3 w 31"/>
                  <a:gd name="T45" fmla="*/ 11 h 45"/>
                  <a:gd name="T46" fmla="*/ 3 w 31"/>
                  <a:gd name="T47" fmla="*/ 10 h 45"/>
                  <a:gd name="T48" fmla="*/ 3 w 31"/>
                  <a:gd name="T49" fmla="*/ 11 h 45"/>
                  <a:gd name="T50" fmla="*/ 5 w 31"/>
                  <a:gd name="T51" fmla="*/ 10 h 45"/>
                  <a:gd name="T52" fmla="*/ 20 w 31"/>
                  <a:gd name="T53" fmla="*/ 6 h 45"/>
                  <a:gd name="T54" fmla="*/ 27 w 31"/>
                  <a:gd name="T55" fmla="*/ 5 h 45"/>
                  <a:gd name="T56" fmla="*/ 30 w 31"/>
                  <a:gd name="T57" fmla="*/ 4 h 45"/>
                  <a:gd name="T58" fmla="*/ 29 w 31"/>
                  <a:gd name="T59" fmla="*/ 2 h 45"/>
                  <a:gd name="T60" fmla="*/ 27 w 31"/>
                  <a:gd name="T61" fmla="*/ 2 h 45"/>
                  <a:gd name="T62" fmla="*/ 29 w 31"/>
                  <a:gd name="T63" fmla="*/ 2 h 45"/>
                  <a:gd name="T64" fmla="*/ 29 w 31"/>
                  <a:gd name="T65" fmla="*/ 0 h 45"/>
                  <a:gd name="T66" fmla="*/ 15 w 31"/>
                  <a:gd name="T67" fmla="*/ 3 h 45"/>
                  <a:gd name="T68" fmla="*/ 5 w 31"/>
                  <a:gd name="T69" fmla="*/ 6 h 45"/>
                  <a:gd name="T70" fmla="*/ 2 w 31"/>
                  <a:gd name="T71" fmla="*/ 7 h 45"/>
                  <a:gd name="T72" fmla="*/ 1 w 31"/>
                  <a:gd name="T73" fmla="*/ 8 h 45"/>
                  <a:gd name="T74" fmla="*/ 0 w 31"/>
                  <a:gd name="T75" fmla="*/ 8 h 45"/>
                  <a:gd name="T76" fmla="*/ 0 w 31"/>
                  <a:gd name="T77" fmla="*/ 10 h 45"/>
                  <a:gd name="T78" fmla="*/ 0 w 31"/>
                  <a:gd name="T79" fmla="*/ 11 h 45"/>
                  <a:gd name="T80" fmla="*/ 0 w 31"/>
                  <a:gd name="T81" fmla="*/ 11 h 45"/>
                  <a:gd name="T82" fmla="*/ 0 w 31"/>
                  <a:gd name="T83" fmla="*/ 11 h 45"/>
                  <a:gd name="T84" fmla="*/ 0 w 31"/>
                  <a:gd name="T85" fmla="*/ 11 h 45"/>
                  <a:gd name="T86" fmla="*/ 0 w 31"/>
                  <a:gd name="T87" fmla="*/ 11 h 45"/>
                  <a:gd name="T88" fmla="*/ 0 w 31"/>
                  <a:gd name="T89" fmla="*/ 11 h 45"/>
                  <a:gd name="T90" fmla="*/ 0 w 31"/>
                  <a:gd name="T91" fmla="*/ 13 h 45"/>
                  <a:gd name="T92" fmla="*/ 0 w 31"/>
                  <a:gd name="T93" fmla="*/ 16 h 45"/>
                  <a:gd name="T94" fmla="*/ 0 w 31"/>
                  <a:gd name="T95" fmla="*/ 24 h 45"/>
                  <a:gd name="T96" fmla="*/ 0 w 31"/>
                  <a:gd name="T97" fmla="*/ 28 h 45"/>
                  <a:gd name="T98" fmla="*/ 0 w 31"/>
                  <a:gd name="T99" fmla="*/ 29 h 45"/>
                  <a:gd name="T100" fmla="*/ 31 w 31"/>
                  <a:gd name="T101" fmla="*/ 45 h 45"/>
                  <a:gd name="T102" fmla="*/ 31 w 31"/>
                  <a:gd name="T103" fmla="*/ 0 h 45"/>
                  <a:gd name="T104" fmla="*/ 29 w 31"/>
                  <a:gd name="T105" fmla="*/ 0 h 45"/>
                  <a:gd name="T106" fmla="*/ 29 w 31"/>
                  <a:gd name="T107" fmla="*/ 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1" h="45">
                    <a:moveTo>
                      <a:pt x="29" y="2"/>
                    </a:moveTo>
                    <a:cubicBezTo>
                      <a:pt x="27" y="2"/>
                      <a:pt x="27" y="2"/>
                      <a:pt x="27" y="2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4" y="28"/>
                      <a:pt x="4" y="28"/>
                      <a:pt x="4" y="28"/>
                    </a:cubicBezTo>
                    <a:cubicBezTo>
                      <a:pt x="4" y="28"/>
                      <a:pt x="4" y="21"/>
                      <a:pt x="4" y="16"/>
                    </a:cubicBezTo>
                    <a:cubicBezTo>
                      <a:pt x="4" y="14"/>
                      <a:pt x="4" y="13"/>
                      <a:pt x="4" y="12"/>
                    </a:cubicBezTo>
                    <a:cubicBezTo>
                      <a:pt x="4" y="11"/>
                      <a:pt x="4" y="11"/>
                      <a:pt x="4" y="10"/>
                    </a:cubicBezTo>
                    <a:cubicBezTo>
                      <a:pt x="4" y="10"/>
                      <a:pt x="4" y="9"/>
                      <a:pt x="3" y="9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3" y="11"/>
                      <a:pt x="4" y="10"/>
                      <a:pt x="4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3" y="11"/>
                      <a:pt x="4" y="10"/>
                      <a:pt x="5" y="10"/>
                    </a:cubicBezTo>
                    <a:cubicBezTo>
                      <a:pt x="8" y="9"/>
                      <a:pt x="14" y="7"/>
                      <a:pt x="20" y="6"/>
                    </a:cubicBezTo>
                    <a:cubicBezTo>
                      <a:pt x="22" y="6"/>
                      <a:pt x="25" y="5"/>
                      <a:pt x="27" y="5"/>
                    </a:cubicBezTo>
                    <a:cubicBezTo>
                      <a:pt x="29" y="5"/>
                      <a:pt x="30" y="4"/>
                      <a:pt x="30" y="4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0"/>
                      <a:pt x="22" y="2"/>
                      <a:pt x="15" y="3"/>
                    </a:cubicBezTo>
                    <a:cubicBezTo>
                      <a:pt x="12" y="4"/>
                      <a:pt x="8" y="5"/>
                      <a:pt x="5" y="6"/>
                    </a:cubicBezTo>
                    <a:cubicBezTo>
                      <a:pt x="4" y="6"/>
                      <a:pt x="3" y="7"/>
                      <a:pt x="2" y="7"/>
                    </a:cubicBezTo>
                    <a:cubicBezTo>
                      <a:pt x="1" y="7"/>
                      <a:pt x="1" y="7"/>
                      <a:pt x="1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9"/>
                      <a:pt x="0" y="9"/>
                      <a:pt x="0" y="10"/>
                    </a:cubicBezTo>
                    <a:cubicBezTo>
                      <a:pt x="0" y="10"/>
                      <a:pt x="0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0" y="12"/>
                      <a:pt x="0" y="13"/>
                    </a:cubicBezTo>
                    <a:cubicBezTo>
                      <a:pt x="0" y="13"/>
                      <a:pt x="0" y="15"/>
                      <a:pt x="0" y="16"/>
                    </a:cubicBezTo>
                    <a:cubicBezTo>
                      <a:pt x="0" y="18"/>
                      <a:pt x="0" y="21"/>
                      <a:pt x="0" y="24"/>
                    </a:cubicBezTo>
                    <a:cubicBezTo>
                      <a:pt x="0" y="26"/>
                      <a:pt x="0" y="28"/>
                      <a:pt x="0" y="28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31" y="45"/>
                      <a:pt x="31" y="45"/>
                      <a:pt x="31" y="45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29" y="2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6" name="Freeform 193">
                <a:extLst>
                  <a:ext uri="{FF2B5EF4-FFF2-40B4-BE49-F238E27FC236}">
                    <a16:creationId xmlns:a16="http://schemas.microsoft.com/office/drawing/2014/main" id="{590BF301-B1D5-4A2B-ADFC-539ADB317D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3" y="1157"/>
                <a:ext cx="100" cy="114"/>
              </a:xfrm>
              <a:custGeom>
                <a:avLst/>
                <a:gdLst>
                  <a:gd name="T0" fmla="*/ 29 w 69"/>
                  <a:gd name="T1" fmla="*/ 0 h 78"/>
                  <a:gd name="T2" fmla="*/ 0 w 69"/>
                  <a:gd name="T3" fmla="*/ 42 h 78"/>
                  <a:gd name="T4" fmla="*/ 46 w 69"/>
                  <a:gd name="T5" fmla="*/ 78 h 78"/>
                  <a:gd name="T6" fmla="*/ 69 w 69"/>
                  <a:gd name="T7" fmla="*/ 26 h 78"/>
                  <a:gd name="T8" fmla="*/ 29 w 69"/>
                  <a:gd name="T9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" h="78">
                    <a:moveTo>
                      <a:pt x="29" y="0"/>
                    </a:moveTo>
                    <a:cubicBezTo>
                      <a:pt x="29" y="0"/>
                      <a:pt x="14" y="31"/>
                      <a:pt x="0" y="42"/>
                    </a:cubicBezTo>
                    <a:cubicBezTo>
                      <a:pt x="0" y="42"/>
                      <a:pt x="5" y="63"/>
                      <a:pt x="46" y="78"/>
                    </a:cubicBezTo>
                    <a:cubicBezTo>
                      <a:pt x="69" y="26"/>
                      <a:pt x="69" y="26"/>
                      <a:pt x="69" y="26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7" name="Freeform 194">
                <a:extLst>
                  <a:ext uri="{FF2B5EF4-FFF2-40B4-BE49-F238E27FC236}">
                    <a16:creationId xmlns:a16="http://schemas.microsoft.com/office/drawing/2014/main" id="{EC98BD30-8D8C-4352-BC3E-6D6B701FCF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0" y="1153"/>
                <a:ext cx="108" cy="121"/>
              </a:xfrm>
              <a:custGeom>
                <a:avLst/>
                <a:gdLst>
                  <a:gd name="T0" fmla="*/ 31 w 74"/>
                  <a:gd name="T1" fmla="*/ 3 h 83"/>
                  <a:gd name="T2" fmla="*/ 29 w 74"/>
                  <a:gd name="T3" fmla="*/ 2 h 83"/>
                  <a:gd name="T4" fmla="*/ 28 w 74"/>
                  <a:gd name="T5" fmla="*/ 3 h 83"/>
                  <a:gd name="T6" fmla="*/ 18 w 74"/>
                  <a:gd name="T7" fmla="*/ 22 h 83"/>
                  <a:gd name="T8" fmla="*/ 1 w 74"/>
                  <a:gd name="T9" fmla="*/ 44 h 83"/>
                  <a:gd name="T10" fmla="*/ 0 w 74"/>
                  <a:gd name="T11" fmla="*/ 44 h 83"/>
                  <a:gd name="T12" fmla="*/ 0 w 74"/>
                  <a:gd name="T13" fmla="*/ 46 h 83"/>
                  <a:gd name="T14" fmla="*/ 48 w 74"/>
                  <a:gd name="T15" fmla="*/ 83 h 83"/>
                  <a:gd name="T16" fmla="*/ 49 w 74"/>
                  <a:gd name="T17" fmla="*/ 83 h 83"/>
                  <a:gd name="T18" fmla="*/ 74 w 74"/>
                  <a:gd name="T19" fmla="*/ 29 h 83"/>
                  <a:gd name="T20" fmla="*/ 30 w 74"/>
                  <a:gd name="T21" fmla="*/ 0 h 83"/>
                  <a:gd name="T22" fmla="*/ 29 w 74"/>
                  <a:gd name="T23" fmla="*/ 2 h 83"/>
                  <a:gd name="T24" fmla="*/ 31 w 74"/>
                  <a:gd name="T25" fmla="*/ 3 h 83"/>
                  <a:gd name="T26" fmla="*/ 30 w 74"/>
                  <a:gd name="T27" fmla="*/ 5 h 83"/>
                  <a:gd name="T28" fmla="*/ 69 w 74"/>
                  <a:gd name="T29" fmla="*/ 30 h 83"/>
                  <a:gd name="T30" fmla="*/ 47 w 74"/>
                  <a:gd name="T31" fmla="*/ 80 h 83"/>
                  <a:gd name="T32" fmla="*/ 48 w 74"/>
                  <a:gd name="T33" fmla="*/ 81 h 83"/>
                  <a:gd name="T34" fmla="*/ 49 w 74"/>
                  <a:gd name="T35" fmla="*/ 79 h 83"/>
                  <a:gd name="T36" fmla="*/ 11 w 74"/>
                  <a:gd name="T37" fmla="*/ 56 h 83"/>
                  <a:gd name="T38" fmla="*/ 5 w 74"/>
                  <a:gd name="T39" fmla="*/ 48 h 83"/>
                  <a:gd name="T40" fmla="*/ 4 w 74"/>
                  <a:gd name="T41" fmla="*/ 45 h 83"/>
                  <a:gd name="T42" fmla="*/ 4 w 74"/>
                  <a:gd name="T43" fmla="*/ 45 h 83"/>
                  <a:gd name="T44" fmla="*/ 4 w 74"/>
                  <a:gd name="T45" fmla="*/ 45 h 83"/>
                  <a:gd name="T46" fmla="*/ 4 w 74"/>
                  <a:gd name="T47" fmla="*/ 45 h 83"/>
                  <a:gd name="T48" fmla="*/ 2 w 74"/>
                  <a:gd name="T49" fmla="*/ 45 h 83"/>
                  <a:gd name="T50" fmla="*/ 3 w 74"/>
                  <a:gd name="T51" fmla="*/ 47 h 83"/>
                  <a:gd name="T52" fmla="*/ 23 w 74"/>
                  <a:gd name="T53" fmla="*/ 21 h 83"/>
                  <a:gd name="T54" fmla="*/ 32 w 74"/>
                  <a:gd name="T55" fmla="*/ 4 h 83"/>
                  <a:gd name="T56" fmla="*/ 31 w 74"/>
                  <a:gd name="T57" fmla="*/ 3 h 83"/>
                  <a:gd name="T58" fmla="*/ 30 w 74"/>
                  <a:gd name="T59" fmla="*/ 5 h 83"/>
                  <a:gd name="T60" fmla="*/ 31 w 74"/>
                  <a:gd name="T61" fmla="*/ 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4" h="83">
                    <a:moveTo>
                      <a:pt x="31" y="3"/>
                    </a:moveTo>
                    <a:cubicBezTo>
                      <a:pt x="29" y="2"/>
                      <a:pt x="29" y="2"/>
                      <a:pt x="29" y="2"/>
                    </a:cubicBezTo>
                    <a:cubicBezTo>
                      <a:pt x="29" y="2"/>
                      <a:pt x="29" y="2"/>
                      <a:pt x="28" y="3"/>
                    </a:cubicBezTo>
                    <a:cubicBezTo>
                      <a:pt x="27" y="6"/>
                      <a:pt x="23" y="14"/>
                      <a:pt x="18" y="22"/>
                    </a:cubicBezTo>
                    <a:cubicBezTo>
                      <a:pt x="13" y="30"/>
                      <a:pt x="7" y="39"/>
                      <a:pt x="1" y="4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46"/>
                      <a:pt x="6" y="68"/>
                      <a:pt x="48" y="83"/>
                    </a:cubicBezTo>
                    <a:cubicBezTo>
                      <a:pt x="49" y="83"/>
                      <a:pt x="49" y="83"/>
                      <a:pt x="49" y="83"/>
                    </a:cubicBezTo>
                    <a:cubicBezTo>
                      <a:pt x="74" y="29"/>
                      <a:pt x="74" y="29"/>
                      <a:pt x="74" y="29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30" y="5"/>
                      <a:pt x="30" y="5"/>
                      <a:pt x="30" y="5"/>
                    </a:cubicBezTo>
                    <a:cubicBezTo>
                      <a:pt x="69" y="30"/>
                      <a:pt x="69" y="30"/>
                      <a:pt x="69" y="30"/>
                    </a:cubicBezTo>
                    <a:cubicBezTo>
                      <a:pt x="47" y="80"/>
                      <a:pt x="47" y="80"/>
                      <a:pt x="47" y="80"/>
                    </a:cubicBezTo>
                    <a:cubicBezTo>
                      <a:pt x="48" y="81"/>
                      <a:pt x="48" y="81"/>
                      <a:pt x="48" y="81"/>
                    </a:cubicBezTo>
                    <a:cubicBezTo>
                      <a:pt x="49" y="79"/>
                      <a:pt x="49" y="79"/>
                      <a:pt x="49" y="79"/>
                    </a:cubicBezTo>
                    <a:cubicBezTo>
                      <a:pt x="29" y="72"/>
                      <a:pt x="18" y="63"/>
                      <a:pt x="11" y="56"/>
                    </a:cubicBezTo>
                    <a:cubicBezTo>
                      <a:pt x="8" y="53"/>
                      <a:pt x="6" y="50"/>
                      <a:pt x="5" y="48"/>
                    </a:cubicBezTo>
                    <a:cubicBezTo>
                      <a:pt x="5" y="47"/>
                      <a:pt x="5" y="46"/>
                      <a:pt x="4" y="45"/>
                    </a:cubicBezTo>
                    <a:cubicBezTo>
                      <a:pt x="4" y="45"/>
                      <a:pt x="4" y="45"/>
                      <a:pt x="4" y="45"/>
                    </a:cubicBezTo>
                    <a:cubicBezTo>
                      <a:pt x="4" y="45"/>
                      <a:pt x="4" y="45"/>
                      <a:pt x="4" y="45"/>
                    </a:cubicBezTo>
                    <a:cubicBezTo>
                      <a:pt x="4" y="45"/>
                      <a:pt x="4" y="45"/>
                      <a:pt x="4" y="45"/>
                    </a:cubicBezTo>
                    <a:cubicBezTo>
                      <a:pt x="2" y="45"/>
                      <a:pt x="2" y="45"/>
                      <a:pt x="2" y="45"/>
                    </a:cubicBezTo>
                    <a:cubicBezTo>
                      <a:pt x="3" y="47"/>
                      <a:pt x="3" y="47"/>
                      <a:pt x="3" y="47"/>
                    </a:cubicBezTo>
                    <a:cubicBezTo>
                      <a:pt x="11" y="41"/>
                      <a:pt x="18" y="30"/>
                      <a:pt x="23" y="21"/>
                    </a:cubicBezTo>
                    <a:cubicBezTo>
                      <a:pt x="29" y="12"/>
                      <a:pt x="32" y="4"/>
                      <a:pt x="32" y="4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30" y="5"/>
                      <a:pt x="30" y="5"/>
                      <a:pt x="30" y="5"/>
                    </a:cubicBezTo>
                    <a:lnTo>
                      <a:pt x="31" y="3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8" name="Freeform 195">
                <a:extLst>
                  <a:ext uri="{FF2B5EF4-FFF2-40B4-BE49-F238E27FC236}">
                    <a16:creationId xmlns:a16="http://schemas.microsoft.com/office/drawing/2014/main" id="{520B7753-151E-493F-BFFE-AFB016A795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6" y="1189"/>
                <a:ext cx="87" cy="90"/>
              </a:xfrm>
              <a:custGeom>
                <a:avLst/>
                <a:gdLst>
                  <a:gd name="T0" fmla="*/ 32 w 60"/>
                  <a:gd name="T1" fmla="*/ 4 h 62"/>
                  <a:gd name="T2" fmla="*/ 10 w 60"/>
                  <a:gd name="T3" fmla="*/ 9 h 62"/>
                  <a:gd name="T4" fmla="*/ 2 w 60"/>
                  <a:gd name="T5" fmla="*/ 27 h 62"/>
                  <a:gd name="T6" fmla="*/ 16 w 60"/>
                  <a:gd name="T7" fmla="*/ 59 h 62"/>
                  <a:gd name="T8" fmla="*/ 50 w 60"/>
                  <a:gd name="T9" fmla="*/ 60 h 62"/>
                  <a:gd name="T10" fmla="*/ 60 w 60"/>
                  <a:gd name="T11" fmla="*/ 26 h 62"/>
                  <a:gd name="T12" fmla="*/ 47 w 60"/>
                  <a:gd name="T13" fmla="*/ 4 h 62"/>
                  <a:gd name="T14" fmla="*/ 32 w 60"/>
                  <a:gd name="T15" fmla="*/ 4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62">
                    <a:moveTo>
                      <a:pt x="32" y="4"/>
                    </a:moveTo>
                    <a:cubicBezTo>
                      <a:pt x="19" y="4"/>
                      <a:pt x="14" y="0"/>
                      <a:pt x="10" y="9"/>
                    </a:cubicBezTo>
                    <a:cubicBezTo>
                      <a:pt x="6" y="19"/>
                      <a:pt x="5" y="21"/>
                      <a:pt x="2" y="27"/>
                    </a:cubicBezTo>
                    <a:cubicBezTo>
                      <a:pt x="0" y="32"/>
                      <a:pt x="10" y="56"/>
                      <a:pt x="16" y="59"/>
                    </a:cubicBezTo>
                    <a:cubicBezTo>
                      <a:pt x="21" y="62"/>
                      <a:pt x="48" y="61"/>
                      <a:pt x="50" y="60"/>
                    </a:cubicBezTo>
                    <a:cubicBezTo>
                      <a:pt x="52" y="59"/>
                      <a:pt x="60" y="34"/>
                      <a:pt x="60" y="26"/>
                    </a:cubicBezTo>
                    <a:cubicBezTo>
                      <a:pt x="59" y="18"/>
                      <a:pt x="47" y="4"/>
                      <a:pt x="47" y="4"/>
                    </a:cubicBezTo>
                    <a:lnTo>
                      <a:pt x="32" y="4"/>
                    </a:ln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9" name="Freeform 196">
                <a:extLst>
                  <a:ext uri="{FF2B5EF4-FFF2-40B4-BE49-F238E27FC236}">
                    <a16:creationId xmlns:a16="http://schemas.microsoft.com/office/drawing/2014/main" id="{9D51F8F5-0C11-45EC-8E71-EC81A0C78E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6" y="1191"/>
                <a:ext cx="90" cy="90"/>
              </a:xfrm>
              <a:custGeom>
                <a:avLst/>
                <a:gdLst>
                  <a:gd name="T0" fmla="*/ 32 w 62"/>
                  <a:gd name="T1" fmla="*/ 1 h 62"/>
                  <a:gd name="T2" fmla="*/ 12 w 62"/>
                  <a:gd name="T3" fmla="*/ 2 h 62"/>
                  <a:gd name="T4" fmla="*/ 1 w 62"/>
                  <a:gd name="T5" fmla="*/ 25 h 62"/>
                  <a:gd name="T6" fmla="*/ 2 w 62"/>
                  <a:gd name="T7" fmla="*/ 36 h 62"/>
                  <a:gd name="T8" fmla="*/ 11 w 62"/>
                  <a:gd name="T9" fmla="*/ 56 h 62"/>
                  <a:gd name="T10" fmla="*/ 19 w 62"/>
                  <a:gd name="T11" fmla="*/ 61 h 62"/>
                  <a:gd name="T12" fmla="*/ 45 w 62"/>
                  <a:gd name="T13" fmla="*/ 62 h 62"/>
                  <a:gd name="T14" fmla="*/ 50 w 62"/>
                  <a:gd name="T15" fmla="*/ 61 h 62"/>
                  <a:gd name="T16" fmla="*/ 52 w 62"/>
                  <a:gd name="T17" fmla="*/ 60 h 62"/>
                  <a:gd name="T18" fmla="*/ 59 w 62"/>
                  <a:gd name="T19" fmla="*/ 41 h 62"/>
                  <a:gd name="T20" fmla="*/ 62 w 62"/>
                  <a:gd name="T21" fmla="*/ 25 h 62"/>
                  <a:gd name="T22" fmla="*/ 62 w 62"/>
                  <a:gd name="T23" fmla="*/ 25 h 62"/>
                  <a:gd name="T24" fmla="*/ 48 w 62"/>
                  <a:gd name="T25" fmla="*/ 2 h 62"/>
                  <a:gd name="T26" fmla="*/ 32 w 62"/>
                  <a:gd name="T27" fmla="*/ 1 h 62"/>
                  <a:gd name="T28" fmla="*/ 32 w 62"/>
                  <a:gd name="T29" fmla="*/ 5 h 62"/>
                  <a:gd name="T30" fmla="*/ 47 w 62"/>
                  <a:gd name="T31" fmla="*/ 3 h 62"/>
                  <a:gd name="T32" fmla="*/ 46 w 62"/>
                  <a:gd name="T33" fmla="*/ 5 h 62"/>
                  <a:gd name="T34" fmla="*/ 56 w 62"/>
                  <a:gd name="T35" fmla="*/ 20 h 62"/>
                  <a:gd name="T36" fmla="*/ 60 w 62"/>
                  <a:gd name="T37" fmla="*/ 25 h 62"/>
                  <a:gd name="T38" fmla="*/ 58 w 62"/>
                  <a:gd name="T39" fmla="*/ 25 h 62"/>
                  <a:gd name="T40" fmla="*/ 52 w 62"/>
                  <a:gd name="T41" fmla="*/ 50 h 62"/>
                  <a:gd name="T42" fmla="*/ 49 w 62"/>
                  <a:gd name="T43" fmla="*/ 57 h 62"/>
                  <a:gd name="T44" fmla="*/ 49 w 62"/>
                  <a:gd name="T45" fmla="*/ 58 h 62"/>
                  <a:gd name="T46" fmla="*/ 49 w 62"/>
                  <a:gd name="T47" fmla="*/ 58 h 62"/>
                  <a:gd name="T48" fmla="*/ 49 w 62"/>
                  <a:gd name="T49" fmla="*/ 58 h 62"/>
                  <a:gd name="T50" fmla="*/ 49 w 62"/>
                  <a:gd name="T51" fmla="*/ 58 h 62"/>
                  <a:gd name="T52" fmla="*/ 49 w 62"/>
                  <a:gd name="T53" fmla="*/ 57 h 62"/>
                  <a:gd name="T54" fmla="*/ 49 w 62"/>
                  <a:gd name="T55" fmla="*/ 57 h 62"/>
                  <a:gd name="T56" fmla="*/ 49 w 62"/>
                  <a:gd name="T57" fmla="*/ 57 h 62"/>
                  <a:gd name="T58" fmla="*/ 49 w 62"/>
                  <a:gd name="T59" fmla="*/ 57 h 62"/>
                  <a:gd name="T60" fmla="*/ 48 w 62"/>
                  <a:gd name="T61" fmla="*/ 58 h 62"/>
                  <a:gd name="T62" fmla="*/ 24 w 62"/>
                  <a:gd name="T63" fmla="*/ 58 h 62"/>
                  <a:gd name="T64" fmla="*/ 16 w 62"/>
                  <a:gd name="T65" fmla="*/ 56 h 62"/>
                  <a:gd name="T66" fmla="*/ 8 w 62"/>
                  <a:gd name="T67" fmla="*/ 42 h 62"/>
                  <a:gd name="T68" fmla="*/ 4 w 62"/>
                  <a:gd name="T69" fmla="*/ 28 h 62"/>
                  <a:gd name="T70" fmla="*/ 12 w 62"/>
                  <a:gd name="T71" fmla="*/ 9 h 62"/>
                  <a:gd name="T72" fmla="*/ 18 w 62"/>
                  <a:gd name="T73" fmla="*/ 4 h 62"/>
                  <a:gd name="T74" fmla="*/ 32 w 62"/>
                  <a:gd name="T75" fmla="*/ 3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62" h="62">
                    <a:moveTo>
                      <a:pt x="32" y="3"/>
                    </a:moveTo>
                    <a:cubicBezTo>
                      <a:pt x="32" y="1"/>
                      <a:pt x="32" y="1"/>
                      <a:pt x="32" y="1"/>
                    </a:cubicBezTo>
                    <a:cubicBezTo>
                      <a:pt x="26" y="1"/>
                      <a:pt x="22" y="0"/>
                      <a:pt x="18" y="0"/>
                    </a:cubicBezTo>
                    <a:cubicBezTo>
                      <a:pt x="16" y="0"/>
                      <a:pt x="14" y="1"/>
                      <a:pt x="12" y="2"/>
                    </a:cubicBezTo>
                    <a:cubicBezTo>
                      <a:pt x="11" y="3"/>
                      <a:pt x="9" y="5"/>
                      <a:pt x="8" y="8"/>
                    </a:cubicBezTo>
                    <a:cubicBezTo>
                      <a:pt x="4" y="17"/>
                      <a:pt x="3" y="19"/>
                      <a:pt x="1" y="25"/>
                    </a:cubicBezTo>
                    <a:cubicBezTo>
                      <a:pt x="0" y="26"/>
                      <a:pt x="0" y="27"/>
                      <a:pt x="0" y="28"/>
                    </a:cubicBezTo>
                    <a:cubicBezTo>
                      <a:pt x="0" y="30"/>
                      <a:pt x="1" y="33"/>
                      <a:pt x="2" y="36"/>
                    </a:cubicBezTo>
                    <a:cubicBezTo>
                      <a:pt x="3" y="41"/>
                      <a:pt x="5" y="46"/>
                      <a:pt x="7" y="50"/>
                    </a:cubicBezTo>
                    <a:cubicBezTo>
                      <a:pt x="9" y="53"/>
                      <a:pt x="10" y="55"/>
                      <a:pt x="11" y="56"/>
                    </a:cubicBezTo>
                    <a:cubicBezTo>
                      <a:pt x="12" y="58"/>
                      <a:pt x="13" y="59"/>
                      <a:pt x="15" y="60"/>
                    </a:cubicBezTo>
                    <a:cubicBezTo>
                      <a:pt x="16" y="60"/>
                      <a:pt x="17" y="61"/>
                      <a:pt x="19" y="61"/>
                    </a:cubicBezTo>
                    <a:cubicBezTo>
                      <a:pt x="23" y="62"/>
                      <a:pt x="30" y="62"/>
                      <a:pt x="36" y="62"/>
                    </a:cubicBezTo>
                    <a:cubicBezTo>
                      <a:pt x="40" y="62"/>
                      <a:pt x="43" y="62"/>
                      <a:pt x="45" y="62"/>
                    </a:cubicBezTo>
                    <a:cubicBezTo>
                      <a:pt x="47" y="62"/>
                      <a:pt x="48" y="62"/>
                      <a:pt x="49" y="62"/>
                    </a:cubicBezTo>
                    <a:cubicBezTo>
                      <a:pt x="49" y="62"/>
                      <a:pt x="49" y="61"/>
                      <a:pt x="50" y="61"/>
                    </a:cubicBezTo>
                    <a:cubicBezTo>
                      <a:pt x="50" y="61"/>
                      <a:pt x="50" y="61"/>
                      <a:pt x="51" y="61"/>
                    </a:cubicBezTo>
                    <a:cubicBezTo>
                      <a:pt x="51" y="61"/>
                      <a:pt x="52" y="60"/>
                      <a:pt x="52" y="60"/>
                    </a:cubicBezTo>
                    <a:cubicBezTo>
                      <a:pt x="52" y="59"/>
                      <a:pt x="53" y="58"/>
                      <a:pt x="53" y="57"/>
                    </a:cubicBezTo>
                    <a:cubicBezTo>
                      <a:pt x="55" y="54"/>
                      <a:pt x="57" y="48"/>
                      <a:pt x="59" y="41"/>
                    </a:cubicBezTo>
                    <a:cubicBezTo>
                      <a:pt x="60" y="35"/>
                      <a:pt x="62" y="29"/>
                      <a:pt x="62" y="25"/>
                    </a:cubicBezTo>
                    <a:cubicBezTo>
                      <a:pt x="62" y="25"/>
                      <a:pt x="62" y="25"/>
                      <a:pt x="62" y="25"/>
                    </a:cubicBezTo>
                    <a:cubicBezTo>
                      <a:pt x="62" y="25"/>
                      <a:pt x="62" y="25"/>
                      <a:pt x="62" y="25"/>
                    </a:cubicBezTo>
                    <a:cubicBezTo>
                      <a:pt x="62" y="25"/>
                      <a:pt x="62" y="25"/>
                      <a:pt x="62" y="25"/>
                    </a:cubicBezTo>
                    <a:cubicBezTo>
                      <a:pt x="61" y="23"/>
                      <a:pt x="61" y="20"/>
                      <a:pt x="59" y="17"/>
                    </a:cubicBezTo>
                    <a:cubicBezTo>
                      <a:pt x="55" y="10"/>
                      <a:pt x="48" y="2"/>
                      <a:pt x="48" y="2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2" y="1"/>
                      <a:pt x="32" y="1"/>
                      <a:pt x="32" y="1"/>
                    </a:cubicBezTo>
                    <a:cubicBezTo>
                      <a:pt x="32" y="3"/>
                      <a:pt x="32" y="3"/>
                      <a:pt x="32" y="3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5" y="5"/>
                      <a:pt x="45" y="5"/>
                      <a:pt x="45" y="5"/>
                    </a:cubicBezTo>
                    <a:cubicBezTo>
                      <a:pt x="45" y="5"/>
                      <a:pt x="45" y="5"/>
                      <a:pt x="46" y="5"/>
                    </a:cubicBezTo>
                    <a:cubicBezTo>
                      <a:pt x="47" y="7"/>
                      <a:pt x="50" y="10"/>
                      <a:pt x="53" y="14"/>
                    </a:cubicBezTo>
                    <a:cubicBezTo>
                      <a:pt x="54" y="16"/>
                      <a:pt x="55" y="18"/>
                      <a:pt x="56" y="20"/>
                    </a:cubicBezTo>
                    <a:cubicBezTo>
                      <a:pt x="57" y="22"/>
                      <a:pt x="58" y="24"/>
                      <a:pt x="58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58" y="25"/>
                      <a:pt x="58" y="25"/>
                      <a:pt x="58" y="25"/>
                    </a:cubicBezTo>
                    <a:cubicBezTo>
                      <a:pt x="58" y="25"/>
                      <a:pt x="58" y="25"/>
                      <a:pt x="58" y="25"/>
                    </a:cubicBezTo>
                    <a:cubicBezTo>
                      <a:pt x="58" y="27"/>
                      <a:pt x="57" y="30"/>
                      <a:pt x="56" y="33"/>
                    </a:cubicBezTo>
                    <a:cubicBezTo>
                      <a:pt x="55" y="39"/>
                      <a:pt x="54" y="45"/>
                      <a:pt x="52" y="50"/>
                    </a:cubicBezTo>
                    <a:cubicBezTo>
                      <a:pt x="51" y="52"/>
                      <a:pt x="50" y="54"/>
                      <a:pt x="50" y="56"/>
                    </a:cubicBezTo>
                    <a:cubicBezTo>
                      <a:pt x="49" y="56"/>
                      <a:pt x="49" y="57"/>
                      <a:pt x="49" y="57"/>
                    </a:cubicBezTo>
                    <a:cubicBezTo>
                      <a:pt x="49" y="58"/>
                      <a:pt x="49" y="58"/>
                      <a:pt x="49" y="58"/>
                    </a:cubicBezTo>
                    <a:cubicBezTo>
                      <a:pt x="49" y="58"/>
                      <a:pt x="49" y="58"/>
                      <a:pt x="49" y="58"/>
                    </a:cubicBezTo>
                    <a:cubicBezTo>
                      <a:pt x="49" y="58"/>
                      <a:pt x="49" y="58"/>
                      <a:pt x="49" y="58"/>
                    </a:cubicBezTo>
                    <a:cubicBezTo>
                      <a:pt x="49" y="58"/>
                      <a:pt x="49" y="58"/>
                      <a:pt x="49" y="58"/>
                    </a:cubicBezTo>
                    <a:cubicBezTo>
                      <a:pt x="49" y="58"/>
                      <a:pt x="49" y="58"/>
                      <a:pt x="49" y="58"/>
                    </a:cubicBezTo>
                    <a:cubicBezTo>
                      <a:pt x="49" y="58"/>
                      <a:pt x="49" y="58"/>
                      <a:pt x="49" y="58"/>
                    </a:cubicBezTo>
                    <a:cubicBezTo>
                      <a:pt x="49" y="58"/>
                      <a:pt x="49" y="58"/>
                      <a:pt x="49" y="58"/>
                    </a:cubicBezTo>
                    <a:cubicBezTo>
                      <a:pt x="49" y="58"/>
                      <a:pt x="49" y="58"/>
                      <a:pt x="49" y="58"/>
                    </a:cubicBezTo>
                    <a:cubicBezTo>
                      <a:pt x="49" y="57"/>
                      <a:pt x="49" y="57"/>
                      <a:pt x="49" y="57"/>
                    </a:cubicBezTo>
                    <a:cubicBezTo>
                      <a:pt x="49" y="57"/>
                      <a:pt x="49" y="57"/>
                      <a:pt x="49" y="57"/>
                    </a:cubicBezTo>
                    <a:cubicBezTo>
                      <a:pt x="49" y="58"/>
                      <a:pt x="49" y="58"/>
                      <a:pt x="49" y="58"/>
                    </a:cubicBezTo>
                    <a:cubicBezTo>
                      <a:pt x="49" y="57"/>
                      <a:pt x="49" y="57"/>
                      <a:pt x="49" y="57"/>
                    </a:cubicBezTo>
                    <a:cubicBezTo>
                      <a:pt x="49" y="57"/>
                      <a:pt x="49" y="57"/>
                      <a:pt x="49" y="57"/>
                    </a:cubicBezTo>
                    <a:cubicBezTo>
                      <a:pt x="49" y="57"/>
                      <a:pt x="49" y="57"/>
                      <a:pt x="49" y="57"/>
                    </a:cubicBezTo>
                    <a:cubicBezTo>
                      <a:pt x="49" y="57"/>
                      <a:pt x="49" y="57"/>
                      <a:pt x="49" y="57"/>
                    </a:cubicBezTo>
                    <a:cubicBezTo>
                      <a:pt x="49" y="57"/>
                      <a:pt x="49" y="57"/>
                      <a:pt x="49" y="57"/>
                    </a:cubicBezTo>
                    <a:cubicBezTo>
                      <a:pt x="49" y="57"/>
                      <a:pt x="49" y="57"/>
                      <a:pt x="49" y="57"/>
                    </a:cubicBezTo>
                    <a:cubicBezTo>
                      <a:pt x="49" y="57"/>
                      <a:pt x="48" y="58"/>
                      <a:pt x="48" y="58"/>
                    </a:cubicBezTo>
                    <a:cubicBezTo>
                      <a:pt x="45" y="58"/>
                      <a:pt x="41" y="58"/>
                      <a:pt x="36" y="58"/>
                    </a:cubicBezTo>
                    <a:cubicBezTo>
                      <a:pt x="32" y="58"/>
                      <a:pt x="28" y="58"/>
                      <a:pt x="24" y="58"/>
                    </a:cubicBezTo>
                    <a:cubicBezTo>
                      <a:pt x="22" y="57"/>
                      <a:pt x="21" y="57"/>
                      <a:pt x="19" y="57"/>
                    </a:cubicBezTo>
                    <a:cubicBezTo>
                      <a:pt x="18" y="57"/>
                      <a:pt x="17" y="57"/>
                      <a:pt x="16" y="56"/>
                    </a:cubicBezTo>
                    <a:cubicBezTo>
                      <a:pt x="16" y="56"/>
                      <a:pt x="16" y="56"/>
                      <a:pt x="15" y="55"/>
                    </a:cubicBezTo>
                    <a:cubicBezTo>
                      <a:pt x="13" y="53"/>
                      <a:pt x="10" y="47"/>
                      <a:pt x="8" y="42"/>
                    </a:cubicBezTo>
                    <a:cubicBezTo>
                      <a:pt x="7" y="39"/>
                      <a:pt x="6" y="36"/>
                      <a:pt x="5" y="34"/>
                    </a:cubicBezTo>
                    <a:cubicBezTo>
                      <a:pt x="4" y="31"/>
                      <a:pt x="4" y="29"/>
                      <a:pt x="4" y="28"/>
                    </a:cubicBezTo>
                    <a:cubicBezTo>
                      <a:pt x="4" y="27"/>
                      <a:pt x="4" y="26"/>
                      <a:pt x="4" y="26"/>
                    </a:cubicBezTo>
                    <a:cubicBezTo>
                      <a:pt x="7" y="21"/>
                      <a:pt x="8" y="19"/>
                      <a:pt x="12" y="9"/>
                    </a:cubicBezTo>
                    <a:cubicBezTo>
                      <a:pt x="13" y="7"/>
                      <a:pt x="14" y="6"/>
                      <a:pt x="15" y="5"/>
                    </a:cubicBezTo>
                    <a:cubicBezTo>
                      <a:pt x="15" y="5"/>
                      <a:pt x="16" y="4"/>
                      <a:pt x="18" y="4"/>
                    </a:cubicBezTo>
                    <a:cubicBezTo>
                      <a:pt x="21" y="4"/>
                      <a:pt x="26" y="5"/>
                      <a:pt x="32" y="5"/>
                    </a:cubicBezTo>
                    <a:lnTo>
                      <a:pt x="32" y="3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60" name="Freeform 197">
                <a:extLst>
                  <a:ext uri="{FF2B5EF4-FFF2-40B4-BE49-F238E27FC236}">
                    <a16:creationId xmlns:a16="http://schemas.microsoft.com/office/drawing/2014/main" id="{B60BEDD0-4389-4743-9AFA-47B46B9EC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4" y="1157"/>
                <a:ext cx="101" cy="114"/>
              </a:xfrm>
              <a:custGeom>
                <a:avLst/>
                <a:gdLst>
                  <a:gd name="T0" fmla="*/ 40 w 69"/>
                  <a:gd name="T1" fmla="*/ 0 h 78"/>
                  <a:gd name="T2" fmla="*/ 69 w 69"/>
                  <a:gd name="T3" fmla="*/ 42 h 78"/>
                  <a:gd name="T4" fmla="*/ 22 w 69"/>
                  <a:gd name="T5" fmla="*/ 78 h 78"/>
                  <a:gd name="T6" fmla="*/ 0 w 69"/>
                  <a:gd name="T7" fmla="*/ 26 h 78"/>
                  <a:gd name="T8" fmla="*/ 40 w 69"/>
                  <a:gd name="T9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" h="78">
                    <a:moveTo>
                      <a:pt x="40" y="0"/>
                    </a:moveTo>
                    <a:cubicBezTo>
                      <a:pt x="40" y="0"/>
                      <a:pt x="55" y="31"/>
                      <a:pt x="69" y="42"/>
                    </a:cubicBezTo>
                    <a:cubicBezTo>
                      <a:pt x="69" y="42"/>
                      <a:pt x="63" y="63"/>
                      <a:pt x="22" y="78"/>
                    </a:cubicBezTo>
                    <a:cubicBezTo>
                      <a:pt x="0" y="26"/>
                      <a:pt x="0" y="26"/>
                      <a:pt x="0" y="26"/>
                    </a:cubicBez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61" name="Freeform 198">
                <a:extLst>
                  <a:ext uri="{FF2B5EF4-FFF2-40B4-BE49-F238E27FC236}">
                    <a16:creationId xmlns:a16="http://schemas.microsoft.com/office/drawing/2014/main" id="{1C907928-503E-4FE8-8B70-C38FE0CF9C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1153"/>
                <a:ext cx="108" cy="121"/>
              </a:xfrm>
              <a:custGeom>
                <a:avLst/>
                <a:gdLst>
                  <a:gd name="T0" fmla="*/ 43 w 74"/>
                  <a:gd name="T1" fmla="*/ 3 h 83"/>
                  <a:gd name="T2" fmla="*/ 41 w 74"/>
                  <a:gd name="T3" fmla="*/ 4 h 83"/>
                  <a:gd name="T4" fmla="*/ 50 w 74"/>
                  <a:gd name="T5" fmla="*/ 21 h 83"/>
                  <a:gd name="T6" fmla="*/ 70 w 74"/>
                  <a:gd name="T7" fmla="*/ 47 h 83"/>
                  <a:gd name="T8" fmla="*/ 72 w 74"/>
                  <a:gd name="T9" fmla="*/ 45 h 83"/>
                  <a:gd name="T10" fmla="*/ 70 w 74"/>
                  <a:gd name="T11" fmla="*/ 45 h 83"/>
                  <a:gd name="T12" fmla="*/ 70 w 74"/>
                  <a:gd name="T13" fmla="*/ 45 h 83"/>
                  <a:gd name="T14" fmla="*/ 25 w 74"/>
                  <a:gd name="T15" fmla="*/ 79 h 83"/>
                  <a:gd name="T16" fmla="*/ 25 w 74"/>
                  <a:gd name="T17" fmla="*/ 81 h 83"/>
                  <a:gd name="T18" fmla="*/ 27 w 74"/>
                  <a:gd name="T19" fmla="*/ 80 h 83"/>
                  <a:gd name="T20" fmla="*/ 5 w 74"/>
                  <a:gd name="T21" fmla="*/ 30 h 83"/>
                  <a:gd name="T22" fmla="*/ 44 w 74"/>
                  <a:gd name="T23" fmla="*/ 5 h 83"/>
                  <a:gd name="T24" fmla="*/ 43 w 74"/>
                  <a:gd name="T25" fmla="*/ 3 h 83"/>
                  <a:gd name="T26" fmla="*/ 41 w 74"/>
                  <a:gd name="T27" fmla="*/ 4 h 83"/>
                  <a:gd name="T28" fmla="*/ 43 w 74"/>
                  <a:gd name="T29" fmla="*/ 3 h 83"/>
                  <a:gd name="T30" fmla="*/ 42 w 74"/>
                  <a:gd name="T31" fmla="*/ 1 h 83"/>
                  <a:gd name="T32" fmla="*/ 0 w 74"/>
                  <a:gd name="T33" fmla="*/ 29 h 83"/>
                  <a:gd name="T34" fmla="*/ 24 w 74"/>
                  <a:gd name="T35" fmla="*/ 83 h 83"/>
                  <a:gd name="T36" fmla="*/ 26 w 74"/>
                  <a:gd name="T37" fmla="*/ 83 h 83"/>
                  <a:gd name="T38" fmla="*/ 74 w 74"/>
                  <a:gd name="T39" fmla="*/ 46 h 83"/>
                  <a:gd name="T40" fmla="*/ 74 w 74"/>
                  <a:gd name="T41" fmla="*/ 44 h 83"/>
                  <a:gd name="T42" fmla="*/ 73 w 74"/>
                  <a:gd name="T43" fmla="*/ 44 h 83"/>
                  <a:gd name="T44" fmla="*/ 54 w 74"/>
                  <a:gd name="T45" fmla="*/ 19 h 83"/>
                  <a:gd name="T46" fmla="*/ 47 w 74"/>
                  <a:gd name="T47" fmla="*/ 7 h 83"/>
                  <a:gd name="T48" fmla="*/ 46 w 74"/>
                  <a:gd name="T49" fmla="*/ 3 h 83"/>
                  <a:gd name="T50" fmla="*/ 45 w 74"/>
                  <a:gd name="T51" fmla="*/ 2 h 83"/>
                  <a:gd name="T52" fmla="*/ 44 w 74"/>
                  <a:gd name="T53" fmla="*/ 0 h 83"/>
                  <a:gd name="T54" fmla="*/ 42 w 74"/>
                  <a:gd name="T55" fmla="*/ 1 h 83"/>
                  <a:gd name="T56" fmla="*/ 43 w 74"/>
                  <a:gd name="T57" fmla="*/ 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74" h="83">
                    <a:moveTo>
                      <a:pt x="43" y="3"/>
                    </a:moveTo>
                    <a:cubicBezTo>
                      <a:pt x="41" y="4"/>
                      <a:pt x="41" y="4"/>
                      <a:pt x="41" y="4"/>
                    </a:cubicBezTo>
                    <a:cubicBezTo>
                      <a:pt x="41" y="4"/>
                      <a:pt x="45" y="12"/>
                      <a:pt x="50" y="21"/>
                    </a:cubicBezTo>
                    <a:cubicBezTo>
                      <a:pt x="56" y="30"/>
                      <a:pt x="63" y="41"/>
                      <a:pt x="70" y="47"/>
                    </a:cubicBezTo>
                    <a:cubicBezTo>
                      <a:pt x="72" y="45"/>
                      <a:pt x="72" y="45"/>
                      <a:pt x="72" y="45"/>
                    </a:cubicBezTo>
                    <a:cubicBezTo>
                      <a:pt x="70" y="45"/>
                      <a:pt x="70" y="45"/>
                      <a:pt x="70" y="45"/>
                    </a:cubicBezTo>
                    <a:cubicBezTo>
                      <a:pt x="70" y="45"/>
                      <a:pt x="70" y="45"/>
                      <a:pt x="70" y="45"/>
                    </a:cubicBezTo>
                    <a:cubicBezTo>
                      <a:pt x="69" y="45"/>
                      <a:pt x="64" y="65"/>
                      <a:pt x="25" y="79"/>
                    </a:cubicBezTo>
                    <a:cubicBezTo>
                      <a:pt x="25" y="81"/>
                      <a:pt x="25" y="81"/>
                      <a:pt x="25" y="81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44" y="5"/>
                      <a:pt x="44" y="5"/>
                      <a:pt x="44" y="5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41" y="4"/>
                      <a:pt x="41" y="4"/>
                      <a:pt x="41" y="4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42" y="1"/>
                      <a:pt x="42" y="1"/>
                      <a:pt x="42" y="1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26" y="83"/>
                      <a:pt x="26" y="83"/>
                      <a:pt x="26" y="83"/>
                    </a:cubicBezTo>
                    <a:cubicBezTo>
                      <a:pt x="68" y="68"/>
                      <a:pt x="73" y="46"/>
                      <a:pt x="74" y="46"/>
                    </a:cubicBezTo>
                    <a:cubicBezTo>
                      <a:pt x="74" y="44"/>
                      <a:pt x="74" y="44"/>
                      <a:pt x="74" y="44"/>
                    </a:cubicBezTo>
                    <a:cubicBezTo>
                      <a:pt x="73" y="44"/>
                      <a:pt x="73" y="44"/>
                      <a:pt x="73" y="44"/>
                    </a:cubicBezTo>
                    <a:cubicBezTo>
                      <a:pt x="66" y="38"/>
                      <a:pt x="59" y="28"/>
                      <a:pt x="54" y="19"/>
                    </a:cubicBezTo>
                    <a:cubicBezTo>
                      <a:pt x="51" y="14"/>
                      <a:pt x="49" y="10"/>
                      <a:pt x="47" y="7"/>
                    </a:cubicBezTo>
                    <a:cubicBezTo>
                      <a:pt x="47" y="5"/>
                      <a:pt x="46" y="4"/>
                      <a:pt x="46" y="3"/>
                    </a:cubicBezTo>
                    <a:cubicBezTo>
                      <a:pt x="45" y="2"/>
                      <a:pt x="45" y="2"/>
                      <a:pt x="45" y="2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2" y="1"/>
                      <a:pt x="42" y="1"/>
                      <a:pt x="42" y="1"/>
                    </a:cubicBezTo>
                    <a:lnTo>
                      <a:pt x="43" y="3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62" name="Freeform 199">
                <a:extLst>
                  <a:ext uri="{FF2B5EF4-FFF2-40B4-BE49-F238E27FC236}">
                    <a16:creationId xmlns:a16="http://schemas.microsoft.com/office/drawing/2014/main" id="{C2A02FF6-34CE-46DA-99BB-FC2F138823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0" y="1274"/>
                <a:ext cx="15" cy="27"/>
              </a:xfrm>
              <a:custGeom>
                <a:avLst/>
                <a:gdLst>
                  <a:gd name="T0" fmla="*/ 0 w 10"/>
                  <a:gd name="T1" fmla="*/ 0 h 19"/>
                  <a:gd name="T2" fmla="*/ 10 w 10"/>
                  <a:gd name="T3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" h="19">
                    <a:moveTo>
                      <a:pt x="0" y="0"/>
                    </a:moveTo>
                    <a:cubicBezTo>
                      <a:pt x="5" y="9"/>
                      <a:pt x="8" y="15"/>
                      <a:pt x="10" y="19"/>
                    </a:cubicBezTo>
                  </a:path>
                </a:pathLst>
              </a:custGeom>
              <a:solidFill>
                <a:srgbClr val="EE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63" name="Freeform 200">
                <a:extLst>
                  <a:ext uri="{FF2B5EF4-FFF2-40B4-BE49-F238E27FC236}">
                    <a16:creationId xmlns:a16="http://schemas.microsoft.com/office/drawing/2014/main" id="{949E282A-FD4A-4E97-99C4-2E047DAD15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9" y="1272"/>
                <a:ext cx="17" cy="29"/>
              </a:xfrm>
              <a:custGeom>
                <a:avLst/>
                <a:gdLst>
                  <a:gd name="T0" fmla="*/ 0 w 12"/>
                  <a:gd name="T1" fmla="*/ 1 h 20"/>
                  <a:gd name="T2" fmla="*/ 9 w 12"/>
                  <a:gd name="T3" fmla="*/ 20 h 20"/>
                  <a:gd name="T4" fmla="*/ 12 w 12"/>
                  <a:gd name="T5" fmla="*/ 19 h 20"/>
                  <a:gd name="T6" fmla="*/ 3 w 12"/>
                  <a:gd name="T7" fmla="*/ 0 h 20"/>
                  <a:gd name="T8" fmla="*/ 0 w 12"/>
                  <a:gd name="T9" fmla="*/ 1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20">
                    <a:moveTo>
                      <a:pt x="0" y="1"/>
                    </a:moveTo>
                    <a:cubicBezTo>
                      <a:pt x="4" y="11"/>
                      <a:pt x="7" y="17"/>
                      <a:pt x="9" y="20"/>
                    </a:cubicBezTo>
                    <a:cubicBezTo>
                      <a:pt x="12" y="19"/>
                      <a:pt x="12" y="19"/>
                      <a:pt x="12" y="19"/>
                    </a:cubicBezTo>
                    <a:cubicBezTo>
                      <a:pt x="11" y="15"/>
                      <a:pt x="8" y="9"/>
                      <a:pt x="3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64" name="Freeform 201">
                <a:extLst>
                  <a:ext uri="{FF2B5EF4-FFF2-40B4-BE49-F238E27FC236}">
                    <a16:creationId xmlns:a16="http://schemas.microsoft.com/office/drawing/2014/main" id="{8B8893A8-CCFA-4D50-BB63-19A786BB8C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5" y="1271"/>
                <a:ext cx="16" cy="40"/>
              </a:xfrm>
              <a:custGeom>
                <a:avLst/>
                <a:gdLst>
                  <a:gd name="T0" fmla="*/ 0 w 11"/>
                  <a:gd name="T1" fmla="*/ 0 h 28"/>
                  <a:gd name="T2" fmla="*/ 11 w 11"/>
                  <a:gd name="T3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" h="28">
                    <a:moveTo>
                      <a:pt x="0" y="0"/>
                    </a:moveTo>
                    <a:cubicBezTo>
                      <a:pt x="2" y="9"/>
                      <a:pt x="11" y="28"/>
                      <a:pt x="11" y="28"/>
                    </a:cubicBezTo>
                  </a:path>
                </a:pathLst>
              </a:custGeom>
              <a:solidFill>
                <a:srgbClr val="EE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65" name="Freeform 202">
                <a:extLst>
                  <a:ext uri="{FF2B5EF4-FFF2-40B4-BE49-F238E27FC236}">
                    <a16:creationId xmlns:a16="http://schemas.microsoft.com/office/drawing/2014/main" id="{9C67A96F-493F-408F-A3A0-7DFE527889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2" y="1271"/>
                <a:ext cx="22" cy="40"/>
              </a:xfrm>
              <a:custGeom>
                <a:avLst/>
                <a:gdLst>
                  <a:gd name="T0" fmla="*/ 0 w 15"/>
                  <a:gd name="T1" fmla="*/ 1 h 28"/>
                  <a:gd name="T2" fmla="*/ 6 w 15"/>
                  <a:gd name="T3" fmla="*/ 18 h 28"/>
                  <a:gd name="T4" fmla="*/ 11 w 15"/>
                  <a:gd name="T5" fmla="*/ 28 h 28"/>
                  <a:gd name="T6" fmla="*/ 15 w 15"/>
                  <a:gd name="T7" fmla="*/ 27 h 28"/>
                  <a:gd name="T8" fmla="*/ 13 w 15"/>
                  <a:gd name="T9" fmla="*/ 24 h 28"/>
                  <a:gd name="T10" fmla="*/ 8 w 15"/>
                  <a:gd name="T11" fmla="*/ 12 h 28"/>
                  <a:gd name="T12" fmla="*/ 4 w 15"/>
                  <a:gd name="T13" fmla="*/ 0 h 28"/>
                  <a:gd name="T14" fmla="*/ 0 w 15"/>
                  <a:gd name="T15" fmla="*/ 1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28">
                    <a:moveTo>
                      <a:pt x="0" y="1"/>
                    </a:moveTo>
                    <a:cubicBezTo>
                      <a:pt x="1" y="5"/>
                      <a:pt x="4" y="12"/>
                      <a:pt x="6" y="18"/>
                    </a:cubicBezTo>
                    <a:cubicBezTo>
                      <a:pt x="9" y="24"/>
                      <a:pt x="11" y="28"/>
                      <a:pt x="11" y="28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5" y="27"/>
                      <a:pt x="14" y="26"/>
                      <a:pt x="13" y="24"/>
                    </a:cubicBezTo>
                    <a:cubicBezTo>
                      <a:pt x="12" y="21"/>
                      <a:pt x="10" y="16"/>
                      <a:pt x="8" y="12"/>
                    </a:cubicBezTo>
                    <a:cubicBezTo>
                      <a:pt x="6" y="7"/>
                      <a:pt x="4" y="3"/>
                      <a:pt x="4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66" name="Freeform 203">
                <a:extLst>
                  <a:ext uri="{FF2B5EF4-FFF2-40B4-BE49-F238E27FC236}">
                    <a16:creationId xmlns:a16="http://schemas.microsoft.com/office/drawing/2014/main" id="{675A890E-A0F4-41EF-BC4C-397F0E82D9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4" y="1102"/>
                <a:ext cx="2" cy="60"/>
              </a:xfrm>
              <a:custGeom>
                <a:avLst/>
                <a:gdLst>
                  <a:gd name="T0" fmla="*/ 0 w 2"/>
                  <a:gd name="T1" fmla="*/ 0 h 60"/>
                  <a:gd name="T2" fmla="*/ 2 w 2"/>
                  <a:gd name="T3" fmla="*/ 60 h 60"/>
                  <a:gd name="T4" fmla="*/ 0 w 2"/>
                  <a:gd name="T5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60">
                    <a:moveTo>
                      <a:pt x="0" y="0"/>
                    </a:moveTo>
                    <a:lnTo>
                      <a:pt x="2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67" name="Line 204">
                <a:extLst>
                  <a:ext uri="{FF2B5EF4-FFF2-40B4-BE49-F238E27FC236}">
                    <a16:creationId xmlns:a16="http://schemas.microsoft.com/office/drawing/2014/main" id="{03218965-1780-443C-B855-BC32A9EDDD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1102"/>
                <a:ext cx="2" cy="6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sp>
          <p:nvSpPr>
            <p:cNvPr id="9" name="Freeform 206">
              <a:extLst>
                <a:ext uri="{FF2B5EF4-FFF2-40B4-BE49-F238E27FC236}">
                  <a16:creationId xmlns:a16="http://schemas.microsoft.com/office/drawing/2014/main" id="{209C0636-E7F7-472B-929B-FAD3803C7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1" y="1102"/>
              <a:ext cx="7" cy="60"/>
            </a:xfrm>
            <a:custGeom>
              <a:avLst/>
              <a:gdLst>
                <a:gd name="T0" fmla="*/ 0 w 7"/>
                <a:gd name="T1" fmla="*/ 0 h 60"/>
                <a:gd name="T2" fmla="*/ 2 w 7"/>
                <a:gd name="T3" fmla="*/ 60 h 60"/>
                <a:gd name="T4" fmla="*/ 7 w 7"/>
                <a:gd name="T5" fmla="*/ 60 h 60"/>
                <a:gd name="T6" fmla="*/ 6 w 7"/>
                <a:gd name="T7" fmla="*/ 0 h 60"/>
                <a:gd name="T8" fmla="*/ 0 w 7"/>
                <a:gd name="T9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0">
                  <a:moveTo>
                    <a:pt x="0" y="0"/>
                  </a:moveTo>
                  <a:lnTo>
                    <a:pt x="2" y="60"/>
                  </a:lnTo>
                  <a:lnTo>
                    <a:pt x="7" y="6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" name="Freeform 207">
              <a:extLst>
                <a:ext uri="{FF2B5EF4-FFF2-40B4-BE49-F238E27FC236}">
                  <a16:creationId xmlns:a16="http://schemas.microsoft.com/office/drawing/2014/main" id="{C67FF0BE-D0C1-483B-A3BC-27B87C386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1" y="1102"/>
              <a:ext cx="7" cy="60"/>
            </a:xfrm>
            <a:custGeom>
              <a:avLst/>
              <a:gdLst>
                <a:gd name="T0" fmla="*/ 0 w 7"/>
                <a:gd name="T1" fmla="*/ 0 h 60"/>
                <a:gd name="T2" fmla="*/ 2 w 7"/>
                <a:gd name="T3" fmla="*/ 60 h 60"/>
                <a:gd name="T4" fmla="*/ 7 w 7"/>
                <a:gd name="T5" fmla="*/ 60 h 60"/>
                <a:gd name="T6" fmla="*/ 6 w 7"/>
                <a:gd name="T7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60">
                  <a:moveTo>
                    <a:pt x="0" y="0"/>
                  </a:moveTo>
                  <a:lnTo>
                    <a:pt x="2" y="60"/>
                  </a:lnTo>
                  <a:lnTo>
                    <a:pt x="7" y="60"/>
                  </a:lnTo>
                  <a:lnTo>
                    <a:pt x="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" name="Freeform 208">
              <a:extLst>
                <a:ext uri="{FF2B5EF4-FFF2-40B4-BE49-F238E27FC236}">
                  <a16:creationId xmlns:a16="http://schemas.microsoft.com/office/drawing/2014/main" id="{E5E58C8B-EEF1-420C-B04F-952C70F504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" y="1138"/>
              <a:ext cx="2" cy="21"/>
            </a:xfrm>
            <a:custGeom>
              <a:avLst/>
              <a:gdLst>
                <a:gd name="T0" fmla="*/ 0 w 2"/>
                <a:gd name="T1" fmla="*/ 0 h 21"/>
                <a:gd name="T2" fmla="*/ 2 w 2"/>
                <a:gd name="T3" fmla="*/ 21 h 21"/>
                <a:gd name="T4" fmla="*/ 0 w 2"/>
                <a:gd name="T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1">
                  <a:moveTo>
                    <a:pt x="0" y="0"/>
                  </a:moveTo>
                  <a:lnTo>
                    <a:pt x="2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" name="Line 209">
              <a:extLst>
                <a:ext uri="{FF2B5EF4-FFF2-40B4-BE49-F238E27FC236}">
                  <a16:creationId xmlns:a16="http://schemas.microsoft.com/office/drawing/2014/main" id="{51302CE4-3EA5-49C3-BA4B-A389BA8DF7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2" y="1138"/>
              <a:ext cx="2" cy="2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" name="Freeform 210">
              <a:extLst>
                <a:ext uri="{FF2B5EF4-FFF2-40B4-BE49-F238E27FC236}">
                  <a16:creationId xmlns:a16="http://schemas.microsoft.com/office/drawing/2014/main" id="{9C9C7CD1-D013-4009-8985-45301C787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1138"/>
              <a:ext cx="8" cy="21"/>
            </a:xfrm>
            <a:custGeom>
              <a:avLst/>
              <a:gdLst>
                <a:gd name="T0" fmla="*/ 0 w 8"/>
                <a:gd name="T1" fmla="*/ 0 h 21"/>
                <a:gd name="T2" fmla="*/ 2 w 8"/>
                <a:gd name="T3" fmla="*/ 21 h 21"/>
                <a:gd name="T4" fmla="*/ 8 w 8"/>
                <a:gd name="T5" fmla="*/ 21 h 21"/>
                <a:gd name="T6" fmla="*/ 6 w 8"/>
                <a:gd name="T7" fmla="*/ 0 h 21"/>
                <a:gd name="T8" fmla="*/ 0 w 8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21">
                  <a:moveTo>
                    <a:pt x="0" y="0"/>
                  </a:moveTo>
                  <a:lnTo>
                    <a:pt x="2" y="21"/>
                  </a:lnTo>
                  <a:lnTo>
                    <a:pt x="8" y="21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" name="Freeform 211">
              <a:extLst>
                <a:ext uri="{FF2B5EF4-FFF2-40B4-BE49-F238E27FC236}">
                  <a16:creationId xmlns:a16="http://schemas.microsoft.com/office/drawing/2014/main" id="{5EB2A9E7-D02A-46F0-94ED-CC6DC01E7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1138"/>
              <a:ext cx="8" cy="21"/>
            </a:xfrm>
            <a:custGeom>
              <a:avLst/>
              <a:gdLst>
                <a:gd name="T0" fmla="*/ 0 w 8"/>
                <a:gd name="T1" fmla="*/ 0 h 21"/>
                <a:gd name="T2" fmla="*/ 2 w 8"/>
                <a:gd name="T3" fmla="*/ 21 h 21"/>
                <a:gd name="T4" fmla="*/ 8 w 8"/>
                <a:gd name="T5" fmla="*/ 21 h 21"/>
                <a:gd name="T6" fmla="*/ 6 w 8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21">
                  <a:moveTo>
                    <a:pt x="0" y="0"/>
                  </a:moveTo>
                  <a:lnTo>
                    <a:pt x="2" y="21"/>
                  </a:lnTo>
                  <a:lnTo>
                    <a:pt x="8" y="21"/>
                  </a:lnTo>
                  <a:lnTo>
                    <a:pt x="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" name="Freeform 212">
              <a:extLst>
                <a:ext uri="{FF2B5EF4-FFF2-40B4-BE49-F238E27FC236}">
                  <a16:creationId xmlns:a16="http://schemas.microsoft.com/office/drawing/2014/main" id="{28C59D85-E5A8-4DD5-AFB9-15F2C9D62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1103"/>
              <a:ext cx="100" cy="32"/>
            </a:xfrm>
            <a:custGeom>
              <a:avLst/>
              <a:gdLst>
                <a:gd name="T0" fmla="*/ 0 w 69"/>
                <a:gd name="T1" fmla="*/ 16 h 22"/>
                <a:gd name="T2" fmla="*/ 69 w 69"/>
                <a:gd name="T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9" h="22">
                  <a:moveTo>
                    <a:pt x="0" y="16"/>
                  </a:moveTo>
                  <a:cubicBezTo>
                    <a:pt x="20" y="22"/>
                    <a:pt x="49" y="22"/>
                    <a:pt x="69" y="0"/>
                  </a:cubicBezTo>
                </a:path>
              </a:pathLst>
            </a:custGeom>
            <a:solidFill>
              <a:srgbClr val="EE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" name="Freeform 213">
              <a:extLst>
                <a:ext uri="{FF2B5EF4-FFF2-40B4-BE49-F238E27FC236}">
                  <a16:creationId xmlns:a16="http://schemas.microsoft.com/office/drawing/2014/main" id="{2CA9B2DB-07D7-419D-A283-C9B8684B5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1102"/>
              <a:ext cx="104" cy="32"/>
            </a:xfrm>
            <a:custGeom>
              <a:avLst/>
              <a:gdLst>
                <a:gd name="T0" fmla="*/ 0 w 72"/>
                <a:gd name="T1" fmla="*/ 19 h 22"/>
                <a:gd name="T2" fmla="*/ 24 w 72"/>
                <a:gd name="T3" fmla="*/ 22 h 22"/>
                <a:gd name="T4" fmla="*/ 72 w 72"/>
                <a:gd name="T5" fmla="*/ 3 h 22"/>
                <a:gd name="T6" fmla="*/ 69 w 72"/>
                <a:gd name="T7" fmla="*/ 0 h 22"/>
                <a:gd name="T8" fmla="*/ 24 w 72"/>
                <a:gd name="T9" fmla="*/ 18 h 22"/>
                <a:gd name="T10" fmla="*/ 1 w 72"/>
                <a:gd name="T11" fmla="*/ 15 h 22"/>
                <a:gd name="T12" fmla="*/ 0 w 72"/>
                <a:gd name="T13" fmla="*/ 1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22">
                  <a:moveTo>
                    <a:pt x="0" y="19"/>
                  </a:moveTo>
                  <a:cubicBezTo>
                    <a:pt x="7" y="21"/>
                    <a:pt x="15" y="22"/>
                    <a:pt x="24" y="22"/>
                  </a:cubicBezTo>
                  <a:cubicBezTo>
                    <a:pt x="40" y="22"/>
                    <a:pt x="58" y="17"/>
                    <a:pt x="72" y="3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56" y="14"/>
                    <a:pt x="39" y="18"/>
                    <a:pt x="24" y="18"/>
                  </a:cubicBezTo>
                  <a:cubicBezTo>
                    <a:pt x="16" y="18"/>
                    <a:pt x="8" y="17"/>
                    <a:pt x="1" y="15"/>
                  </a:cubicBezTo>
                  <a:cubicBezTo>
                    <a:pt x="0" y="19"/>
                    <a:pt x="0" y="19"/>
                    <a:pt x="0" y="1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7" name="Freeform 214">
              <a:extLst>
                <a:ext uri="{FF2B5EF4-FFF2-40B4-BE49-F238E27FC236}">
                  <a16:creationId xmlns:a16="http://schemas.microsoft.com/office/drawing/2014/main" id="{13FE39F1-8B75-466C-A529-671420030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1" y="1016"/>
              <a:ext cx="694" cy="170"/>
            </a:xfrm>
            <a:custGeom>
              <a:avLst/>
              <a:gdLst>
                <a:gd name="T0" fmla="*/ 470 w 477"/>
                <a:gd name="T1" fmla="*/ 1 h 117"/>
                <a:gd name="T2" fmla="*/ 287 w 477"/>
                <a:gd name="T3" fmla="*/ 65 h 117"/>
                <a:gd name="T4" fmla="*/ 4 w 477"/>
                <a:gd name="T5" fmla="*/ 109 h 117"/>
                <a:gd name="T6" fmla="*/ 0 w 477"/>
                <a:gd name="T7" fmla="*/ 114 h 117"/>
                <a:gd name="T8" fmla="*/ 4 w 477"/>
                <a:gd name="T9" fmla="*/ 117 h 117"/>
                <a:gd name="T10" fmla="*/ 289 w 477"/>
                <a:gd name="T11" fmla="*/ 73 h 117"/>
                <a:gd name="T12" fmla="*/ 474 w 477"/>
                <a:gd name="T13" fmla="*/ 8 h 117"/>
                <a:gd name="T14" fmla="*/ 475 w 477"/>
                <a:gd name="T15" fmla="*/ 3 h 117"/>
                <a:gd name="T16" fmla="*/ 470 w 477"/>
                <a:gd name="T1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7" h="117">
                  <a:moveTo>
                    <a:pt x="470" y="1"/>
                  </a:moveTo>
                  <a:cubicBezTo>
                    <a:pt x="419" y="29"/>
                    <a:pt x="361" y="49"/>
                    <a:pt x="287" y="65"/>
                  </a:cubicBezTo>
                  <a:cubicBezTo>
                    <a:pt x="213" y="82"/>
                    <a:pt x="122" y="95"/>
                    <a:pt x="4" y="109"/>
                  </a:cubicBezTo>
                  <a:cubicBezTo>
                    <a:pt x="1" y="109"/>
                    <a:pt x="0" y="111"/>
                    <a:pt x="0" y="114"/>
                  </a:cubicBezTo>
                  <a:cubicBezTo>
                    <a:pt x="0" y="116"/>
                    <a:pt x="2" y="117"/>
                    <a:pt x="4" y="117"/>
                  </a:cubicBezTo>
                  <a:cubicBezTo>
                    <a:pt x="123" y="103"/>
                    <a:pt x="214" y="90"/>
                    <a:pt x="289" y="73"/>
                  </a:cubicBezTo>
                  <a:cubicBezTo>
                    <a:pt x="364" y="56"/>
                    <a:pt x="422" y="36"/>
                    <a:pt x="474" y="8"/>
                  </a:cubicBezTo>
                  <a:cubicBezTo>
                    <a:pt x="476" y="7"/>
                    <a:pt x="477" y="5"/>
                    <a:pt x="475" y="3"/>
                  </a:cubicBezTo>
                  <a:cubicBezTo>
                    <a:pt x="474" y="1"/>
                    <a:pt x="472" y="0"/>
                    <a:pt x="47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" name="Freeform 215">
              <a:extLst>
                <a:ext uri="{FF2B5EF4-FFF2-40B4-BE49-F238E27FC236}">
                  <a16:creationId xmlns:a16="http://schemas.microsoft.com/office/drawing/2014/main" id="{0178961B-CB5A-4010-8F7C-322C5B808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6" y="1164"/>
              <a:ext cx="947" cy="220"/>
            </a:xfrm>
            <a:custGeom>
              <a:avLst/>
              <a:gdLst>
                <a:gd name="T0" fmla="*/ 644 w 651"/>
                <a:gd name="T1" fmla="*/ 2 h 151"/>
                <a:gd name="T2" fmla="*/ 300 w 651"/>
                <a:gd name="T3" fmla="*/ 104 h 151"/>
                <a:gd name="T4" fmla="*/ 4 w 651"/>
                <a:gd name="T5" fmla="*/ 143 h 151"/>
                <a:gd name="T6" fmla="*/ 1 w 651"/>
                <a:gd name="T7" fmla="*/ 148 h 151"/>
                <a:gd name="T8" fmla="*/ 5 w 651"/>
                <a:gd name="T9" fmla="*/ 151 h 151"/>
                <a:gd name="T10" fmla="*/ 301 w 651"/>
                <a:gd name="T11" fmla="*/ 112 h 151"/>
                <a:gd name="T12" fmla="*/ 648 w 651"/>
                <a:gd name="T13" fmla="*/ 8 h 151"/>
                <a:gd name="T14" fmla="*/ 650 w 651"/>
                <a:gd name="T15" fmla="*/ 3 h 151"/>
                <a:gd name="T16" fmla="*/ 644 w 651"/>
                <a:gd name="T17" fmla="*/ 2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51" h="151">
                  <a:moveTo>
                    <a:pt x="644" y="2"/>
                  </a:moveTo>
                  <a:cubicBezTo>
                    <a:pt x="562" y="50"/>
                    <a:pt x="447" y="84"/>
                    <a:pt x="300" y="104"/>
                  </a:cubicBezTo>
                  <a:cubicBezTo>
                    <a:pt x="202" y="117"/>
                    <a:pt x="95" y="128"/>
                    <a:pt x="4" y="143"/>
                  </a:cubicBezTo>
                  <a:cubicBezTo>
                    <a:pt x="2" y="143"/>
                    <a:pt x="0" y="145"/>
                    <a:pt x="1" y="148"/>
                  </a:cubicBezTo>
                  <a:cubicBezTo>
                    <a:pt x="1" y="150"/>
                    <a:pt x="3" y="151"/>
                    <a:pt x="5" y="151"/>
                  </a:cubicBezTo>
                  <a:cubicBezTo>
                    <a:pt x="96" y="136"/>
                    <a:pt x="203" y="125"/>
                    <a:pt x="301" y="112"/>
                  </a:cubicBezTo>
                  <a:cubicBezTo>
                    <a:pt x="449" y="91"/>
                    <a:pt x="565" y="57"/>
                    <a:pt x="648" y="8"/>
                  </a:cubicBezTo>
                  <a:cubicBezTo>
                    <a:pt x="650" y="7"/>
                    <a:pt x="651" y="5"/>
                    <a:pt x="650" y="3"/>
                  </a:cubicBezTo>
                  <a:cubicBezTo>
                    <a:pt x="649" y="1"/>
                    <a:pt x="646" y="0"/>
                    <a:pt x="644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Freeform 216">
              <a:extLst>
                <a:ext uri="{FF2B5EF4-FFF2-40B4-BE49-F238E27FC236}">
                  <a16:creationId xmlns:a16="http://schemas.microsoft.com/office/drawing/2014/main" id="{7E8A9A8E-651F-4DF7-ADCD-098461B4A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1" y="1269"/>
              <a:ext cx="94" cy="125"/>
            </a:xfrm>
            <a:custGeom>
              <a:avLst/>
              <a:gdLst>
                <a:gd name="T0" fmla="*/ 34 w 65"/>
                <a:gd name="T1" fmla="*/ 45 h 86"/>
                <a:gd name="T2" fmla="*/ 45 w 65"/>
                <a:gd name="T3" fmla="*/ 4 h 86"/>
                <a:gd name="T4" fmla="*/ 41 w 65"/>
                <a:gd name="T5" fmla="*/ 3 h 86"/>
                <a:gd name="T6" fmla="*/ 4 w 65"/>
                <a:gd name="T7" fmla="*/ 38 h 86"/>
                <a:gd name="T8" fmla="*/ 27 w 65"/>
                <a:gd name="T9" fmla="*/ 83 h 86"/>
                <a:gd name="T10" fmla="*/ 64 w 65"/>
                <a:gd name="T11" fmla="*/ 49 h 86"/>
                <a:gd name="T12" fmla="*/ 63 w 65"/>
                <a:gd name="T13" fmla="*/ 28 h 86"/>
                <a:gd name="T14" fmla="*/ 34 w 65"/>
                <a:gd name="T15" fmla="*/ 45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" h="86">
                  <a:moveTo>
                    <a:pt x="34" y="45"/>
                  </a:moveTo>
                  <a:cubicBezTo>
                    <a:pt x="34" y="45"/>
                    <a:pt x="41" y="20"/>
                    <a:pt x="45" y="4"/>
                  </a:cubicBezTo>
                  <a:cubicBezTo>
                    <a:pt x="43" y="4"/>
                    <a:pt x="42" y="3"/>
                    <a:pt x="41" y="3"/>
                  </a:cubicBezTo>
                  <a:cubicBezTo>
                    <a:pt x="24" y="0"/>
                    <a:pt x="7" y="16"/>
                    <a:pt x="4" y="38"/>
                  </a:cubicBezTo>
                  <a:cubicBezTo>
                    <a:pt x="0" y="60"/>
                    <a:pt x="10" y="81"/>
                    <a:pt x="27" y="83"/>
                  </a:cubicBezTo>
                  <a:cubicBezTo>
                    <a:pt x="43" y="86"/>
                    <a:pt x="60" y="71"/>
                    <a:pt x="64" y="49"/>
                  </a:cubicBezTo>
                  <a:cubicBezTo>
                    <a:pt x="65" y="41"/>
                    <a:pt x="65" y="34"/>
                    <a:pt x="63" y="28"/>
                  </a:cubicBezTo>
                  <a:lnTo>
                    <a:pt x="34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Freeform 217">
              <a:extLst>
                <a:ext uri="{FF2B5EF4-FFF2-40B4-BE49-F238E27FC236}">
                  <a16:creationId xmlns:a16="http://schemas.microsoft.com/office/drawing/2014/main" id="{A82752F6-C246-492C-8282-15099577C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8" y="1242"/>
              <a:ext cx="48" cy="51"/>
            </a:xfrm>
            <a:custGeom>
              <a:avLst/>
              <a:gdLst>
                <a:gd name="T0" fmla="*/ 18 w 33"/>
                <a:gd name="T1" fmla="*/ 35 h 35"/>
                <a:gd name="T2" fmla="*/ 33 w 33"/>
                <a:gd name="T3" fmla="*/ 26 h 35"/>
                <a:gd name="T4" fmla="*/ 2 w 33"/>
                <a:gd name="T5" fmla="*/ 0 h 35"/>
                <a:gd name="T6" fmla="*/ 0 w 33"/>
                <a:gd name="T7" fmla="*/ 12 h 35"/>
                <a:gd name="T8" fmla="*/ 18 w 33"/>
                <a:gd name="T9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5">
                  <a:moveTo>
                    <a:pt x="18" y="35"/>
                  </a:moveTo>
                  <a:cubicBezTo>
                    <a:pt x="33" y="26"/>
                    <a:pt x="33" y="26"/>
                    <a:pt x="33" y="26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1" y="5"/>
                    <a:pt x="0" y="12"/>
                  </a:cubicBezTo>
                  <a:cubicBezTo>
                    <a:pt x="8" y="15"/>
                    <a:pt x="15" y="24"/>
                    <a:pt x="18" y="35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218">
              <a:extLst>
                <a:ext uri="{FF2B5EF4-FFF2-40B4-BE49-F238E27FC236}">
                  <a16:creationId xmlns:a16="http://schemas.microsoft.com/office/drawing/2014/main" id="{61295530-10FF-4A76-B602-C8A74D131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1" y="1259"/>
              <a:ext cx="43" cy="60"/>
            </a:xfrm>
            <a:custGeom>
              <a:avLst/>
              <a:gdLst>
                <a:gd name="T0" fmla="*/ 30 w 30"/>
                <a:gd name="T1" fmla="*/ 23 h 41"/>
                <a:gd name="T2" fmla="*/ 12 w 30"/>
                <a:gd name="T3" fmla="*/ 0 h 41"/>
                <a:gd name="T4" fmla="*/ 0 w 30"/>
                <a:gd name="T5" fmla="*/ 41 h 41"/>
                <a:gd name="T6" fmla="*/ 30 w 30"/>
                <a:gd name="T7" fmla="*/ 2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41">
                  <a:moveTo>
                    <a:pt x="30" y="23"/>
                  </a:moveTo>
                  <a:cubicBezTo>
                    <a:pt x="27" y="12"/>
                    <a:pt x="20" y="3"/>
                    <a:pt x="12" y="0"/>
                  </a:cubicBezTo>
                  <a:cubicBezTo>
                    <a:pt x="7" y="15"/>
                    <a:pt x="0" y="41"/>
                    <a:pt x="0" y="41"/>
                  </a:cubicBezTo>
                  <a:lnTo>
                    <a:pt x="30" y="23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Freeform 219">
              <a:extLst>
                <a:ext uri="{FF2B5EF4-FFF2-40B4-BE49-F238E27FC236}">
                  <a16:creationId xmlns:a16="http://schemas.microsoft.com/office/drawing/2014/main" id="{16400A70-FBCA-4467-98BC-54C602EF8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" y="1236"/>
              <a:ext cx="164" cy="109"/>
            </a:xfrm>
            <a:custGeom>
              <a:avLst/>
              <a:gdLst>
                <a:gd name="T0" fmla="*/ 0 w 113"/>
                <a:gd name="T1" fmla="*/ 0 h 75"/>
                <a:gd name="T2" fmla="*/ 0 w 113"/>
                <a:gd name="T3" fmla="*/ 2 h 75"/>
                <a:gd name="T4" fmla="*/ 2 w 113"/>
                <a:gd name="T5" fmla="*/ 73 h 75"/>
                <a:gd name="T6" fmla="*/ 2 w 113"/>
                <a:gd name="T7" fmla="*/ 75 h 75"/>
                <a:gd name="T8" fmla="*/ 4 w 113"/>
                <a:gd name="T9" fmla="*/ 75 h 75"/>
                <a:gd name="T10" fmla="*/ 17 w 113"/>
                <a:gd name="T11" fmla="*/ 73 h 75"/>
                <a:gd name="T12" fmla="*/ 113 w 113"/>
                <a:gd name="T13" fmla="*/ 61 h 75"/>
                <a:gd name="T14" fmla="*/ 113 w 113"/>
                <a:gd name="T15" fmla="*/ 57 h 75"/>
                <a:gd name="T16" fmla="*/ 4 w 113"/>
                <a:gd name="T17" fmla="*/ 71 h 75"/>
                <a:gd name="T18" fmla="*/ 4 w 113"/>
                <a:gd name="T19" fmla="*/ 73 h 75"/>
                <a:gd name="T20" fmla="*/ 6 w 113"/>
                <a:gd name="T21" fmla="*/ 73 h 75"/>
                <a:gd name="T22" fmla="*/ 6 w 113"/>
                <a:gd name="T23" fmla="*/ 63 h 75"/>
                <a:gd name="T24" fmla="*/ 4 w 113"/>
                <a:gd name="T25" fmla="*/ 2 h 75"/>
                <a:gd name="T26" fmla="*/ 4 w 113"/>
                <a:gd name="T27" fmla="*/ 1 h 75"/>
                <a:gd name="T28" fmla="*/ 4 w 113"/>
                <a:gd name="T29" fmla="*/ 1 h 75"/>
                <a:gd name="T30" fmla="*/ 4 w 113"/>
                <a:gd name="T31" fmla="*/ 1 h 75"/>
                <a:gd name="T32" fmla="*/ 4 w 113"/>
                <a:gd name="T33" fmla="*/ 1 h 75"/>
                <a:gd name="T34" fmla="*/ 0 w 113"/>
                <a:gd name="T3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3" h="75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0" y="14"/>
                    <a:pt x="2" y="73"/>
                    <a:pt x="2" y="73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4" y="75"/>
                    <a:pt x="9" y="74"/>
                    <a:pt x="17" y="73"/>
                  </a:cubicBezTo>
                  <a:cubicBezTo>
                    <a:pt x="40" y="69"/>
                    <a:pt x="90" y="62"/>
                    <a:pt x="113" y="61"/>
                  </a:cubicBezTo>
                  <a:cubicBezTo>
                    <a:pt x="113" y="57"/>
                    <a:pt x="113" y="57"/>
                    <a:pt x="113" y="57"/>
                  </a:cubicBezTo>
                  <a:cubicBezTo>
                    <a:pt x="81" y="59"/>
                    <a:pt x="4" y="71"/>
                    <a:pt x="4" y="71"/>
                  </a:cubicBezTo>
                  <a:cubicBezTo>
                    <a:pt x="4" y="73"/>
                    <a:pt x="4" y="73"/>
                    <a:pt x="4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69"/>
                    <a:pt x="6" y="63"/>
                  </a:cubicBezTo>
                  <a:cubicBezTo>
                    <a:pt x="5" y="46"/>
                    <a:pt x="4" y="11"/>
                    <a:pt x="4" y="2"/>
                  </a:cubicBezTo>
                  <a:cubicBezTo>
                    <a:pt x="4" y="2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Freeform 220">
              <a:extLst>
                <a:ext uri="{FF2B5EF4-FFF2-40B4-BE49-F238E27FC236}">
                  <a16:creationId xmlns:a16="http://schemas.microsoft.com/office/drawing/2014/main" id="{A1189569-88E7-4EB4-A4C9-B0FE73756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2" y="1237"/>
              <a:ext cx="127" cy="83"/>
            </a:xfrm>
            <a:custGeom>
              <a:avLst/>
              <a:gdLst>
                <a:gd name="T0" fmla="*/ 4 w 127"/>
                <a:gd name="T1" fmla="*/ 83 h 83"/>
                <a:gd name="T2" fmla="*/ 44 w 127"/>
                <a:gd name="T3" fmla="*/ 41 h 83"/>
                <a:gd name="T4" fmla="*/ 71 w 127"/>
                <a:gd name="T5" fmla="*/ 63 h 83"/>
                <a:gd name="T6" fmla="*/ 127 w 127"/>
                <a:gd name="T7" fmla="*/ 5 h 83"/>
                <a:gd name="T8" fmla="*/ 122 w 127"/>
                <a:gd name="T9" fmla="*/ 0 h 83"/>
                <a:gd name="T10" fmla="*/ 70 w 127"/>
                <a:gd name="T11" fmla="*/ 56 h 83"/>
                <a:gd name="T12" fmla="*/ 44 w 127"/>
                <a:gd name="T13" fmla="*/ 34 h 83"/>
                <a:gd name="T14" fmla="*/ 0 w 127"/>
                <a:gd name="T15" fmla="*/ 79 h 83"/>
                <a:gd name="T16" fmla="*/ 4 w 127"/>
                <a:gd name="T17" fmla="*/ 83 h 83"/>
                <a:gd name="T18" fmla="*/ 4 w 127"/>
                <a:gd name="T1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7" h="83">
                  <a:moveTo>
                    <a:pt x="4" y="83"/>
                  </a:moveTo>
                  <a:lnTo>
                    <a:pt x="44" y="41"/>
                  </a:lnTo>
                  <a:lnTo>
                    <a:pt x="71" y="63"/>
                  </a:lnTo>
                  <a:lnTo>
                    <a:pt x="127" y="5"/>
                  </a:lnTo>
                  <a:lnTo>
                    <a:pt x="122" y="0"/>
                  </a:lnTo>
                  <a:lnTo>
                    <a:pt x="70" y="56"/>
                  </a:lnTo>
                  <a:lnTo>
                    <a:pt x="44" y="34"/>
                  </a:lnTo>
                  <a:lnTo>
                    <a:pt x="0" y="79"/>
                  </a:lnTo>
                  <a:lnTo>
                    <a:pt x="4" y="83"/>
                  </a:lnTo>
                  <a:lnTo>
                    <a:pt x="4" y="83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" name="Freeform 221">
              <a:extLst>
                <a:ext uri="{FF2B5EF4-FFF2-40B4-BE49-F238E27FC236}">
                  <a16:creationId xmlns:a16="http://schemas.microsoft.com/office/drawing/2014/main" id="{DADA0D09-FC2C-4528-9BDB-62548FB31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2" y="1221"/>
              <a:ext cx="28" cy="29"/>
            </a:xfrm>
            <a:custGeom>
              <a:avLst/>
              <a:gdLst>
                <a:gd name="T0" fmla="*/ 28 w 28"/>
                <a:gd name="T1" fmla="*/ 0 h 29"/>
                <a:gd name="T2" fmla="*/ 25 w 28"/>
                <a:gd name="T3" fmla="*/ 15 h 29"/>
                <a:gd name="T4" fmla="*/ 24 w 28"/>
                <a:gd name="T5" fmla="*/ 29 h 29"/>
                <a:gd name="T6" fmla="*/ 12 w 28"/>
                <a:gd name="T7" fmla="*/ 19 h 29"/>
                <a:gd name="T8" fmla="*/ 0 w 28"/>
                <a:gd name="T9" fmla="*/ 10 h 29"/>
                <a:gd name="T10" fmla="*/ 15 w 28"/>
                <a:gd name="T11" fmla="*/ 6 h 29"/>
                <a:gd name="T12" fmla="*/ 28 w 28"/>
                <a:gd name="T13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29">
                  <a:moveTo>
                    <a:pt x="28" y="0"/>
                  </a:moveTo>
                  <a:lnTo>
                    <a:pt x="25" y="15"/>
                  </a:lnTo>
                  <a:lnTo>
                    <a:pt x="24" y="29"/>
                  </a:lnTo>
                  <a:lnTo>
                    <a:pt x="12" y="19"/>
                  </a:lnTo>
                  <a:lnTo>
                    <a:pt x="0" y="10"/>
                  </a:lnTo>
                  <a:lnTo>
                    <a:pt x="15" y="6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" name="Freeform 222">
              <a:extLst>
                <a:ext uri="{FF2B5EF4-FFF2-40B4-BE49-F238E27FC236}">
                  <a16:creationId xmlns:a16="http://schemas.microsoft.com/office/drawing/2014/main" id="{F69D665D-08D6-43EE-9AD6-8AEBCE717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0" y="1275"/>
              <a:ext cx="29" cy="28"/>
            </a:xfrm>
            <a:custGeom>
              <a:avLst/>
              <a:gdLst>
                <a:gd name="T0" fmla="*/ 29 w 29"/>
                <a:gd name="T1" fmla="*/ 28 h 28"/>
                <a:gd name="T2" fmla="*/ 14 w 29"/>
                <a:gd name="T3" fmla="*/ 25 h 28"/>
                <a:gd name="T4" fmla="*/ 0 w 29"/>
                <a:gd name="T5" fmla="*/ 22 h 28"/>
                <a:gd name="T6" fmla="*/ 10 w 29"/>
                <a:gd name="T7" fmla="*/ 10 h 28"/>
                <a:gd name="T8" fmla="*/ 20 w 29"/>
                <a:gd name="T9" fmla="*/ 0 h 28"/>
                <a:gd name="T10" fmla="*/ 24 w 29"/>
                <a:gd name="T11" fmla="*/ 15 h 28"/>
                <a:gd name="T12" fmla="*/ 29 w 29"/>
                <a:gd name="T13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9" y="28"/>
                  </a:moveTo>
                  <a:lnTo>
                    <a:pt x="14" y="25"/>
                  </a:lnTo>
                  <a:lnTo>
                    <a:pt x="0" y="22"/>
                  </a:lnTo>
                  <a:lnTo>
                    <a:pt x="10" y="10"/>
                  </a:lnTo>
                  <a:lnTo>
                    <a:pt x="20" y="0"/>
                  </a:lnTo>
                  <a:lnTo>
                    <a:pt x="24" y="15"/>
                  </a:lnTo>
                  <a:lnTo>
                    <a:pt x="29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" name="Freeform 223">
              <a:extLst>
                <a:ext uri="{FF2B5EF4-FFF2-40B4-BE49-F238E27FC236}">
                  <a16:creationId xmlns:a16="http://schemas.microsoft.com/office/drawing/2014/main" id="{6F832391-E24F-4444-A34F-084C215043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9" y="1253"/>
              <a:ext cx="125" cy="61"/>
            </a:xfrm>
            <a:custGeom>
              <a:avLst/>
              <a:gdLst>
                <a:gd name="T0" fmla="*/ 0 w 125"/>
                <a:gd name="T1" fmla="*/ 12 h 61"/>
                <a:gd name="T2" fmla="*/ 47 w 125"/>
                <a:gd name="T3" fmla="*/ 61 h 61"/>
                <a:gd name="T4" fmla="*/ 83 w 125"/>
                <a:gd name="T5" fmla="*/ 8 h 61"/>
                <a:gd name="T6" fmla="*/ 121 w 125"/>
                <a:gd name="T7" fmla="*/ 38 h 61"/>
                <a:gd name="T8" fmla="*/ 125 w 125"/>
                <a:gd name="T9" fmla="*/ 34 h 61"/>
                <a:gd name="T10" fmla="*/ 81 w 125"/>
                <a:gd name="T11" fmla="*/ 0 h 61"/>
                <a:gd name="T12" fmla="*/ 47 w 125"/>
                <a:gd name="T13" fmla="*/ 51 h 61"/>
                <a:gd name="T14" fmla="*/ 4 w 125"/>
                <a:gd name="T15" fmla="*/ 9 h 61"/>
                <a:gd name="T16" fmla="*/ 0 w 125"/>
                <a:gd name="T17" fmla="*/ 12 h 61"/>
                <a:gd name="T18" fmla="*/ 0 w 125"/>
                <a:gd name="T19" fmla="*/ 1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5" h="61">
                  <a:moveTo>
                    <a:pt x="0" y="12"/>
                  </a:moveTo>
                  <a:lnTo>
                    <a:pt x="47" y="61"/>
                  </a:lnTo>
                  <a:lnTo>
                    <a:pt x="83" y="8"/>
                  </a:lnTo>
                  <a:lnTo>
                    <a:pt x="121" y="38"/>
                  </a:lnTo>
                  <a:lnTo>
                    <a:pt x="125" y="34"/>
                  </a:lnTo>
                  <a:lnTo>
                    <a:pt x="81" y="0"/>
                  </a:lnTo>
                  <a:lnTo>
                    <a:pt x="47" y="51"/>
                  </a:lnTo>
                  <a:lnTo>
                    <a:pt x="4" y="9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Freeform 224">
              <a:extLst>
                <a:ext uri="{FF2B5EF4-FFF2-40B4-BE49-F238E27FC236}">
                  <a16:creationId xmlns:a16="http://schemas.microsoft.com/office/drawing/2014/main" id="{2E372B4E-7616-4DA8-9D47-B649574FA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1" y="1191"/>
              <a:ext cx="51" cy="61"/>
            </a:xfrm>
            <a:custGeom>
              <a:avLst/>
              <a:gdLst>
                <a:gd name="T0" fmla="*/ 11 w 35"/>
                <a:gd name="T1" fmla="*/ 37 h 42"/>
                <a:gd name="T2" fmla="*/ 11 w 35"/>
                <a:gd name="T3" fmla="*/ 39 h 42"/>
                <a:gd name="T4" fmla="*/ 34 w 35"/>
                <a:gd name="T5" fmla="*/ 42 h 42"/>
                <a:gd name="T6" fmla="*/ 35 w 35"/>
                <a:gd name="T7" fmla="*/ 37 h 42"/>
                <a:gd name="T8" fmla="*/ 15 w 35"/>
                <a:gd name="T9" fmla="*/ 0 h 42"/>
                <a:gd name="T10" fmla="*/ 0 w 35"/>
                <a:gd name="T11" fmla="*/ 19 h 42"/>
                <a:gd name="T12" fmla="*/ 11 w 35"/>
                <a:gd name="T13" fmla="*/ 3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42">
                  <a:moveTo>
                    <a:pt x="11" y="37"/>
                  </a:moveTo>
                  <a:cubicBezTo>
                    <a:pt x="11" y="38"/>
                    <a:pt x="11" y="38"/>
                    <a:pt x="11" y="39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5" y="40"/>
                    <a:pt x="35" y="39"/>
                    <a:pt x="35" y="37"/>
                  </a:cubicBezTo>
                  <a:cubicBezTo>
                    <a:pt x="35" y="22"/>
                    <a:pt x="27" y="9"/>
                    <a:pt x="15" y="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7" y="23"/>
                    <a:pt x="11" y="30"/>
                    <a:pt x="11" y="37"/>
                  </a:cubicBezTo>
                  <a:close/>
                </a:path>
              </a:pathLst>
            </a:custGeom>
            <a:solidFill>
              <a:srgbClr val="73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" name="Freeform 225">
              <a:extLst>
                <a:ext uri="{FF2B5EF4-FFF2-40B4-BE49-F238E27FC236}">
                  <a16:creationId xmlns:a16="http://schemas.microsoft.com/office/drawing/2014/main" id="{97D5A302-01CD-4EB0-A2BF-F4E632AB79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9" y="1176"/>
              <a:ext cx="50" cy="39"/>
            </a:xfrm>
            <a:custGeom>
              <a:avLst/>
              <a:gdLst>
                <a:gd name="T0" fmla="*/ 7 w 34"/>
                <a:gd name="T1" fmla="*/ 24 h 27"/>
                <a:gd name="T2" fmla="*/ 19 w 34"/>
                <a:gd name="T3" fmla="*/ 27 h 27"/>
                <a:gd name="T4" fmla="*/ 34 w 34"/>
                <a:gd name="T5" fmla="*/ 8 h 27"/>
                <a:gd name="T6" fmla="*/ 7 w 34"/>
                <a:gd name="T7" fmla="*/ 0 h 27"/>
                <a:gd name="T8" fmla="*/ 0 w 34"/>
                <a:gd name="T9" fmla="*/ 1 h 27"/>
                <a:gd name="T10" fmla="*/ 5 w 34"/>
                <a:gd name="T11" fmla="*/ 24 h 27"/>
                <a:gd name="T12" fmla="*/ 7 w 34"/>
                <a:gd name="T13" fmla="*/ 2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27">
                  <a:moveTo>
                    <a:pt x="7" y="24"/>
                  </a:moveTo>
                  <a:cubicBezTo>
                    <a:pt x="11" y="24"/>
                    <a:pt x="15" y="25"/>
                    <a:pt x="19" y="2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26" y="3"/>
                    <a:pt x="17" y="0"/>
                    <a:pt x="7" y="0"/>
                  </a:cubicBezTo>
                  <a:cubicBezTo>
                    <a:pt x="5" y="0"/>
                    <a:pt x="2" y="0"/>
                    <a:pt x="0" y="1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6" y="24"/>
                    <a:pt x="6" y="24"/>
                    <a:pt x="7" y="24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" name="Freeform 226">
              <a:extLst>
                <a:ext uri="{FF2B5EF4-FFF2-40B4-BE49-F238E27FC236}">
                  <a16:creationId xmlns:a16="http://schemas.microsoft.com/office/drawing/2014/main" id="{DB86B543-F46E-4148-9097-2A8F5FC89F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7" y="1178"/>
              <a:ext cx="144" cy="136"/>
            </a:xfrm>
            <a:custGeom>
              <a:avLst/>
              <a:gdLst>
                <a:gd name="T0" fmla="*/ 50 w 99"/>
                <a:gd name="T1" fmla="*/ 70 h 94"/>
                <a:gd name="T2" fmla="*/ 24 w 99"/>
                <a:gd name="T3" fmla="*/ 46 h 94"/>
                <a:gd name="T4" fmla="*/ 44 w 99"/>
                <a:gd name="T5" fmla="*/ 24 h 94"/>
                <a:gd name="T6" fmla="*/ 39 w 99"/>
                <a:gd name="T7" fmla="*/ 0 h 94"/>
                <a:gd name="T8" fmla="*/ 0 w 99"/>
                <a:gd name="T9" fmla="*/ 46 h 94"/>
                <a:gd name="T10" fmla="*/ 50 w 99"/>
                <a:gd name="T11" fmla="*/ 94 h 94"/>
                <a:gd name="T12" fmla="*/ 99 w 99"/>
                <a:gd name="T13" fmla="*/ 55 h 94"/>
                <a:gd name="T14" fmla="*/ 75 w 99"/>
                <a:gd name="T15" fmla="*/ 52 h 94"/>
                <a:gd name="T16" fmla="*/ 50 w 99"/>
                <a:gd name="T17" fmla="*/ 7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" h="94">
                  <a:moveTo>
                    <a:pt x="50" y="70"/>
                  </a:moveTo>
                  <a:cubicBezTo>
                    <a:pt x="36" y="70"/>
                    <a:pt x="24" y="59"/>
                    <a:pt x="24" y="46"/>
                  </a:cubicBezTo>
                  <a:cubicBezTo>
                    <a:pt x="24" y="36"/>
                    <a:pt x="33" y="26"/>
                    <a:pt x="44" y="24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17" y="5"/>
                    <a:pt x="0" y="24"/>
                    <a:pt x="0" y="46"/>
                  </a:cubicBezTo>
                  <a:cubicBezTo>
                    <a:pt x="0" y="72"/>
                    <a:pt x="23" y="94"/>
                    <a:pt x="50" y="94"/>
                  </a:cubicBezTo>
                  <a:cubicBezTo>
                    <a:pt x="74" y="94"/>
                    <a:pt x="95" y="77"/>
                    <a:pt x="99" y="55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2" y="62"/>
                    <a:pt x="62" y="70"/>
                    <a:pt x="50" y="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" name="Freeform 227">
              <a:extLst>
                <a:ext uri="{FF2B5EF4-FFF2-40B4-BE49-F238E27FC236}">
                  <a16:creationId xmlns:a16="http://schemas.microsoft.com/office/drawing/2014/main" id="{38347033-A595-40BB-90B6-6524F58E9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1" y="1141"/>
              <a:ext cx="162" cy="114"/>
            </a:xfrm>
            <a:custGeom>
              <a:avLst/>
              <a:gdLst>
                <a:gd name="T0" fmla="*/ 0 w 111"/>
                <a:gd name="T1" fmla="*/ 0 h 78"/>
                <a:gd name="T2" fmla="*/ 10 w 111"/>
                <a:gd name="T3" fmla="*/ 78 h 78"/>
                <a:gd name="T4" fmla="*/ 12 w 111"/>
                <a:gd name="T5" fmla="*/ 78 h 78"/>
                <a:gd name="T6" fmla="*/ 111 w 111"/>
                <a:gd name="T7" fmla="*/ 48 h 78"/>
                <a:gd name="T8" fmla="*/ 110 w 111"/>
                <a:gd name="T9" fmla="*/ 44 h 78"/>
                <a:gd name="T10" fmla="*/ 44 w 111"/>
                <a:gd name="T11" fmla="*/ 66 h 78"/>
                <a:gd name="T12" fmla="*/ 20 w 111"/>
                <a:gd name="T13" fmla="*/ 72 h 78"/>
                <a:gd name="T14" fmla="*/ 13 w 111"/>
                <a:gd name="T15" fmla="*/ 73 h 78"/>
                <a:gd name="T16" fmla="*/ 11 w 111"/>
                <a:gd name="T17" fmla="*/ 74 h 78"/>
                <a:gd name="T18" fmla="*/ 11 w 111"/>
                <a:gd name="T19" fmla="*/ 76 h 78"/>
                <a:gd name="T20" fmla="*/ 13 w 111"/>
                <a:gd name="T21" fmla="*/ 76 h 78"/>
                <a:gd name="T22" fmla="*/ 4 w 111"/>
                <a:gd name="T23" fmla="*/ 0 h 78"/>
                <a:gd name="T24" fmla="*/ 0 w 111"/>
                <a:gd name="T2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" h="78">
                  <a:moveTo>
                    <a:pt x="0" y="0"/>
                  </a:moveTo>
                  <a:cubicBezTo>
                    <a:pt x="10" y="78"/>
                    <a:pt x="10" y="78"/>
                    <a:pt x="10" y="78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12" y="78"/>
                    <a:pt x="68" y="66"/>
                    <a:pt x="111" y="48"/>
                  </a:cubicBezTo>
                  <a:cubicBezTo>
                    <a:pt x="110" y="44"/>
                    <a:pt x="110" y="44"/>
                    <a:pt x="110" y="44"/>
                  </a:cubicBezTo>
                  <a:cubicBezTo>
                    <a:pt x="89" y="53"/>
                    <a:pt x="64" y="61"/>
                    <a:pt x="44" y="66"/>
                  </a:cubicBezTo>
                  <a:cubicBezTo>
                    <a:pt x="35" y="68"/>
                    <a:pt x="26" y="70"/>
                    <a:pt x="20" y="72"/>
                  </a:cubicBezTo>
                  <a:cubicBezTo>
                    <a:pt x="17" y="73"/>
                    <a:pt x="15" y="73"/>
                    <a:pt x="13" y="73"/>
                  </a:cubicBezTo>
                  <a:cubicBezTo>
                    <a:pt x="12" y="74"/>
                    <a:pt x="11" y="74"/>
                    <a:pt x="11" y="74"/>
                  </a:cubicBezTo>
                  <a:cubicBezTo>
                    <a:pt x="11" y="76"/>
                    <a:pt x="11" y="76"/>
                    <a:pt x="11" y="76"/>
                  </a:cubicBezTo>
                  <a:cubicBezTo>
                    <a:pt x="13" y="76"/>
                    <a:pt x="13" y="76"/>
                    <a:pt x="13" y="7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Freeform 228">
              <a:extLst>
                <a:ext uri="{FF2B5EF4-FFF2-40B4-BE49-F238E27FC236}">
                  <a16:creationId xmlns:a16="http://schemas.microsoft.com/office/drawing/2014/main" id="{98878CD3-58B7-4E83-9B06-03DF74DF03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1138"/>
              <a:ext cx="4" cy="3"/>
            </a:xfrm>
            <a:custGeom>
              <a:avLst/>
              <a:gdLst>
                <a:gd name="T0" fmla="*/ 0 w 4"/>
                <a:gd name="T1" fmla="*/ 0 h 3"/>
                <a:gd name="T2" fmla="*/ 2 w 4"/>
                <a:gd name="T3" fmla="*/ 3 h 3"/>
                <a:gd name="T4" fmla="*/ 4 w 4"/>
                <a:gd name="T5" fmla="*/ 3 h 3"/>
                <a:gd name="T6" fmla="*/ 3 w 4"/>
                <a:gd name="T7" fmla="*/ 0 h 3"/>
                <a:gd name="T8" fmla="*/ 0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2" y="3"/>
                  </a:lnTo>
                  <a:lnTo>
                    <a:pt x="4" y="3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" name="Freeform 229">
              <a:extLst>
                <a:ext uri="{FF2B5EF4-FFF2-40B4-BE49-F238E27FC236}">
                  <a16:creationId xmlns:a16="http://schemas.microsoft.com/office/drawing/2014/main" id="{6F7BB3F0-00D0-4B41-92C0-380DFAF42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1138"/>
              <a:ext cx="4" cy="3"/>
            </a:xfrm>
            <a:custGeom>
              <a:avLst/>
              <a:gdLst>
                <a:gd name="T0" fmla="*/ 0 w 4"/>
                <a:gd name="T1" fmla="*/ 0 h 3"/>
                <a:gd name="T2" fmla="*/ 2 w 4"/>
                <a:gd name="T3" fmla="*/ 3 h 3"/>
                <a:gd name="T4" fmla="*/ 4 w 4"/>
                <a:gd name="T5" fmla="*/ 3 h 3"/>
                <a:gd name="T6" fmla="*/ 3 w 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2" y="3"/>
                  </a:lnTo>
                  <a:lnTo>
                    <a:pt x="4" y="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230">
              <a:extLst>
                <a:ext uri="{FF2B5EF4-FFF2-40B4-BE49-F238E27FC236}">
                  <a16:creationId xmlns:a16="http://schemas.microsoft.com/office/drawing/2014/main" id="{CFE85845-9485-46EE-8ECB-BC765C2CC9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62" y="1147"/>
              <a:ext cx="16" cy="87"/>
            </a:xfrm>
            <a:custGeom>
              <a:avLst/>
              <a:gdLst>
                <a:gd name="T0" fmla="*/ 13 w 16"/>
                <a:gd name="T1" fmla="*/ 81 h 87"/>
                <a:gd name="T2" fmla="*/ 13 w 16"/>
                <a:gd name="T3" fmla="*/ 87 h 87"/>
                <a:gd name="T4" fmla="*/ 16 w 16"/>
                <a:gd name="T5" fmla="*/ 87 h 87"/>
                <a:gd name="T6" fmla="*/ 16 w 16"/>
                <a:gd name="T7" fmla="*/ 81 h 87"/>
                <a:gd name="T8" fmla="*/ 13 w 16"/>
                <a:gd name="T9" fmla="*/ 81 h 87"/>
                <a:gd name="T10" fmla="*/ 10 w 16"/>
                <a:gd name="T11" fmla="*/ 70 h 87"/>
                <a:gd name="T12" fmla="*/ 11 w 16"/>
                <a:gd name="T13" fmla="*/ 76 h 87"/>
                <a:gd name="T14" fmla="*/ 14 w 16"/>
                <a:gd name="T15" fmla="*/ 76 h 87"/>
                <a:gd name="T16" fmla="*/ 13 w 16"/>
                <a:gd name="T17" fmla="*/ 70 h 87"/>
                <a:gd name="T18" fmla="*/ 10 w 16"/>
                <a:gd name="T19" fmla="*/ 70 h 87"/>
                <a:gd name="T20" fmla="*/ 8 w 16"/>
                <a:gd name="T21" fmla="*/ 58 h 87"/>
                <a:gd name="T22" fmla="*/ 10 w 16"/>
                <a:gd name="T23" fmla="*/ 64 h 87"/>
                <a:gd name="T24" fmla="*/ 13 w 16"/>
                <a:gd name="T25" fmla="*/ 64 h 87"/>
                <a:gd name="T26" fmla="*/ 11 w 16"/>
                <a:gd name="T27" fmla="*/ 58 h 87"/>
                <a:gd name="T28" fmla="*/ 8 w 16"/>
                <a:gd name="T29" fmla="*/ 58 h 87"/>
                <a:gd name="T30" fmla="*/ 7 w 16"/>
                <a:gd name="T31" fmla="*/ 47 h 87"/>
                <a:gd name="T32" fmla="*/ 8 w 16"/>
                <a:gd name="T33" fmla="*/ 52 h 87"/>
                <a:gd name="T34" fmla="*/ 11 w 16"/>
                <a:gd name="T35" fmla="*/ 52 h 87"/>
                <a:gd name="T36" fmla="*/ 10 w 16"/>
                <a:gd name="T37" fmla="*/ 47 h 87"/>
                <a:gd name="T38" fmla="*/ 7 w 16"/>
                <a:gd name="T39" fmla="*/ 47 h 87"/>
                <a:gd name="T40" fmla="*/ 5 w 16"/>
                <a:gd name="T41" fmla="*/ 35 h 87"/>
                <a:gd name="T42" fmla="*/ 5 w 16"/>
                <a:gd name="T43" fmla="*/ 41 h 87"/>
                <a:gd name="T44" fmla="*/ 8 w 16"/>
                <a:gd name="T45" fmla="*/ 41 h 87"/>
                <a:gd name="T46" fmla="*/ 8 w 16"/>
                <a:gd name="T47" fmla="*/ 35 h 87"/>
                <a:gd name="T48" fmla="*/ 5 w 16"/>
                <a:gd name="T49" fmla="*/ 35 h 87"/>
                <a:gd name="T50" fmla="*/ 4 w 16"/>
                <a:gd name="T51" fmla="*/ 23 h 87"/>
                <a:gd name="T52" fmla="*/ 4 w 16"/>
                <a:gd name="T53" fmla="*/ 29 h 87"/>
                <a:gd name="T54" fmla="*/ 7 w 16"/>
                <a:gd name="T55" fmla="*/ 29 h 87"/>
                <a:gd name="T56" fmla="*/ 7 w 16"/>
                <a:gd name="T57" fmla="*/ 23 h 87"/>
                <a:gd name="T58" fmla="*/ 4 w 16"/>
                <a:gd name="T59" fmla="*/ 23 h 87"/>
                <a:gd name="T60" fmla="*/ 1 w 16"/>
                <a:gd name="T61" fmla="*/ 12 h 87"/>
                <a:gd name="T62" fmla="*/ 2 w 16"/>
                <a:gd name="T63" fmla="*/ 17 h 87"/>
                <a:gd name="T64" fmla="*/ 5 w 16"/>
                <a:gd name="T65" fmla="*/ 17 h 87"/>
                <a:gd name="T66" fmla="*/ 4 w 16"/>
                <a:gd name="T67" fmla="*/ 12 h 87"/>
                <a:gd name="T68" fmla="*/ 1 w 16"/>
                <a:gd name="T69" fmla="*/ 12 h 87"/>
                <a:gd name="T70" fmla="*/ 0 w 16"/>
                <a:gd name="T71" fmla="*/ 0 h 87"/>
                <a:gd name="T72" fmla="*/ 1 w 16"/>
                <a:gd name="T73" fmla="*/ 6 h 87"/>
                <a:gd name="T74" fmla="*/ 4 w 16"/>
                <a:gd name="T75" fmla="*/ 6 h 87"/>
                <a:gd name="T76" fmla="*/ 2 w 16"/>
                <a:gd name="T77" fmla="*/ 0 h 87"/>
                <a:gd name="T78" fmla="*/ 0 w 16"/>
                <a:gd name="T79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6" h="87">
                  <a:moveTo>
                    <a:pt x="13" y="81"/>
                  </a:moveTo>
                  <a:lnTo>
                    <a:pt x="13" y="87"/>
                  </a:lnTo>
                  <a:lnTo>
                    <a:pt x="16" y="87"/>
                  </a:lnTo>
                  <a:lnTo>
                    <a:pt x="16" y="81"/>
                  </a:lnTo>
                  <a:lnTo>
                    <a:pt x="13" y="81"/>
                  </a:lnTo>
                  <a:close/>
                  <a:moveTo>
                    <a:pt x="10" y="70"/>
                  </a:moveTo>
                  <a:lnTo>
                    <a:pt x="11" y="76"/>
                  </a:lnTo>
                  <a:lnTo>
                    <a:pt x="14" y="76"/>
                  </a:lnTo>
                  <a:lnTo>
                    <a:pt x="13" y="70"/>
                  </a:lnTo>
                  <a:lnTo>
                    <a:pt x="10" y="70"/>
                  </a:lnTo>
                  <a:close/>
                  <a:moveTo>
                    <a:pt x="8" y="58"/>
                  </a:moveTo>
                  <a:lnTo>
                    <a:pt x="10" y="64"/>
                  </a:lnTo>
                  <a:lnTo>
                    <a:pt x="13" y="64"/>
                  </a:lnTo>
                  <a:lnTo>
                    <a:pt x="11" y="58"/>
                  </a:lnTo>
                  <a:lnTo>
                    <a:pt x="8" y="58"/>
                  </a:lnTo>
                  <a:close/>
                  <a:moveTo>
                    <a:pt x="7" y="47"/>
                  </a:moveTo>
                  <a:lnTo>
                    <a:pt x="8" y="52"/>
                  </a:lnTo>
                  <a:lnTo>
                    <a:pt x="11" y="52"/>
                  </a:lnTo>
                  <a:lnTo>
                    <a:pt x="10" y="47"/>
                  </a:lnTo>
                  <a:lnTo>
                    <a:pt x="7" y="47"/>
                  </a:lnTo>
                  <a:close/>
                  <a:moveTo>
                    <a:pt x="5" y="35"/>
                  </a:moveTo>
                  <a:lnTo>
                    <a:pt x="5" y="41"/>
                  </a:lnTo>
                  <a:lnTo>
                    <a:pt x="8" y="41"/>
                  </a:lnTo>
                  <a:lnTo>
                    <a:pt x="8" y="35"/>
                  </a:lnTo>
                  <a:lnTo>
                    <a:pt x="5" y="35"/>
                  </a:lnTo>
                  <a:close/>
                  <a:moveTo>
                    <a:pt x="4" y="23"/>
                  </a:moveTo>
                  <a:lnTo>
                    <a:pt x="4" y="29"/>
                  </a:lnTo>
                  <a:lnTo>
                    <a:pt x="7" y="29"/>
                  </a:lnTo>
                  <a:lnTo>
                    <a:pt x="7" y="23"/>
                  </a:lnTo>
                  <a:lnTo>
                    <a:pt x="4" y="23"/>
                  </a:lnTo>
                  <a:close/>
                  <a:moveTo>
                    <a:pt x="1" y="12"/>
                  </a:moveTo>
                  <a:lnTo>
                    <a:pt x="2" y="17"/>
                  </a:lnTo>
                  <a:lnTo>
                    <a:pt x="5" y="17"/>
                  </a:lnTo>
                  <a:lnTo>
                    <a:pt x="4" y="12"/>
                  </a:lnTo>
                  <a:lnTo>
                    <a:pt x="1" y="12"/>
                  </a:lnTo>
                  <a:close/>
                  <a:moveTo>
                    <a:pt x="0" y="0"/>
                  </a:moveTo>
                  <a:lnTo>
                    <a:pt x="1" y="6"/>
                  </a:lnTo>
                  <a:lnTo>
                    <a:pt x="4" y="6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Rectangle 231">
              <a:extLst>
                <a:ext uri="{FF2B5EF4-FFF2-40B4-BE49-F238E27FC236}">
                  <a16:creationId xmlns:a16="http://schemas.microsoft.com/office/drawing/2014/main" id="{00295A1C-9D60-4DFD-A656-1023305B0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240"/>
              <a:ext cx="3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Freeform 232">
              <a:extLst>
                <a:ext uri="{FF2B5EF4-FFF2-40B4-BE49-F238E27FC236}">
                  <a16:creationId xmlns:a16="http://schemas.microsoft.com/office/drawing/2014/main" id="{382CD0D5-D233-46E4-99B4-789861B37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1240"/>
              <a:ext cx="3" cy="3"/>
            </a:xfrm>
            <a:custGeom>
              <a:avLst/>
              <a:gdLst>
                <a:gd name="T0" fmla="*/ 0 w 3"/>
                <a:gd name="T1" fmla="*/ 0 h 3"/>
                <a:gd name="T2" fmla="*/ 0 w 3"/>
                <a:gd name="T3" fmla="*/ 3 h 3"/>
                <a:gd name="T4" fmla="*/ 3 w 3"/>
                <a:gd name="T5" fmla="*/ 3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0" y="3"/>
                  </a:lnTo>
                  <a:lnTo>
                    <a:pt x="3" y="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" name="Freeform 233">
              <a:extLst>
                <a:ext uri="{FF2B5EF4-FFF2-40B4-BE49-F238E27FC236}">
                  <a16:creationId xmlns:a16="http://schemas.microsoft.com/office/drawing/2014/main" id="{34D9CFC7-0C9D-48A6-B3F9-7725A4BDE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" y="1128"/>
              <a:ext cx="2" cy="3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2 h 2"/>
                <a:gd name="T4" fmla="*/ 2 w 2"/>
                <a:gd name="T5" fmla="*/ 2 h 2"/>
                <a:gd name="T6" fmla="*/ 2 w 2"/>
                <a:gd name="T7" fmla="*/ 0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" name="Freeform 234">
              <a:extLst>
                <a:ext uri="{FF2B5EF4-FFF2-40B4-BE49-F238E27FC236}">
                  <a16:creationId xmlns:a16="http://schemas.microsoft.com/office/drawing/2014/main" id="{E7519987-36E7-4380-8458-2730A80FDA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94" y="1137"/>
              <a:ext cx="14" cy="90"/>
            </a:xfrm>
            <a:custGeom>
              <a:avLst/>
              <a:gdLst>
                <a:gd name="T0" fmla="*/ 7 w 10"/>
                <a:gd name="T1" fmla="*/ 58 h 62"/>
                <a:gd name="T2" fmla="*/ 8 w 10"/>
                <a:gd name="T3" fmla="*/ 62 h 62"/>
                <a:gd name="T4" fmla="*/ 10 w 10"/>
                <a:gd name="T5" fmla="*/ 62 h 62"/>
                <a:gd name="T6" fmla="*/ 9 w 10"/>
                <a:gd name="T7" fmla="*/ 58 h 62"/>
                <a:gd name="T8" fmla="*/ 7 w 10"/>
                <a:gd name="T9" fmla="*/ 58 h 62"/>
                <a:gd name="T10" fmla="*/ 6 w 10"/>
                <a:gd name="T11" fmla="*/ 50 h 62"/>
                <a:gd name="T12" fmla="*/ 7 w 10"/>
                <a:gd name="T13" fmla="*/ 54 h 62"/>
                <a:gd name="T14" fmla="*/ 9 w 10"/>
                <a:gd name="T15" fmla="*/ 54 h 62"/>
                <a:gd name="T16" fmla="*/ 8 w 10"/>
                <a:gd name="T17" fmla="*/ 50 h 62"/>
                <a:gd name="T18" fmla="*/ 6 w 10"/>
                <a:gd name="T19" fmla="*/ 50 h 62"/>
                <a:gd name="T20" fmla="*/ 5 w 10"/>
                <a:gd name="T21" fmla="*/ 42 h 62"/>
                <a:gd name="T22" fmla="*/ 6 w 10"/>
                <a:gd name="T23" fmla="*/ 46 h 62"/>
                <a:gd name="T24" fmla="*/ 8 w 10"/>
                <a:gd name="T25" fmla="*/ 46 h 62"/>
                <a:gd name="T26" fmla="*/ 7 w 10"/>
                <a:gd name="T27" fmla="*/ 41 h 62"/>
                <a:gd name="T28" fmla="*/ 5 w 10"/>
                <a:gd name="T29" fmla="*/ 42 h 62"/>
                <a:gd name="T30" fmla="*/ 4 w 10"/>
                <a:gd name="T31" fmla="*/ 33 h 62"/>
                <a:gd name="T32" fmla="*/ 5 w 10"/>
                <a:gd name="T33" fmla="*/ 38 h 62"/>
                <a:gd name="T34" fmla="*/ 7 w 10"/>
                <a:gd name="T35" fmla="*/ 37 h 62"/>
                <a:gd name="T36" fmla="*/ 6 w 10"/>
                <a:gd name="T37" fmla="*/ 33 h 62"/>
                <a:gd name="T38" fmla="*/ 4 w 10"/>
                <a:gd name="T39" fmla="*/ 33 h 62"/>
                <a:gd name="T40" fmla="*/ 3 w 10"/>
                <a:gd name="T41" fmla="*/ 25 h 62"/>
                <a:gd name="T42" fmla="*/ 4 w 10"/>
                <a:gd name="T43" fmla="*/ 29 h 62"/>
                <a:gd name="T44" fmla="*/ 6 w 10"/>
                <a:gd name="T45" fmla="*/ 29 h 62"/>
                <a:gd name="T46" fmla="*/ 5 w 10"/>
                <a:gd name="T47" fmla="*/ 25 h 62"/>
                <a:gd name="T48" fmla="*/ 3 w 10"/>
                <a:gd name="T49" fmla="*/ 25 h 62"/>
                <a:gd name="T50" fmla="*/ 2 w 10"/>
                <a:gd name="T51" fmla="*/ 17 h 62"/>
                <a:gd name="T52" fmla="*/ 3 w 10"/>
                <a:gd name="T53" fmla="*/ 21 h 62"/>
                <a:gd name="T54" fmla="*/ 5 w 10"/>
                <a:gd name="T55" fmla="*/ 21 h 62"/>
                <a:gd name="T56" fmla="*/ 4 w 10"/>
                <a:gd name="T57" fmla="*/ 17 h 62"/>
                <a:gd name="T58" fmla="*/ 2 w 10"/>
                <a:gd name="T59" fmla="*/ 17 h 62"/>
                <a:gd name="T60" fmla="*/ 1 w 10"/>
                <a:gd name="T61" fmla="*/ 9 h 62"/>
                <a:gd name="T62" fmla="*/ 2 w 10"/>
                <a:gd name="T63" fmla="*/ 13 h 62"/>
                <a:gd name="T64" fmla="*/ 4 w 10"/>
                <a:gd name="T65" fmla="*/ 13 h 62"/>
                <a:gd name="T66" fmla="*/ 3 w 10"/>
                <a:gd name="T67" fmla="*/ 8 h 62"/>
                <a:gd name="T68" fmla="*/ 1 w 10"/>
                <a:gd name="T69" fmla="*/ 9 h 62"/>
                <a:gd name="T70" fmla="*/ 0 w 10"/>
                <a:gd name="T71" fmla="*/ 0 h 62"/>
                <a:gd name="T72" fmla="*/ 1 w 10"/>
                <a:gd name="T73" fmla="*/ 5 h 62"/>
                <a:gd name="T74" fmla="*/ 3 w 10"/>
                <a:gd name="T75" fmla="*/ 4 h 62"/>
                <a:gd name="T76" fmla="*/ 2 w 10"/>
                <a:gd name="T77" fmla="*/ 0 h 62"/>
                <a:gd name="T78" fmla="*/ 0 w 10"/>
                <a:gd name="T79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" h="62">
                  <a:moveTo>
                    <a:pt x="7" y="58"/>
                  </a:moveTo>
                  <a:cubicBezTo>
                    <a:pt x="8" y="60"/>
                    <a:pt x="8" y="61"/>
                    <a:pt x="8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59"/>
                    <a:pt x="9" y="58"/>
                  </a:cubicBezTo>
                  <a:cubicBezTo>
                    <a:pt x="7" y="58"/>
                    <a:pt x="7" y="58"/>
                    <a:pt x="7" y="58"/>
                  </a:cubicBezTo>
                  <a:close/>
                  <a:moveTo>
                    <a:pt x="6" y="50"/>
                  </a:moveTo>
                  <a:cubicBezTo>
                    <a:pt x="7" y="51"/>
                    <a:pt x="7" y="53"/>
                    <a:pt x="7" y="54"/>
                  </a:cubicBezTo>
                  <a:cubicBezTo>
                    <a:pt x="9" y="54"/>
                    <a:pt x="9" y="54"/>
                    <a:pt x="9" y="54"/>
                  </a:cubicBezTo>
                  <a:cubicBezTo>
                    <a:pt x="9" y="52"/>
                    <a:pt x="9" y="51"/>
                    <a:pt x="8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5" y="42"/>
                  </a:moveTo>
                  <a:cubicBezTo>
                    <a:pt x="5" y="43"/>
                    <a:pt x="6" y="44"/>
                    <a:pt x="6" y="46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44"/>
                    <a:pt x="7" y="43"/>
                    <a:pt x="7" y="41"/>
                  </a:cubicBezTo>
                  <a:lnTo>
                    <a:pt x="5" y="42"/>
                  </a:lnTo>
                  <a:close/>
                  <a:moveTo>
                    <a:pt x="4" y="33"/>
                  </a:moveTo>
                  <a:cubicBezTo>
                    <a:pt x="4" y="35"/>
                    <a:pt x="5" y="36"/>
                    <a:pt x="5" y="38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6"/>
                    <a:pt x="6" y="35"/>
                    <a:pt x="6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3" y="25"/>
                  </a:moveTo>
                  <a:cubicBezTo>
                    <a:pt x="3" y="27"/>
                    <a:pt x="4" y="28"/>
                    <a:pt x="4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8"/>
                    <a:pt x="5" y="26"/>
                    <a:pt x="5" y="25"/>
                  </a:cubicBezTo>
                  <a:lnTo>
                    <a:pt x="3" y="25"/>
                  </a:lnTo>
                  <a:close/>
                  <a:moveTo>
                    <a:pt x="2" y="17"/>
                  </a:moveTo>
                  <a:cubicBezTo>
                    <a:pt x="2" y="18"/>
                    <a:pt x="3" y="20"/>
                    <a:pt x="3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5" y="19"/>
                    <a:pt x="4" y="18"/>
                    <a:pt x="4" y="17"/>
                  </a:cubicBezTo>
                  <a:lnTo>
                    <a:pt x="2" y="17"/>
                  </a:lnTo>
                  <a:close/>
                  <a:moveTo>
                    <a:pt x="1" y="9"/>
                  </a:moveTo>
                  <a:cubicBezTo>
                    <a:pt x="1" y="10"/>
                    <a:pt x="2" y="11"/>
                    <a:pt x="2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1"/>
                    <a:pt x="3" y="10"/>
                    <a:pt x="3" y="8"/>
                  </a:cubicBezTo>
                  <a:lnTo>
                    <a:pt x="1" y="9"/>
                  </a:lnTo>
                  <a:close/>
                  <a:moveTo>
                    <a:pt x="0" y="0"/>
                  </a:moveTo>
                  <a:cubicBezTo>
                    <a:pt x="0" y="2"/>
                    <a:pt x="1" y="3"/>
                    <a:pt x="1" y="5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2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" name="Freeform 235">
              <a:extLst>
                <a:ext uri="{FF2B5EF4-FFF2-40B4-BE49-F238E27FC236}">
                  <a16:creationId xmlns:a16="http://schemas.microsoft.com/office/drawing/2014/main" id="{CB22249E-8246-40B0-B621-B50BBDF5F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5" y="1233"/>
              <a:ext cx="5" cy="3"/>
            </a:xfrm>
            <a:custGeom>
              <a:avLst/>
              <a:gdLst>
                <a:gd name="T0" fmla="*/ 0 w 3"/>
                <a:gd name="T1" fmla="*/ 0 h 2"/>
                <a:gd name="T2" fmla="*/ 1 w 3"/>
                <a:gd name="T3" fmla="*/ 2 h 2"/>
                <a:gd name="T4" fmla="*/ 3 w 3"/>
                <a:gd name="T5" fmla="*/ 2 h 2"/>
                <a:gd name="T6" fmla="*/ 2 w 3"/>
                <a:gd name="T7" fmla="*/ 0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9" name="Freeform 236">
              <a:extLst>
                <a:ext uri="{FF2B5EF4-FFF2-40B4-BE49-F238E27FC236}">
                  <a16:creationId xmlns:a16="http://schemas.microsoft.com/office/drawing/2014/main" id="{12F80B34-CC99-49E5-9BF8-0C1743EB4F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1" y="1116"/>
              <a:ext cx="3" cy="3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0 w 2"/>
                <a:gd name="T5" fmla="*/ 2 h 2"/>
                <a:gd name="T6" fmla="*/ 2 w 2"/>
                <a:gd name="T7" fmla="*/ 2 h 2"/>
                <a:gd name="T8" fmla="*/ 2 w 2"/>
                <a:gd name="T9" fmla="*/ 1 h 2"/>
                <a:gd name="T10" fmla="*/ 2 w 2"/>
                <a:gd name="T11" fmla="*/ 0 h 2"/>
                <a:gd name="T12" fmla="*/ 2 w 2"/>
                <a:gd name="T13" fmla="*/ 0 h 2"/>
                <a:gd name="T14" fmla="*/ 2 w 2"/>
                <a:gd name="T15" fmla="*/ 0 h 2"/>
                <a:gd name="T16" fmla="*/ 2 w 2"/>
                <a:gd name="T17" fmla="*/ 0 h 2"/>
                <a:gd name="T18" fmla="*/ 2 w 2"/>
                <a:gd name="T19" fmla="*/ 0 h 2"/>
                <a:gd name="T20" fmla="*/ 2 w 2"/>
                <a:gd name="T21" fmla="*/ 0 h 2"/>
                <a:gd name="T22" fmla="*/ 2 w 2"/>
                <a:gd name="T23" fmla="*/ 0 h 2"/>
                <a:gd name="T24" fmla="*/ 2 w 2"/>
                <a:gd name="T25" fmla="*/ 0 h 2"/>
                <a:gd name="T26" fmla="*/ 0 w 2"/>
                <a:gd name="T2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0" name="Freeform 237">
              <a:extLst>
                <a:ext uri="{FF2B5EF4-FFF2-40B4-BE49-F238E27FC236}">
                  <a16:creationId xmlns:a16="http://schemas.microsoft.com/office/drawing/2014/main" id="{19BA0C89-D774-44F7-83AA-361F94CCF0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23" y="1125"/>
              <a:ext cx="16" cy="93"/>
            </a:xfrm>
            <a:custGeom>
              <a:avLst/>
              <a:gdLst>
                <a:gd name="T0" fmla="*/ 9 w 11"/>
                <a:gd name="T1" fmla="*/ 60 h 64"/>
                <a:gd name="T2" fmla="*/ 9 w 11"/>
                <a:gd name="T3" fmla="*/ 64 h 64"/>
                <a:gd name="T4" fmla="*/ 11 w 11"/>
                <a:gd name="T5" fmla="*/ 64 h 64"/>
                <a:gd name="T6" fmla="*/ 11 w 11"/>
                <a:gd name="T7" fmla="*/ 60 h 64"/>
                <a:gd name="T8" fmla="*/ 9 w 11"/>
                <a:gd name="T9" fmla="*/ 60 h 64"/>
                <a:gd name="T10" fmla="*/ 7 w 11"/>
                <a:gd name="T11" fmla="*/ 53 h 64"/>
                <a:gd name="T12" fmla="*/ 8 w 11"/>
                <a:gd name="T13" fmla="*/ 56 h 64"/>
                <a:gd name="T14" fmla="*/ 10 w 11"/>
                <a:gd name="T15" fmla="*/ 56 h 64"/>
                <a:gd name="T16" fmla="*/ 9 w 11"/>
                <a:gd name="T17" fmla="*/ 52 h 64"/>
                <a:gd name="T18" fmla="*/ 7 w 11"/>
                <a:gd name="T19" fmla="*/ 53 h 64"/>
                <a:gd name="T20" fmla="*/ 6 w 11"/>
                <a:gd name="T21" fmla="*/ 45 h 64"/>
                <a:gd name="T22" fmla="*/ 7 w 11"/>
                <a:gd name="T23" fmla="*/ 49 h 64"/>
                <a:gd name="T24" fmla="*/ 9 w 11"/>
                <a:gd name="T25" fmla="*/ 49 h 64"/>
                <a:gd name="T26" fmla="*/ 8 w 11"/>
                <a:gd name="T27" fmla="*/ 45 h 64"/>
                <a:gd name="T28" fmla="*/ 6 w 11"/>
                <a:gd name="T29" fmla="*/ 45 h 64"/>
                <a:gd name="T30" fmla="*/ 5 w 11"/>
                <a:gd name="T31" fmla="*/ 38 h 64"/>
                <a:gd name="T32" fmla="*/ 6 w 11"/>
                <a:gd name="T33" fmla="*/ 41 h 64"/>
                <a:gd name="T34" fmla="*/ 8 w 11"/>
                <a:gd name="T35" fmla="*/ 41 h 64"/>
                <a:gd name="T36" fmla="*/ 7 w 11"/>
                <a:gd name="T37" fmla="*/ 37 h 64"/>
                <a:gd name="T38" fmla="*/ 5 w 11"/>
                <a:gd name="T39" fmla="*/ 38 h 64"/>
                <a:gd name="T40" fmla="*/ 4 w 11"/>
                <a:gd name="T41" fmla="*/ 30 h 64"/>
                <a:gd name="T42" fmla="*/ 5 w 11"/>
                <a:gd name="T43" fmla="*/ 34 h 64"/>
                <a:gd name="T44" fmla="*/ 7 w 11"/>
                <a:gd name="T45" fmla="*/ 34 h 64"/>
                <a:gd name="T46" fmla="*/ 6 w 11"/>
                <a:gd name="T47" fmla="*/ 30 h 64"/>
                <a:gd name="T48" fmla="*/ 4 w 11"/>
                <a:gd name="T49" fmla="*/ 30 h 64"/>
                <a:gd name="T50" fmla="*/ 3 w 11"/>
                <a:gd name="T51" fmla="*/ 23 h 64"/>
                <a:gd name="T52" fmla="*/ 4 w 11"/>
                <a:gd name="T53" fmla="*/ 26 h 64"/>
                <a:gd name="T54" fmla="*/ 6 w 11"/>
                <a:gd name="T55" fmla="*/ 26 h 64"/>
                <a:gd name="T56" fmla="*/ 5 w 11"/>
                <a:gd name="T57" fmla="*/ 22 h 64"/>
                <a:gd name="T58" fmla="*/ 3 w 11"/>
                <a:gd name="T59" fmla="*/ 23 h 64"/>
                <a:gd name="T60" fmla="*/ 2 w 11"/>
                <a:gd name="T61" fmla="*/ 15 h 64"/>
                <a:gd name="T62" fmla="*/ 3 w 11"/>
                <a:gd name="T63" fmla="*/ 19 h 64"/>
                <a:gd name="T64" fmla="*/ 5 w 11"/>
                <a:gd name="T65" fmla="*/ 19 h 64"/>
                <a:gd name="T66" fmla="*/ 4 w 11"/>
                <a:gd name="T67" fmla="*/ 15 h 64"/>
                <a:gd name="T68" fmla="*/ 2 w 11"/>
                <a:gd name="T69" fmla="*/ 15 h 64"/>
                <a:gd name="T70" fmla="*/ 1 w 11"/>
                <a:gd name="T71" fmla="*/ 8 h 64"/>
                <a:gd name="T72" fmla="*/ 1 w 11"/>
                <a:gd name="T73" fmla="*/ 11 h 64"/>
                <a:gd name="T74" fmla="*/ 3 w 11"/>
                <a:gd name="T75" fmla="*/ 11 h 64"/>
                <a:gd name="T76" fmla="*/ 3 w 11"/>
                <a:gd name="T77" fmla="*/ 7 h 64"/>
                <a:gd name="T78" fmla="*/ 1 w 11"/>
                <a:gd name="T79" fmla="*/ 8 h 64"/>
                <a:gd name="T80" fmla="*/ 0 w 11"/>
                <a:gd name="T81" fmla="*/ 0 h 64"/>
                <a:gd name="T82" fmla="*/ 0 w 11"/>
                <a:gd name="T83" fmla="*/ 4 h 64"/>
                <a:gd name="T84" fmla="*/ 2 w 11"/>
                <a:gd name="T85" fmla="*/ 3 h 64"/>
                <a:gd name="T86" fmla="*/ 2 w 11"/>
                <a:gd name="T87" fmla="*/ 0 h 64"/>
                <a:gd name="T88" fmla="*/ 0 w 11"/>
                <a:gd name="T89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" h="64">
                  <a:moveTo>
                    <a:pt x="9" y="60"/>
                  </a:moveTo>
                  <a:cubicBezTo>
                    <a:pt x="9" y="61"/>
                    <a:pt x="9" y="63"/>
                    <a:pt x="9" y="64"/>
                  </a:cubicBezTo>
                  <a:cubicBezTo>
                    <a:pt x="11" y="64"/>
                    <a:pt x="11" y="64"/>
                    <a:pt x="11" y="64"/>
                  </a:cubicBezTo>
                  <a:cubicBezTo>
                    <a:pt x="11" y="62"/>
                    <a:pt x="11" y="61"/>
                    <a:pt x="11" y="60"/>
                  </a:cubicBezTo>
                  <a:cubicBezTo>
                    <a:pt x="9" y="60"/>
                    <a:pt x="9" y="60"/>
                    <a:pt x="9" y="60"/>
                  </a:cubicBezTo>
                  <a:close/>
                  <a:moveTo>
                    <a:pt x="7" y="53"/>
                  </a:moveTo>
                  <a:cubicBezTo>
                    <a:pt x="8" y="54"/>
                    <a:pt x="8" y="55"/>
                    <a:pt x="8" y="56"/>
                  </a:cubicBezTo>
                  <a:cubicBezTo>
                    <a:pt x="10" y="56"/>
                    <a:pt x="10" y="56"/>
                    <a:pt x="10" y="56"/>
                  </a:cubicBezTo>
                  <a:cubicBezTo>
                    <a:pt x="10" y="55"/>
                    <a:pt x="10" y="54"/>
                    <a:pt x="9" y="52"/>
                  </a:cubicBezTo>
                  <a:cubicBezTo>
                    <a:pt x="7" y="53"/>
                    <a:pt x="7" y="53"/>
                    <a:pt x="7" y="53"/>
                  </a:cubicBezTo>
                  <a:close/>
                  <a:moveTo>
                    <a:pt x="6" y="45"/>
                  </a:moveTo>
                  <a:cubicBezTo>
                    <a:pt x="7" y="46"/>
                    <a:pt x="7" y="48"/>
                    <a:pt x="7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7"/>
                    <a:pt x="9" y="46"/>
                    <a:pt x="8" y="45"/>
                  </a:cubicBezTo>
                  <a:cubicBezTo>
                    <a:pt x="6" y="45"/>
                    <a:pt x="6" y="45"/>
                    <a:pt x="6" y="45"/>
                  </a:cubicBezTo>
                  <a:close/>
                  <a:moveTo>
                    <a:pt x="5" y="38"/>
                  </a:moveTo>
                  <a:cubicBezTo>
                    <a:pt x="5" y="39"/>
                    <a:pt x="6" y="40"/>
                    <a:pt x="6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8" y="40"/>
                    <a:pt x="7" y="39"/>
                    <a:pt x="7" y="37"/>
                  </a:cubicBezTo>
                  <a:cubicBezTo>
                    <a:pt x="5" y="38"/>
                    <a:pt x="5" y="38"/>
                    <a:pt x="5" y="38"/>
                  </a:cubicBezTo>
                  <a:close/>
                  <a:moveTo>
                    <a:pt x="4" y="30"/>
                  </a:moveTo>
                  <a:cubicBezTo>
                    <a:pt x="4" y="31"/>
                    <a:pt x="5" y="33"/>
                    <a:pt x="5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7" y="32"/>
                    <a:pt x="6" y="31"/>
                    <a:pt x="6" y="30"/>
                  </a:cubicBezTo>
                  <a:cubicBezTo>
                    <a:pt x="4" y="30"/>
                    <a:pt x="4" y="30"/>
                    <a:pt x="4" y="30"/>
                  </a:cubicBezTo>
                  <a:close/>
                  <a:moveTo>
                    <a:pt x="3" y="23"/>
                  </a:moveTo>
                  <a:cubicBezTo>
                    <a:pt x="3" y="24"/>
                    <a:pt x="3" y="25"/>
                    <a:pt x="4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5"/>
                    <a:pt x="5" y="24"/>
                    <a:pt x="5" y="22"/>
                  </a:cubicBezTo>
                  <a:lnTo>
                    <a:pt x="3" y="23"/>
                  </a:lnTo>
                  <a:close/>
                  <a:moveTo>
                    <a:pt x="2" y="15"/>
                  </a:moveTo>
                  <a:cubicBezTo>
                    <a:pt x="2" y="16"/>
                    <a:pt x="2" y="18"/>
                    <a:pt x="3" y="19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4" y="17"/>
                    <a:pt x="4" y="16"/>
                    <a:pt x="4" y="15"/>
                  </a:cubicBezTo>
                  <a:cubicBezTo>
                    <a:pt x="2" y="15"/>
                    <a:pt x="2" y="15"/>
                    <a:pt x="2" y="15"/>
                  </a:cubicBezTo>
                  <a:close/>
                  <a:moveTo>
                    <a:pt x="1" y="8"/>
                  </a:moveTo>
                  <a:cubicBezTo>
                    <a:pt x="1" y="9"/>
                    <a:pt x="1" y="10"/>
                    <a:pt x="1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10"/>
                    <a:pt x="3" y="8"/>
                    <a:pt x="3" y="7"/>
                  </a:cubicBezTo>
                  <a:cubicBezTo>
                    <a:pt x="1" y="8"/>
                    <a:pt x="1" y="8"/>
                    <a:pt x="1" y="8"/>
                  </a:cubicBezTo>
                  <a:close/>
                  <a:moveTo>
                    <a:pt x="0" y="0"/>
                  </a:moveTo>
                  <a:cubicBezTo>
                    <a:pt x="0" y="1"/>
                    <a:pt x="0" y="2"/>
                    <a:pt x="0" y="4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2"/>
                    <a:pt x="2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" name="Freeform 238">
              <a:extLst>
                <a:ext uri="{FF2B5EF4-FFF2-40B4-BE49-F238E27FC236}">
                  <a16:creationId xmlns:a16="http://schemas.microsoft.com/office/drawing/2014/main" id="{377E467A-25EB-44D0-AA0B-99BD3E338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7" y="1223"/>
              <a:ext cx="3" cy="4"/>
            </a:xfrm>
            <a:custGeom>
              <a:avLst/>
              <a:gdLst>
                <a:gd name="T0" fmla="*/ 0 w 2"/>
                <a:gd name="T1" fmla="*/ 1 h 3"/>
                <a:gd name="T2" fmla="*/ 0 w 2"/>
                <a:gd name="T3" fmla="*/ 3 h 3"/>
                <a:gd name="T4" fmla="*/ 2 w 2"/>
                <a:gd name="T5" fmla="*/ 2 h 3"/>
                <a:gd name="T6" fmla="*/ 2 w 2"/>
                <a:gd name="T7" fmla="*/ 0 h 3"/>
                <a:gd name="T8" fmla="*/ 0 w 2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1"/>
                  </a:moveTo>
                  <a:cubicBezTo>
                    <a:pt x="0" y="2"/>
                    <a:pt x="0" y="3"/>
                    <a:pt x="0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0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" name="Freeform 239">
              <a:extLst>
                <a:ext uri="{FF2B5EF4-FFF2-40B4-BE49-F238E27FC236}">
                  <a16:creationId xmlns:a16="http://schemas.microsoft.com/office/drawing/2014/main" id="{A6CF84A9-A81C-49E1-B70F-3B954E705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" y="1108"/>
              <a:ext cx="3" cy="3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 h 2"/>
                <a:gd name="T4" fmla="*/ 0 w 2"/>
                <a:gd name="T5" fmla="*/ 2 h 2"/>
                <a:gd name="T6" fmla="*/ 2 w 2"/>
                <a:gd name="T7" fmla="*/ 2 h 2"/>
                <a:gd name="T8" fmla="*/ 2 w 2"/>
                <a:gd name="T9" fmla="*/ 1 h 2"/>
                <a:gd name="T10" fmla="*/ 2 w 2"/>
                <a:gd name="T11" fmla="*/ 0 h 2"/>
                <a:gd name="T12" fmla="*/ 2 w 2"/>
                <a:gd name="T13" fmla="*/ 0 h 2"/>
                <a:gd name="T14" fmla="*/ 2 w 2"/>
                <a:gd name="T15" fmla="*/ 0 h 2"/>
                <a:gd name="T16" fmla="*/ 1 w 2"/>
                <a:gd name="T17" fmla="*/ 0 h 2"/>
                <a:gd name="T18" fmla="*/ 2 w 2"/>
                <a:gd name="T19" fmla="*/ 0 h 2"/>
                <a:gd name="T20" fmla="*/ 2 w 2"/>
                <a:gd name="T21" fmla="*/ 0 h 2"/>
                <a:gd name="T22" fmla="*/ 1 w 2"/>
                <a:gd name="T23" fmla="*/ 0 h 2"/>
                <a:gd name="T24" fmla="*/ 2 w 2"/>
                <a:gd name="T25" fmla="*/ 0 h 2"/>
                <a:gd name="T26" fmla="*/ 0 w 2"/>
                <a:gd name="T2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" name="Freeform 240">
              <a:extLst>
                <a:ext uri="{FF2B5EF4-FFF2-40B4-BE49-F238E27FC236}">
                  <a16:creationId xmlns:a16="http://schemas.microsoft.com/office/drawing/2014/main" id="{07FC0320-A14E-4D06-B2D9-8439AFABF3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53" y="1116"/>
              <a:ext cx="18" cy="95"/>
            </a:xfrm>
            <a:custGeom>
              <a:avLst/>
              <a:gdLst>
                <a:gd name="T0" fmla="*/ 10 w 12"/>
                <a:gd name="T1" fmla="*/ 61 h 65"/>
                <a:gd name="T2" fmla="*/ 10 w 12"/>
                <a:gd name="T3" fmla="*/ 65 h 65"/>
                <a:gd name="T4" fmla="*/ 12 w 12"/>
                <a:gd name="T5" fmla="*/ 64 h 65"/>
                <a:gd name="T6" fmla="*/ 12 w 12"/>
                <a:gd name="T7" fmla="*/ 61 h 65"/>
                <a:gd name="T8" fmla="*/ 10 w 12"/>
                <a:gd name="T9" fmla="*/ 61 h 65"/>
                <a:gd name="T10" fmla="*/ 8 w 12"/>
                <a:gd name="T11" fmla="*/ 53 h 65"/>
                <a:gd name="T12" fmla="*/ 9 w 12"/>
                <a:gd name="T13" fmla="*/ 57 h 65"/>
                <a:gd name="T14" fmla="*/ 11 w 12"/>
                <a:gd name="T15" fmla="*/ 57 h 65"/>
                <a:gd name="T16" fmla="*/ 10 w 12"/>
                <a:gd name="T17" fmla="*/ 53 h 65"/>
                <a:gd name="T18" fmla="*/ 8 w 12"/>
                <a:gd name="T19" fmla="*/ 53 h 65"/>
                <a:gd name="T20" fmla="*/ 7 w 12"/>
                <a:gd name="T21" fmla="*/ 46 h 65"/>
                <a:gd name="T22" fmla="*/ 8 w 12"/>
                <a:gd name="T23" fmla="*/ 50 h 65"/>
                <a:gd name="T24" fmla="*/ 10 w 12"/>
                <a:gd name="T25" fmla="*/ 49 h 65"/>
                <a:gd name="T26" fmla="*/ 9 w 12"/>
                <a:gd name="T27" fmla="*/ 45 h 65"/>
                <a:gd name="T28" fmla="*/ 7 w 12"/>
                <a:gd name="T29" fmla="*/ 46 h 65"/>
                <a:gd name="T30" fmla="*/ 6 w 12"/>
                <a:gd name="T31" fmla="*/ 38 h 65"/>
                <a:gd name="T32" fmla="*/ 7 w 12"/>
                <a:gd name="T33" fmla="*/ 42 h 65"/>
                <a:gd name="T34" fmla="*/ 9 w 12"/>
                <a:gd name="T35" fmla="*/ 42 h 65"/>
                <a:gd name="T36" fmla="*/ 8 w 12"/>
                <a:gd name="T37" fmla="*/ 38 h 65"/>
                <a:gd name="T38" fmla="*/ 6 w 12"/>
                <a:gd name="T39" fmla="*/ 38 h 65"/>
                <a:gd name="T40" fmla="*/ 5 w 12"/>
                <a:gd name="T41" fmla="*/ 31 h 65"/>
                <a:gd name="T42" fmla="*/ 5 w 12"/>
                <a:gd name="T43" fmla="*/ 34 h 65"/>
                <a:gd name="T44" fmla="*/ 7 w 12"/>
                <a:gd name="T45" fmla="*/ 34 h 65"/>
                <a:gd name="T46" fmla="*/ 7 w 12"/>
                <a:gd name="T47" fmla="*/ 30 h 65"/>
                <a:gd name="T48" fmla="*/ 5 w 12"/>
                <a:gd name="T49" fmla="*/ 31 h 65"/>
                <a:gd name="T50" fmla="*/ 4 w 12"/>
                <a:gd name="T51" fmla="*/ 23 h 65"/>
                <a:gd name="T52" fmla="*/ 4 w 12"/>
                <a:gd name="T53" fmla="*/ 27 h 65"/>
                <a:gd name="T54" fmla="*/ 6 w 12"/>
                <a:gd name="T55" fmla="*/ 26 h 65"/>
                <a:gd name="T56" fmla="*/ 6 w 12"/>
                <a:gd name="T57" fmla="*/ 23 h 65"/>
                <a:gd name="T58" fmla="*/ 4 w 12"/>
                <a:gd name="T59" fmla="*/ 23 h 65"/>
                <a:gd name="T60" fmla="*/ 2 w 12"/>
                <a:gd name="T61" fmla="*/ 15 h 65"/>
                <a:gd name="T62" fmla="*/ 3 w 12"/>
                <a:gd name="T63" fmla="*/ 19 h 65"/>
                <a:gd name="T64" fmla="*/ 5 w 12"/>
                <a:gd name="T65" fmla="*/ 19 h 65"/>
                <a:gd name="T66" fmla="*/ 4 w 12"/>
                <a:gd name="T67" fmla="*/ 15 h 65"/>
                <a:gd name="T68" fmla="*/ 2 w 12"/>
                <a:gd name="T69" fmla="*/ 15 h 65"/>
                <a:gd name="T70" fmla="*/ 1 w 12"/>
                <a:gd name="T71" fmla="*/ 8 h 65"/>
                <a:gd name="T72" fmla="*/ 2 w 12"/>
                <a:gd name="T73" fmla="*/ 12 h 65"/>
                <a:gd name="T74" fmla="*/ 4 w 12"/>
                <a:gd name="T75" fmla="*/ 11 h 65"/>
                <a:gd name="T76" fmla="*/ 3 w 12"/>
                <a:gd name="T77" fmla="*/ 7 h 65"/>
                <a:gd name="T78" fmla="*/ 1 w 12"/>
                <a:gd name="T79" fmla="*/ 8 h 65"/>
                <a:gd name="T80" fmla="*/ 0 w 12"/>
                <a:gd name="T81" fmla="*/ 0 h 65"/>
                <a:gd name="T82" fmla="*/ 0 w 12"/>
                <a:gd name="T83" fmla="*/ 4 h 65"/>
                <a:gd name="T84" fmla="*/ 2 w 12"/>
                <a:gd name="T85" fmla="*/ 4 h 65"/>
                <a:gd name="T86" fmla="*/ 2 w 12"/>
                <a:gd name="T87" fmla="*/ 0 h 65"/>
                <a:gd name="T88" fmla="*/ 0 w 12"/>
                <a:gd name="T89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" h="65">
                  <a:moveTo>
                    <a:pt x="10" y="61"/>
                  </a:moveTo>
                  <a:cubicBezTo>
                    <a:pt x="10" y="62"/>
                    <a:pt x="10" y="64"/>
                    <a:pt x="10" y="65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12" y="63"/>
                    <a:pt x="12" y="62"/>
                    <a:pt x="12" y="61"/>
                  </a:cubicBezTo>
                  <a:cubicBezTo>
                    <a:pt x="10" y="61"/>
                    <a:pt x="10" y="61"/>
                    <a:pt x="10" y="61"/>
                  </a:cubicBezTo>
                  <a:close/>
                  <a:moveTo>
                    <a:pt x="8" y="53"/>
                  </a:moveTo>
                  <a:cubicBezTo>
                    <a:pt x="9" y="55"/>
                    <a:pt x="9" y="56"/>
                    <a:pt x="9" y="57"/>
                  </a:cubicBezTo>
                  <a:cubicBezTo>
                    <a:pt x="11" y="57"/>
                    <a:pt x="11" y="57"/>
                    <a:pt x="11" y="57"/>
                  </a:cubicBezTo>
                  <a:cubicBezTo>
                    <a:pt x="11" y="56"/>
                    <a:pt x="11" y="54"/>
                    <a:pt x="10" y="53"/>
                  </a:cubicBezTo>
                  <a:cubicBezTo>
                    <a:pt x="8" y="53"/>
                    <a:pt x="8" y="53"/>
                    <a:pt x="8" y="53"/>
                  </a:cubicBezTo>
                  <a:close/>
                  <a:moveTo>
                    <a:pt x="7" y="46"/>
                  </a:moveTo>
                  <a:cubicBezTo>
                    <a:pt x="7" y="47"/>
                    <a:pt x="8" y="48"/>
                    <a:pt x="8" y="50"/>
                  </a:cubicBezTo>
                  <a:cubicBezTo>
                    <a:pt x="10" y="49"/>
                    <a:pt x="10" y="49"/>
                    <a:pt x="10" y="49"/>
                  </a:cubicBezTo>
                  <a:cubicBezTo>
                    <a:pt x="10" y="48"/>
                    <a:pt x="9" y="47"/>
                    <a:pt x="9" y="45"/>
                  </a:cubicBezTo>
                  <a:cubicBezTo>
                    <a:pt x="7" y="46"/>
                    <a:pt x="7" y="46"/>
                    <a:pt x="7" y="46"/>
                  </a:cubicBezTo>
                  <a:close/>
                  <a:moveTo>
                    <a:pt x="6" y="38"/>
                  </a:moveTo>
                  <a:cubicBezTo>
                    <a:pt x="6" y="39"/>
                    <a:pt x="6" y="41"/>
                    <a:pt x="7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8" y="40"/>
                    <a:pt x="8" y="39"/>
                    <a:pt x="8" y="38"/>
                  </a:cubicBezTo>
                  <a:cubicBezTo>
                    <a:pt x="6" y="38"/>
                    <a:pt x="6" y="38"/>
                    <a:pt x="6" y="38"/>
                  </a:cubicBezTo>
                  <a:close/>
                  <a:moveTo>
                    <a:pt x="5" y="31"/>
                  </a:moveTo>
                  <a:cubicBezTo>
                    <a:pt x="5" y="32"/>
                    <a:pt x="5" y="33"/>
                    <a:pt x="5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7" y="33"/>
                    <a:pt x="7" y="31"/>
                    <a:pt x="7" y="30"/>
                  </a:cubicBezTo>
                  <a:cubicBezTo>
                    <a:pt x="5" y="31"/>
                    <a:pt x="5" y="31"/>
                    <a:pt x="5" y="31"/>
                  </a:cubicBezTo>
                  <a:close/>
                  <a:moveTo>
                    <a:pt x="4" y="23"/>
                  </a:moveTo>
                  <a:cubicBezTo>
                    <a:pt x="4" y="24"/>
                    <a:pt x="4" y="25"/>
                    <a:pt x="4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5"/>
                    <a:pt x="6" y="24"/>
                    <a:pt x="6" y="23"/>
                  </a:cubicBezTo>
                  <a:cubicBezTo>
                    <a:pt x="4" y="23"/>
                    <a:pt x="4" y="23"/>
                    <a:pt x="4" y="23"/>
                  </a:cubicBezTo>
                  <a:close/>
                  <a:moveTo>
                    <a:pt x="2" y="15"/>
                  </a:moveTo>
                  <a:cubicBezTo>
                    <a:pt x="3" y="17"/>
                    <a:pt x="3" y="18"/>
                    <a:pt x="3" y="19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4" y="16"/>
                    <a:pt x="4" y="15"/>
                  </a:cubicBezTo>
                  <a:cubicBezTo>
                    <a:pt x="2" y="15"/>
                    <a:pt x="2" y="15"/>
                    <a:pt x="2" y="15"/>
                  </a:cubicBezTo>
                  <a:close/>
                  <a:moveTo>
                    <a:pt x="1" y="8"/>
                  </a:moveTo>
                  <a:cubicBezTo>
                    <a:pt x="1" y="9"/>
                    <a:pt x="1" y="10"/>
                    <a:pt x="2" y="12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0"/>
                    <a:pt x="3" y="9"/>
                    <a:pt x="3" y="7"/>
                  </a:cubicBezTo>
                  <a:cubicBezTo>
                    <a:pt x="1" y="8"/>
                    <a:pt x="1" y="8"/>
                    <a:pt x="1" y="8"/>
                  </a:cubicBezTo>
                  <a:close/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2"/>
                    <a:pt x="2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" name="Freeform 241">
              <a:extLst>
                <a:ext uri="{FF2B5EF4-FFF2-40B4-BE49-F238E27FC236}">
                  <a16:creationId xmlns:a16="http://schemas.microsoft.com/office/drawing/2014/main" id="{6E0F1C1A-41F3-47C5-B7FB-744524B58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9" y="1215"/>
              <a:ext cx="3" cy="3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2 h 2"/>
                <a:gd name="T4" fmla="*/ 2 w 2"/>
                <a:gd name="T5" fmla="*/ 2 h 2"/>
                <a:gd name="T6" fmla="*/ 2 w 2"/>
                <a:gd name="T7" fmla="*/ 0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5" name="Freeform 242">
              <a:extLst>
                <a:ext uri="{FF2B5EF4-FFF2-40B4-BE49-F238E27FC236}">
                  <a16:creationId xmlns:a16="http://schemas.microsoft.com/office/drawing/2014/main" id="{8A0B28DF-E08C-413A-AE58-8B51C13E5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3" y="1122"/>
              <a:ext cx="142" cy="117"/>
            </a:xfrm>
            <a:custGeom>
              <a:avLst/>
              <a:gdLst>
                <a:gd name="T0" fmla="*/ 5 w 142"/>
                <a:gd name="T1" fmla="*/ 117 h 117"/>
                <a:gd name="T2" fmla="*/ 23 w 142"/>
                <a:gd name="T3" fmla="*/ 83 h 117"/>
                <a:gd name="T4" fmla="*/ 61 w 142"/>
                <a:gd name="T5" fmla="*/ 67 h 117"/>
                <a:gd name="T6" fmla="*/ 85 w 142"/>
                <a:gd name="T7" fmla="*/ 34 h 117"/>
                <a:gd name="T8" fmla="*/ 120 w 142"/>
                <a:gd name="T9" fmla="*/ 42 h 117"/>
                <a:gd name="T10" fmla="*/ 142 w 142"/>
                <a:gd name="T11" fmla="*/ 3 h 117"/>
                <a:gd name="T12" fmla="*/ 138 w 142"/>
                <a:gd name="T13" fmla="*/ 0 h 117"/>
                <a:gd name="T14" fmla="*/ 118 w 142"/>
                <a:gd name="T15" fmla="*/ 35 h 117"/>
                <a:gd name="T16" fmla="*/ 84 w 142"/>
                <a:gd name="T17" fmla="*/ 26 h 117"/>
                <a:gd name="T18" fmla="*/ 56 w 142"/>
                <a:gd name="T19" fmla="*/ 61 h 117"/>
                <a:gd name="T20" fmla="*/ 19 w 142"/>
                <a:gd name="T21" fmla="*/ 79 h 117"/>
                <a:gd name="T22" fmla="*/ 0 w 142"/>
                <a:gd name="T23" fmla="*/ 114 h 117"/>
                <a:gd name="T24" fmla="*/ 5 w 142"/>
                <a:gd name="T25" fmla="*/ 117 h 117"/>
                <a:gd name="T26" fmla="*/ 5 w 142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2" h="117">
                  <a:moveTo>
                    <a:pt x="5" y="117"/>
                  </a:moveTo>
                  <a:lnTo>
                    <a:pt x="23" y="83"/>
                  </a:lnTo>
                  <a:lnTo>
                    <a:pt x="61" y="67"/>
                  </a:lnTo>
                  <a:lnTo>
                    <a:pt x="85" y="34"/>
                  </a:lnTo>
                  <a:lnTo>
                    <a:pt x="120" y="42"/>
                  </a:lnTo>
                  <a:lnTo>
                    <a:pt x="142" y="3"/>
                  </a:lnTo>
                  <a:lnTo>
                    <a:pt x="138" y="0"/>
                  </a:lnTo>
                  <a:lnTo>
                    <a:pt x="118" y="35"/>
                  </a:lnTo>
                  <a:lnTo>
                    <a:pt x="84" y="26"/>
                  </a:lnTo>
                  <a:lnTo>
                    <a:pt x="56" y="61"/>
                  </a:lnTo>
                  <a:lnTo>
                    <a:pt x="19" y="79"/>
                  </a:lnTo>
                  <a:lnTo>
                    <a:pt x="0" y="114"/>
                  </a:lnTo>
                  <a:lnTo>
                    <a:pt x="5" y="117"/>
                  </a:lnTo>
                  <a:lnTo>
                    <a:pt x="5" y="117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6" name="Freeform 243">
              <a:extLst>
                <a:ext uri="{FF2B5EF4-FFF2-40B4-BE49-F238E27FC236}">
                  <a16:creationId xmlns:a16="http://schemas.microsoft.com/office/drawing/2014/main" id="{1542FDDE-A56F-4D41-90A9-6759F9AD2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2" y="981"/>
              <a:ext cx="139" cy="163"/>
            </a:xfrm>
            <a:custGeom>
              <a:avLst/>
              <a:gdLst>
                <a:gd name="T0" fmla="*/ 16 w 96"/>
                <a:gd name="T1" fmla="*/ 99 h 112"/>
                <a:gd name="T2" fmla="*/ 14 w 96"/>
                <a:gd name="T3" fmla="*/ 100 h 112"/>
                <a:gd name="T4" fmla="*/ 17 w 96"/>
                <a:gd name="T5" fmla="*/ 108 h 112"/>
                <a:gd name="T6" fmla="*/ 20 w 96"/>
                <a:gd name="T7" fmla="*/ 111 h 112"/>
                <a:gd name="T8" fmla="*/ 23 w 96"/>
                <a:gd name="T9" fmla="*/ 112 h 112"/>
                <a:gd name="T10" fmla="*/ 33 w 96"/>
                <a:gd name="T11" fmla="*/ 109 h 112"/>
                <a:gd name="T12" fmla="*/ 62 w 96"/>
                <a:gd name="T13" fmla="*/ 89 h 112"/>
                <a:gd name="T14" fmla="*/ 88 w 96"/>
                <a:gd name="T15" fmla="*/ 67 h 112"/>
                <a:gd name="T16" fmla="*/ 96 w 96"/>
                <a:gd name="T17" fmla="*/ 51 h 112"/>
                <a:gd name="T18" fmla="*/ 94 w 96"/>
                <a:gd name="T19" fmla="*/ 43 h 112"/>
                <a:gd name="T20" fmla="*/ 82 w 96"/>
                <a:gd name="T21" fmla="*/ 6 h 112"/>
                <a:gd name="T22" fmla="*/ 79 w 96"/>
                <a:gd name="T23" fmla="*/ 2 h 112"/>
                <a:gd name="T24" fmla="*/ 73 w 96"/>
                <a:gd name="T25" fmla="*/ 0 h 112"/>
                <a:gd name="T26" fmla="*/ 69 w 96"/>
                <a:gd name="T27" fmla="*/ 2 h 112"/>
                <a:gd name="T28" fmla="*/ 51 w 96"/>
                <a:gd name="T29" fmla="*/ 15 h 112"/>
                <a:gd name="T30" fmla="*/ 43 w 96"/>
                <a:gd name="T31" fmla="*/ 20 h 112"/>
                <a:gd name="T32" fmla="*/ 39 w 96"/>
                <a:gd name="T33" fmla="*/ 23 h 112"/>
                <a:gd name="T34" fmla="*/ 37 w 96"/>
                <a:gd name="T35" fmla="*/ 23 h 112"/>
                <a:gd name="T36" fmla="*/ 30 w 96"/>
                <a:gd name="T37" fmla="*/ 20 h 112"/>
                <a:gd name="T38" fmla="*/ 25 w 96"/>
                <a:gd name="T39" fmla="*/ 18 h 112"/>
                <a:gd name="T40" fmla="*/ 16 w 96"/>
                <a:gd name="T41" fmla="*/ 21 h 112"/>
                <a:gd name="T42" fmla="*/ 8 w 96"/>
                <a:gd name="T43" fmla="*/ 27 h 112"/>
                <a:gd name="T44" fmla="*/ 3 w 96"/>
                <a:gd name="T45" fmla="*/ 32 h 112"/>
                <a:gd name="T46" fmla="*/ 0 w 96"/>
                <a:gd name="T47" fmla="*/ 41 h 112"/>
                <a:gd name="T48" fmla="*/ 1 w 96"/>
                <a:gd name="T49" fmla="*/ 47 h 112"/>
                <a:gd name="T50" fmla="*/ 14 w 96"/>
                <a:gd name="T51" fmla="*/ 100 h 112"/>
                <a:gd name="T52" fmla="*/ 14 w 96"/>
                <a:gd name="T53" fmla="*/ 100 h 112"/>
                <a:gd name="T54" fmla="*/ 14 w 96"/>
                <a:gd name="T55" fmla="*/ 100 h 112"/>
                <a:gd name="T56" fmla="*/ 16 w 96"/>
                <a:gd name="T57" fmla="*/ 99 h 112"/>
                <a:gd name="T58" fmla="*/ 18 w 96"/>
                <a:gd name="T59" fmla="*/ 99 h 112"/>
                <a:gd name="T60" fmla="*/ 16 w 96"/>
                <a:gd name="T61" fmla="*/ 92 h 112"/>
                <a:gd name="T62" fmla="*/ 5 w 96"/>
                <a:gd name="T63" fmla="*/ 46 h 112"/>
                <a:gd name="T64" fmla="*/ 4 w 96"/>
                <a:gd name="T65" fmla="*/ 41 h 112"/>
                <a:gd name="T66" fmla="*/ 6 w 96"/>
                <a:gd name="T67" fmla="*/ 34 h 112"/>
                <a:gd name="T68" fmla="*/ 10 w 96"/>
                <a:gd name="T69" fmla="*/ 30 h 112"/>
                <a:gd name="T70" fmla="*/ 18 w 96"/>
                <a:gd name="T71" fmla="*/ 25 h 112"/>
                <a:gd name="T72" fmla="*/ 25 w 96"/>
                <a:gd name="T73" fmla="*/ 22 h 112"/>
                <a:gd name="T74" fmla="*/ 28 w 96"/>
                <a:gd name="T75" fmla="*/ 23 h 112"/>
                <a:gd name="T76" fmla="*/ 37 w 96"/>
                <a:gd name="T77" fmla="*/ 27 h 112"/>
                <a:gd name="T78" fmla="*/ 41 w 96"/>
                <a:gd name="T79" fmla="*/ 26 h 112"/>
                <a:gd name="T80" fmla="*/ 46 w 96"/>
                <a:gd name="T81" fmla="*/ 23 h 112"/>
                <a:gd name="T82" fmla="*/ 71 w 96"/>
                <a:gd name="T83" fmla="*/ 5 h 112"/>
                <a:gd name="T84" fmla="*/ 73 w 96"/>
                <a:gd name="T85" fmla="*/ 4 h 112"/>
                <a:gd name="T86" fmla="*/ 76 w 96"/>
                <a:gd name="T87" fmla="*/ 5 h 112"/>
                <a:gd name="T88" fmla="*/ 78 w 96"/>
                <a:gd name="T89" fmla="*/ 8 h 112"/>
                <a:gd name="T90" fmla="*/ 91 w 96"/>
                <a:gd name="T91" fmla="*/ 44 h 112"/>
                <a:gd name="T92" fmla="*/ 92 w 96"/>
                <a:gd name="T93" fmla="*/ 51 h 112"/>
                <a:gd name="T94" fmla="*/ 85 w 96"/>
                <a:gd name="T95" fmla="*/ 64 h 112"/>
                <a:gd name="T96" fmla="*/ 59 w 96"/>
                <a:gd name="T97" fmla="*/ 86 h 112"/>
                <a:gd name="T98" fmla="*/ 31 w 96"/>
                <a:gd name="T99" fmla="*/ 105 h 112"/>
                <a:gd name="T100" fmla="*/ 23 w 96"/>
                <a:gd name="T101" fmla="*/ 108 h 112"/>
                <a:gd name="T102" fmla="*/ 22 w 96"/>
                <a:gd name="T103" fmla="*/ 107 h 112"/>
                <a:gd name="T104" fmla="*/ 20 w 96"/>
                <a:gd name="T105" fmla="*/ 105 h 112"/>
                <a:gd name="T106" fmla="*/ 18 w 96"/>
                <a:gd name="T107" fmla="*/ 99 h 112"/>
                <a:gd name="T108" fmla="*/ 16 w 96"/>
                <a:gd name="T109" fmla="*/ 99 h 112"/>
                <a:gd name="T110" fmla="*/ 18 w 96"/>
                <a:gd name="T111" fmla="*/ 99 h 112"/>
                <a:gd name="T112" fmla="*/ 16 w 96"/>
                <a:gd name="T113" fmla="*/ 99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6" h="112">
                  <a:moveTo>
                    <a:pt x="16" y="99"/>
                  </a:moveTo>
                  <a:cubicBezTo>
                    <a:pt x="14" y="100"/>
                    <a:pt x="14" y="100"/>
                    <a:pt x="14" y="100"/>
                  </a:cubicBezTo>
                  <a:cubicBezTo>
                    <a:pt x="15" y="103"/>
                    <a:pt x="16" y="106"/>
                    <a:pt x="17" y="108"/>
                  </a:cubicBezTo>
                  <a:cubicBezTo>
                    <a:pt x="18" y="109"/>
                    <a:pt x="18" y="110"/>
                    <a:pt x="20" y="111"/>
                  </a:cubicBezTo>
                  <a:cubicBezTo>
                    <a:pt x="21" y="111"/>
                    <a:pt x="22" y="112"/>
                    <a:pt x="23" y="112"/>
                  </a:cubicBezTo>
                  <a:cubicBezTo>
                    <a:pt x="26" y="112"/>
                    <a:pt x="29" y="111"/>
                    <a:pt x="33" y="109"/>
                  </a:cubicBezTo>
                  <a:cubicBezTo>
                    <a:pt x="39" y="106"/>
                    <a:pt x="51" y="98"/>
                    <a:pt x="62" y="89"/>
                  </a:cubicBezTo>
                  <a:cubicBezTo>
                    <a:pt x="73" y="81"/>
                    <a:pt x="83" y="72"/>
                    <a:pt x="88" y="67"/>
                  </a:cubicBezTo>
                  <a:cubicBezTo>
                    <a:pt x="94" y="61"/>
                    <a:pt x="96" y="56"/>
                    <a:pt x="96" y="51"/>
                  </a:cubicBezTo>
                  <a:cubicBezTo>
                    <a:pt x="96" y="48"/>
                    <a:pt x="95" y="45"/>
                    <a:pt x="94" y="43"/>
                  </a:cubicBezTo>
                  <a:cubicBezTo>
                    <a:pt x="93" y="38"/>
                    <a:pt x="86" y="15"/>
                    <a:pt x="82" y="6"/>
                  </a:cubicBezTo>
                  <a:cubicBezTo>
                    <a:pt x="81" y="5"/>
                    <a:pt x="80" y="3"/>
                    <a:pt x="79" y="2"/>
                  </a:cubicBezTo>
                  <a:cubicBezTo>
                    <a:pt x="77" y="1"/>
                    <a:pt x="75" y="0"/>
                    <a:pt x="73" y="0"/>
                  </a:cubicBezTo>
                  <a:cubicBezTo>
                    <a:pt x="72" y="0"/>
                    <a:pt x="70" y="1"/>
                    <a:pt x="69" y="2"/>
                  </a:cubicBezTo>
                  <a:cubicBezTo>
                    <a:pt x="64" y="6"/>
                    <a:pt x="57" y="10"/>
                    <a:pt x="51" y="15"/>
                  </a:cubicBezTo>
                  <a:cubicBezTo>
                    <a:pt x="48" y="17"/>
                    <a:pt x="46" y="19"/>
                    <a:pt x="43" y="20"/>
                  </a:cubicBezTo>
                  <a:cubicBezTo>
                    <a:pt x="41" y="21"/>
                    <a:pt x="40" y="23"/>
                    <a:pt x="39" y="23"/>
                  </a:cubicBezTo>
                  <a:cubicBezTo>
                    <a:pt x="39" y="23"/>
                    <a:pt x="38" y="23"/>
                    <a:pt x="37" y="23"/>
                  </a:cubicBezTo>
                  <a:cubicBezTo>
                    <a:pt x="35" y="23"/>
                    <a:pt x="33" y="23"/>
                    <a:pt x="30" y="20"/>
                  </a:cubicBezTo>
                  <a:cubicBezTo>
                    <a:pt x="29" y="19"/>
                    <a:pt x="27" y="18"/>
                    <a:pt x="25" y="18"/>
                  </a:cubicBezTo>
                  <a:cubicBezTo>
                    <a:pt x="22" y="18"/>
                    <a:pt x="19" y="20"/>
                    <a:pt x="16" y="21"/>
                  </a:cubicBezTo>
                  <a:cubicBezTo>
                    <a:pt x="13" y="23"/>
                    <a:pt x="11" y="25"/>
                    <a:pt x="8" y="27"/>
                  </a:cubicBezTo>
                  <a:cubicBezTo>
                    <a:pt x="6" y="28"/>
                    <a:pt x="4" y="30"/>
                    <a:pt x="3" y="32"/>
                  </a:cubicBezTo>
                  <a:cubicBezTo>
                    <a:pt x="1" y="34"/>
                    <a:pt x="0" y="37"/>
                    <a:pt x="0" y="41"/>
                  </a:cubicBezTo>
                  <a:cubicBezTo>
                    <a:pt x="0" y="43"/>
                    <a:pt x="0" y="45"/>
                    <a:pt x="1" y="47"/>
                  </a:cubicBezTo>
                  <a:cubicBezTo>
                    <a:pt x="4" y="59"/>
                    <a:pt x="14" y="100"/>
                    <a:pt x="14" y="100"/>
                  </a:cubicBezTo>
                  <a:cubicBezTo>
                    <a:pt x="14" y="100"/>
                    <a:pt x="14" y="100"/>
                    <a:pt x="14" y="100"/>
                  </a:cubicBezTo>
                  <a:cubicBezTo>
                    <a:pt x="14" y="100"/>
                    <a:pt x="14" y="100"/>
                    <a:pt x="14" y="100"/>
                  </a:cubicBezTo>
                  <a:cubicBezTo>
                    <a:pt x="16" y="99"/>
                    <a:pt x="16" y="99"/>
                    <a:pt x="16" y="99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8" y="99"/>
                    <a:pt x="17" y="96"/>
                    <a:pt x="16" y="92"/>
                  </a:cubicBezTo>
                  <a:cubicBezTo>
                    <a:pt x="13" y="80"/>
                    <a:pt x="7" y="55"/>
                    <a:pt x="5" y="46"/>
                  </a:cubicBezTo>
                  <a:cubicBezTo>
                    <a:pt x="4" y="44"/>
                    <a:pt x="4" y="42"/>
                    <a:pt x="4" y="41"/>
                  </a:cubicBezTo>
                  <a:cubicBezTo>
                    <a:pt x="4" y="38"/>
                    <a:pt x="5" y="36"/>
                    <a:pt x="6" y="34"/>
                  </a:cubicBezTo>
                  <a:cubicBezTo>
                    <a:pt x="7" y="33"/>
                    <a:pt x="9" y="31"/>
                    <a:pt x="10" y="30"/>
                  </a:cubicBezTo>
                  <a:cubicBezTo>
                    <a:pt x="13" y="28"/>
                    <a:pt x="16" y="26"/>
                    <a:pt x="18" y="25"/>
                  </a:cubicBezTo>
                  <a:cubicBezTo>
                    <a:pt x="21" y="23"/>
                    <a:pt x="23" y="22"/>
                    <a:pt x="25" y="22"/>
                  </a:cubicBezTo>
                  <a:cubicBezTo>
                    <a:pt x="26" y="22"/>
                    <a:pt x="27" y="23"/>
                    <a:pt x="28" y="23"/>
                  </a:cubicBezTo>
                  <a:cubicBezTo>
                    <a:pt x="31" y="26"/>
                    <a:pt x="34" y="27"/>
                    <a:pt x="37" y="27"/>
                  </a:cubicBezTo>
                  <a:cubicBezTo>
                    <a:pt x="39" y="27"/>
                    <a:pt x="40" y="27"/>
                    <a:pt x="41" y="26"/>
                  </a:cubicBezTo>
                  <a:cubicBezTo>
                    <a:pt x="42" y="26"/>
                    <a:pt x="44" y="25"/>
                    <a:pt x="46" y="23"/>
                  </a:cubicBezTo>
                  <a:cubicBezTo>
                    <a:pt x="52" y="19"/>
                    <a:pt x="64" y="11"/>
                    <a:pt x="71" y="5"/>
                  </a:cubicBezTo>
                  <a:cubicBezTo>
                    <a:pt x="72" y="4"/>
                    <a:pt x="73" y="4"/>
                    <a:pt x="73" y="4"/>
                  </a:cubicBezTo>
                  <a:cubicBezTo>
                    <a:pt x="74" y="4"/>
                    <a:pt x="75" y="5"/>
                    <a:pt x="76" y="5"/>
                  </a:cubicBezTo>
                  <a:cubicBezTo>
                    <a:pt x="77" y="6"/>
                    <a:pt x="78" y="7"/>
                    <a:pt x="78" y="8"/>
                  </a:cubicBezTo>
                  <a:cubicBezTo>
                    <a:pt x="82" y="16"/>
                    <a:pt x="89" y="40"/>
                    <a:pt x="91" y="44"/>
                  </a:cubicBezTo>
                  <a:cubicBezTo>
                    <a:pt x="91" y="46"/>
                    <a:pt x="92" y="49"/>
                    <a:pt x="92" y="51"/>
                  </a:cubicBezTo>
                  <a:cubicBezTo>
                    <a:pt x="92" y="55"/>
                    <a:pt x="91" y="59"/>
                    <a:pt x="85" y="64"/>
                  </a:cubicBezTo>
                  <a:cubicBezTo>
                    <a:pt x="81" y="69"/>
                    <a:pt x="70" y="78"/>
                    <a:pt x="59" y="86"/>
                  </a:cubicBezTo>
                  <a:cubicBezTo>
                    <a:pt x="48" y="94"/>
                    <a:pt x="37" y="102"/>
                    <a:pt x="31" y="105"/>
                  </a:cubicBezTo>
                  <a:cubicBezTo>
                    <a:pt x="27" y="107"/>
                    <a:pt x="25" y="108"/>
                    <a:pt x="23" y="108"/>
                  </a:cubicBezTo>
                  <a:cubicBezTo>
                    <a:pt x="23" y="108"/>
                    <a:pt x="22" y="108"/>
                    <a:pt x="22" y="107"/>
                  </a:cubicBezTo>
                  <a:cubicBezTo>
                    <a:pt x="21" y="107"/>
                    <a:pt x="21" y="106"/>
                    <a:pt x="20" y="105"/>
                  </a:cubicBezTo>
                  <a:cubicBezTo>
                    <a:pt x="19" y="103"/>
                    <a:pt x="19" y="101"/>
                    <a:pt x="18" y="99"/>
                  </a:cubicBezTo>
                  <a:cubicBezTo>
                    <a:pt x="16" y="99"/>
                    <a:pt x="16" y="99"/>
                    <a:pt x="16" y="99"/>
                  </a:cubicBezTo>
                  <a:cubicBezTo>
                    <a:pt x="18" y="99"/>
                    <a:pt x="18" y="99"/>
                    <a:pt x="18" y="99"/>
                  </a:cubicBezTo>
                  <a:lnTo>
                    <a:pt x="16" y="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" name="Freeform 244">
              <a:extLst>
                <a:ext uri="{FF2B5EF4-FFF2-40B4-BE49-F238E27FC236}">
                  <a16:creationId xmlns:a16="http://schemas.microsoft.com/office/drawing/2014/main" id="{E1E9C785-35D3-4FED-8DA0-B5EE3F703D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1" y="828"/>
              <a:ext cx="83" cy="117"/>
            </a:xfrm>
            <a:custGeom>
              <a:avLst/>
              <a:gdLst>
                <a:gd name="T0" fmla="*/ 51 w 57"/>
                <a:gd name="T1" fmla="*/ 33 h 80"/>
                <a:gd name="T2" fmla="*/ 40 w 57"/>
                <a:gd name="T3" fmla="*/ 76 h 80"/>
                <a:gd name="T4" fmla="*/ 6 w 57"/>
                <a:gd name="T5" fmla="*/ 47 h 80"/>
                <a:gd name="T6" fmla="*/ 17 w 57"/>
                <a:gd name="T7" fmla="*/ 4 h 80"/>
                <a:gd name="T8" fmla="*/ 51 w 57"/>
                <a:gd name="T9" fmla="*/ 3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80">
                  <a:moveTo>
                    <a:pt x="51" y="33"/>
                  </a:moveTo>
                  <a:cubicBezTo>
                    <a:pt x="57" y="53"/>
                    <a:pt x="52" y="73"/>
                    <a:pt x="40" y="76"/>
                  </a:cubicBezTo>
                  <a:cubicBezTo>
                    <a:pt x="27" y="80"/>
                    <a:pt x="12" y="67"/>
                    <a:pt x="6" y="47"/>
                  </a:cubicBezTo>
                  <a:cubicBezTo>
                    <a:pt x="0" y="27"/>
                    <a:pt x="5" y="7"/>
                    <a:pt x="17" y="4"/>
                  </a:cubicBezTo>
                  <a:cubicBezTo>
                    <a:pt x="30" y="0"/>
                    <a:pt x="45" y="13"/>
                    <a:pt x="51" y="33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" name="Freeform 245">
              <a:extLst>
                <a:ext uri="{FF2B5EF4-FFF2-40B4-BE49-F238E27FC236}">
                  <a16:creationId xmlns:a16="http://schemas.microsoft.com/office/drawing/2014/main" id="{64F10A69-7E40-4391-86F7-91ED7DDF0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2" y="830"/>
              <a:ext cx="80" cy="113"/>
            </a:xfrm>
            <a:custGeom>
              <a:avLst/>
              <a:gdLst>
                <a:gd name="T0" fmla="*/ 50 w 55"/>
                <a:gd name="T1" fmla="*/ 32 h 78"/>
                <a:gd name="T2" fmla="*/ 48 w 55"/>
                <a:gd name="T3" fmla="*/ 33 h 78"/>
                <a:gd name="T4" fmla="*/ 51 w 55"/>
                <a:gd name="T5" fmla="*/ 49 h 78"/>
                <a:gd name="T6" fmla="*/ 47 w 55"/>
                <a:gd name="T7" fmla="*/ 65 h 78"/>
                <a:gd name="T8" fmla="*/ 38 w 55"/>
                <a:gd name="T9" fmla="*/ 74 h 78"/>
                <a:gd name="T10" fmla="*/ 34 w 55"/>
                <a:gd name="T11" fmla="*/ 74 h 78"/>
                <a:gd name="T12" fmla="*/ 19 w 55"/>
                <a:gd name="T13" fmla="*/ 66 h 78"/>
                <a:gd name="T14" fmla="*/ 7 w 55"/>
                <a:gd name="T15" fmla="*/ 45 h 78"/>
                <a:gd name="T16" fmla="*/ 4 w 55"/>
                <a:gd name="T17" fmla="*/ 29 h 78"/>
                <a:gd name="T18" fmla="*/ 8 w 55"/>
                <a:gd name="T19" fmla="*/ 13 h 78"/>
                <a:gd name="T20" fmla="*/ 17 w 55"/>
                <a:gd name="T21" fmla="*/ 5 h 78"/>
                <a:gd name="T22" fmla="*/ 21 w 55"/>
                <a:gd name="T23" fmla="*/ 4 h 78"/>
                <a:gd name="T24" fmla="*/ 36 w 55"/>
                <a:gd name="T25" fmla="*/ 12 h 78"/>
                <a:gd name="T26" fmla="*/ 48 w 55"/>
                <a:gd name="T27" fmla="*/ 33 h 78"/>
                <a:gd name="T28" fmla="*/ 50 w 55"/>
                <a:gd name="T29" fmla="*/ 32 h 78"/>
                <a:gd name="T30" fmla="*/ 52 w 55"/>
                <a:gd name="T31" fmla="*/ 31 h 78"/>
                <a:gd name="T32" fmla="*/ 39 w 55"/>
                <a:gd name="T33" fmla="*/ 9 h 78"/>
                <a:gd name="T34" fmla="*/ 21 w 55"/>
                <a:gd name="T35" fmla="*/ 0 h 78"/>
                <a:gd name="T36" fmla="*/ 16 w 55"/>
                <a:gd name="T37" fmla="*/ 1 h 78"/>
                <a:gd name="T38" fmla="*/ 4 w 55"/>
                <a:gd name="T39" fmla="*/ 11 h 78"/>
                <a:gd name="T40" fmla="*/ 0 w 55"/>
                <a:gd name="T41" fmla="*/ 29 h 78"/>
                <a:gd name="T42" fmla="*/ 3 w 55"/>
                <a:gd name="T43" fmla="*/ 47 h 78"/>
                <a:gd name="T44" fmla="*/ 16 w 55"/>
                <a:gd name="T45" fmla="*/ 69 h 78"/>
                <a:gd name="T46" fmla="*/ 34 w 55"/>
                <a:gd name="T47" fmla="*/ 78 h 78"/>
                <a:gd name="T48" fmla="*/ 39 w 55"/>
                <a:gd name="T49" fmla="*/ 77 h 78"/>
                <a:gd name="T50" fmla="*/ 51 w 55"/>
                <a:gd name="T51" fmla="*/ 67 h 78"/>
                <a:gd name="T52" fmla="*/ 55 w 55"/>
                <a:gd name="T53" fmla="*/ 49 h 78"/>
                <a:gd name="T54" fmla="*/ 52 w 55"/>
                <a:gd name="T55" fmla="*/ 31 h 78"/>
                <a:gd name="T56" fmla="*/ 50 w 55"/>
                <a:gd name="T57" fmla="*/ 3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5" h="78">
                  <a:moveTo>
                    <a:pt x="50" y="32"/>
                  </a:moveTo>
                  <a:cubicBezTo>
                    <a:pt x="48" y="33"/>
                    <a:pt x="48" y="33"/>
                    <a:pt x="48" y="33"/>
                  </a:cubicBezTo>
                  <a:cubicBezTo>
                    <a:pt x="50" y="38"/>
                    <a:pt x="51" y="44"/>
                    <a:pt x="51" y="49"/>
                  </a:cubicBezTo>
                  <a:cubicBezTo>
                    <a:pt x="51" y="55"/>
                    <a:pt x="50" y="61"/>
                    <a:pt x="47" y="65"/>
                  </a:cubicBezTo>
                  <a:cubicBezTo>
                    <a:pt x="45" y="69"/>
                    <a:pt x="42" y="72"/>
                    <a:pt x="38" y="74"/>
                  </a:cubicBezTo>
                  <a:cubicBezTo>
                    <a:pt x="37" y="74"/>
                    <a:pt x="35" y="74"/>
                    <a:pt x="34" y="74"/>
                  </a:cubicBezTo>
                  <a:cubicBezTo>
                    <a:pt x="29" y="74"/>
                    <a:pt x="23" y="71"/>
                    <a:pt x="19" y="66"/>
                  </a:cubicBezTo>
                  <a:cubicBezTo>
                    <a:pt x="14" y="61"/>
                    <a:pt x="9" y="54"/>
                    <a:pt x="7" y="45"/>
                  </a:cubicBezTo>
                  <a:cubicBezTo>
                    <a:pt x="5" y="40"/>
                    <a:pt x="4" y="34"/>
                    <a:pt x="4" y="29"/>
                  </a:cubicBezTo>
                  <a:cubicBezTo>
                    <a:pt x="4" y="23"/>
                    <a:pt x="5" y="17"/>
                    <a:pt x="8" y="13"/>
                  </a:cubicBezTo>
                  <a:cubicBezTo>
                    <a:pt x="10" y="9"/>
                    <a:pt x="13" y="6"/>
                    <a:pt x="17" y="5"/>
                  </a:cubicBezTo>
                  <a:cubicBezTo>
                    <a:pt x="18" y="4"/>
                    <a:pt x="20" y="4"/>
                    <a:pt x="21" y="4"/>
                  </a:cubicBezTo>
                  <a:cubicBezTo>
                    <a:pt x="26" y="4"/>
                    <a:pt x="32" y="7"/>
                    <a:pt x="36" y="12"/>
                  </a:cubicBezTo>
                  <a:cubicBezTo>
                    <a:pt x="41" y="17"/>
                    <a:pt x="46" y="24"/>
                    <a:pt x="48" y="33"/>
                  </a:cubicBezTo>
                  <a:cubicBezTo>
                    <a:pt x="50" y="32"/>
                    <a:pt x="50" y="32"/>
                    <a:pt x="50" y="32"/>
                  </a:cubicBezTo>
                  <a:cubicBezTo>
                    <a:pt x="52" y="31"/>
                    <a:pt x="52" y="31"/>
                    <a:pt x="52" y="31"/>
                  </a:cubicBezTo>
                  <a:cubicBezTo>
                    <a:pt x="49" y="22"/>
                    <a:pt x="45" y="15"/>
                    <a:pt x="39" y="9"/>
                  </a:cubicBezTo>
                  <a:cubicBezTo>
                    <a:pt x="34" y="3"/>
                    <a:pt x="27" y="0"/>
                    <a:pt x="21" y="0"/>
                  </a:cubicBezTo>
                  <a:cubicBezTo>
                    <a:pt x="19" y="0"/>
                    <a:pt x="17" y="0"/>
                    <a:pt x="16" y="1"/>
                  </a:cubicBezTo>
                  <a:cubicBezTo>
                    <a:pt x="11" y="2"/>
                    <a:pt x="7" y="6"/>
                    <a:pt x="4" y="11"/>
                  </a:cubicBezTo>
                  <a:cubicBezTo>
                    <a:pt x="1" y="16"/>
                    <a:pt x="0" y="22"/>
                    <a:pt x="0" y="29"/>
                  </a:cubicBezTo>
                  <a:cubicBezTo>
                    <a:pt x="0" y="35"/>
                    <a:pt x="1" y="41"/>
                    <a:pt x="3" y="47"/>
                  </a:cubicBezTo>
                  <a:cubicBezTo>
                    <a:pt x="6" y="56"/>
                    <a:pt x="10" y="64"/>
                    <a:pt x="16" y="69"/>
                  </a:cubicBezTo>
                  <a:cubicBezTo>
                    <a:pt x="21" y="75"/>
                    <a:pt x="28" y="78"/>
                    <a:pt x="34" y="78"/>
                  </a:cubicBezTo>
                  <a:cubicBezTo>
                    <a:pt x="36" y="78"/>
                    <a:pt x="38" y="78"/>
                    <a:pt x="39" y="77"/>
                  </a:cubicBezTo>
                  <a:cubicBezTo>
                    <a:pt x="44" y="76"/>
                    <a:pt x="48" y="72"/>
                    <a:pt x="51" y="67"/>
                  </a:cubicBezTo>
                  <a:cubicBezTo>
                    <a:pt x="54" y="62"/>
                    <a:pt x="55" y="56"/>
                    <a:pt x="55" y="49"/>
                  </a:cubicBezTo>
                  <a:cubicBezTo>
                    <a:pt x="55" y="43"/>
                    <a:pt x="54" y="37"/>
                    <a:pt x="52" y="31"/>
                  </a:cubicBezTo>
                  <a:lnTo>
                    <a:pt x="50" y="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" name="Freeform 246">
              <a:extLst>
                <a:ext uri="{FF2B5EF4-FFF2-40B4-BE49-F238E27FC236}">
                  <a16:creationId xmlns:a16="http://schemas.microsoft.com/office/drawing/2014/main" id="{9CD760C5-8D9D-4AFF-B9DF-96957B224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4" y="837"/>
              <a:ext cx="78" cy="115"/>
            </a:xfrm>
            <a:custGeom>
              <a:avLst/>
              <a:gdLst>
                <a:gd name="T0" fmla="*/ 50 w 54"/>
                <a:gd name="T1" fmla="*/ 32 h 79"/>
                <a:gd name="T2" fmla="*/ 48 w 54"/>
                <a:gd name="T3" fmla="*/ 33 h 79"/>
                <a:gd name="T4" fmla="*/ 50 w 54"/>
                <a:gd name="T5" fmla="*/ 49 h 79"/>
                <a:gd name="T6" fmla="*/ 47 w 54"/>
                <a:gd name="T7" fmla="*/ 65 h 79"/>
                <a:gd name="T8" fmla="*/ 37 w 54"/>
                <a:gd name="T9" fmla="*/ 74 h 79"/>
                <a:gd name="T10" fmla="*/ 34 w 54"/>
                <a:gd name="T11" fmla="*/ 75 h 79"/>
                <a:gd name="T12" fmla="*/ 18 w 54"/>
                <a:gd name="T13" fmla="*/ 67 h 79"/>
                <a:gd name="T14" fmla="*/ 6 w 54"/>
                <a:gd name="T15" fmla="*/ 46 h 79"/>
                <a:gd name="T16" fmla="*/ 4 w 54"/>
                <a:gd name="T17" fmla="*/ 30 h 79"/>
                <a:gd name="T18" fmla="*/ 7 w 54"/>
                <a:gd name="T19" fmla="*/ 13 h 79"/>
                <a:gd name="T20" fmla="*/ 16 w 54"/>
                <a:gd name="T21" fmla="*/ 5 h 79"/>
                <a:gd name="T22" fmla="*/ 20 w 54"/>
                <a:gd name="T23" fmla="*/ 4 h 79"/>
                <a:gd name="T24" fmla="*/ 36 w 54"/>
                <a:gd name="T25" fmla="*/ 12 h 79"/>
                <a:gd name="T26" fmla="*/ 48 w 54"/>
                <a:gd name="T27" fmla="*/ 33 h 79"/>
                <a:gd name="T28" fmla="*/ 50 w 54"/>
                <a:gd name="T29" fmla="*/ 32 h 79"/>
                <a:gd name="T30" fmla="*/ 52 w 54"/>
                <a:gd name="T31" fmla="*/ 32 h 79"/>
                <a:gd name="T32" fmla="*/ 39 w 54"/>
                <a:gd name="T33" fmla="*/ 9 h 79"/>
                <a:gd name="T34" fmla="*/ 20 w 54"/>
                <a:gd name="T35" fmla="*/ 0 h 79"/>
                <a:gd name="T36" fmla="*/ 15 w 54"/>
                <a:gd name="T37" fmla="*/ 1 h 79"/>
                <a:gd name="T38" fmla="*/ 4 w 54"/>
                <a:gd name="T39" fmla="*/ 12 h 79"/>
                <a:gd name="T40" fmla="*/ 0 w 54"/>
                <a:gd name="T41" fmla="*/ 30 h 79"/>
                <a:gd name="T42" fmla="*/ 2 w 54"/>
                <a:gd name="T43" fmla="*/ 47 h 79"/>
                <a:gd name="T44" fmla="*/ 15 w 54"/>
                <a:gd name="T45" fmla="*/ 70 h 79"/>
                <a:gd name="T46" fmla="*/ 34 w 54"/>
                <a:gd name="T47" fmla="*/ 79 h 79"/>
                <a:gd name="T48" fmla="*/ 39 w 54"/>
                <a:gd name="T49" fmla="*/ 78 h 79"/>
                <a:gd name="T50" fmla="*/ 50 w 54"/>
                <a:gd name="T51" fmla="*/ 67 h 79"/>
                <a:gd name="T52" fmla="*/ 54 w 54"/>
                <a:gd name="T53" fmla="*/ 49 h 79"/>
                <a:gd name="T54" fmla="*/ 52 w 54"/>
                <a:gd name="T55" fmla="*/ 32 h 79"/>
                <a:gd name="T56" fmla="*/ 50 w 54"/>
                <a:gd name="T57" fmla="*/ 32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4" h="79">
                  <a:moveTo>
                    <a:pt x="50" y="32"/>
                  </a:moveTo>
                  <a:cubicBezTo>
                    <a:pt x="48" y="33"/>
                    <a:pt x="48" y="33"/>
                    <a:pt x="48" y="33"/>
                  </a:cubicBezTo>
                  <a:cubicBezTo>
                    <a:pt x="50" y="39"/>
                    <a:pt x="50" y="44"/>
                    <a:pt x="50" y="49"/>
                  </a:cubicBezTo>
                  <a:cubicBezTo>
                    <a:pt x="50" y="55"/>
                    <a:pt x="49" y="61"/>
                    <a:pt x="47" y="65"/>
                  </a:cubicBezTo>
                  <a:cubicBezTo>
                    <a:pt x="45" y="70"/>
                    <a:pt x="41" y="73"/>
                    <a:pt x="37" y="74"/>
                  </a:cubicBezTo>
                  <a:cubicBezTo>
                    <a:pt x="36" y="74"/>
                    <a:pt x="35" y="75"/>
                    <a:pt x="34" y="75"/>
                  </a:cubicBezTo>
                  <a:cubicBezTo>
                    <a:pt x="28" y="75"/>
                    <a:pt x="23" y="72"/>
                    <a:pt x="18" y="67"/>
                  </a:cubicBezTo>
                  <a:cubicBezTo>
                    <a:pt x="13" y="62"/>
                    <a:pt x="9" y="54"/>
                    <a:pt x="6" y="46"/>
                  </a:cubicBezTo>
                  <a:cubicBezTo>
                    <a:pt x="4" y="40"/>
                    <a:pt x="4" y="35"/>
                    <a:pt x="4" y="30"/>
                  </a:cubicBezTo>
                  <a:cubicBezTo>
                    <a:pt x="4" y="23"/>
                    <a:pt x="5" y="18"/>
                    <a:pt x="7" y="13"/>
                  </a:cubicBezTo>
                  <a:cubicBezTo>
                    <a:pt x="9" y="9"/>
                    <a:pt x="13" y="6"/>
                    <a:pt x="16" y="5"/>
                  </a:cubicBezTo>
                  <a:cubicBezTo>
                    <a:pt x="18" y="5"/>
                    <a:pt x="19" y="4"/>
                    <a:pt x="20" y="4"/>
                  </a:cubicBezTo>
                  <a:cubicBezTo>
                    <a:pt x="25" y="4"/>
                    <a:pt x="31" y="7"/>
                    <a:pt x="36" y="12"/>
                  </a:cubicBezTo>
                  <a:cubicBezTo>
                    <a:pt x="41" y="17"/>
                    <a:pt x="45" y="24"/>
                    <a:pt x="48" y="33"/>
                  </a:cubicBezTo>
                  <a:cubicBezTo>
                    <a:pt x="50" y="32"/>
                    <a:pt x="50" y="32"/>
                    <a:pt x="50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49" y="23"/>
                    <a:pt x="44" y="15"/>
                    <a:pt x="39" y="9"/>
                  </a:cubicBezTo>
                  <a:cubicBezTo>
                    <a:pt x="33" y="4"/>
                    <a:pt x="27" y="0"/>
                    <a:pt x="20" y="0"/>
                  </a:cubicBezTo>
                  <a:cubicBezTo>
                    <a:pt x="19" y="0"/>
                    <a:pt x="17" y="1"/>
                    <a:pt x="15" y="1"/>
                  </a:cubicBezTo>
                  <a:cubicBezTo>
                    <a:pt x="10" y="3"/>
                    <a:pt x="6" y="7"/>
                    <a:pt x="4" y="12"/>
                  </a:cubicBezTo>
                  <a:cubicBezTo>
                    <a:pt x="1" y="17"/>
                    <a:pt x="0" y="23"/>
                    <a:pt x="0" y="30"/>
                  </a:cubicBezTo>
                  <a:cubicBezTo>
                    <a:pt x="0" y="35"/>
                    <a:pt x="0" y="41"/>
                    <a:pt x="2" y="47"/>
                  </a:cubicBezTo>
                  <a:cubicBezTo>
                    <a:pt x="5" y="56"/>
                    <a:pt x="10" y="64"/>
                    <a:pt x="15" y="70"/>
                  </a:cubicBezTo>
                  <a:cubicBezTo>
                    <a:pt x="21" y="75"/>
                    <a:pt x="27" y="78"/>
                    <a:pt x="34" y="79"/>
                  </a:cubicBezTo>
                  <a:cubicBezTo>
                    <a:pt x="35" y="79"/>
                    <a:pt x="37" y="78"/>
                    <a:pt x="39" y="78"/>
                  </a:cubicBezTo>
                  <a:cubicBezTo>
                    <a:pt x="44" y="76"/>
                    <a:pt x="48" y="72"/>
                    <a:pt x="50" y="67"/>
                  </a:cubicBezTo>
                  <a:cubicBezTo>
                    <a:pt x="53" y="62"/>
                    <a:pt x="54" y="56"/>
                    <a:pt x="54" y="49"/>
                  </a:cubicBezTo>
                  <a:cubicBezTo>
                    <a:pt x="54" y="44"/>
                    <a:pt x="53" y="38"/>
                    <a:pt x="52" y="32"/>
                  </a:cubicBezTo>
                  <a:lnTo>
                    <a:pt x="50" y="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0" name="Freeform 247">
              <a:extLst>
                <a:ext uri="{FF2B5EF4-FFF2-40B4-BE49-F238E27FC236}">
                  <a16:creationId xmlns:a16="http://schemas.microsoft.com/office/drawing/2014/main" id="{1DBCB1DF-1FC7-4C59-BA09-4095E9FFB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" y="930"/>
              <a:ext cx="32" cy="66"/>
            </a:xfrm>
            <a:custGeom>
              <a:avLst/>
              <a:gdLst>
                <a:gd name="T0" fmla="*/ 2 w 22"/>
                <a:gd name="T1" fmla="*/ 0 h 45"/>
                <a:gd name="T2" fmla="*/ 0 w 22"/>
                <a:gd name="T3" fmla="*/ 38 h 45"/>
                <a:gd name="T4" fmla="*/ 4 w 22"/>
                <a:gd name="T5" fmla="*/ 43 h 45"/>
                <a:gd name="T6" fmla="*/ 18 w 22"/>
                <a:gd name="T7" fmla="*/ 45 h 45"/>
                <a:gd name="T8" fmla="*/ 22 w 22"/>
                <a:gd name="T9" fmla="*/ 6 h 45"/>
                <a:gd name="T10" fmla="*/ 2 w 22"/>
                <a:gd name="T11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45">
                  <a:moveTo>
                    <a:pt x="2" y="0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9" y="8"/>
                    <a:pt x="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1" name="Freeform 248">
              <a:extLst>
                <a:ext uri="{FF2B5EF4-FFF2-40B4-BE49-F238E27FC236}">
                  <a16:creationId xmlns:a16="http://schemas.microsoft.com/office/drawing/2014/main" id="{2E862283-CB8D-47DF-9193-2CF094A947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97" y="1103"/>
              <a:ext cx="253" cy="246"/>
            </a:xfrm>
            <a:custGeom>
              <a:avLst/>
              <a:gdLst>
                <a:gd name="T0" fmla="*/ 163 w 174"/>
                <a:gd name="T1" fmla="*/ 63 h 169"/>
                <a:gd name="T2" fmla="*/ 52 w 174"/>
                <a:gd name="T3" fmla="*/ 0 h 169"/>
                <a:gd name="T4" fmla="*/ 4 w 174"/>
                <a:gd name="T5" fmla="*/ 84 h 169"/>
                <a:gd name="T6" fmla="*/ 10 w 174"/>
                <a:gd name="T7" fmla="*/ 106 h 169"/>
                <a:gd name="T8" fmla="*/ 10 w 174"/>
                <a:gd name="T9" fmla="*/ 106 h 169"/>
                <a:gd name="T10" fmla="*/ 122 w 174"/>
                <a:gd name="T11" fmla="*/ 169 h 169"/>
                <a:gd name="T12" fmla="*/ 170 w 174"/>
                <a:gd name="T13" fmla="*/ 85 h 169"/>
                <a:gd name="T14" fmla="*/ 163 w 174"/>
                <a:gd name="T15" fmla="*/ 63 h 169"/>
                <a:gd name="T16" fmla="*/ 149 w 174"/>
                <a:gd name="T17" fmla="*/ 94 h 169"/>
                <a:gd name="T18" fmla="*/ 91 w 174"/>
                <a:gd name="T19" fmla="*/ 108 h 169"/>
                <a:gd name="T20" fmla="*/ 91 w 174"/>
                <a:gd name="T21" fmla="*/ 108 h 169"/>
                <a:gd name="T22" fmla="*/ 74 w 174"/>
                <a:gd name="T23" fmla="*/ 106 h 169"/>
                <a:gd name="T24" fmla="*/ 63 w 174"/>
                <a:gd name="T25" fmla="*/ 92 h 169"/>
                <a:gd name="T26" fmla="*/ 63 w 174"/>
                <a:gd name="T27" fmla="*/ 92 h 169"/>
                <a:gd name="T28" fmla="*/ 47 w 174"/>
                <a:gd name="T29" fmla="*/ 36 h 169"/>
                <a:gd name="T30" fmla="*/ 54 w 174"/>
                <a:gd name="T31" fmla="*/ 22 h 169"/>
                <a:gd name="T32" fmla="*/ 73 w 174"/>
                <a:gd name="T33" fmla="*/ 86 h 169"/>
                <a:gd name="T34" fmla="*/ 73 w 174"/>
                <a:gd name="T35" fmla="*/ 86 h 169"/>
                <a:gd name="T36" fmla="*/ 80 w 174"/>
                <a:gd name="T37" fmla="*/ 95 h 169"/>
                <a:gd name="T38" fmla="*/ 92 w 174"/>
                <a:gd name="T39" fmla="*/ 97 h 169"/>
                <a:gd name="T40" fmla="*/ 92 w 174"/>
                <a:gd name="T41" fmla="*/ 97 h 169"/>
                <a:gd name="T42" fmla="*/ 157 w 174"/>
                <a:gd name="T43" fmla="*/ 80 h 169"/>
                <a:gd name="T44" fmla="*/ 149 w 174"/>
                <a:gd name="T45" fmla="*/ 9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74" h="169">
                  <a:moveTo>
                    <a:pt x="163" y="63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4" y="84"/>
                    <a:pt x="4" y="84"/>
                    <a:pt x="4" y="84"/>
                  </a:cubicBezTo>
                  <a:cubicBezTo>
                    <a:pt x="0" y="92"/>
                    <a:pt x="2" y="101"/>
                    <a:pt x="10" y="106"/>
                  </a:cubicBezTo>
                  <a:cubicBezTo>
                    <a:pt x="10" y="106"/>
                    <a:pt x="10" y="106"/>
                    <a:pt x="10" y="106"/>
                  </a:cubicBezTo>
                  <a:cubicBezTo>
                    <a:pt x="122" y="169"/>
                    <a:pt x="122" y="169"/>
                    <a:pt x="122" y="169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4" y="77"/>
                    <a:pt x="171" y="67"/>
                    <a:pt x="163" y="63"/>
                  </a:cubicBezTo>
                  <a:close/>
                  <a:moveTo>
                    <a:pt x="149" y="94"/>
                  </a:moveTo>
                  <a:cubicBezTo>
                    <a:pt x="91" y="108"/>
                    <a:pt x="91" y="108"/>
                    <a:pt x="91" y="108"/>
                  </a:cubicBezTo>
                  <a:cubicBezTo>
                    <a:pt x="91" y="108"/>
                    <a:pt x="91" y="108"/>
                    <a:pt x="91" y="108"/>
                  </a:cubicBezTo>
                  <a:cubicBezTo>
                    <a:pt x="86" y="110"/>
                    <a:pt x="80" y="109"/>
                    <a:pt x="74" y="106"/>
                  </a:cubicBezTo>
                  <a:cubicBezTo>
                    <a:pt x="69" y="103"/>
                    <a:pt x="65" y="98"/>
                    <a:pt x="63" y="92"/>
                  </a:cubicBezTo>
                  <a:cubicBezTo>
                    <a:pt x="63" y="92"/>
                    <a:pt x="63" y="92"/>
                    <a:pt x="63" y="92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61" y="45"/>
                    <a:pt x="73" y="86"/>
                    <a:pt x="73" y="86"/>
                  </a:cubicBezTo>
                  <a:cubicBezTo>
                    <a:pt x="73" y="86"/>
                    <a:pt x="73" y="86"/>
                    <a:pt x="73" y="86"/>
                  </a:cubicBezTo>
                  <a:cubicBezTo>
                    <a:pt x="74" y="90"/>
                    <a:pt x="77" y="93"/>
                    <a:pt x="80" y="95"/>
                  </a:cubicBezTo>
                  <a:cubicBezTo>
                    <a:pt x="84" y="97"/>
                    <a:pt x="88" y="98"/>
                    <a:pt x="92" y="97"/>
                  </a:cubicBezTo>
                  <a:cubicBezTo>
                    <a:pt x="92" y="97"/>
                    <a:pt x="92" y="97"/>
                    <a:pt x="92" y="97"/>
                  </a:cubicBezTo>
                  <a:cubicBezTo>
                    <a:pt x="157" y="80"/>
                    <a:pt x="157" y="80"/>
                    <a:pt x="157" y="80"/>
                  </a:cubicBezTo>
                  <a:lnTo>
                    <a:pt x="149" y="94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2" name="Freeform 249">
              <a:extLst>
                <a:ext uri="{FF2B5EF4-FFF2-40B4-BE49-F238E27FC236}">
                  <a16:creationId xmlns:a16="http://schemas.microsoft.com/office/drawing/2014/main" id="{1BEB8B90-AE6F-408B-832E-F957CB43C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6" y="742"/>
              <a:ext cx="39" cy="38"/>
            </a:xfrm>
            <a:custGeom>
              <a:avLst/>
              <a:gdLst>
                <a:gd name="T0" fmla="*/ 20 w 39"/>
                <a:gd name="T1" fmla="*/ 38 h 38"/>
                <a:gd name="T2" fmla="*/ 16 w 39"/>
                <a:gd name="T3" fmla="*/ 24 h 38"/>
                <a:gd name="T4" fmla="*/ 0 w 39"/>
                <a:gd name="T5" fmla="*/ 19 h 38"/>
                <a:gd name="T6" fmla="*/ 16 w 39"/>
                <a:gd name="T7" fmla="*/ 15 h 38"/>
                <a:gd name="T8" fmla="*/ 19 w 39"/>
                <a:gd name="T9" fmla="*/ 0 h 38"/>
                <a:gd name="T10" fmla="*/ 23 w 39"/>
                <a:gd name="T11" fmla="*/ 15 h 38"/>
                <a:gd name="T12" fmla="*/ 39 w 39"/>
                <a:gd name="T13" fmla="*/ 18 h 38"/>
                <a:gd name="T14" fmla="*/ 23 w 39"/>
                <a:gd name="T15" fmla="*/ 22 h 38"/>
                <a:gd name="T16" fmla="*/ 20 w 39"/>
                <a:gd name="T17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8">
                  <a:moveTo>
                    <a:pt x="20" y="38"/>
                  </a:moveTo>
                  <a:lnTo>
                    <a:pt x="16" y="24"/>
                  </a:lnTo>
                  <a:lnTo>
                    <a:pt x="0" y="19"/>
                  </a:lnTo>
                  <a:lnTo>
                    <a:pt x="16" y="15"/>
                  </a:lnTo>
                  <a:lnTo>
                    <a:pt x="19" y="0"/>
                  </a:lnTo>
                  <a:lnTo>
                    <a:pt x="23" y="15"/>
                  </a:lnTo>
                  <a:lnTo>
                    <a:pt x="39" y="18"/>
                  </a:lnTo>
                  <a:lnTo>
                    <a:pt x="23" y="22"/>
                  </a:lnTo>
                  <a:lnTo>
                    <a:pt x="20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3" name="Freeform 250">
              <a:extLst>
                <a:ext uri="{FF2B5EF4-FFF2-40B4-BE49-F238E27FC236}">
                  <a16:creationId xmlns:a16="http://schemas.microsoft.com/office/drawing/2014/main" id="{81A66F0B-36A8-4FC9-842F-099C7AE9F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501"/>
              <a:ext cx="25" cy="24"/>
            </a:xfrm>
            <a:custGeom>
              <a:avLst/>
              <a:gdLst>
                <a:gd name="T0" fmla="*/ 13 w 25"/>
                <a:gd name="T1" fmla="*/ 24 h 24"/>
                <a:gd name="T2" fmla="*/ 10 w 25"/>
                <a:gd name="T3" fmla="*/ 14 h 24"/>
                <a:gd name="T4" fmla="*/ 0 w 25"/>
                <a:gd name="T5" fmla="*/ 13 h 24"/>
                <a:gd name="T6" fmla="*/ 10 w 25"/>
                <a:gd name="T7" fmla="*/ 10 h 24"/>
                <a:gd name="T8" fmla="*/ 11 w 25"/>
                <a:gd name="T9" fmla="*/ 0 h 24"/>
                <a:gd name="T10" fmla="*/ 14 w 25"/>
                <a:gd name="T11" fmla="*/ 10 h 24"/>
                <a:gd name="T12" fmla="*/ 25 w 25"/>
                <a:gd name="T13" fmla="*/ 11 h 24"/>
                <a:gd name="T14" fmla="*/ 14 w 25"/>
                <a:gd name="T15" fmla="*/ 14 h 24"/>
                <a:gd name="T16" fmla="*/ 13 w 25"/>
                <a:gd name="T1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4">
                  <a:moveTo>
                    <a:pt x="13" y="24"/>
                  </a:moveTo>
                  <a:lnTo>
                    <a:pt x="10" y="14"/>
                  </a:lnTo>
                  <a:lnTo>
                    <a:pt x="0" y="13"/>
                  </a:lnTo>
                  <a:lnTo>
                    <a:pt x="10" y="10"/>
                  </a:lnTo>
                  <a:lnTo>
                    <a:pt x="11" y="0"/>
                  </a:lnTo>
                  <a:lnTo>
                    <a:pt x="14" y="10"/>
                  </a:lnTo>
                  <a:lnTo>
                    <a:pt x="25" y="11"/>
                  </a:lnTo>
                  <a:lnTo>
                    <a:pt x="14" y="14"/>
                  </a:lnTo>
                  <a:lnTo>
                    <a:pt x="13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4" name="Freeform 251">
              <a:extLst>
                <a:ext uri="{FF2B5EF4-FFF2-40B4-BE49-F238E27FC236}">
                  <a16:creationId xmlns:a16="http://schemas.microsoft.com/office/drawing/2014/main" id="{AD7CB3A5-4119-4BF4-B412-D490E51A5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1" y="719"/>
              <a:ext cx="12" cy="12"/>
            </a:xfrm>
            <a:custGeom>
              <a:avLst/>
              <a:gdLst>
                <a:gd name="T0" fmla="*/ 4 w 8"/>
                <a:gd name="T1" fmla="*/ 8 h 8"/>
                <a:gd name="T2" fmla="*/ 4 w 8"/>
                <a:gd name="T3" fmla="*/ 8 h 8"/>
                <a:gd name="T4" fmla="*/ 0 w 8"/>
                <a:gd name="T5" fmla="*/ 4 h 8"/>
                <a:gd name="T6" fmla="*/ 4 w 8"/>
                <a:gd name="T7" fmla="*/ 0 h 8"/>
                <a:gd name="T8" fmla="*/ 8 w 8"/>
                <a:gd name="T9" fmla="*/ 4 h 8"/>
                <a:gd name="T10" fmla="*/ 4 w 8"/>
                <a:gd name="T11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8">
                  <a:moveTo>
                    <a:pt x="4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6"/>
                    <a:pt x="6" y="8"/>
                    <a:pt x="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" name="Freeform 252">
              <a:extLst>
                <a:ext uri="{FF2B5EF4-FFF2-40B4-BE49-F238E27FC236}">
                  <a16:creationId xmlns:a16="http://schemas.microsoft.com/office/drawing/2014/main" id="{3A6E40D2-8AD4-4307-B726-E9389E259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777"/>
              <a:ext cx="13" cy="13"/>
            </a:xfrm>
            <a:custGeom>
              <a:avLst/>
              <a:gdLst>
                <a:gd name="T0" fmla="*/ 4 w 9"/>
                <a:gd name="T1" fmla="*/ 9 h 9"/>
                <a:gd name="T2" fmla="*/ 4 w 9"/>
                <a:gd name="T3" fmla="*/ 9 h 9"/>
                <a:gd name="T4" fmla="*/ 0 w 9"/>
                <a:gd name="T5" fmla="*/ 5 h 9"/>
                <a:gd name="T6" fmla="*/ 4 w 9"/>
                <a:gd name="T7" fmla="*/ 0 h 9"/>
                <a:gd name="T8" fmla="*/ 9 w 9"/>
                <a:gd name="T9" fmla="*/ 5 h 9"/>
                <a:gd name="T10" fmla="*/ 4 w 9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9">
                  <a:moveTo>
                    <a:pt x="4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7" y="0"/>
                    <a:pt x="9" y="2"/>
                    <a:pt x="9" y="5"/>
                  </a:cubicBezTo>
                  <a:cubicBezTo>
                    <a:pt x="9" y="7"/>
                    <a:pt x="7" y="9"/>
                    <a:pt x="4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6" name="Freeform 253">
              <a:extLst>
                <a:ext uri="{FF2B5EF4-FFF2-40B4-BE49-F238E27FC236}">
                  <a16:creationId xmlns:a16="http://schemas.microsoft.com/office/drawing/2014/main" id="{1B47319B-E6E3-4018-B806-379A8FDB56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2" y="594"/>
              <a:ext cx="5" cy="6"/>
            </a:xfrm>
            <a:custGeom>
              <a:avLst/>
              <a:gdLst>
                <a:gd name="T0" fmla="*/ 2 w 4"/>
                <a:gd name="T1" fmla="*/ 4 h 4"/>
                <a:gd name="T2" fmla="*/ 2 w 4"/>
                <a:gd name="T3" fmla="*/ 4 h 4"/>
                <a:gd name="T4" fmla="*/ 0 w 4"/>
                <a:gd name="T5" fmla="*/ 2 h 4"/>
                <a:gd name="T6" fmla="*/ 2 w 4"/>
                <a:gd name="T7" fmla="*/ 0 h 4"/>
                <a:gd name="T8" fmla="*/ 4 w 4"/>
                <a:gd name="T9" fmla="*/ 2 h 4"/>
                <a:gd name="T10" fmla="*/ 2 w 4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2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3"/>
                    <a:pt x="3" y="4"/>
                    <a:pt x="2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7" name="Freeform 254">
              <a:extLst>
                <a:ext uri="{FF2B5EF4-FFF2-40B4-BE49-F238E27FC236}">
                  <a16:creationId xmlns:a16="http://schemas.microsoft.com/office/drawing/2014/main" id="{B30B31FA-A189-409A-AB9A-3851B1888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571"/>
              <a:ext cx="8" cy="8"/>
            </a:xfrm>
            <a:custGeom>
              <a:avLst/>
              <a:gdLst>
                <a:gd name="T0" fmla="*/ 3 w 6"/>
                <a:gd name="T1" fmla="*/ 6 h 6"/>
                <a:gd name="T2" fmla="*/ 3 w 6"/>
                <a:gd name="T3" fmla="*/ 6 h 6"/>
                <a:gd name="T4" fmla="*/ 0 w 6"/>
                <a:gd name="T5" fmla="*/ 3 h 6"/>
                <a:gd name="T6" fmla="*/ 3 w 6"/>
                <a:gd name="T7" fmla="*/ 0 h 6"/>
                <a:gd name="T8" fmla="*/ 6 w 6"/>
                <a:gd name="T9" fmla="*/ 3 h 6"/>
                <a:gd name="T10" fmla="*/ 3 w 6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6">
                  <a:moveTo>
                    <a:pt x="3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6" y="1"/>
                    <a:pt x="6" y="3"/>
                  </a:cubicBezTo>
                  <a:cubicBezTo>
                    <a:pt x="6" y="5"/>
                    <a:pt x="4" y="6"/>
                    <a:pt x="3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8" name="Freeform 255">
              <a:extLst>
                <a:ext uri="{FF2B5EF4-FFF2-40B4-BE49-F238E27FC236}">
                  <a16:creationId xmlns:a16="http://schemas.microsoft.com/office/drawing/2014/main" id="{C44197B3-6039-459A-B76C-BF7B1F1D32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" y="670"/>
              <a:ext cx="6" cy="5"/>
            </a:xfrm>
            <a:custGeom>
              <a:avLst/>
              <a:gdLst>
                <a:gd name="T0" fmla="*/ 2 w 4"/>
                <a:gd name="T1" fmla="*/ 4 h 4"/>
                <a:gd name="T2" fmla="*/ 2 w 4"/>
                <a:gd name="T3" fmla="*/ 4 h 4"/>
                <a:gd name="T4" fmla="*/ 0 w 4"/>
                <a:gd name="T5" fmla="*/ 2 h 4"/>
                <a:gd name="T6" fmla="*/ 2 w 4"/>
                <a:gd name="T7" fmla="*/ 0 h 4"/>
                <a:gd name="T8" fmla="*/ 4 w 4"/>
                <a:gd name="T9" fmla="*/ 2 h 4"/>
                <a:gd name="T10" fmla="*/ 2 w 4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2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3"/>
                    <a:pt x="3" y="4"/>
                    <a:pt x="2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9" name="Freeform 256">
              <a:extLst>
                <a:ext uri="{FF2B5EF4-FFF2-40B4-BE49-F238E27FC236}">
                  <a16:creationId xmlns:a16="http://schemas.microsoft.com/office/drawing/2014/main" id="{63D692E9-6A32-48D4-A2BB-87DB37A930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4" y="387"/>
              <a:ext cx="17" cy="16"/>
            </a:xfrm>
            <a:custGeom>
              <a:avLst/>
              <a:gdLst>
                <a:gd name="T0" fmla="*/ 6 w 12"/>
                <a:gd name="T1" fmla="*/ 11 h 11"/>
                <a:gd name="T2" fmla="*/ 6 w 12"/>
                <a:gd name="T3" fmla="*/ 11 h 11"/>
                <a:gd name="T4" fmla="*/ 0 w 12"/>
                <a:gd name="T5" fmla="*/ 5 h 11"/>
                <a:gd name="T6" fmla="*/ 6 w 12"/>
                <a:gd name="T7" fmla="*/ 0 h 11"/>
                <a:gd name="T8" fmla="*/ 12 w 12"/>
                <a:gd name="T9" fmla="*/ 5 h 11"/>
                <a:gd name="T10" fmla="*/ 6 w 12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11">
                  <a:moveTo>
                    <a:pt x="6" y="11"/>
                  </a:moveTo>
                  <a:cubicBezTo>
                    <a:pt x="6" y="11"/>
                    <a:pt x="6" y="11"/>
                    <a:pt x="6" y="11"/>
                  </a:cubicBezTo>
                  <a:cubicBezTo>
                    <a:pt x="3" y="11"/>
                    <a:pt x="0" y="9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5"/>
                  </a:cubicBezTo>
                  <a:cubicBezTo>
                    <a:pt x="12" y="9"/>
                    <a:pt x="9" y="11"/>
                    <a:pt x="6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0" name="Freeform 257">
              <a:extLst>
                <a:ext uri="{FF2B5EF4-FFF2-40B4-BE49-F238E27FC236}">
                  <a16:creationId xmlns:a16="http://schemas.microsoft.com/office/drawing/2014/main" id="{C4029BBC-A77E-4EDC-A569-3E6F563DD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5" y="514"/>
              <a:ext cx="4" cy="4"/>
            </a:xfrm>
            <a:custGeom>
              <a:avLst/>
              <a:gdLst>
                <a:gd name="T0" fmla="*/ 1 w 3"/>
                <a:gd name="T1" fmla="*/ 3 h 3"/>
                <a:gd name="T2" fmla="*/ 1 w 3"/>
                <a:gd name="T3" fmla="*/ 3 h 3"/>
                <a:gd name="T4" fmla="*/ 0 w 3"/>
                <a:gd name="T5" fmla="*/ 1 h 3"/>
                <a:gd name="T6" fmla="*/ 1 w 3"/>
                <a:gd name="T7" fmla="*/ 0 h 3"/>
                <a:gd name="T8" fmla="*/ 3 w 3"/>
                <a:gd name="T9" fmla="*/ 1 h 3"/>
                <a:gd name="T10" fmla="*/ 1 w 3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3" y="1"/>
                  </a:cubicBezTo>
                  <a:cubicBezTo>
                    <a:pt x="3" y="2"/>
                    <a:pt x="2" y="3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1" name="Freeform 258">
              <a:extLst>
                <a:ext uri="{FF2B5EF4-FFF2-40B4-BE49-F238E27FC236}">
                  <a16:creationId xmlns:a16="http://schemas.microsoft.com/office/drawing/2014/main" id="{8F38D836-B033-425F-B18A-59AFFFB9D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5" y="652"/>
              <a:ext cx="5" cy="4"/>
            </a:xfrm>
            <a:custGeom>
              <a:avLst/>
              <a:gdLst>
                <a:gd name="T0" fmla="*/ 2 w 3"/>
                <a:gd name="T1" fmla="*/ 3 h 3"/>
                <a:gd name="T2" fmla="*/ 2 w 3"/>
                <a:gd name="T3" fmla="*/ 3 h 3"/>
                <a:gd name="T4" fmla="*/ 0 w 3"/>
                <a:gd name="T5" fmla="*/ 1 h 3"/>
                <a:gd name="T6" fmla="*/ 2 w 3"/>
                <a:gd name="T7" fmla="*/ 0 h 3"/>
                <a:gd name="T8" fmla="*/ 3 w 3"/>
                <a:gd name="T9" fmla="*/ 1 h 3"/>
                <a:gd name="T10" fmla="*/ 2 w 3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3">
                  <a:moveTo>
                    <a:pt x="2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3" y="1"/>
                    <a:pt x="3" y="1"/>
                  </a:cubicBezTo>
                  <a:cubicBezTo>
                    <a:pt x="3" y="2"/>
                    <a:pt x="3" y="3"/>
                    <a:pt x="2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2" name="Freeform 259">
              <a:extLst>
                <a:ext uri="{FF2B5EF4-FFF2-40B4-BE49-F238E27FC236}">
                  <a16:creationId xmlns:a16="http://schemas.microsoft.com/office/drawing/2014/main" id="{E5AC112B-701D-4419-9C93-8C982FE8CC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4" y="670"/>
              <a:ext cx="6" cy="5"/>
            </a:xfrm>
            <a:custGeom>
              <a:avLst/>
              <a:gdLst>
                <a:gd name="T0" fmla="*/ 2 w 4"/>
                <a:gd name="T1" fmla="*/ 4 h 4"/>
                <a:gd name="T2" fmla="*/ 2 w 4"/>
                <a:gd name="T3" fmla="*/ 4 h 4"/>
                <a:gd name="T4" fmla="*/ 0 w 4"/>
                <a:gd name="T5" fmla="*/ 2 h 4"/>
                <a:gd name="T6" fmla="*/ 2 w 4"/>
                <a:gd name="T7" fmla="*/ 0 h 4"/>
                <a:gd name="T8" fmla="*/ 4 w 4"/>
                <a:gd name="T9" fmla="*/ 2 h 4"/>
                <a:gd name="T10" fmla="*/ 2 w 4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2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3"/>
                    <a:pt x="3" y="4"/>
                    <a:pt x="2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3" name="Freeform 260">
              <a:extLst>
                <a:ext uri="{FF2B5EF4-FFF2-40B4-BE49-F238E27FC236}">
                  <a16:creationId xmlns:a16="http://schemas.microsoft.com/office/drawing/2014/main" id="{3D2CF9A9-B8F2-401E-A5DA-B68418120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2" y="792"/>
              <a:ext cx="13" cy="11"/>
            </a:xfrm>
            <a:custGeom>
              <a:avLst/>
              <a:gdLst>
                <a:gd name="T0" fmla="*/ 4 w 9"/>
                <a:gd name="T1" fmla="*/ 8 h 8"/>
                <a:gd name="T2" fmla="*/ 4 w 9"/>
                <a:gd name="T3" fmla="*/ 8 h 8"/>
                <a:gd name="T4" fmla="*/ 0 w 9"/>
                <a:gd name="T5" fmla="*/ 4 h 8"/>
                <a:gd name="T6" fmla="*/ 4 w 9"/>
                <a:gd name="T7" fmla="*/ 0 h 8"/>
                <a:gd name="T8" fmla="*/ 9 w 9"/>
                <a:gd name="T9" fmla="*/ 4 h 8"/>
                <a:gd name="T10" fmla="*/ 4 w 9"/>
                <a:gd name="T11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8">
                  <a:moveTo>
                    <a:pt x="4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7" y="0"/>
                    <a:pt x="9" y="1"/>
                    <a:pt x="9" y="4"/>
                  </a:cubicBezTo>
                  <a:cubicBezTo>
                    <a:pt x="9" y="6"/>
                    <a:pt x="7" y="8"/>
                    <a:pt x="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4" name="Freeform 261">
              <a:extLst>
                <a:ext uri="{FF2B5EF4-FFF2-40B4-BE49-F238E27FC236}">
                  <a16:creationId xmlns:a16="http://schemas.microsoft.com/office/drawing/2014/main" id="{9BA25B61-E221-4D5B-A830-CD4E0F901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394"/>
              <a:ext cx="10" cy="11"/>
            </a:xfrm>
            <a:custGeom>
              <a:avLst/>
              <a:gdLst>
                <a:gd name="T0" fmla="*/ 3 w 7"/>
                <a:gd name="T1" fmla="*/ 7 h 7"/>
                <a:gd name="T2" fmla="*/ 3 w 7"/>
                <a:gd name="T3" fmla="*/ 7 h 7"/>
                <a:gd name="T4" fmla="*/ 0 w 7"/>
                <a:gd name="T5" fmla="*/ 4 h 7"/>
                <a:gd name="T6" fmla="*/ 3 w 7"/>
                <a:gd name="T7" fmla="*/ 0 h 7"/>
                <a:gd name="T8" fmla="*/ 7 w 7"/>
                <a:gd name="T9" fmla="*/ 4 h 7"/>
                <a:gd name="T10" fmla="*/ 3 w 7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0" y="5"/>
                    <a:pt x="0" y="4"/>
                  </a:cubicBezTo>
                  <a:cubicBezTo>
                    <a:pt x="0" y="2"/>
                    <a:pt x="2" y="0"/>
                    <a:pt x="3" y="0"/>
                  </a:cubicBezTo>
                  <a:cubicBezTo>
                    <a:pt x="5" y="0"/>
                    <a:pt x="7" y="2"/>
                    <a:pt x="7" y="4"/>
                  </a:cubicBezTo>
                  <a:cubicBezTo>
                    <a:pt x="7" y="5"/>
                    <a:pt x="5" y="7"/>
                    <a:pt x="3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5" name="Freeform 262">
              <a:extLst>
                <a:ext uri="{FF2B5EF4-FFF2-40B4-BE49-F238E27FC236}">
                  <a16:creationId xmlns:a16="http://schemas.microsoft.com/office/drawing/2014/main" id="{092D4349-453B-484E-9A9B-B237B892E7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6" y="622"/>
              <a:ext cx="63" cy="80"/>
            </a:xfrm>
            <a:custGeom>
              <a:avLst/>
              <a:gdLst>
                <a:gd name="T0" fmla="*/ 14 w 43"/>
                <a:gd name="T1" fmla="*/ 22 h 55"/>
                <a:gd name="T2" fmla="*/ 25 w 43"/>
                <a:gd name="T3" fmla="*/ 0 h 55"/>
                <a:gd name="T4" fmla="*/ 0 w 43"/>
                <a:gd name="T5" fmla="*/ 28 h 55"/>
                <a:gd name="T6" fmla="*/ 27 w 43"/>
                <a:gd name="T7" fmla="*/ 55 h 55"/>
                <a:gd name="T8" fmla="*/ 43 w 43"/>
                <a:gd name="T9" fmla="*/ 49 h 55"/>
                <a:gd name="T10" fmla="*/ 41 w 43"/>
                <a:gd name="T11" fmla="*/ 49 h 55"/>
                <a:gd name="T12" fmla="*/ 14 w 43"/>
                <a:gd name="T13" fmla="*/ 22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55">
                  <a:moveTo>
                    <a:pt x="14" y="22"/>
                  </a:moveTo>
                  <a:cubicBezTo>
                    <a:pt x="14" y="13"/>
                    <a:pt x="18" y="5"/>
                    <a:pt x="25" y="0"/>
                  </a:cubicBezTo>
                  <a:cubicBezTo>
                    <a:pt x="11" y="1"/>
                    <a:pt x="0" y="13"/>
                    <a:pt x="0" y="28"/>
                  </a:cubicBezTo>
                  <a:cubicBezTo>
                    <a:pt x="0" y="43"/>
                    <a:pt x="12" y="55"/>
                    <a:pt x="27" y="55"/>
                  </a:cubicBezTo>
                  <a:cubicBezTo>
                    <a:pt x="33" y="55"/>
                    <a:pt x="39" y="53"/>
                    <a:pt x="43" y="49"/>
                  </a:cubicBezTo>
                  <a:cubicBezTo>
                    <a:pt x="43" y="49"/>
                    <a:pt x="42" y="49"/>
                    <a:pt x="41" y="49"/>
                  </a:cubicBezTo>
                  <a:cubicBezTo>
                    <a:pt x="26" y="49"/>
                    <a:pt x="14" y="37"/>
                    <a:pt x="14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6" name="Freeform 263">
              <a:extLst>
                <a:ext uri="{FF2B5EF4-FFF2-40B4-BE49-F238E27FC236}">
                  <a16:creationId xmlns:a16="http://schemas.microsoft.com/office/drawing/2014/main" id="{8C7C0D97-34A1-448E-B56B-29F113CB0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1" y="988"/>
              <a:ext cx="141" cy="165"/>
            </a:xfrm>
            <a:custGeom>
              <a:avLst/>
              <a:gdLst>
                <a:gd name="T0" fmla="*/ 16 w 97"/>
                <a:gd name="T1" fmla="*/ 99 h 113"/>
                <a:gd name="T2" fmla="*/ 32 w 97"/>
                <a:gd name="T3" fmla="*/ 107 h 113"/>
                <a:gd name="T4" fmla="*/ 87 w 97"/>
                <a:gd name="T5" fmla="*/ 65 h 113"/>
                <a:gd name="T6" fmla="*/ 92 w 97"/>
                <a:gd name="T7" fmla="*/ 43 h 113"/>
                <a:gd name="T8" fmla="*/ 80 w 97"/>
                <a:gd name="T9" fmla="*/ 7 h 113"/>
                <a:gd name="T10" fmla="*/ 70 w 97"/>
                <a:gd name="T11" fmla="*/ 3 h 113"/>
                <a:gd name="T12" fmla="*/ 40 w 97"/>
                <a:gd name="T13" fmla="*/ 24 h 113"/>
                <a:gd name="T14" fmla="*/ 29 w 97"/>
                <a:gd name="T15" fmla="*/ 21 h 113"/>
                <a:gd name="T16" fmla="*/ 9 w 97"/>
                <a:gd name="T17" fmla="*/ 28 h 113"/>
                <a:gd name="T18" fmla="*/ 3 w 97"/>
                <a:gd name="T19" fmla="*/ 46 h 113"/>
                <a:gd name="T20" fmla="*/ 16 w 97"/>
                <a:gd name="T21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7" h="113">
                  <a:moveTo>
                    <a:pt x="16" y="99"/>
                  </a:moveTo>
                  <a:cubicBezTo>
                    <a:pt x="19" y="108"/>
                    <a:pt x="19" y="113"/>
                    <a:pt x="32" y="107"/>
                  </a:cubicBezTo>
                  <a:cubicBezTo>
                    <a:pt x="44" y="100"/>
                    <a:pt x="77" y="75"/>
                    <a:pt x="87" y="65"/>
                  </a:cubicBezTo>
                  <a:cubicBezTo>
                    <a:pt x="97" y="55"/>
                    <a:pt x="94" y="48"/>
                    <a:pt x="92" y="43"/>
                  </a:cubicBezTo>
                  <a:cubicBezTo>
                    <a:pt x="91" y="39"/>
                    <a:pt x="84" y="15"/>
                    <a:pt x="80" y="7"/>
                  </a:cubicBezTo>
                  <a:cubicBezTo>
                    <a:pt x="78" y="3"/>
                    <a:pt x="74" y="0"/>
                    <a:pt x="70" y="3"/>
                  </a:cubicBezTo>
                  <a:cubicBezTo>
                    <a:pt x="60" y="10"/>
                    <a:pt x="43" y="23"/>
                    <a:pt x="40" y="24"/>
                  </a:cubicBezTo>
                  <a:cubicBezTo>
                    <a:pt x="38" y="25"/>
                    <a:pt x="34" y="25"/>
                    <a:pt x="29" y="21"/>
                  </a:cubicBezTo>
                  <a:cubicBezTo>
                    <a:pt x="24" y="17"/>
                    <a:pt x="16" y="23"/>
                    <a:pt x="9" y="28"/>
                  </a:cubicBezTo>
                  <a:cubicBezTo>
                    <a:pt x="5" y="31"/>
                    <a:pt x="0" y="35"/>
                    <a:pt x="3" y="46"/>
                  </a:cubicBezTo>
                  <a:cubicBezTo>
                    <a:pt x="6" y="58"/>
                    <a:pt x="16" y="99"/>
                    <a:pt x="16" y="99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7" name="Freeform 264">
              <a:extLst>
                <a:ext uri="{FF2B5EF4-FFF2-40B4-BE49-F238E27FC236}">
                  <a16:creationId xmlns:a16="http://schemas.microsoft.com/office/drawing/2014/main" id="{65FFA96F-E633-497B-A9F1-6B2CC93E0C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1" y="988"/>
              <a:ext cx="139" cy="162"/>
            </a:xfrm>
            <a:custGeom>
              <a:avLst/>
              <a:gdLst>
                <a:gd name="T0" fmla="*/ 16 w 96"/>
                <a:gd name="T1" fmla="*/ 99 h 111"/>
                <a:gd name="T2" fmla="*/ 14 w 96"/>
                <a:gd name="T3" fmla="*/ 100 h 111"/>
                <a:gd name="T4" fmla="*/ 17 w 96"/>
                <a:gd name="T5" fmla="*/ 107 h 111"/>
                <a:gd name="T6" fmla="*/ 20 w 96"/>
                <a:gd name="T7" fmla="*/ 110 h 111"/>
                <a:gd name="T8" fmla="*/ 23 w 96"/>
                <a:gd name="T9" fmla="*/ 111 h 111"/>
                <a:gd name="T10" fmla="*/ 33 w 96"/>
                <a:gd name="T11" fmla="*/ 108 h 111"/>
                <a:gd name="T12" fmla="*/ 62 w 96"/>
                <a:gd name="T13" fmla="*/ 89 h 111"/>
                <a:gd name="T14" fmla="*/ 88 w 96"/>
                <a:gd name="T15" fmla="*/ 67 h 111"/>
                <a:gd name="T16" fmla="*/ 96 w 96"/>
                <a:gd name="T17" fmla="*/ 51 h 111"/>
                <a:gd name="T18" fmla="*/ 94 w 96"/>
                <a:gd name="T19" fmla="*/ 43 h 111"/>
                <a:gd name="T20" fmla="*/ 82 w 96"/>
                <a:gd name="T21" fmla="*/ 6 h 111"/>
                <a:gd name="T22" fmla="*/ 79 w 96"/>
                <a:gd name="T23" fmla="*/ 2 h 111"/>
                <a:gd name="T24" fmla="*/ 73 w 96"/>
                <a:gd name="T25" fmla="*/ 0 h 111"/>
                <a:gd name="T26" fmla="*/ 69 w 96"/>
                <a:gd name="T27" fmla="*/ 1 h 111"/>
                <a:gd name="T28" fmla="*/ 51 w 96"/>
                <a:gd name="T29" fmla="*/ 14 h 111"/>
                <a:gd name="T30" fmla="*/ 43 w 96"/>
                <a:gd name="T31" fmla="*/ 20 h 111"/>
                <a:gd name="T32" fmla="*/ 39 w 96"/>
                <a:gd name="T33" fmla="*/ 22 h 111"/>
                <a:gd name="T34" fmla="*/ 37 w 96"/>
                <a:gd name="T35" fmla="*/ 23 h 111"/>
                <a:gd name="T36" fmla="*/ 30 w 96"/>
                <a:gd name="T37" fmla="*/ 20 h 111"/>
                <a:gd name="T38" fmla="*/ 25 w 96"/>
                <a:gd name="T39" fmla="*/ 18 h 111"/>
                <a:gd name="T40" fmla="*/ 16 w 96"/>
                <a:gd name="T41" fmla="*/ 21 h 111"/>
                <a:gd name="T42" fmla="*/ 8 w 96"/>
                <a:gd name="T43" fmla="*/ 26 h 111"/>
                <a:gd name="T44" fmla="*/ 3 w 96"/>
                <a:gd name="T45" fmla="*/ 31 h 111"/>
                <a:gd name="T46" fmla="*/ 0 w 96"/>
                <a:gd name="T47" fmla="*/ 40 h 111"/>
                <a:gd name="T48" fmla="*/ 1 w 96"/>
                <a:gd name="T49" fmla="*/ 47 h 111"/>
                <a:gd name="T50" fmla="*/ 14 w 96"/>
                <a:gd name="T51" fmla="*/ 99 h 111"/>
                <a:gd name="T52" fmla="*/ 14 w 96"/>
                <a:gd name="T53" fmla="*/ 99 h 111"/>
                <a:gd name="T54" fmla="*/ 14 w 96"/>
                <a:gd name="T55" fmla="*/ 100 h 111"/>
                <a:gd name="T56" fmla="*/ 16 w 96"/>
                <a:gd name="T57" fmla="*/ 99 h 111"/>
                <a:gd name="T58" fmla="*/ 18 w 96"/>
                <a:gd name="T59" fmla="*/ 98 h 111"/>
                <a:gd name="T60" fmla="*/ 16 w 96"/>
                <a:gd name="T61" fmla="*/ 92 h 111"/>
                <a:gd name="T62" fmla="*/ 5 w 96"/>
                <a:gd name="T63" fmla="*/ 46 h 111"/>
                <a:gd name="T64" fmla="*/ 4 w 96"/>
                <a:gd name="T65" fmla="*/ 40 h 111"/>
                <a:gd name="T66" fmla="*/ 6 w 96"/>
                <a:gd name="T67" fmla="*/ 34 h 111"/>
                <a:gd name="T68" fmla="*/ 10 w 96"/>
                <a:gd name="T69" fmla="*/ 30 h 111"/>
                <a:gd name="T70" fmla="*/ 18 w 96"/>
                <a:gd name="T71" fmla="*/ 24 h 111"/>
                <a:gd name="T72" fmla="*/ 25 w 96"/>
                <a:gd name="T73" fmla="*/ 22 h 111"/>
                <a:gd name="T74" fmla="*/ 28 w 96"/>
                <a:gd name="T75" fmla="*/ 23 h 111"/>
                <a:gd name="T76" fmla="*/ 37 w 96"/>
                <a:gd name="T77" fmla="*/ 27 h 111"/>
                <a:gd name="T78" fmla="*/ 41 w 96"/>
                <a:gd name="T79" fmla="*/ 26 h 111"/>
                <a:gd name="T80" fmla="*/ 46 w 96"/>
                <a:gd name="T81" fmla="*/ 23 h 111"/>
                <a:gd name="T82" fmla="*/ 71 w 96"/>
                <a:gd name="T83" fmla="*/ 5 h 111"/>
                <a:gd name="T84" fmla="*/ 73 w 96"/>
                <a:gd name="T85" fmla="*/ 4 h 111"/>
                <a:gd name="T86" fmla="*/ 76 w 96"/>
                <a:gd name="T87" fmla="*/ 5 h 111"/>
                <a:gd name="T88" fmla="*/ 78 w 96"/>
                <a:gd name="T89" fmla="*/ 7 h 111"/>
                <a:gd name="T90" fmla="*/ 91 w 96"/>
                <a:gd name="T91" fmla="*/ 44 h 111"/>
                <a:gd name="T92" fmla="*/ 92 w 96"/>
                <a:gd name="T93" fmla="*/ 51 h 111"/>
                <a:gd name="T94" fmla="*/ 85 w 96"/>
                <a:gd name="T95" fmla="*/ 64 h 111"/>
                <a:gd name="T96" fmla="*/ 59 w 96"/>
                <a:gd name="T97" fmla="*/ 86 h 111"/>
                <a:gd name="T98" fmla="*/ 31 w 96"/>
                <a:gd name="T99" fmla="*/ 105 h 111"/>
                <a:gd name="T100" fmla="*/ 23 w 96"/>
                <a:gd name="T101" fmla="*/ 107 h 111"/>
                <a:gd name="T102" fmla="*/ 22 w 96"/>
                <a:gd name="T103" fmla="*/ 107 h 111"/>
                <a:gd name="T104" fmla="*/ 20 w 96"/>
                <a:gd name="T105" fmla="*/ 104 h 111"/>
                <a:gd name="T106" fmla="*/ 18 w 96"/>
                <a:gd name="T107" fmla="*/ 98 h 111"/>
                <a:gd name="T108" fmla="*/ 16 w 96"/>
                <a:gd name="T109" fmla="*/ 99 h 111"/>
                <a:gd name="T110" fmla="*/ 18 w 96"/>
                <a:gd name="T111" fmla="*/ 98 h 111"/>
                <a:gd name="T112" fmla="*/ 16 w 96"/>
                <a:gd name="T113" fmla="*/ 99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6" h="111">
                  <a:moveTo>
                    <a:pt x="16" y="99"/>
                  </a:moveTo>
                  <a:cubicBezTo>
                    <a:pt x="14" y="100"/>
                    <a:pt x="14" y="100"/>
                    <a:pt x="14" y="100"/>
                  </a:cubicBezTo>
                  <a:cubicBezTo>
                    <a:pt x="15" y="102"/>
                    <a:pt x="16" y="105"/>
                    <a:pt x="17" y="107"/>
                  </a:cubicBezTo>
                  <a:cubicBezTo>
                    <a:pt x="18" y="108"/>
                    <a:pt x="18" y="109"/>
                    <a:pt x="20" y="110"/>
                  </a:cubicBezTo>
                  <a:cubicBezTo>
                    <a:pt x="21" y="111"/>
                    <a:pt x="22" y="111"/>
                    <a:pt x="23" y="111"/>
                  </a:cubicBezTo>
                  <a:cubicBezTo>
                    <a:pt x="26" y="111"/>
                    <a:pt x="29" y="110"/>
                    <a:pt x="33" y="108"/>
                  </a:cubicBezTo>
                  <a:cubicBezTo>
                    <a:pt x="39" y="105"/>
                    <a:pt x="51" y="97"/>
                    <a:pt x="62" y="89"/>
                  </a:cubicBezTo>
                  <a:cubicBezTo>
                    <a:pt x="73" y="80"/>
                    <a:pt x="83" y="72"/>
                    <a:pt x="88" y="67"/>
                  </a:cubicBezTo>
                  <a:cubicBezTo>
                    <a:pt x="94" y="61"/>
                    <a:pt x="96" y="55"/>
                    <a:pt x="96" y="51"/>
                  </a:cubicBezTo>
                  <a:cubicBezTo>
                    <a:pt x="96" y="47"/>
                    <a:pt x="95" y="45"/>
                    <a:pt x="94" y="43"/>
                  </a:cubicBezTo>
                  <a:cubicBezTo>
                    <a:pt x="93" y="38"/>
                    <a:pt x="86" y="14"/>
                    <a:pt x="82" y="6"/>
                  </a:cubicBezTo>
                  <a:cubicBezTo>
                    <a:pt x="81" y="4"/>
                    <a:pt x="80" y="3"/>
                    <a:pt x="79" y="2"/>
                  </a:cubicBezTo>
                  <a:cubicBezTo>
                    <a:pt x="77" y="1"/>
                    <a:pt x="75" y="0"/>
                    <a:pt x="73" y="0"/>
                  </a:cubicBezTo>
                  <a:cubicBezTo>
                    <a:pt x="72" y="0"/>
                    <a:pt x="70" y="0"/>
                    <a:pt x="69" y="1"/>
                  </a:cubicBezTo>
                  <a:cubicBezTo>
                    <a:pt x="64" y="5"/>
                    <a:pt x="57" y="10"/>
                    <a:pt x="51" y="14"/>
                  </a:cubicBezTo>
                  <a:cubicBezTo>
                    <a:pt x="48" y="16"/>
                    <a:pt x="45" y="18"/>
                    <a:pt x="43" y="20"/>
                  </a:cubicBezTo>
                  <a:cubicBezTo>
                    <a:pt x="41" y="21"/>
                    <a:pt x="40" y="22"/>
                    <a:pt x="39" y="22"/>
                  </a:cubicBezTo>
                  <a:cubicBezTo>
                    <a:pt x="39" y="23"/>
                    <a:pt x="38" y="23"/>
                    <a:pt x="37" y="23"/>
                  </a:cubicBezTo>
                  <a:cubicBezTo>
                    <a:pt x="35" y="23"/>
                    <a:pt x="33" y="22"/>
                    <a:pt x="30" y="20"/>
                  </a:cubicBezTo>
                  <a:cubicBezTo>
                    <a:pt x="29" y="18"/>
                    <a:pt x="27" y="18"/>
                    <a:pt x="25" y="18"/>
                  </a:cubicBezTo>
                  <a:cubicBezTo>
                    <a:pt x="22" y="18"/>
                    <a:pt x="19" y="19"/>
                    <a:pt x="16" y="21"/>
                  </a:cubicBezTo>
                  <a:cubicBezTo>
                    <a:pt x="13" y="22"/>
                    <a:pt x="11" y="25"/>
                    <a:pt x="8" y="26"/>
                  </a:cubicBezTo>
                  <a:cubicBezTo>
                    <a:pt x="6" y="28"/>
                    <a:pt x="4" y="29"/>
                    <a:pt x="3" y="31"/>
                  </a:cubicBezTo>
                  <a:cubicBezTo>
                    <a:pt x="1" y="34"/>
                    <a:pt x="0" y="36"/>
                    <a:pt x="0" y="40"/>
                  </a:cubicBezTo>
                  <a:cubicBezTo>
                    <a:pt x="0" y="42"/>
                    <a:pt x="0" y="44"/>
                    <a:pt x="1" y="47"/>
                  </a:cubicBezTo>
                  <a:cubicBezTo>
                    <a:pt x="4" y="58"/>
                    <a:pt x="14" y="99"/>
                    <a:pt x="14" y="9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4" y="100"/>
                    <a:pt x="14" y="100"/>
                    <a:pt x="14" y="100"/>
                  </a:cubicBezTo>
                  <a:cubicBezTo>
                    <a:pt x="16" y="99"/>
                    <a:pt x="16" y="99"/>
                    <a:pt x="16" y="99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98"/>
                    <a:pt x="17" y="96"/>
                    <a:pt x="16" y="92"/>
                  </a:cubicBezTo>
                  <a:cubicBezTo>
                    <a:pt x="13" y="80"/>
                    <a:pt x="7" y="55"/>
                    <a:pt x="5" y="46"/>
                  </a:cubicBezTo>
                  <a:cubicBezTo>
                    <a:pt x="4" y="44"/>
                    <a:pt x="4" y="42"/>
                    <a:pt x="4" y="40"/>
                  </a:cubicBezTo>
                  <a:cubicBezTo>
                    <a:pt x="4" y="37"/>
                    <a:pt x="5" y="35"/>
                    <a:pt x="6" y="34"/>
                  </a:cubicBezTo>
                  <a:cubicBezTo>
                    <a:pt x="7" y="32"/>
                    <a:pt x="9" y="31"/>
                    <a:pt x="10" y="30"/>
                  </a:cubicBezTo>
                  <a:cubicBezTo>
                    <a:pt x="13" y="28"/>
                    <a:pt x="16" y="26"/>
                    <a:pt x="18" y="24"/>
                  </a:cubicBezTo>
                  <a:cubicBezTo>
                    <a:pt x="21" y="23"/>
                    <a:pt x="23" y="22"/>
                    <a:pt x="25" y="22"/>
                  </a:cubicBezTo>
                  <a:cubicBezTo>
                    <a:pt x="26" y="22"/>
                    <a:pt x="27" y="22"/>
                    <a:pt x="28" y="23"/>
                  </a:cubicBezTo>
                  <a:cubicBezTo>
                    <a:pt x="31" y="26"/>
                    <a:pt x="34" y="27"/>
                    <a:pt x="37" y="27"/>
                  </a:cubicBezTo>
                  <a:cubicBezTo>
                    <a:pt x="39" y="27"/>
                    <a:pt x="40" y="26"/>
                    <a:pt x="41" y="26"/>
                  </a:cubicBezTo>
                  <a:cubicBezTo>
                    <a:pt x="42" y="25"/>
                    <a:pt x="44" y="24"/>
                    <a:pt x="46" y="23"/>
                  </a:cubicBezTo>
                  <a:cubicBezTo>
                    <a:pt x="52" y="18"/>
                    <a:pt x="63" y="10"/>
                    <a:pt x="71" y="5"/>
                  </a:cubicBezTo>
                  <a:cubicBezTo>
                    <a:pt x="72" y="4"/>
                    <a:pt x="73" y="4"/>
                    <a:pt x="73" y="4"/>
                  </a:cubicBezTo>
                  <a:cubicBezTo>
                    <a:pt x="74" y="4"/>
                    <a:pt x="75" y="4"/>
                    <a:pt x="76" y="5"/>
                  </a:cubicBezTo>
                  <a:cubicBezTo>
                    <a:pt x="77" y="6"/>
                    <a:pt x="78" y="7"/>
                    <a:pt x="78" y="7"/>
                  </a:cubicBezTo>
                  <a:cubicBezTo>
                    <a:pt x="82" y="15"/>
                    <a:pt x="89" y="39"/>
                    <a:pt x="91" y="44"/>
                  </a:cubicBezTo>
                  <a:cubicBezTo>
                    <a:pt x="91" y="46"/>
                    <a:pt x="92" y="48"/>
                    <a:pt x="92" y="51"/>
                  </a:cubicBezTo>
                  <a:cubicBezTo>
                    <a:pt x="92" y="54"/>
                    <a:pt x="91" y="58"/>
                    <a:pt x="85" y="64"/>
                  </a:cubicBezTo>
                  <a:cubicBezTo>
                    <a:pt x="81" y="68"/>
                    <a:pt x="70" y="77"/>
                    <a:pt x="59" y="86"/>
                  </a:cubicBezTo>
                  <a:cubicBezTo>
                    <a:pt x="48" y="94"/>
                    <a:pt x="37" y="102"/>
                    <a:pt x="31" y="105"/>
                  </a:cubicBezTo>
                  <a:cubicBezTo>
                    <a:pt x="27" y="107"/>
                    <a:pt x="25" y="107"/>
                    <a:pt x="23" y="107"/>
                  </a:cubicBezTo>
                  <a:cubicBezTo>
                    <a:pt x="23" y="107"/>
                    <a:pt x="22" y="107"/>
                    <a:pt x="22" y="107"/>
                  </a:cubicBezTo>
                  <a:cubicBezTo>
                    <a:pt x="21" y="107"/>
                    <a:pt x="21" y="106"/>
                    <a:pt x="20" y="104"/>
                  </a:cubicBezTo>
                  <a:cubicBezTo>
                    <a:pt x="19" y="102"/>
                    <a:pt x="19" y="100"/>
                    <a:pt x="18" y="98"/>
                  </a:cubicBezTo>
                  <a:cubicBezTo>
                    <a:pt x="16" y="99"/>
                    <a:pt x="16" y="99"/>
                    <a:pt x="16" y="99"/>
                  </a:cubicBezTo>
                  <a:cubicBezTo>
                    <a:pt x="18" y="98"/>
                    <a:pt x="18" y="98"/>
                    <a:pt x="18" y="98"/>
                  </a:cubicBezTo>
                  <a:lnTo>
                    <a:pt x="16" y="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15141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Texte avec illustration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97DE75E-ECD3-4C65-A821-A63896044CD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84663" y="188913"/>
            <a:ext cx="3752850" cy="4765675"/>
            <a:chOff x="2699" y="119"/>
            <a:chExt cx="2364" cy="3002"/>
          </a:xfrm>
        </p:grpSpPr>
        <p:sp>
          <p:nvSpPr>
            <p:cNvPr id="6" name="AutoShape 3">
              <a:extLst>
                <a:ext uri="{FF2B5EF4-FFF2-40B4-BE49-F238E27FC236}">
                  <a16:creationId xmlns:a16="http://schemas.microsoft.com/office/drawing/2014/main" id="{F4F56DD8-9EC7-46AE-B0A6-0385A34DC3B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699" y="119"/>
              <a:ext cx="2364" cy="3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CC949899-E12B-4A2C-9A82-D7E617B91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9" y="954"/>
              <a:ext cx="650" cy="667"/>
            </a:xfrm>
            <a:custGeom>
              <a:avLst/>
              <a:gdLst>
                <a:gd name="T0" fmla="*/ 112 w 650"/>
                <a:gd name="T1" fmla="*/ 149 h 667"/>
                <a:gd name="T2" fmla="*/ 650 w 650"/>
                <a:gd name="T3" fmla="*/ 0 h 667"/>
                <a:gd name="T4" fmla="*/ 523 w 650"/>
                <a:gd name="T5" fmla="*/ 667 h 667"/>
                <a:gd name="T6" fmla="*/ 0 w 650"/>
                <a:gd name="T7" fmla="*/ 428 h 667"/>
                <a:gd name="T8" fmla="*/ 112 w 650"/>
                <a:gd name="T9" fmla="*/ 149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0" h="667">
                  <a:moveTo>
                    <a:pt x="112" y="149"/>
                  </a:moveTo>
                  <a:lnTo>
                    <a:pt x="650" y="0"/>
                  </a:lnTo>
                  <a:lnTo>
                    <a:pt x="523" y="667"/>
                  </a:lnTo>
                  <a:lnTo>
                    <a:pt x="0" y="428"/>
                  </a:lnTo>
                  <a:lnTo>
                    <a:pt x="112" y="149"/>
                  </a:lnTo>
                  <a:close/>
                </a:path>
              </a:pathLst>
            </a:custGeom>
            <a:noFill/>
            <a:ln w="14288" cap="flat">
              <a:solidFill>
                <a:srgbClr val="FF79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AD6483BE-46F6-44AC-B5E8-E68A37B33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9" y="1075"/>
              <a:ext cx="153" cy="322"/>
            </a:xfrm>
            <a:custGeom>
              <a:avLst/>
              <a:gdLst>
                <a:gd name="T0" fmla="*/ 28 w 153"/>
                <a:gd name="T1" fmla="*/ 0 h 322"/>
                <a:gd name="T2" fmla="*/ 0 w 153"/>
                <a:gd name="T3" fmla="*/ 320 h 322"/>
                <a:gd name="T4" fmla="*/ 125 w 153"/>
                <a:gd name="T5" fmla="*/ 322 h 322"/>
                <a:gd name="T6" fmla="*/ 153 w 153"/>
                <a:gd name="T7" fmla="*/ 21 h 322"/>
                <a:gd name="T8" fmla="*/ 28 w 153"/>
                <a:gd name="T9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322">
                  <a:moveTo>
                    <a:pt x="28" y="0"/>
                  </a:moveTo>
                  <a:lnTo>
                    <a:pt x="0" y="320"/>
                  </a:lnTo>
                  <a:lnTo>
                    <a:pt x="125" y="322"/>
                  </a:lnTo>
                  <a:lnTo>
                    <a:pt x="153" y="21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56C1A801-A01C-4E3F-BC18-2B0B2A9A9C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0" y="1085"/>
              <a:ext cx="131" cy="302"/>
            </a:xfrm>
            <a:custGeom>
              <a:avLst/>
              <a:gdLst>
                <a:gd name="T0" fmla="*/ 28 w 131"/>
                <a:gd name="T1" fmla="*/ 0 h 302"/>
                <a:gd name="T2" fmla="*/ 0 w 131"/>
                <a:gd name="T3" fmla="*/ 302 h 302"/>
                <a:gd name="T4" fmla="*/ 105 w 131"/>
                <a:gd name="T5" fmla="*/ 302 h 302"/>
                <a:gd name="T6" fmla="*/ 131 w 131"/>
                <a:gd name="T7" fmla="*/ 18 h 302"/>
                <a:gd name="T8" fmla="*/ 28 w 131"/>
                <a:gd name="T9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302">
                  <a:moveTo>
                    <a:pt x="28" y="0"/>
                  </a:moveTo>
                  <a:lnTo>
                    <a:pt x="0" y="302"/>
                  </a:lnTo>
                  <a:lnTo>
                    <a:pt x="105" y="302"/>
                  </a:lnTo>
                  <a:lnTo>
                    <a:pt x="131" y="1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" name="Oval 8">
              <a:extLst>
                <a:ext uri="{FF2B5EF4-FFF2-40B4-BE49-F238E27FC236}">
                  <a16:creationId xmlns:a16="http://schemas.microsoft.com/office/drawing/2014/main" id="{7565C850-3216-4070-B579-EA38C4943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121"/>
              <a:ext cx="441" cy="44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" name="Oval 9">
              <a:extLst>
                <a:ext uri="{FF2B5EF4-FFF2-40B4-BE49-F238E27FC236}">
                  <a16:creationId xmlns:a16="http://schemas.microsoft.com/office/drawing/2014/main" id="{EBA57196-0F30-49ED-896E-480E50F5E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1" y="2876"/>
              <a:ext cx="1794" cy="24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" name="Oval 10">
              <a:extLst>
                <a:ext uri="{FF2B5EF4-FFF2-40B4-BE49-F238E27FC236}">
                  <a16:creationId xmlns:a16="http://schemas.microsoft.com/office/drawing/2014/main" id="{358E960D-A707-43B7-9BAE-F16626B73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4" y="2917"/>
              <a:ext cx="413" cy="7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B2630580-9281-4600-9B3D-C4FD19C31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0" y="1219"/>
              <a:ext cx="155" cy="286"/>
            </a:xfrm>
            <a:custGeom>
              <a:avLst/>
              <a:gdLst>
                <a:gd name="T0" fmla="*/ 10 w 72"/>
                <a:gd name="T1" fmla="*/ 133 h 133"/>
                <a:gd name="T2" fmla="*/ 2 w 72"/>
                <a:gd name="T3" fmla="*/ 56 h 133"/>
                <a:gd name="T4" fmla="*/ 28 w 72"/>
                <a:gd name="T5" fmla="*/ 0 h 133"/>
                <a:gd name="T6" fmla="*/ 29 w 72"/>
                <a:gd name="T7" fmla="*/ 20 h 133"/>
                <a:gd name="T8" fmla="*/ 31 w 72"/>
                <a:gd name="T9" fmla="*/ 48 h 133"/>
                <a:gd name="T10" fmla="*/ 39 w 72"/>
                <a:gd name="T11" fmla="*/ 81 h 133"/>
                <a:gd name="T12" fmla="*/ 53 w 72"/>
                <a:gd name="T13" fmla="*/ 74 h 133"/>
                <a:gd name="T14" fmla="*/ 60 w 72"/>
                <a:gd name="T15" fmla="*/ 60 h 133"/>
                <a:gd name="T16" fmla="*/ 69 w 72"/>
                <a:gd name="T17" fmla="*/ 63 h 133"/>
                <a:gd name="T18" fmla="*/ 62 w 72"/>
                <a:gd name="T19" fmla="*/ 88 h 133"/>
                <a:gd name="T20" fmla="*/ 50 w 72"/>
                <a:gd name="T21" fmla="*/ 119 h 133"/>
                <a:gd name="T22" fmla="*/ 50 w 72"/>
                <a:gd name="T23" fmla="*/ 127 h 133"/>
                <a:gd name="T24" fmla="*/ 10 w 72"/>
                <a:gd name="T25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2" h="133">
                  <a:moveTo>
                    <a:pt x="10" y="133"/>
                  </a:moveTo>
                  <a:cubicBezTo>
                    <a:pt x="11" y="114"/>
                    <a:pt x="0" y="74"/>
                    <a:pt x="2" y="56"/>
                  </a:cubicBezTo>
                  <a:cubicBezTo>
                    <a:pt x="3" y="39"/>
                    <a:pt x="28" y="0"/>
                    <a:pt x="28" y="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0"/>
                    <a:pt x="29" y="40"/>
                    <a:pt x="31" y="48"/>
                  </a:cubicBezTo>
                  <a:cubicBezTo>
                    <a:pt x="33" y="56"/>
                    <a:pt x="36" y="80"/>
                    <a:pt x="39" y="81"/>
                  </a:cubicBezTo>
                  <a:cubicBezTo>
                    <a:pt x="42" y="81"/>
                    <a:pt x="52" y="76"/>
                    <a:pt x="53" y="74"/>
                  </a:cubicBezTo>
                  <a:cubicBezTo>
                    <a:pt x="54" y="72"/>
                    <a:pt x="58" y="62"/>
                    <a:pt x="60" y="60"/>
                  </a:cubicBezTo>
                  <a:cubicBezTo>
                    <a:pt x="62" y="58"/>
                    <a:pt x="67" y="55"/>
                    <a:pt x="69" y="63"/>
                  </a:cubicBezTo>
                  <a:cubicBezTo>
                    <a:pt x="71" y="70"/>
                    <a:pt x="72" y="74"/>
                    <a:pt x="62" y="88"/>
                  </a:cubicBezTo>
                  <a:cubicBezTo>
                    <a:pt x="52" y="102"/>
                    <a:pt x="50" y="114"/>
                    <a:pt x="50" y="119"/>
                  </a:cubicBezTo>
                  <a:cubicBezTo>
                    <a:pt x="50" y="125"/>
                    <a:pt x="50" y="127"/>
                    <a:pt x="50" y="127"/>
                  </a:cubicBezTo>
                  <a:lnTo>
                    <a:pt x="10" y="133"/>
                  </a:lnTo>
                  <a:close/>
                </a:path>
              </a:pathLst>
            </a:custGeom>
            <a:solidFill>
              <a:srgbClr val="FFFFFF"/>
            </a:solidFill>
            <a:ln w="1428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33E0A92-DA19-4ACE-9AB5-D5335DF4D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" y="1111"/>
              <a:ext cx="455" cy="446"/>
            </a:xfrm>
            <a:custGeom>
              <a:avLst/>
              <a:gdLst>
                <a:gd name="T0" fmla="*/ 154 w 211"/>
                <a:gd name="T1" fmla="*/ 0 h 207"/>
                <a:gd name="T2" fmla="*/ 0 w 211"/>
                <a:gd name="T3" fmla="*/ 141 h 207"/>
                <a:gd name="T4" fmla="*/ 115 w 211"/>
                <a:gd name="T5" fmla="*/ 185 h 207"/>
                <a:gd name="T6" fmla="*/ 175 w 211"/>
                <a:gd name="T7" fmla="*/ 82 h 207"/>
                <a:gd name="T8" fmla="*/ 154 w 211"/>
                <a:gd name="T9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207">
                  <a:moveTo>
                    <a:pt x="154" y="0"/>
                  </a:moveTo>
                  <a:cubicBezTo>
                    <a:pt x="138" y="44"/>
                    <a:pt x="65" y="86"/>
                    <a:pt x="0" y="141"/>
                  </a:cubicBezTo>
                  <a:cubicBezTo>
                    <a:pt x="0" y="141"/>
                    <a:pt x="69" y="174"/>
                    <a:pt x="115" y="185"/>
                  </a:cubicBezTo>
                  <a:cubicBezTo>
                    <a:pt x="211" y="207"/>
                    <a:pt x="175" y="82"/>
                    <a:pt x="175" y="82"/>
                  </a:cubicBezTo>
                  <a:lnTo>
                    <a:pt x="154" y="0"/>
                  </a:lnTo>
                  <a:close/>
                </a:path>
              </a:pathLst>
            </a:custGeom>
            <a:solidFill>
              <a:srgbClr val="000000"/>
            </a:solidFill>
            <a:ln w="1428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DD22C2D5-FD55-4FB9-B843-54031550DB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9" y="1264"/>
              <a:ext cx="228" cy="435"/>
            </a:xfrm>
            <a:custGeom>
              <a:avLst/>
              <a:gdLst>
                <a:gd name="T0" fmla="*/ 8 w 106"/>
                <a:gd name="T1" fmla="*/ 93 h 202"/>
                <a:gd name="T2" fmla="*/ 21 w 106"/>
                <a:gd name="T3" fmla="*/ 61 h 202"/>
                <a:gd name="T4" fmla="*/ 62 w 106"/>
                <a:gd name="T5" fmla="*/ 40 h 202"/>
                <a:gd name="T6" fmla="*/ 91 w 106"/>
                <a:gd name="T7" fmla="*/ 30 h 202"/>
                <a:gd name="T8" fmla="*/ 80 w 106"/>
                <a:gd name="T9" fmla="*/ 172 h 202"/>
                <a:gd name="T10" fmla="*/ 49 w 106"/>
                <a:gd name="T11" fmla="*/ 153 h 202"/>
                <a:gd name="T12" fmla="*/ 0 w 106"/>
                <a:gd name="T13" fmla="*/ 119 h 202"/>
                <a:gd name="T14" fmla="*/ 8 w 106"/>
                <a:gd name="T15" fmla="*/ 9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6" h="202">
                  <a:moveTo>
                    <a:pt x="8" y="93"/>
                  </a:moveTo>
                  <a:cubicBezTo>
                    <a:pt x="22" y="88"/>
                    <a:pt x="34" y="57"/>
                    <a:pt x="21" y="61"/>
                  </a:cubicBezTo>
                  <a:cubicBezTo>
                    <a:pt x="21" y="61"/>
                    <a:pt x="56" y="41"/>
                    <a:pt x="62" y="40"/>
                  </a:cubicBezTo>
                  <a:cubicBezTo>
                    <a:pt x="68" y="39"/>
                    <a:pt x="84" y="0"/>
                    <a:pt x="91" y="30"/>
                  </a:cubicBezTo>
                  <a:cubicBezTo>
                    <a:pt x="106" y="94"/>
                    <a:pt x="89" y="157"/>
                    <a:pt x="80" y="172"/>
                  </a:cubicBezTo>
                  <a:cubicBezTo>
                    <a:pt x="62" y="202"/>
                    <a:pt x="49" y="153"/>
                    <a:pt x="49" y="153"/>
                  </a:cubicBezTo>
                  <a:cubicBezTo>
                    <a:pt x="0" y="119"/>
                    <a:pt x="0" y="119"/>
                    <a:pt x="0" y="119"/>
                  </a:cubicBezTo>
                  <a:lnTo>
                    <a:pt x="8" y="93"/>
                  </a:lnTo>
                  <a:close/>
                </a:path>
              </a:pathLst>
            </a:custGeom>
            <a:solidFill>
              <a:srgbClr val="FFFFFF"/>
            </a:solidFill>
            <a:ln w="1428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3F328531-B354-400D-A2DA-5DBDD0CEF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3" y="1458"/>
              <a:ext cx="999" cy="774"/>
            </a:xfrm>
            <a:custGeom>
              <a:avLst/>
              <a:gdLst>
                <a:gd name="T0" fmla="*/ 381 w 464"/>
                <a:gd name="T1" fmla="*/ 3 h 360"/>
                <a:gd name="T2" fmla="*/ 282 w 464"/>
                <a:gd name="T3" fmla="*/ 42 h 360"/>
                <a:gd name="T4" fmla="*/ 0 w 464"/>
                <a:gd name="T5" fmla="*/ 212 h 360"/>
                <a:gd name="T6" fmla="*/ 37 w 464"/>
                <a:gd name="T7" fmla="*/ 359 h 360"/>
                <a:gd name="T8" fmla="*/ 317 w 464"/>
                <a:gd name="T9" fmla="*/ 237 h 360"/>
                <a:gd name="T10" fmla="*/ 381 w 464"/>
                <a:gd name="T11" fmla="*/ 3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4" h="360">
                  <a:moveTo>
                    <a:pt x="381" y="3"/>
                  </a:moveTo>
                  <a:cubicBezTo>
                    <a:pt x="341" y="0"/>
                    <a:pt x="314" y="13"/>
                    <a:pt x="282" y="42"/>
                  </a:cubicBezTo>
                  <a:cubicBezTo>
                    <a:pt x="82" y="228"/>
                    <a:pt x="0" y="212"/>
                    <a:pt x="0" y="212"/>
                  </a:cubicBezTo>
                  <a:cubicBezTo>
                    <a:pt x="37" y="359"/>
                    <a:pt x="37" y="359"/>
                    <a:pt x="37" y="359"/>
                  </a:cubicBezTo>
                  <a:cubicBezTo>
                    <a:pt x="37" y="359"/>
                    <a:pt x="187" y="360"/>
                    <a:pt x="317" y="237"/>
                  </a:cubicBezTo>
                  <a:cubicBezTo>
                    <a:pt x="452" y="111"/>
                    <a:pt x="464" y="9"/>
                    <a:pt x="381" y="3"/>
                  </a:cubicBezTo>
                  <a:close/>
                </a:path>
              </a:pathLst>
            </a:custGeom>
            <a:solidFill>
              <a:srgbClr val="FFFFFF"/>
            </a:solidFill>
            <a:ln w="1428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64B5583F-8ED4-4FB0-9812-FEB9E7E8D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" y="943"/>
              <a:ext cx="1020" cy="898"/>
            </a:xfrm>
            <a:custGeom>
              <a:avLst/>
              <a:gdLst>
                <a:gd name="T0" fmla="*/ 386 w 474"/>
                <a:gd name="T1" fmla="*/ 72 h 417"/>
                <a:gd name="T2" fmla="*/ 52 w 474"/>
                <a:gd name="T3" fmla="*/ 372 h 417"/>
                <a:gd name="T4" fmla="*/ 11 w 474"/>
                <a:gd name="T5" fmla="*/ 365 h 417"/>
                <a:gd name="T6" fmla="*/ 23 w 474"/>
                <a:gd name="T7" fmla="*/ 403 h 417"/>
                <a:gd name="T8" fmla="*/ 59 w 474"/>
                <a:gd name="T9" fmla="*/ 408 h 417"/>
                <a:gd name="T10" fmla="*/ 99 w 474"/>
                <a:gd name="T11" fmla="*/ 396 h 417"/>
                <a:gd name="T12" fmla="*/ 132 w 474"/>
                <a:gd name="T13" fmla="*/ 377 h 417"/>
                <a:gd name="T14" fmla="*/ 158 w 474"/>
                <a:gd name="T15" fmla="*/ 340 h 417"/>
                <a:gd name="T16" fmla="*/ 474 w 474"/>
                <a:gd name="T17" fmla="*/ 171 h 417"/>
                <a:gd name="T18" fmla="*/ 386 w 474"/>
                <a:gd name="T19" fmla="*/ 72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4" h="417">
                  <a:moveTo>
                    <a:pt x="386" y="72"/>
                  </a:moveTo>
                  <a:cubicBezTo>
                    <a:pt x="386" y="72"/>
                    <a:pt x="151" y="282"/>
                    <a:pt x="52" y="372"/>
                  </a:cubicBezTo>
                  <a:cubicBezTo>
                    <a:pt x="30" y="391"/>
                    <a:pt x="18" y="359"/>
                    <a:pt x="11" y="365"/>
                  </a:cubicBezTo>
                  <a:cubicBezTo>
                    <a:pt x="0" y="373"/>
                    <a:pt x="6" y="372"/>
                    <a:pt x="23" y="403"/>
                  </a:cubicBezTo>
                  <a:cubicBezTo>
                    <a:pt x="31" y="416"/>
                    <a:pt x="49" y="417"/>
                    <a:pt x="59" y="408"/>
                  </a:cubicBezTo>
                  <a:cubicBezTo>
                    <a:pt x="74" y="395"/>
                    <a:pt x="89" y="394"/>
                    <a:pt x="99" y="396"/>
                  </a:cubicBezTo>
                  <a:cubicBezTo>
                    <a:pt x="113" y="398"/>
                    <a:pt x="129" y="394"/>
                    <a:pt x="132" y="377"/>
                  </a:cubicBezTo>
                  <a:cubicBezTo>
                    <a:pt x="134" y="359"/>
                    <a:pt x="136" y="351"/>
                    <a:pt x="158" y="340"/>
                  </a:cubicBezTo>
                  <a:cubicBezTo>
                    <a:pt x="181" y="330"/>
                    <a:pt x="474" y="171"/>
                    <a:pt x="474" y="171"/>
                  </a:cubicBezTo>
                  <a:cubicBezTo>
                    <a:pt x="474" y="171"/>
                    <a:pt x="457" y="0"/>
                    <a:pt x="386" y="7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A72F6567-60B0-429A-89C3-B2502249C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" y="943"/>
              <a:ext cx="1020" cy="898"/>
            </a:xfrm>
            <a:custGeom>
              <a:avLst/>
              <a:gdLst>
                <a:gd name="T0" fmla="*/ 311 w 474"/>
                <a:gd name="T1" fmla="*/ 259 h 417"/>
                <a:gd name="T2" fmla="*/ 474 w 474"/>
                <a:gd name="T3" fmla="*/ 171 h 417"/>
                <a:gd name="T4" fmla="*/ 386 w 474"/>
                <a:gd name="T5" fmla="*/ 72 h 417"/>
                <a:gd name="T6" fmla="*/ 52 w 474"/>
                <a:gd name="T7" fmla="*/ 372 h 417"/>
                <a:gd name="T8" fmla="*/ 11 w 474"/>
                <a:gd name="T9" fmla="*/ 365 h 417"/>
                <a:gd name="T10" fmla="*/ 23 w 474"/>
                <a:gd name="T11" fmla="*/ 403 h 417"/>
                <a:gd name="T12" fmla="*/ 59 w 474"/>
                <a:gd name="T13" fmla="*/ 408 h 417"/>
                <a:gd name="T14" fmla="*/ 99 w 474"/>
                <a:gd name="T15" fmla="*/ 396 h 417"/>
                <a:gd name="T16" fmla="*/ 132 w 474"/>
                <a:gd name="T17" fmla="*/ 377 h 417"/>
                <a:gd name="T18" fmla="*/ 158 w 474"/>
                <a:gd name="T19" fmla="*/ 340 h 417"/>
                <a:gd name="T20" fmla="*/ 311 w 474"/>
                <a:gd name="T21" fmla="*/ 259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4" h="417">
                  <a:moveTo>
                    <a:pt x="311" y="259"/>
                  </a:moveTo>
                  <a:cubicBezTo>
                    <a:pt x="392" y="215"/>
                    <a:pt x="474" y="171"/>
                    <a:pt x="474" y="171"/>
                  </a:cubicBezTo>
                  <a:cubicBezTo>
                    <a:pt x="474" y="171"/>
                    <a:pt x="457" y="0"/>
                    <a:pt x="386" y="72"/>
                  </a:cubicBezTo>
                  <a:cubicBezTo>
                    <a:pt x="386" y="72"/>
                    <a:pt x="151" y="282"/>
                    <a:pt x="52" y="372"/>
                  </a:cubicBezTo>
                  <a:cubicBezTo>
                    <a:pt x="30" y="391"/>
                    <a:pt x="18" y="359"/>
                    <a:pt x="11" y="365"/>
                  </a:cubicBezTo>
                  <a:cubicBezTo>
                    <a:pt x="0" y="373"/>
                    <a:pt x="6" y="372"/>
                    <a:pt x="23" y="403"/>
                  </a:cubicBezTo>
                  <a:cubicBezTo>
                    <a:pt x="31" y="416"/>
                    <a:pt x="49" y="417"/>
                    <a:pt x="59" y="408"/>
                  </a:cubicBezTo>
                  <a:cubicBezTo>
                    <a:pt x="74" y="395"/>
                    <a:pt x="89" y="394"/>
                    <a:pt x="99" y="396"/>
                  </a:cubicBezTo>
                  <a:cubicBezTo>
                    <a:pt x="113" y="398"/>
                    <a:pt x="129" y="394"/>
                    <a:pt x="132" y="377"/>
                  </a:cubicBezTo>
                  <a:cubicBezTo>
                    <a:pt x="134" y="359"/>
                    <a:pt x="136" y="351"/>
                    <a:pt x="158" y="340"/>
                  </a:cubicBezTo>
                  <a:cubicBezTo>
                    <a:pt x="169" y="335"/>
                    <a:pt x="239" y="297"/>
                    <a:pt x="311" y="259"/>
                  </a:cubicBezTo>
                </a:path>
              </a:pathLst>
            </a:custGeom>
            <a:noFill/>
            <a:ln w="41275" cap="rnd">
              <a:solidFill>
                <a:srgbClr val="085EB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262F0FF5-339C-4BAA-9451-13F1F3784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5" y="1501"/>
              <a:ext cx="385" cy="254"/>
            </a:xfrm>
            <a:custGeom>
              <a:avLst/>
              <a:gdLst>
                <a:gd name="T0" fmla="*/ 0 w 179"/>
                <a:gd name="T1" fmla="*/ 118 h 118"/>
                <a:gd name="T2" fmla="*/ 26 w 179"/>
                <a:gd name="T3" fmla="*/ 81 h 118"/>
                <a:gd name="T4" fmla="*/ 179 w 179"/>
                <a:gd name="T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9" h="118">
                  <a:moveTo>
                    <a:pt x="0" y="118"/>
                  </a:moveTo>
                  <a:cubicBezTo>
                    <a:pt x="2" y="101"/>
                    <a:pt x="4" y="92"/>
                    <a:pt x="26" y="81"/>
                  </a:cubicBezTo>
                  <a:cubicBezTo>
                    <a:pt x="37" y="77"/>
                    <a:pt x="107" y="39"/>
                    <a:pt x="179" y="0"/>
                  </a:cubicBezTo>
                </a:path>
              </a:pathLst>
            </a:custGeom>
            <a:noFill/>
            <a:ln w="41275" cap="rnd">
              <a:solidFill>
                <a:srgbClr val="4BB4E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14097614-BA1A-4425-8857-3B1E31B75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3" y="1341"/>
              <a:ext cx="448" cy="403"/>
            </a:xfrm>
            <a:custGeom>
              <a:avLst/>
              <a:gdLst>
                <a:gd name="T0" fmla="*/ 208 w 208"/>
                <a:gd name="T1" fmla="*/ 0 h 187"/>
                <a:gd name="T2" fmla="*/ 0 w 208"/>
                <a:gd name="T3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8" h="187">
                  <a:moveTo>
                    <a:pt x="208" y="0"/>
                  </a:moveTo>
                  <a:cubicBezTo>
                    <a:pt x="208" y="0"/>
                    <a:pt x="99" y="97"/>
                    <a:pt x="0" y="187"/>
                  </a:cubicBezTo>
                </a:path>
              </a:pathLst>
            </a:custGeom>
            <a:noFill/>
            <a:ln w="41275" cap="rnd">
              <a:solidFill>
                <a:srgbClr val="4BB4E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15280310-1477-445B-8985-D501A780E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3" y="795"/>
              <a:ext cx="1270" cy="525"/>
            </a:xfrm>
            <a:custGeom>
              <a:avLst/>
              <a:gdLst>
                <a:gd name="T0" fmla="*/ 490 w 590"/>
                <a:gd name="T1" fmla="*/ 114 h 244"/>
                <a:gd name="T2" fmla="*/ 47 w 590"/>
                <a:gd name="T3" fmla="*/ 40 h 244"/>
                <a:gd name="T4" fmla="*/ 27 w 590"/>
                <a:gd name="T5" fmla="*/ 3 h 244"/>
                <a:gd name="T6" fmla="*/ 5 w 590"/>
                <a:gd name="T7" fmla="*/ 37 h 244"/>
                <a:gd name="T8" fmla="*/ 23 w 590"/>
                <a:gd name="T9" fmla="*/ 68 h 244"/>
                <a:gd name="T10" fmla="*/ 58 w 590"/>
                <a:gd name="T11" fmla="*/ 92 h 244"/>
                <a:gd name="T12" fmla="*/ 93 w 590"/>
                <a:gd name="T13" fmla="*/ 105 h 244"/>
                <a:gd name="T14" fmla="*/ 138 w 590"/>
                <a:gd name="T15" fmla="*/ 103 h 244"/>
                <a:gd name="T16" fmla="*/ 468 w 590"/>
                <a:gd name="T17" fmla="*/ 244 h 244"/>
                <a:gd name="T18" fmla="*/ 490 w 590"/>
                <a:gd name="T19" fmla="*/ 114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90" h="244">
                  <a:moveTo>
                    <a:pt x="490" y="114"/>
                  </a:moveTo>
                  <a:cubicBezTo>
                    <a:pt x="490" y="114"/>
                    <a:pt x="179" y="62"/>
                    <a:pt x="47" y="40"/>
                  </a:cubicBezTo>
                  <a:cubicBezTo>
                    <a:pt x="18" y="35"/>
                    <a:pt x="36" y="5"/>
                    <a:pt x="27" y="3"/>
                  </a:cubicBezTo>
                  <a:cubicBezTo>
                    <a:pt x="14" y="0"/>
                    <a:pt x="18" y="4"/>
                    <a:pt x="5" y="37"/>
                  </a:cubicBezTo>
                  <a:cubicBezTo>
                    <a:pt x="0" y="51"/>
                    <a:pt x="10" y="66"/>
                    <a:pt x="23" y="68"/>
                  </a:cubicBezTo>
                  <a:cubicBezTo>
                    <a:pt x="43" y="71"/>
                    <a:pt x="53" y="83"/>
                    <a:pt x="58" y="92"/>
                  </a:cubicBezTo>
                  <a:cubicBezTo>
                    <a:pt x="65" y="104"/>
                    <a:pt x="78" y="114"/>
                    <a:pt x="93" y="105"/>
                  </a:cubicBezTo>
                  <a:cubicBezTo>
                    <a:pt x="108" y="96"/>
                    <a:pt x="116" y="92"/>
                    <a:pt x="138" y="103"/>
                  </a:cubicBezTo>
                  <a:cubicBezTo>
                    <a:pt x="161" y="114"/>
                    <a:pt x="468" y="244"/>
                    <a:pt x="468" y="244"/>
                  </a:cubicBezTo>
                  <a:cubicBezTo>
                    <a:pt x="468" y="244"/>
                    <a:pt x="590" y="124"/>
                    <a:pt x="490" y="114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C8208035-D275-450C-94EC-F1B99671A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" y="1038"/>
              <a:ext cx="478" cy="1237"/>
            </a:xfrm>
            <a:custGeom>
              <a:avLst/>
              <a:gdLst>
                <a:gd name="T0" fmla="*/ 222 w 222"/>
                <a:gd name="T1" fmla="*/ 533 h 575"/>
                <a:gd name="T2" fmla="*/ 2 w 222"/>
                <a:gd name="T3" fmla="*/ 457 h 575"/>
                <a:gd name="T4" fmla="*/ 73 w 222"/>
                <a:gd name="T5" fmla="*/ 109 h 575"/>
                <a:gd name="T6" fmla="*/ 127 w 222"/>
                <a:gd name="T7" fmla="*/ 29 h 575"/>
                <a:gd name="T8" fmla="*/ 222 w 222"/>
                <a:gd name="T9" fmla="*/ 533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" h="575">
                  <a:moveTo>
                    <a:pt x="222" y="533"/>
                  </a:moveTo>
                  <a:cubicBezTo>
                    <a:pt x="121" y="575"/>
                    <a:pt x="5" y="552"/>
                    <a:pt x="2" y="457"/>
                  </a:cubicBezTo>
                  <a:cubicBezTo>
                    <a:pt x="0" y="361"/>
                    <a:pt x="48" y="169"/>
                    <a:pt x="73" y="109"/>
                  </a:cubicBezTo>
                  <a:cubicBezTo>
                    <a:pt x="99" y="48"/>
                    <a:pt x="121" y="0"/>
                    <a:pt x="127" y="29"/>
                  </a:cubicBezTo>
                  <a:cubicBezTo>
                    <a:pt x="143" y="109"/>
                    <a:pt x="222" y="533"/>
                    <a:pt x="222" y="533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E3FF1575-FD82-4EC2-B3A1-E0A4218040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1" y="1354"/>
              <a:ext cx="101" cy="99"/>
            </a:xfrm>
            <a:custGeom>
              <a:avLst/>
              <a:gdLst>
                <a:gd name="T0" fmla="*/ 0 w 47"/>
                <a:gd name="T1" fmla="*/ 42 h 46"/>
                <a:gd name="T2" fmla="*/ 47 w 47"/>
                <a:gd name="T3" fmla="*/ 0 h 46"/>
                <a:gd name="T4" fmla="*/ 9 w 47"/>
                <a:gd name="T5" fmla="*/ 46 h 46"/>
                <a:gd name="T6" fmla="*/ 0 w 47"/>
                <a:gd name="T7" fmla="*/ 4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46">
                  <a:moveTo>
                    <a:pt x="0" y="42"/>
                  </a:moveTo>
                  <a:cubicBezTo>
                    <a:pt x="22" y="28"/>
                    <a:pt x="47" y="0"/>
                    <a:pt x="47" y="0"/>
                  </a:cubicBezTo>
                  <a:cubicBezTo>
                    <a:pt x="47" y="0"/>
                    <a:pt x="33" y="23"/>
                    <a:pt x="9" y="46"/>
                  </a:cubicBezTo>
                  <a:lnTo>
                    <a:pt x="0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CFBBF760-6EDD-49FF-A122-0E15A6DD8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" y="1320"/>
              <a:ext cx="478" cy="955"/>
            </a:xfrm>
            <a:custGeom>
              <a:avLst/>
              <a:gdLst>
                <a:gd name="T0" fmla="*/ 2 w 222"/>
                <a:gd name="T1" fmla="*/ 326 h 444"/>
                <a:gd name="T2" fmla="*/ 222 w 222"/>
                <a:gd name="T3" fmla="*/ 402 h 444"/>
                <a:gd name="T4" fmla="*/ 217 w 222"/>
                <a:gd name="T5" fmla="*/ 374 h 444"/>
                <a:gd name="T6" fmla="*/ 158 w 222"/>
                <a:gd name="T7" fmla="*/ 381 h 444"/>
                <a:gd name="T8" fmla="*/ 65 w 222"/>
                <a:gd name="T9" fmla="*/ 0 h 444"/>
                <a:gd name="T10" fmla="*/ 2 w 222"/>
                <a:gd name="T11" fmla="*/ 326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2" h="444">
                  <a:moveTo>
                    <a:pt x="2" y="326"/>
                  </a:moveTo>
                  <a:cubicBezTo>
                    <a:pt x="5" y="421"/>
                    <a:pt x="121" y="444"/>
                    <a:pt x="222" y="402"/>
                  </a:cubicBezTo>
                  <a:cubicBezTo>
                    <a:pt x="222" y="402"/>
                    <a:pt x="220" y="392"/>
                    <a:pt x="217" y="374"/>
                  </a:cubicBezTo>
                  <a:cubicBezTo>
                    <a:pt x="198" y="379"/>
                    <a:pt x="178" y="381"/>
                    <a:pt x="158" y="381"/>
                  </a:cubicBezTo>
                  <a:cubicBezTo>
                    <a:pt x="44" y="377"/>
                    <a:pt x="30" y="313"/>
                    <a:pt x="65" y="0"/>
                  </a:cubicBezTo>
                  <a:cubicBezTo>
                    <a:pt x="39" y="76"/>
                    <a:pt x="0" y="240"/>
                    <a:pt x="2" y="32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0D9B07FB-3B95-4610-ACAB-A22D6DE83A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8" y="1092"/>
              <a:ext cx="336" cy="327"/>
            </a:xfrm>
            <a:custGeom>
              <a:avLst/>
              <a:gdLst>
                <a:gd name="T0" fmla="*/ 66 w 156"/>
                <a:gd name="T1" fmla="*/ 9 h 152"/>
                <a:gd name="T2" fmla="*/ 0 w 156"/>
                <a:gd name="T3" fmla="*/ 84 h 152"/>
                <a:gd name="T4" fmla="*/ 2 w 156"/>
                <a:gd name="T5" fmla="*/ 136 h 152"/>
                <a:gd name="T6" fmla="*/ 21 w 156"/>
                <a:gd name="T7" fmla="*/ 149 h 152"/>
                <a:gd name="T8" fmla="*/ 85 w 156"/>
                <a:gd name="T9" fmla="*/ 134 h 152"/>
                <a:gd name="T10" fmla="*/ 139 w 156"/>
                <a:gd name="T11" fmla="*/ 119 h 152"/>
                <a:gd name="T12" fmla="*/ 135 w 156"/>
                <a:gd name="T13" fmla="*/ 93 h 152"/>
                <a:gd name="T14" fmla="*/ 145 w 156"/>
                <a:gd name="T15" fmla="*/ 32 h 152"/>
                <a:gd name="T16" fmla="*/ 136 w 156"/>
                <a:gd name="T17" fmla="*/ 6 h 152"/>
                <a:gd name="T18" fmla="*/ 66 w 156"/>
                <a:gd name="T19" fmla="*/ 9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6" h="152">
                  <a:moveTo>
                    <a:pt x="66" y="9"/>
                  </a:moveTo>
                  <a:cubicBezTo>
                    <a:pt x="34" y="23"/>
                    <a:pt x="0" y="84"/>
                    <a:pt x="0" y="84"/>
                  </a:cubicBezTo>
                  <a:cubicBezTo>
                    <a:pt x="2" y="136"/>
                    <a:pt x="2" y="136"/>
                    <a:pt x="2" y="136"/>
                  </a:cubicBezTo>
                  <a:cubicBezTo>
                    <a:pt x="3" y="145"/>
                    <a:pt x="11" y="152"/>
                    <a:pt x="21" y="149"/>
                  </a:cubicBezTo>
                  <a:cubicBezTo>
                    <a:pt x="43" y="144"/>
                    <a:pt x="77" y="135"/>
                    <a:pt x="85" y="134"/>
                  </a:cubicBezTo>
                  <a:cubicBezTo>
                    <a:pt x="97" y="132"/>
                    <a:pt x="139" y="119"/>
                    <a:pt x="139" y="119"/>
                  </a:cubicBezTo>
                  <a:cubicBezTo>
                    <a:pt x="135" y="93"/>
                    <a:pt x="135" y="93"/>
                    <a:pt x="135" y="93"/>
                  </a:cubicBezTo>
                  <a:cubicBezTo>
                    <a:pt x="135" y="93"/>
                    <a:pt x="156" y="67"/>
                    <a:pt x="145" y="32"/>
                  </a:cubicBezTo>
                  <a:cubicBezTo>
                    <a:pt x="141" y="19"/>
                    <a:pt x="152" y="9"/>
                    <a:pt x="136" y="6"/>
                  </a:cubicBezTo>
                  <a:cubicBezTo>
                    <a:pt x="110" y="0"/>
                    <a:pt x="77" y="5"/>
                    <a:pt x="66" y="9"/>
                  </a:cubicBezTo>
                  <a:close/>
                </a:path>
              </a:pathLst>
            </a:custGeom>
            <a:solidFill>
              <a:srgbClr val="FFFFFF"/>
            </a:solidFill>
            <a:ln w="1428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0146B1B0-73C5-4FC6-8C38-17BF44A06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" y="1152"/>
              <a:ext cx="308" cy="265"/>
            </a:xfrm>
            <a:custGeom>
              <a:avLst/>
              <a:gdLst>
                <a:gd name="T0" fmla="*/ 117 w 143"/>
                <a:gd name="T1" fmla="*/ 61 h 123"/>
                <a:gd name="T2" fmla="*/ 133 w 143"/>
                <a:gd name="T3" fmla="*/ 88 h 123"/>
                <a:gd name="T4" fmla="*/ 82 w 143"/>
                <a:gd name="T5" fmla="*/ 103 h 123"/>
                <a:gd name="T6" fmla="*/ 15 w 143"/>
                <a:gd name="T7" fmla="*/ 121 h 123"/>
                <a:gd name="T8" fmla="*/ 0 w 143"/>
                <a:gd name="T9" fmla="*/ 114 h 123"/>
                <a:gd name="T10" fmla="*/ 44 w 143"/>
                <a:gd name="T11" fmla="*/ 60 h 123"/>
                <a:gd name="T12" fmla="*/ 115 w 143"/>
                <a:gd name="T13" fmla="*/ 0 h 123"/>
                <a:gd name="T14" fmla="*/ 139 w 143"/>
                <a:gd name="T15" fmla="*/ 4 h 123"/>
                <a:gd name="T16" fmla="*/ 143 w 143"/>
                <a:gd name="T17" fmla="*/ 31 h 123"/>
                <a:gd name="T18" fmla="*/ 117 w 143"/>
                <a:gd name="T19" fmla="*/ 61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123">
                  <a:moveTo>
                    <a:pt x="117" y="61"/>
                  </a:moveTo>
                  <a:cubicBezTo>
                    <a:pt x="133" y="88"/>
                    <a:pt x="133" y="88"/>
                    <a:pt x="133" y="88"/>
                  </a:cubicBezTo>
                  <a:cubicBezTo>
                    <a:pt x="133" y="88"/>
                    <a:pt x="93" y="101"/>
                    <a:pt x="82" y="103"/>
                  </a:cubicBezTo>
                  <a:cubicBezTo>
                    <a:pt x="74" y="105"/>
                    <a:pt x="35" y="118"/>
                    <a:pt x="15" y="121"/>
                  </a:cubicBezTo>
                  <a:cubicBezTo>
                    <a:pt x="4" y="123"/>
                    <a:pt x="0" y="114"/>
                    <a:pt x="0" y="114"/>
                  </a:cubicBezTo>
                  <a:cubicBezTo>
                    <a:pt x="18" y="122"/>
                    <a:pt x="47" y="85"/>
                    <a:pt x="44" y="60"/>
                  </a:cubicBezTo>
                  <a:cubicBezTo>
                    <a:pt x="41" y="35"/>
                    <a:pt x="57" y="33"/>
                    <a:pt x="115" y="0"/>
                  </a:cubicBezTo>
                  <a:cubicBezTo>
                    <a:pt x="139" y="4"/>
                    <a:pt x="139" y="4"/>
                    <a:pt x="139" y="4"/>
                  </a:cubicBezTo>
                  <a:cubicBezTo>
                    <a:pt x="143" y="31"/>
                    <a:pt x="143" y="31"/>
                    <a:pt x="143" y="31"/>
                  </a:cubicBezTo>
                  <a:cubicBezTo>
                    <a:pt x="126" y="55"/>
                    <a:pt x="117" y="61"/>
                    <a:pt x="117" y="61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522764F3-79DA-4B8B-B91D-9807EFF3E7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" y="95"/>
              <a:ext cx="1344" cy="883"/>
            </a:xfrm>
            <a:custGeom>
              <a:avLst/>
              <a:gdLst>
                <a:gd name="T0" fmla="*/ 97 w 624"/>
                <a:gd name="T1" fmla="*/ 28 h 410"/>
                <a:gd name="T2" fmla="*/ 0 w 624"/>
                <a:gd name="T3" fmla="*/ 48 h 410"/>
                <a:gd name="T4" fmla="*/ 273 w 624"/>
                <a:gd name="T5" fmla="*/ 157 h 410"/>
                <a:gd name="T6" fmla="*/ 619 w 624"/>
                <a:gd name="T7" fmla="*/ 400 h 410"/>
                <a:gd name="T8" fmla="*/ 624 w 624"/>
                <a:gd name="T9" fmla="*/ 410 h 410"/>
                <a:gd name="T10" fmla="*/ 97 w 624"/>
                <a:gd name="T11" fmla="*/ 28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24" h="410">
                  <a:moveTo>
                    <a:pt x="97" y="28"/>
                  </a:moveTo>
                  <a:cubicBezTo>
                    <a:pt x="64" y="31"/>
                    <a:pt x="30" y="39"/>
                    <a:pt x="0" y="48"/>
                  </a:cubicBezTo>
                  <a:cubicBezTo>
                    <a:pt x="306" y="25"/>
                    <a:pt x="76" y="136"/>
                    <a:pt x="273" y="157"/>
                  </a:cubicBezTo>
                  <a:cubicBezTo>
                    <a:pt x="471" y="178"/>
                    <a:pt x="573" y="273"/>
                    <a:pt x="619" y="400"/>
                  </a:cubicBezTo>
                  <a:cubicBezTo>
                    <a:pt x="621" y="404"/>
                    <a:pt x="622" y="407"/>
                    <a:pt x="624" y="410"/>
                  </a:cubicBezTo>
                  <a:cubicBezTo>
                    <a:pt x="573" y="169"/>
                    <a:pt x="347" y="0"/>
                    <a:pt x="97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04CBE2F8-004E-4932-BB70-5437C74BE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" y="268"/>
              <a:ext cx="187" cy="176"/>
            </a:xfrm>
            <a:custGeom>
              <a:avLst/>
              <a:gdLst>
                <a:gd name="T0" fmla="*/ 84 w 87"/>
                <a:gd name="T1" fmla="*/ 18 h 82"/>
                <a:gd name="T2" fmla="*/ 58 w 87"/>
                <a:gd name="T3" fmla="*/ 2 h 82"/>
                <a:gd name="T4" fmla="*/ 44 w 87"/>
                <a:gd name="T5" fmla="*/ 8 h 82"/>
                <a:gd name="T6" fmla="*/ 43 w 87"/>
                <a:gd name="T7" fmla="*/ 9 h 82"/>
                <a:gd name="T8" fmla="*/ 43 w 87"/>
                <a:gd name="T9" fmla="*/ 8 h 82"/>
                <a:gd name="T10" fmla="*/ 21 w 87"/>
                <a:gd name="T11" fmla="*/ 2 h 82"/>
                <a:gd name="T12" fmla="*/ 16 w 87"/>
                <a:gd name="T13" fmla="*/ 3 h 82"/>
                <a:gd name="T14" fmla="*/ 1 w 87"/>
                <a:gd name="T15" fmla="*/ 29 h 82"/>
                <a:gd name="T16" fmla="*/ 8 w 87"/>
                <a:gd name="T17" fmla="*/ 43 h 82"/>
                <a:gd name="T18" fmla="*/ 39 w 87"/>
                <a:gd name="T19" fmla="*/ 77 h 82"/>
                <a:gd name="T20" fmla="*/ 43 w 87"/>
                <a:gd name="T21" fmla="*/ 82 h 82"/>
                <a:gd name="T22" fmla="*/ 43 w 87"/>
                <a:gd name="T23" fmla="*/ 82 h 82"/>
                <a:gd name="T24" fmla="*/ 65 w 87"/>
                <a:gd name="T25" fmla="*/ 57 h 82"/>
                <a:gd name="T26" fmla="*/ 79 w 87"/>
                <a:gd name="T27" fmla="*/ 43 h 82"/>
                <a:gd name="T28" fmla="*/ 84 w 87"/>
                <a:gd name="T29" fmla="*/ 18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82">
                  <a:moveTo>
                    <a:pt x="84" y="18"/>
                  </a:moveTo>
                  <a:cubicBezTo>
                    <a:pt x="80" y="7"/>
                    <a:pt x="69" y="0"/>
                    <a:pt x="58" y="2"/>
                  </a:cubicBezTo>
                  <a:cubicBezTo>
                    <a:pt x="53" y="2"/>
                    <a:pt x="48" y="4"/>
                    <a:pt x="44" y="8"/>
                  </a:cubicBezTo>
                  <a:cubicBezTo>
                    <a:pt x="44" y="8"/>
                    <a:pt x="43" y="8"/>
                    <a:pt x="43" y="9"/>
                  </a:cubicBezTo>
                  <a:cubicBezTo>
                    <a:pt x="43" y="9"/>
                    <a:pt x="43" y="8"/>
                    <a:pt x="43" y="8"/>
                  </a:cubicBezTo>
                  <a:cubicBezTo>
                    <a:pt x="37" y="3"/>
                    <a:pt x="29" y="0"/>
                    <a:pt x="21" y="2"/>
                  </a:cubicBezTo>
                  <a:cubicBezTo>
                    <a:pt x="19" y="2"/>
                    <a:pt x="18" y="3"/>
                    <a:pt x="16" y="3"/>
                  </a:cubicBezTo>
                  <a:cubicBezTo>
                    <a:pt x="6" y="8"/>
                    <a:pt x="0" y="18"/>
                    <a:pt x="1" y="29"/>
                  </a:cubicBezTo>
                  <a:cubicBezTo>
                    <a:pt x="2" y="35"/>
                    <a:pt x="4" y="39"/>
                    <a:pt x="8" y="43"/>
                  </a:cubicBezTo>
                  <a:cubicBezTo>
                    <a:pt x="18" y="54"/>
                    <a:pt x="29" y="66"/>
                    <a:pt x="39" y="77"/>
                  </a:cubicBezTo>
                  <a:cubicBezTo>
                    <a:pt x="40" y="79"/>
                    <a:pt x="42" y="80"/>
                    <a:pt x="43" y="82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51" y="74"/>
                    <a:pt x="58" y="66"/>
                    <a:pt x="65" y="57"/>
                  </a:cubicBezTo>
                  <a:cubicBezTo>
                    <a:pt x="70" y="53"/>
                    <a:pt x="74" y="48"/>
                    <a:pt x="79" y="43"/>
                  </a:cubicBezTo>
                  <a:cubicBezTo>
                    <a:pt x="85" y="36"/>
                    <a:pt x="87" y="27"/>
                    <a:pt x="84" y="18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7232DADC-ABC2-4F0F-BB55-B462A8BFD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9" y="289"/>
              <a:ext cx="344" cy="303"/>
            </a:xfrm>
            <a:custGeom>
              <a:avLst/>
              <a:gdLst>
                <a:gd name="T0" fmla="*/ 46 w 160"/>
                <a:gd name="T1" fmla="*/ 47 h 141"/>
                <a:gd name="T2" fmla="*/ 11 w 160"/>
                <a:gd name="T3" fmla="*/ 0 h 141"/>
                <a:gd name="T4" fmla="*/ 7 w 160"/>
                <a:gd name="T5" fmla="*/ 25 h 141"/>
                <a:gd name="T6" fmla="*/ 103 w 160"/>
                <a:gd name="T7" fmla="*/ 121 h 141"/>
                <a:gd name="T8" fmla="*/ 160 w 160"/>
                <a:gd name="T9" fmla="*/ 103 h 141"/>
                <a:gd name="T10" fmla="*/ 158 w 160"/>
                <a:gd name="T11" fmla="*/ 104 h 141"/>
                <a:gd name="T12" fmla="*/ 46 w 160"/>
                <a:gd name="T13" fmla="*/ 47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0" h="141">
                  <a:moveTo>
                    <a:pt x="46" y="47"/>
                  </a:moveTo>
                  <a:cubicBezTo>
                    <a:pt x="27" y="83"/>
                    <a:pt x="0" y="40"/>
                    <a:pt x="11" y="0"/>
                  </a:cubicBezTo>
                  <a:cubicBezTo>
                    <a:pt x="8" y="8"/>
                    <a:pt x="7" y="17"/>
                    <a:pt x="7" y="25"/>
                  </a:cubicBezTo>
                  <a:cubicBezTo>
                    <a:pt x="7" y="78"/>
                    <a:pt x="50" y="121"/>
                    <a:pt x="103" y="121"/>
                  </a:cubicBezTo>
                  <a:cubicBezTo>
                    <a:pt x="124" y="121"/>
                    <a:pt x="144" y="114"/>
                    <a:pt x="160" y="103"/>
                  </a:cubicBezTo>
                  <a:cubicBezTo>
                    <a:pt x="159" y="103"/>
                    <a:pt x="158" y="103"/>
                    <a:pt x="158" y="104"/>
                  </a:cubicBezTo>
                  <a:cubicBezTo>
                    <a:pt x="80" y="141"/>
                    <a:pt x="66" y="10"/>
                    <a:pt x="46" y="47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0A446862-4BAE-4ED3-8DE9-A9888D196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8" y="1550"/>
              <a:ext cx="657" cy="639"/>
            </a:xfrm>
            <a:custGeom>
              <a:avLst/>
              <a:gdLst>
                <a:gd name="T0" fmla="*/ 292 w 305"/>
                <a:gd name="T1" fmla="*/ 0 h 297"/>
                <a:gd name="T2" fmla="*/ 0 w 305"/>
                <a:gd name="T3" fmla="*/ 267 h 297"/>
                <a:gd name="T4" fmla="*/ 5 w 305"/>
                <a:gd name="T5" fmla="*/ 297 h 297"/>
                <a:gd name="T6" fmla="*/ 181 w 305"/>
                <a:gd name="T7" fmla="*/ 194 h 297"/>
                <a:gd name="T8" fmla="*/ 292 w 305"/>
                <a:gd name="T9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5" h="297">
                  <a:moveTo>
                    <a:pt x="292" y="0"/>
                  </a:moveTo>
                  <a:cubicBezTo>
                    <a:pt x="287" y="84"/>
                    <a:pt x="113" y="220"/>
                    <a:pt x="0" y="267"/>
                  </a:cubicBezTo>
                  <a:cubicBezTo>
                    <a:pt x="5" y="297"/>
                    <a:pt x="5" y="297"/>
                    <a:pt x="5" y="297"/>
                  </a:cubicBezTo>
                  <a:cubicBezTo>
                    <a:pt x="56" y="281"/>
                    <a:pt x="120" y="251"/>
                    <a:pt x="181" y="194"/>
                  </a:cubicBezTo>
                  <a:cubicBezTo>
                    <a:pt x="273" y="108"/>
                    <a:pt x="305" y="43"/>
                    <a:pt x="292" y="0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54F3EC45-D8A2-4195-B074-F33C41766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7" y="1316"/>
              <a:ext cx="159" cy="294"/>
            </a:xfrm>
            <a:custGeom>
              <a:avLst/>
              <a:gdLst>
                <a:gd name="T0" fmla="*/ 61 w 74"/>
                <a:gd name="T1" fmla="*/ 6 h 137"/>
                <a:gd name="T2" fmla="*/ 60 w 74"/>
                <a:gd name="T3" fmla="*/ 0 h 137"/>
                <a:gd name="T4" fmla="*/ 41 w 74"/>
                <a:gd name="T5" fmla="*/ 7 h 137"/>
                <a:gd name="T6" fmla="*/ 33 w 74"/>
                <a:gd name="T7" fmla="*/ 16 h 137"/>
                <a:gd name="T8" fmla="*/ 0 w 74"/>
                <a:gd name="T9" fmla="*/ 32 h 137"/>
                <a:gd name="T10" fmla="*/ 1 w 74"/>
                <a:gd name="T11" fmla="*/ 38 h 137"/>
                <a:gd name="T12" fmla="*/ 15 w 74"/>
                <a:gd name="T13" fmla="*/ 72 h 137"/>
                <a:gd name="T14" fmla="*/ 23 w 74"/>
                <a:gd name="T15" fmla="*/ 122 h 137"/>
                <a:gd name="T16" fmla="*/ 55 w 74"/>
                <a:gd name="T17" fmla="*/ 137 h 137"/>
                <a:gd name="T18" fmla="*/ 61 w 74"/>
                <a:gd name="T19" fmla="*/ 6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4" h="137">
                  <a:moveTo>
                    <a:pt x="61" y="6"/>
                  </a:moveTo>
                  <a:cubicBezTo>
                    <a:pt x="61" y="4"/>
                    <a:pt x="60" y="2"/>
                    <a:pt x="60" y="0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38" y="11"/>
                    <a:pt x="35" y="16"/>
                    <a:pt x="33" y="16"/>
                  </a:cubicBezTo>
                  <a:cubicBezTo>
                    <a:pt x="28" y="17"/>
                    <a:pt x="10" y="26"/>
                    <a:pt x="0" y="32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30" y="38"/>
                    <a:pt x="28" y="61"/>
                    <a:pt x="15" y="72"/>
                  </a:cubicBezTo>
                  <a:cubicBezTo>
                    <a:pt x="2" y="84"/>
                    <a:pt x="23" y="122"/>
                    <a:pt x="23" y="122"/>
                  </a:cubicBezTo>
                  <a:cubicBezTo>
                    <a:pt x="55" y="137"/>
                    <a:pt x="55" y="137"/>
                    <a:pt x="55" y="137"/>
                  </a:cubicBezTo>
                  <a:cubicBezTo>
                    <a:pt x="64" y="112"/>
                    <a:pt x="74" y="60"/>
                    <a:pt x="61" y="6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390DE491-7D46-4483-A60C-F9800BC40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6" y="952"/>
              <a:ext cx="261" cy="658"/>
            </a:xfrm>
            <a:custGeom>
              <a:avLst/>
              <a:gdLst>
                <a:gd name="T0" fmla="*/ 112 w 121"/>
                <a:gd name="T1" fmla="*/ 156 h 306"/>
                <a:gd name="T2" fmla="*/ 103 w 121"/>
                <a:gd name="T3" fmla="*/ 0 h 306"/>
                <a:gd name="T4" fmla="*/ 18 w 121"/>
                <a:gd name="T5" fmla="*/ 80 h 306"/>
                <a:gd name="T6" fmla="*/ 67 w 121"/>
                <a:gd name="T7" fmla="*/ 118 h 306"/>
                <a:gd name="T8" fmla="*/ 63 w 121"/>
                <a:gd name="T9" fmla="*/ 146 h 306"/>
                <a:gd name="T10" fmla="*/ 75 w 121"/>
                <a:gd name="T11" fmla="*/ 306 h 306"/>
                <a:gd name="T12" fmla="*/ 112 w 121"/>
                <a:gd name="T13" fmla="*/ 156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1" h="306">
                  <a:moveTo>
                    <a:pt x="112" y="156"/>
                  </a:moveTo>
                  <a:cubicBezTo>
                    <a:pt x="121" y="60"/>
                    <a:pt x="103" y="0"/>
                    <a:pt x="103" y="0"/>
                  </a:cubicBezTo>
                  <a:cubicBezTo>
                    <a:pt x="14" y="16"/>
                    <a:pt x="0" y="70"/>
                    <a:pt x="18" y="80"/>
                  </a:cubicBezTo>
                  <a:cubicBezTo>
                    <a:pt x="77" y="54"/>
                    <a:pt x="28" y="139"/>
                    <a:pt x="67" y="118"/>
                  </a:cubicBezTo>
                  <a:cubicBezTo>
                    <a:pt x="77" y="112"/>
                    <a:pt x="84" y="129"/>
                    <a:pt x="63" y="146"/>
                  </a:cubicBezTo>
                  <a:cubicBezTo>
                    <a:pt x="41" y="164"/>
                    <a:pt x="100" y="231"/>
                    <a:pt x="75" y="306"/>
                  </a:cubicBezTo>
                  <a:cubicBezTo>
                    <a:pt x="92" y="275"/>
                    <a:pt x="103" y="255"/>
                    <a:pt x="112" y="156"/>
                  </a:cubicBezTo>
                  <a:close/>
                </a:path>
              </a:pathLst>
            </a:custGeom>
            <a:solidFill>
              <a:srgbClr val="000000"/>
            </a:solidFill>
            <a:ln w="14288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0CB898DD-51CC-4D7A-ABAC-0736727E5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8" y="971"/>
              <a:ext cx="569" cy="456"/>
            </a:xfrm>
            <a:custGeom>
              <a:avLst/>
              <a:gdLst>
                <a:gd name="T0" fmla="*/ 0 w 264"/>
                <a:gd name="T1" fmla="*/ 0 h 212"/>
                <a:gd name="T2" fmla="*/ 199 w 264"/>
                <a:gd name="T3" fmla="*/ 32 h 212"/>
                <a:gd name="T4" fmla="*/ 236 w 264"/>
                <a:gd name="T5" fmla="*/ 65 h 212"/>
                <a:gd name="T6" fmla="*/ 264 w 264"/>
                <a:gd name="T7" fmla="*/ 212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4" h="212">
                  <a:moveTo>
                    <a:pt x="0" y="0"/>
                  </a:moveTo>
                  <a:cubicBezTo>
                    <a:pt x="63" y="12"/>
                    <a:pt x="179" y="29"/>
                    <a:pt x="199" y="32"/>
                  </a:cubicBezTo>
                  <a:cubicBezTo>
                    <a:pt x="220" y="35"/>
                    <a:pt x="231" y="42"/>
                    <a:pt x="236" y="65"/>
                  </a:cubicBezTo>
                  <a:cubicBezTo>
                    <a:pt x="241" y="89"/>
                    <a:pt x="264" y="212"/>
                    <a:pt x="264" y="212"/>
                  </a:cubicBezTo>
                </a:path>
              </a:pathLst>
            </a:custGeom>
            <a:noFill/>
            <a:ln w="41275" cap="rnd">
              <a:solidFill>
                <a:srgbClr val="4BB4E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20AD0813-8691-4633-8B8D-41D3019B4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" y="1563"/>
              <a:ext cx="121" cy="603"/>
            </a:xfrm>
            <a:custGeom>
              <a:avLst/>
              <a:gdLst>
                <a:gd name="T0" fmla="*/ 56 w 56"/>
                <a:gd name="T1" fmla="*/ 0 h 280"/>
                <a:gd name="T2" fmla="*/ 56 w 56"/>
                <a:gd name="T3" fmla="*/ 28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6" h="280">
                  <a:moveTo>
                    <a:pt x="56" y="0"/>
                  </a:moveTo>
                  <a:cubicBezTo>
                    <a:pt x="34" y="109"/>
                    <a:pt x="0" y="248"/>
                    <a:pt x="56" y="280"/>
                  </a:cubicBezTo>
                </a:path>
              </a:pathLst>
            </a:custGeom>
            <a:noFill/>
            <a:ln w="41275" cap="rnd">
              <a:solidFill>
                <a:srgbClr val="FF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EB73E377-1A2A-4E23-9256-8D19B5820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" y="1232"/>
              <a:ext cx="69" cy="273"/>
            </a:xfrm>
            <a:custGeom>
              <a:avLst/>
              <a:gdLst>
                <a:gd name="T0" fmla="*/ 23 w 32"/>
                <a:gd name="T1" fmla="*/ 91 h 127"/>
                <a:gd name="T2" fmla="*/ 24 w 32"/>
                <a:gd name="T3" fmla="*/ 0 h 127"/>
                <a:gd name="T4" fmla="*/ 2 w 32"/>
                <a:gd name="T5" fmla="*/ 50 h 127"/>
                <a:gd name="T6" fmla="*/ 10 w 32"/>
                <a:gd name="T7" fmla="*/ 127 h 127"/>
                <a:gd name="T8" fmla="*/ 32 w 32"/>
                <a:gd name="T9" fmla="*/ 124 h 127"/>
                <a:gd name="T10" fmla="*/ 31 w 32"/>
                <a:gd name="T11" fmla="*/ 121 h 127"/>
                <a:gd name="T12" fmla="*/ 23 w 32"/>
                <a:gd name="T13" fmla="*/ 91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127">
                  <a:moveTo>
                    <a:pt x="23" y="91"/>
                  </a:moveTo>
                  <a:cubicBezTo>
                    <a:pt x="19" y="80"/>
                    <a:pt x="15" y="47"/>
                    <a:pt x="24" y="0"/>
                  </a:cubicBezTo>
                  <a:cubicBezTo>
                    <a:pt x="17" y="12"/>
                    <a:pt x="3" y="37"/>
                    <a:pt x="2" y="50"/>
                  </a:cubicBezTo>
                  <a:cubicBezTo>
                    <a:pt x="0" y="68"/>
                    <a:pt x="11" y="108"/>
                    <a:pt x="10" y="127"/>
                  </a:cubicBezTo>
                  <a:cubicBezTo>
                    <a:pt x="32" y="124"/>
                    <a:pt x="32" y="124"/>
                    <a:pt x="32" y="124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31" y="121"/>
                    <a:pt x="27" y="102"/>
                    <a:pt x="23" y="91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DEA080BF-AFC0-4BDC-9C91-850D7902FB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" y="1427"/>
              <a:ext cx="670" cy="637"/>
            </a:xfrm>
            <a:custGeom>
              <a:avLst/>
              <a:gdLst>
                <a:gd name="T0" fmla="*/ 286 w 311"/>
                <a:gd name="T1" fmla="*/ 33 h 296"/>
                <a:gd name="T2" fmla="*/ 176 w 311"/>
                <a:gd name="T3" fmla="*/ 113 h 296"/>
                <a:gd name="T4" fmla="*/ 119 w 311"/>
                <a:gd name="T5" fmla="*/ 185 h 296"/>
                <a:gd name="T6" fmla="*/ 55 w 311"/>
                <a:gd name="T7" fmla="*/ 23 h 296"/>
                <a:gd name="T8" fmla="*/ 0 w 311"/>
                <a:gd name="T9" fmla="*/ 34 h 296"/>
                <a:gd name="T10" fmla="*/ 35 w 311"/>
                <a:gd name="T11" fmla="*/ 211 h 296"/>
                <a:gd name="T12" fmla="*/ 186 w 311"/>
                <a:gd name="T13" fmla="*/ 251 h 296"/>
                <a:gd name="T14" fmla="*/ 284 w 311"/>
                <a:gd name="T15" fmla="*/ 127 h 296"/>
                <a:gd name="T16" fmla="*/ 286 w 311"/>
                <a:gd name="T17" fmla="*/ 33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1" h="296">
                  <a:moveTo>
                    <a:pt x="286" y="33"/>
                  </a:moveTo>
                  <a:cubicBezTo>
                    <a:pt x="249" y="0"/>
                    <a:pt x="201" y="65"/>
                    <a:pt x="176" y="113"/>
                  </a:cubicBezTo>
                  <a:cubicBezTo>
                    <a:pt x="150" y="160"/>
                    <a:pt x="119" y="185"/>
                    <a:pt x="119" y="185"/>
                  </a:cubicBezTo>
                  <a:cubicBezTo>
                    <a:pt x="55" y="23"/>
                    <a:pt x="55" y="23"/>
                    <a:pt x="55" y="2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26" y="163"/>
                    <a:pt x="35" y="211"/>
                  </a:cubicBezTo>
                  <a:cubicBezTo>
                    <a:pt x="50" y="282"/>
                    <a:pt x="141" y="296"/>
                    <a:pt x="186" y="251"/>
                  </a:cubicBezTo>
                  <a:cubicBezTo>
                    <a:pt x="232" y="207"/>
                    <a:pt x="262" y="168"/>
                    <a:pt x="284" y="127"/>
                  </a:cubicBezTo>
                  <a:cubicBezTo>
                    <a:pt x="308" y="86"/>
                    <a:pt x="311" y="55"/>
                    <a:pt x="286" y="33"/>
                  </a:cubicBezTo>
                  <a:close/>
                </a:path>
              </a:pathLst>
            </a:custGeom>
            <a:solidFill>
              <a:srgbClr val="FFFFFF"/>
            </a:solidFill>
            <a:ln w="1428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57D7B14A-856B-472B-91C3-0C1B5F0D8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1505"/>
              <a:ext cx="601" cy="551"/>
            </a:xfrm>
            <a:custGeom>
              <a:avLst/>
              <a:gdLst>
                <a:gd name="T0" fmla="*/ 157 w 279"/>
                <a:gd name="T1" fmla="*/ 212 h 256"/>
                <a:gd name="T2" fmla="*/ 254 w 279"/>
                <a:gd name="T3" fmla="*/ 91 h 256"/>
                <a:gd name="T4" fmla="*/ 256 w 279"/>
                <a:gd name="T5" fmla="*/ 0 h 256"/>
                <a:gd name="T6" fmla="*/ 162 w 279"/>
                <a:gd name="T7" fmla="*/ 176 h 256"/>
                <a:gd name="T8" fmla="*/ 0 w 279"/>
                <a:gd name="T9" fmla="*/ 142 h 256"/>
                <a:gd name="T10" fmla="*/ 0 w 279"/>
                <a:gd name="T11" fmla="*/ 142 h 256"/>
                <a:gd name="T12" fmla="*/ 6 w 279"/>
                <a:gd name="T13" fmla="*/ 175 h 256"/>
                <a:gd name="T14" fmla="*/ 157 w 279"/>
                <a:gd name="T15" fmla="*/ 212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9" h="256">
                  <a:moveTo>
                    <a:pt x="157" y="212"/>
                  </a:moveTo>
                  <a:cubicBezTo>
                    <a:pt x="203" y="168"/>
                    <a:pt x="232" y="132"/>
                    <a:pt x="254" y="91"/>
                  </a:cubicBezTo>
                  <a:cubicBezTo>
                    <a:pt x="276" y="52"/>
                    <a:pt x="277" y="22"/>
                    <a:pt x="256" y="0"/>
                  </a:cubicBezTo>
                  <a:cubicBezTo>
                    <a:pt x="279" y="29"/>
                    <a:pt x="195" y="137"/>
                    <a:pt x="162" y="176"/>
                  </a:cubicBezTo>
                  <a:cubicBezTo>
                    <a:pt x="128" y="217"/>
                    <a:pt x="17" y="230"/>
                    <a:pt x="0" y="142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2" y="155"/>
                    <a:pt x="5" y="167"/>
                    <a:pt x="6" y="175"/>
                  </a:cubicBezTo>
                  <a:cubicBezTo>
                    <a:pt x="21" y="246"/>
                    <a:pt x="112" y="256"/>
                    <a:pt x="157" y="212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ADE0DCA1-F295-45F0-AD19-6F7AACB6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0" y="132"/>
              <a:ext cx="422" cy="422"/>
            </a:xfrm>
            <a:custGeom>
              <a:avLst/>
              <a:gdLst>
                <a:gd name="T0" fmla="*/ 187 w 196"/>
                <a:gd name="T1" fmla="*/ 60 h 196"/>
                <a:gd name="T2" fmla="*/ 195 w 196"/>
                <a:gd name="T3" fmla="*/ 98 h 196"/>
                <a:gd name="T4" fmla="*/ 98 w 196"/>
                <a:gd name="T5" fmla="*/ 192 h 196"/>
                <a:gd name="T6" fmla="*/ 4 w 196"/>
                <a:gd name="T7" fmla="*/ 98 h 196"/>
                <a:gd name="T8" fmla="*/ 98 w 196"/>
                <a:gd name="T9" fmla="*/ 1 h 196"/>
                <a:gd name="T10" fmla="*/ 124 w 196"/>
                <a:gd name="T11" fmla="*/ 4 h 196"/>
                <a:gd name="T12" fmla="*/ 124 w 196"/>
                <a:gd name="T13" fmla="*/ 4 h 196"/>
                <a:gd name="T14" fmla="*/ 98 w 196"/>
                <a:gd name="T15" fmla="*/ 0 h 196"/>
                <a:gd name="T16" fmla="*/ 0 w 196"/>
                <a:gd name="T17" fmla="*/ 98 h 196"/>
                <a:gd name="T18" fmla="*/ 98 w 196"/>
                <a:gd name="T19" fmla="*/ 196 h 196"/>
                <a:gd name="T20" fmla="*/ 196 w 196"/>
                <a:gd name="T21" fmla="*/ 98 h 196"/>
                <a:gd name="T22" fmla="*/ 188 w 196"/>
                <a:gd name="T23" fmla="*/ 59 h 196"/>
                <a:gd name="T24" fmla="*/ 187 w 196"/>
                <a:gd name="T25" fmla="*/ 6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" h="196">
                  <a:moveTo>
                    <a:pt x="187" y="60"/>
                  </a:moveTo>
                  <a:cubicBezTo>
                    <a:pt x="192" y="71"/>
                    <a:pt x="195" y="84"/>
                    <a:pt x="195" y="98"/>
                  </a:cubicBezTo>
                  <a:cubicBezTo>
                    <a:pt x="195" y="150"/>
                    <a:pt x="150" y="192"/>
                    <a:pt x="98" y="192"/>
                  </a:cubicBezTo>
                  <a:cubicBezTo>
                    <a:pt x="46" y="192"/>
                    <a:pt x="4" y="150"/>
                    <a:pt x="4" y="98"/>
                  </a:cubicBezTo>
                  <a:cubicBezTo>
                    <a:pt x="4" y="46"/>
                    <a:pt x="46" y="1"/>
                    <a:pt x="98" y="1"/>
                  </a:cubicBezTo>
                  <a:cubicBezTo>
                    <a:pt x="107" y="1"/>
                    <a:pt x="115" y="2"/>
                    <a:pt x="124" y="4"/>
                  </a:cubicBezTo>
                  <a:cubicBezTo>
                    <a:pt x="124" y="4"/>
                    <a:pt x="124" y="4"/>
                    <a:pt x="124" y="4"/>
                  </a:cubicBezTo>
                  <a:cubicBezTo>
                    <a:pt x="116" y="1"/>
                    <a:pt x="107" y="0"/>
                    <a:pt x="98" y="0"/>
                  </a:cubicBezTo>
                  <a:cubicBezTo>
                    <a:pt x="44" y="0"/>
                    <a:pt x="0" y="44"/>
                    <a:pt x="0" y="98"/>
                  </a:cubicBezTo>
                  <a:cubicBezTo>
                    <a:pt x="0" y="152"/>
                    <a:pt x="44" y="196"/>
                    <a:pt x="98" y="196"/>
                  </a:cubicBezTo>
                  <a:cubicBezTo>
                    <a:pt x="152" y="196"/>
                    <a:pt x="196" y="152"/>
                    <a:pt x="196" y="98"/>
                  </a:cubicBezTo>
                  <a:cubicBezTo>
                    <a:pt x="196" y="84"/>
                    <a:pt x="193" y="71"/>
                    <a:pt x="188" y="59"/>
                  </a:cubicBezTo>
                  <a:lnTo>
                    <a:pt x="187" y="6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id="{3D5B06DC-2E61-4420-A756-EAF2CD39F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" y="132"/>
              <a:ext cx="224" cy="213"/>
            </a:xfrm>
            <a:custGeom>
              <a:avLst/>
              <a:gdLst>
                <a:gd name="T0" fmla="*/ 19 w 104"/>
                <a:gd name="T1" fmla="*/ 1 h 99"/>
                <a:gd name="T2" fmla="*/ 0 w 104"/>
                <a:gd name="T3" fmla="*/ 1 h 99"/>
                <a:gd name="T4" fmla="*/ 47 w 104"/>
                <a:gd name="T5" fmla="*/ 34 h 99"/>
                <a:gd name="T6" fmla="*/ 102 w 104"/>
                <a:gd name="T7" fmla="*/ 97 h 99"/>
                <a:gd name="T8" fmla="*/ 103 w 104"/>
                <a:gd name="T9" fmla="*/ 99 h 99"/>
                <a:gd name="T10" fmla="*/ 19 w 104"/>
                <a:gd name="T11" fmla="*/ 1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99">
                  <a:moveTo>
                    <a:pt x="19" y="1"/>
                  </a:moveTo>
                  <a:cubicBezTo>
                    <a:pt x="12" y="0"/>
                    <a:pt x="6" y="0"/>
                    <a:pt x="0" y="1"/>
                  </a:cubicBezTo>
                  <a:cubicBezTo>
                    <a:pt x="60" y="10"/>
                    <a:pt x="10" y="21"/>
                    <a:pt x="47" y="34"/>
                  </a:cubicBezTo>
                  <a:cubicBezTo>
                    <a:pt x="84" y="47"/>
                    <a:pt x="99" y="70"/>
                    <a:pt x="102" y="97"/>
                  </a:cubicBezTo>
                  <a:cubicBezTo>
                    <a:pt x="102" y="98"/>
                    <a:pt x="103" y="99"/>
                    <a:pt x="103" y="99"/>
                  </a:cubicBezTo>
                  <a:cubicBezTo>
                    <a:pt x="104" y="50"/>
                    <a:pt x="68" y="8"/>
                    <a:pt x="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" name="Freeform 38">
              <a:extLst>
                <a:ext uri="{FF2B5EF4-FFF2-40B4-BE49-F238E27FC236}">
                  <a16:creationId xmlns:a16="http://schemas.microsoft.com/office/drawing/2014/main" id="{124AB052-BD53-4671-8E0D-DA12F48C7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0" y="128"/>
              <a:ext cx="192" cy="45"/>
            </a:xfrm>
            <a:custGeom>
              <a:avLst/>
              <a:gdLst>
                <a:gd name="T0" fmla="*/ 70 w 89"/>
                <a:gd name="T1" fmla="*/ 3 h 21"/>
                <a:gd name="T2" fmla="*/ 0 w 89"/>
                <a:gd name="T3" fmla="*/ 21 h 21"/>
                <a:gd name="T4" fmla="*/ 0 w 89"/>
                <a:gd name="T5" fmla="*/ 21 h 21"/>
                <a:gd name="T6" fmla="*/ 70 w 89"/>
                <a:gd name="T7" fmla="*/ 5 h 21"/>
                <a:gd name="T8" fmla="*/ 80 w 89"/>
                <a:gd name="T9" fmla="*/ 7 h 21"/>
                <a:gd name="T10" fmla="*/ 89 w 89"/>
                <a:gd name="T11" fmla="*/ 9 h 21"/>
                <a:gd name="T12" fmla="*/ 89 w 89"/>
                <a:gd name="T13" fmla="*/ 8 h 21"/>
                <a:gd name="T14" fmla="*/ 70 w 89"/>
                <a:gd name="T15" fmla="*/ 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9" h="21">
                  <a:moveTo>
                    <a:pt x="70" y="3"/>
                  </a:moveTo>
                  <a:cubicBezTo>
                    <a:pt x="44" y="0"/>
                    <a:pt x="19" y="7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9" y="7"/>
                    <a:pt x="43" y="1"/>
                    <a:pt x="70" y="5"/>
                  </a:cubicBezTo>
                  <a:cubicBezTo>
                    <a:pt x="73" y="5"/>
                    <a:pt x="77" y="6"/>
                    <a:pt x="80" y="7"/>
                  </a:cubicBezTo>
                  <a:cubicBezTo>
                    <a:pt x="83" y="7"/>
                    <a:pt x="86" y="8"/>
                    <a:pt x="89" y="9"/>
                  </a:cubicBezTo>
                  <a:cubicBezTo>
                    <a:pt x="89" y="8"/>
                    <a:pt x="89" y="8"/>
                    <a:pt x="89" y="8"/>
                  </a:cubicBezTo>
                  <a:cubicBezTo>
                    <a:pt x="83" y="6"/>
                    <a:pt x="77" y="4"/>
                    <a:pt x="7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" name="Freeform 39">
              <a:extLst>
                <a:ext uri="{FF2B5EF4-FFF2-40B4-BE49-F238E27FC236}">
                  <a16:creationId xmlns:a16="http://schemas.microsoft.com/office/drawing/2014/main" id="{6CBE0BDE-EA90-4020-B119-D02A57A93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7" y="844"/>
              <a:ext cx="1165" cy="1442"/>
            </a:xfrm>
            <a:custGeom>
              <a:avLst/>
              <a:gdLst>
                <a:gd name="T0" fmla="*/ 16 w 541"/>
                <a:gd name="T1" fmla="*/ 214 h 670"/>
                <a:gd name="T2" fmla="*/ 36 w 541"/>
                <a:gd name="T3" fmla="*/ 0 h 670"/>
                <a:gd name="T4" fmla="*/ 9 w 541"/>
                <a:gd name="T5" fmla="*/ 216 h 670"/>
                <a:gd name="T6" fmla="*/ 189 w 541"/>
                <a:gd name="T7" fmla="*/ 544 h 670"/>
                <a:gd name="T8" fmla="*/ 494 w 541"/>
                <a:gd name="T9" fmla="*/ 652 h 670"/>
                <a:gd name="T10" fmla="*/ 541 w 541"/>
                <a:gd name="T11" fmla="*/ 649 h 670"/>
                <a:gd name="T12" fmla="*/ 541 w 541"/>
                <a:gd name="T13" fmla="*/ 645 h 670"/>
                <a:gd name="T14" fmla="*/ 16 w 541"/>
                <a:gd name="T15" fmla="*/ 214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1" h="670">
                  <a:moveTo>
                    <a:pt x="16" y="214"/>
                  </a:moveTo>
                  <a:cubicBezTo>
                    <a:pt x="8" y="137"/>
                    <a:pt x="14" y="66"/>
                    <a:pt x="36" y="0"/>
                  </a:cubicBezTo>
                  <a:cubicBezTo>
                    <a:pt x="12" y="67"/>
                    <a:pt x="0" y="141"/>
                    <a:pt x="9" y="216"/>
                  </a:cubicBezTo>
                  <a:cubicBezTo>
                    <a:pt x="23" y="346"/>
                    <a:pt x="87" y="463"/>
                    <a:pt x="189" y="544"/>
                  </a:cubicBezTo>
                  <a:cubicBezTo>
                    <a:pt x="277" y="614"/>
                    <a:pt x="384" y="652"/>
                    <a:pt x="494" y="652"/>
                  </a:cubicBezTo>
                  <a:cubicBezTo>
                    <a:pt x="510" y="652"/>
                    <a:pt x="525" y="651"/>
                    <a:pt x="541" y="649"/>
                  </a:cubicBezTo>
                  <a:cubicBezTo>
                    <a:pt x="541" y="645"/>
                    <a:pt x="541" y="645"/>
                    <a:pt x="541" y="645"/>
                  </a:cubicBezTo>
                  <a:cubicBezTo>
                    <a:pt x="278" y="670"/>
                    <a:pt x="42" y="478"/>
                    <a:pt x="16" y="2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" name="Freeform 40">
              <a:extLst>
                <a:ext uri="{FF2B5EF4-FFF2-40B4-BE49-F238E27FC236}">
                  <a16:creationId xmlns:a16="http://schemas.microsoft.com/office/drawing/2014/main" id="{94C7C8EC-D915-4D81-84F6-D316D5EBC7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64" y="298"/>
              <a:ext cx="327" cy="290"/>
            </a:xfrm>
            <a:custGeom>
              <a:avLst/>
              <a:gdLst>
                <a:gd name="T0" fmla="*/ 0 w 152"/>
                <a:gd name="T1" fmla="*/ 68 h 135"/>
                <a:gd name="T2" fmla="*/ 50 w 152"/>
                <a:gd name="T3" fmla="*/ 5 h 135"/>
                <a:gd name="T4" fmla="*/ 111 w 152"/>
                <a:gd name="T5" fmla="*/ 23 h 135"/>
                <a:gd name="T6" fmla="*/ 146 w 152"/>
                <a:gd name="T7" fmla="*/ 57 h 135"/>
                <a:gd name="T8" fmla="*/ 146 w 152"/>
                <a:gd name="T9" fmla="*/ 79 h 135"/>
                <a:gd name="T10" fmla="*/ 110 w 152"/>
                <a:gd name="T11" fmla="*/ 114 h 135"/>
                <a:gd name="T12" fmla="*/ 76 w 152"/>
                <a:gd name="T13" fmla="*/ 132 h 135"/>
                <a:gd name="T14" fmla="*/ 21 w 152"/>
                <a:gd name="T15" fmla="*/ 115 h 135"/>
                <a:gd name="T16" fmla="*/ 1 w 152"/>
                <a:gd name="T17" fmla="*/ 79 h 135"/>
                <a:gd name="T18" fmla="*/ 0 w 152"/>
                <a:gd name="T19" fmla="*/ 68 h 135"/>
                <a:gd name="T20" fmla="*/ 0 w 152"/>
                <a:gd name="T21" fmla="*/ 68 h 135"/>
                <a:gd name="T22" fmla="*/ 52 w 152"/>
                <a:gd name="T23" fmla="*/ 55 h 135"/>
                <a:gd name="T24" fmla="*/ 86 w 152"/>
                <a:gd name="T25" fmla="*/ 46 h 135"/>
                <a:gd name="T26" fmla="*/ 86 w 152"/>
                <a:gd name="T27" fmla="*/ 67 h 135"/>
                <a:gd name="T28" fmla="*/ 85 w 152"/>
                <a:gd name="T29" fmla="*/ 67 h 135"/>
                <a:gd name="T30" fmla="*/ 72 w 152"/>
                <a:gd name="T31" fmla="*/ 81 h 135"/>
                <a:gd name="T32" fmla="*/ 85 w 152"/>
                <a:gd name="T33" fmla="*/ 91 h 135"/>
                <a:gd name="T34" fmla="*/ 96 w 152"/>
                <a:gd name="T35" fmla="*/ 79 h 135"/>
                <a:gd name="T36" fmla="*/ 96 w 152"/>
                <a:gd name="T37" fmla="*/ 36 h 135"/>
                <a:gd name="T38" fmla="*/ 94 w 152"/>
                <a:gd name="T39" fmla="*/ 31 h 135"/>
                <a:gd name="T40" fmla="*/ 86 w 152"/>
                <a:gd name="T41" fmla="*/ 29 h 135"/>
                <a:gd name="T42" fmla="*/ 50 w 152"/>
                <a:gd name="T43" fmla="*/ 38 h 135"/>
                <a:gd name="T44" fmla="*/ 43 w 152"/>
                <a:gd name="T45" fmla="*/ 40 h 135"/>
                <a:gd name="T46" fmla="*/ 43 w 152"/>
                <a:gd name="T47" fmla="*/ 82 h 135"/>
                <a:gd name="T48" fmla="*/ 39 w 152"/>
                <a:gd name="T49" fmla="*/ 82 h 135"/>
                <a:gd name="T50" fmla="*/ 28 w 152"/>
                <a:gd name="T51" fmla="*/ 94 h 135"/>
                <a:gd name="T52" fmla="*/ 40 w 152"/>
                <a:gd name="T53" fmla="*/ 105 h 135"/>
                <a:gd name="T54" fmla="*/ 52 w 152"/>
                <a:gd name="T55" fmla="*/ 93 h 135"/>
                <a:gd name="T56" fmla="*/ 52 w 152"/>
                <a:gd name="T57" fmla="*/ 56 h 135"/>
                <a:gd name="T58" fmla="*/ 52 w 152"/>
                <a:gd name="T59" fmla="*/ 55 h 135"/>
                <a:gd name="T60" fmla="*/ 113 w 152"/>
                <a:gd name="T61" fmla="*/ 45 h 135"/>
                <a:gd name="T62" fmla="*/ 113 w 152"/>
                <a:gd name="T63" fmla="*/ 91 h 135"/>
                <a:gd name="T64" fmla="*/ 138 w 152"/>
                <a:gd name="T65" fmla="*/ 68 h 135"/>
                <a:gd name="T66" fmla="*/ 113 w 152"/>
                <a:gd name="T67" fmla="*/ 4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52" h="135">
                  <a:moveTo>
                    <a:pt x="0" y="68"/>
                  </a:moveTo>
                  <a:cubicBezTo>
                    <a:pt x="0" y="38"/>
                    <a:pt x="21" y="12"/>
                    <a:pt x="50" y="5"/>
                  </a:cubicBezTo>
                  <a:cubicBezTo>
                    <a:pt x="73" y="0"/>
                    <a:pt x="94" y="6"/>
                    <a:pt x="111" y="23"/>
                  </a:cubicBezTo>
                  <a:cubicBezTo>
                    <a:pt x="123" y="34"/>
                    <a:pt x="134" y="46"/>
                    <a:pt x="146" y="57"/>
                  </a:cubicBezTo>
                  <a:cubicBezTo>
                    <a:pt x="152" y="64"/>
                    <a:pt x="152" y="73"/>
                    <a:pt x="146" y="79"/>
                  </a:cubicBezTo>
                  <a:cubicBezTo>
                    <a:pt x="134" y="91"/>
                    <a:pt x="122" y="103"/>
                    <a:pt x="110" y="114"/>
                  </a:cubicBezTo>
                  <a:cubicBezTo>
                    <a:pt x="101" y="124"/>
                    <a:pt x="89" y="130"/>
                    <a:pt x="76" y="132"/>
                  </a:cubicBezTo>
                  <a:cubicBezTo>
                    <a:pt x="55" y="135"/>
                    <a:pt x="36" y="130"/>
                    <a:pt x="21" y="115"/>
                  </a:cubicBezTo>
                  <a:cubicBezTo>
                    <a:pt x="10" y="106"/>
                    <a:pt x="3" y="93"/>
                    <a:pt x="1" y="79"/>
                  </a:cubicBezTo>
                  <a:cubicBezTo>
                    <a:pt x="0" y="75"/>
                    <a:pt x="0" y="72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lose/>
                  <a:moveTo>
                    <a:pt x="52" y="55"/>
                  </a:moveTo>
                  <a:cubicBezTo>
                    <a:pt x="64" y="52"/>
                    <a:pt x="75" y="49"/>
                    <a:pt x="86" y="46"/>
                  </a:cubicBezTo>
                  <a:cubicBezTo>
                    <a:pt x="86" y="53"/>
                    <a:pt x="86" y="60"/>
                    <a:pt x="86" y="67"/>
                  </a:cubicBezTo>
                  <a:cubicBezTo>
                    <a:pt x="86" y="67"/>
                    <a:pt x="86" y="67"/>
                    <a:pt x="85" y="67"/>
                  </a:cubicBezTo>
                  <a:cubicBezTo>
                    <a:pt x="77" y="66"/>
                    <a:pt x="71" y="73"/>
                    <a:pt x="72" y="81"/>
                  </a:cubicBezTo>
                  <a:cubicBezTo>
                    <a:pt x="73" y="87"/>
                    <a:pt x="79" y="91"/>
                    <a:pt x="85" y="91"/>
                  </a:cubicBezTo>
                  <a:cubicBezTo>
                    <a:pt x="91" y="91"/>
                    <a:pt x="96" y="86"/>
                    <a:pt x="96" y="79"/>
                  </a:cubicBezTo>
                  <a:cubicBezTo>
                    <a:pt x="96" y="65"/>
                    <a:pt x="96" y="50"/>
                    <a:pt x="96" y="36"/>
                  </a:cubicBezTo>
                  <a:cubicBezTo>
                    <a:pt x="96" y="34"/>
                    <a:pt x="95" y="33"/>
                    <a:pt x="94" y="31"/>
                  </a:cubicBezTo>
                  <a:cubicBezTo>
                    <a:pt x="92" y="29"/>
                    <a:pt x="89" y="28"/>
                    <a:pt x="86" y="29"/>
                  </a:cubicBezTo>
                  <a:cubicBezTo>
                    <a:pt x="74" y="32"/>
                    <a:pt x="62" y="35"/>
                    <a:pt x="50" y="38"/>
                  </a:cubicBezTo>
                  <a:cubicBezTo>
                    <a:pt x="47" y="39"/>
                    <a:pt x="45" y="40"/>
                    <a:pt x="43" y="40"/>
                  </a:cubicBezTo>
                  <a:cubicBezTo>
                    <a:pt x="43" y="54"/>
                    <a:pt x="43" y="68"/>
                    <a:pt x="43" y="82"/>
                  </a:cubicBezTo>
                  <a:cubicBezTo>
                    <a:pt x="41" y="82"/>
                    <a:pt x="40" y="82"/>
                    <a:pt x="39" y="82"/>
                  </a:cubicBezTo>
                  <a:cubicBezTo>
                    <a:pt x="33" y="82"/>
                    <a:pt x="28" y="88"/>
                    <a:pt x="28" y="94"/>
                  </a:cubicBezTo>
                  <a:cubicBezTo>
                    <a:pt x="29" y="100"/>
                    <a:pt x="34" y="105"/>
                    <a:pt x="40" y="105"/>
                  </a:cubicBezTo>
                  <a:cubicBezTo>
                    <a:pt x="47" y="106"/>
                    <a:pt x="52" y="100"/>
                    <a:pt x="52" y="93"/>
                  </a:cubicBezTo>
                  <a:cubicBezTo>
                    <a:pt x="52" y="81"/>
                    <a:pt x="52" y="68"/>
                    <a:pt x="52" y="56"/>
                  </a:cubicBezTo>
                  <a:cubicBezTo>
                    <a:pt x="52" y="55"/>
                    <a:pt x="52" y="55"/>
                    <a:pt x="52" y="55"/>
                  </a:cubicBezTo>
                  <a:close/>
                  <a:moveTo>
                    <a:pt x="113" y="45"/>
                  </a:moveTo>
                  <a:cubicBezTo>
                    <a:pt x="113" y="61"/>
                    <a:pt x="113" y="76"/>
                    <a:pt x="113" y="91"/>
                  </a:cubicBezTo>
                  <a:cubicBezTo>
                    <a:pt x="121" y="83"/>
                    <a:pt x="129" y="76"/>
                    <a:pt x="138" y="68"/>
                  </a:cubicBezTo>
                  <a:cubicBezTo>
                    <a:pt x="129" y="61"/>
                    <a:pt x="121" y="53"/>
                    <a:pt x="113" y="45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" name="Freeform 41">
              <a:extLst>
                <a:ext uri="{FF2B5EF4-FFF2-40B4-BE49-F238E27FC236}">
                  <a16:creationId xmlns:a16="http://schemas.microsoft.com/office/drawing/2014/main" id="{7C966536-5012-433C-9C64-533CB1F425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85" y="631"/>
              <a:ext cx="166" cy="131"/>
            </a:xfrm>
            <a:custGeom>
              <a:avLst/>
              <a:gdLst>
                <a:gd name="T0" fmla="*/ 76 w 77"/>
                <a:gd name="T1" fmla="*/ 5 h 61"/>
                <a:gd name="T2" fmla="*/ 68 w 77"/>
                <a:gd name="T3" fmla="*/ 0 h 61"/>
                <a:gd name="T4" fmla="*/ 50 w 77"/>
                <a:gd name="T5" fmla="*/ 0 h 61"/>
                <a:gd name="T6" fmla="*/ 0 w 77"/>
                <a:gd name="T7" fmla="*/ 0 h 61"/>
                <a:gd name="T8" fmla="*/ 0 w 77"/>
                <a:gd name="T9" fmla="*/ 0 h 61"/>
                <a:gd name="T10" fmla="*/ 0 w 77"/>
                <a:gd name="T11" fmla="*/ 1 h 61"/>
                <a:gd name="T12" fmla="*/ 0 w 77"/>
                <a:gd name="T13" fmla="*/ 52 h 61"/>
                <a:gd name="T14" fmla="*/ 0 w 77"/>
                <a:gd name="T15" fmla="*/ 54 h 61"/>
                <a:gd name="T16" fmla="*/ 8 w 77"/>
                <a:gd name="T17" fmla="*/ 61 h 61"/>
                <a:gd name="T18" fmla="*/ 11 w 77"/>
                <a:gd name="T19" fmla="*/ 61 h 61"/>
                <a:gd name="T20" fmla="*/ 77 w 77"/>
                <a:gd name="T21" fmla="*/ 61 h 61"/>
                <a:gd name="T22" fmla="*/ 77 w 77"/>
                <a:gd name="T23" fmla="*/ 61 h 61"/>
                <a:gd name="T24" fmla="*/ 77 w 77"/>
                <a:gd name="T25" fmla="*/ 60 h 61"/>
                <a:gd name="T26" fmla="*/ 77 w 77"/>
                <a:gd name="T27" fmla="*/ 27 h 61"/>
                <a:gd name="T28" fmla="*/ 77 w 77"/>
                <a:gd name="T29" fmla="*/ 9 h 61"/>
                <a:gd name="T30" fmla="*/ 76 w 77"/>
                <a:gd name="T31" fmla="*/ 5 h 61"/>
                <a:gd name="T32" fmla="*/ 70 w 77"/>
                <a:gd name="T33" fmla="*/ 11 h 61"/>
                <a:gd name="T34" fmla="*/ 70 w 77"/>
                <a:gd name="T35" fmla="*/ 18 h 61"/>
                <a:gd name="T36" fmla="*/ 70 w 77"/>
                <a:gd name="T37" fmla="*/ 19 h 61"/>
                <a:gd name="T38" fmla="*/ 47 w 77"/>
                <a:gd name="T39" fmla="*/ 40 h 61"/>
                <a:gd name="T40" fmla="*/ 32 w 77"/>
                <a:gd name="T41" fmla="*/ 42 h 61"/>
                <a:gd name="T42" fmla="*/ 29 w 77"/>
                <a:gd name="T43" fmla="*/ 40 h 61"/>
                <a:gd name="T44" fmla="*/ 25 w 77"/>
                <a:gd name="T45" fmla="*/ 36 h 61"/>
                <a:gd name="T46" fmla="*/ 7 w 77"/>
                <a:gd name="T47" fmla="*/ 19 h 61"/>
                <a:gd name="T48" fmla="*/ 7 w 77"/>
                <a:gd name="T49" fmla="*/ 18 h 61"/>
                <a:gd name="T50" fmla="*/ 7 w 77"/>
                <a:gd name="T51" fmla="*/ 11 h 61"/>
                <a:gd name="T52" fmla="*/ 7 w 77"/>
                <a:gd name="T53" fmla="*/ 10 h 61"/>
                <a:gd name="T54" fmla="*/ 7 w 77"/>
                <a:gd name="T55" fmla="*/ 11 h 61"/>
                <a:gd name="T56" fmla="*/ 28 w 77"/>
                <a:gd name="T57" fmla="*/ 31 h 61"/>
                <a:gd name="T58" fmla="*/ 33 w 77"/>
                <a:gd name="T59" fmla="*/ 35 h 61"/>
                <a:gd name="T60" fmla="*/ 39 w 77"/>
                <a:gd name="T61" fmla="*/ 37 h 61"/>
                <a:gd name="T62" fmla="*/ 44 w 77"/>
                <a:gd name="T63" fmla="*/ 35 h 61"/>
                <a:gd name="T64" fmla="*/ 70 w 77"/>
                <a:gd name="T65" fmla="*/ 10 h 61"/>
                <a:gd name="T66" fmla="*/ 70 w 77"/>
                <a:gd name="T67" fmla="*/ 10 h 61"/>
                <a:gd name="T68" fmla="*/ 70 w 77"/>
                <a:gd name="T69" fmla="*/ 1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7" h="61">
                  <a:moveTo>
                    <a:pt x="76" y="5"/>
                  </a:moveTo>
                  <a:cubicBezTo>
                    <a:pt x="75" y="2"/>
                    <a:pt x="72" y="0"/>
                    <a:pt x="68" y="0"/>
                  </a:cubicBezTo>
                  <a:cubicBezTo>
                    <a:pt x="62" y="0"/>
                    <a:pt x="56" y="0"/>
                    <a:pt x="50" y="0"/>
                  </a:cubicBezTo>
                  <a:cubicBezTo>
                    <a:pt x="33" y="0"/>
                    <a:pt x="17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8"/>
                    <a:pt x="0" y="35"/>
                    <a:pt x="0" y="52"/>
                  </a:cubicBezTo>
                  <a:cubicBezTo>
                    <a:pt x="0" y="53"/>
                    <a:pt x="0" y="53"/>
                    <a:pt x="0" y="54"/>
                  </a:cubicBezTo>
                  <a:cubicBezTo>
                    <a:pt x="1" y="58"/>
                    <a:pt x="4" y="61"/>
                    <a:pt x="8" y="61"/>
                  </a:cubicBezTo>
                  <a:cubicBezTo>
                    <a:pt x="9" y="61"/>
                    <a:pt x="10" y="61"/>
                    <a:pt x="11" y="61"/>
                  </a:cubicBezTo>
                  <a:cubicBezTo>
                    <a:pt x="33" y="61"/>
                    <a:pt x="55" y="61"/>
                    <a:pt x="77" y="61"/>
                  </a:cubicBezTo>
                  <a:cubicBezTo>
                    <a:pt x="77" y="61"/>
                    <a:pt x="77" y="61"/>
                    <a:pt x="77" y="61"/>
                  </a:cubicBezTo>
                  <a:cubicBezTo>
                    <a:pt x="77" y="61"/>
                    <a:pt x="77" y="61"/>
                    <a:pt x="77" y="60"/>
                  </a:cubicBezTo>
                  <a:cubicBezTo>
                    <a:pt x="77" y="49"/>
                    <a:pt x="77" y="38"/>
                    <a:pt x="77" y="27"/>
                  </a:cubicBezTo>
                  <a:cubicBezTo>
                    <a:pt x="77" y="21"/>
                    <a:pt x="77" y="15"/>
                    <a:pt x="77" y="9"/>
                  </a:cubicBezTo>
                  <a:cubicBezTo>
                    <a:pt x="77" y="7"/>
                    <a:pt x="77" y="6"/>
                    <a:pt x="76" y="5"/>
                  </a:cubicBezTo>
                  <a:close/>
                  <a:moveTo>
                    <a:pt x="70" y="11"/>
                  </a:moveTo>
                  <a:cubicBezTo>
                    <a:pt x="70" y="13"/>
                    <a:pt x="70" y="16"/>
                    <a:pt x="70" y="18"/>
                  </a:cubicBezTo>
                  <a:cubicBezTo>
                    <a:pt x="70" y="18"/>
                    <a:pt x="70" y="19"/>
                    <a:pt x="70" y="19"/>
                  </a:cubicBezTo>
                  <a:cubicBezTo>
                    <a:pt x="62" y="26"/>
                    <a:pt x="55" y="33"/>
                    <a:pt x="47" y="40"/>
                  </a:cubicBezTo>
                  <a:cubicBezTo>
                    <a:pt x="43" y="45"/>
                    <a:pt x="36" y="45"/>
                    <a:pt x="32" y="42"/>
                  </a:cubicBezTo>
                  <a:cubicBezTo>
                    <a:pt x="31" y="42"/>
                    <a:pt x="30" y="41"/>
                    <a:pt x="29" y="40"/>
                  </a:cubicBezTo>
                  <a:cubicBezTo>
                    <a:pt x="28" y="39"/>
                    <a:pt x="26" y="37"/>
                    <a:pt x="25" y="36"/>
                  </a:cubicBezTo>
                  <a:cubicBezTo>
                    <a:pt x="19" y="30"/>
                    <a:pt x="13" y="25"/>
                    <a:pt x="7" y="19"/>
                  </a:cubicBezTo>
                  <a:cubicBezTo>
                    <a:pt x="7" y="19"/>
                    <a:pt x="7" y="18"/>
                    <a:pt x="7" y="18"/>
                  </a:cubicBezTo>
                  <a:cubicBezTo>
                    <a:pt x="7" y="16"/>
                    <a:pt x="7" y="13"/>
                    <a:pt x="7" y="11"/>
                  </a:cubicBezTo>
                  <a:cubicBezTo>
                    <a:pt x="7" y="11"/>
                    <a:pt x="7" y="10"/>
                    <a:pt x="7" y="10"/>
                  </a:cubicBezTo>
                  <a:cubicBezTo>
                    <a:pt x="7" y="10"/>
                    <a:pt x="7" y="11"/>
                    <a:pt x="7" y="11"/>
                  </a:cubicBezTo>
                  <a:cubicBezTo>
                    <a:pt x="14" y="17"/>
                    <a:pt x="21" y="24"/>
                    <a:pt x="28" y="31"/>
                  </a:cubicBezTo>
                  <a:cubicBezTo>
                    <a:pt x="30" y="32"/>
                    <a:pt x="31" y="34"/>
                    <a:pt x="33" y="35"/>
                  </a:cubicBezTo>
                  <a:cubicBezTo>
                    <a:pt x="34" y="37"/>
                    <a:pt x="37" y="38"/>
                    <a:pt x="39" y="37"/>
                  </a:cubicBezTo>
                  <a:cubicBezTo>
                    <a:pt x="41" y="37"/>
                    <a:pt x="43" y="36"/>
                    <a:pt x="44" y="35"/>
                  </a:cubicBezTo>
                  <a:cubicBezTo>
                    <a:pt x="53" y="27"/>
                    <a:pt x="61" y="19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70" y="10"/>
                    <a:pt x="70" y="11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5" name="Freeform 42">
              <a:extLst>
                <a:ext uri="{FF2B5EF4-FFF2-40B4-BE49-F238E27FC236}">
                  <a16:creationId xmlns:a16="http://schemas.microsoft.com/office/drawing/2014/main" id="{7E049A36-B150-4479-9A05-BA13C1ACAD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5" y="668"/>
              <a:ext cx="252" cy="241"/>
            </a:xfrm>
            <a:custGeom>
              <a:avLst/>
              <a:gdLst>
                <a:gd name="T0" fmla="*/ 38 w 117"/>
                <a:gd name="T1" fmla="*/ 112 h 112"/>
                <a:gd name="T2" fmla="*/ 38 w 117"/>
                <a:gd name="T3" fmla="*/ 111 h 112"/>
                <a:gd name="T4" fmla="*/ 38 w 117"/>
                <a:gd name="T5" fmla="*/ 90 h 112"/>
                <a:gd name="T6" fmla="*/ 38 w 117"/>
                <a:gd name="T7" fmla="*/ 89 h 112"/>
                <a:gd name="T8" fmla="*/ 13 w 117"/>
                <a:gd name="T9" fmla="*/ 74 h 112"/>
                <a:gd name="T10" fmla="*/ 2 w 117"/>
                <a:gd name="T11" fmla="*/ 55 h 112"/>
                <a:gd name="T12" fmla="*/ 7 w 117"/>
                <a:gd name="T13" fmla="*/ 26 h 112"/>
                <a:gd name="T14" fmla="*/ 26 w 117"/>
                <a:gd name="T15" fmla="*/ 9 h 112"/>
                <a:gd name="T16" fmla="*/ 49 w 117"/>
                <a:gd name="T17" fmla="*/ 1 h 112"/>
                <a:gd name="T18" fmla="*/ 87 w 117"/>
                <a:gd name="T19" fmla="*/ 7 h 112"/>
                <a:gd name="T20" fmla="*/ 108 w 117"/>
                <a:gd name="T21" fmla="*/ 24 h 112"/>
                <a:gd name="T22" fmla="*/ 116 w 117"/>
                <a:gd name="T23" fmla="*/ 43 h 112"/>
                <a:gd name="T24" fmla="*/ 110 w 117"/>
                <a:gd name="T25" fmla="*/ 67 h 112"/>
                <a:gd name="T26" fmla="*/ 92 w 117"/>
                <a:gd name="T27" fmla="*/ 84 h 112"/>
                <a:gd name="T28" fmla="*/ 68 w 117"/>
                <a:gd name="T29" fmla="*/ 91 h 112"/>
                <a:gd name="T30" fmla="*/ 59 w 117"/>
                <a:gd name="T31" fmla="*/ 92 h 112"/>
                <a:gd name="T32" fmla="*/ 58 w 117"/>
                <a:gd name="T33" fmla="*/ 93 h 112"/>
                <a:gd name="T34" fmla="*/ 39 w 117"/>
                <a:gd name="T35" fmla="*/ 112 h 112"/>
                <a:gd name="T36" fmla="*/ 38 w 117"/>
                <a:gd name="T37" fmla="*/ 112 h 112"/>
                <a:gd name="T38" fmla="*/ 38 w 117"/>
                <a:gd name="T39" fmla="*/ 112 h 112"/>
                <a:gd name="T40" fmla="*/ 38 w 117"/>
                <a:gd name="T41" fmla="*/ 46 h 112"/>
                <a:gd name="T42" fmla="*/ 30 w 117"/>
                <a:gd name="T43" fmla="*/ 38 h 112"/>
                <a:gd name="T44" fmla="*/ 21 w 117"/>
                <a:gd name="T45" fmla="*/ 46 h 112"/>
                <a:gd name="T46" fmla="*/ 30 w 117"/>
                <a:gd name="T47" fmla="*/ 55 h 112"/>
                <a:gd name="T48" fmla="*/ 38 w 117"/>
                <a:gd name="T49" fmla="*/ 46 h 112"/>
                <a:gd name="T50" fmla="*/ 96 w 117"/>
                <a:gd name="T51" fmla="*/ 46 h 112"/>
                <a:gd name="T52" fmla="*/ 87 w 117"/>
                <a:gd name="T53" fmla="*/ 38 h 112"/>
                <a:gd name="T54" fmla="*/ 79 w 117"/>
                <a:gd name="T55" fmla="*/ 46 h 112"/>
                <a:gd name="T56" fmla="*/ 87 w 117"/>
                <a:gd name="T57" fmla="*/ 55 h 112"/>
                <a:gd name="T58" fmla="*/ 96 w 117"/>
                <a:gd name="T59" fmla="*/ 46 h 112"/>
                <a:gd name="T60" fmla="*/ 67 w 117"/>
                <a:gd name="T61" fmla="*/ 46 h 112"/>
                <a:gd name="T62" fmla="*/ 59 w 117"/>
                <a:gd name="T63" fmla="*/ 38 h 112"/>
                <a:gd name="T64" fmla="*/ 50 w 117"/>
                <a:gd name="T65" fmla="*/ 46 h 112"/>
                <a:gd name="T66" fmla="*/ 59 w 117"/>
                <a:gd name="T67" fmla="*/ 55 h 112"/>
                <a:gd name="T68" fmla="*/ 67 w 117"/>
                <a:gd name="T69" fmla="*/ 4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7" h="112">
                  <a:moveTo>
                    <a:pt x="38" y="112"/>
                  </a:moveTo>
                  <a:cubicBezTo>
                    <a:pt x="38" y="112"/>
                    <a:pt x="38" y="112"/>
                    <a:pt x="38" y="111"/>
                  </a:cubicBezTo>
                  <a:cubicBezTo>
                    <a:pt x="38" y="104"/>
                    <a:pt x="38" y="97"/>
                    <a:pt x="38" y="90"/>
                  </a:cubicBezTo>
                  <a:cubicBezTo>
                    <a:pt x="38" y="89"/>
                    <a:pt x="38" y="89"/>
                    <a:pt x="38" y="89"/>
                  </a:cubicBezTo>
                  <a:cubicBezTo>
                    <a:pt x="28" y="86"/>
                    <a:pt x="20" y="81"/>
                    <a:pt x="13" y="74"/>
                  </a:cubicBezTo>
                  <a:cubicBezTo>
                    <a:pt x="8" y="69"/>
                    <a:pt x="4" y="62"/>
                    <a:pt x="2" y="55"/>
                  </a:cubicBezTo>
                  <a:cubicBezTo>
                    <a:pt x="0" y="45"/>
                    <a:pt x="2" y="35"/>
                    <a:pt x="7" y="26"/>
                  </a:cubicBezTo>
                  <a:cubicBezTo>
                    <a:pt x="12" y="19"/>
                    <a:pt x="18" y="13"/>
                    <a:pt x="26" y="9"/>
                  </a:cubicBezTo>
                  <a:cubicBezTo>
                    <a:pt x="33" y="5"/>
                    <a:pt x="41" y="2"/>
                    <a:pt x="49" y="1"/>
                  </a:cubicBezTo>
                  <a:cubicBezTo>
                    <a:pt x="62" y="0"/>
                    <a:pt x="75" y="1"/>
                    <a:pt x="87" y="7"/>
                  </a:cubicBezTo>
                  <a:cubicBezTo>
                    <a:pt x="95" y="11"/>
                    <a:pt x="103" y="16"/>
                    <a:pt x="108" y="24"/>
                  </a:cubicBezTo>
                  <a:cubicBezTo>
                    <a:pt x="113" y="29"/>
                    <a:pt x="115" y="36"/>
                    <a:pt x="116" y="43"/>
                  </a:cubicBezTo>
                  <a:cubicBezTo>
                    <a:pt x="117" y="51"/>
                    <a:pt x="115" y="59"/>
                    <a:pt x="110" y="67"/>
                  </a:cubicBezTo>
                  <a:cubicBezTo>
                    <a:pt x="106" y="74"/>
                    <a:pt x="99" y="79"/>
                    <a:pt x="92" y="84"/>
                  </a:cubicBezTo>
                  <a:cubicBezTo>
                    <a:pt x="85" y="88"/>
                    <a:pt x="77" y="90"/>
                    <a:pt x="68" y="91"/>
                  </a:cubicBezTo>
                  <a:cubicBezTo>
                    <a:pt x="65" y="92"/>
                    <a:pt x="62" y="92"/>
                    <a:pt x="59" y="92"/>
                  </a:cubicBezTo>
                  <a:cubicBezTo>
                    <a:pt x="59" y="92"/>
                    <a:pt x="58" y="92"/>
                    <a:pt x="58" y="93"/>
                  </a:cubicBezTo>
                  <a:cubicBezTo>
                    <a:pt x="52" y="99"/>
                    <a:pt x="45" y="105"/>
                    <a:pt x="39" y="112"/>
                  </a:cubicBezTo>
                  <a:cubicBezTo>
                    <a:pt x="39" y="112"/>
                    <a:pt x="39" y="112"/>
                    <a:pt x="38" y="112"/>
                  </a:cubicBezTo>
                  <a:cubicBezTo>
                    <a:pt x="38" y="112"/>
                    <a:pt x="38" y="112"/>
                    <a:pt x="38" y="112"/>
                  </a:cubicBezTo>
                  <a:close/>
                  <a:moveTo>
                    <a:pt x="38" y="46"/>
                  </a:moveTo>
                  <a:cubicBezTo>
                    <a:pt x="38" y="42"/>
                    <a:pt x="34" y="38"/>
                    <a:pt x="30" y="38"/>
                  </a:cubicBezTo>
                  <a:cubicBezTo>
                    <a:pt x="25" y="38"/>
                    <a:pt x="21" y="42"/>
                    <a:pt x="21" y="46"/>
                  </a:cubicBezTo>
                  <a:cubicBezTo>
                    <a:pt x="21" y="51"/>
                    <a:pt x="25" y="55"/>
                    <a:pt x="30" y="55"/>
                  </a:cubicBezTo>
                  <a:cubicBezTo>
                    <a:pt x="34" y="55"/>
                    <a:pt x="38" y="51"/>
                    <a:pt x="38" y="46"/>
                  </a:cubicBezTo>
                  <a:close/>
                  <a:moveTo>
                    <a:pt x="96" y="46"/>
                  </a:moveTo>
                  <a:cubicBezTo>
                    <a:pt x="96" y="42"/>
                    <a:pt x="92" y="38"/>
                    <a:pt x="87" y="38"/>
                  </a:cubicBezTo>
                  <a:cubicBezTo>
                    <a:pt x="83" y="38"/>
                    <a:pt x="79" y="42"/>
                    <a:pt x="79" y="46"/>
                  </a:cubicBezTo>
                  <a:cubicBezTo>
                    <a:pt x="79" y="51"/>
                    <a:pt x="83" y="55"/>
                    <a:pt x="87" y="55"/>
                  </a:cubicBezTo>
                  <a:cubicBezTo>
                    <a:pt x="92" y="55"/>
                    <a:pt x="96" y="51"/>
                    <a:pt x="96" y="46"/>
                  </a:cubicBezTo>
                  <a:close/>
                  <a:moveTo>
                    <a:pt x="67" y="46"/>
                  </a:moveTo>
                  <a:cubicBezTo>
                    <a:pt x="67" y="42"/>
                    <a:pt x="63" y="38"/>
                    <a:pt x="59" y="38"/>
                  </a:cubicBezTo>
                  <a:cubicBezTo>
                    <a:pt x="54" y="38"/>
                    <a:pt x="50" y="42"/>
                    <a:pt x="50" y="46"/>
                  </a:cubicBezTo>
                  <a:cubicBezTo>
                    <a:pt x="50" y="51"/>
                    <a:pt x="54" y="55"/>
                    <a:pt x="59" y="55"/>
                  </a:cubicBezTo>
                  <a:cubicBezTo>
                    <a:pt x="63" y="55"/>
                    <a:pt x="67" y="51"/>
                    <a:pt x="67" y="46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6" name="Freeform 43">
              <a:extLst>
                <a:ext uri="{FF2B5EF4-FFF2-40B4-BE49-F238E27FC236}">
                  <a16:creationId xmlns:a16="http://schemas.microsoft.com/office/drawing/2014/main" id="{987154AA-7D3E-4E8D-B220-EC556861A1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25" y="661"/>
              <a:ext cx="387" cy="274"/>
            </a:xfrm>
            <a:custGeom>
              <a:avLst/>
              <a:gdLst>
                <a:gd name="T0" fmla="*/ 0 w 180"/>
                <a:gd name="T1" fmla="*/ 0 h 127"/>
                <a:gd name="T2" fmla="*/ 0 w 180"/>
                <a:gd name="T3" fmla="*/ 110 h 127"/>
                <a:gd name="T4" fmla="*/ 32 w 180"/>
                <a:gd name="T5" fmla="*/ 110 h 127"/>
                <a:gd name="T6" fmla="*/ 32 w 180"/>
                <a:gd name="T7" fmla="*/ 127 h 127"/>
                <a:gd name="T8" fmla="*/ 148 w 180"/>
                <a:gd name="T9" fmla="*/ 127 h 127"/>
                <a:gd name="T10" fmla="*/ 148 w 180"/>
                <a:gd name="T11" fmla="*/ 110 h 127"/>
                <a:gd name="T12" fmla="*/ 180 w 180"/>
                <a:gd name="T13" fmla="*/ 110 h 127"/>
                <a:gd name="T14" fmla="*/ 180 w 180"/>
                <a:gd name="T15" fmla="*/ 0 h 127"/>
                <a:gd name="T16" fmla="*/ 0 w 180"/>
                <a:gd name="T17" fmla="*/ 0 h 127"/>
                <a:gd name="T18" fmla="*/ 90 w 180"/>
                <a:gd name="T19" fmla="*/ 117 h 127"/>
                <a:gd name="T20" fmla="*/ 84 w 180"/>
                <a:gd name="T21" fmla="*/ 111 h 127"/>
                <a:gd name="T22" fmla="*/ 90 w 180"/>
                <a:gd name="T23" fmla="*/ 104 h 127"/>
                <a:gd name="T24" fmla="*/ 96 w 180"/>
                <a:gd name="T25" fmla="*/ 111 h 127"/>
                <a:gd name="T26" fmla="*/ 90 w 180"/>
                <a:gd name="T27" fmla="*/ 117 h 127"/>
                <a:gd name="T28" fmla="*/ 167 w 180"/>
                <a:gd name="T29" fmla="*/ 97 h 127"/>
                <a:gd name="T30" fmla="*/ 13 w 180"/>
                <a:gd name="T31" fmla="*/ 97 h 127"/>
                <a:gd name="T32" fmla="*/ 13 w 180"/>
                <a:gd name="T33" fmla="*/ 12 h 127"/>
                <a:gd name="T34" fmla="*/ 167 w 180"/>
                <a:gd name="T35" fmla="*/ 12 h 127"/>
                <a:gd name="T36" fmla="*/ 167 w 180"/>
                <a:gd name="T37" fmla="*/ 97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0" h="127">
                  <a:moveTo>
                    <a:pt x="0" y="0"/>
                  </a:moveTo>
                  <a:cubicBezTo>
                    <a:pt x="0" y="110"/>
                    <a:pt x="0" y="110"/>
                    <a:pt x="0" y="110"/>
                  </a:cubicBezTo>
                  <a:cubicBezTo>
                    <a:pt x="32" y="110"/>
                    <a:pt x="32" y="110"/>
                    <a:pt x="32" y="110"/>
                  </a:cubicBezTo>
                  <a:cubicBezTo>
                    <a:pt x="32" y="127"/>
                    <a:pt x="32" y="127"/>
                    <a:pt x="32" y="127"/>
                  </a:cubicBezTo>
                  <a:cubicBezTo>
                    <a:pt x="148" y="127"/>
                    <a:pt x="148" y="127"/>
                    <a:pt x="148" y="127"/>
                  </a:cubicBezTo>
                  <a:cubicBezTo>
                    <a:pt x="148" y="110"/>
                    <a:pt x="148" y="110"/>
                    <a:pt x="148" y="110"/>
                  </a:cubicBezTo>
                  <a:cubicBezTo>
                    <a:pt x="180" y="110"/>
                    <a:pt x="180" y="110"/>
                    <a:pt x="180" y="110"/>
                  </a:cubicBezTo>
                  <a:cubicBezTo>
                    <a:pt x="180" y="0"/>
                    <a:pt x="180" y="0"/>
                    <a:pt x="180" y="0"/>
                  </a:cubicBezTo>
                  <a:lnTo>
                    <a:pt x="0" y="0"/>
                  </a:lnTo>
                  <a:close/>
                  <a:moveTo>
                    <a:pt x="90" y="117"/>
                  </a:moveTo>
                  <a:cubicBezTo>
                    <a:pt x="87" y="117"/>
                    <a:pt x="84" y="114"/>
                    <a:pt x="84" y="111"/>
                  </a:cubicBezTo>
                  <a:cubicBezTo>
                    <a:pt x="84" y="107"/>
                    <a:pt x="87" y="104"/>
                    <a:pt x="90" y="104"/>
                  </a:cubicBezTo>
                  <a:cubicBezTo>
                    <a:pt x="94" y="104"/>
                    <a:pt x="96" y="107"/>
                    <a:pt x="96" y="111"/>
                  </a:cubicBezTo>
                  <a:cubicBezTo>
                    <a:pt x="96" y="114"/>
                    <a:pt x="94" y="117"/>
                    <a:pt x="90" y="117"/>
                  </a:cubicBezTo>
                  <a:close/>
                  <a:moveTo>
                    <a:pt x="167" y="97"/>
                  </a:moveTo>
                  <a:cubicBezTo>
                    <a:pt x="13" y="97"/>
                    <a:pt x="13" y="97"/>
                    <a:pt x="13" y="97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67" y="12"/>
                    <a:pt x="167" y="12"/>
                    <a:pt x="167" y="12"/>
                  </a:cubicBezTo>
                  <a:lnTo>
                    <a:pt x="167" y="97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" name="Freeform 44">
              <a:extLst>
                <a:ext uri="{FF2B5EF4-FFF2-40B4-BE49-F238E27FC236}">
                  <a16:creationId xmlns:a16="http://schemas.microsoft.com/office/drawing/2014/main" id="{CE940D5C-D8E5-4D8C-9D9D-A49ACF47AC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65" y="125"/>
              <a:ext cx="2258" cy="2135"/>
            </a:xfrm>
            <a:custGeom>
              <a:avLst/>
              <a:gdLst>
                <a:gd name="T0" fmla="*/ 525 w 1049"/>
                <a:gd name="T1" fmla="*/ 12 h 992"/>
                <a:gd name="T2" fmla="*/ 846 w 1049"/>
                <a:gd name="T3" fmla="*/ 134 h 992"/>
                <a:gd name="T4" fmla="*/ 1005 w 1049"/>
                <a:gd name="T5" fmla="*/ 443 h 992"/>
                <a:gd name="T6" fmla="*/ 903 w 1049"/>
                <a:gd name="T7" fmla="*/ 802 h 992"/>
                <a:gd name="T8" fmla="*/ 578 w 1049"/>
                <a:gd name="T9" fmla="*/ 977 h 992"/>
                <a:gd name="T10" fmla="*/ 523 w 1049"/>
                <a:gd name="T11" fmla="*/ 980 h 992"/>
                <a:gd name="T12" fmla="*/ 202 w 1049"/>
                <a:gd name="T13" fmla="*/ 858 h 992"/>
                <a:gd name="T14" fmla="*/ 43 w 1049"/>
                <a:gd name="T15" fmla="*/ 550 h 992"/>
                <a:gd name="T16" fmla="*/ 146 w 1049"/>
                <a:gd name="T17" fmla="*/ 194 h 992"/>
                <a:gd name="T18" fmla="*/ 471 w 1049"/>
                <a:gd name="T19" fmla="*/ 15 h 992"/>
                <a:gd name="T20" fmla="*/ 525 w 1049"/>
                <a:gd name="T21" fmla="*/ 12 h 992"/>
                <a:gd name="T22" fmla="*/ 525 w 1049"/>
                <a:gd name="T23" fmla="*/ 12 h 992"/>
                <a:gd name="T24" fmla="*/ 525 w 1049"/>
                <a:gd name="T25" fmla="*/ 0 h 992"/>
                <a:gd name="T26" fmla="*/ 469 w 1049"/>
                <a:gd name="T27" fmla="*/ 3 h 992"/>
                <a:gd name="T28" fmla="*/ 31 w 1049"/>
                <a:gd name="T29" fmla="*/ 551 h 992"/>
                <a:gd name="T30" fmla="*/ 523 w 1049"/>
                <a:gd name="T31" fmla="*/ 992 h 992"/>
                <a:gd name="T32" fmla="*/ 579 w 1049"/>
                <a:gd name="T33" fmla="*/ 989 h 992"/>
                <a:gd name="T34" fmla="*/ 1017 w 1049"/>
                <a:gd name="T35" fmla="*/ 441 h 992"/>
                <a:gd name="T36" fmla="*/ 525 w 1049"/>
                <a:gd name="T37" fmla="*/ 0 h 9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49" h="992">
                  <a:moveTo>
                    <a:pt x="525" y="12"/>
                  </a:moveTo>
                  <a:cubicBezTo>
                    <a:pt x="643" y="12"/>
                    <a:pt x="757" y="55"/>
                    <a:pt x="846" y="134"/>
                  </a:cubicBezTo>
                  <a:cubicBezTo>
                    <a:pt x="936" y="214"/>
                    <a:pt x="992" y="323"/>
                    <a:pt x="1005" y="443"/>
                  </a:cubicBezTo>
                  <a:cubicBezTo>
                    <a:pt x="1020" y="574"/>
                    <a:pt x="984" y="702"/>
                    <a:pt x="903" y="802"/>
                  </a:cubicBezTo>
                  <a:cubicBezTo>
                    <a:pt x="823" y="901"/>
                    <a:pt x="707" y="963"/>
                    <a:pt x="578" y="977"/>
                  </a:cubicBezTo>
                  <a:cubicBezTo>
                    <a:pt x="560" y="979"/>
                    <a:pt x="541" y="980"/>
                    <a:pt x="523" y="980"/>
                  </a:cubicBezTo>
                  <a:cubicBezTo>
                    <a:pt x="405" y="980"/>
                    <a:pt x="291" y="937"/>
                    <a:pt x="202" y="858"/>
                  </a:cubicBezTo>
                  <a:cubicBezTo>
                    <a:pt x="113" y="778"/>
                    <a:pt x="56" y="669"/>
                    <a:pt x="43" y="550"/>
                  </a:cubicBezTo>
                  <a:cubicBezTo>
                    <a:pt x="28" y="421"/>
                    <a:pt x="65" y="295"/>
                    <a:pt x="146" y="194"/>
                  </a:cubicBezTo>
                  <a:cubicBezTo>
                    <a:pt x="227" y="93"/>
                    <a:pt x="342" y="29"/>
                    <a:pt x="471" y="15"/>
                  </a:cubicBezTo>
                  <a:cubicBezTo>
                    <a:pt x="488" y="13"/>
                    <a:pt x="507" y="12"/>
                    <a:pt x="525" y="12"/>
                  </a:cubicBezTo>
                  <a:cubicBezTo>
                    <a:pt x="525" y="12"/>
                    <a:pt x="525" y="12"/>
                    <a:pt x="525" y="12"/>
                  </a:cubicBezTo>
                  <a:moveTo>
                    <a:pt x="525" y="0"/>
                  </a:moveTo>
                  <a:cubicBezTo>
                    <a:pt x="506" y="0"/>
                    <a:pt x="488" y="1"/>
                    <a:pt x="469" y="3"/>
                  </a:cubicBezTo>
                  <a:cubicBezTo>
                    <a:pt x="197" y="33"/>
                    <a:pt x="0" y="279"/>
                    <a:pt x="31" y="551"/>
                  </a:cubicBezTo>
                  <a:cubicBezTo>
                    <a:pt x="59" y="805"/>
                    <a:pt x="274" y="992"/>
                    <a:pt x="523" y="992"/>
                  </a:cubicBezTo>
                  <a:cubicBezTo>
                    <a:pt x="542" y="992"/>
                    <a:pt x="560" y="991"/>
                    <a:pt x="579" y="989"/>
                  </a:cubicBezTo>
                  <a:cubicBezTo>
                    <a:pt x="852" y="959"/>
                    <a:pt x="1049" y="722"/>
                    <a:pt x="1017" y="441"/>
                  </a:cubicBezTo>
                  <a:cubicBezTo>
                    <a:pt x="989" y="187"/>
                    <a:pt x="774" y="0"/>
                    <a:pt x="5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" name="Freeform 45">
              <a:extLst>
                <a:ext uri="{FF2B5EF4-FFF2-40B4-BE49-F238E27FC236}">
                  <a16:creationId xmlns:a16="http://schemas.microsoft.com/office/drawing/2014/main" id="{A3EF35C6-1E4D-409A-AAAE-06E1BD1D1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" y="1404"/>
              <a:ext cx="1200" cy="886"/>
            </a:xfrm>
            <a:custGeom>
              <a:avLst/>
              <a:gdLst>
                <a:gd name="T0" fmla="*/ 326 w 557"/>
                <a:gd name="T1" fmla="*/ 248 h 412"/>
                <a:gd name="T2" fmla="*/ 0 w 557"/>
                <a:gd name="T3" fmla="*/ 0 h 412"/>
                <a:gd name="T4" fmla="*/ 528 w 557"/>
                <a:gd name="T5" fmla="*/ 384 h 412"/>
                <a:gd name="T6" fmla="*/ 557 w 557"/>
                <a:gd name="T7" fmla="*/ 380 h 412"/>
                <a:gd name="T8" fmla="*/ 557 w 557"/>
                <a:gd name="T9" fmla="*/ 380 h 412"/>
                <a:gd name="T10" fmla="*/ 504 w 557"/>
                <a:gd name="T11" fmla="*/ 356 h 412"/>
                <a:gd name="T12" fmla="*/ 326 w 557"/>
                <a:gd name="T13" fmla="*/ 248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7" h="412">
                  <a:moveTo>
                    <a:pt x="326" y="248"/>
                  </a:moveTo>
                  <a:cubicBezTo>
                    <a:pt x="295" y="186"/>
                    <a:pt x="82" y="285"/>
                    <a:pt x="0" y="0"/>
                  </a:cubicBezTo>
                  <a:cubicBezTo>
                    <a:pt x="42" y="242"/>
                    <a:pt x="277" y="412"/>
                    <a:pt x="528" y="384"/>
                  </a:cubicBezTo>
                  <a:cubicBezTo>
                    <a:pt x="538" y="383"/>
                    <a:pt x="548" y="381"/>
                    <a:pt x="557" y="380"/>
                  </a:cubicBezTo>
                  <a:cubicBezTo>
                    <a:pt x="557" y="380"/>
                    <a:pt x="557" y="380"/>
                    <a:pt x="557" y="380"/>
                  </a:cubicBezTo>
                  <a:cubicBezTo>
                    <a:pt x="543" y="365"/>
                    <a:pt x="524" y="356"/>
                    <a:pt x="504" y="356"/>
                  </a:cubicBezTo>
                  <a:cubicBezTo>
                    <a:pt x="367" y="356"/>
                    <a:pt x="355" y="305"/>
                    <a:pt x="326" y="248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" name="Freeform 46">
              <a:extLst>
                <a:ext uri="{FF2B5EF4-FFF2-40B4-BE49-F238E27FC236}">
                  <a16:creationId xmlns:a16="http://schemas.microsoft.com/office/drawing/2014/main" id="{D70846C9-E03D-4C05-A612-6DB625FDF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6" y="1075"/>
              <a:ext cx="95" cy="135"/>
            </a:xfrm>
            <a:custGeom>
              <a:avLst/>
              <a:gdLst>
                <a:gd name="T0" fmla="*/ 95 w 95"/>
                <a:gd name="T1" fmla="*/ 15 h 135"/>
                <a:gd name="T2" fmla="*/ 11 w 95"/>
                <a:gd name="T3" fmla="*/ 0 h 135"/>
                <a:gd name="T4" fmla="*/ 0 w 95"/>
                <a:gd name="T5" fmla="*/ 13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" h="135">
                  <a:moveTo>
                    <a:pt x="95" y="15"/>
                  </a:moveTo>
                  <a:lnTo>
                    <a:pt x="11" y="0"/>
                  </a:lnTo>
                  <a:lnTo>
                    <a:pt x="0" y="135"/>
                  </a:ln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418408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Texte avec illustration</a:t>
            </a: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D6D22CC8-FC1E-4155-B3E3-47DB13E082A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00250" y="0"/>
            <a:ext cx="5143500" cy="5143500"/>
            <a:chOff x="1260" y="0"/>
            <a:chExt cx="3240" cy="3240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BC8F2643-B301-457C-A33C-DA7AD9AB046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260" y="0"/>
              <a:ext cx="3240" cy="3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55E47852-4471-4CBB-9743-2C75FF7ED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" y="1572"/>
              <a:ext cx="413" cy="228"/>
            </a:xfrm>
            <a:custGeom>
              <a:avLst/>
              <a:gdLst>
                <a:gd name="T0" fmla="*/ 41 w 284"/>
                <a:gd name="T1" fmla="*/ 157 h 157"/>
                <a:gd name="T2" fmla="*/ 24 w 284"/>
                <a:gd name="T3" fmla="*/ 150 h 157"/>
                <a:gd name="T4" fmla="*/ 36 w 284"/>
                <a:gd name="T5" fmla="*/ 24 h 157"/>
                <a:gd name="T6" fmla="*/ 42 w 284"/>
                <a:gd name="T7" fmla="*/ 12 h 157"/>
                <a:gd name="T8" fmla="*/ 17 w 284"/>
                <a:gd name="T9" fmla="*/ 24 h 157"/>
                <a:gd name="T10" fmla="*/ 13 w 284"/>
                <a:gd name="T11" fmla="*/ 15 h 157"/>
                <a:gd name="T12" fmla="*/ 48 w 284"/>
                <a:gd name="T13" fmla="*/ 7 h 157"/>
                <a:gd name="T14" fmla="*/ 43 w 284"/>
                <a:gd name="T15" fmla="*/ 28 h 157"/>
                <a:gd name="T16" fmla="*/ 30 w 284"/>
                <a:gd name="T17" fmla="*/ 144 h 157"/>
                <a:gd name="T18" fmla="*/ 82 w 284"/>
                <a:gd name="T19" fmla="*/ 129 h 157"/>
                <a:gd name="T20" fmla="*/ 222 w 284"/>
                <a:gd name="T21" fmla="*/ 90 h 157"/>
                <a:gd name="T22" fmla="*/ 284 w 284"/>
                <a:gd name="T23" fmla="*/ 112 h 157"/>
                <a:gd name="T24" fmla="*/ 279 w 284"/>
                <a:gd name="T25" fmla="*/ 118 h 157"/>
                <a:gd name="T26" fmla="*/ 86 w 284"/>
                <a:gd name="T27" fmla="*/ 135 h 157"/>
                <a:gd name="T28" fmla="*/ 41 w 284"/>
                <a:gd name="T29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4" h="157">
                  <a:moveTo>
                    <a:pt x="41" y="157"/>
                  </a:moveTo>
                  <a:cubicBezTo>
                    <a:pt x="34" y="157"/>
                    <a:pt x="29" y="154"/>
                    <a:pt x="24" y="150"/>
                  </a:cubicBezTo>
                  <a:cubicBezTo>
                    <a:pt x="0" y="127"/>
                    <a:pt x="21" y="47"/>
                    <a:pt x="36" y="24"/>
                  </a:cubicBezTo>
                  <a:cubicBezTo>
                    <a:pt x="41" y="16"/>
                    <a:pt x="42" y="13"/>
                    <a:pt x="42" y="12"/>
                  </a:cubicBezTo>
                  <a:cubicBezTo>
                    <a:pt x="39" y="12"/>
                    <a:pt x="28" y="18"/>
                    <a:pt x="17" y="24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3" y="9"/>
                    <a:pt x="42" y="0"/>
                    <a:pt x="48" y="7"/>
                  </a:cubicBezTo>
                  <a:cubicBezTo>
                    <a:pt x="53" y="12"/>
                    <a:pt x="48" y="21"/>
                    <a:pt x="43" y="28"/>
                  </a:cubicBezTo>
                  <a:cubicBezTo>
                    <a:pt x="27" y="52"/>
                    <a:pt x="10" y="126"/>
                    <a:pt x="30" y="144"/>
                  </a:cubicBezTo>
                  <a:cubicBezTo>
                    <a:pt x="42" y="155"/>
                    <a:pt x="64" y="142"/>
                    <a:pt x="82" y="129"/>
                  </a:cubicBezTo>
                  <a:cubicBezTo>
                    <a:pt x="136" y="87"/>
                    <a:pt x="188" y="85"/>
                    <a:pt x="222" y="90"/>
                  </a:cubicBezTo>
                  <a:cubicBezTo>
                    <a:pt x="259" y="96"/>
                    <a:pt x="283" y="111"/>
                    <a:pt x="284" y="112"/>
                  </a:cubicBezTo>
                  <a:cubicBezTo>
                    <a:pt x="279" y="118"/>
                    <a:pt x="279" y="118"/>
                    <a:pt x="279" y="118"/>
                  </a:cubicBezTo>
                  <a:cubicBezTo>
                    <a:pt x="279" y="118"/>
                    <a:pt x="185" y="59"/>
                    <a:pt x="86" y="135"/>
                  </a:cubicBezTo>
                  <a:cubicBezTo>
                    <a:pt x="68" y="149"/>
                    <a:pt x="53" y="157"/>
                    <a:pt x="41" y="157"/>
                  </a:cubicBezTo>
                  <a:close/>
                </a:path>
              </a:pathLst>
            </a:custGeom>
            <a:solidFill>
              <a:srgbClr val="085E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0E2DAD45-FE2A-4722-A871-CFD593425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2" y="1087"/>
              <a:ext cx="1129" cy="520"/>
            </a:xfrm>
            <a:custGeom>
              <a:avLst/>
              <a:gdLst>
                <a:gd name="T0" fmla="*/ 7 w 776"/>
                <a:gd name="T1" fmla="*/ 357 h 357"/>
                <a:gd name="T2" fmla="*/ 3 w 776"/>
                <a:gd name="T3" fmla="*/ 356 h 357"/>
                <a:gd name="T4" fmla="*/ 2 w 776"/>
                <a:gd name="T5" fmla="*/ 348 h 357"/>
                <a:gd name="T6" fmla="*/ 115 w 776"/>
                <a:gd name="T7" fmla="*/ 330 h 357"/>
                <a:gd name="T8" fmla="*/ 226 w 776"/>
                <a:gd name="T9" fmla="*/ 247 h 357"/>
                <a:gd name="T10" fmla="*/ 235 w 776"/>
                <a:gd name="T11" fmla="*/ 249 h 357"/>
                <a:gd name="T12" fmla="*/ 234 w 776"/>
                <a:gd name="T13" fmla="*/ 255 h 357"/>
                <a:gd name="T14" fmla="*/ 239 w 776"/>
                <a:gd name="T15" fmla="*/ 273 h 357"/>
                <a:gd name="T16" fmla="*/ 285 w 776"/>
                <a:gd name="T17" fmla="*/ 270 h 357"/>
                <a:gd name="T18" fmla="*/ 422 w 776"/>
                <a:gd name="T19" fmla="*/ 155 h 357"/>
                <a:gd name="T20" fmla="*/ 508 w 776"/>
                <a:gd name="T21" fmla="*/ 62 h 357"/>
                <a:gd name="T22" fmla="*/ 726 w 776"/>
                <a:gd name="T23" fmla="*/ 20 h 357"/>
                <a:gd name="T24" fmla="*/ 772 w 776"/>
                <a:gd name="T25" fmla="*/ 64 h 357"/>
                <a:gd name="T26" fmla="*/ 763 w 776"/>
                <a:gd name="T27" fmla="*/ 99 h 357"/>
                <a:gd name="T28" fmla="*/ 720 w 776"/>
                <a:gd name="T29" fmla="*/ 120 h 357"/>
                <a:gd name="T30" fmla="*/ 713 w 776"/>
                <a:gd name="T31" fmla="*/ 115 h 357"/>
                <a:gd name="T32" fmla="*/ 717 w 776"/>
                <a:gd name="T33" fmla="*/ 108 h 357"/>
                <a:gd name="T34" fmla="*/ 752 w 776"/>
                <a:gd name="T35" fmla="*/ 93 h 357"/>
                <a:gd name="T36" fmla="*/ 753 w 776"/>
                <a:gd name="T37" fmla="*/ 70 h 357"/>
                <a:gd name="T38" fmla="*/ 719 w 776"/>
                <a:gd name="T39" fmla="*/ 34 h 357"/>
                <a:gd name="T40" fmla="*/ 513 w 776"/>
                <a:gd name="T41" fmla="*/ 73 h 357"/>
                <a:gd name="T42" fmla="*/ 424 w 776"/>
                <a:gd name="T43" fmla="*/ 160 h 357"/>
                <a:gd name="T44" fmla="*/ 286 w 776"/>
                <a:gd name="T45" fmla="*/ 279 h 357"/>
                <a:gd name="T46" fmla="*/ 227 w 776"/>
                <a:gd name="T47" fmla="*/ 284 h 357"/>
                <a:gd name="T48" fmla="*/ 217 w 776"/>
                <a:gd name="T49" fmla="*/ 262 h 357"/>
                <a:gd name="T50" fmla="*/ 116 w 776"/>
                <a:gd name="T51" fmla="*/ 338 h 357"/>
                <a:gd name="T52" fmla="*/ 112 w 776"/>
                <a:gd name="T53" fmla="*/ 343 h 357"/>
                <a:gd name="T54" fmla="*/ 107 w 776"/>
                <a:gd name="T55" fmla="*/ 340 h 357"/>
                <a:gd name="T56" fmla="*/ 11 w 776"/>
                <a:gd name="T57" fmla="*/ 355 h 357"/>
                <a:gd name="T58" fmla="*/ 7 w 776"/>
                <a:gd name="T59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76" h="357">
                  <a:moveTo>
                    <a:pt x="7" y="357"/>
                  </a:moveTo>
                  <a:cubicBezTo>
                    <a:pt x="5" y="357"/>
                    <a:pt x="4" y="357"/>
                    <a:pt x="3" y="356"/>
                  </a:cubicBezTo>
                  <a:cubicBezTo>
                    <a:pt x="0" y="354"/>
                    <a:pt x="0" y="350"/>
                    <a:pt x="2" y="348"/>
                  </a:cubicBezTo>
                  <a:cubicBezTo>
                    <a:pt x="41" y="294"/>
                    <a:pt x="98" y="321"/>
                    <a:pt x="115" y="330"/>
                  </a:cubicBezTo>
                  <a:cubicBezTo>
                    <a:pt x="178" y="245"/>
                    <a:pt x="222" y="247"/>
                    <a:pt x="226" y="247"/>
                  </a:cubicBezTo>
                  <a:cubicBezTo>
                    <a:pt x="231" y="247"/>
                    <a:pt x="235" y="249"/>
                    <a:pt x="235" y="249"/>
                  </a:cubicBezTo>
                  <a:cubicBezTo>
                    <a:pt x="234" y="255"/>
                    <a:pt x="234" y="255"/>
                    <a:pt x="234" y="255"/>
                  </a:cubicBezTo>
                  <a:cubicBezTo>
                    <a:pt x="234" y="256"/>
                    <a:pt x="232" y="267"/>
                    <a:pt x="239" y="273"/>
                  </a:cubicBezTo>
                  <a:cubicBezTo>
                    <a:pt x="243" y="276"/>
                    <a:pt x="255" y="284"/>
                    <a:pt x="285" y="270"/>
                  </a:cubicBezTo>
                  <a:cubicBezTo>
                    <a:pt x="364" y="236"/>
                    <a:pt x="395" y="195"/>
                    <a:pt x="422" y="155"/>
                  </a:cubicBezTo>
                  <a:cubicBezTo>
                    <a:pt x="445" y="121"/>
                    <a:pt x="458" y="88"/>
                    <a:pt x="508" y="62"/>
                  </a:cubicBezTo>
                  <a:cubicBezTo>
                    <a:pt x="591" y="18"/>
                    <a:pt x="679" y="0"/>
                    <a:pt x="726" y="20"/>
                  </a:cubicBezTo>
                  <a:cubicBezTo>
                    <a:pt x="747" y="29"/>
                    <a:pt x="766" y="44"/>
                    <a:pt x="772" y="64"/>
                  </a:cubicBezTo>
                  <a:cubicBezTo>
                    <a:pt x="776" y="78"/>
                    <a:pt x="768" y="91"/>
                    <a:pt x="763" y="99"/>
                  </a:cubicBezTo>
                  <a:cubicBezTo>
                    <a:pt x="754" y="113"/>
                    <a:pt x="736" y="116"/>
                    <a:pt x="720" y="120"/>
                  </a:cubicBezTo>
                  <a:cubicBezTo>
                    <a:pt x="717" y="120"/>
                    <a:pt x="713" y="118"/>
                    <a:pt x="713" y="115"/>
                  </a:cubicBezTo>
                  <a:cubicBezTo>
                    <a:pt x="712" y="112"/>
                    <a:pt x="714" y="108"/>
                    <a:pt x="717" y="108"/>
                  </a:cubicBezTo>
                  <a:cubicBezTo>
                    <a:pt x="734" y="105"/>
                    <a:pt x="747" y="101"/>
                    <a:pt x="752" y="93"/>
                  </a:cubicBezTo>
                  <a:cubicBezTo>
                    <a:pt x="756" y="87"/>
                    <a:pt x="756" y="80"/>
                    <a:pt x="753" y="70"/>
                  </a:cubicBezTo>
                  <a:cubicBezTo>
                    <a:pt x="748" y="53"/>
                    <a:pt x="736" y="41"/>
                    <a:pt x="719" y="34"/>
                  </a:cubicBezTo>
                  <a:cubicBezTo>
                    <a:pt x="675" y="15"/>
                    <a:pt x="594" y="31"/>
                    <a:pt x="513" y="73"/>
                  </a:cubicBezTo>
                  <a:cubicBezTo>
                    <a:pt x="466" y="98"/>
                    <a:pt x="446" y="128"/>
                    <a:pt x="424" y="160"/>
                  </a:cubicBezTo>
                  <a:cubicBezTo>
                    <a:pt x="397" y="201"/>
                    <a:pt x="368" y="244"/>
                    <a:pt x="286" y="279"/>
                  </a:cubicBezTo>
                  <a:cubicBezTo>
                    <a:pt x="258" y="292"/>
                    <a:pt x="239" y="293"/>
                    <a:pt x="227" y="284"/>
                  </a:cubicBezTo>
                  <a:cubicBezTo>
                    <a:pt x="219" y="278"/>
                    <a:pt x="218" y="268"/>
                    <a:pt x="217" y="262"/>
                  </a:cubicBezTo>
                  <a:cubicBezTo>
                    <a:pt x="203" y="263"/>
                    <a:pt x="164" y="272"/>
                    <a:pt x="116" y="338"/>
                  </a:cubicBezTo>
                  <a:cubicBezTo>
                    <a:pt x="112" y="343"/>
                    <a:pt x="112" y="343"/>
                    <a:pt x="112" y="343"/>
                  </a:cubicBezTo>
                  <a:cubicBezTo>
                    <a:pt x="107" y="340"/>
                    <a:pt x="107" y="340"/>
                    <a:pt x="107" y="340"/>
                  </a:cubicBezTo>
                  <a:cubicBezTo>
                    <a:pt x="105" y="338"/>
                    <a:pt x="51" y="301"/>
                    <a:pt x="11" y="355"/>
                  </a:cubicBezTo>
                  <a:cubicBezTo>
                    <a:pt x="10" y="356"/>
                    <a:pt x="8" y="357"/>
                    <a:pt x="7" y="3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E5A9E960-5EE7-4EF0-BBC7-433C281B4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9" y="1750"/>
              <a:ext cx="1978" cy="966"/>
            </a:xfrm>
            <a:custGeom>
              <a:avLst/>
              <a:gdLst>
                <a:gd name="T0" fmla="*/ 1359 w 1359"/>
                <a:gd name="T1" fmla="*/ 664 h 664"/>
                <a:gd name="T2" fmla="*/ 885 w 1359"/>
                <a:gd name="T3" fmla="*/ 159 h 664"/>
                <a:gd name="T4" fmla="*/ 508 w 1359"/>
                <a:gd name="T5" fmla="*/ 187 h 664"/>
                <a:gd name="T6" fmla="*/ 286 w 1359"/>
                <a:gd name="T7" fmla="*/ 221 h 664"/>
                <a:gd name="T8" fmla="*/ 74 w 1359"/>
                <a:gd name="T9" fmla="*/ 208 h 664"/>
                <a:gd name="T10" fmla="*/ 351 w 1359"/>
                <a:gd name="T11" fmla="*/ 450 h 664"/>
                <a:gd name="T12" fmla="*/ 1359 w 1359"/>
                <a:gd name="T13" fmla="*/ 664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9" h="664">
                  <a:moveTo>
                    <a:pt x="1359" y="664"/>
                  </a:moveTo>
                  <a:cubicBezTo>
                    <a:pt x="1219" y="450"/>
                    <a:pt x="916" y="76"/>
                    <a:pt x="885" y="159"/>
                  </a:cubicBezTo>
                  <a:cubicBezTo>
                    <a:pt x="794" y="400"/>
                    <a:pt x="739" y="316"/>
                    <a:pt x="508" y="187"/>
                  </a:cubicBezTo>
                  <a:cubicBezTo>
                    <a:pt x="277" y="59"/>
                    <a:pt x="38" y="0"/>
                    <a:pt x="286" y="221"/>
                  </a:cubicBezTo>
                  <a:cubicBezTo>
                    <a:pt x="534" y="442"/>
                    <a:pt x="155" y="226"/>
                    <a:pt x="74" y="208"/>
                  </a:cubicBezTo>
                  <a:cubicBezTo>
                    <a:pt x="0" y="191"/>
                    <a:pt x="154" y="305"/>
                    <a:pt x="351" y="450"/>
                  </a:cubicBezTo>
                  <a:lnTo>
                    <a:pt x="1359" y="664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E676F584-9BF0-4656-BD8F-CA17074F7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0" y="2282"/>
              <a:ext cx="754" cy="431"/>
            </a:xfrm>
            <a:custGeom>
              <a:avLst/>
              <a:gdLst>
                <a:gd name="T0" fmla="*/ 0 w 518"/>
                <a:gd name="T1" fmla="*/ 84 h 296"/>
                <a:gd name="T2" fmla="*/ 234 w 518"/>
                <a:gd name="T3" fmla="*/ 180 h 296"/>
                <a:gd name="T4" fmla="*/ 518 w 518"/>
                <a:gd name="T5" fmla="*/ 195 h 296"/>
                <a:gd name="T6" fmla="*/ 400 w 518"/>
                <a:gd name="T7" fmla="*/ 18 h 296"/>
                <a:gd name="T8" fmla="*/ 46 w 518"/>
                <a:gd name="T9" fmla="*/ 0 h 296"/>
                <a:gd name="T10" fmla="*/ 0 w 518"/>
                <a:gd name="T11" fmla="*/ 84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8" h="296">
                  <a:moveTo>
                    <a:pt x="0" y="84"/>
                  </a:moveTo>
                  <a:cubicBezTo>
                    <a:pt x="29" y="138"/>
                    <a:pt x="164" y="63"/>
                    <a:pt x="234" y="180"/>
                  </a:cubicBezTo>
                  <a:cubicBezTo>
                    <a:pt x="305" y="296"/>
                    <a:pt x="518" y="195"/>
                    <a:pt x="518" y="195"/>
                  </a:cubicBezTo>
                  <a:cubicBezTo>
                    <a:pt x="400" y="18"/>
                    <a:pt x="400" y="18"/>
                    <a:pt x="400" y="18"/>
                  </a:cubicBezTo>
                  <a:cubicBezTo>
                    <a:pt x="46" y="0"/>
                    <a:pt x="46" y="0"/>
                    <a:pt x="46" y="0"/>
                  </a:cubicBezTo>
                  <a:lnTo>
                    <a:pt x="0" y="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A1945356-1AA4-4095-8A95-83AC72E48B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6" y="1509"/>
              <a:ext cx="254" cy="354"/>
            </a:xfrm>
            <a:custGeom>
              <a:avLst/>
              <a:gdLst>
                <a:gd name="T0" fmla="*/ 97 w 254"/>
                <a:gd name="T1" fmla="*/ 0 h 354"/>
                <a:gd name="T2" fmla="*/ 75 w 254"/>
                <a:gd name="T3" fmla="*/ 172 h 354"/>
                <a:gd name="T4" fmla="*/ 0 w 254"/>
                <a:gd name="T5" fmla="*/ 305 h 354"/>
                <a:gd name="T6" fmla="*/ 116 w 254"/>
                <a:gd name="T7" fmla="*/ 354 h 354"/>
                <a:gd name="T8" fmla="*/ 241 w 254"/>
                <a:gd name="T9" fmla="*/ 143 h 354"/>
                <a:gd name="T10" fmla="*/ 254 w 254"/>
                <a:gd name="T11" fmla="*/ 11 h 354"/>
                <a:gd name="T12" fmla="*/ 97 w 254"/>
                <a:gd name="T13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4" h="354">
                  <a:moveTo>
                    <a:pt x="97" y="0"/>
                  </a:moveTo>
                  <a:lnTo>
                    <a:pt x="75" y="172"/>
                  </a:lnTo>
                  <a:lnTo>
                    <a:pt x="0" y="305"/>
                  </a:lnTo>
                  <a:lnTo>
                    <a:pt x="116" y="354"/>
                  </a:lnTo>
                  <a:lnTo>
                    <a:pt x="241" y="143"/>
                  </a:lnTo>
                  <a:lnTo>
                    <a:pt x="254" y="11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269583C7-908B-4E23-8735-FBA1BDC6D1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6" y="1509"/>
              <a:ext cx="254" cy="354"/>
            </a:xfrm>
            <a:custGeom>
              <a:avLst/>
              <a:gdLst>
                <a:gd name="T0" fmla="*/ 97 w 254"/>
                <a:gd name="T1" fmla="*/ 0 h 354"/>
                <a:gd name="T2" fmla="*/ 75 w 254"/>
                <a:gd name="T3" fmla="*/ 172 h 354"/>
                <a:gd name="T4" fmla="*/ 0 w 254"/>
                <a:gd name="T5" fmla="*/ 305 h 354"/>
                <a:gd name="T6" fmla="*/ 116 w 254"/>
                <a:gd name="T7" fmla="*/ 354 h 354"/>
                <a:gd name="T8" fmla="*/ 241 w 254"/>
                <a:gd name="T9" fmla="*/ 143 h 354"/>
                <a:gd name="T10" fmla="*/ 254 w 254"/>
                <a:gd name="T11" fmla="*/ 11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4" h="354">
                  <a:moveTo>
                    <a:pt x="97" y="0"/>
                  </a:moveTo>
                  <a:lnTo>
                    <a:pt x="75" y="172"/>
                  </a:lnTo>
                  <a:lnTo>
                    <a:pt x="0" y="305"/>
                  </a:lnTo>
                  <a:lnTo>
                    <a:pt x="116" y="354"/>
                  </a:lnTo>
                  <a:lnTo>
                    <a:pt x="241" y="143"/>
                  </a:lnTo>
                  <a:lnTo>
                    <a:pt x="254" y="1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42BFAAFE-BFF5-4780-B1D2-781D034590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0" y="1508"/>
              <a:ext cx="202" cy="335"/>
            </a:xfrm>
            <a:custGeom>
              <a:avLst/>
              <a:gdLst>
                <a:gd name="T0" fmla="*/ 69 w 139"/>
                <a:gd name="T1" fmla="*/ 219 h 230"/>
                <a:gd name="T2" fmla="*/ 99 w 139"/>
                <a:gd name="T3" fmla="*/ 132 h 230"/>
                <a:gd name="T4" fmla="*/ 139 w 139"/>
                <a:gd name="T5" fmla="*/ 62 h 230"/>
                <a:gd name="T6" fmla="*/ 66 w 139"/>
                <a:gd name="T7" fmla="*/ 0 h 230"/>
                <a:gd name="T8" fmla="*/ 51 w 139"/>
                <a:gd name="T9" fmla="*/ 119 h 230"/>
                <a:gd name="T10" fmla="*/ 43 w 139"/>
                <a:gd name="T11" fmla="*/ 134 h 230"/>
                <a:gd name="T12" fmla="*/ 0 w 139"/>
                <a:gd name="T13" fmla="*/ 204 h 230"/>
                <a:gd name="T14" fmla="*/ 0 w 139"/>
                <a:gd name="T15" fmla="*/ 211 h 230"/>
                <a:gd name="T16" fmla="*/ 46 w 139"/>
                <a:gd name="T17" fmla="*/ 230 h 230"/>
                <a:gd name="T18" fmla="*/ 69 w 139"/>
                <a:gd name="T19" fmla="*/ 219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9" h="230">
                  <a:moveTo>
                    <a:pt x="69" y="219"/>
                  </a:moveTo>
                  <a:cubicBezTo>
                    <a:pt x="94" y="192"/>
                    <a:pt x="94" y="180"/>
                    <a:pt x="99" y="132"/>
                  </a:cubicBezTo>
                  <a:cubicBezTo>
                    <a:pt x="103" y="100"/>
                    <a:pt x="139" y="62"/>
                    <a:pt x="139" y="62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51" y="119"/>
                    <a:pt x="51" y="119"/>
                    <a:pt x="51" y="119"/>
                  </a:cubicBezTo>
                  <a:cubicBezTo>
                    <a:pt x="43" y="134"/>
                    <a:pt x="43" y="134"/>
                    <a:pt x="43" y="134"/>
                  </a:cubicBezTo>
                  <a:cubicBezTo>
                    <a:pt x="0" y="204"/>
                    <a:pt x="0" y="204"/>
                    <a:pt x="0" y="204"/>
                  </a:cubicBezTo>
                  <a:cubicBezTo>
                    <a:pt x="0" y="211"/>
                    <a:pt x="0" y="211"/>
                    <a:pt x="0" y="211"/>
                  </a:cubicBezTo>
                  <a:cubicBezTo>
                    <a:pt x="46" y="230"/>
                    <a:pt x="46" y="230"/>
                    <a:pt x="46" y="230"/>
                  </a:cubicBezTo>
                  <a:cubicBezTo>
                    <a:pt x="48" y="228"/>
                    <a:pt x="66" y="223"/>
                    <a:pt x="69" y="219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95B30237-99B9-4B1E-AAD5-843B26C11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0" y="1341"/>
              <a:ext cx="1395" cy="1433"/>
            </a:xfrm>
            <a:custGeom>
              <a:avLst/>
              <a:gdLst>
                <a:gd name="T0" fmla="*/ 890 w 959"/>
                <a:gd name="T1" fmla="*/ 20 h 985"/>
                <a:gd name="T2" fmla="*/ 764 w 959"/>
                <a:gd name="T3" fmla="*/ 46 h 985"/>
                <a:gd name="T4" fmla="*/ 660 w 959"/>
                <a:gd name="T5" fmla="*/ 117 h 985"/>
                <a:gd name="T6" fmla="*/ 525 w 959"/>
                <a:gd name="T7" fmla="*/ 147 h 985"/>
                <a:gd name="T8" fmla="*/ 445 w 959"/>
                <a:gd name="T9" fmla="*/ 214 h 985"/>
                <a:gd name="T10" fmla="*/ 346 w 959"/>
                <a:gd name="T11" fmla="*/ 317 h 985"/>
                <a:gd name="T12" fmla="*/ 328 w 959"/>
                <a:gd name="T13" fmla="*/ 235 h 985"/>
                <a:gd name="T14" fmla="*/ 215 w 959"/>
                <a:gd name="T15" fmla="*/ 308 h 985"/>
                <a:gd name="T16" fmla="*/ 14 w 959"/>
                <a:gd name="T17" fmla="*/ 731 h 985"/>
                <a:gd name="T18" fmla="*/ 184 w 959"/>
                <a:gd name="T19" fmla="*/ 845 h 985"/>
                <a:gd name="T20" fmla="*/ 532 w 959"/>
                <a:gd name="T21" fmla="*/ 842 h 985"/>
                <a:gd name="T22" fmla="*/ 626 w 959"/>
                <a:gd name="T23" fmla="*/ 319 h 985"/>
                <a:gd name="T24" fmla="*/ 643 w 959"/>
                <a:gd name="T25" fmla="*/ 320 h 985"/>
                <a:gd name="T26" fmla="*/ 704 w 959"/>
                <a:gd name="T27" fmla="*/ 297 h 985"/>
                <a:gd name="T28" fmla="*/ 728 w 959"/>
                <a:gd name="T29" fmla="*/ 274 h 985"/>
                <a:gd name="T30" fmla="*/ 784 w 959"/>
                <a:gd name="T31" fmla="*/ 249 h 985"/>
                <a:gd name="T32" fmla="*/ 879 w 959"/>
                <a:gd name="T33" fmla="*/ 243 h 985"/>
                <a:gd name="T34" fmla="*/ 943 w 959"/>
                <a:gd name="T35" fmla="*/ 153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59" h="985">
                  <a:moveTo>
                    <a:pt x="890" y="20"/>
                  </a:moveTo>
                  <a:cubicBezTo>
                    <a:pt x="852" y="0"/>
                    <a:pt x="797" y="9"/>
                    <a:pt x="764" y="46"/>
                  </a:cubicBezTo>
                  <a:cubicBezTo>
                    <a:pt x="746" y="66"/>
                    <a:pt x="708" y="92"/>
                    <a:pt x="660" y="117"/>
                  </a:cubicBezTo>
                  <a:cubicBezTo>
                    <a:pt x="617" y="140"/>
                    <a:pt x="565" y="126"/>
                    <a:pt x="525" y="147"/>
                  </a:cubicBezTo>
                  <a:cubicBezTo>
                    <a:pt x="478" y="172"/>
                    <a:pt x="445" y="214"/>
                    <a:pt x="445" y="214"/>
                  </a:cubicBezTo>
                  <a:cubicBezTo>
                    <a:pt x="445" y="214"/>
                    <a:pt x="401" y="308"/>
                    <a:pt x="346" y="317"/>
                  </a:cubicBezTo>
                  <a:cubicBezTo>
                    <a:pt x="291" y="326"/>
                    <a:pt x="328" y="235"/>
                    <a:pt x="328" y="235"/>
                  </a:cubicBezTo>
                  <a:cubicBezTo>
                    <a:pt x="328" y="235"/>
                    <a:pt x="218" y="270"/>
                    <a:pt x="215" y="308"/>
                  </a:cubicBezTo>
                  <a:cubicBezTo>
                    <a:pt x="191" y="609"/>
                    <a:pt x="0" y="556"/>
                    <a:pt x="14" y="731"/>
                  </a:cubicBezTo>
                  <a:cubicBezTo>
                    <a:pt x="14" y="731"/>
                    <a:pt x="111" y="637"/>
                    <a:pt x="184" y="845"/>
                  </a:cubicBezTo>
                  <a:cubicBezTo>
                    <a:pt x="234" y="985"/>
                    <a:pt x="412" y="803"/>
                    <a:pt x="532" y="842"/>
                  </a:cubicBezTo>
                  <a:cubicBezTo>
                    <a:pt x="438" y="581"/>
                    <a:pt x="587" y="615"/>
                    <a:pt x="626" y="319"/>
                  </a:cubicBezTo>
                  <a:cubicBezTo>
                    <a:pt x="643" y="320"/>
                    <a:pt x="643" y="320"/>
                    <a:pt x="643" y="320"/>
                  </a:cubicBezTo>
                  <a:cubicBezTo>
                    <a:pt x="665" y="321"/>
                    <a:pt x="688" y="313"/>
                    <a:pt x="704" y="297"/>
                  </a:cubicBezTo>
                  <a:cubicBezTo>
                    <a:pt x="728" y="274"/>
                    <a:pt x="728" y="274"/>
                    <a:pt x="728" y="274"/>
                  </a:cubicBezTo>
                  <a:cubicBezTo>
                    <a:pt x="743" y="259"/>
                    <a:pt x="763" y="250"/>
                    <a:pt x="784" y="249"/>
                  </a:cubicBezTo>
                  <a:cubicBezTo>
                    <a:pt x="879" y="243"/>
                    <a:pt x="879" y="243"/>
                    <a:pt x="879" y="243"/>
                  </a:cubicBezTo>
                  <a:cubicBezTo>
                    <a:pt x="879" y="243"/>
                    <a:pt x="959" y="230"/>
                    <a:pt x="943" y="153"/>
                  </a:cubicBezTo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02798A57-2E53-4021-8C20-ABBA98EAF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0" y="1341"/>
              <a:ext cx="1395" cy="1433"/>
            </a:xfrm>
            <a:custGeom>
              <a:avLst/>
              <a:gdLst>
                <a:gd name="T0" fmla="*/ 890 w 959"/>
                <a:gd name="T1" fmla="*/ 20 h 985"/>
                <a:gd name="T2" fmla="*/ 764 w 959"/>
                <a:gd name="T3" fmla="*/ 46 h 985"/>
                <a:gd name="T4" fmla="*/ 660 w 959"/>
                <a:gd name="T5" fmla="*/ 117 h 985"/>
                <a:gd name="T6" fmla="*/ 525 w 959"/>
                <a:gd name="T7" fmla="*/ 147 h 985"/>
                <a:gd name="T8" fmla="*/ 445 w 959"/>
                <a:gd name="T9" fmla="*/ 214 h 985"/>
                <a:gd name="T10" fmla="*/ 346 w 959"/>
                <a:gd name="T11" fmla="*/ 317 h 985"/>
                <a:gd name="T12" fmla="*/ 328 w 959"/>
                <a:gd name="T13" fmla="*/ 235 h 985"/>
                <a:gd name="T14" fmla="*/ 215 w 959"/>
                <a:gd name="T15" fmla="*/ 308 h 985"/>
                <a:gd name="T16" fmla="*/ 14 w 959"/>
                <a:gd name="T17" fmla="*/ 731 h 985"/>
                <a:gd name="T18" fmla="*/ 184 w 959"/>
                <a:gd name="T19" fmla="*/ 845 h 985"/>
                <a:gd name="T20" fmla="*/ 532 w 959"/>
                <a:gd name="T21" fmla="*/ 842 h 985"/>
                <a:gd name="T22" fmla="*/ 626 w 959"/>
                <a:gd name="T23" fmla="*/ 319 h 985"/>
                <a:gd name="T24" fmla="*/ 643 w 959"/>
                <a:gd name="T25" fmla="*/ 320 h 985"/>
                <a:gd name="T26" fmla="*/ 704 w 959"/>
                <a:gd name="T27" fmla="*/ 297 h 985"/>
                <a:gd name="T28" fmla="*/ 728 w 959"/>
                <a:gd name="T29" fmla="*/ 274 h 985"/>
                <a:gd name="T30" fmla="*/ 784 w 959"/>
                <a:gd name="T31" fmla="*/ 249 h 985"/>
                <a:gd name="T32" fmla="*/ 879 w 959"/>
                <a:gd name="T33" fmla="*/ 243 h 985"/>
                <a:gd name="T34" fmla="*/ 943 w 959"/>
                <a:gd name="T35" fmla="*/ 153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59" h="985">
                  <a:moveTo>
                    <a:pt x="890" y="20"/>
                  </a:moveTo>
                  <a:cubicBezTo>
                    <a:pt x="852" y="0"/>
                    <a:pt x="797" y="9"/>
                    <a:pt x="764" y="46"/>
                  </a:cubicBezTo>
                  <a:cubicBezTo>
                    <a:pt x="746" y="66"/>
                    <a:pt x="708" y="92"/>
                    <a:pt x="660" y="117"/>
                  </a:cubicBezTo>
                  <a:cubicBezTo>
                    <a:pt x="617" y="140"/>
                    <a:pt x="565" y="126"/>
                    <a:pt x="525" y="147"/>
                  </a:cubicBezTo>
                  <a:cubicBezTo>
                    <a:pt x="478" y="172"/>
                    <a:pt x="445" y="214"/>
                    <a:pt x="445" y="214"/>
                  </a:cubicBezTo>
                  <a:cubicBezTo>
                    <a:pt x="445" y="214"/>
                    <a:pt x="401" y="308"/>
                    <a:pt x="346" y="317"/>
                  </a:cubicBezTo>
                  <a:cubicBezTo>
                    <a:pt x="291" y="326"/>
                    <a:pt x="328" y="235"/>
                    <a:pt x="328" y="235"/>
                  </a:cubicBezTo>
                  <a:cubicBezTo>
                    <a:pt x="328" y="235"/>
                    <a:pt x="218" y="270"/>
                    <a:pt x="215" y="308"/>
                  </a:cubicBezTo>
                  <a:cubicBezTo>
                    <a:pt x="191" y="609"/>
                    <a:pt x="0" y="556"/>
                    <a:pt x="14" y="731"/>
                  </a:cubicBezTo>
                  <a:cubicBezTo>
                    <a:pt x="14" y="731"/>
                    <a:pt x="111" y="637"/>
                    <a:pt x="184" y="845"/>
                  </a:cubicBezTo>
                  <a:cubicBezTo>
                    <a:pt x="234" y="985"/>
                    <a:pt x="412" y="803"/>
                    <a:pt x="532" y="842"/>
                  </a:cubicBezTo>
                  <a:cubicBezTo>
                    <a:pt x="438" y="581"/>
                    <a:pt x="587" y="615"/>
                    <a:pt x="626" y="319"/>
                  </a:cubicBezTo>
                  <a:cubicBezTo>
                    <a:pt x="643" y="320"/>
                    <a:pt x="643" y="320"/>
                    <a:pt x="643" y="320"/>
                  </a:cubicBezTo>
                  <a:cubicBezTo>
                    <a:pt x="665" y="321"/>
                    <a:pt x="688" y="313"/>
                    <a:pt x="704" y="297"/>
                  </a:cubicBezTo>
                  <a:cubicBezTo>
                    <a:pt x="728" y="274"/>
                    <a:pt x="728" y="274"/>
                    <a:pt x="728" y="274"/>
                  </a:cubicBezTo>
                  <a:cubicBezTo>
                    <a:pt x="743" y="259"/>
                    <a:pt x="763" y="250"/>
                    <a:pt x="784" y="249"/>
                  </a:cubicBezTo>
                  <a:cubicBezTo>
                    <a:pt x="879" y="243"/>
                    <a:pt x="879" y="243"/>
                    <a:pt x="879" y="243"/>
                  </a:cubicBezTo>
                  <a:cubicBezTo>
                    <a:pt x="879" y="243"/>
                    <a:pt x="959" y="230"/>
                    <a:pt x="943" y="153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E061F513-8698-4B79-ADB6-DCD8D2AFE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9" y="1128"/>
              <a:ext cx="978" cy="505"/>
            </a:xfrm>
            <a:custGeom>
              <a:avLst/>
              <a:gdLst>
                <a:gd name="T0" fmla="*/ 70 w 672"/>
                <a:gd name="T1" fmla="*/ 347 h 347"/>
                <a:gd name="T2" fmla="*/ 9 w 672"/>
                <a:gd name="T3" fmla="*/ 291 h 347"/>
                <a:gd name="T4" fmla="*/ 36 w 672"/>
                <a:gd name="T5" fmla="*/ 216 h 347"/>
                <a:gd name="T6" fmla="*/ 394 w 672"/>
                <a:gd name="T7" fmla="*/ 37 h 347"/>
                <a:gd name="T8" fmla="*/ 459 w 672"/>
                <a:gd name="T9" fmla="*/ 0 h 347"/>
                <a:gd name="T10" fmla="*/ 672 w 672"/>
                <a:gd name="T11" fmla="*/ 116 h 347"/>
                <a:gd name="T12" fmla="*/ 670 w 672"/>
                <a:gd name="T13" fmla="*/ 118 h 347"/>
                <a:gd name="T14" fmla="*/ 562 w 672"/>
                <a:gd name="T15" fmla="*/ 165 h 347"/>
                <a:gd name="T16" fmla="*/ 519 w 672"/>
                <a:gd name="T17" fmla="*/ 159 h 347"/>
                <a:gd name="T18" fmla="*/ 86 w 672"/>
                <a:gd name="T19" fmla="*/ 343 h 347"/>
                <a:gd name="T20" fmla="*/ 70 w 672"/>
                <a:gd name="T21" fmla="*/ 34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72" h="347">
                  <a:moveTo>
                    <a:pt x="70" y="347"/>
                  </a:moveTo>
                  <a:cubicBezTo>
                    <a:pt x="44" y="347"/>
                    <a:pt x="18" y="323"/>
                    <a:pt x="9" y="291"/>
                  </a:cubicBezTo>
                  <a:cubicBezTo>
                    <a:pt x="0" y="260"/>
                    <a:pt x="11" y="232"/>
                    <a:pt x="36" y="216"/>
                  </a:cubicBezTo>
                  <a:cubicBezTo>
                    <a:pt x="102" y="176"/>
                    <a:pt x="391" y="38"/>
                    <a:pt x="394" y="37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672" y="116"/>
                    <a:pt x="672" y="116"/>
                    <a:pt x="672" y="116"/>
                  </a:cubicBezTo>
                  <a:cubicBezTo>
                    <a:pt x="670" y="118"/>
                    <a:pt x="670" y="118"/>
                    <a:pt x="670" y="118"/>
                  </a:cubicBezTo>
                  <a:cubicBezTo>
                    <a:pt x="641" y="148"/>
                    <a:pt x="603" y="165"/>
                    <a:pt x="562" y="165"/>
                  </a:cubicBezTo>
                  <a:cubicBezTo>
                    <a:pt x="547" y="165"/>
                    <a:pt x="533" y="163"/>
                    <a:pt x="519" y="159"/>
                  </a:cubicBezTo>
                  <a:cubicBezTo>
                    <a:pt x="500" y="167"/>
                    <a:pt x="139" y="322"/>
                    <a:pt x="86" y="343"/>
                  </a:cubicBezTo>
                  <a:cubicBezTo>
                    <a:pt x="81" y="346"/>
                    <a:pt x="75" y="347"/>
                    <a:pt x="70" y="3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F719A21F-C44D-4A39-8118-E50063358A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5" y="1124"/>
              <a:ext cx="1016" cy="512"/>
            </a:xfrm>
            <a:custGeom>
              <a:avLst/>
              <a:gdLst>
                <a:gd name="T0" fmla="*/ 482 w 698"/>
                <a:gd name="T1" fmla="*/ 5 h 352"/>
                <a:gd name="T2" fmla="*/ 691 w 698"/>
                <a:gd name="T3" fmla="*/ 119 h 352"/>
                <a:gd name="T4" fmla="*/ 585 w 698"/>
                <a:gd name="T5" fmla="*/ 166 h 352"/>
                <a:gd name="T6" fmla="*/ 541 w 698"/>
                <a:gd name="T7" fmla="*/ 160 h 352"/>
                <a:gd name="T8" fmla="*/ 108 w 698"/>
                <a:gd name="T9" fmla="*/ 345 h 352"/>
                <a:gd name="T10" fmla="*/ 93 w 698"/>
                <a:gd name="T11" fmla="*/ 348 h 352"/>
                <a:gd name="T12" fmla="*/ 60 w 698"/>
                <a:gd name="T13" fmla="*/ 221 h 352"/>
                <a:gd name="T14" fmla="*/ 418 w 698"/>
                <a:gd name="T15" fmla="*/ 42 h 352"/>
                <a:gd name="T16" fmla="*/ 482 w 698"/>
                <a:gd name="T17" fmla="*/ 5 h 352"/>
                <a:gd name="T18" fmla="*/ 482 w 698"/>
                <a:gd name="T19" fmla="*/ 0 h 352"/>
                <a:gd name="T20" fmla="*/ 480 w 698"/>
                <a:gd name="T21" fmla="*/ 1 h 352"/>
                <a:gd name="T22" fmla="*/ 416 w 698"/>
                <a:gd name="T23" fmla="*/ 38 h 352"/>
                <a:gd name="T24" fmla="*/ 58 w 698"/>
                <a:gd name="T25" fmla="*/ 217 h 352"/>
                <a:gd name="T26" fmla="*/ 30 w 698"/>
                <a:gd name="T27" fmla="*/ 294 h 352"/>
                <a:gd name="T28" fmla="*/ 93 w 698"/>
                <a:gd name="T29" fmla="*/ 352 h 352"/>
                <a:gd name="T30" fmla="*/ 110 w 698"/>
                <a:gd name="T31" fmla="*/ 348 h 352"/>
                <a:gd name="T32" fmla="*/ 542 w 698"/>
                <a:gd name="T33" fmla="*/ 164 h 352"/>
                <a:gd name="T34" fmla="*/ 585 w 698"/>
                <a:gd name="T35" fmla="*/ 170 h 352"/>
                <a:gd name="T36" fmla="*/ 694 w 698"/>
                <a:gd name="T37" fmla="*/ 122 h 352"/>
                <a:gd name="T38" fmla="*/ 698 w 698"/>
                <a:gd name="T39" fmla="*/ 118 h 352"/>
                <a:gd name="T40" fmla="*/ 693 w 698"/>
                <a:gd name="T41" fmla="*/ 116 h 352"/>
                <a:gd name="T42" fmla="*/ 484 w 698"/>
                <a:gd name="T43" fmla="*/ 1 h 352"/>
                <a:gd name="T44" fmla="*/ 482 w 698"/>
                <a:gd name="T45" fmla="*/ 0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98" h="352">
                  <a:moveTo>
                    <a:pt x="482" y="5"/>
                  </a:moveTo>
                  <a:cubicBezTo>
                    <a:pt x="691" y="119"/>
                    <a:pt x="691" y="119"/>
                    <a:pt x="691" y="119"/>
                  </a:cubicBezTo>
                  <a:cubicBezTo>
                    <a:pt x="663" y="150"/>
                    <a:pt x="624" y="166"/>
                    <a:pt x="585" y="166"/>
                  </a:cubicBezTo>
                  <a:cubicBezTo>
                    <a:pt x="570" y="166"/>
                    <a:pt x="556" y="164"/>
                    <a:pt x="541" y="160"/>
                  </a:cubicBezTo>
                  <a:cubicBezTo>
                    <a:pt x="541" y="160"/>
                    <a:pt x="163" y="322"/>
                    <a:pt x="108" y="345"/>
                  </a:cubicBezTo>
                  <a:cubicBezTo>
                    <a:pt x="103" y="347"/>
                    <a:pt x="98" y="348"/>
                    <a:pt x="93" y="348"/>
                  </a:cubicBezTo>
                  <a:cubicBezTo>
                    <a:pt x="44" y="348"/>
                    <a:pt x="0" y="257"/>
                    <a:pt x="60" y="221"/>
                  </a:cubicBezTo>
                  <a:cubicBezTo>
                    <a:pt x="127" y="180"/>
                    <a:pt x="418" y="42"/>
                    <a:pt x="418" y="42"/>
                  </a:cubicBezTo>
                  <a:cubicBezTo>
                    <a:pt x="482" y="5"/>
                    <a:pt x="482" y="5"/>
                    <a:pt x="482" y="5"/>
                  </a:cubicBezTo>
                  <a:moveTo>
                    <a:pt x="482" y="0"/>
                  </a:moveTo>
                  <a:cubicBezTo>
                    <a:pt x="480" y="1"/>
                    <a:pt x="480" y="1"/>
                    <a:pt x="480" y="1"/>
                  </a:cubicBezTo>
                  <a:cubicBezTo>
                    <a:pt x="416" y="38"/>
                    <a:pt x="416" y="38"/>
                    <a:pt x="416" y="38"/>
                  </a:cubicBezTo>
                  <a:cubicBezTo>
                    <a:pt x="408" y="42"/>
                    <a:pt x="123" y="177"/>
                    <a:pt x="58" y="217"/>
                  </a:cubicBezTo>
                  <a:cubicBezTo>
                    <a:pt x="32" y="233"/>
                    <a:pt x="21" y="262"/>
                    <a:pt x="30" y="294"/>
                  </a:cubicBezTo>
                  <a:cubicBezTo>
                    <a:pt x="39" y="327"/>
                    <a:pt x="66" y="352"/>
                    <a:pt x="93" y="352"/>
                  </a:cubicBezTo>
                  <a:cubicBezTo>
                    <a:pt x="99" y="352"/>
                    <a:pt x="104" y="351"/>
                    <a:pt x="110" y="348"/>
                  </a:cubicBezTo>
                  <a:cubicBezTo>
                    <a:pt x="162" y="327"/>
                    <a:pt x="517" y="175"/>
                    <a:pt x="542" y="164"/>
                  </a:cubicBezTo>
                  <a:cubicBezTo>
                    <a:pt x="556" y="168"/>
                    <a:pt x="570" y="170"/>
                    <a:pt x="585" y="170"/>
                  </a:cubicBezTo>
                  <a:cubicBezTo>
                    <a:pt x="626" y="170"/>
                    <a:pt x="665" y="153"/>
                    <a:pt x="694" y="122"/>
                  </a:cubicBezTo>
                  <a:cubicBezTo>
                    <a:pt x="698" y="118"/>
                    <a:pt x="698" y="118"/>
                    <a:pt x="698" y="118"/>
                  </a:cubicBezTo>
                  <a:cubicBezTo>
                    <a:pt x="693" y="116"/>
                    <a:pt x="693" y="116"/>
                    <a:pt x="693" y="116"/>
                  </a:cubicBezTo>
                  <a:cubicBezTo>
                    <a:pt x="484" y="1"/>
                    <a:pt x="484" y="1"/>
                    <a:pt x="484" y="1"/>
                  </a:cubicBezTo>
                  <a:cubicBezTo>
                    <a:pt x="482" y="0"/>
                    <a:pt x="482" y="0"/>
                    <a:pt x="4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26085B3C-C956-438A-BA20-36B0B1651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1164"/>
              <a:ext cx="96" cy="120"/>
            </a:xfrm>
            <a:custGeom>
              <a:avLst/>
              <a:gdLst>
                <a:gd name="T0" fmla="*/ 0 w 66"/>
                <a:gd name="T1" fmla="*/ 0 h 82"/>
                <a:gd name="T2" fmla="*/ 55 w 66"/>
                <a:gd name="T3" fmla="*/ 82 h 82"/>
                <a:gd name="T4" fmla="*/ 0 w 66"/>
                <a:gd name="T5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" h="82">
                  <a:moveTo>
                    <a:pt x="0" y="0"/>
                  </a:moveTo>
                  <a:cubicBezTo>
                    <a:pt x="52" y="3"/>
                    <a:pt x="66" y="25"/>
                    <a:pt x="55" y="82"/>
                  </a:cubicBezTo>
                  <a:cubicBezTo>
                    <a:pt x="50" y="5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A505F06C-A51B-4D40-9ED3-C1B7D0E556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1183"/>
              <a:ext cx="358" cy="431"/>
            </a:xfrm>
            <a:custGeom>
              <a:avLst/>
              <a:gdLst>
                <a:gd name="T0" fmla="*/ 161 w 246"/>
                <a:gd name="T1" fmla="*/ 296 h 296"/>
                <a:gd name="T2" fmla="*/ 42 w 246"/>
                <a:gd name="T3" fmla="*/ 212 h 296"/>
                <a:gd name="T4" fmla="*/ 0 w 246"/>
                <a:gd name="T5" fmla="*/ 168 h 296"/>
                <a:gd name="T6" fmla="*/ 21 w 246"/>
                <a:gd name="T7" fmla="*/ 146 h 296"/>
                <a:gd name="T8" fmla="*/ 36 w 246"/>
                <a:gd name="T9" fmla="*/ 149 h 296"/>
                <a:gd name="T10" fmla="*/ 36 w 246"/>
                <a:gd name="T11" fmla="*/ 69 h 296"/>
                <a:gd name="T12" fmla="*/ 140 w 246"/>
                <a:gd name="T13" fmla="*/ 0 h 296"/>
                <a:gd name="T14" fmla="*/ 240 w 246"/>
                <a:gd name="T15" fmla="*/ 69 h 296"/>
                <a:gd name="T16" fmla="*/ 246 w 246"/>
                <a:gd name="T17" fmla="*/ 198 h 296"/>
                <a:gd name="T18" fmla="*/ 161 w 246"/>
                <a:gd name="T19" fmla="*/ 296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6" h="296">
                  <a:moveTo>
                    <a:pt x="161" y="296"/>
                  </a:moveTo>
                  <a:cubicBezTo>
                    <a:pt x="115" y="296"/>
                    <a:pt x="43" y="259"/>
                    <a:pt x="42" y="212"/>
                  </a:cubicBezTo>
                  <a:cubicBezTo>
                    <a:pt x="34" y="210"/>
                    <a:pt x="0" y="198"/>
                    <a:pt x="0" y="168"/>
                  </a:cubicBezTo>
                  <a:cubicBezTo>
                    <a:pt x="0" y="154"/>
                    <a:pt x="7" y="146"/>
                    <a:pt x="21" y="146"/>
                  </a:cubicBezTo>
                  <a:cubicBezTo>
                    <a:pt x="27" y="146"/>
                    <a:pt x="33" y="148"/>
                    <a:pt x="36" y="149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6" y="37"/>
                    <a:pt x="54" y="0"/>
                    <a:pt x="140" y="0"/>
                  </a:cubicBezTo>
                  <a:cubicBezTo>
                    <a:pt x="221" y="0"/>
                    <a:pt x="230" y="12"/>
                    <a:pt x="240" y="69"/>
                  </a:cubicBezTo>
                  <a:cubicBezTo>
                    <a:pt x="244" y="96"/>
                    <a:pt x="246" y="167"/>
                    <a:pt x="246" y="198"/>
                  </a:cubicBezTo>
                  <a:cubicBezTo>
                    <a:pt x="246" y="229"/>
                    <a:pt x="206" y="296"/>
                    <a:pt x="161" y="2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8DD84A8D-E83C-42B9-880F-AA53314F14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49" y="1180"/>
              <a:ext cx="364" cy="437"/>
            </a:xfrm>
            <a:custGeom>
              <a:avLst/>
              <a:gdLst>
                <a:gd name="T0" fmla="*/ 142 w 250"/>
                <a:gd name="T1" fmla="*/ 4 h 300"/>
                <a:gd name="T2" fmla="*/ 240 w 250"/>
                <a:gd name="T3" fmla="*/ 71 h 300"/>
                <a:gd name="T4" fmla="*/ 246 w 250"/>
                <a:gd name="T5" fmla="*/ 200 h 300"/>
                <a:gd name="T6" fmla="*/ 163 w 250"/>
                <a:gd name="T7" fmla="*/ 296 h 300"/>
                <a:gd name="T8" fmla="*/ 46 w 250"/>
                <a:gd name="T9" fmla="*/ 212 h 300"/>
                <a:gd name="T10" fmla="*/ 4 w 250"/>
                <a:gd name="T11" fmla="*/ 170 h 300"/>
                <a:gd name="T12" fmla="*/ 23 w 250"/>
                <a:gd name="T13" fmla="*/ 150 h 300"/>
                <a:gd name="T14" fmla="*/ 40 w 250"/>
                <a:gd name="T15" fmla="*/ 154 h 300"/>
                <a:gd name="T16" fmla="*/ 40 w 250"/>
                <a:gd name="T17" fmla="*/ 71 h 300"/>
                <a:gd name="T18" fmla="*/ 142 w 250"/>
                <a:gd name="T19" fmla="*/ 4 h 300"/>
                <a:gd name="T20" fmla="*/ 142 w 250"/>
                <a:gd name="T21" fmla="*/ 0 h 300"/>
                <a:gd name="T22" fmla="*/ 36 w 250"/>
                <a:gd name="T23" fmla="*/ 71 h 300"/>
                <a:gd name="T24" fmla="*/ 36 w 250"/>
                <a:gd name="T25" fmla="*/ 148 h 300"/>
                <a:gd name="T26" fmla="*/ 23 w 250"/>
                <a:gd name="T27" fmla="*/ 146 h 300"/>
                <a:gd name="T28" fmla="*/ 0 w 250"/>
                <a:gd name="T29" fmla="*/ 170 h 300"/>
                <a:gd name="T30" fmla="*/ 23 w 250"/>
                <a:gd name="T31" fmla="*/ 207 h 300"/>
                <a:gd name="T32" fmla="*/ 42 w 250"/>
                <a:gd name="T33" fmla="*/ 215 h 300"/>
                <a:gd name="T34" fmla="*/ 86 w 250"/>
                <a:gd name="T35" fmla="*/ 276 h 300"/>
                <a:gd name="T36" fmla="*/ 163 w 250"/>
                <a:gd name="T37" fmla="*/ 300 h 300"/>
                <a:gd name="T38" fmla="*/ 225 w 250"/>
                <a:gd name="T39" fmla="*/ 261 h 300"/>
                <a:gd name="T40" fmla="*/ 250 w 250"/>
                <a:gd name="T41" fmla="*/ 200 h 300"/>
                <a:gd name="T42" fmla="*/ 244 w 250"/>
                <a:gd name="T43" fmla="*/ 70 h 300"/>
                <a:gd name="T44" fmla="*/ 142 w 250"/>
                <a:gd name="T45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0" h="300">
                  <a:moveTo>
                    <a:pt x="142" y="4"/>
                  </a:moveTo>
                  <a:cubicBezTo>
                    <a:pt x="222" y="4"/>
                    <a:pt x="231" y="16"/>
                    <a:pt x="240" y="71"/>
                  </a:cubicBezTo>
                  <a:cubicBezTo>
                    <a:pt x="244" y="99"/>
                    <a:pt x="246" y="170"/>
                    <a:pt x="246" y="200"/>
                  </a:cubicBezTo>
                  <a:cubicBezTo>
                    <a:pt x="246" y="229"/>
                    <a:pt x="208" y="296"/>
                    <a:pt x="163" y="296"/>
                  </a:cubicBezTo>
                  <a:cubicBezTo>
                    <a:pt x="119" y="296"/>
                    <a:pt x="46" y="260"/>
                    <a:pt x="46" y="212"/>
                  </a:cubicBezTo>
                  <a:cubicBezTo>
                    <a:pt x="46" y="212"/>
                    <a:pt x="4" y="203"/>
                    <a:pt x="4" y="170"/>
                  </a:cubicBezTo>
                  <a:cubicBezTo>
                    <a:pt x="4" y="154"/>
                    <a:pt x="13" y="150"/>
                    <a:pt x="23" y="150"/>
                  </a:cubicBezTo>
                  <a:cubicBezTo>
                    <a:pt x="32" y="150"/>
                    <a:pt x="40" y="154"/>
                    <a:pt x="40" y="154"/>
                  </a:cubicBezTo>
                  <a:cubicBezTo>
                    <a:pt x="40" y="154"/>
                    <a:pt x="40" y="106"/>
                    <a:pt x="40" y="71"/>
                  </a:cubicBezTo>
                  <a:cubicBezTo>
                    <a:pt x="40" y="36"/>
                    <a:pt x="63" y="4"/>
                    <a:pt x="142" y="4"/>
                  </a:cubicBezTo>
                  <a:moveTo>
                    <a:pt x="142" y="0"/>
                  </a:moveTo>
                  <a:cubicBezTo>
                    <a:pt x="55" y="0"/>
                    <a:pt x="36" y="39"/>
                    <a:pt x="36" y="71"/>
                  </a:cubicBezTo>
                  <a:cubicBezTo>
                    <a:pt x="36" y="148"/>
                    <a:pt x="36" y="148"/>
                    <a:pt x="36" y="148"/>
                  </a:cubicBezTo>
                  <a:cubicBezTo>
                    <a:pt x="33" y="147"/>
                    <a:pt x="28" y="146"/>
                    <a:pt x="23" y="146"/>
                  </a:cubicBezTo>
                  <a:cubicBezTo>
                    <a:pt x="8" y="146"/>
                    <a:pt x="0" y="155"/>
                    <a:pt x="0" y="170"/>
                  </a:cubicBezTo>
                  <a:cubicBezTo>
                    <a:pt x="0" y="185"/>
                    <a:pt x="8" y="198"/>
                    <a:pt x="23" y="207"/>
                  </a:cubicBezTo>
                  <a:cubicBezTo>
                    <a:pt x="30" y="212"/>
                    <a:pt x="38" y="214"/>
                    <a:pt x="42" y="215"/>
                  </a:cubicBezTo>
                  <a:cubicBezTo>
                    <a:pt x="43" y="237"/>
                    <a:pt x="59" y="258"/>
                    <a:pt x="86" y="276"/>
                  </a:cubicBezTo>
                  <a:cubicBezTo>
                    <a:pt x="110" y="291"/>
                    <a:pt x="140" y="300"/>
                    <a:pt x="163" y="300"/>
                  </a:cubicBezTo>
                  <a:cubicBezTo>
                    <a:pt x="192" y="300"/>
                    <a:pt x="214" y="276"/>
                    <a:pt x="225" y="261"/>
                  </a:cubicBezTo>
                  <a:cubicBezTo>
                    <a:pt x="240" y="241"/>
                    <a:pt x="250" y="216"/>
                    <a:pt x="250" y="200"/>
                  </a:cubicBezTo>
                  <a:cubicBezTo>
                    <a:pt x="250" y="169"/>
                    <a:pt x="248" y="98"/>
                    <a:pt x="244" y="70"/>
                  </a:cubicBezTo>
                  <a:cubicBezTo>
                    <a:pt x="234" y="13"/>
                    <a:pt x="224" y="0"/>
                    <a:pt x="14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DFEAD35C-E4CE-4A8A-9C0D-7E7A368C1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5" y="1227"/>
              <a:ext cx="353" cy="389"/>
            </a:xfrm>
            <a:custGeom>
              <a:avLst/>
              <a:gdLst>
                <a:gd name="T0" fmla="*/ 224 w 243"/>
                <a:gd name="T1" fmla="*/ 0 h 267"/>
                <a:gd name="T2" fmla="*/ 129 w 243"/>
                <a:gd name="T3" fmla="*/ 30 h 267"/>
                <a:gd name="T4" fmla="*/ 50 w 243"/>
                <a:gd name="T5" fmla="*/ 122 h 267"/>
                <a:gd name="T6" fmla="*/ 20 w 243"/>
                <a:gd name="T7" fmla="*/ 122 h 267"/>
                <a:gd name="T8" fmla="*/ 56 w 243"/>
                <a:gd name="T9" fmla="*/ 180 h 267"/>
                <a:gd name="T10" fmla="*/ 69 w 243"/>
                <a:gd name="T11" fmla="*/ 215 h 267"/>
                <a:gd name="T12" fmla="*/ 181 w 243"/>
                <a:gd name="T13" fmla="*/ 264 h 267"/>
                <a:gd name="T14" fmla="*/ 227 w 243"/>
                <a:gd name="T15" fmla="*/ 94 h 267"/>
                <a:gd name="T16" fmla="*/ 224 w 243"/>
                <a:gd name="T17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3" h="267">
                  <a:moveTo>
                    <a:pt x="224" y="0"/>
                  </a:moveTo>
                  <a:cubicBezTo>
                    <a:pt x="226" y="33"/>
                    <a:pt x="171" y="30"/>
                    <a:pt x="129" y="30"/>
                  </a:cubicBezTo>
                  <a:cubicBezTo>
                    <a:pt x="87" y="30"/>
                    <a:pt x="87" y="105"/>
                    <a:pt x="50" y="122"/>
                  </a:cubicBezTo>
                  <a:cubicBezTo>
                    <a:pt x="50" y="122"/>
                    <a:pt x="26" y="113"/>
                    <a:pt x="20" y="122"/>
                  </a:cubicBezTo>
                  <a:cubicBezTo>
                    <a:pt x="15" y="130"/>
                    <a:pt x="0" y="157"/>
                    <a:pt x="56" y="180"/>
                  </a:cubicBezTo>
                  <a:cubicBezTo>
                    <a:pt x="56" y="180"/>
                    <a:pt x="57" y="203"/>
                    <a:pt x="69" y="215"/>
                  </a:cubicBezTo>
                  <a:cubicBezTo>
                    <a:pt x="81" y="228"/>
                    <a:pt x="119" y="267"/>
                    <a:pt x="181" y="264"/>
                  </a:cubicBezTo>
                  <a:cubicBezTo>
                    <a:pt x="243" y="261"/>
                    <a:pt x="227" y="94"/>
                    <a:pt x="227" y="94"/>
                  </a:cubicBezTo>
                  <a:lnTo>
                    <a:pt x="2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DC64E84D-47EC-4A0F-9AA9-9D1935E47A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2" y="1016"/>
              <a:ext cx="198" cy="186"/>
            </a:xfrm>
            <a:custGeom>
              <a:avLst/>
              <a:gdLst>
                <a:gd name="T0" fmla="*/ 136 w 136"/>
                <a:gd name="T1" fmla="*/ 100 h 128"/>
                <a:gd name="T2" fmla="*/ 135 w 136"/>
                <a:gd name="T3" fmla="*/ 100 h 128"/>
                <a:gd name="T4" fmla="*/ 57 w 136"/>
                <a:gd name="T5" fmla="*/ 101 h 128"/>
                <a:gd name="T6" fmla="*/ 55 w 136"/>
                <a:gd name="T7" fmla="*/ 102 h 128"/>
                <a:gd name="T8" fmla="*/ 33 w 136"/>
                <a:gd name="T9" fmla="*/ 127 h 128"/>
                <a:gd name="T10" fmla="*/ 32 w 136"/>
                <a:gd name="T11" fmla="*/ 128 h 128"/>
                <a:gd name="T12" fmla="*/ 32 w 136"/>
                <a:gd name="T13" fmla="*/ 128 h 128"/>
                <a:gd name="T14" fmla="*/ 32 w 136"/>
                <a:gd name="T15" fmla="*/ 127 h 128"/>
                <a:gd name="T16" fmla="*/ 31 w 136"/>
                <a:gd name="T17" fmla="*/ 103 h 128"/>
                <a:gd name="T18" fmla="*/ 30 w 136"/>
                <a:gd name="T19" fmla="*/ 102 h 128"/>
                <a:gd name="T20" fmla="*/ 14 w 136"/>
                <a:gd name="T21" fmla="*/ 102 h 128"/>
                <a:gd name="T22" fmla="*/ 1 w 136"/>
                <a:gd name="T23" fmla="*/ 90 h 128"/>
                <a:gd name="T24" fmla="*/ 0 w 136"/>
                <a:gd name="T25" fmla="*/ 3 h 128"/>
                <a:gd name="T26" fmla="*/ 0 w 136"/>
                <a:gd name="T27" fmla="*/ 2 h 128"/>
                <a:gd name="T28" fmla="*/ 1 w 136"/>
                <a:gd name="T29" fmla="*/ 2 h 128"/>
                <a:gd name="T30" fmla="*/ 122 w 136"/>
                <a:gd name="T31" fmla="*/ 0 h 128"/>
                <a:gd name="T32" fmla="*/ 135 w 136"/>
                <a:gd name="T33" fmla="*/ 11 h 128"/>
                <a:gd name="T34" fmla="*/ 135 w 136"/>
                <a:gd name="T35" fmla="*/ 13 h 128"/>
                <a:gd name="T36" fmla="*/ 136 w 136"/>
                <a:gd name="T37" fmla="*/ 99 h 128"/>
                <a:gd name="T38" fmla="*/ 136 w 136"/>
                <a:gd name="T39" fmla="*/ 100 h 128"/>
                <a:gd name="T40" fmla="*/ 118 w 136"/>
                <a:gd name="T41" fmla="*/ 14 h 128"/>
                <a:gd name="T42" fmla="*/ 117 w 136"/>
                <a:gd name="T43" fmla="*/ 14 h 128"/>
                <a:gd name="T44" fmla="*/ 104 w 136"/>
                <a:gd name="T45" fmla="*/ 18 h 128"/>
                <a:gd name="T46" fmla="*/ 88 w 136"/>
                <a:gd name="T47" fmla="*/ 31 h 128"/>
                <a:gd name="T48" fmla="*/ 81 w 136"/>
                <a:gd name="T49" fmla="*/ 54 h 128"/>
                <a:gd name="T50" fmla="*/ 81 w 136"/>
                <a:gd name="T51" fmla="*/ 81 h 128"/>
                <a:gd name="T52" fmla="*/ 85 w 136"/>
                <a:gd name="T53" fmla="*/ 85 h 128"/>
                <a:gd name="T54" fmla="*/ 115 w 136"/>
                <a:gd name="T55" fmla="*/ 85 h 128"/>
                <a:gd name="T56" fmla="*/ 119 w 136"/>
                <a:gd name="T57" fmla="*/ 80 h 128"/>
                <a:gd name="T58" fmla="*/ 118 w 136"/>
                <a:gd name="T59" fmla="*/ 56 h 128"/>
                <a:gd name="T60" fmla="*/ 114 w 136"/>
                <a:gd name="T61" fmla="*/ 51 h 128"/>
                <a:gd name="T62" fmla="*/ 99 w 136"/>
                <a:gd name="T63" fmla="*/ 51 h 128"/>
                <a:gd name="T64" fmla="*/ 98 w 136"/>
                <a:gd name="T65" fmla="*/ 51 h 128"/>
                <a:gd name="T66" fmla="*/ 97 w 136"/>
                <a:gd name="T67" fmla="*/ 50 h 128"/>
                <a:gd name="T68" fmla="*/ 97 w 136"/>
                <a:gd name="T69" fmla="*/ 48 h 128"/>
                <a:gd name="T70" fmla="*/ 105 w 136"/>
                <a:gd name="T71" fmla="*/ 33 h 128"/>
                <a:gd name="T72" fmla="*/ 117 w 136"/>
                <a:gd name="T73" fmla="*/ 27 h 128"/>
                <a:gd name="T74" fmla="*/ 118 w 136"/>
                <a:gd name="T75" fmla="*/ 25 h 128"/>
                <a:gd name="T76" fmla="*/ 118 w 136"/>
                <a:gd name="T77" fmla="*/ 15 h 128"/>
                <a:gd name="T78" fmla="*/ 118 w 136"/>
                <a:gd name="T79" fmla="*/ 14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36" h="128">
                  <a:moveTo>
                    <a:pt x="136" y="100"/>
                  </a:moveTo>
                  <a:cubicBezTo>
                    <a:pt x="135" y="100"/>
                    <a:pt x="135" y="100"/>
                    <a:pt x="135" y="100"/>
                  </a:cubicBezTo>
                  <a:cubicBezTo>
                    <a:pt x="109" y="101"/>
                    <a:pt x="83" y="101"/>
                    <a:pt x="57" y="101"/>
                  </a:cubicBezTo>
                  <a:cubicBezTo>
                    <a:pt x="56" y="101"/>
                    <a:pt x="56" y="101"/>
                    <a:pt x="55" y="102"/>
                  </a:cubicBezTo>
                  <a:cubicBezTo>
                    <a:pt x="48" y="110"/>
                    <a:pt x="40" y="119"/>
                    <a:pt x="33" y="127"/>
                  </a:cubicBezTo>
                  <a:cubicBezTo>
                    <a:pt x="32" y="127"/>
                    <a:pt x="32" y="128"/>
                    <a:pt x="32" y="128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32" y="127"/>
                    <a:pt x="32" y="127"/>
                    <a:pt x="32" y="127"/>
                  </a:cubicBezTo>
                  <a:cubicBezTo>
                    <a:pt x="32" y="119"/>
                    <a:pt x="31" y="111"/>
                    <a:pt x="31" y="103"/>
                  </a:cubicBezTo>
                  <a:cubicBezTo>
                    <a:pt x="31" y="102"/>
                    <a:pt x="31" y="102"/>
                    <a:pt x="30" y="102"/>
                  </a:cubicBezTo>
                  <a:cubicBezTo>
                    <a:pt x="25" y="102"/>
                    <a:pt x="19" y="102"/>
                    <a:pt x="14" y="102"/>
                  </a:cubicBezTo>
                  <a:cubicBezTo>
                    <a:pt x="7" y="102"/>
                    <a:pt x="1" y="96"/>
                    <a:pt x="1" y="90"/>
                  </a:cubicBezTo>
                  <a:cubicBezTo>
                    <a:pt x="0" y="61"/>
                    <a:pt x="0" y="32"/>
                    <a:pt x="0" y="3"/>
                  </a:cubicBezTo>
                  <a:cubicBezTo>
                    <a:pt x="0" y="3"/>
                    <a:pt x="0" y="3"/>
                    <a:pt x="0" y="2"/>
                  </a:cubicBezTo>
                  <a:cubicBezTo>
                    <a:pt x="0" y="2"/>
                    <a:pt x="0" y="2"/>
                    <a:pt x="1" y="2"/>
                  </a:cubicBezTo>
                  <a:cubicBezTo>
                    <a:pt x="41" y="2"/>
                    <a:pt x="82" y="1"/>
                    <a:pt x="122" y="0"/>
                  </a:cubicBezTo>
                  <a:cubicBezTo>
                    <a:pt x="128" y="0"/>
                    <a:pt x="134" y="5"/>
                    <a:pt x="135" y="11"/>
                  </a:cubicBezTo>
                  <a:cubicBezTo>
                    <a:pt x="135" y="11"/>
                    <a:pt x="135" y="12"/>
                    <a:pt x="135" y="13"/>
                  </a:cubicBezTo>
                  <a:cubicBezTo>
                    <a:pt x="135" y="42"/>
                    <a:pt x="136" y="70"/>
                    <a:pt x="136" y="99"/>
                  </a:cubicBezTo>
                  <a:cubicBezTo>
                    <a:pt x="136" y="99"/>
                    <a:pt x="136" y="100"/>
                    <a:pt x="136" y="100"/>
                  </a:cubicBezTo>
                  <a:close/>
                  <a:moveTo>
                    <a:pt x="118" y="14"/>
                  </a:moveTo>
                  <a:cubicBezTo>
                    <a:pt x="118" y="14"/>
                    <a:pt x="117" y="14"/>
                    <a:pt x="117" y="14"/>
                  </a:cubicBezTo>
                  <a:cubicBezTo>
                    <a:pt x="113" y="15"/>
                    <a:pt x="108" y="16"/>
                    <a:pt x="104" y="18"/>
                  </a:cubicBezTo>
                  <a:cubicBezTo>
                    <a:pt x="98" y="21"/>
                    <a:pt x="92" y="25"/>
                    <a:pt x="88" y="31"/>
                  </a:cubicBezTo>
                  <a:cubicBezTo>
                    <a:pt x="83" y="38"/>
                    <a:pt x="81" y="46"/>
                    <a:pt x="81" y="54"/>
                  </a:cubicBezTo>
                  <a:cubicBezTo>
                    <a:pt x="81" y="63"/>
                    <a:pt x="81" y="72"/>
                    <a:pt x="81" y="81"/>
                  </a:cubicBezTo>
                  <a:cubicBezTo>
                    <a:pt x="81" y="84"/>
                    <a:pt x="83" y="85"/>
                    <a:pt x="85" y="85"/>
                  </a:cubicBezTo>
                  <a:cubicBezTo>
                    <a:pt x="95" y="85"/>
                    <a:pt x="105" y="85"/>
                    <a:pt x="115" y="85"/>
                  </a:cubicBezTo>
                  <a:cubicBezTo>
                    <a:pt x="117" y="84"/>
                    <a:pt x="119" y="83"/>
                    <a:pt x="119" y="80"/>
                  </a:cubicBezTo>
                  <a:cubicBezTo>
                    <a:pt x="119" y="72"/>
                    <a:pt x="118" y="64"/>
                    <a:pt x="118" y="56"/>
                  </a:cubicBezTo>
                  <a:cubicBezTo>
                    <a:pt x="118" y="53"/>
                    <a:pt x="117" y="51"/>
                    <a:pt x="114" y="51"/>
                  </a:cubicBezTo>
                  <a:cubicBezTo>
                    <a:pt x="109" y="51"/>
                    <a:pt x="104" y="51"/>
                    <a:pt x="99" y="51"/>
                  </a:cubicBezTo>
                  <a:cubicBezTo>
                    <a:pt x="99" y="51"/>
                    <a:pt x="99" y="51"/>
                    <a:pt x="98" y="51"/>
                  </a:cubicBezTo>
                  <a:cubicBezTo>
                    <a:pt x="97" y="51"/>
                    <a:pt x="97" y="51"/>
                    <a:pt x="97" y="50"/>
                  </a:cubicBezTo>
                  <a:cubicBezTo>
                    <a:pt x="97" y="49"/>
                    <a:pt x="97" y="48"/>
                    <a:pt x="97" y="48"/>
                  </a:cubicBezTo>
                  <a:cubicBezTo>
                    <a:pt x="98" y="42"/>
                    <a:pt x="100" y="37"/>
                    <a:pt x="105" y="33"/>
                  </a:cubicBezTo>
                  <a:cubicBezTo>
                    <a:pt x="109" y="30"/>
                    <a:pt x="113" y="28"/>
                    <a:pt x="117" y="27"/>
                  </a:cubicBezTo>
                  <a:cubicBezTo>
                    <a:pt x="118" y="27"/>
                    <a:pt x="118" y="26"/>
                    <a:pt x="118" y="25"/>
                  </a:cubicBezTo>
                  <a:cubicBezTo>
                    <a:pt x="118" y="22"/>
                    <a:pt x="118" y="18"/>
                    <a:pt x="118" y="15"/>
                  </a:cubicBezTo>
                  <a:cubicBezTo>
                    <a:pt x="118" y="14"/>
                    <a:pt x="118" y="14"/>
                    <a:pt x="118" y="14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1B2D520C-6508-4919-8E23-162493BBC6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9" y="1319"/>
              <a:ext cx="102" cy="96"/>
            </a:xfrm>
            <a:custGeom>
              <a:avLst/>
              <a:gdLst>
                <a:gd name="T0" fmla="*/ 68 w 70"/>
                <a:gd name="T1" fmla="*/ 14 h 66"/>
                <a:gd name="T2" fmla="*/ 47 w 70"/>
                <a:gd name="T3" fmla="*/ 1 h 66"/>
                <a:gd name="T4" fmla="*/ 36 w 70"/>
                <a:gd name="T5" fmla="*/ 6 h 66"/>
                <a:gd name="T6" fmla="*/ 35 w 70"/>
                <a:gd name="T7" fmla="*/ 7 h 66"/>
                <a:gd name="T8" fmla="*/ 35 w 70"/>
                <a:gd name="T9" fmla="*/ 6 h 66"/>
                <a:gd name="T10" fmla="*/ 17 w 70"/>
                <a:gd name="T11" fmla="*/ 1 h 66"/>
                <a:gd name="T12" fmla="*/ 13 w 70"/>
                <a:gd name="T13" fmla="*/ 2 h 66"/>
                <a:gd name="T14" fmla="*/ 1 w 70"/>
                <a:gd name="T15" fmla="*/ 23 h 66"/>
                <a:gd name="T16" fmla="*/ 6 w 70"/>
                <a:gd name="T17" fmla="*/ 34 h 66"/>
                <a:gd name="T18" fmla="*/ 32 w 70"/>
                <a:gd name="T19" fmla="*/ 62 h 66"/>
                <a:gd name="T20" fmla="*/ 35 w 70"/>
                <a:gd name="T21" fmla="*/ 66 h 66"/>
                <a:gd name="T22" fmla="*/ 35 w 70"/>
                <a:gd name="T23" fmla="*/ 65 h 66"/>
                <a:gd name="T24" fmla="*/ 53 w 70"/>
                <a:gd name="T25" fmla="*/ 46 h 66"/>
                <a:gd name="T26" fmla="*/ 64 w 70"/>
                <a:gd name="T27" fmla="*/ 34 h 66"/>
                <a:gd name="T28" fmla="*/ 68 w 70"/>
                <a:gd name="T29" fmla="*/ 1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6">
                  <a:moveTo>
                    <a:pt x="68" y="14"/>
                  </a:moveTo>
                  <a:cubicBezTo>
                    <a:pt x="65" y="5"/>
                    <a:pt x="56" y="0"/>
                    <a:pt x="47" y="1"/>
                  </a:cubicBezTo>
                  <a:cubicBezTo>
                    <a:pt x="43" y="1"/>
                    <a:pt x="39" y="3"/>
                    <a:pt x="36" y="6"/>
                  </a:cubicBezTo>
                  <a:cubicBezTo>
                    <a:pt x="36" y="6"/>
                    <a:pt x="35" y="6"/>
                    <a:pt x="35" y="7"/>
                  </a:cubicBezTo>
                  <a:cubicBezTo>
                    <a:pt x="35" y="7"/>
                    <a:pt x="35" y="6"/>
                    <a:pt x="35" y="6"/>
                  </a:cubicBezTo>
                  <a:cubicBezTo>
                    <a:pt x="30" y="2"/>
                    <a:pt x="24" y="0"/>
                    <a:pt x="17" y="1"/>
                  </a:cubicBezTo>
                  <a:cubicBezTo>
                    <a:pt x="16" y="2"/>
                    <a:pt x="14" y="2"/>
                    <a:pt x="13" y="2"/>
                  </a:cubicBezTo>
                  <a:cubicBezTo>
                    <a:pt x="5" y="6"/>
                    <a:pt x="0" y="14"/>
                    <a:pt x="1" y="23"/>
                  </a:cubicBezTo>
                  <a:cubicBezTo>
                    <a:pt x="2" y="27"/>
                    <a:pt x="4" y="31"/>
                    <a:pt x="6" y="34"/>
                  </a:cubicBezTo>
                  <a:cubicBezTo>
                    <a:pt x="15" y="43"/>
                    <a:pt x="23" y="53"/>
                    <a:pt x="32" y="62"/>
                  </a:cubicBezTo>
                  <a:cubicBezTo>
                    <a:pt x="33" y="63"/>
                    <a:pt x="34" y="64"/>
                    <a:pt x="35" y="66"/>
                  </a:cubicBezTo>
                  <a:cubicBezTo>
                    <a:pt x="35" y="66"/>
                    <a:pt x="35" y="65"/>
                    <a:pt x="35" y="65"/>
                  </a:cubicBezTo>
                  <a:cubicBezTo>
                    <a:pt x="41" y="59"/>
                    <a:pt x="47" y="52"/>
                    <a:pt x="53" y="46"/>
                  </a:cubicBezTo>
                  <a:cubicBezTo>
                    <a:pt x="56" y="42"/>
                    <a:pt x="60" y="38"/>
                    <a:pt x="64" y="34"/>
                  </a:cubicBezTo>
                  <a:cubicBezTo>
                    <a:pt x="69" y="28"/>
                    <a:pt x="70" y="21"/>
                    <a:pt x="68" y="14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EBBF6353-5D94-4A5D-9BDA-D5FB63A472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5" y="1323"/>
              <a:ext cx="76" cy="84"/>
            </a:xfrm>
            <a:custGeom>
              <a:avLst/>
              <a:gdLst>
                <a:gd name="T0" fmla="*/ 52 w 52"/>
                <a:gd name="T1" fmla="*/ 57 h 58"/>
                <a:gd name="T2" fmla="*/ 45 w 52"/>
                <a:gd name="T3" fmla="*/ 57 h 58"/>
                <a:gd name="T4" fmla="*/ 43 w 52"/>
                <a:gd name="T5" fmla="*/ 50 h 58"/>
                <a:gd name="T6" fmla="*/ 43 w 52"/>
                <a:gd name="T7" fmla="*/ 51 h 58"/>
                <a:gd name="T8" fmla="*/ 32 w 52"/>
                <a:gd name="T9" fmla="*/ 57 h 58"/>
                <a:gd name="T10" fmla="*/ 15 w 52"/>
                <a:gd name="T11" fmla="*/ 55 h 58"/>
                <a:gd name="T12" fmla="*/ 3 w 52"/>
                <a:gd name="T13" fmla="*/ 39 h 58"/>
                <a:gd name="T14" fmla="*/ 5 w 52"/>
                <a:gd name="T15" fmla="*/ 15 h 58"/>
                <a:gd name="T16" fmla="*/ 23 w 52"/>
                <a:gd name="T17" fmla="*/ 1 h 58"/>
                <a:gd name="T18" fmla="*/ 38 w 52"/>
                <a:gd name="T19" fmla="*/ 2 h 58"/>
                <a:gd name="T20" fmla="*/ 50 w 52"/>
                <a:gd name="T21" fmla="*/ 15 h 58"/>
                <a:gd name="T22" fmla="*/ 51 w 52"/>
                <a:gd name="T23" fmla="*/ 20 h 58"/>
                <a:gd name="T24" fmla="*/ 51 w 52"/>
                <a:gd name="T25" fmla="*/ 20 h 58"/>
                <a:gd name="T26" fmla="*/ 40 w 52"/>
                <a:gd name="T27" fmla="*/ 20 h 58"/>
                <a:gd name="T28" fmla="*/ 40 w 52"/>
                <a:gd name="T29" fmla="*/ 19 h 58"/>
                <a:gd name="T30" fmla="*/ 34 w 52"/>
                <a:gd name="T31" fmla="*/ 12 h 58"/>
                <a:gd name="T32" fmla="*/ 27 w 52"/>
                <a:gd name="T33" fmla="*/ 11 h 58"/>
                <a:gd name="T34" fmla="*/ 15 w 52"/>
                <a:gd name="T35" fmla="*/ 20 h 58"/>
                <a:gd name="T36" fmla="*/ 14 w 52"/>
                <a:gd name="T37" fmla="*/ 31 h 58"/>
                <a:gd name="T38" fmla="*/ 16 w 52"/>
                <a:gd name="T39" fmla="*/ 40 h 58"/>
                <a:gd name="T40" fmla="*/ 25 w 52"/>
                <a:gd name="T41" fmla="*/ 47 h 58"/>
                <a:gd name="T42" fmla="*/ 33 w 52"/>
                <a:gd name="T43" fmla="*/ 47 h 58"/>
                <a:gd name="T44" fmla="*/ 41 w 52"/>
                <a:gd name="T45" fmla="*/ 39 h 58"/>
                <a:gd name="T46" fmla="*/ 41 w 52"/>
                <a:gd name="T47" fmla="*/ 36 h 58"/>
                <a:gd name="T48" fmla="*/ 29 w 52"/>
                <a:gd name="T49" fmla="*/ 36 h 58"/>
                <a:gd name="T50" fmla="*/ 29 w 52"/>
                <a:gd name="T51" fmla="*/ 27 h 58"/>
                <a:gd name="T52" fmla="*/ 52 w 52"/>
                <a:gd name="T53" fmla="*/ 27 h 58"/>
                <a:gd name="T54" fmla="*/ 52 w 52"/>
                <a:gd name="T55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2" h="58">
                  <a:moveTo>
                    <a:pt x="52" y="57"/>
                  </a:moveTo>
                  <a:cubicBezTo>
                    <a:pt x="50" y="57"/>
                    <a:pt x="47" y="57"/>
                    <a:pt x="45" y="57"/>
                  </a:cubicBezTo>
                  <a:cubicBezTo>
                    <a:pt x="44" y="55"/>
                    <a:pt x="44" y="53"/>
                    <a:pt x="43" y="50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0" y="55"/>
                    <a:pt x="36" y="57"/>
                    <a:pt x="32" y="57"/>
                  </a:cubicBezTo>
                  <a:cubicBezTo>
                    <a:pt x="26" y="58"/>
                    <a:pt x="20" y="57"/>
                    <a:pt x="15" y="55"/>
                  </a:cubicBezTo>
                  <a:cubicBezTo>
                    <a:pt x="9" y="51"/>
                    <a:pt x="5" y="46"/>
                    <a:pt x="3" y="39"/>
                  </a:cubicBezTo>
                  <a:cubicBezTo>
                    <a:pt x="0" y="31"/>
                    <a:pt x="1" y="23"/>
                    <a:pt x="5" y="15"/>
                  </a:cubicBezTo>
                  <a:cubicBezTo>
                    <a:pt x="8" y="7"/>
                    <a:pt x="14" y="3"/>
                    <a:pt x="23" y="1"/>
                  </a:cubicBezTo>
                  <a:cubicBezTo>
                    <a:pt x="28" y="0"/>
                    <a:pt x="33" y="0"/>
                    <a:pt x="38" y="2"/>
                  </a:cubicBezTo>
                  <a:cubicBezTo>
                    <a:pt x="44" y="5"/>
                    <a:pt x="48" y="9"/>
                    <a:pt x="50" y="15"/>
                  </a:cubicBezTo>
                  <a:cubicBezTo>
                    <a:pt x="51" y="16"/>
                    <a:pt x="51" y="18"/>
                    <a:pt x="51" y="20"/>
                  </a:cubicBezTo>
                  <a:cubicBezTo>
                    <a:pt x="51" y="20"/>
                    <a:pt x="51" y="20"/>
                    <a:pt x="51" y="20"/>
                  </a:cubicBezTo>
                  <a:cubicBezTo>
                    <a:pt x="47" y="20"/>
                    <a:pt x="44" y="20"/>
                    <a:pt x="40" y="20"/>
                  </a:cubicBezTo>
                  <a:cubicBezTo>
                    <a:pt x="40" y="20"/>
                    <a:pt x="40" y="20"/>
                    <a:pt x="40" y="19"/>
                  </a:cubicBezTo>
                  <a:cubicBezTo>
                    <a:pt x="39" y="16"/>
                    <a:pt x="37" y="13"/>
                    <a:pt x="34" y="12"/>
                  </a:cubicBezTo>
                  <a:cubicBezTo>
                    <a:pt x="32" y="11"/>
                    <a:pt x="30" y="11"/>
                    <a:pt x="27" y="11"/>
                  </a:cubicBezTo>
                  <a:cubicBezTo>
                    <a:pt x="21" y="11"/>
                    <a:pt x="17" y="14"/>
                    <a:pt x="15" y="20"/>
                  </a:cubicBezTo>
                  <a:cubicBezTo>
                    <a:pt x="14" y="23"/>
                    <a:pt x="13" y="27"/>
                    <a:pt x="14" y="31"/>
                  </a:cubicBezTo>
                  <a:cubicBezTo>
                    <a:pt x="14" y="34"/>
                    <a:pt x="14" y="37"/>
                    <a:pt x="16" y="40"/>
                  </a:cubicBezTo>
                  <a:cubicBezTo>
                    <a:pt x="18" y="44"/>
                    <a:pt x="21" y="47"/>
                    <a:pt x="25" y="47"/>
                  </a:cubicBezTo>
                  <a:cubicBezTo>
                    <a:pt x="28" y="48"/>
                    <a:pt x="31" y="48"/>
                    <a:pt x="33" y="47"/>
                  </a:cubicBezTo>
                  <a:cubicBezTo>
                    <a:pt x="38" y="46"/>
                    <a:pt x="40" y="43"/>
                    <a:pt x="41" y="39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37" y="36"/>
                    <a:pt x="33" y="36"/>
                    <a:pt x="29" y="36"/>
                  </a:cubicBezTo>
                  <a:cubicBezTo>
                    <a:pt x="29" y="33"/>
                    <a:pt x="29" y="30"/>
                    <a:pt x="29" y="27"/>
                  </a:cubicBezTo>
                  <a:cubicBezTo>
                    <a:pt x="37" y="27"/>
                    <a:pt x="45" y="27"/>
                    <a:pt x="52" y="27"/>
                  </a:cubicBezTo>
                  <a:cubicBezTo>
                    <a:pt x="52" y="37"/>
                    <a:pt x="52" y="47"/>
                    <a:pt x="52" y="57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64D15A8F-F9CF-45BB-AC7B-EF5C0C1BE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7" y="1327"/>
              <a:ext cx="60" cy="80"/>
            </a:xfrm>
            <a:custGeom>
              <a:avLst/>
              <a:gdLst>
                <a:gd name="T0" fmla="*/ 2 w 41"/>
                <a:gd name="T1" fmla="*/ 30 h 55"/>
                <a:gd name="T2" fmla="*/ 7 w 41"/>
                <a:gd name="T3" fmla="*/ 0 h 55"/>
                <a:gd name="T4" fmla="*/ 37 w 41"/>
                <a:gd name="T5" fmla="*/ 0 h 55"/>
                <a:gd name="T6" fmla="*/ 37 w 41"/>
                <a:gd name="T7" fmla="*/ 9 h 55"/>
                <a:gd name="T8" fmla="*/ 15 w 41"/>
                <a:gd name="T9" fmla="*/ 9 h 55"/>
                <a:gd name="T10" fmla="*/ 13 w 41"/>
                <a:gd name="T11" fmla="*/ 21 h 55"/>
                <a:gd name="T12" fmla="*/ 13 w 41"/>
                <a:gd name="T13" fmla="*/ 21 h 55"/>
                <a:gd name="T14" fmla="*/ 23 w 41"/>
                <a:gd name="T15" fmla="*/ 17 h 55"/>
                <a:gd name="T16" fmla="*/ 32 w 41"/>
                <a:gd name="T17" fmla="*/ 20 h 55"/>
                <a:gd name="T18" fmla="*/ 39 w 41"/>
                <a:gd name="T19" fmla="*/ 29 h 55"/>
                <a:gd name="T20" fmla="*/ 38 w 41"/>
                <a:gd name="T21" fmla="*/ 43 h 55"/>
                <a:gd name="T22" fmla="*/ 23 w 41"/>
                <a:gd name="T23" fmla="*/ 54 h 55"/>
                <a:gd name="T24" fmla="*/ 8 w 41"/>
                <a:gd name="T25" fmla="*/ 51 h 55"/>
                <a:gd name="T26" fmla="*/ 0 w 41"/>
                <a:gd name="T27" fmla="*/ 38 h 55"/>
                <a:gd name="T28" fmla="*/ 0 w 41"/>
                <a:gd name="T29" fmla="*/ 38 h 55"/>
                <a:gd name="T30" fmla="*/ 11 w 41"/>
                <a:gd name="T31" fmla="*/ 38 h 55"/>
                <a:gd name="T32" fmla="*/ 12 w 41"/>
                <a:gd name="T33" fmla="*/ 40 h 55"/>
                <a:gd name="T34" fmla="*/ 20 w 41"/>
                <a:gd name="T35" fmla="*/ 46 h 55"/>
                <a:gd name="T36" fmla="*/ 29 w 41"/>
                <a:gd name="T37" fmla="*/ 38 h 55"/>
                <a:gd name="T38" fmla="*/ 28 w 41"/>
                <a:gd name="T39" fmla="*/ 29 h 55"/>
                <a:gd name="T40" fmla="*/ 20 w 41"/>
                <a:gd name="T41" fmla="*/ 25 h 55"/>
                <a:gd name="T42" fmla="*/ 17 w 41"/>
                <a:gd name="T43" fmla="*/ 26 h 55"/>
                <a:gd name="T44" fmla="*/ 12 w 41"/>
                <a:gd name="T45" fmla="*/ 29 h 55"/>
                <a:gd name="T46" fmla="*/ 11 w 41"/>
                <a:gd name="T47" fmla="*/ 30 h 55"/>
                <a:gd name="T48" fmla="*/ 3 w 41"/>
                <a:gd name="T49" fmla="*/ 30 h 55"/>
                <a:gd name="T50" fmla="*/ 2 w 41"/>
                <a:gd name="T51" fmla="*/ 3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1" h="55">
                  <a:moveTo>
                    <a:pt x="2" y="30"/>
                  </a:moveTo>
                  <a:cubicBezTo>
                    <a:pt x="4" y="20"/>
                    <a:pt x="5" y="10"/>
                    <a:pt x="7" y="0"/>
                  </a:cubicBezTo>
                  <a:cubicBezTo>
                    <a:pt x="17" y="0"/>
                    <a:pt x="27" y="0"/>
                    <a:pt x="37" y="0"/>
                  </a:cubicBezTo>
                  <a:cubicBezTo>
                    <a:pt x="37" y="3"/>
                    <a:pt x="37" y="6"/>
                    <a:pt x="37" y="9"/>
                  </a:cubicBezTo>
                  <a:cubicBezTo>
                    <a:pt x="30" y="9"/>
                    <a:pt x="22" y="9"/>
                    <a:pt x="15" y="9"/>
                  </a:cubicBezTo>
                  <a:cubicBezTo>
                    <a:pt x="14" y="13"/>
                    <a:pt x="14" y="17"/>
                    <a:pt x="13" y="2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18"/>
                    <a:pt x="19" y="17"/>
                    <a:pt x="23" y="17"/>
                  </a:cubicBezTo>
                  <a:cubicBezTo>
                    <a:pt x="26" y="17"/>
                    <a:pt x="29" y="18"/>
                    <a:pt x="32" y="20"/>
                  </a:cubicBezTo>
                  <a:cubicBezTo>
                    <a:pt x="36" y="22"/>
                    <a:pt x="38" y="25"/>
                    <a:pt x="39" y="29"/>
                  </a:cubicBezTo>
                  <a:cubicBezTo>
                    <a:pt x="41" y="34"/>
                    <a:pt x="41" y="39"/>
                    <a:pt x="38" y="43"/>
                  </a:cubicBezTo>
                  <a:cubicBezTo>
                    <a:pt x="35" y="49"/>
                    <a:pt x="30" y="53"/>
                    <a:pt x="23" y="54"/>
                  </a:cubicBezTo>
                  <a:cubicBezTo>
                    <a:pt x="18" y="55"/>
                    <a:pt x="12" y="54"/>
                    <a:pt x="8" y="51"/>
                  </a:cubicBezTo>
                  <a:cubicBezTo>
                    <a:pt x="3" y="48"/>
                    <a:pt x="1" y="44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4" y="38"/>
                    <a:pt x="8" y="38"/>
                    <a:pt x="11" y="38"/>
                  </a:cubicBezTo>
                  <a:cubicBezTo>
                    <a:pt x="11" y="38"/>
                    <a:pt x="11" y="39"/>
                    <a:pt x="12" y="40"/>
                  </a:cubicBezTo>
                  <a:cubicBezTo>
                    <a:pt x="13" y="43"/>
                    <a:pt x="16" y="45"/>
                    <a:pt x="20" y="46"/>
                  </a:cubicBezTo>
                  <a:cubicBezTo>
                    <a:pt x="24" y="46"/>
                    <a:pt x="28" y="42"/>
                    <a:pt x="29" y="38"/>
                  </a:cubicBezTo>
                  <a:cubicBezTo>
                    <a:pt x="30" y="35"/>
                    <a:pt x="29" y="32"/>
                    <a:pt x="28" y="29"/>
                  </a:cubicBezTo>
                  <a:cubicBezTo>
                    <a:pt x="26" y="27"/>
                    <a:pt x="23" y="25"/>
                    <a:pt x="20" y="25"/>
                  </a:cubicBezTo>
                  <a:cubicBezTo>
                    <a:pt x="19" y="25"/>
                    <a:pt x="18" y="25"/>
                    <a:pt x="17" y="26"/>
                  </a:cubicBezTo>
                  <a:cubicBezTo>
                    <a:pt x="15" y="26"/>
                    <a:pt x="13" y="28"/>
                    <a:pt x="12" y="29"/>
                  </a:cubicBezTo>
                  <a:cubicBezTo>
                    <a:pt x="12" y="29"/>
                    <a:pt x="12" y="30"/>
                    <a:pt x="11" y="30"/>
                  </a:cubicBezTo>
                  <a:cubicBezTo>
                    <a:pt x="8" y="30"/>
                    <a:pt x="5" y="30"/>
                    <a:pt x="3" y="30"/>
                  </a:cubicBezTo>
                  <a:cubicBezTo>
                    <a:pt x="2" y="30"/>
                    <a:pt x="2" y="30"/>
                    <a:pt x="2" y="30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43F5EE85-94C5-4A3A-A2CF-A7B82979F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5" y="1204"/>
              <a:ext cx="220" cy="407"/>
            </a:xfrm>
            <a:custGeom>
              <a:avLst/>
              <a:gdLst>
                <a:gd name="T0" fmla="*/ 37 w 151"/>
                <a:gd name="T1" fmla="*/ 55 h 280"/>
                <a:gd name="T2" fmla="*/ 37 w 151"/>
                <a:gd name="T3" fmla="*/ 138 h 280"/>
                <a:gd name="T4" fmla="*/ 0 w 151"/>
                <a:gd name="T5" fmla="*/ 154 h 280"/>
                <a:gd name="T6" fmla="*/ 42 w 151"/>
                <a:gd name="T7" fmla="*/ 196 h 280"/>
                <a:gd name="T8" fmla="*/ 151 w 151"/>
                <a:gd name="T9" fmla="*/ 280 h 280"/>
                <a:gd name="T10" fmla="*/ 105 w 151"/>
                <a:gd name="T11" fmla="*/ 202 h 280"/>
                <a:gd name="T12" fmla="*/ 108 w 151"/>
                <a:gd name="T13" fmla="*/ 126 h 280"/>
                <a:gd name="T14" fmla="*/ 102 w 151"/>
                <a:gd name="T15" fmla="*/ 34 h 280"/>
                <a:gd name="T16" fmla="*/ 72 w 151"/>
                <a:gd name="T17" fmla="*/ 0 h 280"/>
                <a:gd name="T18" fmla="*/ 37 w 151"/>
                <a:gd name="T19" fmla="*/ 55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" h="280">
                  <a:moveTo>
                    <a:pt x="37" y="55"/>
                  </a:moveTo>
                  <a:cubicBezTo>
                    <a:pt x="37" y="90"/>
                    <a:pt x="37" y="138"/>
                    <a:pt x="37" y="138"/>
                  </a:cubicBezTo>
                  <a:cubicBezTo>
                    <a:pt x="37" y="138"/>
                    <a:pt x="0" y="122"/>
                    <a:pt x="0" y="154"/>
                  </a:cubicBezTo>
                  <a:cubicBezTo>
                    <a:pt x="0" y="187"/>
                    <a:pt x="42" y="196"/>
                    <a:pt x="42" y="196"/>
                  </a:cubicBezTo>
                  <a:cubicBezTo>
                    <a:pt x="42" y="241"/>
                    <a:pt x="106" y="275"/>
                    <a:pt x="151" y="280"/>
                  </a:cubicBezTo>
                  <a:cubicBezTo>
                    <a:pt x="123" y="271"/>
                    <a:pt x="109" y="224"/>
                    <a:pt x="105" y="202"/>
                  </a:cubicBezTo>
                  <a:cubicBezTo>
                    <a:pt x="101" y="181"/>
                    <a:pt x="122" y="140"/>
                    <a:pt x="108" y="126"/>
                  </a:cubicBezTo>
                  <a:cubicBezTo>
                    <a:pt x="93" y="112"/>
                    <a:pt x="95" y="50"/>
                    <a:pt x="102" y="34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46" y="12"/>
                    <a:pt x="37" y="33"/>
                    <a:pt x="37" y="55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C8E135D2-DC25-495B-868B-D10516015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" y="1083"/>
              <a:ext cx="1148" cy="789"/>
            </a:xfrm>
            <a:custGeom>
              <a:avLst/>
              <a:gdLst>
                <a:gd name="T0" fmla="*/ 620 w 789"/>
                <a:gd name="T1" fmla="*/ 314 h 542"/>
                <a:gd name="T2" fmla="*/ 607 w 789"/>
                <a:gd name="T3" fmla="*/ 279 h 542"/>
                <a:gd name="T4" fmla="*/ 573 w 789"/>
                <a:gd name="T5" fmla="*/ 221 h 542"/>
                <a:gd name="T6" fmla="*/ 601 w 789"/>
                <a:gd name="T7" fmla="*/ 220 h 542"/>
                <a:gd name="T8" fmla="*/ 673 w 789"/>
                <a:gd name="T9" fmla="*/ 117 h 542"/>
                <a:gd name="T10" fmla="*/ 739 w 789"/>
                <a:gd name="T11" fmla="*/ 117 h 542"/>
                <a:gd name="T12" fmla="*/ 778 w 789"/>
                <a:gd name="T13" fmla="*/ 71 h 542"/>
                <a:gd name="T14" fmla="*/ 530 w 789"/>
                <a:gd name="T15" fmla="*/ 71 h 542"/>
                <a:gd name="T16" fmla="*/ 306 w 789"/>
                <a:gd name="T17" fmla="*/ 278 h 542"/>
                <a:gd name="T18" fmla="*/ 244 w 789"/>
                <a:gd name="T19" fmla="*/ 259 h 542"/>
                <a:gd name="T20" fmla="*/ 131 w 789"/>
                <a:gd name="T21" fmla="*/ 338 h 542"/>
                <a:gd name="T22" fmla="*/ 27 w 789"/>
                <a:gd name="T23" fmla="*/ 354 h 542"/>
                <a:gd name="T24" fmla="*/ 51 w 789"/>
                <a:gd name="T25" fmla="*/ 362 h 542"/>
                <a:gd name="T26" fmla="*/ 96 w 789"/>
                <a:gd name="T27" fmla="*/ 468 h 542"/>
                <a:gd name="T28" fmla="*/ 293 w 789"/>
                <a:gd name="T29" fmla="*/ 451 h 542"/>
                <a:gd name="T30" fmla="*/ 404 w 789"/>
                <a:gd name="T31" fmla="*/ 365 h 542"/>
                <a:gd name="T32" fmla="*/ 563 w 789"/>
                <a:gd name="T33" fmla="*/ 397 h 542"/>
                <a:gd name="T34" fmla="*/ 643 w 789"/>
                <a:gd name="T35" fmla="*/ 335 h 542"/>
                <a:gd name="T36" fmla="*/ 620 w 789"/>
                <a:gd name="T37" fmla="*/ 314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89" h="542">
                  <a:moveTo>
                    <a:pt x="620" y="314"/>
                  </a:moveTo>
                  <a:cubicBezTo>
                    <a:pt x="608" y="302"/>
                    <a:pt x="607" y="279"/>
                    <a:pt x="607" y="279"/>
                  </a:cubicBezTo>
                  <a:cubicBezTo>
                    <a:pt x="551" y="256"/>
                    <a:pt x="567" y="229"/>
                    <a:pt x="573" y="221"/>
                  </a:cubicBezTo>
                  <a:cubicBezTo>
                    <a:pt x="578" y="214"/>
                    <a:pt x="601" y="220"/>
                    <a:pt x="601" y="220"/>
                  </a:cubicBezTo>
                  <a:cubicBezTo>
                    <a:pt x="638" y="204"/>
                    <a:pt x="631" y="117"/>
                    <a:pt x="673" y="117"/>
                  </a:cubicBezTo>
                  <a:cubicBezTo>
                    <a:pt x="691" y="117"/>
                    <a:pt x="721" y="119"/>
                    <a:pt x="739" y="117"/>
                  </a:cubicBezTo>
                  <a:cubicBezTo>
                    <a:pt x="764" y="112"/>
                    <a:pt x="789" y="106"/>
                    <a:pt x="778" y="71"/>
                  </a:cubicBezTo>
                  <a:cubicBezTo>
                    <a:pt x="757" y="0"/>
                    <a:pt x="636" y="15"/>
                    <a:pt x="530" y="71"/>
                  </a:cubicBezTo>
                  <a:cubicBezTo>
                    <a:pt x="424" y="127"/>
                    <a:pt x="452" y="214"/>
                    <a:pt x="306" y="278"/>
                  </a:cubicBezTo>
                  <a:cubicBezTo>
                    <a:pt x="237" y="308"/>
                    <a:pt x="244" y="259"/>
                    <a:pt x="244" y="259"/>
                  </a:cubicBezTo>
                  <a:cubicBezTo>
                    <a:pt x="244" y="259"/>
                    <a:pt x="194" y="250"/>
                    <a:pt x="131" y="338"/>
                  </a:cubicBezTo>
                  <a:cubicBezTo>
                    <a:pt x="131" y="338"/>
                    <a:pt x="71" y="295"/>
                    <a:pt x="27" y="354"/>
                  </a:cubicBezTo>
                  <a:cubicBezTo>
                    <a:pt x="27" y="354"/>
                    <a:pt x="74" y="327"/>
                    <a:pt x="51" y="362"/>
                  </a:cubicBezTo>
                  <a:cubicBezTo>
                    <a:pt x="28" y="396"/>
                    <a:pt x="0" y="542"/>
                    <a:pt x="96" y="468"/>
                  </a:cubicBezTo>
                  <a:cubicBezTo>
                    <a:pt x="198" y="389"/>
                    <a:pt x="293" y="451"/>
                    <a:pt x="293" y="451"/>
                  </a:cubicBezTo>
                  <a:cubicBezTo>
                    <a:pt x="293" y="451"/>
                    <a:pt x="321" y="377"/>
                    <a:pt x="404" y="365"/>
                  </a:cubicBezTo>
                  <a:cubicBezTo>
                    <a:pt x="486" y="353"/>
                    <a:pt x="515" y="431"/>
                    <a:pt x="563" y="397"/>
                  </a:cubicBezTo>
                  <a:cubicBezTo>
                    <a:pt x="589" y="378"/>
                    <a:pt x="617" y="352"/>
                    <a:pt x="643" y="335"/>
                  </a:cubicBezTo>
                  <a:cubicBezTo>
                    <a:pt x="632" y="327"/>
                    <a:pt x="625" y="319"/>
                    <a:pt x="620" y="3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247A688A-E022-4B71-87CB-1561CD3E67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1" y="1167"/>
              <a:ext cx="930" cy="462"/>
            </a:xfrm>
            <a:custGeom>
              <a:avLst/>
              <a:gdLst>
                <a:gd name="T0" fmla="*/ 62 w 639"/>
                <a:gd name="T1" fmla="*/ 311 h 317"/>
                <a:gd name="T2" fmla="*/ 489 w 639"/>
                <a:gd name="T3" fmla="*/ 130 h 317"/>
                <a:gd name="T4" fmla="*/ 639 w 639"/>
                <a:gd name="T5" fmla="*/ 90 h 317"/>
                <a:gd name="T6" fmla="*/ 476 w 639"/>
                <a:gd name="T7" fmla="*/ 0 h 317"/>
                <a:gd name="T8" fmla="*/ 460 w 639"/>
                <a:gd name="T9" fmla="*/ 50 h 317"/>
                <a:gd name="T10" fmla="*/ 0 w 639"/>
                <a:gd name="T11" fmla="*/ 279 h 317"/>
                <a:gd name="T12" fmla="*/ 62 w 639"/>
                <a:gd name="T13" fmla="*/ 311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9" h="317">
                  <a:moveTo>
                    <a:pt x="62" y="311"/>
                  </a:moveTo>
                  <a:cubicBezTo>
                    <a:pt x="117" y="290"/>
                    <a:pt x="489" y="130"/>
                    <a:pt x="489" y="130"/>
                  </a:cubicBezTo>
                  <a:cubicBezTo>
                    <a:pt x="543" y="147"/>
                    <a:pt x="600" y="132"/>
                    <a:pt x="639" y="90"/>
                  </a:cubicBezTo>
                  <a:cubicBezTo>
                    <a:pt x="476" y="0"/>
                    <a:pt x="476" y="0"/>
                    <a:pt x="476" y="0"/>
                  </a:cubicBezTo>
                  <a:cubicBezTo>
                    <a:pt x="451" y="11"/>
                    <a:pt x="493" y="49"/>
                    <a:pt x="460" y="50"/>
                  </a:cubicBezTo>
                  <a:cubicBezTo>
                    <a:pt x="350" y="53"/>
                    <a:pt x="199" y="293"/>
                    <a:pt x="0" y="279"/>
                  </a:cubicBezTo>
                  <a:cubicBezTo>
                    <a:pt x="22" y="317"/>
                    <a:pt x="52" y="315"/>
                    <a:pt x="62" y="311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80E0B427-A3E6-4A78-8E77-B38465BA08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7" y="470"/>
              <a:ext cx="587" cy="802"/>
            </a:xfrm>
            <a:custGeom>
              <a:avLst/>
              <a:gdLst>
                <a:gd name="T0" fmla="*/ 31 w 403"/>
                <a:gd name="T1" fmla="*/ 0 h 551"/>
                <a:gd name="T2" fmla="*/ 1 w 403"/>
                <a:gd name="T3" fmla="*/ 34 h 551"/>
                <a:gd name="T4" fmla="*/ 103 w 403"/>
                <a:gd name="T5" fmla="*/ 532 h 551"/>
                <a:gd name="T6" fmla="*/ 177 w 403"/>
                <a:gd name="T7" fmla="*/ 548 h 551"/>
                <a:gd name="T8" fmla="*/ 403 w 403"/>
                <a:gd name="T9" fmla="*/ 530 h 551"/>
                <a:gd name="T10" fmla="*/ 31 w 403"/>
                <a:gd name="T11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3" h="551">
                  <a:moveTo>
                    <a:pt x="31" y="0"/>
                  </a:moveTo>
                  <a:cubicBezTo>
                    <a:pt x="5" y="14"/>
                    <a:pt x="0" y="20"/>
                    <a:pt x="1" y="34"/>
                  </a:cubicBezTo>
                  <a:cubicBezTo>
                    <a:pt x="3" y="49"/>
                    <a:pt x="101" y="523"/>
                    <a:pt x="103" y="532"/>
                  </a:cubicBezTo>
                  <a:cubicBezTo>
                    <a:pt x="105" y="542"/>
                    <a:pt x="119" y="551"/>
                    <a:pt x="177" y="548"/>
                  </a:cubicBezTo>
                  <a:cubicBezTo>
                    <a:pt x="236" y="545"/>
                    <a:pt x="403" y="530"/>
                    <a:pt x="403" y="530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rgbClr val="4BB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52588E4F-F665-4D00-AC62-B63B1ADC0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5" y="454"/>
              <a:ext cx="567" cy="793"/>
            </a:xfrm>
            <a:custGeom>
              <a:avLst/>
              <a:gdLst>
                <a:gd name="T0" fmla="*/ 336 w 389"/>
                <a:gd name="T1" fmla="*/ 184 h 545"/>
                <a:gd name="T2" fmla="*/ 307 w 389"/>
                <a:gd name="T3" fmla="*/ 28 h 545"/>
                <a:gd name="T4" fmla="*/ 258 w 389"/>
                <a:gd name="T5" fmla="*/ 0 h 545"/>
                <a:gd name="T6" fmla="*/ 19 w 389"/>
                <a:gd name="T7" fmla="*/ 7 h 545"/>
                <a:gd name="T8" fmla="*/ 9 w 389"/>
                <a:gd name="T9" fmla="*/ 59 h 545"/>
                <a:gd name="T10" fmla="*/ 97 w 389"/>
                <a:gd name="T11" fmla="*/ 518 h 545"/>
                <a:gd name="T12" fmla="*/ 142 w 389"/>
                <a:gd name="T13" fmla="*/ 545 h 545"/>
                <a:gd name="T14" fmla="*/ 389 w 389"/>
                <a:gd name="T15" fmla="*/ 529 h 545"/>
                <a:gd name="T16" fmla="*/ 336 w 389"/>
                <a:gd name="T17" fmla="*/ 184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9" h="545">
                  <a:moveTo>
                    <a:pt x="336" y="184"/>
                  </a:moveTo>
                  <a:cubicBezTo>
                    <a:pt x="336" y="184"/>
                    <a:pt x="311" y="47"/>
                    <a:pt x="307" y="28"/>
                  </a:cubicBezTo>
                  <a:cubicBezTo>
                    <a:pt x="304" y="9"/>
                    <a:pt x="290" y="0"/>
                    <a:pt x="258" y="0"/>
                  </a:cubicBezTo>
                  <a:cubicBezTo>
                    <a:pt x="226" y="0"/>
                    <a:pt x="38" y="5"/>
                    <a:pt x="19" y="7"/>
                  </a:cubicBezTo>
                  <a:cubicBezTo>
                    <a:pt x="0" y="9"/>
                    <a:pt x="6" y="28"/>
                    <a:pt x="9" y="59"/>
                  </a:cubicBezTo>
                  <a:cubicBezTo>
                    <a:pt x="13" y="89"/>
                    <a:pt x="95" y="503"/>
                    <a:pt x="97" y="518"/>
                  </a:cubicBezTo>
                  <a:cubicBezTo>
                    <a:pt x="99" y="533"/>
                    <a:pt x="118" y="545"/>
                    <a:pt x="142" y="545"/>
                  </a:cubicBezTo>
                  <a:cubicBezTo>
                    <a:pt x="167" y="545"/>
                    <a:pt x="389" y="529"/>
                    <a:pt x="389" y="529"/>
                  </a:cubicBezTo>
                  <a:lnTo>
                    <a:pt x="336" y="1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B0E0701-4FB0-47B0-B77B-A8ECC2A02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460"/>
              <a:ext cx="566" cy="793"/>
            </a:xfrm>
            <a:custGeom>
              <a:avLst/>
              <a:gdLst>
                <a:gd name="T0" fmla="*/ 336 w 389"/>
                <a:gd name="T1" fmla="*/ 184 h 545"/>
                <a:gd name="T2" fmla="*/ 307 w 389"/>
                <a:gd name="T3" fmla="*/ 28 h 545"/>
                <a:gd name="T4" fmla="*/ 258 w 389"/>
                <a:gd name="T5" fmla="*/ 0 h 545"/>
                <a:gd name="T6" fmla="*/ 19 w 389"/>
                <a:gd name="T7" fmla="*/ 7 h 545"/>
                <a:gd name="T8" fmla="*/ 9 w 389"/>
                <a:gd name="T9" fmla="*/ 59 h 545"/>
                <a:gd name="T10" fmla="*/ 97 w 389"/>
                <a:gd name="T11" fmla="*/ 518 h 545"/>
                <a:gd name="T12" fmla="*/ 142 w 389"/>
                <a:gd name="T13" fmla="*/ 545 h 545"/>
                <a:gd name="T14" fmla="*/ 389 w 389"/>
                <a:gd name="T15" fmla="*/ 529 h 545"/>
                <a:gd name="T16" fmla="*/ 336 w 389"/>
                <a:gd name="T17" fmla="*/ 184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9" h="545">
                  <a:moveTo>
                    <a:pt x="336" y="184"/>
                  </a:moveTo>
                  <a:cubicBezTo>
                    <a:pt x="336" y="184"/>
                    <a:pt x="311" y="47"/>
                    <a:pt x="307" y="28"/>
                  </a:cubicBezTo>
                  <a:cubicBezTo>
                    <a:pt x="304" y="9"/>
                    <a:pt x="290" y="0"/>
                    <a:pt x="258" y="0"/>
                  </a:cubicBezTo>
                  <a:cubicBezTo>
                    <a:pt x="226" y="0"/>
                    <a:pt x="38" y="5"/>
                    <a:pt x="19" y="7"/>
                  </a:cubicBezTo>
                  <a:cubicBezTo>
                    <a:pt x="0" y="9"/>
                    <a:pt x="6" y="28"/>
                    <a:pt x="9" y="59"/>
                  </a:cubicBezTo>
                  <a:cubicBezTo>
                    <a:pt x="13" y="89"/>
                    <a:pt x="95" y="503"/>
                    <a:pt x="97" y="518"/>
                  </a:cubicBezTo>
                  <a:cubicBezTo>
                    <a:pt x="99" y="533"/>
                    <a:pt x="118" y="545"/>
                    <a:pt x="142" y="545"/>
                  </a:cubicBezTo>
                  <a:cubicBezTo>
                    <a:pt x="167" y="545"/>
                    <a:pt x="389" y="529"/>
                    <a:pt x="389" y="529"/>
                  </a:cubicBezTo>
                  <a:lnTo>
                    <a:pt x="336" y="1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6F7A4D6B-0876-41EA-8A5C-A87E1D6B9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9" y="550"/>
              <a:ext cx="662" cy="361"/>
            </a:xfrm>
            <a:custGeom>
              <a:avLst/>
              <a:gdLst>
                <a:gd name="T0" fmla="*/ 6 w 455"/>
                <a:gd name="T1" fmla="*/ 248 h 248"/>
                <a:gd name="T2" fmla="*/ 2 w 455"/>
                <a:gd name="T3" fmla="*/ 245 h 248"/>
                <a:gd name="T4" fmla="*/ 4 w 455"/>
                <a:gd name="T5" fmla="*/ 239 h 248"/>
                <a:gd name="T6" fmla="*/ 435 w 455"/>
                <a:gd name="T7" fmla="*/ 4 h 248"/>
                <a:gd name="T8" fmla="*/ 451 w 455"/>
                <a:gd name="T9" fmla="*/ 6 h 248"/>
                <a:gd name="T10" fmla="*/ 449 w 455"/>
                <a:gd name="T11" fmla="*/ 20 h 248"/>
                <a:gd name="T12" fmla="*/ 8 w 455"/>
                <a:gd name="T13" fmla="*/ 247 h 248"/>
                <a:gd name="T14" fmla="*/ 6 w 455"/>
                <a:gd name="T15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5" h="248">
                  <a:moveTo>
                    <a:pt x="6" y="248"/>
                  </a:moveTo>
                  <a:cubicBezTo>
                    <a:pt x="4" y="248"/>
                    <a:pt x="2" y="247"/>
                    <a:pt x="2" y="245"/>
                  </a:cubicBezTo>
                  <a:cubicBezTo>
                    <a:pt x="0" y="243"/>
                    <a:pt x="1" y="240"/>
                    <a:pt x="4" y="239"/>
                  </a:cubicBezTo>
                  <a:cubicBezTo>
                    <a:pt x="435" y="4"/>
                    <a:pt x="435" y="4"/>
                    <a:pt x="435" y="4"/>
                  </a:cubicBezTo>
                  <a:cubicBezTo>
                    <a:pt x="444" y="0"/>
                    <a:pt x="449" y="4"/>
                    <a:pt x="451" y="6"/>
                  </a:cubicBezTo>
                  <a:cubicBezTo>
                    <a:pt x="452" y="9"/>
                    <a:pt x="455" y="17"/>
                    <a:pt x="449" y="20"/>
                  </a:cubicBezTo>
                  <a:cubicBezTo>
                    <a:pt x="8" y="247"/>
                    <a:pt x="8" y="247"/>
                    <a:pt x="8" y="247"/>
                  </a:cubicBezTo>
                  <a:cubicBezTo>
                    <a:pt x="7" y="248"/>
                    <a:pt x="7" y="248"/>
                    <a:pt x="6" y="248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312C0352-61E0-40C5-AD2C-628BA2EC8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6" y="1128"/>
              <a:ext cx="419" cy="183"/>
            </a:xfrm>
            <a:custGeom>
              <a:avLst/>
              <a:gdLst>
                <a:gd name="T0" fmla="*/ 5 w 288"/>
                <a:gd name="T1" fmla="*/ 126 h 126"/>
                <a:gd name="T2" fmla="*/ 1 w 288"/>
                <a:gd name="T3" fmla="*/ 123 h 126"/>
                <a:gd name="T4" fmla="*/ 3 w 288"/>
                <a:gd name="T5" fmla="*/ 116 h 126"/>
                <a:gd name="T6" fmla="*/ 271 w 288"/>
                <a:gd name="T7" fmla="*/ 3 h 126"/>
                <a:gd name="T8" fmla="*/ 284 w 288"/>
                <a:gd name="T9" fmla="*/ 7 h 126"/>
                <a:gd name="T10" fmla="*/ 278 w 288"/>
                <a:gd name="T11" fmla="*/ 19 h 126"/>
                <a:gd name="T12" fmla="*/ 7 w 288"/>
                <a:gd name="T13" fmla="*/ 125 h 126"/>
                <a:gd name="T14" fmla="*/ 5 w 288"/>
                <a:gd name="T15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8" h="126">
                  <a:moveTo>
                    <a:pt x="5" y="126"/>
                  </a:moveTo>
                  <a:cubicBezTo>
                    <a:pt x="3" y="126"/>
                    <a:pt x="1" y="125"/>
                    <a:pt x="1" y="123"/>
                  </a:cubicBezTo>
                  <a:cubicBezTo>
                    <a:pt x="0" y="120"/>
                    <a:pt x="1" y="117"/>
                    <a:pt x="3" y="116"/>
                  </a:cubicBezTo>
                  <a:cubicBezTo>
                    <a:pt x="271" y="3"/>
                    <a:pt x="271" y="3"/>
                    <a:pt x="271" y="3"/>
                  </a:cubicBezTo>
                  <a:cubicBezTo>
                    <a:pt x="274" y="2"/>
                    <a:pt x="281" y="0"/>
                    <a:pt x="284" y="7"/>
                  </a:cubicBezTo>
                  <a:cubicBezTo>
                    <a:pt x="288" y="14"/>
                    <a:pt x="280" y="18"/>
                    <a:pt x="278" y="19"/>
                  </a:cubicBezTo>
                  <a:cubicBezTo>
                    <a:pt x="7" y="125"/>
                    <a:pt x="7" y="125"/>
                    <a:pt x="7" y="125"/>
                  </a:cubicBezTo>
                  <a:cubicBezTo>
                    <a:pt x="6" y="126"/>
                    <a:pt x="6" y="126"/>
                    <a:pt x="5" y="126"/>
                  </a:cubicBezTo>
                  <a:close/>
                </a:path>
              </a:pathLst>
            </a:custGeom>
            <a:solidFill>
              <a:srgbClr val="4BB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" name="Freeform 33">
              <a:extLst>
                <a:ext uri="{FF2B5EF4-FFF2-40B4-BE49-F238E27FC236}">
                  <a16:creationId xmlns:a16="http://schemas.microsoft.com/office/drawing/2014/main" id="{ADF4AF66-6661-454E-885F-6D20E18ED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0" y="1685"/>
              <a:ext cx="507" cy="698"/>
            </a:xfrm>
            <a:custGeom>
              <a:avLst/>
              <a:gdLst>
                <a:gd name="T0" fmla="*/ 223 w 348"/>
                <a:gd name="T1" fmla="*/ 387 h 479"/>
                <a:gd name="T2" fmla="*/ 340 w 348"/>
                <a:gd name="T3" fmla="*/ 74 h 479"/>
                <a:gd name="T4" fmla="*/ 340 w 348"/>
                <a:gd name="T5" fmla="*/ 74 h 479"/>
                <a:gd name="T6" fmla="*/ 318 w 348"/>
                <a:gd name="T7" fmla="*/ 82 h 479"/>
                <a:gd name="T8" fmla="*/ 300 w 348"/>
                <a:gd name="T9" fmla="*/ 0 h 479"/>
                <a:gd name="T10" fmla="*/ 200 w 348"/>
                <a:gd name="T11" fmla="*/ 77 h 479"/>
                <a:gd name="T12" fmla="*/ 0 w 348"/>
                <a:gd name="T13" fmla="*/ 479 h 479"/>
                <a:gd name="T14" fmla="*/ 223 w 348"/>
                <a:gd name="T15" fmla="*/ 387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8" h="479">
                  <a:moveTo>
                    <a:pt x="223" y="387"/>
                  </a:moveTo>
                  <a:cubicBezTo>
                    <a:pt x="348" y="425"/>
                    <a:pt x="271" y="216"/>
                    <a:pt x="340" y="74"/>
                  </a:cubicBezTo>
                  <a:cubicBezTo>
                    <a:pt x="340" y="74"/>
                    <a:pt x="340" y="74"/>
                    <a:pt x="340" y="74"/>
                  </a:cubicBezTo>
                  <a:cubicBezTo>
                    <a:pt x="333" y="77"/>
                    <a:pt x="325" y="80"/>
                    <a:pt x="318" y="82"/>
                  </a:cubicBezTo>
                  <a:cubicBezTo>
                    <a:pt x="263" y="91"/>
                    <a:pt x="300" y="0"/>
                    <a:pt x="300" y="0"/>
                  </a:cubicBezTo>
                  <a:cubicBezTo>
                    <a:pt x="300" y="0"/>
                    <a:pt x="203" y="39"/>
                    <a:pt x="200" y="77"/>
                  </a:cubicBezTo>
                  <a:cubicBezTo>
                    <a:pt x="176" y="378"/>
                    <a:pt x="14" y="310"/>
                    <a:pt x="0" y="479"/>
                  </a:cubicBezTo>
                  <a:cubicBezTo>
                    <a:pt x="36" y="412"/>
                    <a:pt x="153" y="366"/>
                    <a:pt x="223" y="387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96055EED-042E-460A-9E36-30DB42E51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4" y="1525"/>
              <a:ext cx="645" cy="912"/>
            </a:xfrm>
            <a:custGeom>
              <a:avLst/>
              <a:gdLst>
                <a:gd name="T0" fmla="*/ 316 w 443"/>
                <a:gd name="T1" fmla="*/ 58 h 626"/>
                <a:gd name="T2" fmla="*/ 231 w 443"/>
                <a:gd name="T3" fmla="*/ 131 h 626"/>
                <a:gd name="T4" fmla="*/ 145 w 443"/>
                <a:gd name="T5" fmla="*/ 228 h 626"/>
                <a:gd name="T6" fmla="*/ 74 w 443"/>
                <a:gd name="T7" fmla="*/ 626 h 626"/>
                <a:gd name="T8" fmla="*/ 74 w 443"/>
                <a:gd name="T9" fmla="*/ 626 h 626"/>
                <a:gd name="T10" fmla="*/ 191 w 443"/>
                <a:gd name="T11" fmla="*/ 179 h 626"/>
                <a:gd name="T12" fmla="*/ 207 w 443"/>
                <a:gd name="T13" fmla="*/ 180 h 626"/>
                <a:gd name="T14" fmla="*/ 269 w 443"/>
                <a:gd name="T15" fmla="*/ 158 h 626"/>
                <a:gd name="T16" fmla="*/ 292 w 443"/>
                <a:gd name="T17" fmla="*/ 135 h 626"/>
                <a:gd name="T18" fmla="*/ 348 w 443"/>
                <a:gd name="T19" fmla="*/ 110 h 626"/>
                <a:gd name="T20" fmla="*/ 443 w 443"/>
                <a:gd name="T21" fmla="*/ 104 h 626"/>
                <a:gd name="T22" fmla="*/ 316 w 443"/>
                <a:gd name="T23" fmla="*/ 58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43" h="626">
                  <a:moveTo>
                    <a:pt x="316" y="58"/>
                  </a:moveTo>
                  <a:cubicBezTo>
                    <a:pt x="254" y="0"/>
                    <a:pt x="268" y="133"/>
                    <a:pt x="231" y="131"/>
                  </a:cubicBezTo>
                  <a:cubicBezTo>
                    <a:pt x="194" y="128"/>
                    <a:pt x="124" y="140"/>
                    <a:pt x="145" y="228"/>
                  </a:cubicBezTo>
                  <a:cubicBezTo>
                    <a:pt x="166" y="317"/>
                    <a:pt x="0" y="399"/>
                    <a:pt x="74" y="626"/>
                  </a:cubicBezTo>
                  <a:cubicBezTo>
                    <a:pt x="74" y="626"/>
                    <a:pt x="74" y="626"/>
                    <a:pt x="74" y="626"/>
                  </a:cubicBezTo>
                  <a:cubicBezTo>
                    <a:pt x="34" y="445"/>
                    <a:pt x="156" y="443"/>
                    <a:pt x="191" y="179"/>
                  </a:cubicBezTo>
                  <a:cubicBezTo>
                    <a:pt x="207" y="180"/>
                    <a:pt x="207" y="180"/>
                    <a:pt x="207" y="180"/>
                  </a:cubicBezTo>
                  <a:cubicBezTo>
                    <a:pt x="230" y="182"/>
                    <a:pt x="252" y="174"/>
                    <a:pt x="269" y="158"/>
                  </a:cubicBezTo>
                  <a:cubicBezTo>
                    <a:pt x="292" y="135"/>
                    <a:pt x="292" y="135"/>
                    <a:pt x="292" y="135"/>
                  </a:cubicBezTo>
                  <a:cubicBezTo>
                    <a:pt x="307" y="120"/>
                    <a:pt x="327" y="111"/>
                    <a:pt x="348" y="110"/>
                  </a:cubicBezTo>
                  <a:cubicBezTo>
                    <a:pt x="443" y="104"/>
                    <a:pt x="443" y="104"/>
                    <a:pt x="443" y="104"/>
                  </a:cubicBezTo>
                  <a:cubicBezTo>
                    <a:pt x="388" y="103"/>
                    <a:pt x="355" y="95"/>
                    <a:pt x="316" y="58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0D9F0D57-4C6C-4BC5-BF8E-07BDC7CF9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" y="566"/>
              <a:ext cx="501" cy="553"/>
            </a:xfrm>
            <a:custGeom>
              <a:avLst/>
              <a:gdLst>
                <a:gd name="T0" fmla="*/ 344 w 344"/>
                <a:gd name="T1" fmla="*/ 352 h 380"/>
                <a:gd name="T2" fmla="*/ 307 w 344"/>
                <a:gd name="T3" fmla="*/ 111 h 380"/>
                <a:gd name="T4" fmla="*/ 289 w 344"/>
                <a:gd name="T5" fmla="*/ 13 h 380"/>
                <a:gd name="T6" fmla="*/ 293 w 344"/>
                <a:gd name="T7" fmla="*/ 35 h 380"/>
                <a:gd name="T8" fmla="*/ 27 w 344"/>
                <a:gd name="T9" fmla="*/ 233 h 380"/>
                <a:gd name="T10" fmla="*/ 29 w 344"/>
                <a:gd name="T11" fmla="*/ 242 h 380"/>
                <a:gd name="T12" fmla="*/ 49 w 344"/>
                <a:gd name="T13" fmla="*/ 348 h 380"/>
                <a:gd name="T14" fmla="*/ 49 w 344"/>
                <a:gd name="T15" fmla="*/ 348 h 380"/>
                <a:gd name="T16" fmla="*/ 344 w 344"/>
                <a:gd name="T17" fmla="*/ 352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4" h="380">
                  <a:moveTo>
                    <a:pt x="344" y="352"/>
                  </a:moveTo>
                  <a:cubicBezTo>
                    <a:pt x="307" y="111"/>
                    <a:pt x="307" y="111"/>
                    <a:pt x="307" y="111"/>
                  </a:cubicBezTo>
                  <a:cubicBezTo>
                    <a:pt x="307" y="111"/>
                    <a:pt x="297" y="58"/>
                    <a:pt x="289" y="13"/>
                  </a:cubicBezTo>
                  <a:cubicBezTo>
                    <a:pt x="286" y="0"/>
                    <a:pt x="287" y="4"/>
                    <a:pt x="293" y="35"/>
                  </a:cubicBezTo>
                  <a:cubicBezTo>
                    <a:pt x="322" y="173"/>
                    <a:pt x="0" y="95"/>
                    <a:pt x="27" y="233"/>
                  </a:cubicBezTo>
                  <a:cubicBezTo>
                    <a:pt x="29" y="242"/>
                    <a:pt x="29" y="242"/>
                    <a:pt x="29" y="242"/>
                  </a:cubicBezTo>
                  <a:cubicBezTo>
                    <a:pt x="36" y="280"/>
                    <a:pt x="43" y="316"/>
                    <a:pt x="49" y="348"/>
                  </a:cubicBezTo>
                  <a:cubicBezTo>
                    <a:pt x="49" y="348"/>
                    <a:pt x="49" y="348"/>
                    <a:pt x="49" y="348"/>
                  </a:cubicBezTo>
                  <a:cubicBezTo>
                    <a:pt x="22" y="188"/>
                    <a:pt x="280" y="380"/>
                    <a:pt x="344" y="35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6B2F8C35-E945-4B2F-A2E1-99545A914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6" y="799"/>
              <a:ext cx="359" cy="512"/>
            </a:xfrm>
            <a:custGeom>
              <a:avLst/>
              <a:gdLst>
                <a:gd name="T0" fmla="*/ 179 w 247"/>
                <a:gd name="T1" fmla="*/ 352 h 352"/>
                <a:gd name="T2" fmla="*/ 148 w 247"/>
                <a:gd name="T3" fmla="*/ 344 h 352"/>
                <a:gd name="T4" fmla="*/ 147 w 247"/>
                <a:gd name="T5" fmla="*/ 344 h 352"/>
                <a:gd name="T6" fmla="*/ 104 w 247"/>
                <a:gd name="T7" fmla="*/ 327 h 352"/>
                <a:gd name="T8" fmla="*/ 29 w 247"/>
                <a:gd name="T9" fmla="*/ 296 h 352"/>
                <a:gd name="T10" fmla="*/ 2 w 247"/>
                <a:gd name="T11" fmla="*/ 254 h 352"/>
                <a:gd name="T12" fmla="*/ 25 w 247"/>
                <a:gd name="T13" fmla="*/ 234 h 352"/>
                <a:gd name="T14" fmla="*/ 29 w 247"/>
                <a:gd name="T15" fmla="*/ 235 h 352"/>
                <a:gd name="T16" fmla="*/ 118 w 247"/>
                <a:gd name="T17" fmla="*/ 257 h 352"/>
                <a:gd name="T18" fmla="*/ 49 w 247"/>
                <a:gd name="T19" fmla="*/ 199 h 352"/>
                <a:gd name="T20" fmla="*/ 34 w 247"/>
                <a:gd name="T21" fmla="*/ 150 h 352"/>
                <a:gd name="T22" fmla="*/ 55 w 247"/>
                <a:gd name="T23" fmla="*/ 136 h 352"/>
                <a:gd name="T24" fmla="*/ 22 w 247"/>
                <a:gd name="T25" fmla="*/ 85 h 352"/>
                <a:gd name="T26" fmla="*/ 47 w 247"/>
                <a:gd name="T27" fmla="*/ 62 h 352"/>
                <a:gd name="T28" fmla="*/ 34 w 247"/>
                <a:gd name="T29" fmla="*/ 33 h 352"/>
                <a:gd name="T30" fmla="*/ 76 w 247"/>
                <a:gd name="T31" fmla="*/ 1 h 352"/>
                <a:gd name="T32" fmla="*/ 127 w 247"/>
                <a:gd name="T33" fmla="*/ 0 h 352"/>
                <a:gd name="T34" fmla="*/ 223 w 247"/>
                <a:gd name="T35" fmla="*/ 6 h 352"/>
                <a:gd name="T36" fmla="*/ 245 w 247"/>
                <a:gd name="T37" fmla="*/ 36 h 352"/>
                <a:gd name="T38" fmla="*/ 227 w 247"/>
                <a:gd name="T39" fmla="*/ 78 h 352"/>
                <a:gd name="T40" fmla="*/ 179 w 247"/>
                <a:gd name="T41" fmla="*/ 98 h 352"/>
                <a:gd name="T42" fmla="*/ 217 w 247"/>
                <a:gd name="T43" fmla="*/ 127 h 352"/>
                <a:gd name="T44" fmla="*/ 185 w 247"/>
                <a:gd name="T45" fmla="*/ 178 h 352"/>
                <a:gd name="T46" fmla="*/ 219 w 247"/>
                <a:gd name="T47" fmla="*/ 225 h 352"/>
                <a:gd name="T48" fmla="*/ 211 w 247"/>
                <a:gd name="T49" fmla="*/ 254 h 352"/>
                <a:gd name="T50" fmla="*/ 174 w 247"/>
                <a:gd name="T51" fmla="*/ 273 h 352"/>
                <a:gd name="T52" fmla="*/ 206 w 247"/>
                <a:gd name="T53" fmla="*/ 322 h 352"/>
                <a:gd name="T54" fmla="*/ 179 w 247"/>
                <a:gd name="T55" fmla="*/ 352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47" h="352">
                  <a:moveTo>
                    <a:pt x="179" y="352"/>
                  </a:moveTo>
                  <a:cubicBezTo>
                    <a:pt x="169" y="352"/>
                    <a:pt x="158" y="348"/>
                    <a:pt x="148" y="344"/>
                  </a:cubicBezTo>
                  <a:cubicBezTo>
                    <a:pt x="147" y="344"/>
                    <a:pt x="147" y="344"/>
                    <a:pt x="147" y="344"/>
                  </a:cubicBezTo>
                  <a:cubicBezTo>
                    <a:pt x="137" y="341"/>
                    <a:pt x="122" y="334"/>
                    <a:pt x="104" y="327"/>
                  </a:cubicBezTo>
                  <a:cubicBezTo>
                    <a:pt x="79" y="316"/>
                    <a:pt x="51" y="303"/>
                    <a:pt x="29" y="296"/>
                  </a:cubicBezTo>
                  <a:cubicBezTo>
                    <a:pt x="9" y="290"/>
                    <a:pt x="0" y="270"/>
                    <a:pt x="2" y="254"/>
                  </a:cubicBezTo>
                  <a:cubicBezTo>
                    <a:pt x="4" y="242"/>
                    <a:pt x="13" y="234"/>
                    <a:pt x="25" y="234"/>
                  </a:cubicBezTo>
                  <a:cubicBezTo>
                    <a:pt x="26" y="234"/>
                    <a:pt x="28" y="234"/>
                    <a:pt x="29" y="235"/>
                  </a:cubicBezTo>
                  <a:cubicBezTo>
                    <a:pt x="54" y="238"/>
                    <a:pt x="98" y="251"/>
                    <a:pt x="118" y="257"/>
                  </a:cubicBezTo>
                  <a:cubicBezTo>
                    <a:pt x="102" y="245"/>
                    <a:pt x="71" y="220"/>
                    <a:pt x="49" y="199"/>
                  </a:cubicBezTo>
                  <a:cubicBezTo>
                    <a:pt x="31" y="181"/>
                    <a:pt x="29" y="162"/>
                    <a:pt x="34" y="150"/>
                  </a:cubicBezTo>
                  <a:cubicBezTo>
                    <a:pt x="38" y="141"/>
                    <a:pt x="45" y="136"/>
                    <a:pt x="55" y="136"/>
                  </a:cubicBezTo>
                  <a:cubicBezTo>
                    <a:pt x="41" y="126"/>
                    <a:pt x="16" y="105"/>
                    <a:pt x="22" y="85"/>
                  </a:cubicBezTo>
                  <a:cubicBezTo>
                    <a:pt x="27" y="68"/>
                    <a:pt x="39" y="63"/>
                    <a:pt x="47" y="62"/>
                  </a:cubicBezTo>
                  <a:cubicBezTo>
                    <a:pt x="38" y="56"/>
                    <a:pt x="33" y="45"/>
                    <a:pt x="34" y="33"/>
                  </a:cubicBezTo>
                  <a:cubicBezTo>
                    <a:pt x="34" y="26"/>
                    <a:pt x="39" y="3"/>
                    <a:pt x="76" y="1"/>
                  </a:cubicBezTo>
                  <a:cubicBezTo>
                    <a:pt x="91" y="0"/>
                    <a:pt x="109" y="0"/>
                    <a:pt x="127" y="0"/>
                  </a:cubicBezTo>
                  <a:cubicBezTo>
                    <a:pt x="170" y="0"/>
                    <a:pt x="209" y="2"/>
                    <a:pt x="223" y="6"/>
                  </a:cubicBezTo>
                  <a:cubicBezTo>
                    <a:pt x="233" y="8"/>
                    <a:pt x="242" y="21"/>
                    <a:pt x="245" y="36"/>
                  </a:cubicBezTo>
                  <a:cubicBezTo>
                    <a:pt x="247" y="54"/>
                    <a:pt x="241" y="69"/>
                    <a:pt x="227" y="78"/>
                  </a:cubicBezTo>
                  <a:cubicBezTo>
                    <a:pt x="209" y="90"/>
                    <a:pt x="191" y="96"/>
                    <a:pt x="179" y="98"/>
                  </a:cubicBezTo>
                  <a:cubicBezTo>
                    <a:pt x="194" y="101"/>
                    <a:pt x="215" y="109"/>
                    <a:pt x="217" y="127"/>
                  </a:cubicBezTo>
                  <a:cubicBezTo>
                    <a:pt x="220" y="153"/>
                    <a:pt x="210" y="170"/>
                    <a:pt x="185" y="178"/>
                  </a:cubicBezTo>
                  <a:cubicBezTo>
                    <a:pt x="196" y="182"/>
                    <a:pt x="216" y="194"/>
                    <a:pt x="219" y="225"/>
                  </a:cubicBezTo>
                  <a:cubicBezTo>
                    <a:pt x="220" y="237"/>
                    <a:pt x="217" y="246"/>
                    <a:pt x="211" y="254"/>
                  </a:cubicBezTo>
                  <a:cubicBezTo>
                    <a:pt x="201" y="266"/>
                    <a:pt x="184" y="271"/>
                    <a:pt x="174" y="273"/>
                  </a:cubicBezTo>
                  <a:cubicBezTo>
                    <a:pt x="187" y="278"/>
                    <a:pt x="209" y="292"/>
                    <a:pt x="206" y="322"/>
                  </a:cubicBezTo>
                  <a:cubicBezTo>
                    <a:pt x="204" y="342"/>
                    <a:pt x="195" y="352"/>
                    <a:pt x="179" y="3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C07F5C59-98F5-49CA-89F6-7AFBC06E14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98" y="796"/>
              <a:ext cx="380" cy="518"/>
            </a:xfrm>
            <a:custGeom>
              <a:avLst/>
              <a:gdLst>
                <a:gd name="T0" fmla="*/ 132 w 261"/>
                <a:gd name="T1" fmla="*/ 4 h 356"/>
                <a:gd name="T2" fmla="*/ 227 w 261"/>
                <a:gd name="T3" fmla="*/ 10 h 356"/>
                <a:gd name="T4" fmla="*/ 231 w 261"/>
                <a:gd name="T5" fmla="*/ 79 h 356"/>
                <a:gd name="T6" fmla="*/ 170 w 261"/>
                <a:gd name="T7" fmla="*/ 100 h 356"/>
                <a:gd name="T8" fmla="*/ 220 w 261"/>
                <a:gd name="T9" fmla="*/ 129 h 356"/>
                <a:gd name="T10" fmla="*/ 182 w 261"/>
                <a:gd name="T11" fmla="*/ 180 h 356"/>
                <a:gd name="T12" fmla="*/ 222 w 261"/>
                <a:gd name="T13" fmla="*/ 228 h 356"/>
                <a:gd name="T14" fmla="*/ 170 w 261"/>
                <a:gd name="T15" fmla="*/ 274 h 356"/>
                <a:gd name="T16" fmla="*/ 209 w 261"/>
                <a:gd name="T17" fmla="*/ 323 h 356"/>
                <a:gd name="T18" fmla="*/ 184 w 261"/>
                <a:gd name="T19" fmla="*/ 352 h 356"/>
                <a:gd name="T20" fmla="*/ 152 w 261"/>
                <a:gd name="T21" fmla="*/ 344 h 356"/>
                <a:gd name="T22" fmla="*/ 34 w 261"/>
                <a:gd name="T23" fmla="*/ 296 h 356"/>
                <a:gd name="T24" fmla="*/ 30 w 261"/>
                <a:gd name="T25" fmla="*/ 238 h 356"/>
                <a:gd name="T26" fmla="*/ 34 w 261"/>
                <a:gd name="T27" fmla="*/ 239 h 356"/>
                <a:gd name="T28" fmla="*/ 133 w 261"/>
                <a:gd name="T29" fmla="*/ 264 h 356"/>
                <a:gd name="T30" fmla="*/ 56 w 261"/>
                <a:gd name="T31" fmla="*/ 200 h 356"/>
                <a:gd name="T32" fmla="*/ 60 w 261"/>
                <a:gd name="T33" fmla="*/ 140 h 356"/>
                <a:gd name="T34" fmla="*/ 69 w 261"/>
                <a:gd name="T35" fmla="*/ 141 h 356"/>
                <a:gd name="T36" fmla="*/ 29 w 261"/>
                <a:gd name="T37" fmla="*/ 87 h 356"/>
                <a:gd name="T38" fmla="*/ 57 w 261"/>
                <a:gd name="T39" fmla="*/ 66 h 356"/>
                <a:gd name="T40" fmla="*/ 62 w 261"/>
                <a:gd name="T41" fmla="*/ 66 h 356"/>
                <a:gd name="T42" fmla="*/ 81 w 261"/>
                <a:gd name="T43" fmla="*/ 5 h 356"/>
                <a:gd name="T44" fmla="*/ 132 w 261"/>
                <a:gd name="T45" fmla="*/ 4 h 356"/>
                <a:gd name="T46" fmla="*/ 132 w 261"/>
                <a:gd name="T47" fmla="*/ 0 h 356"/>
                <a:gd name="T48" fmla="*/ 81 w 261"/>
                <a:gd name="T49" fmla="*/ 1 h 356"/>
                <a:gd name="T50" fmla="*/ 37 w 261"/>
                <a:gd name="T51" fmla="*/ 35 h 356"/>
                <a:gd name="T52" fmla="*/ 48 w 261"/>
                <a:gd name="T53" fmla="*/ 63 h 356"/>
                <a:gd name="T54" fmla="*/ 25 w 261"/>
                <a:gd name="T55" fmla="*/ 86 h 356"/>
                <a:gd name="T56" fmla="*/ 54 w 261"/>
                <a:gd name="T57" fmla="*/ 136 h 356"/>
                <a:gd name="T58" fmla="*/ 37 w 261"/>
                <a:gd name="T59" fmla="*/ 152 h 356"/>
                <a:gd name="T60" fmla="*/ 53 w 261"/>
                <a:gd name="T61" fmla="*/ 203 h 356"/>
                <a:gd name="T62" fmla="*/ 113 w 261"/>
                <a:gd name="T63" fmla="*/ 254 h 356"/>
                <a:gd name="T64" fmla="*/ 34 w 261"/>
                <a:gd name="T65" fmla="*/ 235 h 356"/>
                <a:gd name="T66" fmla="*/ 30 w 261"/>
                <a:gd name="T67" fmla="*/ 234 h 356"/>
                <a:gd name="T68" fmla="*/ 5 w 261"/>
                <a:gd name="T69" fmla="*/ 256 h 356"/>
                <a:gd name="T70" fmla="*/ 33 w 261"/>
                <a:gd name="T71" fmla="*/ 300 h 356"/>
                <a:gd name="T72" fmla="*/ 109 w 261"/>
                <a:gd name="T73" fmla="*/ 330 h 356"/>
                <a:gd name="T74" fmla="*/ 151 w 261"/>
                <a:gd name="T75" fmla="*/ 348 h 356"/>
                <a:gd name="T76" fmla="*/ 152 w 261"/>
                <a:gd name="T77" fmla="*/ 348 h 356"/>
                <a:gd name="T78" fmla="*/ 184 w 261"/>
                <a:gd name="T79" fmla="*/ 356 h 356"/>
                <a:gd name="T80" fmla="*/ 213 w 261"/>
                <a:gd name="T81" fmla="*/ 324 h 356"/>
                <a:gd name="T82" fmla="*/ 185 w 261"/>
                <a:gd name="T83" fmla="*/ 276 h 356"/>
                <a:gd name="T84" fmla="*/ 217 w 261"/>
                <a:gd name="T85" fmla="*/ 258 h 356"/>
                <a:gd name="T86" fmla="*/ 226 w 261"/>
                <a:gd name="T87" fmla="*/ 227 h 356"/>
                <a:gd name="T88" fmla="*/ 195 w 261"/>
                <a:gd name="T89" fmla="*/ 180 h 356"/>
                <a:gd name="T90" fmla="*/ 224 w 261"/>
                <a:gd name="T91" fmla="*/ 128 h 356"/>
                <a:gd name="T92" fmla="*/ 192 w 261"/>
                <a:gd name="T93" fmla="*/ 100 h 356"/>
                <a:gd name="T94" fmla="*/ 233 w 261"/>
                <a:gd name="T95" fmla="*/ 82 h 356"/>
                <a:gd name="T96" fmla="*/ 252 w 261"/>
                <a:gd name="T97" fmla="*/ 38 h 356"/>
                <a:gd name="T98" fmla="*/ 228 w 261"/>
                <a:gd name="T99" fmla="*/ 6 h 356"/>
                <a:gd name="T100" fmla="*/ 132 w 261"/>
                <a:gd name="T101" fmla="*/ 0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1" h="356">
                  <a:moveTo>
                    <a:pt x="132" y="4"/>
                  </a:moveTo>
                  <a:cubicBezTo>
                    <a:pt x="174" y="4"/>
                    <a:pt x="214" y="6"/>
                    <a:pt x="227" y="10"/>
                  </a:cubicBezTo>
                  <a:cubicBezTo>
                    <a:pt x="246" y="15"/>
                    <a:pt x="261" y="59"/>
                    <a:pt x="231" y="79"/>
                  </a:cubicBezTo>
                  <a:cubicBezTo>
                    <a:pt x="201" y="99"/>
                    <a:pt x="170" y="100"/>
                    <a:pt x="170" y="100"/>
                  </a:cubicBezTo>
                  <a:cubicBezTo>
                    <a:pt x="170" y="100"/>
                    <a:pt x="217" y="104"/>
                    <a:pt x="220" y="129"/>
                  </a:cubicBezTo>
                  <a:cubicBezTo>
                    <a:pt x="223" y="154"/>
                    <a:pt x="214" y="173"/>
                    <a:pt x="182" y="180"/>
                  </a:cubicBezTo>
                  <a:cubicBezTo>
                    <a:pt x="182" y="180"/>
                    <a:pt x="218" y="185"/>
                    <a:pt x="222" y="228"/>
                  </a:cubicBezTo>
                  <a:cubicBezTo>
                    <a:pt x="226" y="270"/>
                    <a:pt x="170" y="274"/>
                    <a:pt x="170" y="274"/>
                  </a:cubicBezTo>
                  <a:cubicBezTo>
                    <a:pt x="170" y="274"/>
                    <a:pt x="213" y="283"/>
                    <a:pt x="209" y="323"/>
                  </a:cubicBezTo>
                  <a:cubicBezTo>
                    <a:pt x="207" y="345"/>
                    <a:pt x="197" y="352"/>
                    <a:pt x="184" y="352"/>
                  </a:cubicBezTo>
                  <a:cubicBezTo>
                    <a:pt x="174" y="352"/>
                    <a:pt x="163" y="348"/>
                    <a:pt x="152" y="344"/>
                  </a:cubicBezTo>
                  <a:cubicBezTo>
                    <a:pt x="129" y="336"/>
                    <a:pt x="72" y="308"/>
                    <a:pt x="34" y="296"/>
                  </a:cubicBezTo>
                  <a:cubicBezTo>
                    <a:pt x="3" y="286"/>
                    <a:pt x="0" y="238"/>
                    <a:pt x="30" y="238"/>
                  </a:cubicBezTo>
                  <a:cubicBezTo>
                    <a:pt x="31" y="238"/>
                    <a:pt x="32" y="238"/>
                    <a:pt x="34" y="239"/>
                  </a:cubicBezTo>
                  <a:cubicBezTo>
                    <a:pt x="68" y="243"/>
                    <a:pt x="133" y="264"/>
                    <a:pt x="133" y="264"/>
                  </a:cubicBezTo>
                  <a:cubicBezTo>
                    <a:pt x="133" y="264"/>
                    <a:pt x="85" y="228"/>
                    <a:pt x="56" y="200"/>
                  </a:cubicBezTo>
                  <a:cubicBezTo>
                    <a:pt x="28" y="173"/>
                    <a:pt x="38" y="140"/>
                    <a:pt x="60" y="140"/>
                  </a:cubicBezTo>
                  <a:cubicBezTo>
                    <a:pt x="63" y="140"/>
                    <a:pt x="66" y="140"/>
                    <a:pt x="69" y="141"/>
                  </a:cubicBezTo>
                  <a:cubicBezTo>
                    <a:pt x="69" y="141"/>
                    <a:pt x="21" y="113"/>
                    <a:pt x="29" y="87"/>
                  </a:cubicBezTo>
                  <a:cubicBezTo>
                    <a:pt x="35" y="68"/>
                    <a:pt x="50" y="66"/>
                    <a:pt x="57" y="66"/>
                  </a:cubicBezTo>
                  <a:cubicBezTo>
                    <a:pt x="60" y="66"/>
                    <a:pt x="62" y="66"/>
                    <a:pt x="62" y="66"/>
                  </a:cubicBezTo>
                  <a:cubicBezTo>
                    <a:pt x="36" y="61"/>
                    <a:pt x="25" y="8"/>
                    <a:pt x="81" y="5"/>
                  </a:cubicBezTo>
                  <a:cubicBezTo>
                    <a:pt x="97" y="4"/>
                    <a:pt x="115" y="4"/>
                    <a:pt x="132" y="4"/>
                  </a:cubicBezTo>
                  <a:moveTo>
                    <a:pt x="132" y="0"/>
                  </a:moveTo>
                  <a:cubicBezTo>
                    <a:pt x="114" y="0"/>
                    <a:pt x="96" y="0"/>
                    <a:pt x="81" y="1"/>
                  </a:cubicBezTo>
                  <a:cubicBezTo>
                    <a:pt x="42" y="3"/>
                    <a:pt x="37" y="27"/>
                    <a:pt x="37" y="35"/>
                  </a:cubicBezTo>
                  <a:cubicBezTo>
                    <a:pt x="36" y="46"/>
                    <a:pt x="40" y="56"/>
                    <a:pt x="48" y="63"/>
                  </a:cubicBezTo>
                  <a:cubicBezTo>
                    <a:pt x="40" y="65"/>
                    <a:pt x="30" y="71"/>
                    <a:pt x="25" y="86"/>
                  </a:cubicBezTo>
                  <a:cubicBezTo>
                    <a:pt x="19" y="105"/>
                    <a:pt x="40" y="125"/>
                    <a:pt x="54" y="136"/>
                  </a:cubicBezTo>
                  <a:cubicBezTo>
                    <a:pt x="47" y="138"/>
                    <a:pt x="40" y="143"/>
                    <a:pt x="37" y="152"/>
                  </a:cubicBezTo>
                  <a:cubicBezTo>
                    <a:pt x="29" y="170"/>
                    <a:pt x="41" y="191"/>
                    <a:pt x="53" y="203"/>
                  </a:cubicBezTo>
                  <a:cubicBezTo>
                    <a:pt x="71" y="220"/>
                    <a:pt x="96" y="241"/>
                    <a:pt x="113" y="254"/>
                  </a:cubicBezTo>
                  <a:cubicBezTo>
                    <a:pt x="91" y="247"/>
                    <a:pt x="56" y="237"/>
                    <a:pt x="34" y="235"/>
                  </a:cubicBezTo>
                  <a:cubicBezTo>
                    <a:pt x="33" y="234"/>
                    <a:pt x="31" y="234"/>
                    <a:pt x="30" y="234"/>
                  </a:cubicBezTo>
                  <a:cubicBezTo>
                    <a:pt x="17" y="234"/>
                    <a:pt x="8" y="242"/>
                    <a:pt x="5" y="256"/>
                  </a:cubicBezTo>
                  <a:cubicBezTo>
                    <a:pt x="3" y="272"/>
                    <a:pt x="12" y="293"/>
                    <a:pt x="33" y="300"/>
                  </a:cubicBezTo>
                  <a:cubicBezTo>
                    <a:pt x="55" y="307"/>
                    <a:pt x="83" y="319"/>
                    <a:pt x="109" y="330"/>
                  </a:cubicBezTo>
                  <a:cubicBezTo>
                    <a:pt x="126" y="338"/>
                    <a:pt x="141" y="345"/>
                    <a:pt x="151" y="348"/>
                  </a:cubicBezTo>
                  <a:cubicBezTo>
                    <a:pt x="152" y="348"/>
                    <a:pt x="152" y="348"/>
                    <a:pt x="152" y="348"/>
                  </a:cubicBezTo>
                  <a:cubicBezTo>
                    <a:pt x="162" y="352"/>
                    <a:pt x="174" y="356"/>
                    <a:pt x="184" y="356"/>
                  </a:cubicBezTo>
                  <a:cubicBezTo>
                    <a:pt x="201" y="356"/>
                    <a:pt x="211" y="345"/>
                    <a:pt x="213" y="324"/>
                  </a:cubicBezTo>
                  <a:cubicBezTo>
                    <a:pt x="216" y="297"/>
                    <a:pt x="199" y="282"/>
                    <a:pt x="185" y="276"/>
                  </a:cubicBezTo>
                  <a:cubicBezTo>
                    <a:pt x="195" y="273"/>
                    <a:pt x="209" y="268"/>
                    <a:pt x="217" y="258"/>
                  </a:cubicBezTo>
                  <a:cubicBezTo>
                    <a:pt x="224" y="249"/>
                    <a:pt x="227" y="239"/>
                    <a:pt x="226" y="227"/>
                  </a:cubicBezTo>
                  <a:cubicBezTo>
                    <a:pt x="224" y="199"/>
                    <a:pt x="207" y="186"/>
                    <a:pt x="195" y="180"/>
                  </a:cubicBezTo>
                  <a:cubicBezTo>
                    <a:pt x="218" y="171"/>
                    <a:pt x="227" y="154"/>
                    <a:pt x="224" y="128"/>
                  </a:cubicBezTo>
                  <a:cubicBezTo>
                    <a:pt x="222" y="113"/>
                    <a:pt x="206" y="104"/>
                    <a:pt x="192" y="100"/>
                  </a:cubicBezTo>
                  <a:cubicBezTo>
                    <a:pt x="204" y="97"/>
                    <a:pt x="219" y="92"/>
                    <a:pt x="233" y="82"/>
                  </a:cubicBezTo>
                  <a:cubicBezTo>
                    <a:pt x="248" y="72"/>
                    <a:pt x="255" y="56"/>
                    <a:pt x="252" y="38"/>
                  </a:cubicBezTo>
                  <a:cubicBezTo>
                    <a:pt x="249" y="22"/>
                    <a:pt x="239" y="9"/>
                    <a:pt x="228" y="6"/>
                  </a:cubicBezTo>
                  <a:cubicBezTo>
                    <a:pt x="215" y="2"/>
                    <a:pt x="175" y="0"/>
                    <a:pt x="13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3365131D-376F-4242-B6BE-0142D0CF8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7" y="808"/>
              <a:ext cx="194" cy="134"/>
            </a:xfrm>
            <a:custGeom>
              <a:avLst/>
              <a:gdLst>
                <a:gd name="T0" fmla="*/ 0 w 133"/>
                <a:gd name="T1" fmla="*/ 70 h 92"/>
                <a:gd name="T2" fmla="*/ 95 w 133"/>
                <a:gd name="T3" fmla="*/ 0 h 92"/>
                <a:gd name="T4" fmla="*/ 116 w 133"/>
                <a:gd name="T5" fmla="*/ 6 h 92"/>
                <a:gd name="T6" fmla="*/ 131 w 133"/>
                <a:gd name="T7" fmla="*/ 35 h 92"/>
                <a:gd name="T8" fmla="*/ 55 w 133"/>
                <a:gd name="T9" fmla="*/ 90 h 92"/>
                <a:gd name="T10" fmla="*/ 0 w 133"/>
                <a:gd name="T11" fmla="*/ 7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3" h="92">
                  <a:moveTo>
                    <a:pt x="0" y="70"/>
                  </a:moveTo>
                  <a:cubicBezTo>
                    <a:pt x="39" y="77"/>
                    <a:pt x="122" y="13"/>
                    <a:pt x="95" y="0"/>
                  </a:cubicBezTo>
                  <a:cubicBezTo>
                    <a:pt x="95" y="0"/>
                    <a:pt x="109" y="2"/>
                    <a:pt x="116" y="6"/>
                  </a:cubicBezTo>
                  <a:cubicBezTo>
                    <a:pt x="123" y="10"/>
                    <a:pt x="131" y="22"/>
                    <a:pt x="131" y="35"/>
                  </a:cubicBezTo>
                  <a:cubicBezTo>
                    <a:pt x="131" y="48"/>
                    <a:pt x="133" y="80"/>
                    <a:pt x="55" y="90"/>
                  </a:cubicBezTo>
                  <a:cubicBezTo>
                    <a:pt x="39" y="92"/>
                    <a:pt x="0" y="70"/>
                    <a:pt x="0" y="70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86CC42D6-234D-4CCB-8B79-88A11E4699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8" y="949"/>
              <a:ext cx="174" cy="112"/>
            </a:xfrm>
            <a:custGeom>
              <a:avLst/>
              <a:gdLst>
                <a:gd name="T0" fmla="*/ 86 w 119"/>
                <a:gd name="T1" fmla="*/ 0 h 77"/>
                <a:gd name="T2" fmla="*/ 96 w 119"/>
                <a:gd name="T3" fmla="*/ 24 h 77"/>
                <a:gd name="T4" fmla="*/ 0 w 119"/>
                <a:gd name="T5" fmla="*/ 44 h 77"/>
                <a:gd name="T6" fmla="*/ 69 w 119"/>
                <a:gd name="T7" fmla="*/ 74 h 77"/>
                <a:gd name="T8" fmla="*/ 117 w 119"/>
                <a:gd name="T9" fmla="*/ 44 h 77"/>
                <a:gd name="T10" fmla="*/ 86 w 119"/>
                <a:gd name="T11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9" h="77">
                  <a:moveTo>
                    <a:pt x="86" y="0"/>
                  </a:moveTo>
                  <a:cubicBezTo>
                    <a:pt x="86" y="0"/>
                    <a:pt x="103" y="6"/>
                    <a:pt x="96" y="24"/>
                  </a:cubicBezTo>
                  <a:cubicBezTo>
                    <a:pt x="88" y="43"/>
                    <a:pt x="35" y="53"/>
                    <a:pt x="0" y="44"/>
                  </a:cubicBezTo>
                  <a:cubicBezTo>
                    <a:pt x="0" y="44"/>
                    <a:pt x="28" y="70"/>
                    <a:pt x="69" y="74"/>
                  </a:cubicBezTo>
                  <a:cubicBezTo>
                    <a:pt x="100" y="77"/>
                    <a:pt x="114" y="57"/>
                    <a:pt x="117" y="44"/>
                  </a:cubicBezTo>
                  <a:cubicBezTo>
                    <a:pt x="119" y="31"/>
                    <a:pt x="118" y="6"/>
                    <a:pt x="86" y="0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CF88E118-31F5-4A34-BD06-8A884B14C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8" y="1074"/>
              <a:ext cx="262" cy="165"/>
            </a:xfrm>
            <a:custGeom>
              <a:avLst/>
              <a:gdLst>
                <a:gd name="T0" fmla="*/ 0 w 180"/>
                <a:gd name="T1" fmla="*/ 0 h 113"/>
                <a:gd name="T2" fmla="*/ 93 w 180"/>
                <a:gd name="T3" fmla="*/ 77 h 113"/>
                <a:gd name="T4" fmla="*/ 170 w 180"/>
                <a:gd name="T5" fmla="*/ 59 h 113"/>
                <a:gd name="T6" fmla="*/ 165 w 180"/>
                <a:gd name="T7" fmla="*/ 9 h 113"/>
                <a:gd name="T8" fmla="*/ 0 w 180"/>
                <a:gd name="T9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13">
                  <a:moveTo>
                    <a:pt x="0" y="0"/>
                  </a:moveTo>
                  <a:cubicBezTo>
                    <a:pt x="0" y="0"/>
                    <a:pt x="61" y="55"/>
                    <a:pt x="93" y="77"/>
                  </a:cubicBezTo>
                  <a:cubicBezTo>
                    <a:pt x="125" y="100"/>
                    <a:pt x="166" y="69"/>
                    <a:pt x="170" y="59"/>
                  </a:cubicBezTo>
                  <a:cubicBezTo>
                    <a:pt x="174" y="49"/>
                    <a:pt x="180" y="23"/>
                    <a:pt x="165" y="9"/>
                  </a:cubicBezTo>
                  <a:cubicBezTo>
                    <a:pt x="165" y="9"/>
                    <a:pt x="178" y="113"/>
                    <a:pt x="0" y="0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354A80DE-2D12-4747-AE01-97BBC3967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" y="1204"/>
              <a:ext cx="284" cy="145"/>
            </a:xfrm>
            <a:custGeom>
              <a:avLst/>
              <a:gdLst>
                <a:gd name="T0" fmla="*/ 0 w 195"/>
                <a:gd name="T1" fmla="*/ 0 h 100"/>
                <a:gd name="T2" fmla="*/ 75 w 195"/>
                <a:gd name="T3" fmla="*/ 38 h 100"/>
                <a:gd name="T4" fmla="*/ 195 w 195"/>
                <a:gd name="T5" fmla="*/ 38 h 100"/>
                <a:gd name="T6" fmla="*/ 0 w 195"/>
                <a:gd name="T7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5" h="100">
                  <a:moveTo>
                    <a:pt x="0" y="0"/>
                  </a:moveTo>
                  <a:cubicBezTo>
                    <a:pt x="10" y="11"/>
                    <a:pt x="25" y="17"/>
                    <a:pt x="75" y="38"/>
                  </a:cubicBezTo>
                  <a:cubicBezTo>
                    <a:pt x="126" y="60"/>
                    <a:pt x="191" y="100"/>
                    <a:pt x="195" y="38"/>
                  </a:cubicBezTo>
                  <a:cubicBezTo>
                    <a:pt x="195" y="38"/>
                    <a:pt x="165" y="74"/>
                    <a:pt x="0" y="0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F2126EA-733E-4450-8042-ADFE8603F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9" y="522"/>
              <a:ext cx="38" cy="51"/>
            </a:xfrm>
            <a:custGeom>
              <a:avLst/>
              <a:gdLst>
                <a:gd name="T0" fmla="*/ 25 w 26"/>
                <a:gd name="T1" fmla="*/ 16 h 35"/>
                <a:gd name="T2" fmla="*/ 16 w 26"/>
                <a:gd name="T3" fmla="*/ 34 h 35"/>
                <a:gd name="T4" fmla="*/ 2 w 26"/>
                <a:gd name="T5" fmla="*/ 19 h 35"/>
                <a:gd name="T6" fmla="*/ 11 w 26"/>
                <a:gd name="T7" fmla="*/ 1 h 35"/>
                <a:gd name="T8" fmla="*/ 25 w 26"/>
                <a:gd name="T9" fmla="*/ 16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35">
                  <a:moveTo>
                    <a:pt x="25" y="16"/>
                  </a:moveTo>
                  <a:cubicBezTo>
                    <a:pt x="26" y="25"/>
                    <a:pt x="22" y="33"/>
                    <a:pt x="16" y="34"/>
                  </a:cubicBezTo>
                  <a:cubicBezTo>
                    <a:pt x="9" y="35"/>
                    <a:pt x="3" y="28"/>
                    <a:pt x="2" y="19"/>
                  </a:cubicBezTo>
                  <a:cubicBezTo>
                    <a:pt x="0" y="10"/>
                    <a:pt x="5" y="2"/>
                    <a:pt x="11" y="1"/>
                  </a:cubicBezTo>
                  <a:cubicBezTo>
                    <a:pt x="17" y="0"/>
                    <a:pt x="23" y="7"/>
                    <a:pt x="25" y="16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40B69E2E-A1C4-4034-AD6A-F5303FEE36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30" y="627"/>
              <a:ext cx="358" cy="316"/>
            </a:xfrm>
            <a:custGeom>
              <a:avLst/>
              <a:gdLst>
                <a:gd name="T0" fmla="*/ 0 w 246"/>
                <a:gd name="T1" fmla="*/ 104 h 217"/>
                <a:gd name="T2" fmla="*/ 87 w 246"/>
                <a:gd name="T3" fmla="*/ 6 h 217"/>
                <a:gd name="T4" fmla="*/ 183 w 246"/>
                <a:gd name="T5" fmla="*/ 39 h 217"/>
                <a:gd name="T6" fmla="*/ 236 w 246"/>
                <a:gd name="T7" fmla="*/ 98 h 217"/>
                <a:gd name="T8" fmla="*/ 235 w 246"/>
                <a:gd name="T9" fmla="*/ 134 h 217"/>
                <a:gd name="T10" fmla="*/ 175 w 246"/>
                <a:gd name="T11" fmla="*/ 188 h 217"/>
                <a:gd name="T12" fmla="*/ 118 w 246"/>
                <a:gd name="T13" fmla="*/ 213 h 217"/>
                <a:gd name="T14" fmla="*/ 29 w 246"/>
                <a:gd name="T15" fmla="*/ 182 h 217"/>
                <a:gd name="T16" fmla="*/ 1 w 246"/>
                <a:gd name="T17" fmla="*/ 121 h 217"/>
                <a:gd name="T18" fmla="*/ 0 w 246"/>
                <a:gd name="T19" fmla="*/ 104 h 217"/>
                <a:gd name="T20" fmla="*/ 0 w 246"/>
                <a:gd name="T21" fmla="*/ 104 h 217"/>
                <a:gd name="T22" fmla="*/ 86 w 246"/>
                <a:gd name="T23" fmla="*/ 86 h 217"/>
                <a:gd name="T24" fmla="*/ 141 w 246"/>
                <a:gd name="T25" fmla="*/ 75 h 217"/>
                <a:gd name="T26" fmla="*/ 139 w 246"/>
                <a:gd name="T27" fmla="*/ 109 h 217"/>
                <a:gd name="T28" fmla="*/ 138 w 246"/>
                <a:gd name="T29" fmla="*/ 109 h 217"/>
                <a:gd name="T30" fmla="*/ 116 w 246"/>
                <a:gd name="T31" fmla="*/ 130 h 217"/>
                <a:gd name="T32" fmla="*/ 135 w 246"/>
                <a:gd name="T33" fmla="*/ 147 h 217"/>
                <a:gd name="T34" fmla="*/ 154 w 246"/>
                <a:gd name="T35" fmla="*/ 130 h 217"/>
                <a:gd name="T36" fmla="*/ 158 w 246"/>
                <a:gd name="T37" fmla="*/ 59 h 217"/>
                <a:gd name="T38" fmla="*/ 156 w 246"/>
                <a:gd name="T39" fmla="*/ 52 h 217"/>
                <a:gd name="T40" fmla="*/ 143 w 246"/>
                <a:gd name="T41" fmla="*/ 47 h 217"/>
                <a:gd name="T42" fmla="*/ 83 w 246"/>
                <a:gd name="T43" fmla="*/ 60 h 217"/>
                <a:gd name="T44" fmla="*/ 71 w 246"/>
                <a:gd name="T45" fmla="*/ 62 h 217"/>
                <a:gd name="T46" fmla="*/ 68 w 246"/>
                <a:gd name="T47" fmla="*/ 129 h 217"/>
                <a:gd name="T48" fmla="*/ 62 w 246"/>
                <a:gd name="T49" fmla="*/ 129 h 217"/>
                <a:gd name="T50" fmla="*/ 44 w 246"/>
                <a:gd name="T51" fmla="*/ 148 h 217"/>
                <a:gd name="T52" fmla="*/ 62 w 246"/>
                <a:gd name="T53" fmla="*/ 167 h 217"/>
                <a:gd name="T54" fmla="*/ 83 w 246"/>
                <a:gd name="T55" fmla="*/ 149 h 217"/>
                <a:gd name="T56" fmla="*/ 86 w 246"/>
                <a:gd name="T57" fmla="*/ 88 h 217"/>
                <a:gd name="T58" fmla="*/ 86 w 246"/>
                <a:gd name="T59" fmla="*/ 86 h 217"/>
                <a:gd name="T60" fmla="*/ 185 w 246"/>
                <a:gd name="T61" fmla="*/ 76 h 217"/>
                <a:gd name="T62" fmla="*/ 181 w 246"/>
                <a:gd name="T63" fmla="*/ 150 h 217"/>
                <a:gd name="T64" fmla="*/ 223 w 246"/>
                <a:gd name="T65" fmla="*/ 115 h 217"/>
                <a:gd name="T66" fmla="*/ 185 w 246"/>
                <a:gd name="T67" fmla="*/ 76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46" h="217">
                  <a:moveTo>
                    <a:pt x="0" y="104"/>
                  </a:moveTo>
                  <a:cubicBezTo>
                    <a:pt x="3" y="55"/>
                    <a:pt x="39" y="14"/>
                    <a:pt x="87" y="6"/>
                  </a:cubicBezTo>
                  <a:cubicBezTo>
                    <a:pt x="125" y="0"/>
                    <a:pt x="157" y="11"/>
                    <a:pt x="183" y="39"/>
                  </a:cubicBezTo>
                  <a:cubicBezTo>
                    <a:pt x="201" y="59"/>
                    <a:pt x="219" y="78"/>
                    <a:pt x="236" y="98"/>
                  </a:cubicBezTo>
                  <a:cubicBezTo>
                    <a:pt x="246" y="109"/>
                    <a:pt x="246" y="124"/>
                    <a:pt x="235" y="134"/>
                  </a:cubicBezTo>
                  <a:cubicBezTo>
                    <a:pt x="215" y="152"/>
                    <a:pt x="195" y="170"/>
                    <a:pt x="175" y="188"/>
                  </a:cubicBezTo>
                  <a:cubicBezTo>
                    <a:pt x="158" y="202"/>
                    <a:pt x="139" y="211"/>
                    <a:pt x="118" y="213"/>
                  </a:cubicBezTo>
                  <a:cubicBezTo>
                    <a:pt x="83" y="217"/>
                    <a:pt x="54" y="206"/>
                    <a:pt x="29" y="182"/>
                  </a:cubicBezTo>
                  <a:cubicBezTo>
                    <a:pt x="13" y="165"/>
                    <a:pt x="3" y="144"/>
                    <a:pt x="1" y="121"/>
                  </a:cubicBezTo>
                  <a:cubicBezTo>
                    <a:pt x="0" y="115"/>
                    <a:pt x="0" y="109"/>
                    <a:pt x="0" y="104"/>
                  </a:cubicBezTo>
                  <a:cubicBezTo>
                    <a:pt x="0" y="104"/>
                    <a:pt x="0" y="104"/>
                    <a:pt x="0" y="104"/>
                  </a:cubicBezTo>
                  <a:close/>
                  <a:moveTo>
                    <a:pt x="86" y="86"/>
                  </a:moveTo>
                  <a:cubicBezTo>
                    <a:pt x="104" y="82"/>
                    <a:pt x="123" y="78"/>
                    <a:pt x="141" y="75"/>
                  </a:cubicBezTo>
                  <a:cubicBezTo>
                    <a:pt x="141" y="86"/>
                    <a:pt x="140" y="98"/>
                    <a:pt x="139" y="109"/>
                  </a:cubicBezTo>
                  <a:cubicBezTo>
                    <a:pt x="139" y="109"/>
                    <a:pt x="139" y="109"/>
                    <a:pt x="138" y="109"/>
                  </a:cubicBezTo>
                  <a:cubicBezTo>
                    <a:pt x="126" y="107"/>
                    <a:pt x="114" y="117"/>
                    <a:pt x="116" y="130"/>
                  </a:cubicBezTo>
                  <a:cubicBezTo>
                    <a:pt x="117" y="140"/>
                    <a:pt x="125" y="148"/>
                    <a:pt x="135" y="147"/>
                  </a:cubicBezTo>
                  <a:cubicBezTo>
                    <a:pt x="145" y="147"/>
                    <a:pt x="154" y="140"/>
                    <a:pt x="154" y="130"/>
                  </a:cubicBezTo>
                  <a:cubicBezTo>
                    <a:pt x="156" y="106"/>
                    <a:pt x="157" y="83"/>
                    <a:pt x="158" y="59"/>
                  </a:cubicBezTo>
                  <a:cubicBezTo>
                    <a:pt x="158" y="56"/>
                    <a:pt x="158" y="54"/>
                    <a:pt x="156" y="52"/>
                  </a:cubicBezTo>
                  <a:cubicBezTo>
                    <a:pt x="153" y="47"/>
                    <a:pt x="148" y="46"/>
                    <a:pt x="143" y="47"/>
                  </a:cubicBezTo>
                  <a:cubicBezTo>
                    <a:pt x="123" y="51"/>
                    <a:pt x="103" y="56"/>
                    <a:pt x="83" y="60"/>
                  </a:cubicBezTo>
                  <a:cubicBezTo>
                    <a:pt x="79" y="60"/>
                    <a:pt x="75" y="61"/>
                    <a:pt x="71" y="62"/>
                  </a:cubicBezTo>
                  <a:cubicBezTo>
                    <a:pt x="70" y="84"/>
                    <a:pt x="69" y="107"/>
                    <a:pt x="68" y="129"/>
                  </a:cubicBezTo>
                  <a:cubicBezTo>
                    <a:pt x="66" y="129"/>
                    <a:pt x="64" y="129"/>
                    <a:pt x="62" y="129"/>
                  </a:cubicBezTo>
                  <a:cubicBezTo>
                    <a:pt x="52" y="129"/>
                    <a:pt x="44" y="137"/>
                    <a:pt x="44" y="148"/>
                  </a:cubicBezTo>
                  <a:cubicBezTo>
                    <a:pt x="44" y="158"/>
                    <a:pt x="52" y="166"/>
                    <a:pt x="62" y="167"/>
                  </a:cubicBezTo>
                  <a:cubicBezTo>
                    <a:pt x="73" y="168"/>
                    <a:pt x="82" y="160"/>
                    <a:pt x="83" y="149"/>
                  </a:cubicBezTo>
                  <a:cubicBezTo>
                    <a:pt x="84" y="128"/>
                    <a:pt x="85" y="108"/>
                    <a:pt x="86" y="88"/>
                  </a:cubicBezTo>
                  <a:cubicBezTo>
                    <a:pt x="86" y="87"/>
                    <a:pt x="86" y="87"/>
                    <a:pt x="86" y="86"/>
                  </a:cubicBezTo>
                  <a:close/>
                  <a:moveTo>
                    <a:pt x="185" y="76"/>
                  </a:moveTo>
                  <a:cubicBezTo>
                    <a:pt x="183" y="101"/>
                    <a:pt x="182" y="125"/>
                    <a:pt x="181" y="150"/>
                  </a:cubicBezTo>
                  <a:cubicBezTo>
                    <a:pt x="195" y="138"/>
                    <a:pt x="209" y="127"/>
                    <a:pt x="223" y="115"/>
                  </a:cubicBezTo>
                  <a:cubicBezTo>
                    <a:pt x="210" y="102"/>
                    <a:pt x="197" y="89"/>
                    <a:pt x="185" y="76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9E058012-D481-418B-AAB3-0035A6B7C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1447"/>
              <a:ext cx="777" cy="303"/>
            </a:xfrm>
            <a:custGeom>
              <a:avLst/>
              <a:gdLst>
                <a:gd name="T0" fmla="*/ 268 w 534"/>
                <a:gd name="T1" fmla="*/ 108 h 208"/>
                <a:gd name="T2" fmla="*/ 158 w 534"/>
                <a:gd name="T3" fmla="*/ 139 h 208"/>
                <a:gd name="T4" fmla="*/ 0 w 534"/>
                <a:gd name="T5" fmla="*/ 208 h 208"/>
                <a:gd name="T6" fmla="*/ 0 w 534"/>
                <a:gd name="T7" fmla="*/ 208 h 208"/>
                <a:gd name="T8" fmla="*/ 184 w 534"/>
                <a:gd name="T9" fmla="*/ 201 h 208"/>
                <a:gd name="T10" fmla="*/ 294 w 534"/>
                <a:gd name="T11" fmla="*/ 115 h 208"/>
                <a:gd name="T12" fmla="*/ 453 w 534"/>
                <a:gd name="T13" fmla="*/ 147 h 208"/>
                <a:gd name="T14" fmla="*/ 534 w 534"/>
                <a:gd name="T15" fmla="*/ 85 h 208"/>
                <a:gd name="T16" fmla="*/ 511 w 534"/>
                <a:gd name="T17" fmla="*/ 64 h 208"/>
                <a:gd name="T18" fmla="*/ 498 w 534"/>
                <a:gd name="T19" fmla="*/ 29 h 208"/>
                <a:gd name="T20" fmla="*/ 460 w 534"/>
                <a:gd name="T21" fmla="*/ 2 h 208"/>
                <a:gd name="T22" fmla="*/ 268 w 534"/>
                <a:gd name="T23" fmla="*/ 10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4" h="208">
                  <a:moveTo>
                    <a:pt x="268" y="108"/>
                  </a:moveTo>
                  <a:cubicBezTo>
                    <a:pt x="268" y="108"/>
                    <a:pt x="200" y="163"/>
                    <a:pt x="158" y="139"/>
                  </a:cubicBezTo>
                  <a:cubicBezTo>
                    <a:pt x="116" y="114"/>
                    <a:pt x="14" y="198"/>
                    <a:pt x="0" y="208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97" y="145"/>
                    <a:pt x="184" y="201"/>
                    <a:pt x="184" y="201"/>
                  </a:cubicBezTo>
                  <a:cubicBezTo>
                    <a:pt x="184" y="201"/>
                    <a:pt x="212" y="127"/>
                    <a:pt x="294" y="115"/>
                  </a:cubicBezTo>
                  <a:cubicBezTo>
                    <a:pt x="377" y="103"/>
                    <a:pt x="406" y="181"/>
                    <a:pt x="453" y="147"/>
                  </a:cubicBezTo>
                  <a:cubicBezTo>
                    <a:pt x="480" y="128"/>
                    <a:pt x="508" y="102"/>
                    <a:pt x="534" y="85"/>
                  </a:cubicBezTo>
                  <a:cubicBezTo>
                    <a:pt x="523" y="77"/>
                    <a:pt x="515" y="69"/>
                    <a:pt x="511" y="64"/>
                  </a:cubicBezTo>
                  <a:cubicBezTo>
                    <a:pt x="499" y="52"/>
                    <a:pt x="498" y="29"/>
                    <a:pt x="498" y="29"/>
                  </a:cubicBezTo>
                  <a:cubicBezTo>
                    <a:pt x="476" y="21"/>
                    <a:pt x="465" y="11"/>
                    <a:pt x="460" y="2"/>
                  </a:cubicBezTo>
                  <a:cubicBezTo>
                    <a:pt x="382" y="0"/>
                    <a:pt x="300" y="55"/>
                    <a:pt x="268" y="10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0" name="Line 45">
              <a:extLst>
                <a:ext uri="{FF2B5EF4-FFF2-40B4-BE49-F238E27FC236}">
                  <a16:creationId xmlns:a16="http://schemas.microsoft.com/office/drawing/2014/main" id="{67EA2532-9A9C-4679-BB7A-9C0A050D25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35" y="1595"/>
              <a:ext cx="454" cy="188"/>
            </a:xfrm>
            <a:prstGeom prst="line">
              <a:avLst/>
            </a:prstGeom>
            <a:noFill/>
            <a:ln w="28575" cap="rnd">
              <a:solidFill>
                <a:srgbClr val="58C1E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26D16D99-2B16-438D-BFAB-71074CF51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4" y="1362"/>
              <a:ext cx="612" cy="281"/>
            </a:xfrm>
            <a:custGeom>
              <a:avLst/>
              <a:gdLst>
                <a:gd name="T0" fmla="*/ 4 w 420"/>
                <a:gd name="T1" fmla="*/ 193 h 193"/>
                <a:gd name="T2" fmla="*/ 1 w 420"/>
                <a:gd name="T3" fmla="*/ 191 h 193"/>
                <a:gd name="T4" fmla="*/ 2 w 420"/>
                <a:gd name="T5" fmla="*/ 188 h 193"/>
                <a:gd name="T6" fmla="*/ 407 w 420"/>
                <a:gd name="T7" fmla="*/ 3 h 193"/>
                <a:gd name="T8" fmla="*/ 419 w 420"/>
                <a:gd name="T9" fmla="*/ 7 h 193"/>
                <a:gd name="T10" fmla="*/ 411 w 420"/>
                <a:gd name="T11" fmla="*/ 21 h 193"/>
                <a:gd name="T12" fmla="*/ 5 w 420"/>
                <a:gd name="T13" fmla="*/ 193 h 193"/>
                <a:gd name="T14" fmla="*/ 4 w 420"/>
                <a:gd name="T15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0" h="193">
                  <a:moveTo>
                    <a:pt x="4" y="193"/>
                  </a:moveTo>
                  <a:cubicBezTo>
                    <a:pt x="3" y="193"/>
                    <a:pt x="2" y="192"/>
                    <a:pt x="1" y="191"/>
                  </a:cubicBezTo>
                  <a:cubicBezTo>
                    <a:pt x="0" y="190"/>
                    <a:pt x="1" y="188"/>
                    <a:pt x="2" y="188"/>
                  </a:cubicBezTo>
                  <a:cubicBezTo>
                    <a:pt x="407" y="3"/>
                    <a:pt x="407" y="3"/>
                    <a:pt x="407" y="3"/>
                  </a:cubicBezTo>
                  <a:cubicBezTo>
                    <a:pt x="414" y="0"/>
                    <a:pt x="418" y="6"/>
                    <a:pt x="419" y="7"/>
                  </a:cubicBezTo>
                  <a:cubicBezTo>
                    <a:pt x="419" y="8"/>
                    <a:pt x="420" y="16"/>
                    <a:pt x="411" y="21"/>
                  </a:cubicBezTo>
                  <a:cubicBezTo>
                    <a:pt x="5" y="193"/>
                    <a:pt x="5" y="193"/>
                    <a:pt x="5" y="193"/>
                  </a:cubicBezTo>
                  <a:cubicBezTo>
                    <a:pt x="4" y="193"/>
                    <a:pt x="4" y="193"/>
                    <a:pt x="4" y="193"/>
                  </a:cubicBezTo>
                  <a:close/>
                </a:path>
              </a:pathLst>
            </a:custGeom>
            <a:solidFill>
              <a:srgbClr val="FFB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2A94153E-D82B-43D0-B926-4057BD6949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4" y="1934"/>
              <a:ext cx="264" cy="396"/>
            </a:xfrm>
            <a:custGeom>
              <a:avLst/>
              <a:gdLst>
                <a:gd name="T0" fmla="*/ 181 w 181"/>
                <a:gd name="T1" fmla="*/ 0 h 272"/>
                <a:gd name="T2" fmla="*/ 66 w 181"/>
                <a:gd name="T3" fmla="*/ 175 h 272"/>
                <a:gd name="T4" fmla="*/ 0 w 181"/>
                <a:gd name="T5" fmla="*/ 272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1" h="272">
                  <a:moveTo>
                    <a:pt x="181" y="0"/>
                  </a:moveTo>
                  <a:cubicBezTo>
                    <a:pt x="151" y="91"/>
                    <a:pt x="123" y="122"/>
                    <a:pt x="66" y="175"/>
                  </a:cubicBezTo>
                  <a:cubicBezTo>
                    <a:pt x="9" y="228"/>
                    <a:pt x="7" y="251"/>
                    <a:pt x="0" y="272"/>
                  </a:cubicBezTo>
                </a:path>
              </a:pathLst>
            </a:custGeom>
            <a:noFill/>
            <a:ln w="38100" cap="rnd">
              <a:solidFill>
                <a:srgbClr val="FF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3" name="Line 48">
              <a:extLst>
                <a:ext uri="{FF2B5EF4-FFF2-40B4-BE49-F238E27FC236}">
                  <a16:creationId xmlns:a16="http://schemas.microsoft.com/office/drawing/2014/main" id="{BA44C64B-8DD0-4E4D-B015-3F860D97FB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82" y="1380"/>
              <a:ext cx="438" cy="183"/>
            </a:xfrm>
            <a:prstGeom prst="line">
              <a:avLst/>
            </a:prstGeom>
            <a:noFill/>
            <a:ln w="38100" cap="rnd">
              <a:solidFill>
                <a:srgbClr val="58C1E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CBC19F55-8594-4555-8CEB-16EEB9C59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6" y="1489"/>
              <a:ext cx="141" cy="122"/>
            </a:xfrm>
            <a:custGeom>
              <a:avLst/>
              <a:gdLst>
                <a:gd name="T0" fmla="*/ 0 w 97"/>
                <a:gd name="T1" fmla="*/ 0 h 84"/>
                <a:gd name="T2" fmla="*/ 97 w 97"/>
                <a:gd name="T3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84">
                  <a:moveTo>
                    <a:pt x="0" y="0"/>
                  </a:moveTo>
                  <a:cubicBezTo>
                    <a:pt x="3" y="34"/>
                    <a:pt x="28" y="63"/>
                    <a:pt x="97" y="84"/>
                  </a:cubicBezTo>
                </a:path>
              </a:pathLst>
            </a:custGeom>
            <a:noFill/>
            <a:ln w="28575" cap="rnd">
              <a:solidFill>
                <a:srgbClr val="FFA1D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9F148AFF-678E-43DF-9284-5C326811E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2" y="1083"/>
              <a:ext cx="469" cy="176"/>
            </a:xfrm>
            <a:custGeom>
              <a:avLst/>
              <a:gdLst>
                <a:gd name="T0" fmla="*/ 270 w 322"/>
                <a:gd name="T1" fmla="*/ 111 h 121"/>
                <a:gd name="T2" fmla="*/ 311 w 322"/>
                <a:gd name="T3" fmla="*/ 71 h 121"/>
                <a:gd name="T4" fmla="*/ 63 w 322"/>
                <a:gd name="T5" fmla="*/ 71 h 121"/>
                <a:gd name="T6" fmla="*/ 0 w 322"/>
                <a:gd name="T7" fmla="*/ 121 h 121"/>
                <a:gd name="T8" fmla="*/ 0 w 322"/>
                <a:gd name="T9" fmla="*/ 121 h 121"/>
                <a:gd name="T10" fmla="*/ 200 w 322"/>
                <a:gd name="T11" fmla="*/ 45 h 121"/>
                <a:gd name="T12" fmla="*/ 200 w 322"/>
                <a:gd name="T13" fmla="*/ 113 h 121"/>
                <a:gd name="T14" fmla="*/ 201 w 322"/>
                <a:gd name="T15" fmla="*/ 114 h 121"/>
                <a:gd name="T16" fmla="*/ 206 w 322"/>
                <a:gd name="T17" fmla="*/ 113 h 121"/>
                <a:gd name="T18" fmla="*/ 270 w 322"/>
                <a:gd name="T19" fmla="*/ 11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2" h="121">
                  <a:moveTo>
                    <a:pt x="270" y="111"/>
                  </a:moveTo>
                  <a:cubicBezTo>
                    <a:pt x="296" y="106"/>
                    <a:pt x="322" y="106"/>
                    <a:pt x="311" y="71"/>
                  </a:cubicBezTo>
                  <a:cubicBezTo>
                    <a:pt x="290" y="0"/>
                    <a:pt x="169" y="15"/>
                    <a:pt x="63" y="71"/>
                  </a:cubicBezTo>
                  <a:cubicBezTo>
                    <a:pt x="35" y="86"/>
                    <a:pt x="16" y="103"/>
                    <a:pt x="0" y="121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44" y="79"/>
                    <a:pt x="149" y="38"/>
                    <a:pt x="200" y="45"/>
                  </a:cubicBezTo>
                  <a:cubicBezTo>
                    <a:pt x="252" y="51"/>
                    <a:pt x="263" y="105"/>
                    <a:pt x="200" y="113"/>
                  </a:cubicBezTo>
                  <a:cubicBezTo>
                    <a:pt x="201" y="114"/>
                    <a:pt x="201" y="114"/>
                    <a:pt x="201" y="114"/>
                  </a:cubicBezTo>
                  <a:cubicBezTo>
                    <a:pt x="202" y="113"/>
                    <a:pt x="204" y="113"/>
                    <a:pt x="206" y="113"/>
                  </a:cubicBezTo>
                  <a:cubicBezTo>
                    <a:pt x="224" y="113"/>
                    <a:pt x="253" y="113"/>
                    <a:pt x="270" y="111"/>
                  </a:cubicBezTo>
                  <a:close/>
                </a:path>
              </a:pathLst>
            </a:custGeom>
            <a:solidFill>
              <a:srgbClr val="085E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AE53005C-4D03-4053-8A1A-4199358C4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" y="860"/>
              <a:ext cx="427" cy="240"/>
            </a:xfrm>
            <a:custGeom>
              <a:avLst/>
              <a:gdLst>
                <a:gd name="T0" fmla="*/ 5 w 293"/>
                <a:gd name="T1" fmla="*/ 165 h 165"/>
                <a:gd name="T2" fmla="*/ 1 w 293"/>
                <a:gd name="T3" fmla="*/ 163 h 165"/>
                <a:gd name="T4" fmla="*/ 3 w 293"/>
                <a:gd name="T5" fmla="*/ 157 h 165"/>
                <a:gd name="T6" fmla="*/ 280 w 293"/>
                <a:gd name="T7" fmla="*/ 2 h 165"/>
                <a:gd name="T8" fmla="*/ 290 w 293"/>
                <a:gd name="T9" fmla="*/ 6 h 165"/>
                <a:gd name="T10" fmla="*/ 287 w 293"/>
                <a:gd name="T11" fmla="*/ 17 h 165"/>
                <a:gd name="T12" fmla="*/ 7 w 293"/>
                <a:gd name="T13" fmla="*/ 165 h 165"/>
                <a:gd name="T14" fmla="*/ 5 w 293"/>
                <a:gd name="T15" fmla="*/ 165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3" h="165">
                  <a:moveTo>
                    <a:pt x="5" y="165"/>
                  </a:moveTo>
                  <a:cubicBezTo>
                    <a:pt x="3" y="165"/>
                    <a:pt x="1" y="164"/>
                    <a:pt x="1" y="163"/>
                  </a:cubicBezTo>
                  <a:cubicBezTo>
                    <a:pt x="0" y="161"/>
                    <a:pt x="0" y="158"/>
                    <a:pt x="3" y="157"/>
                  </a:cubicBezTo>
                  <a:cubicBezTo>
                    <a:pt x="280" y="2"/>
                    <a:pt x="280" y="2"/>
                    <a:pt x="280" y="2"/>
                  </a:cubicBezTo>
                  <a:cubicBezTo>
                    <a:pt x="282" y="1"/>
                    <a:pt x="287" y="0"/>
                    <a:pt x="290" y="6"/>
                  </a:cubicBezTo>
                  <a:cubicBezTo>
                    <a:pt x="293" y="11"/>
                    <a:pt x="289" y="16"/>
                    <a:pt x="287" y="17"/>
                  </a:cubicBezTo>
                  <a:cubicBezTo>
                    <a:pt x="7" y="165"/>
                    <a:pt x="7" y="165"/>
                    <a:pt x="7" y="165"/>
                  </a:cubicBezTo>
                  <a:cubicBezTo>
                    <a:pt x="6" y="165"/>
                    <a:pt x="5" y="165"/>
                    <a:pt x="5" y="165"/>
                  </a:cubicBezTo>
                  <a:close/>
                </a:path>
              </a:pathLst>
            </a:custGeom>
            <a:solidFill>
              <a:srgbClr val="4BB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0ED756C2-DAEF-42FA-BBA4-22609C1E6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8" y="1458"/>
              <a:ext cx="155" cy="72"/>
            </a:xfrm>
            <a:custGeom>
              <a:avLst/>
              <a:gdLst>
                <a:gd name="T0" fmla="*/ 107 w 107"/>
                <a:gd name="T1" fmla="*/ 24 h 49"/>
                <a:gd name="T2" fmla="*/ 107 w 107"/>
                <a:gd name="T3" fmla="*/ 24 h 49"/>
                <a:gd name="T4" fmla="*/ 55 w 107"/>
                <a:gd name="T5" fmla="*/ 1 h 49"/>
                <a:gd name="T6" fmla="*/ 39 w 107"/>
                <a:gd name="T7" fmla="*/ 2 h 49"/>
                <a:gd name="T8" fmla="*/ 107 w 107"/>
                <a:gd name="T9" fmla="*/ 2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" h="49">
                  <a:moveTo>
                    <a:pt x="107" y="24"/>
                  </a:moveTo>
                  <a:cubicBezTo>
                    <a:pt x="107" y="24"/>
                    <a:pt x="107" y="24"/>
                    <a:pt x="107" y="24"/>
                  </a:cubicBezTo>
                  <a:cubicBezTo>
                    <a:pt x="49" y="45"/>
                    <a:pt x="55" y="1"/>
                    <a:pt x="55" y="1"/>
                  </a:cubicBezTo>
                  <a:cubicBezTo>
                    <a:pt x="55" y="1"/>
                    <a:pt x="49" y="0"/>
                    <a:pt x="39" y="2"/>
                  </a:cubicBezTo>
                  <a:cubicBezTo>
                    <a:pt x="0" y="41"/>
                    <a:pt x="53" y="49"/>
                    <a:pt x="107" y="24"/>
                  </a:cubicBezTo>
                  <a:close/>
                </a:path>
              </a:pathLst>
            </a:custGeom>
            <a:solidFill>
              <a:srgbClr val="085E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06033522-8EE3-484D-B5A5-7ED933348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3" y="1984"/>
              <a:ext cx="138" cy="326"/>
            </a:xfrm>
            <a:custGeom>
              <a:avLst/>
              <a:gdLst>
                <a:gd name="T0" fmla="*/ 95 w 95"/>
                <a:gd name="T1" fmla="*/ 0 h 224"/>
                <a:gd name="T2" fmla="*/ 0 w 95"/>
                <a:gd name="T3" fmla="*/ 22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5" h="224">
                  <a:moveTo>
                    <a:pt x="95" y="0"/>
                  </a:moveTo>
                  <a:cubicBezTo>
                    <a:pt x="75" y="66"/>
                    <a:pt x="2" y="169"/>
                    <a:pt x="0" y="224"/>
                  </a:cubicBezTo>
                </a:path>
              </a:pathLst>
            </a:custGeom>
            <a:noFill/>
            <a:ln w="38100" cap="rnd">
              <a:solidFill>
                <a:srgbClr val="58C1E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BFB7BFCA-2B3B-4869-BD5E-7E3309B0AF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1" y="990"/>
              <a:ext cx="234" cy="167"/>
            </a:xfrm>
            <a:custGeom>
              <a:avLst/>
              <a:gdLst>
                <a:gd name="T0" fmla="*/ 0 w 161"/>
                <a:gd name="T1" fmla="*/ 0 h 115"/>
                <a:gd name="T2" fmla="*/ 0 w 161"/>
                <a:gd name="T3" fmla="*/ 99 h 115"/>
                <a:gd name="T4" fmla="*/ 28 w 161"/>
                <a:gd name="T5" fmla="*/ 99 h 115"/>
                <a:gd name="T6" fmla="*/ 28 w 161"/>
                <a:gd name="T7" fmla="*/ 115 h 115"/>
                <a:gd name="T8" fmla="*/ 133 w 161"/>
                <a:gd name="T9" fmla="*/ 115 h 115"/>
                <a:gd name="T10" fmla="*/ 133 w 161"/>
                <a:gd name="T11" fmla="*/ 99 h 115"/>
                <a:gd name="T12" fmla="*/ 161 w 161"/>
                <a:gd name="T13" fmla="*/ 99 h 115"/>
                <a:gd name="T14" fmla="*/ 161 w 161"/>
                <a:gd name="T15" fmla="*/ 0 h 115"/>
                <a:gd name="T16" fmla="*/ 0 w 161"/>
                <a:gd name="T17" fmla="*/ 0 h 115"/>
                <a:gd name="T18" fmla="*/ 81 w 161"/>
                <a:gd name="T19" fmla="*/ 106 h 115"/>
                <a:gd name="T20" fmla="*/ 75 w 161"/>
                <a:gd name="T21" fmla="*/ 100 h 115"/>
                <a:gd name="T22" fmla="*/ 81 w 161"/>
                <a:gd name="T23" fmla="*/ 95 h 115"/>
                <a:gd name="T24" fmla="*/ 86 w 161"/>
                <a:gd name="T25" fmla="*/ 100 h 115"/>
                <a:gd name="T26" fmla="*/ 81 w 161"/>
                <a:gd name="T27" fmla="*/ 106 h 115"/>
                <a:gd name="T28" fmla="*/ 150 w 161"/>
                <a:gd name="T29" fmla="*/ 88 h 115"/>
                <a:gd name="T30" fmla="*/ 11 w 161"/>
                <a:gd name="T31" fmla="*/ 88 h 115"/>
                <a:gd name="T32" fmla="*/ 11 w 161"/>
                <a:gd name="T33" fmla="*/ 12 h 115"/>
                <a:gd name="T34" fmla="*/ 150 w 161"/>
                <a:gd name="T35" fmla="*/ 12 h 115"/>
                <a:gd name="T36" fmla="*/ 150 w 161"/>
                <a:gd name="T37" fmla="*/ 8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1" h="115">
                  <a:moveTo>
                    <a:pt x="0" y="0"/>
                  </a:moveTo>
                  <a:cubicBezTo>
                    <a:pt x="0" y="99"/>
                    <a:pt x="0" y="99"/>
                    <a:pt x="0" y="99"/>
                  </a:cubicBezTo>
                  <a:cubicBezTo>
                    <a:pt x="28" y="99"/>
                    <a:pt x="28" y="99"/>
                    <a:pt x="28" y="99"/>
                  </a:cubicBezTo>
                  <a:cubicBezTo>
                    <a:pt x="28" y="115"/>
                    <a:pt x="28" y="115"/>
                    <a:pt x="28" y="115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3" y="99"/>
                    <a:pt x="133" y="99"/>
                    <a:pt x="133" y="99"/>
                  </a:cubicBezTo>
                  <a:cubicBezTo>
                    <a:pt x="161" y="99"/>
                    <a:pt x="161" y="99"/>
                    <a:pt x="161" y="99"/>
                  </a:cubicBezTo>
                  <a:cubicBezTo>
                    <a:pt x="161" y="0"/>
                    <a:pt x="161" y="0"/>
                    <a:pt x="161" y="0"/>
                  </a:cubicBezTo>
                  <a:lnTo>
                    <a:pt x="0" y="0"/>
                  </a:lnTo>
                  <a:close/>
                  <a:moveTo>
                    <a:pt x="81" y="106"/>
                  </a:moveTo>
                  <a:cubicBezTo>
                    <a:pt x="77" y="106"/>
                    <a:pt x="75" y="103"/>
                    <a:pt x="75" y="100"/>
                  </a:cubicBezTo>
                  <a:cubicBezTo>
                    <a:pt x="75" y="97"/>
                    <a:pt x="77" y="95"/>
                    <a:pt x="81" y="95"/>
                  </a:cubicBezTo>
                  <a:cubicBezTo>
                    <a:pt x="84" y="95"/>
                    <a:pt x="86" y="97"/>
                    <a:pt x="86" y="100"/>
                  </a:cubicBezTo>
                  <a:cubicBezTo>
                    <a:pt x="86" y="103"/>
                    <a:pt x="84" y="106"/>
                    <a:pt x="81" y="106"/>
                  </a:cubicBezTo>
                  <a:close/>
                  <a:moveTo>
                    <a:pt x="150" y="88"/>
                  </a:moveTo>
                  <a:cubicBezTo>
                    <a:pt x="11" y="88"/>
                    <a:pt x="11" y="88"/>
                    <a:pt x="11" y="88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0" y="12"/>
                    <a:pt x="150" y="12"/>
                    <a:pt x="150" y="12"/>
                  </a:cubicBezTo>
                  <a:lnTo>
                    <a:pt x="150" y="88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67199936-6BB0-4490-9315-F3A1E86AC0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5" y="1521"/>
              <a:ext cx="205" cy="115"/>
            </a:xfrm>
            <a:custGeom>
              <a:avLst/>
              <a:gdLst>
                <a:gd name="T0" fmla="*/ 4 w 141"/>
                <a:gd name="T1" fmla="*/ 0 h 79"/>
                <a:gd name="T2" fmla="*/ 141 w 141"/>
                <a:gd name="T3" fmla="*/ 46 h 79"/>
                <a:gd name="T4" fmla="*/ 81 w 141"/>
                <a:gd name="T5" fmla="*/ 75 h 79"/>
                <a:gd name="T6" fmla="*/ 25 w 141"/>
                <a:gd name="T7" fmla="*/ 57 h 79"/>
                <a:gd name="T8" fmla="*/ 4 w 141"/>
                <a:gd name="T9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1" h="79">
                  <a:moveTo>
                    <a:pt x="4" y="0"/>
                  </a:moveTo>
                  <a:cubicBezTo>
                    <a:pt x="8" y="41"/>
                    <a:pt x="93" y="68"/>
                    <a:pt x="141" y="46"/>
                  </a:cubicBezTo>
                  <a:cubicBezTo>
                    <a:pt x="141" y="46"/>
                    <a:pt x="90" y="72"/>
                    <a:pt x="81" y="75"/>
                  </a:cubicBezTo>
                  <a:cubicBezTo>
                    <a:pt x="71" y="78"/>
                    <a:pt x="40" y="79"/>
                    <a:pt x="25" y="57"/>
                  </a:cubicBezTo>
                  <a:cubicBezTo>
                    <a:pt x="11" y="36"/>
                    <a:pt x="0" y="14"/>
                    <a:pt x="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07119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>
            <a:extLst>
              <a:ext uri="{FF2B5EF4-FFF2-40B4-BE49-F238E27FC236}">
                <a16:creationId xmlns:a16="http://schemas.microsoft.com/office/drawing/2014/main" id="{F241A4EA-791C-4F3D-9B0D-F97A7AD15378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2000250" y="125066"/>
            <a:ext cx="51435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EE0CBB9-87C0-4BDD-AE91-FC13FA24C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7075" y="123478"/>
            <a:ext cx="5146675" cy="51450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C07788B2-3B5B-4326-AFC7-52D3FA8B3E4A}"/>
              </a:ext>
            </a:extLst>
          </p:cNvPr>
          <p:cNvSpPr>
            <a:spLocks/>
          </p:cNvSpPr>
          <p:nvPr/>
        </p:nvSpPr>
        <p:spPr bwMode="auto">
          <a:xfrm>
            <a:off x="3635375" y="3969991"/>
            <a:ext cx="2641600" cy="260350"/>
          </a:xfrm>
          <a:custGeom>
            <a:avLst/>
            <a:gdLst>
              <a:gd name="T0" fmla="*/ 667 w 1143"/>
              <a:gd name="T1" fmla="*/ 0 h 113"/>
              <a:gd name="T2" fmla="*/ 388 w 1143"/>
              <a:gd name="T3" fmla="*/ 0 h 113"/>
              <a:gd name="T4" fmla="*/ 231 w 1143"/>
              <a:gd name="T5" fmla="*/ 51 h 113"/>
              <a:gd name="T6" fmla="*/ 227 w 1143"/>
              <a:gd name="T7" fmla="*/ 113 h 113"/>
              <a:gd name="T8" fmla="*/ 875 w 1143"/>
              <a:gd name="T9" fmla="*/ 113 h 113"/>
              <a:gd name="T10" fmla="*/ 667 w 1143"/>
              <a:gd name="T11" fmla="*/ 0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3" h="113">
                <a:moveTo>
                  <a:pt x="667" y="0"/>
                </a:moveTo>
                <a:cubicBezTo>
                  <a:pt x="595" y="0"/>
                  <a:pt x="483" y="0"/>
                  <a:pt x="388" y="0"/>
                </a:cubicBezTo>
                <a:cubicBezTo>
                  <a:pt x="292" y="0"/>
                  <a:pt x="462" y="51"/>
                  <a:pt x="231" y="51"/>
                </a:cubicBezTo>
                <a:cubicBezTo>
                  <a:pt x="0" y="51"/>
                  <a:pt x="52" y="113"/>
                  <a:pt x="227" y="113"/>
                </a:cubicBezTo>
                <a:cubicBezTo>
                  <a:pt x="505" y="113"/>
                  <a:pt x="644" y="113"/>
                  <a:pt x="875" y="113"/>
                </a:cubicBezTo>
                <a:cubicBezTo>
                  <a:pt x="1106" y="113"/>
                  <a:pt x="1143" y="0"/>
                  <a:pt x="667" y="0"/>
                </a:cubicBezTo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C926BD82-02B7-4452-8D8A-541ECB8086B4}"/>
              </a:ext>
            </a:extLst>
          </p:cNvPr>
          <p:cNvSpPr>
            <a:spLocks/>
          </p:cNvSpPr>
          <p:nvPr/>
        </p:nvSpPr>
        <p:spPr bwMode="auto">
          <a:xfrm>
            <a:off x="2335213" y="3750916"/>
            <a:ext cx="1033463" cy="204788"/>
          </a:xfrm>
          <a:custGeom>
            <a:avLst/>
            <a:gdLst>
              <a:gd name="T0" fmla="*/ 447 w 447"/>
              <a:gd name="T1" fmla="*/ 89 h 89"/>
              <a:gd name="T2" fmla="*/ 14 w 447"/>
              <a:gd name="T3" fmla="*/ 15 h 89"/>
              <a:gd name="T4" fmla="*/ 35 w 447"/>
              <a:gd name="T5" fmla="*/ 0 h 89"/>
              <a:gd name="T6" fmla="*/ 345 w 447"/>
              <a:gd name="T7" fmla="*/ 0 h 89"/>
              <a:gd name="T8" fmla="*/ 427 w 447"/>
              <a:gd name="T9" fmla="*/ 64 h 89"/>
              <a:gd name="T10" fmla="*/ 447 w 447"/>
              <a:gd name="T11" fmla="*/ 89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7" h="89">
                <a:moveTo>
                  <a:pt x="447" y="89"/>
                </a:moveTo>
                <a:cubicBezTo>
                  <a:pt x="14" y="15"/>
                  <a:pt x="14" y="15"/>
                  <a:pt x="14" y="15"/>
                </a:cubicBezTo>
                <a:cubicBezTo>
                  <a:pt x="0" y="9"/>
                  <a:pt x="9" y="0"/>
                  <a:pt x="35" y="0"/>
                </a:cubicBezTo>
                <a:cubicBezTo>
                  <a:pt x="62" y="0"/>
                  <a:pt x="345" y="0"/>
                  <a:pt x="345" y="0"/>
                </a:cubicBezTo>
                <a:cubicBezTo>
                  <a:pt x="427" y="64"/>
                  <a:pt x="427" y="64"/>
                  <a:pt x="427" y="64"/>
                </a:cubicBezTo>
                <a:cubicBezTo>
                  <a:pt x="447" y="89"/>
                  <a:pt x="447" y="89"/>
                  <a:pt x="447" y="89"/>
                </a:cubicBezTo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8B5B72B7-A8F2-4F79-8FDE-2FA09D102141}"/>
              </a:ext>
            </a:extLst>
          </p:cNvPr>
          <p:cNvSpPr>
            <a:spLocks/>
          </p:cNvSpPr>
          <p:nvPr/>
        </p:nvSpPr>
        <p:spPr bwMode="auto">
          <a:xfrm>
            <a:off x="3081338" y="1155353"/>
            <a:ext cx="1485900" cy="2795588"/>
          </a:xfrm>
          <a:custGeom>
            <a:avLst/>
            <a:gdLst>
              <a:gd name="T0" fmla="*/ 555 w 643"/>
              <a:gd name="T1" fmla="*/ 75 h 1210"/>
              <a:gd name="T2" fmla="*/ 145 w 643"/>
              <a:gd name="T3" fmla="*/ 9 h 1210"/>
              <a:gd name="T4" fmla="*/ 38 w 643"/>
              <a:gd name="T5" fmla="*/ 57 h 1210"/>
              <a:gd name="T6" fmla="*/ 0 w 643"/>
              <a:gd name="T7" fmla="*/ 157 h 1210"/>
              <a:gd name="T8" fmla="*/ 0 w 643"/>
              <a:gd name="T9" fmla="*/ 1087 h 1210"/>
              <a:gd name="T10" fmla="*/ 55 w 643"/>
              <a:gd name="T11" fmla="*/ 1178 h 1210"/>
              <a:gd name="T12" fmla="*/ 136 w 643"/>
              <a:gd name="T13" fmla="*/ 1208 h 1210"/>
              <a:gd name="T14" fmla="*/ 545 w 643"/>
              <a:gd name="T15" fmla="*/ 1179 h 1210"/>
              <a:gd name="T16" fmla="*/ 643 w 643"/>
              <a:gd name="T17" fmla="*/ 1075 h 1210"/>
              <a:gd name="T18" fmla="*/ 643 w 643"/>
              <a:gd name="T19" fmla="*/ 178 h 1210"/>
              <a:gd name="T20" fmla="*/ 555 w 643"/>
              <a:gd name="T21" fmla="*/ 75 h 1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43" h="1210">
                <a:moveTo>
                  <a:pt x="555" y="75"/>
                </a:moveTo>
                <a:cubicBezTo>
                  <a:pt x="145" y="9"/>
                  <a:pt x="145" y="9"/>
                  <a:pt x="145" y="9"/>
                </a:cubicBezTo>
                <a:cubicBezTo>
                  <a:pt x="89" y="0"/>
                  <a:pt x="62" y="25"/>
                  <a:pt x="38" y="57"/>
                </a:cubicBezTo>
                <a:cubicBezTo>
                  <a:pt x="14" y="88"/>
                  <a:pt x="0" y="112"/>
                  <a:pt x="0" y="157"/>
                </a:cubicBezTo>
                <a:cubicBezTo>
                  <a:pt x="0" y="1087"/>
                  <a:pt x="0" y="1087"/>
                  <a:pt x="0" y="1087"/>
                </a:cubicBezTo>
                <a:cubicBezTo>
                  <a:pt x="0" y="1127"/>
                  <a:pt x="22" y="1161"/>
                  <a:pt x="55" y="1178"/>
                </a:cubicBezTo>
                <a:cubicBezTo>
                  <a:pt x="76" y="1199"/>
                  <a:pt x="105" y="1210"/>
                  <a:pt x="136" y="1208"/>
                </a:cubicBezTo>
                <a:cubicBezTo>
                  <a:pt x="545" y="1179"/>
                  <a:pt x="545" y="1179"/>
                  <a:pt x="545" y="1179"/>
                </a:cubicBezTo>
                <a:cubicBezTo>
                  <a:pt x="600" y="1175"/>
                  <a:pt x="643" y="1130"/>
                  <a:pt x="643" y="1075"/>
                </a:cubicBezTo>
                <a:cubicBezTo>
                  <a:pt x="643" y="178"/>
                  <a:pt x="643" y="178"/>
                  <a:pt x="643" y="178"/>
                </a:cubicBezTo>
                <a:cubicBezTo>
                  <a:pt x="643" y="127"/>
                  <a:pt x="605" y="83"/>
                  <a:pt x="555" y="75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B53CA986-C1A3-4738-A4C4-158187C09EB3}"/>
              </a:ext>
            </a:extLst>
          </p:cNvPr>
          <p:cNvSpPr>
            <a:spLocks/>
          </p:cNvSpPr>
          <p:nvPr/>
        </p:nvSpPr>
        <p:spPr bwMode="auto">
          <a:xfrm>
            <a:off x="3097213" y="1250603"/>
            <a:ext cx="1363663" cy="2673350"/>
          </a:xfrm>
          <a:custGeom>
            <a:avLst/>
            <a:gdLst>
              <a:gd name="T0" fmla="*/ 0 w 590"/>
              <a:gd name="T1" fmla="*/ 112 h 1157"/>
              <a:gd name="T2" fmla="*/ 0 w 590"/>
              <a:gd name="T3" fmla="*/ 1050 h 1157"/>
              <a:gd name="T4" fmla="*/ 110 w 590"/>
              <a:gd name="T5" fmla="*/ 1153 h 1157"/>
              <a:gd name="T6" fmla="*/ 495 w 590"/>
              <a:gd name="T7" fmla="*/ 1125 h 1157"/>
              <a:gd name="T8" fmla="*/ 590 w 590"/>
              <a:gd name="T9" fmla="*/ 1023 h 1157"/>
              <a:gd name="T10" fmla="*/ 590 w 590"/>
              <a:gd name="T11" fmla="*/ 173 h 1157"/>
              <a:gd name="T12" fmla="*/ 504 w 590"/>
              <a:gd name="T13" fmla="*/ 72 h 1157"/>
              <a:gd name="T14" fmla="*/ 119 w 590"/>
              <a:gd name="T15" fmla="*/ 10 h 1157"/>
              <a:gd name="T16" fmla="*/ 0 w 590"/>
              <a:gd name="T17" fmla="*/ 112 h 1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0" h="1157">
                <a:moveTo>
                  <a:pt x="0" y="112"/>
                </a:moveTo>
                <a:cubicBezTo>
                  <a:pt x="0" y="1050"/>
                  <a:pt x="0" y="1050"/>
                  <a:pt x="0" y="1050"/>
                </a:cubicBezTo>
                <a:cubicBezTo>
                  <a:pt x="0" y="1110"/>
                  <a:pt x="51" y="1157"/>
                  <a:pt x="110" y="1153"/>
                </a:cubicBezTo>
                <a:cubicBezTo>
                  <a:pt x="495" y="1125"/>
                  <a:pt x="495" y="1125"/>
                  <a:pt x="495" y="1125"/>
                </a:cubicBezTo>
                <a:cubicBezTo>
                  <a:pt x="549" y="1122"/>
                  <a:pt x="590" y="1077"/>
                  <a:pt x="590" y="1023"/>
                </a:cubicBezTo>
                <a:cubicBezTo>
                  <a:pt x="590" y="173"/>
                  <a:pt x="590" y="173"/>
                  <a:pt x="590" y="173"/>
                </a:cubicBezTo>
                <a:cubicBezTo>
                  <a:pt x="590" y="123"/>
                  <a:pt x="554" y="80"/>
                  <a:pt x="504" y="72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57" y="0"/>
                  <a:pt x="0" y="48"/>
                  <a:pt x="0" y="112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B3831AF9-A990-4F70-A418-822C54B3EE2B}"/>
              </a:ext>
            </a:extLst>
          </p:cNvPr>
          <p:cNvSpPr>
            <a:spLocks/>
          </p:cNvSpPr>
          <p:nvPr/>
        </p:nvSpPr>
        <p:spPr bwMode="auto">
          <a:xfrm>
            <a:off x="3132138" y="1287116"/>
            <a:ext cx="190500" cy="2627313"/>
          </a:xfrm>
          <a:custGeom>
            <a:avLst/>
            <a:gdLst>
              <a:gd name="T0" fmla="*/ 41 w 120"/>
              <a:gd name="T1" fmla="*/ 0 h 1655"/>
              <a:gd name="T2" fmla="*/ 0 w 120"/>
              <a:gd name="T3" fmla="*/ 61 h 1655"/>
              <a:gd name="T4" fmla="*/ 41 w 120"/>
              <a:gd name="T5" fmla="*/ 1627 h 1655"/>
              <a:gd name="T6" fmla="*/ 82 w 120"/>
              <a:gd name="T7" fmla="*/ 1655 h 1655"/>
              <a:gd name="T8" fmla="*/ 120 w 120"/>
              <a:gd name="T9" fmla="*/ 1165 h 1655"/>
              <a:gd name="T10" fmla="*/ 106 w 120"/>
              <a:gd name="T11" fmla="*/ 103 h 1655"/>
              <a:gd name="T12" fmla="*/ 41 w 120"/>
              <a:gd name="T13" fmla="*/ 0 h 16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0" h="1655">
                <a:moveTo>
                  <a:pt x="41" y="0"/>
                </a:moveTo>
                <a:lnTo>
                  <a:pt x="0" y="61"/>
                </a:lnTo>
                <a:lnTo>
                  <a:pt x="41" y="1627"/>
                </a:lnTo>
                <a:lnTo>
                  <a:pt x="82" y="1655"/>
                </a:lnTo>
                <a:lnTo>
                  <a:pt x="120" y="1165"/>
                </a:lnTo>
                <a:lnTo>
                  <a:pt x="106" y="103"/>
                </a:lnTo>
                <a:lnTo>
                  <a:pt x="4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158E3D34-EEBB-4D46-AC0B-FEDB9032F80F}"/>
              </a:ext>
            </a:extLst>
          </p:cNvPr>
          <p:cNvSpPr>
            <a:spLocks/>
          </p:cNvSpPr>
          <p:nvPr/>
        </p:nvSpPr>
        <p:spPr bwMode="auto">
          <a:xfrm>
            <a:off x="3190875" y="1220441"/>
            <a:ext cx="1355725" cy="2698750"/>
          </a:xfrm>
          <a:custGeom>
            <a:avLst/>
            <a:gdLst>
              <a:gd name="T0" fmla="*/ 89 w 587"/>
              <a:gd name="T1" fmla="*/ 1168 h 1168"/>
              <a:gd name="T2" fmla="*/ 0 w 587"/>
              <a:gd name="T3" fmla="*/ 1080 h 1168"/>
              <a:gd name="T4" fmla="*/ 0 w 587"/>
              <a:gd name="T5" fmla="*/ 89 h 1168"/>
              <a:gd name="T6" fmla="*/ 89 w 587"/>
              <a:gd name="T7" fmla="*/ 0 h 1168"/>
              <a:gd name="T8" fmla="*/ 103 w 587"/>
              <a:gd name="T9" fmla="*/ 1 h 1168"/>
              <a:gd name="T10" fmla="*/ 512 w 587"/>
              <a:gd name="T11" fmla="*/ 67 h 1168"/>
              <a:gd name="T12" fmla="*/ 587 w 587"/>
              <a:gd name="T13" fmla="*/ 154 h 1168"/>
              <a:gd name="T14" fmla="*/ 587 w 587"/>
              <a:gd name="T15" fmla="*/ 1051 h 1168"/>
              <a:gd name="T16" fmla="*/ 504 w 587"/>
              <a:gd name="T17" fmla="*/ 1139 h 1168"/>
              <a:gd name="T18" fmla="*/ 95 w 587"/>
              <a:gd name="T19" fmla="*/ 1168 h 1168"/>
              <a:gd name="T20" fmla="*/ 89 w 587"/>
              <a:gd name="T21" fmla="*/ 1168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87" h="1168">
                <a:moveTo>
                  <a:pt x="89" y="1168"/>
                </a:moveTo>
                <a:cubicBezTo>
                  <a:pt x="40" y="1168"/>
                  <a:pt x="0" y="1129"/>
                  <a:pt x="0" y="1080"/>
                </a:cubicBezTo>
                <a:cubicBezTo>
                  <a:pt x="0" y="89"/>
                  <a:pt x="0" y="89"/>
                  <a:pt x="0" y="89"/>
                </a:cubicBezTo>
                <a:cubicBezTo>
                  <a:pt x="0" y="40"/>
                  <a:pt x="40" y="0"/>
                  <a:pt x="89" y="0"/>
                </a:cubicBezTo>
                <a:cubicBezTo>
                  <a:pt x="93" y="0"/>
                  <a:pt x="98" y="0"/>
                  <a:pt x="103" y="1"/>
                </a:cubicBezTo>
                <a:cubicBezTo>
                  <a:pt x="512" y="67"/>
                  <a:pt x="512" y="67"/>
                  <a:pt x="512" y="67"/>
                </a:cubicBezTo>
                <a:cubicBezTo>
                  <a:pt x="555" y="74"/>
                  <a:pt x="587" y="111"/>
                  <a:pt x="587" y="154"/>
                </a:cubicBezTo>
                <a:cubicBezTo>
                  <a:pt x="587" y="1051"/>
                  <a:pt x="587" y="1051"/>
                  <a:pt x="587" y="1051"/>
                </a:cubicBezTo>
                <a:cubicBezTo>
                  <a:pt x="587" y="1097"/>
                  <a:pt x="551" y="1136"/>
                  <a:pt x="504" y="1139"/>
                </a:cubicBezTo>
                <a:cubicBezTo>
                  <a:pt x="95" y="1168"/>
                  <a:pt x="95" y="1168"/>
                  <a:pt x="95" y="1168"/>
                </a:cubicBezTo>
                <a:cubicBezTo>
                  <a:pt x="93" y="1168"/>
                  <a:pt x="91" y="1168"/>
                  <a:pt x="89" y="11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2D577A95-1669-445F-AB5A-9BF821212713}"/>
              </a:ext>
            </a:extLst>
          </p:cNvPr>
          <p:cNvSpPr>
            <a:spLocks noEditPoints="1"/>
          </p:cNvSpPr>
          <p:nvPr/>
        </p:nvSpPr>
        <p:spPr bwMode="auto">
          <a:xfrm>
            <a:off x="3152775" y="1183928"/>
            <a:ext cx="1430338" cy="2771775"/>
          </a:xfrm>
          <a:custGeom>
            <a:avLst/>
            <a:gdLst>
              <a:gd name="T0" fmla="*/ 105 w 619"/>
              <a:gd name="T1" fmla="*/ 32 h 1200"/>
              <a:gd name="T2" fmla="*/ 116 w 619"/>
              <a:gd name="T3" fmla="*/ 33 h 1200"/>
              <a:gd name="T4" fmla="*/ 526 w 619"/>
              <a:gd name="T5" fmla="*/ 99 h 1200"/>
              <a:gd name="T6" fmla="*/ 587 w 619"/>
              <a:gd name="T7" fmla="*/ 170 h 1200"/>
              <a:gd name="T8" fmla="*/ 587 w 619"/>
              <a:gd name="T9" fmla="*/ 1067 h 1200"/>
              <a:gd name="T10" fmla="*/ 519 w 619"/>
              <a:gd name="T11" fmla="*/ 1139 h 1200"/>
              <a:gd name="T12" fmla="*/ 110 w 619"/>
              <a:gd name="T13" fmla="*/ 1168 h 1200"/>
              <a:gd name="T14" fmla="*/ 105 w 619"/>
              <a:gd name="T15" fmla="*/ 1168 h 1200"/>
              <a:gd name="T16" fmla="*/ 32 w 619"/>
              <a:gd name="T17" fmla="*/ 1096 h 1200"/>
              <a:gd name="T18" fmla="*/ 32 w 619"/>
              <a:gd name="T19" fmla="*/ 105 h 1200"/>
              <a:gd name="T20" fmla="*/ 105 w 619"/>
              <a:gd name="T21" fmla="*/ 32 h 1200"/>
              <a:gd name="T22" fmla="*/ 105 w 619"/>
              <a:gd name="T23" fmla="*/ 0 h 1200"/>
              <a:gd name="T24" fmla="*/ 0 w 619"/>
              <a:gd name="T25" fmla="*/ 105 h 1200"/>
              <a:gd name="T26" fmla="*/ 0 w 619"/>
              <a:gd name="T27" fmla="*/ 1096 h 1200"/>
              <a:gd name="T28" fmla="*/ 105 w 619"/>
              <a:gd name="T29" fmla="*/ 1200 h 1200"/>
              <a:gd name="T30" fmla="*/ 112 w 619"/>
              <a:gd name="T31" fmla="*/ 1200 h 1200"/>
              <a:gd name="T32" fmla="*/ 522 w 619"/>
              <a:gd name="T33" fmla="*/ 1171 h 1200"/>
              <a:gd name="T34" fmla="*/ 619 w 619"/>
              <a:gd name="T35" fmla="*/ 1067 h 1200"/>
              <a:gd name="T36" fmla="*/ 619 w 619"/>
              <a:gd name="T37" fmla="*/ 170 h 1200"/>
              <a:gd name="T38" fmla="*/ 531 w 619"/>
              <a:gd name="T39" fmla="*/ 67 h 1200"/>
              <a:gd name="T40" fmla="*/ 121 w 619"/>
              <a:gd name="T41" fmla="*/ 1 h 1200"/>
              <a:gd name="T42" fmla="*/ 105 w 619"/>
              <a:gd name="T43" fmla="*/ 0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619" h="1200">
                <a:moveTo>
                  <a:pt x="105" y="32"/>
                </a:moveTo>
                <a:cubicBezTo>
                  <a:pt x="108" y="32"/>
                  <a:pt x="112" y="32"/>
                  <a:pt x="116" y="33"/>
                </a:cubicBezTo>
                <a:cubicBezTo>
                  <a:pt x="526" y="99"/>
                  <a:pt x="526" y="99"/>
                  <a:pt x="526" y="99"/>
                </a:cubicBezTo>
                <a:cubicBezTo>
                  <a:pt x="561" y="104"/>
                  <a:pt x="587" y="135"/>
                  <a:pt x="587" y="170"/>
                </a:cubicBezTo>
                <a:cubicBezTo>
                  <a:pt x="587" y="1067"/>
                  <a:pt x="587" y="1067"/>
                  <a:pt x="587" y="1067"/>
                </a:cubicBezTo>
                <a:cubicBezTo>
                  <a:pt x="587" y="1105"/>
                  <a:pt x="557" y="1136"/>
                  <a:pt x="519" y="1139"/>
                </a:cubicBezTo>
                <a:cubicBezTo>
                  <a:pt x="110" y="1168"/>
                  <a:pt x="110" y="1168"/>
                  <a:pt x="110" y="1168"/>
                </a:cubicBezTo>
                <a:cubicBezTo>
                  <a:pt x="108" y="1168"/>
                  <a:pt x="106" y="1168"/>
                  <a:pt x="105" y="1168"/>
                </a:cubicBezTo>
                <a:cubicBezTo>
                  <a:pt x="65" y="1168"/>
                  <a:pt x="32" y="1136"/>
                  <a:pt x="32" y="1096"/>
                </a:cubicBezTo>
                <a:cubicBezTo>
                  <a:pt x="32" y="105"/>
                  <a:pt x="32" y="105"/>
                  <a:pt x="32" y="105"/>
                </a:cubicBezTo>
                <a:cubicBezTo>
                  <a:pt x="32" y="65"/>
                  <a:pt x="65" y="32"/>
                  <a:pt x="105" y="32"/>
                </a:cubicBezTo>
                <a:moveTo>
                  <a:pt x="105" y="0"/>
                </a:moveTo>
                <a:cubicBezTo>
                  <a:pt x="48" y="0"/>
                  <a:pt x="0" y="46"/>
                  <a:pt x="0" y="105"/>
                </a:cubicBezTo>
                <a:cubicBezTo>
                  <a:pt x="0" y="1096"/>
                  <a:pt x="0" y="1096"/>
                  <a:pt x="0" y="1096"/>
                </a:cubicBezTo>
                <a:cubicBezTo>
                  <a:pt x="0" y="1154"/>
                  <a:pt x="47" y="1200"/>
                  <a:pt x="105" y="1200"/>
                </a:cubicBezTo>
                <a:cubicBezTo>
                  <a:pt x="107" y="1200"/>
                  <a:pt x="110" y="1200"/>
                  <a:pt x="112" y="1200"/>
                </a:cubicBezTo>
                <a:cubicBezTo>
                  <a:pt x="522" y="1171"/>
                  <a:pt x="522" y="1171"/>
                  <a:pt x="522" y="1171"/>
                </a:cubicBezTo>
                <a:cubicBezTo>
                  <a:pt x="576" y="1167"/>
                  <a:pt x="619" y="1122"/>
                  <a:pt x="619" y="1067"/>
                </a:cubicBezTo>
                <a:cubicBezTo>
                  <a:pt x="619" y="170"/>
                  <a:pt x="619" y="170"/>
                  <a:pt x="619" y="170"/>
                </a:cubicBezTo>
                <a:cubicBezTo>
                  <a:pt x="619" y="119"/>
                  <a:pt x="582" y="75"/>
                  <a:pt x="531" y="67"/>
                </a:cubicBezTo>
                <a:cubicBezTo>
                  <a:pt x="121" y="1"/>
                  <a:pt x="121" y="1"/>
                  <a:pt x="121" y="1"/>
                </a:cubicBezTo>
                <a:cubicBezTo>
                  <a:pt x="116" y="0"/>
                  <a:pt x="110" y="0"/>
                  <a:pt x="105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7BE4FEED-2F8C-4D2B-8AD1-3B57CD06ABEF}"/>
              </a:ext>
            </a:extLst>
          </p:cNvPr>
          <p:cNvSpPr>
            <a:spLocks/>
          </p:cNvSpPr>
          <p:nvPr/>
        </p:nvSpPr>
        <p:spPr bwMode="auto">
          <a:xfrm>
            <a:off x="3556000" y="1242666"/>
            <a:ext cx="787400" cy="236538"/>
          </a:xfrm>
          <a:custGeom>
            <a:avLst/>
            <a:gdLst>
              <a:gd name="T0" fmla="*/ 21 w 341"/>
              <a:gd name="T1" fmla="*/ 19 h 102"/>
              <a:gd name="T2" fmla="*/ 96 w 341"/>
              <a:gd name="T3" fmla="*/ 78 h 102"/>
              <a:gd name="T4" fmla="*/ 237 w 341"/>
              <a:gd name="T5" fmla="*/ 97 h 102"/>
              <a:gd name="T6" fmla="*/ 303 w 341"/>
              <a:gd name="T7" fmla="*/ 65 h 102"/>
              <a:gd name="T8" fmla="*/ 301 w 341"/>
              <a:gd name="T9" fmla="*/ 45 h 102"/>
              <a:gd name="T10" fmla="*/ 0 w 341"/>
              <a:gd name="T11" fmla="*/ 0 h 102"/>
              <a:gd name="T12" fmla="*/ 21 w 341"/>
              <a:gd name="T13" fmla="*/ 19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41" h="102">
                <a:moveTo>
                  <a:pt x="21" y="19"/>
                </a:moveTo>
                <a:cubicBezTo>
                  <a:pt x="67" y="29"/>
                  <a:pt x="55" y="71"/>
                  <a:pt x="96" y="78"/>
                </a:cubicBezTo>
                <a:cubicBezTo>
                  <a:pt x="136" y="85"/>
                  <a:pt x="219" y="95"/>
                  <a:pt x="237" y="97"/>
                </a:cubicBezTo>
                <a:cubicBezTo>
                  <a:pt x="280" y="102"/>
                  <a:pt x="265" y="59"/>
                  <a:pt x="303" y="65"/>
                </a:cubicBezTo>
                <a:cubicBezTo>
                  <a:pt x="341" y="71"/>
                  <a:pt x="301" y="45"/>
                  <a:pt x="301" y="45"/>
                </a:cubicBezTo>
                <a:cubicBezTo>
                  <a:pt x="0" y="0"/>
                  <a:pt x="0" y="0"/>
                  <a:pt x="0" y="0"/>
                </a:cubicBezTo>
                <a:lnTo>
                  <a:pt x="21" y="1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D2F80DF2-B0F1-4F1C-B2DF-80D13AE8AAAC}"/>
              </a:ext>
            </a:extLst>
          </p:cNvPr>
          <p:cNvSpPr>
            <a:spLocks noEditPoints="1"/>
          </p:cNvSpPr>
          <p:nvPr/>
        </p:nvSpPr>
        <p:spPr bwMode="auto">
          <a:xfrm>
            <a:off x="4646613" y="1333153"/>
            <a:ext cx="500063" cy="485775"/>
          </a:xfrm>
          <a:custGeom>
            <a:avLst/>
            <a:gdLst>
              <a:gd name="T0" fmla="*/ 197 w 217"/>
              <a:gd name="T1" fmla="*/ 0 h 210"/>
              <a:gd name="T2" fmla="*/ 0 w 217"/>
              <a:gd name="T3" fmla="*/ 0 h 210"/>
              <a:gd name="T4" fmla="*/ 0 w 217"/>
              <a:gd name="T5" fmla="*/ 142 h 210"/>
              <a:gd name="T6" fmla="*/ 21 w 217"/>
              <a:gd name="T7" fmla="*/ 163 h 210"/>
              <a:gd name="T8" fmla="*/ 48 w 217"/>
              <a:gd name="T9" fmla="*/ 163 h 210"/>
              <a:gd name="T10" fmla="*/ 48 w 217"/>
              <a:gd name="T11" fmla="*/ 210 h 210"/>
              <a:gd name="T12" fmla="*/ 95 w 217"/>
              <a:gd name="T13" fmla="*/ 163 h 210"/>
              <a:gd name="T14" fmla="*/ 217 w 217"/>
              <a:gd name="T15" fmla="*/ 163 h 210"/>
              <a:gd name="T16" fmla="*/ 217 w 217"/>
              <a:gd name="T17" fmla="*/ 21 h 210"/>
              <a:gd name="T18" fmla="*/ 197 w 217"/>
              <a:gd name="T19" fmla="*/ 0 h 210"/>
              <a:gd name="T20" fmla="*/ 61 w 217"/>
              <a:gd name="T21" fmla="*/ 48 h 210"/>
              <a:gd name="T22" fmla="*/ 75 w 217"/>
              <a:gd name="T23" fmla="*/ 61 h 210"/>
              <a:gd name="T24" fmla="*/ 61 w 217"/>
              <a:gd name="T25" fmla="*/ 75 h 210"/>
              <a:gd name="T26" fmla="*/ 47 w 217"/>
              <a:gd name="T27" fmla="*/ 61 h 210"/>
              <a:gd name="T28" fmla="*/ 47 w 217"/>
              <a:gd name="T29" fmla="*/ 61 h 210"/>
              <a:gd name="T30" fmla="*/ 61 w 217"/>
              <a:gd name="T31" fmla="*/ 48 h 210"/>
              <a:gd name="T32" fmla="*/ 156 w 217"/>
              <a:gd name="T33" fmla="*/ 48 h 210"/>
              <a:gd name="T34" fmla="*/ 169 w 217"/>
              <a:gd name="T35" fmla="*/ 61 h 210"/>
              <a:gd name="T36" fmla="*/ 156 w 217"/>
              <a:gd name="T37" fmla="*/ 75 h 210"/>
              <a:gd name="T38" fmla="*/ 142 w 217"/>
              <a:gd name="T39" fmla="*/ 61 h 210"/>
              <a:gd name="T40" fmla="*/ 142 w 217"/>
              <a:gd name="T41" fmla="*/ 61 h 210"/>
              <a:gd name="T42" fmla="*/ 156 w 217"/>
              <a:gd name="T43" fmla="*/ 48 h 210"/>
              <a:gd name="T44" fmla="*/ 143 w 217"/>
              <a:gd name="T45" fmla="*/ 105 h 210"/>
              <a:gd name="T46" fmla="*/ 132 w 217"/>
              <a:gd name="T47" fmla="*/ 95 h 210"/>
              <a:gd name="T48" fmla="*/ 85 w 217"/>
              <a:gd name="T49" fmla="*/ 95 h 210"/>
              <a:gd name="T50" fmla="*/ 75 w 217"/>
              <a:gd name="T51" fmla="*/ 105 h 210"/>
              <a:gd name="T52" fmla="*/ 75 w 217"/>
              <a:gd name="T53" fmla="*/ 105 h 210"/>
              <a:gd name="T54" fmla="*/ 75 w 217"/>
              <a:gd name="T55" fmla="*/ 109 h 210"/>
              <a:gd name="T56" fmla="*/ 109 w 217"/>
              <a:gd name="T57" fmla="*/ 122 h 210"/>
              <a:gd name="T58" fmla="*/ 143 w 217"/>
              <a:gd name="T59" fmla="*/ 109 h 210"/>
              <a:gd name="T60" fmla="*/ 143 w 217"/>
              <a:gd name="T61" fmla="*/ 105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17" h="210">
                <a:moveTo>
                  <a:pt x="197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54"/>
                  <a:pt x="9" y="163"/>
                  <a:pt x="21" y="163"/>
                </a:cubicBezTo>
                <a:cubicBezTo>
                  <a:pt x="48" y="163"/>
                  <a:pt x="48" y="163"/>
                  <a:pt x="48" y="163"/>
                </a:cubicBezTo>
                <a:cubicBezTo>
                  <a:pt x="48" y="210"/>
                  <a:pt x="48" y="210"/>
                  <a:pt x="48" y="210"/>
                </a:cubicBezTo>
                <a:cubicBezTo>
                  <a:pt x="95" y="163"/>
                  <a:pt x="95" y="163"/>
                  <a:pt x="95" y="163"/>
                </a:cubicBezTo>
                <a:cubicBezTo>
                  <a:pt x="217" y="163"/>
                  <a:pt x="217" y="163"/>
                  <a:pt x="217" y="163"/>
                </a:cubicBezTo>
                <a:cubicBezTo>
                  <a:pt x="217" y="21"/>
                  <a:pt x="217" y="21"/>
                  <a:pt x="217" y="21"/>
                </a:cubicBezTo>
                <a:cubicBezTo>
                  <a:pt x="217" y="9"/>
                  <a:pt x="208" y="0"/>
                  <a:pt x="197" y="0"/>
                </a:cubicBezTo>
                <a:close/>
                <a:moveTo>
                  <a:pt x="61" y="48"/>
                </a:moveTo>
                <a:cubicBezTo>
                  <a:pt x="68" y="48"/>
                  <a:pt x="75" y="54"/>
                  <a:pt x="75" y="61"/>
                </a:cubicBezTo>
                <a:cubicBezTo>
                  <a:pt x="75" y="69"/>
                  <a:pt x="68" y="75"/>
                  <a:pt x="61" y="75"/>
                </a:cubicBezTo>
                <a:cubicBezTo>
                  <a:pt x="54" y="75"/>
                  <a:pt x="47" y="69"/>
                  <a:pt x="47" y="61"/>
                </a:cubicBezTo>
                <a:cubicBezTo>
                  <a:pt x="47" y="61"/>
                  <a:pt x="47" y="61"/>
                  <a:pt x="47" y="61"/>
                </a:cubicBezTo>
                <a:cubicBezTo>
                  <a:pt x="47" y="54"/>
                  <a:pt x="54" y="48"/>
                  <a:pt x="61" y="48"/>
                </a:cubicBezTo>
                <a:close/>
                <a:moveTo>
                  <a:pt x="156" y="48"/>
                </a:moveTo>
                <a:cubicBezTo>
                  <a:pt x="163" y="48"/>
                  <a:pt x="169" y="54"/>
                  <a:pt x="169" y="61"/>
                </a:cubicBezTo>
                <a:cubicBezTo>
                  <a:pt x="169" y="69"/>
                  <a:pt x="163" y="75"/>
                  <a:pt x="156" y="75"/>
                </a:cubicBezTo>
                <a:cubicBezTo>
                  <a:pt x="148" y="75"/>
                  <a:pt x="142" y="69"/>
                  <a:pt x="142" y="61"/>
                </a:cubicBezTo>
                <a:cubicBezTo>
                  <a:pt x="142" y="61"/>
                  <a:pt x="142" y="61"/>
                  <a:pt x="142" y="61"/>
                </a:cubicBezTo>
                <a:cubicBezTo>
                  <a:pt x="142" y="54"/>
                  <a:pt x="148" y="48"/>
                  <a:pt x="156" y="48"/>
                </a:cubicBezTo>
                <a:close/>
                <a:moveTo>
                  <a:pt x="143" y="105"/>
                </a:moveTo>
                <a:cubicBezTo>
                  <a:pt x="142" y="100"/>
                  <a:pt x="138" y="95"/>
                  <a:pt x="132" y="95"/>
                </a:cubicBezTo>
                <a:cubicBezTo>
                  <a:pt x="85" y="95"/>
                  <a:pt x="85" y="95"/>
                  <a:pt x="85" y="95"/>
                </a:cubicBezTo>
                <a:cubicBezTo>
                  <a:pt x="79" y="95"/>
                  <a:pt x="75" y="100"/>
                  <a:pt x="75" y="105"/>
                </a:cubicBezTo>
                <a:cubicBezTo>
                  <a:pt x="75" y="105"/>
                  <a:pt x="75" y="105"/>
                  <a:pt x="75" y="105"/>
                </a:cubicBezTo>
                <a:cubicBezTo>
                  <a:pt x="75" y="109"/>
                  <a:pt x="75" y="109"/>
                  <a:pt x="75" y="109"/>
                </a:cubicBezTo>
                <a:cubicBezTo>
                  <a:pt x="75" y="116"/>
                  <a:pt x="90" y="122"/>
                  <a:pt x="109" y="122"/>
                </a:cubicBezTo>
                <a:cubicBezTo>
                  <a:pt x="127" y="122"/>
                  <a:pt x="143" y="116"/>
                  <a:pt x="143" y="109"/>
                </a:cubicBezTo>
                <a:cubicBezTo>
                  <a:pt x="143" y="105"/>
                  <a:pt x="143" y="105"/>
                  <a:pt x="143" y="105"/>
                </a:cubicBez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8" name="Freeform 15">
            <a:extLst>
              <a:ext uri="{FF2B5EF4-FFF2-40B4-BE49-F238E27FC236}">
                <a16:creationId xmlns:a16="http://schemas.microsoft.com/office/drawing/2014/main" id="{9568319E-F1A2-4DB9-9064-9F810C368282}"/>
              </a:ext>
            </a:extLst>
          </p:cNvPr>
          <p:cNvSpPr>
            <a:spLocks/>
          </p:cNvSpPr>
          <p:nvPr/>
        </p:nvSpPr>
        <p:spPr bwMode="auto">
          <a:xfrm>
            <a:off x="3143250" y="1620491"/>
            <a:ext cx="44450" cy="403225"/>
          </a:xfrm>
          <a:custGeom>
            <a:avLst/>
            <a:gdLst>
              <a:gd name="T0" fmla="*/ 8 w 19"/>
              <a:gd name="T1" fmla="*/ 175 h 175"/>
              <a:gd name="T2" fmla="*/ 0 w 19"/>
              <a:gd name="T3" fmla="*/ 167 h 175"/>
              <a:gd name="T4" fmla="*/ 0 w 19"/>
              <a:gd name="T5" fmla="*/ 8 h 175"/>
              <a:gd name="T6" fmla="*/ 8 w 19"/>
              <a:gd name="T7" fmla="*/ 0 h 175"/>
              <a:gd name="T8" fmla="*/ 11 w 19"/>
              <a:gd name="T9" fmla="*/ 0 h 175"/>
              <a:gd name="T10" fmla="*/ 19 w 19"/>
              <a:gd name="T11" fmla="*/ 8 h 175"/>
              <a:gd name="T12" fmla="*/ 19 w 19"/>
              <a:gd name="T13" fmla="*/ 167 h 175"/>
              <a:gd name="T14" fmla="*/ 11 w 19"/>
              <a:gd name="T15" fmla="*/ 175 h 175"/>
              <a:gd name="T16" fmla="*/ 8 w 19"/>
              <a:gd name="T17" fmla="*/ 175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" h="175">
                <a:moveTo>
                  <a:pt x="8" y="175"/>
                </a:moveTo>
                <a:cubicBezTo>
                  <a:pt x="4" y="175"/>
                  <a:pt x="0" y="172"/>
                  <a:pt x="0" y="167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4" y="0"/>
                  <a:pt x="8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5" y="0"/>
                  <a:pt x="19" y="4"/>
                  <a:pt x="19" y="8"/>
                </a:cubicBezTo>
                <a:cubicBezTo>
                  <a:pt x="19" y="167"/>
                  <a:pt x="19" y="167"/>
                  <a:pt x="19" y="167"/>
                </a:cubicBezTo>
                <a:cubicBezTo>
                  <a:pt x="19" y="172"/>
                  <a:pt x="15" y="175"/>
                  <a:pt x="11" y="175"/>
                </a:cubicBezTo>
                <a:lnTo>
                  <a:pt x="8" y="1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112A27E1-69D5-4961-9DB9-FB5699889D50}"/>
              </a:ext>
            </a:extLst>
          </p:cNvPr>
          <p:cNvSpPr>
            <a:spLocks noEditPoints="1"/>
          </p:cNvSpPr>
          <p:nvPr/>
        </p:nvSpPr>
        <p:spPr bwMode="auto">
          <a:xfrm>
            <a:off x="3143250" y="1620491"/>
            <a:ext cx="44450" cy="403225"/>
          </a:xfrm>
          <a:custGeom>
            <a:avLst/>
            <a:gdLst>
              <a:gd name="T0" fmla="*/ 11 w 19"/>
              <a:gd name="T1" fmla="*/ 1 h 175"/>
              <a:gd name="T2" fmla="*/ 18 w 19"/>
              <a:gd name="T3" fmla="*/ 8 h 175"/>
              <a:gd name="T4" fmla="*/ 18 w 19"/>
              <a:gd name="T5" fmla="*/ 167 h 175"/>
              <a:gd name="T6" fmla="*/ 11 w 19"/>
              <a:gd name="T7" fmla="*/ 174 h 175"/>
              <a:gd name="T8" fmla="*/ 8 w 19"/>
              <a:gd name="T9" fmla="*/ 174 h 175"/>
              <a:gd name="T10" fmla="*/ 1 w 19"/>
              <a:gd name="T11" fmla="*/ 167 h 175"/>
              <a:gd name="T12" fmla="*/ 1 w 19"/>
              <a:gd name="T13" fmla="*/ 8 h 175"/>
              <a:gd name="T14" fmla="*/ 8 w 19"/>
              <a:gd name="T15" fmla="*/ 1 h 175"/>
              <a:gd name="T16" fmla="*/ 11 w 19"/>
              <a:gd name="T17" fmla="*/ 1 h 175"/>
              <a:gd name="T18" fmla="*/ 11 w 19"/>
              <a:gd name="T19" fmla="*/ 0 h 175"/>
              <a:gd name="T20" fmla="*/ 8 w 19"/>
              <a:gd name="T21" fmla="*/ 0 h 175"/>
              <a:gd name="T22" fmla="*/ 0 w 19"/>
              <a:gd name="T23" fmla="*/ 8 h 175"/>
              <a:gd name="T24" fmla="*/ 0 w 19"/>
              <a:gd name="T25" fmla="*/ 167 h 175"/>
              <a:gd name="T26" fmla="*/ 8 w 19"/>
              <a:gd name="T27" fmla="*/ 175 h 175"/>
              <a:gd name="T28" fmla="*/ 11 w 19"/>
              <a:gd name="T29" fmla="*/ 175 h 175"/>
              <a:gd name="T30" fmla="*/ 19 w 19"/>
              <a:gd name="T31" fmla="*/ 167 h 175"/>
              <a:gd name="T32" fmla="*/ 19 w 19"/>
              <a:gd name="T33" fmla="*/ 8 h 175"/>
              <a:gd name="T34" fmla="*/ 11 w 19"/>
              <a:gd name="T35" fmla="*/ 0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9" h="175">
                <a:moveTo>
                  <a:pt x="11" y="1"/>
                </a:moveTo>
                <a:cubicBezTo>
                  <a:pt x="15" y="1"/>
                  <a:pt x="18" y="4"/>
                  <a:pt x="18" y="8"/>
                </a:cubicBezTo>
                <a:cubicBezTo>
                  <a:pt x="18" y="167"/>
                  <a:pt x="18" y="167"/>
                  <a:pt x="18" y="167"/>
                </a:cubicBezTo>
                <a:cubicBezTo>
                  <a:pt x="18" y="171"/>
                  <a:pt x="15" y="174"/>
                  <a:pt x="11" y="174"/>
                </a:cubicBezTo>
                <a:cubicBezTo>
                  <a:pt x="8" y="174"/>
                  <a:pt x="8" y="174"/>
                  <a:pt x="8" y="174"/>
                </a:cubicBezTo>
                <a:cubicBezTo>
                  <a:pt x="4" y="174"/>
                  <a:pt x="1" y="171"/>
                  <a:pt x="1" y="167"/>
                </a:cubicBezTo>
                <a:cubicBezTo>
                  <a:pt x="1" y="8"/>
                  <a:pt x="1" y="8"/>
                  <a:pt x="1" y="8"/>
                </a:cubicBezTo>
                <a:cubicBezTo>
                  <a:pt x="1" y="4"/>
                  <a:pt x="4" y="1"/>
                  <a:pt x="8" y="1"/>
                </a:cubicBezTo>
                <a:cubicBezTo>
                  <a:pt x="11" y="1"/>
                  <a:pt x="11" y="1"/>
                  <a:pt x="11" y="1"/>
                </a:cubicBezTo>
                <a:moveTo>
                  <a:pt x="11" y="0"/>
                </a:moveTo>
                <a:cubicBezTo>
                  <a:pt x="8" y="0"/>
                  <a:pt x="8" y="0"/>
                  <a:pt x="8" y="0"/>
                </a:cubicBezTo>
                <a:cubicBezTo>
                  <a:pt x="4" y="0"/>
                  <a:pt x="0" y="3"/>
                  <a:pt x="0" y="8"/>
                </a:cubicBezTo>
                <a:cubicBezTo>
                  <a:pt x="0" y="167"/>
                  <a:pt x="0" y="167"/>
                  <a:pt x="0" y="167"/>
                </a:cubicBezTo>
                <a:cubicBezTo>
                  <a:pt x="0" y="172"/>
                  <a:pt x="4" y="175"/>
                  <a:pt x="8" y="175"/>
                </a:cubicBezTo>
                <a:cubicBezTo>
                  <a:pt x="11" y="175"/>
                  <a:pt x="11" y="175"/>
                  <a:pt x="11" y="175"/>
                </a:cubicBezTo>
                <a:cubicBezTo>
                  <a:pt x="15" y="175"/>
                  <a:pt x="19" y="172"/>
                  <a:pt x="19" y="167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3"/>
                  <a:pt x="15" y="0"/>
                  <a:pt x="11" y="0"/>
                </a:cubicBezTo>
                <a:close/>
              </a:path>
            </a:pathLst>
          </a:custGeom>
          <a:solidFill>
            <a:srgbClr val="22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" name="Freeform 17">
            <a:extLst>
              <a:ext uri="{FF2B5EF4-FFF2-40B4-BE49-F238E27FC236}">
                <a16:creationId xmlns:a16="http://schemas.microsoft.com/office/drawing/2014/main" id="{55E08496-B5E5-48F8-9F0E-B190FE0D59C2}"/>
              </a:ext>
            </a:extLst>
          </p:cNvPr>
          <p:cNvSpPr>
            <a:spLocks/>
          </p:cNvSpPr>
          <p:nvPr/>
        </p:nvSpPr>
        <p:spPr bwMode="auto">
          <a:xfrm>
            <a:off x="3121025" y="1626841"/>
            <a:ext cx="44450" cy="406400"/>
          </a:xfrm>
          <a:custGeom>
            <a:avLst/>
            <a:gdLst>
              <a:gd name="T0" fmla="*/ 9 w 19"/>
              <a:gd name="T1" fmla="*/ 176 h 176"/>
              <a:gd name="T2" fmla="*/ 11 w 19"/>
              <a:gd name="T3" fmla="*/ 176 h 176"/>
              <a:gd name="T4" fmla="*/ 19 w 19"/>
              <a:gd name="T5" fmla="*/ 168 h 176"/>
              <a:gd name="T6" fmla="*/ 19 w 19"/>
              <a:gd name="T7" fmla="*/ 8 h 176"/>
              <a:gd name="T8" fmla="*/ 11 w 19"/>
              <a:gd name="T9" fmla="*/ 0 h 176"/>
              <a:gd name="T10" fmla="*/ 9 w 19"/>
              <a:gd name="T11" fmla="*/ 0 h 176"/>
              <a:gd name="T12" fmla="*/ 0 w 19"/>
              <a:gd name="T13" fmla="*/ 8 h 176"/>
              <a:gd name="T14" fmla="*/ 0 w 19"/>
              <a:gd name="T15" fmla="*/ 168 h 176"/>
              <a:gd name="T16" fmla="*/ 9 w 19"/>
              <a:gd name="T17" fmla="*/ 176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" h="176">
                <a:moveTo>
                  <a:pt x="9" y="176"/>
                </a:moveTo>
                <a:cubicBezTo>
                  <a:pt x="11" y="176"/>
                  <a:pt x="11" y="176"/>
                  <a:pt x="11" y="176"/>
                </a:cubicBezTo>
                <a:cubicBezTo>
                  <a:pt x="16" y="176"/>
                  <a:pt x="19" y="172"/>
                  <a:pt x="19" y="168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4"/>
                  <a:pt x="16" y="0"/>
                  <a:pt x="11" y="0"/>
                </a:cubicBez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8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72"/>
                  <a:pt x="4" y="176"/>
                  <a:pt x="9" y="176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1" name="Oval 18">
            <a:extLst>
              <a:ext uri="{FF2B5EF4-FFF2-40B4-BE49-F238E27FC236}">
                <a16:creationId xmlns:a16="http://schemas.microsoft.com/office/drawing/2014/main" id="{D49F9C19-48B8-4E12-BF46-37579A9FF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1763" y="1328391"/>
            <a:ext cx="33338" cy="714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2" name="Freeform 19">
            <a:extLst>
              <a:ext uri="{FF2B5EF4-FFF2-40B4-BE49-F238E27FC236}">
                <a16:creationId xmlns:a16="http://schemas.microsoft.com/office/drawing/2014/main" id="{60C5AECD-EE5E-4BC6-A3BB-315623A9794A}"/>
              </a:ext>
            </a:extLst>
          </p:cNvPr>
          <p:cNvSpPr>
            <a:spLocks/>
          </p:cNvSpPr>
          <p:nvPr/>
        </p:nvSpPr>
        <p:spPr bwMode="auto">
          <a:xfrm>
            <a:off x="3449638" y="1676053"/>
            <a:ext cx="904875" cy="1370013"/>
          </a:xfrm>
          <a:custGeom>
            <a:avLst/>
            <a:gdLst>
              <a:gd name="T0" fmla="*/ 570 w 570"/>
              <a:gd name="T1" fmla="*/ 764 h 863"/>
              <a:gd name="T2" fmla="*/ 570 w 570"/>
              <a:gd name="T3" fmla="*/ 863 h 863"/>
              <a:gd name="T4" fmla="*/ 0 w 570"/>
              <a:gd name="T5" fmla="*/ 863 h 863"/>
              <a:gd name="T6" fmla="*/ 0 w 570"/>
              <a:gd name="T7" fmla="*/ 0 h 863"/>
              <a:gd name="T8" fmla="*/ 541 w 570"/>
              <a:gd name="T9" fmla="*/ 56 h 863"/>
              <a:gd name="T10" fmla="*/ 570 w 570"/>
              <a:gd name="T11" fmla="*/ 764 h 8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0" h="863">
                <a:moveTo>
                  <a:pt x="570" y="764"/>
                </a:moveTo>
                <a:lnTo>
                  <a:pt x="570" y="863"/>
                </a:lnTo>
                <a:lnTo>
                  <a:pt x="0" y="863"/>
                </a:lnTo>
                <a:lnTo>
                  <a:pt x="0" y="0"/>
                </a:lnTo>
                <a:lnTo>
                  <a:pt x="541" y="56"/>
                </a:lnTo>
                <a:lnTo>
                  <a:pt x="570" y="764"/>
                </a:ln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3" name="Freeform 20">
            <a:extLst>
              <a:ext uri="{FF2B5EF4-FFF2-40B4-BE49-F238E27FC236}">
                <a16:creationId xmlns:a16="http://schemas.microsoft.com/office/drawing/2014/main" id="{DAAC9957-AE8C-4808-A1B9-93E7E02858A5}"/>
              </a:ext>
            </a:extLst>
          </p:cNvPr>
          <p:cNvSpPr>
            <a:spLocks/>
          </p:cNvSpPr>
          <p:nvPr/>
        </p:nvSpPr>
        <p:spPr bwMode="auto">
          <a:xfrm>
            <a:off x="3449638" y="1676053"/>
            <a:ext cx="904875" cy="1370013"/>
          </a:xfrm>
          <a:custGeom>
            <a:avLst/>
            <a:gdLst>
              <a:gd name="T0" fmla="*/ 570 w 570"/>
              <a:gd name="T1" fmla="*/ 764 h 863"/>
              <a:gd name="T2" fmla="*/ 570 w 570"/>
              <a:gd name="T3" fmla="*/ 863 h 863"/>
              <a:gd name="T4" fmla="*/ 0 w 570"/>
              <a:gd name="T5" fmla="*/ 863 h 863"/>
              <a:gd name="T6" fmla="*/ 0 w 570"/>
              <a:gd name="T7" fmla="*/ 0 h 863"/>
              <a:gd name="T8" fmla="*/ 541 w 570"/>
              <a:gd name="T9" fmla="*/ 56 h 8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0" h="863">
                <a:moveTo>
                  <a:pt x="570" y="764"/>
                </a:moveTo>
                <a:lnTo>
                  <a:pt x="570" y="863"/>
                </a:lnTo>
                <a:lnTo>
                  <a:pt x="0" y="863"/>
                </a:lnTo>
                <a:lnTo>
                  <a:pt x="0" y="0"/>
                </a:lnTo>
                <a:lnTo>
                  <a:pt x="541" y="56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4" name="Freeform 21">
            <a:extLst>
              <a:ext uri="{FF2B5EF4-FFF2-40B4-BE49-F238E27FC236}">
                <a16:creationId xmlns:a16="http://schemas.microsoft.com/office/drawing/2014/main" id="{ABB0419C-83B7-42CF-945B-B75FB7F6849C}"/>
              </a:ext>
            </a:extLst>
          </p:cNvPr>
          <p:cNvSpPr>
            <a:spLocks/>
          </p:cNvSpPr>
          <p:nvPr/>
        </p:nvSpPr>
        <p:spPr bwMode="auto">
          <a:xfrm>
            <a:off x="3449638" y="1676053"/>
            <a:ext cx="904875" cy="1370013"/>
          </a:xfrm>
          <a:custGeom>
            <a:avLst/>
            <a:gdLst>
              <a:gd name="T0" fmla="*/ 0 w 570"/>
              <a:gd name="T1" fmla="*/ 0 h 863"/>
              <a:gd name="T2" fmla="*/ 570 w 570"/>
              <a:gd name="T3" fmla="*/ 58 h 863"/>
              <a:gd name="T4" fmla="*/ 570 w 570"/>
              <a:gd name="T5" fmla="*/ 863 h 863"/>
              <a:gd name="T6" fmla="*/ 470 w 570"/>
              <a:gd name="T7" fmla="*/ 863 h 863"/>
              <a:gd name="T8" fmla="*/ 470 w 570"/>
              <a:gd name="T9" fmla="*/ 86 h 863"/>
              <a:gd name="T10" fmla="*/ 0 w 570"/>
              <a:gd name="T11" fmla="*/ 42 h 863"/>
              <a:gd name="T12" fmla="*/ 0 w 570"/>
              <a:gd name="T13" fmla="*/ 0 h 8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70" h="863">
                <a:moveTo>
                  <a:pt x="0" y="0"/>
                </a:moveTo>
                <a:lnTo>
                  <a:pt x="570" y="58"/>
                </a:lnTo>
                <a:lnTo>
                  <a:pt x="570" y="863"/>
                </a:lnTo>
                <a:lnTo>
                  <a:pt x="470" y="863"/>
                </a:lnTo>
                <a:lnTo>
                  <a:pt x="470" y="86"/>
                </a:lnTo>
                <a:lnTo>
                  <a:pt x="0" y="4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5" name="Freeform 22">
            <a:extLst>
              <a:ext uri="{FF2B5EF4-FFF2-40B4-BE49-F238E27FC236}">
                <a16:creationId xmlns:a16="http://schemas.microsoft.com/office/drawing/2014/main" id="{C128C55C-EFDE-450F-B225-982BF37691BF}"/>
              </a:ext>
            </a:extLst>
          </p:cNvPr>
          <p:cNvSpPr>
            <a:spLocks/>
          </p:cNvSpPr>
          <p:nvPr/>
        </p:nvSpPr>
        <p:spPr bwMode="auto">
          <a:xfrm>
            <a:off x="3751263" y="1869728"/>
            <a:ext cx="1017588" cy="1289050"/>
          </a:xfrm>
          <a:custGeom>
            <a:avLst/>
            <a:gdLst>
              <a:gd name="T0" fmla="*/ 79 w 440"/>
              <a:gd name="T1" fmla="*/ 117 h 558"/>
              <a:gd name="T2" fmla="*/ 87 w 440"/>
              <a:gd name="T3" fmla="*/ 544 h 558"/>
              <a:gd name="T4" fmla="*/ 366 w 440"/>
              <a:gd name="T5" fmla="*/ 237 h 558"/>
              <a:gd name="T6" fmla="*/ 79 w 440"/>
              <a:gd name="T7" fmla="*/ 117 h 5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40" h="558">
                <a:moveTo>
                  <a:pt x="79" y="117"/>
                </a:moveTo>
                <a:cubicBezTo>
                  <a:pt x="43" y="199"/>
                  <a:pt x="0" y="519"/>
                  <a:pt x="87" y="544"/>
                </a:cubicBezTo>
                <a:cubicBezTo>
                  <a:pt x="149" y="558"/>
                  <a:pt x="293" y="475"/>
                  <a:pt x="366" y="237"/>
                </a:cubicBezTo>
                <a:cubicBezTo>
                  <a:pt x="440" y="0"/>
                  <a:pt x="79" y="117"/>
                  <a:pt x="79" y="117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6" name="Freeform 23">
            <a:extLst>
              <a:ext uri="{FF2B5EF4-FFF2-40B4-BE49-F238E27FC236}">
                <a16:creationId xmlns:a16="http://schemas.microsoft.com/office/drawing/2014/main" id="{D09E4F00-CEFF-47A8-8383-B66C0BE25B0F}"/>
              </a:ext>
            </a:extLst>
          </p:cNvPr>
          <p:cNvSpPr>
            <a:spLocks/>
          </p:cNvSpPr>
          <p:nvPr/>
        </p:nvSpPr>
        <p:spPr bwMode="auto">
          <a:xfrm>
            <a:off x="3790950" y="2261841"/>
            <a:ext cx="365125" cy="911225"/>
          </a:xfrm>
          <a:custGeom>
            <a:avLst/>
            <a:gdLst>
              <a:gd name="T0" fmla="*/ 74 w 158"/>
              <a:gd name="T1" fmla="*/ 375 h 394"/>
              <a:gd name="T2" fmla="*/ 158 w 158"/>
              <a:gd name="T3" fmla="*/ 354 h 394"/>
              <a:gd name="T4" fmla="*/ 134 w 158"/>
              <a:gd name="T5" fmla="*/ 118 h 394"/>
              <a:gd name="T6" fmla="*/ 108 w 158"/>
              <a:gd name="T7" fmla="*/ 17 h 394"/>
              <a:gd name="T8" fmla="*/ 65 w 158"/>
              <a:gd name="T9" fmla="*/ 2 h 394"/>
              <a:gd name="T10" fmla="*/ 49 w 158"/>
              <a:gd name="T11" fmla="*/ 0 h 394"/>
              <a:gd name="T12" fmla="*/ 74 w 158"/>
              <a:gd name="T13" fmla="*/ 375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8" h="394">
                <a:moveTo>
                  <a:pt x="74" y="375"/>
                </a:moveTo>
                <a:cubicBezTo>
                  <a:pt x="95" y="380"/>
                  <a:pt x="125" y="374"/>
                  <a:pt x="158" y="354"/>
                </a:cubicBezTo>
                <a:cubicBezTo>
                  <a:pt x="73" y="394"/>
                  <a:pt x="14" y="68"/>
                  <a:pt x="134" y="118"/>
                </a:cubicBezTo>
                <a:cubicBezTo>
                  <a:pt x="108" y="17"/>
                  <a:pt x="108" y="17"/>
                  <a:pt x="108" y="17"/>
                </a:cubicBezTo>
                <a:cubicBezTo>
                  <a:pt x="65" y="2"/>
                  <a:pt x="65" y="2"/>
                  <a:pt x="65" y="2"/>
                </a:cubicBezTo>
                <a:cubicBezTo>
                  <a:pt x="49" y="0"/>
                  <a:pt x="49" y="0"/>
                  <a:pt x="49" y="0"/>
                </a:cubicBezTo>
                <a:cubicBezTo>
                  <a:pt x="20" y="121"/>
                  <a:pt x="0" y="354"/>
                  <a:pt x="74" y="375"/>
                </a:cubicBezTo>
                <a:close/>
              </a:path>
            </a:pathLst>
          </a:custGeom>
          <a:solidFill>
            <a:srgbClr val="4BB4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7" name="Freeform 24">
            <a:extLst>
              <a:ext uri="{FF2B5EF4-FFF2-40B4-BE49-F238E27FC236}">
                <a16:creationId xmlns:a16="http://schemas.microsoft.com/office/drawing/2014/main" id="{9AAFEC80-8CC9-45BF-9E70-81219245FCB0}"/>
              </a:ext>
            </a:extLst>
          </p:cNvPr>
          <p:cNvSpPr>
            <a:spLocks/>
          </p:cNvSpPr>
          <p:nvPr/>
        </p:nvSpPr>
        <p:spPr bwMode="auto">
          <a:xfrm>
            <a:off x="3860800" y="2122141"/>
            <a:ext cx="701675" cy="498475"/>
          </a:xfrm>
          <a:custGeom>
            <a:avLst/>
            <a:gdLst>
              <a:gd name="T0" fmla="*/ 304 w 304"/>
              <a:gd name="T1" fmla="*/ 172 h 216"/>
              <a:gd name="T2" fmla="*/ 133 w 304"/>
              <a:gd name="T3" fmla="*/ 193 h 216"/>
              <a:gd name="T4" fmla="*/ 13 w 304"/>
              <a:gd name="T5" fmla="*/ 68 h 216"/>
              <a:gd name="T6" fmla="*/ 31 w 304"/>
              <a:gd name="T7" fmla="*/ 9 h 216"/>
              <a:gd name="T8" fmla="*/ 48 w 304"/>
              <a:gd name="T9" fmla="*/ 0 h 216"/>
              <a:gd name="T10" fmla="*/ 107 w 304"/>
              <a:gd name="T11" fmla="*/ 22 h 216"/>
              <a:gd name="T12" fmla="*/ 192 w 304"/>
              <a:gd name="T13" fmla="*/ 92 h 216"/>
              <a:gd name="T14" fmla="*/ 268 w 304"/>
              <a:gd name="T15" fmla="*/ 87 h 216"/>
              <a:gd name="T16" fmla="*/ 287 w 304"/>
              <a:gd name="T17" fmla="*/ 142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04" h="216">
                <a:moveTo>
                  <a:pt x="304" y="172"/>
                </a:moveTo>
                <a:cubicBezTo>
                  <a:pt x="289" y="205"/>
                  <a:pt x="190" y="216"/>
                  <a:pt x="133" y="193"/>
                </a:cubicBezTo>
                <a:cubicBezTo>
                  <a:pt x="77" y="170"/>
                  <a:pt x="0" y="114"/>
                  <a:pt x="13" y="68"/>
                </a:cubicBezTo>
                <a:cubicBezTo>
                  <a:pt x="31" y="9"/>
                  <a:pt x="31" y="9"/>
                  <a:pt x="31" y="9"/>
                </a:cubicBezTo>
                <a:cubicBezTo>
                  <a:pt x="48" y="0"/>
                  <a:pt x="48" y="0"/>
                  <a:pt x="48" y="0"/>
                </a:cubicBezTo>
                <a:cubicBezTo>
                  <a:pt x="107" y="22"/>
                  <a:pt x="107" y="22"/>
                  <a:pt x="107" y="22"/>
                </a:cubicBezTo>
                <a:cubicBezTo>
                  <a:pt x="192" y="92"/>
                  <a:pt x="192" y="92"/>
                  <a:pt x="192" y="92"/>
                </a:cubicBezTo>
                <a:cubicBezTo>
                  <a:pt x="268" y="87"/>
                  <a:pt x="268" y="87"/>
                  <a:pt x="268" y="87"/>
                </a:cubicBezTo>
                <a:cubicBezTo>
                  <a:pt x="287" y="142"/>
                  <a:pt x="287" y="142"/>
                  <a:pt x="287" y="142"/>
                </a:cubicBezTo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8" name="Freeform 25">
            <a:extLst>
              <a:ext uri="{FF2B5EF4-FFF2-40B4-BE49-F238E27FC236}">
                <a16:creationId xmlns:a16="http://schemas.microsoft.com/office/drawing/2014/main" id="{C20D4EEB-62C9-4D77-9E16-7BE9327F959F}"/>
              </a:ext>
            </a:extLst>
          </p:cNvPr>
          <p:cNvSpPr>
            <a:spLocks/>
          </p:cNvSpPr>
          <p:nvPr/>
        </p:nvSpPr>
        <p:spPr bwMode="auto">
          <a:xfrm>
            <a:off x="3860800" y="2122141"/>
            <a:ext cx="701675" cy="498475"/>
          </a:xfrm>
          <a:custGeom>
            <a:avLst/>
            <a:gdLst>
              <a:gd name="T0" fmla="*/ 304 w 304"/>
              <a:gd name="T1" fmla="*/ 172 h 216"/>
              <a:gd name="T2" fmla="*/ 133 w 304"/>
              <a:gd name="T3" fmla="*/ 193 h 216"/>
              <a:gd name="T4" fmla="*/ 13 w 304"/>
              <a:gd name="T5" fmla="*/ 68 h 216"/>
              <a:gd name="T6" fmla="*/ 31 w 304"/>
              <a:gd name="T7" fmla="*/ 9 h 216"/>
              <a:gd name="T8" fmla="*/ 48 w 304"/>
              <a:gd name="T9" fmla="*/ 0 h 216"/>
              <a:gd name="T10" fmla="*/ 107 w 304"/>
              <a:gd name="T11" fmla="*/ 22 h 216"/>
              <a:gd name="T12" fmla="*/ 192 w 304"/>
              <a:gd name="T13" fmla="*/ 92 h 216"/>
              <a:gd name="T14" fmla="*/ 268 w 304"/>
              <a:gd name="T15" fmla="*/ 87 h 216"/>
              <a:gd name="T16" fmla="*/ 287 w 304"/>
              <a:gd name="T17" fmla="*/ 142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04" h="216">
                <a:moveTo>
                  <a:pt x="304" y="172"/>
                </a:moveTo>
                <a:cubicBezTo>
                  <a:pt x="289" y="205"/>
                  <a:pt x="190" y="216"/>
                  <a:pt x="133" y="193"/>
                </a:cubicBezTo>
                <a:cubicBezTo>
                  <a:pt x="77" y="170"/>
                  <a:pt x="0" y="114"/>
                  <a:pt x="13" y="68"/>
                </a:cubicBezTo>
                <a:cubicBezTo>
                  <a:pt x="31" y="9"/>
                  <a:pt x="31" y="9"/>
                  <a:pt x="31" y="9"/>
                </a:cubicBezTo>
                <a:cubicBezTo>
                  <a:pt x="48" y="0"/>
                  <a:pt x="48" y="0"/>
                  <a:pt x="48" y="0"/>
                </a:cubicBezTo>
                <a:cubicBezTo>
                  <a:pt x="107" y="22"/>
                  <a:pt x="107" y="22"/>
                  <a:pt x="107" y="22"/>
                </a:cubicBezTo>
                <a:cubicBezTo>
                  <a:pt x="192" y="92"/>
                  <a:pt x="192" y="92"/>
                  <a:pt x="192" y="92"/>
                </a:cubicBezTo>
                <a:cubicBezTo>
                  <a:pt x="268" y="87"/>
                  <a:pt x="268" y="87"/>
                  <a:pt x="268" y="87"/>
                </a:cubicBezTo>
                <a:cubicBezTo>
                  <a:pt x="287" y="142"/>
                  <a:pt x="287" y="142"/>
                  <a:pt x="287" y="142"/>
                </a:cubicBez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9" name="Freeform 26">
            <a:extLst>
              <a:ext uri="{FF2B5EF4-FFF2-40B4-BE49-F238E27FC236}">
                <a16:creationId xmlns:a16="http://schemas.microsoft.com/office/drawing/2014/main" id="{BB462398-7C3C-42F4-B9B2-161271A6948F}"/>
              </a:ext>
            </a:extLst>
          </p:cNvPr>
          <p:cNvSpPr>
            <a:spLocks/>
          </p:cNvSpPr>
          <p:nvPr/>
        </p:nvSpPr>
        <p:spPr bwMode="auto">
          <a:xfrm>
            <a:off x="3865563" y="2122141"/>
            <a:ext cx="280988" cy="415925"/>
          </a:xfrm>
          <a:custGeom>
            <a:avLst/>
            <a:gdLst>
              <a:gd name="T0" fmla="*/ 111 w 122"/>
              <a:gd name="T1" fmla="*/ 178 h 180"/>
              <a:gd name="T2" fmla="*/ 103 w 122"/>
              <a:gd name="T3" fmla="*/ 129 h 180"/>
              <a:gd name="T4" fmla="*/ 122 w 122"/>
              <a:gd name="T5" fmla="*/ 35 h 180"/>
              <a:gd name="T6" fmla="*/ 105 w 122"/>
              <a:gd name="T7" fmla="*/ 22 h 180"/>
              <a:gd name="T8" fmla="*/ 46 w 122"/>
              <a:gd name="T9" fmla="*/ 0 h 180"/>
              <a:gd name="T10" fmla="*/ 30 w 122"/>
              <a:gd name="T11" fmla="*/ 9 h 180"/>
              <a:gd name="T12" fmla="*/ 12 w 122"/>
              <a:gd name="T13" fmla="*/ 68 h 180"/>
              <a:gd name="T14" fmla="*/ 113 w 122"/>
              <a:gd name="T15" fmla="*/ 180 h 180"/>
              <a:gd name="T16" fmla="*/ 111 w 122"/>
              <a:gd name="T17" fmla="*/ 178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2" h="180">
                <a:moveTo>
                  <a:pt x="111" y="178"/>
                </a:moveTo>
                <a:cubicBezTo>
                  <a:pt x="87" y="167"/>
                  <a:pt x="87" y="117"/>
                  <a:pt x="103" y="129"/>
                </a:cubicBezTo>
                <a:cubicBezTo>
                  <a:pt x="122" y="35"/>
                  <a:pt x="122" y="35"/>
                  <a:pt x="122" y="35"/>
                </a:cubicBezTo>
                <a:cubicBezTo>
                  <a:pt x="105" y="22"/>
                  <a:pt x="105" y="22"/>
                  <a:pt x="105" y="22"/>
                </a:cubicBezTo>
                <a:cubicBezTo>
                  <a:pt x="46" y="0"/>
                  <a:pt x="46" y="0"/>
                  <a:pt x="46" y="0"/>
                </a:cubicBezTo>
                <a:cubicBezTo>
                  <a:pt x="30" y="9"/>
                  <a:pt x="30" y="9"/>
                  <a:pt x="30" y="9"/>
                </a:cubicBezTo>
                <a:cubicBezTo>
                  <a:pt x="12" y="68"/>
                  <a:pt x="12" y="68"/>
                  <a:pt x="12" y="68"/>
                </a:cubicBezTo>
                <a:cubicBezTo>
                  <a:pt x="0" y="108"/>
                  <a:pt x="60" y="153"/>
                  <a:pt x="113" y="180"/>
                </a:cubicBezTo>
                <a:cubicBezTo>
                  <a:pt x="112" y="179"/>
                  <a:pt x="112" y="179"/>
                  <a:pt x="111" y="178"/>
                </a:cubicBezTo>
                <a:close/>
              </a:path>
            </a:pathLst>
          </a:custGeom>
          <a:solidFill>
            <a:srgbClr val="4BB4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0" name="Oval 27">
            <a:extLst>
              <a:ext uri="{FF2B5EF4-FFF2-40B4-BE49-F238E27FC236}">
                <a16:creationId xmlns:a16="http://schemas.microsoft.com/office/drawing/2014/main" id="{65990612-578C-4EAC-8689-6A17C5F5D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5550" y="2255491"/>
            <a:ext cx="206375" cy="228600"/>
          </a:xfrm>
          <a:prstGeom prst="ellipse">
            <a:avLst/>
          </a:pr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1" name="Freeform 28">
            <a:extLst>
              <a:ext uri="{FF2B5EF4-FFF2-40B4-BE49-F238E27FC236}">
                <a16:creationId xmlns:a16="http://schemas.microsoft.com/office/drawing/2014/main" id="{7FC31B98-884F-49BF-8800-4A19DE10DF02}"/>
              </a:ext>
            </a:extLst>
          </p:cNvPr>
          <p:cNvSpPr>
            <a:spLocks/>
          </p:cNvSpPr>
          <p:nvPr/>
        </p:nvSpPr>
        <p:spPr bwMode="auto">
          <a:xfrm>
            <a:off x="3878263" y="1722091"/>
            <a:ext cx="846138" cy="828675"/>
          </a:xfrm>
          <a:custGeom>
            <a:avLst/>
            <a:gdLst>
              <a:gd name="T0" fmla="*/ 38 w 366"/>
              <a:gd name="T1" fmla="*/ 116 h 359"/>
              <a:gd name="T2" fmla="*/ 276 w 366"/>
              <a:gd name="T3" fmla="*/ 46 h 359"/>
              <a:gd name="T4" fmla="*/ 332 w 366"/>
              <a:gd name="T5" fmla="*/ 258 h 359"/>
              <a:gd name="T6" fmla="*/ 120 w 366"/>
              <a:gd name="T7" fmla="*/ 312 h 359"/>
              <a:gd name="T8" fmla="*/ 38 w 366"/>
              <a:gd name="T9" fmla="*/ 116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6" h="359">
                <a:moveTo>
                  <a:pt x="38" y="116"/>
                </a:moveTo>
                <a:cubicBezTo>
                  <a:pt x="87" y="7"/>
                  <a:pt x="211" y="0"/>
                  <a:pt x="276" y="46"/>
                </a:cubicBezTo>
                <a:cubicBezTo>
                  <a:pt x="340" y="91"/>
                  <a:pt x="366" y="179"/>
                  <a:pt x="332" y="258"/>
                </a:cubicBezTo>
                <a:cubicBezTo>
                  <a:pt x="299" y="336"/>
                  <a:pt x="233" y="359"/>
                  <a:pt x="120" y="312"/>
                </a:cubicBezTo>
                <a:cubicBezTo>
                  <a:pt x="0" y="262"/>
                  <a:pt x="27" y="138"/>
                  <a:pt x="38" y="116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2" name="Freeform 29">
            <a:extLst>
              <a:ext uri="{FF2B5EF4-FFF2-40B4-BE49-F238E27FC236}">
                <a16:creationId xmlns:a16="http://schemas.microsoft.com/office/drawing/2014/main" id="{813D17A0-63E4-4475-AB75-E7E4E82BADE3}"/>
              </a:ext>
            </a:extLst>
          </p:cNvPr>
          <p:cNvSpPr>
            <a:spLocks/>
          </p:cNvSpPr>
          <p:nvPr/>
        </p:nvSpPr>
        <p:spPr bwMode="auto">
          <a:xfrm>
            <a:off x="4124325" y="2096741"/>
            <a:ext cx="555625" cy="336550"/>
          </a:xfrm>
          <a:custGeom>
            <a:avLst/>
            <a:gdLst>
              <a:gd name="T0" fmla="*/ 241 w 241"/>
              <a:gd name="T1" fmla="*/ 25 h 146"/>
              <a:gd name="T2" fmla="*/ 105 w 241"/>
              <a:gd name="T3" fmla="*/ 16 h 146"/>
              <a:gd name="T4" fmla="*/ 20 w 241"/>
              <a:gd name="T5" fmla="*/ 36 h 146"/>
              <a:gd name="T6" fmla="*/ 52 w 241"/>
              <a:gd name="T7" fmla="*/ 119 h 146"/>
              <a:gd name="T8" fmla="*/ 210 w 241"/>
              <a:gd name="T9" fmla="*/ 125 h 146"/>
              <a:gd name="T10" fmla="*/ 227 w 241"/>
              <a:gd name="T11" fmla="*/ 96 h 146"/>
              <a:gd name="T12" fmla="*/ 241 w 241"/>
              <a:gd name="T13" fmla="*/ 25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1" h="146">
                <a:moveTo>
                  <a:pt x="241" y="25"/>
                </a:moveTo>
                <a:cubicBezTo>
                  <a:pt x="238" y="54"/>
                  <a:pt x="143" y="30"/>
                  <a:pt x="105" y="16"/>
                </a:cubicBezTo>
                <a:cubicBezTo>
                  <a:pt x="64" y="0"/>
                  <a:pt x="34" y="6"/>
                  <a:pt x="20" y="36"/>
                </a:cubicBezTo>
                <a:cubicBezTo>
                  <a:pt x="7" y="62"/>
                  <a:pt x="0" y="92"/>
                  <a:pt x="52" y="119"/>
                </a:cubicBezTo>
                <a:cubicBezTo>
                  <a:pt x="104" y="146"/>
                  <a:pt x="191" y="145"/>
                  <a:pt x="210" y="125"/>
                </a:cubicBezTo>
                <a:cubicBezTo>
                  <a:pt x="214" y="118"/>
                  <a:pt x="223" y="104"/>
                  <a:pt x="227" y="96"/>
                </a:cubicBezTo>
                <a:cubicBezTo>
                  <a:pt x="236" y="74"/>
                  <a:pt x="240" y="47"/>
                  <a:pt x="241" y="25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3" name="Freeform 30">
            <a:extLst>
              <a:ext uri="{FF2B5EF4-FFF2-40B4-BE49-F238E27FC236}">
                <a16:creationId xmlns:a16="http://schemas.microsoft.com/office/drawing/2014/main" id="{F75BFA38-8449-4B28-8685-6BA6EBEE7D90}"/>
              </a:ext>
            </a:extLst>
          </p:cNvPr>
          <p:cNvSpPr>
            <a:spLocks/>
          </p:cNvSpPr>
          <p:nvPr/>
        </p:nvSpPr>
        <p:spPr bwMode="auto">
          <a:xfrm>
            <a:off x="4191000" y="2333278"/>
            <a:ext cx="128588" cy="88900"/>
          </a:xfrm>
          <a:custGeom>
            <a:avLst/>
            <a:gdLst>
              <a:gd name="T0" fmla="*/ 16 w 56"/>
              <a:gd name="T1" fmla="*/ 0 h 38"/>
              <a:gd name="T2" fmla="*/ 1 w 56"/>
              <a:gd name="T3" fmla="*/ 32 h 38"/>
              <a:gd name="T4" fmla="*/ 10 w 56"/>
              <a:gd name="T5" fmla="*/ 36 h 38"/>
              <a:gd name="T6" fmla="*/ 56 w 56"/>
              <a:gd name="T7" fmla="*/ 13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6" h="38">
                <a:moveTo>
                  <a:pt x="16" y="0"/>
                </a:moveTo>
                <a:cubicBezTo>
                  <a:pt x="16" y="0"/>
                  <a:pt x="2" y="30"/>
                  <a:pt x="1" y="32"/>
                </a:cubicBezTo>
                <a:cubicBezTo>
                  <a:pt x="0" y="35"/>
                  <a:pt x="5" y="38"/>
                  <a:pt x="10" y="36"/>
                </a:cubicBezTo>
                <a:cubicBezTo>
                  <a:pt x="20" y="31"/>
                  <a:pt x="56" y="13"/>
                  <a:pt x="56" y="13"/>
                </a:cubicBez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4" name="Freeform 31">
            <a:extLst>
              <a:ext uri="{FF2B5EF4-FFF2-40B4-BE49-F238E27FC236}">
                <a16:creationId xmlns:a16="http://schemas.microsoft.com/office/drawing/2014/main" id="{965A067D-BED6-49B3-9BD0-E8259A6FAF92}"/>
              </a:ext>
            </a:extLst>
          </p:cNvPr>
          <p:cNvSpPr>
            <a:spLocks/>
          </p:cNvSpPr>
          <p:nvPr/>
        </p:nvSpPr>
        <p:spPr bwMode="auto">
          <a:xfrm>
            <a:off x="4364038" y="2225328"/>
            <a:ext cx="85725" cy="101600"/>
          </a:xfrm>
          <a:custGeom>
            <a:avLst/>
            <a:gdLst>
              <a:gd name="T0" fmla="*/ 34 w 37"/>
              <a:gd name="T1" fmla="*/ 27 h 44"/>
              <a:gd name="T2" fmla="*/ 13 w 37"/>
              <a:gd name="T3" fmla="*/ 42 h 44"/>
              <a:gd name="T4" fmla="*/ 3 w 37"/>
              <a:gd name="T5" fmla="*/ 17 h 44"/>
              <a:gd name="T6" fmla="*/ 25 w 37"/>
              <a:gd name="T7" fmla="*/ 3 h 44"/>
              <a:gd name="T8" fmla="*/ 34 w 37"/>
              <a:gd name="T9" fmla="*/ 27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" h="44">
                <a:moveTo>
                  <a:pt x="34" y="27"/>
                </a:moveTo>
                <a:cubicBezTo>
                  <a:pt x="31" y="38"/>
                  <a:pt x="21" y="44"/>
                  <a:pt x="13" y="42"/>
                </a:cubicBezTo>
                <a:cubicBezTo>
                  <a:pt x="4" y="39"/>
                  <a:pt x="0" y="28"/>
                  <a:pt x="3" y="17"/>
                </a:cubicBezTo>
                <a:cubicBezTo>
                  <a:pt x="6" y="7"/>
                  <a:pt x="16" y="0"/>
                  <a:pt x="25" y="3"/>
                </a:cubicBezTo>
                <a:cubicBezTo>
                  <a:pt x="33" y="5"/>
                  <a:pt x="37" y="16"/>
                  <a:pt x="34" y="2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5" name="Freeform 32">
            <a:extLst>
              <a:ext uri="{FF2B5EF4-FFF2-40B4-BE49-F238E27FC236}">
                <a16:creationId xmlns:a16="http://schemas.microsoft.com/office/drawing/2014/main" id="{33EB522B-5AA2-432D-B762-9282E11FCC69}"/>
              </a:ext>
            </a:extLst>
          </p:cNvPr>
          <p:cNvSpPr>
            <a:spLocks/>
          </p:cNvSpPr>
          <p:nvPr/>
        </p:nvSpPr>
        <p:spPr bwMode="auto">
          <a:xfrm>
            <a:off x="4521200" y="2250728"/>
            <a:ext cx="82550" cy="96838"/>
          </a:xfrm>
          <a:custGeom>
            <a:avLst/>
            <a:gdLst>
              <a:gd name="T0" fmla="*/ 33 w 36"/>
              <a:gd name="T1" fmla="*/ 25 h 42"/>
              <a:gd name="T2" fmla="*/ 12 w 36"/>
              <a:gd name="T3" fmla="*/ 39 h 42"/>
              <a:gd name="T4" fmla="*/ 3 w 36"/>
              <a:gd name="T5" fmla="*/ 16 h 42"/>
              <a:gd name="T6" fmla="*/ 24 w 36"/>
              <a:gd name="T7" fmla="*/ 2 h 42"/>
              <a:gd name="T8" fmla="*/ 33 w 36"/>
              <a:gd name="T9" fmla="*/ 25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" h="42">
                <a:moveTo>
                  <a:pt x="33" y="25"/>
                </a:moveTo>
                <a:cubicBezTo>
                  <a:pt x="30" y="36"/>
                  <a:pt x="20" y="42"/>
                  <a:pt x="12" y="39"/>
                </a:cubicBezTo>
                <a:cubicBezTo>
                  <a:pt x="4" y="37"/>
                  <a:pt x="0" y="27"/>
                  <a:pt x="3" y="16"/>
                </a:cubicBezTo>
                <a:cubicBezTo>
                  <a:pt x="6" y="6"/>
                  <a:pt x="15" y="0"/>
                  <a:pt x="24" y="2"/>
                </a:cubicBezTo>
                <a:cubicBezTo>
                  <a:pt x="32" y="5"/>
                  <a:pt x="36" y="15"/>
                  <a:pt x="33" y="2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6" name="Freeform 33">
            <a:extLst>
              <a:ext uri="{FF2B5EF4-FFF2-40B4-BE49-F238E27FC236}">
                <a16:creationId xmlns:a16="http://schemas.microsoft.com/office/drawing/2014/main" id="{E4D80006-501A-45F9-A63A-8019CD6A2EF9}"/>
              </a:ext>
            </a:extLst>
          </p:cNvPr>
          <p:cNvSpPr>
            <a:spLocks/>
          </p:cNvSpPr>
          <p:nvPr/>
        </p:nvSpPr>
        <p:spPr bwMode="auto">
          <a:xfrm>
            <a:off x="3730625" y="2463453"/>
            <a:ext cx="369888" cy="238125"/>
          </a:xfrm>
          <a:custGeom>
            <a:avLst/>
            <a:gdLst>
              <a:gd name="T0" fmla="*/ 51 w 233"/>
              <a:gd name="T1" fmla="*/ 0 h 150"/>
              <a:gd name="T2" fmla="*/ 0 w 233"/>
              <a:gd name="T3" fmla="*/ 150 h 150"/>
              <a:gd name="T4" fmla="*/ 233 w 233"/>
              <a:gd name="T5" fmla="*/ 150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3" h="150">
                <a:moveTo>
                  <a:pt x="51" y="0"/>
                </a:moveTo>
                <a:lnTo>
                  <a:pt x="0" y="150"/>
                </a:lnTo>
                <a:lnTo>
                  <a:pt x="233" y="150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7" name="Oval 34">
            <a:extLst>
              <a:ext uri="{FF2B5EF4-FFF2-40B4-BE49-F238E27FC236}">
                <a16:creationId xmlns:a16="http://schemas.microsoft.com/office/drawing/2014/main" id="{56D31F4D-0672-401C-8520-A4373BC75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9350" y="2650778"/>
            <a:ext cx="82550" cy="92075"/>
          </a:xfrm>
          <a:prstGeom prst="ellipse">
            <a:avLst/>
          </a:prstGeom>
          <a:solidFill>
            <a:srgbClr val="FFFFFF"/>
          </a:solidFill>
          <a:ln w="14288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8" name="Freeform 35">
            <a:extLst>
              <a:ext uri="{FF2B5EF4-FFF2-40B4-BE49-F238E27FC236}">
                <a16:creationId xmlns:a16="http://schemas.microsoft.com/office/drawing/2014/main" id="{24CEFF11-21DE-4817-8735-92BD2A381CCA}"/>
              </a:ext>
            </a:extLst>
          </p:cNvPr>
          <p:cNvSpPr>
            <a:spLocks/>
          </p:cNvSpPr>
          <p:nvPr/>
        </p:nvSpPr>
        <p:spPr bwMode="auto">
          <a:xfrm>
            <a:off x="4094163" y="2639666"/>
            <a:ext cx="187325" cy="128588"/>
          </a:xfrm>
          <a:custGeom>
            <a:avLst/>
            <a:gdLst>
              <a:gd name="T0" fmla="*/ 3 w 81"/>
              <a:gd name="T1" fmla="*/ 27 h 56"/>
              <a:gd name="T2" fmla="*/ 32 w 81"/>
              <a:gd name="T3" fmla="*/ 56 h 56"/>
              <a:gd name="T4" fmla="*/ 35 w 81"/>
              <a:gd name="T5" fmla="*/ 25 h 56"/>
              <a:gd name="T6" fmla="*/ 80 w 81"/>
              <a:gd name="T7" fmla="*/ 22 h 56"/>
              <a:gd name="T8" fmla="*/ 81 w 81"/>
              <a:gd name="T9" fmla="*/ 11 h 56"/>
              <a:gd name="T10" fmla="*/ 21 w 81"/>
              <a:gd name="T11" fmla="*/ 0 h 56"/>
              <a:gd name="T12" fmla="*/ 3 w 81"/>
              <a:gd name="T13" fmla="*/ 27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1" h="56">
                <a:moveTo>
                  <a:pt x="3" y="27"/>
                </a:moveTo>
                <a:cubicBezTo>
                  <a:pt x="3" y="27"/>
                  <a:pt x="0" y="56"/>
                  <a:pt x="32" y="56"/>
                </a:cubicBezTo>
                <a:cubicBezTo>
                  <a:pt x="35" y="25"/>
                  <a:pt x="35" y="25"/>
                  <a:pt x="35" y="25"/>
                </a:cubicBezTo>
                <a:cubicBezTo>
                  <a:pt x="80" y="22"/>
                  <a:pt x="80" y="22"/>
                  <a:pt x="80" y="22"/>
                </a:cubicBezTo>
                <a:cubicBezTo>
                  <a:pt x="81" y="11"/>
                  <a:pt x="81" y="11"/>
                  <a:pt x="81" y="11"/>
                </a:cubicBez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" y="7"/>
                  <a:pt x="3" y="27"/>
                </a:cubicBezTo>
                <a:close/>
              </a:path>
            </a:pathLst>
          </a:custGeom>
          <a:solidFill>
            <a:srgbClr val="FFFFFF"/>
          </a:solidFill>
          <a:ln w="14288" cap="flat">
            <a:solidFill>
              <a:srgbClr val="221F2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9" name="Freeform 36">
            <a:extLst>
              <a:ext uri="{FF2B5EF4-FFF2-40B4-BE49-F238E27FC236}">
                <a16:creationId xmlns:a16="http://schemas.microsoft.com/office/drawing/2014/main" id="{AB233B2F-4CB7-4211-9DC4-5BFB98427328}"/>
              </a:ext>
            </a:extLst>
          </p:cNvPr>
          <p:cNvSpPr>
            <a:spLocks/>
          </p:cNvSpPr>
          <p:nvPr/>
        </p:nvSpPr>
        <p:spPr bwMode="auto">
          <a:xfrm>
            <a:off x="3405188" y="3046066"/>
            <a:ext cx="1044575" cy="488950"/>
          </a:xfrm>
          <a:custGeom>
            <a:avLst/>
            <a:gdLst>
              <a:gd name="T0" fmla="*/ 658 w 658"/>
              <a:gd name="T1" fmla="*/ 0 h 308"/>
              <a:gd name="T2" fmla="*/ 0 w 658"/>
              <a:gd name="T3" fmla="*/ 0 h 308"/>
              <a:gd name="T4" fmla="*/ 0 w 658"/>
              <a:gd name="T5" fmla="*/ 308 h 308"/>
              <a:gd name="T6" fmla="*/ 653 w 658"/>
              <a:gd name="T7" fmla="*/ 308 h 308"/>
              <a:gd name="T8" fmla="*/ 658 w 658"/>
              <a:gd name="T9" fmla="*/ 0 h 3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8" h="308">
                <a:moveTo>
                  <a:pt x="658" y="0"/>
                </a:moveTo>
                <a:lnTo>
                  <a:pt x="0" y="0"/>
                </a:lnTo>
                <a:lnTo>
                  <a:pt x="0" y="308"/>
                </a:lnTo>
                <a:lnTo>
                  <a:pt x="653" y="308"/>
                </a:lnTo>
                <a:lnTo>
                  <a:pt x="65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0" name="Freeform 37">
            <a:extLst>
              <a:ext uri="{FF2B5EF4-FFF2-40B4-BE49-F238E27FC236}">
                <a16:creationId xmlns:a16="http://schemas.microsoft.com/office/drawing/2014/main" id="{845F4B93-F05F-4E19-8A89-8950814871BC}"/>
              </a:ext>
            </a:extLst>
          </p:cNvPr>
          <p:cNvSpPr>
            <a:spLocks/>
          </p:cNvSpPr>
          <p:nvPr/>
        </p:nvSpPr>
        <p:spPr bwMode="auto">
          <a:xfrm>
            <a:off x="3865563" y="1677641"/>
            <a:ext cx="611188" cy="776288"/>
          </a:xfrm>
          <a:custGeom>
            <a:avLst/>
            <a:gdLst>
              <a:gd name="T0" fmla="*/ 265 w 265"/>
              <a:gd name="T1" fmla="*/ 55 h 336"/>
              <a:gd name="T2" fmla="*/ 47 w 265"/>
              <a:gd name="T3" fmla="*/ 136 h 336"/>
              <a:gd name="T4" fmla="*/ 128 w 265"/>
              <a:gd name="T5" fmla="*/ 327 h 336"/>
              <a:gd name="T6" fmla="*/ 151 w 265"/>
              <a:gd name="T7" fmla="*/ 336 h 336"/>
              <a:gd name="T8" fmla="*/ 144 w 265"/>
              <a:gd name="T9" fmla="*/ 333 h 336"/>
              <a:gd name="T10" fmla="*/ 265 w 265"/>
              <a:gd name="T11" fmla="*/ 55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65" h="336">
                <a:moveTo>
                  <a:pt x="265" y="55"/>
                </a:moveTo>
                <a:cubicBezTo>
                  <a:pt x="198" y="21"/>
                  <a:pt x="92" y="35"/>
                  <a:pt x="47" y="136"/>
                </a:cubicBezTo>
                <a:cubicBezTo>
                  <a:pt x="36" y="157"/>
                  <a:pt x="8" y="277"/>
                  <a:pt x="128" y="327"/>
                </a:cubicBezTo>
                <a:cubicBezTo>
                  <a:pt x="136" y="331"/>
                  <a:pt x="144" y="334"/>
                  <a:pt x="151" y="336"/>
                </a:cubicBezTo>
                <a:cubicBezTo>
                  <a:pt x="149" y="335"/>
                  <a:pt x="146" y="334"/>
                  <a:pt x="144" y="333"/>
                </a:cubicBezTo>
                <a:cubicBezTo>
                  <a:pt x="0" y="265"/>
                  <a:pt x="104" y="0"/>
                  <a:pt x="265" y="55"/>
                </a:cubicBezTo>
                <a:close/>
              </a:path>
            </a:pathLst>
          </a:custGeom>
          <a:solidFill>
            <a:srgbClr val="4BB4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1" name="Freeform 38">
            <a:extLst>
              <a:ext uri="{FF2B5EF4-FFF2-40B4-BE49-F238E27FC236}">
                <a16:creationId xmlns:a16="http://schemas.microsoft.com/office/drawing/2014/main" id="{1E4D4203-7C6E-4883-8973-16B984B470B4}"/>
              </a:ext>
            </a:extLst>
          </p:cNvPr>
          <p:cNvSpPr>
            <a:spLocks/>
          </p:cNvSpPr>
          <p:nvPr/>
        </p:nvSpPr>
        <p:spPr bwMode="auto">
          <a:xfrm>
            <a:off x="3729038" y="2199928"/>
            <a:ext cx="217488" cy="274638"/>
          </a:xfrm>
          <a:custGeom>
            <a:avLst/>
            <a:gdLst>
              <a:gd name="T0" fmla="*/ 94 w 94"/>
              <a:gd name="T1" fmla="*/ 52 h 119"/>
              <a:gd name="T2" fmla="*/ 94 w 94"/>
              <a:gd name="T3" fmla="*/ 49 h 119"/>
              <a:gd name="T4" fmla="*/ 60 w 94"/>
              <a:gd name="T5" fmla="*/ 29 h 119"/>
              <a:gd name="T6" fmla="*/ 19 w 94"/>
              <a:gd name="T7" fmla="*/ 74 h 119"/>
              <a:gd name="T8" fmla="*/ 60 w 94"/>
              <a:gd name="T9" fmla="*/ 119 h 119"/>
              <a:gd name="T10" fmla="*/ 68 w 94"/>
              <a:gd name="T11" fmla="*/ 118 h 119"/>
              <a:gd name="T12" fmla="*/ 62 w 94"/>
              <a:gd name="T13" fmla="*/ 117 h 119"/>
              <a:gd name="T14" fmla="*/ 94 w 94"/>
              <a:gd name="T15" fmla="*/ 52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4" h="119">
                <a:moveTo>
                  <a:pt x="94" y="52"/>
                </a:moveTo>
                <a:cubicBezTo>
                  <a:pt x="94" y="49"/>
                  <a:pt x="94" y="49"/>
                  <a:pt x="94" y="49"/>
                </a:cubicBezTo>
                <a:cubicBezTo>
                  <a:pt x="87" y="37"/>
                  <a:pt x="74" y="29"/>
                  <a:pt x="60" y="29"/>
                </a:cubicBezTo>
                <a:cubicBezTo>
                  <a:pt x="38" y="29"/>
                  <a:pt x="19" y="49"/>
                  <a:pt x="19" y="74"/>
                </a:cubicBezTo>
                <a:cubicBezTo>
                  <a:pt x="19" y="99"/>
                  <a:pt x="38" y="119"/>
                  <a:pt x="60" y="119"/>
                </a:cubicBezTo>
                <a:cubicBezTo>
                  <a:pt x="63" y="119"/>
                  <a:pt x="66" y="118"/>
                  <a:pt x="68" y="118"/>
                </a:cubicBezTo>
                <a:cubicBezTo>
                  <a:pt x="66" y="118"/>
                  <a:pt x="64" y="117"/>
                  <a:pt x="62" y="117"/>
                </a:cubicBezTo>
                <a:cubicBezTo>
                  <a:pt x="0" y="110"/>
                  <a:pt x="61" y="0"/>
                  <a:pt x="94" y="52"/>
                </a:cubicBezTo>
                <a:close/>
              </a:path>
            </a:pathLst>
          </a:custGeom>
          <a:solidFill>
            <a:srgbClr val="4BB4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2" name="Freeform 39">
            <a:extLst>
              <a:ext uri="{FF2B5EF4-FFF2-40B4-BE49-F238E27FC236}">
                <a16:creationId xmlns:a16="http://schemas.microsoft.com/office/drawing/2014/main" id="{FF2ED8DC-FACE-4D67-B506-21DA55FB969B}"/>
              </a:ext>
            </a:extLst>
          </p:cNvPr>
          <p:cNvSpPr>
            <a:spLocks/>
          </p:cNvSpPr>
          <p:nvPr/>
        </p:nvSpPr>
        <p:spPr bwMode="auto">
          <a:xfrm>
            <a:off x="3683000" y="2657128"/>
            <a:ext cx="80963" cy="85725"/>
          </a:xfrm>
          <a:custGeom>
            <a:avLst/>
            <a:gdLst>
              <a:gd name="T0" fmla="*/ 6 w 35"/>
              <a:gd name="T1" fmla="*/ 17 h 37"/>
              <a:gd name="T2" fmla="*/ 21 w 35"/>
              <a:gd name="T3" fmla="*/ 34 h 37"/>
              <a:gd name="T4" fmla="*/ 35 w 35"/>
              <a:gd name="T5" fmla="*/ 24 h 37"/>
              <a:gd name="T6" fmla="*/ 21 w 35"/>
              <a:gd name="T7" fmla="*/ 0 h 37"/>
              <a:gd name="T8" fmla="*/ 6 w 35"/>
              <a:gd name="T9" fmla="*/ 17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" h="37">
                <a:moveTo>
                  <a:pt x="6" y="17"/>
                </a:moveTo>
                <a:cubicBezTo>
                  <a:pt x="6" y="26"/>
                  <a:pt x="13" y="34"/>
                  <a:pt x="21" y="34"/>
                </a:cubicBezTo>
                <a:cubicBezTo>
                  <a:pt x="28" y="34"/>
                  <a:pt x="33" y="30"/>
                  <a:pt x="35" y="24"/>
                </a:cubicBezTo>
                <a:cubicBezTo>
                  <a:pt x="24" y="37"/>
                  <a:pt x="0" y="10"/>
                  <a:pt x="21" y="0"/>
                </a:cubicBezTo>
                <a:cubicBezTo>
                  <a:pt x="13" y="0"/>
                  <a:pt x="6" y="8"/>
                  <a:pt x="6" y="17"/>
                </a:cubicBezTo>
                <a:close/>
              </a:path>
            </a:pathLst>
          </a:custGeom>
          <a:solidFill>
            <a:srgbClr val="4BB4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3" name="Freeform 40">
            <a:extLst>
              <a:ext uri="{FF2B5EF4-FFF2-40B4-BE49-F238E27FC236}">
                <a16:creationId xmlns:a16="http://schemas.microsoft.com/office/drawing/2014/main" id="{E0523ED4-8F96-473F-AD67-28C67C35156D}"/>
              </a:ext>
            </a:extLst>
          </p:cNvPr>
          <p:cNvSpPr>
            <a:spLocks/>
          </p:cNvSpPr>
          <p:nvPr/>
        </p:nvSpPr>
        <p:spPr bwMode="auto">
          <a:xfrm>
            <a:off x="4100513" y="2644428"/>
            <a:ext cx="173038" cy="122238"/>
          </a:xfrm>
          <a:custGeom>
            <a:avLst/>
            <a:gdLst>
              <a:gd name="T0" fmla="*/ 19 w 75"/>
              <a:gd name="T1" fmla="*/ 0 h 53"/>
              <a:gd name="T2" fmla="*/ 2 w 75"/>
              <a:gd name="T3" fmla="*/ 25 h 53"/>
              <a:gd name="T4" fmla="*/ 27 w 75"/>
              <a:gd name="T5" fmla="*/ 53 h 53"/>
              <a:gd name="T6" fmla="*/ 31 w 75"/>
              <a:gd name="T7" fmla="*/ 21 h 53"/>
              <a:gd name="T8" fmla="*/ 75 w 75"/>
              <a:gd name="T9" fmla="*/ 19 h 53"/>
              <a:gd name="T10" fmla="*/ 28 w 75"/>
              <a:gd name="T11" fmla="*/ 16 h 53"/>
              <a:gd name="T12" fmla="*/ 19 w 75"/>
              <a:gd name="T13" fmla="*/ 0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5" h="53">
                <a:moveTo>
                  <a:pt x="19" y="0"/>
                </a:moveTo>
                <a:cubicBezTo>
                  <a:pt x="19" y="0"/>
                  <a:pt x="1" y="6"/>
                  <a:pt x="2" y="25"/>
                </a:cubicBezTo>
                <a:cubicBezTo>
                  <a:pt x="2" y="25"/>
                  <a:pt x="0" y="52"/>
                  <a:pt x="27" y="53"/>
                </a:cubicBezTo>
                <a:cubicBezTo>
                  <a:pt x="31" y="21"/>
                  <a:pt x="31" y="21"/>
                  <a:pt x="31" y="21"/>
                </a:cubicBezTo>
                <a:cubicBezTo>
                  <a:pt x="75" y="19"/>
                  <a:pt x="75" y="19"/>
                  <a:pt x="75" y="19"/>
                </a:cubicBezTo>
                <a:cubicBezTo>
                  <a:pt x="28" y="16"/>
                  <a:pt x="28" y="16"/>
                  <a:pt x="28" y="16"/>
                </a:cubicBezTo>
                <a:cubicBezTo>
                  <a:pt x="28" y="16"/>
                  <a:pt x="6" y="15"/>
                  <a:pt x="19" y="0"/>
                </a:cubicBezTo>
                <a:close/>
              </a:path>
            </a:pathLst>
          </a:custGeom>
          <a:solidFill>
            <a:srgbClr val="4BB4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4" name="Freeform 41">
            <a:extLst>
              <a:ext uri="{FF2B5EF4-FFF2-40B4-BE49-F238E27FC236}">
                <a16:creationId xmlns:a16="http://schemas.microsoft.com/office/drawing/2014/main" id="{A28685BD-D282-49CB-B724-14EE26507BC0}"/>
              </a:ext>
            </a:extLst>
          </p:cNvPr>
          <p:cNvSpPr>
            <a:spLocks noEditPoints="1"/>
          </p:cNvSpPr>
          <p:nvPr/>
        </p:nvSpPr>
        <p:spPr bwMode="auto">
          <a:xfrm>
            <a:off x="3835400" y="3284191"/>
            <a:ext cx="290513" cy="304800"/>
          </a:xfrm>
          <a:custGeom>
            <a:avLst/>
            <a:gdLst>
              <a:gd name="T0" fmla="*/ 71 w 126"/>
              <a:gd name="T1" fmla="*/ 5 h 132"/>
              <a:gd name="T2" fmla="*/ 71 w 126"/>
              <a:gd name="T3" fmla="*/ 5 h 132"/>
              <a:gd name="T4" fmla="*/ 55 w 126"/>
              <a:gd name="T5" fmla="*/ 5 h 132"/>
              <a:gd name="T6" fmla="*/ 54 w 126"/>
              <a:gd name="T7" fmla="*/ 5 h 132"/>
              <a:gd name="T8" fmla="*/ 54 w 126"/>
              <a:gd name="T9" fmla="*/ 5 h 132"/>
              <a:gd name="T10" fmla="*/ 0 w 126"/>
              <a:gd name="T11" fmla="*/ 67 h 132"/>
              <a:gd name="T12" fmla="*/ 24 w 126"/>
              <a:gd name="T13" fmla="*/ 67 h 132"/>
              <a:gd name="T14" fmla="*/ 24 w 126"/>
              <a:gd name="T15" fmla="*/ 119 h 132"/>
              <a:gd name="T16" fmla="*/ 36 w 126"/>
              <a:gd name="T17" fmla="*/ 132 h 132"/>
              <a:gd name="T18" fmla="*/ 91 w 126"/>
              <a:gd name="T19" fmla="*/ 128 h 132"/>
              <a:gd name="T20" fmla="*/ 103 w 126"/>
              <a:gd name="T21" fmla="*/ 114 h 132"/>
              <a:gd name="T22" fmla="*/ 102 w 126"/>
              <a:gd name="T23" fmla="*/ 64 h 132"/>
              <a:gd name="T24" fmla="*/ 126 w 126"/>
              <a:gd name="T25" fmla="*/ 63 h 132"/>
              <a:gd name="T26" fmla="*/ 71 w 126"/>
              <a:gd name="T27" fmla="*/ 5 h 132"/>
              <a:gd name="T28" fmla="*/ 76 w 126"/>
              <a:gd name="T29" fmla="*/ 71 h 132"/>
              <a:gd name="T30" fmla="*/ 76 w 126"/>
              <a:gd name="T31" fmla="*/ 108 h 132"/>
              <a:gd name="T32" fmla="*/ 41 w 126"/>
              <a:gd name="T33" fmla="*/ 110 h 132"/>
              <a:gd name="T34" fmla="*/ 36 w 126"/>
              <a:gd name="T35" fmla="*/ 104 h 132"/>
              <a:gd name="T36" fmla="*/ 36 w 126"/>
              <a:gd name="T37" fmla="*/ 104 h 132"/>
              <a:gd name="T38" fmla="*/ 35 w 126"/>
              <a:gd name="T39" fmla="*/ 66 h 132"/>
              <a:gd name="T40" fmla="*/ 70 w 126"/>
              <a:gd name="T41" fmla="*/ 65 h 132"/>
              <a:gd name="T42" fmla="*/ 76 w 126"/>
              <a:gd name="T43" fmla="*/ 71 h 132"/>
              <a:gd name="T44" fmla="*/ 76 w 126"/>
              <a:gd name="T45" fmla="*/ 71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26" h="132"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67" y="0"/>
                  <a:pt x="59" y="0"/>
                  <a:pt x="55" y="5"/>
                </a:cubicBezTo>
                <a:cubicBezTo>
                  <a:pt x="55" y="5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0" y="67"/>
                  <a:pt x="0" y="67"/>
                  <a:pt x="0" y="67"/>
                </a:cubicBezTo>
                <a:cubicBezTo>
                  <a:pt x="24" y="67"/>
                  <a:pt x="24" y="67"/>
                  <a:pt x="24" y="67"/>
                </a:cubicBezTo>
                <a:cubicBezTo>
                  <a:pt x="24" y="119"/>
                  <a:pt x="24" y="119"/>
                  <a:pt x="24" y="119"/>
                </a:cubicBezTo>
                <a:cubicBezTo>
                  <a:pt x="24" y="126"/>
                  <a:pt x="29" y="132"/>
                  <a:pt x="36" y="132"/>
                </a:cubicBezTo>
                <a:cubicBezTo>
                  <a:pt x="91" y="128"/>
                  <a:pt x="91" y="128"/>
                  <a:pt x="91" y="128"/>
                </a:cubicBezTo>
                <a:cubicBezTo>
                  <a:pt x="97" y="127"/>
                  <a:pt x="103" y="121"/>
                  <a:pt x="103" y="114"/>
                </a:cubicBezTo>
                <a:cubicBezTo>
                  <a:pt x="102" y="64"/>
                  <a:pt x="102" y="64"/>
                  <a:pt x="102" y="64"/>
                </a:cubicBezTo>
                <a:cubicBezTo>
                  <a:pt x="126" y="63"/>
                  <a:pt x="126" y="63"/>
                  <a:pt x="126" y="63"/>
                </a:cubicBezTo>
                <a:lnTo>
                  <a:pt x="71" y="5"/>
                </a:lnTo>
                <a:close/>
                <a:moveTo>
                  <a:pt x="76" y="71"/>
                </a:moveTo>
                <a:cubicBezTo>
                  <a:pt x="76" y="108"/>
                  <a:pt x="76" y="108"/>
                  <a:pt x="76" y="108"/>
                </a:cubicBezTo>
                <a:cubicBezTo>
                  <a:pt x="41" y="110"/>
                  <a:pt x="41" y="110"/>
                  <a:pt x="41" y="110"/>
                </a:cubicBezTo>
                <a:cubicBezTo>
                  <a:pt x="38" y="110"/>
                  <a:pt x="36" y="108"/>
                  <a:pt x="36" y="104"/>
                </a:cubicBezTo>
                <a:cubicBezTo>
                  <a:pt x="36" y="104"/>
                  <a:pt x="36" y="104"/>
                  <a:pt x="36" y="104"/>
                </a:cubicBezTo>
                <a:cubicBezTo>
                  <a:pt x="35" y="66"/>
                  <a:pt x="35" y="66"/>
                  <a:pt x="35" y="66"/>
                </a:cubicBezTo>
                <a:cubicBezTo>
                  <a:pt x="70" y="65"/>
                  <a:pt x="70" y="65"/>
                  <a:pt x="70" y="65"/>
                </a:cubicBezTo>
                <a:cubicBezTo>
                  <a:pt x="73" y="65"/>
                  <a:pt x="76" y="68"/>
                  <a:pt x="76" y="71"/>
                </a:cubicBezTo>
                <a:cubicBezTo>
                  <a:pt x="76" y="71"/>
                  <a:pt x="76" y="71"/>
                  <a:pt x="76" y="71"/>
                </a:cubicBez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5" name="Freeform 42">
            <a:extLst>
              <a:ext uri="{FF2B5EF4-FFF2-40B4-BE49-F238E27FC236}">
                <a16:creationId xmlns:a16="http://schemas.microsoft.com/office/drawing/2014/main" id="{4197BE91-2A31-4C07-9480-451146FADB83}"/>
              </a:ext>
            </a:extLst>
          </p:cNvPr>
          <p:cNvSpPr>
            <a:spLocks/>
          </p:cNvSpPr>
          <p:nvPr/>
        </p:nvSpPr>
        <p:spPr bwMode="auto">
          <a:xfrm>
            <a:off x="5006975" y="3969991"/>
            <a:ext cx="225425" cy="173038"/>
          </a:xfrm>
          <a:custGeom>
            <a:avLst/>
            <a:gdLst>
              <a:gd name="T0" fmla="*/ 32 w 98"/>
              <a:gd name="T1" fmla="*/ 0 h 75"/>
              <a:gd name="T2" fmla="*/ 43 w 98"/>
              <a:gd name="T3" fmla="*/ 15 h 75"/>
              <a:gd name="T4" fmla="*/ 42 w 98"/>
              <a:gd name="T5" fmla="*/ 24 h 75"/>
              <a:gd name="T6" fmla="*/ 2 w 98"/>
              <a:gd name="T7" fmla="*/ 62 h 75"/>
              <a:gd name="T8" fmla="*/ 0 w 98"/>
              <a:gd name="T9" fmla="*/ 67 h 75"/>
              <a:gd name="T10" fmla="*/ 0 w 98"/>
              <a:gd name="T11" fmla="*/ 69 h 75"/>
              <a:gd name="T12" fmla="*/ 6 w 98"/>
              <a:gd name="T13" fmla="*/ 75 h 75"/>
              <a:gd name="T14" fmla="*/ 37 w 98"/>
              <a:gd name="T15" fmla="*/ 75 h 75"/>
              <a:gd name="T16" fmla="*/ 39 w 98"/>
              <a:gd name="T17" fmla="*/ 75 h 75"/>
              <a:gd name="T18" fmla="*/ 88 w 98"/>
              <a:gd name="T19" fmla="*/ 64 h 75"/>
              <a:gd name="T20" fmla="*/ 91 w 98"/>
              <a:gd name="T21" fmla="*/ 62 h 75"/>
              <a:gd name="T22" fmla="*/ 97 w 98"/>
              <a:gd name="T23" fmla="*/ 46 h 75"/>
              <a:gd name="T24" fmla="*/ 90 w 98"/>
              <a:gd name="T25" fmla="*/ 3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8" h="75">
                <a:moveTo>
                  <a:pt x="32" y="0"/>
                </a:moveTo>
                <a:cubicBezTo>
                  <a:pt x="43" y="15"/>
                  <a:pt x="43" y="15"/>
                  <a:pt x="43" y="15"/>
                </a:cubicBezTo>
                <a:cubicBezTo>
                  <a:pt x="45" y="18"/>
                  <a:pt x="45" y="22"/>
                  <a:pt x="42" y="24"/>
                </a:cubicBezTo>
                <a:cubicBezTo>
                  <a:pt x="2" y="62"/>
                  <a:pt x="2" y="62"/>
                  <a:pt x="2" y="62"/>
                </a:cubicBezTo>
                <a:cubicBezTo>
                  <a:pt x="0" y="63"/>
                  <a:pt x="0" y="65"/>
                  <a:pt x="0" y="67"/>
                </a:cubicBezTo>
                <a:cubicBezTo>
                  <a:pt x="0" y="69"/>
                  <a:pt x="0" y="69"/>
                  <a:pt x="0" y="69"/>
                </a:cubicBezTo>
                <a:cubicBezTo>
                  <a:pt x="0" y="72"/>
                  <a:pt x="3" y="75"/>
                  <a:pt x="6" y="75"/>
                </a:cubicBezTo>
                <a:cubicBezTo>
                  <a:pt x="37" y="75"/>
                  <a:pt x="37" y="75"/>
                  <a:pt x="37" y="75"/>
                </a:cubicBezTo>
                <a:cubicBezTo>
                  <a:pt x="38" y="75"/>
                  <a:pt x="38" y="75"/>
                  <a:pt x="39" y="75"/>
                </a:cubicBezTo>
                <a:cubicBezTo>
                  <a:pt x="88" y="64"/>
                  <a:pt x="88" y="64"/>
                  <a:pt x="88" y="64"/>
                </a:cubicBezTo>
                <a:cubicBezTo>
                  <a:pt x="89" y="64"/>
                  <a:pt x="90" y="63"/>
                  <a:pt x="91" y="62"/>
                </a:cubicBezTo>
                <a:cubicBezTo>
                  <a:pt x="94" y="60"/>
                  <a:pt x="98" y="54"/>
                  <a:pt x="97" y="46"/>
                </a:cubicBezTo>
                <a:cubicBezTo>
                  <a:pt x="95" y="36"/>
                  <a:pt x="90" y="3"/>
                  <a:pt x="90" y="3"/>
                </a:cubicBezTo>
              </a:path>
            </a:pathLst>
          </a:custGeom>
          <a:solidFill>
            <a:srgbClr val="FFFFFF"/>
          </a:solidFill>
          <a:ln w="9525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6" name="Freeform 43">
            <a:extLst>
              <a:ext uri="{FF2B5EF4-FFF2-40B4-BE49-F238E27FC236}">
                <a16:creationId xmlns:a16="http://schemas.microsoft.com/office/drawing/2014/main" id="{124912AE-F68B-47F6-AE0C-1B2F623D441E}"/>
              </a:ext>
            </a:extLst>
          </p:cNvPr>
          <p:cNvSpPr>
            <a:spLocks/>
          </p:cNvSpPr>
          <p:nvPr/>
        </p:nvSpPr>
        <p:spPr bwMode="auto">
          <a:xfrm>
            <a:off x="5006975" y="3969991"/>
            <a:ext cx="225425" cy="173038"/>
          </a:xfrm>
          <a:custGeom>
            <a:avLst/>
            <a:gdLst>
              <a:gd name="T0" fmla="*/ 32 w 98"/>
              <a:gd name="T1" fmla="*/ 0 h 75"/>
              <a:gd name="T2" fmla="*/ 43 w 98"/>
              <a:gd name="T3" fmla="*/ 15 h 75"/>
              <a:gd name="T4" fmla="*/ 42 w 98"/>
              <a:gd name="T5" fmla="*/ 24 h 75"/>
              <a:gd name="T6" fmla="*/ 2 w 98"/>
              <a:gd name="T7" fmla="*/ 62 h 75"/>
              <a:gd name="T8" fmla="*/ 0 w 98"/>
              <a:gd name="T9" fmla="*/ 67 h 75"/>
              <a:gd name="T10" fmla="*/ 0 w 98"/>
              <a:gd name="T11" fmla="*/ 69 h 75"/>
              <a:gd name="T12" fmla="*/ 6 w 98"/>
              <a:gd name="T13" fmla="*/ 75 h 75"/>
              <a:gd name="T14" fmla="*/ 37 w 98"/>
              <a:gd name="T15" fmla="*/ 75 h 75"/>
              <a:gd name="T16" fmla="*/ 39 w 98"/>
              <a:gd name="T17" fmla="*/ 75 h 75"/>
              <a:gd name="T18" fmla="*/ 88 w 98"/>
              <a:gd name="T19" fmla="*/ 64 h 75"/>
              <a:gd name="T20" fmla="*/ 91 w 98"/>
              <a:gd name="T21" fmla="*/ 62 h 75"/>
              <a:gd name="T22" fmla="*/ 97 w 98"/>
              <a:gd name="T23" fmla="*/ 46 h 75"/>
              <a:gd name="T24" fmla="*/ 90 w 98"/>
              <a:gd name="T25" fmla="*/ 3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8" h="75">
                <a:moveTo>
                  <a:pt x="32" y="0"/>
                </a:moveTo>
                <a:cubicBezTo>
                  <a:pt x="43" y="15"/>
                  <a:pt x="43" y="15"/>
                  <a:pt x="43" y="15"/>
                </a:cubicBezTo>
                <a:cubicBezTo>
                  <a:pt x="45" y="18"/>
                  <a:pt x="45" y="22"/>
                  <a:pt x="42" y="24"/>
                </a:cubicBezTo>
                <a:cubicBezTo>
                  <a:pt x="2" y="62"/>
                  <a:pt x="2" y="62"/>
                  <a:pt x="2" y="62"/>
                </a:cubicBezTo>
                <a:cubicBezTo>
                  <a:pt x="0" y="63"/>
                  <a:pt x="0" y="65"/>
                  <a:pt x="0" y="67"/>
                </a:cubicBezTo>
                <a:cubicBezTo>
                  <a:pt x="0" y="69"/>
                  <a:pt x="0" y="69"/>
                  <a:pt x="0" y="69"/>
                </a:cubicBezTo>
                <a:cubicBezTo>
                  <a:pt x="0" y="72"/>
                  <a:pt x="3" y="75"/>
                  <a:pt x="6" y="75"/>
                </a:cubicBezTo>
                <a:cubicBezTo>
                  <a:pt x="37" y="75"/>
                  <a:pt x="37" y="75"/>
                  <a:pt x="37" y="75"/>
                </a:cubicBezTo>
                <a:cubicBezTo>
                  <a:pt x="38" y="75"/>
                  <a:pt x="38" y="75"/>
                  <a:pt x="39" y="75"/>
                </a:cubicBezTo>
                <a:cubicBezTo>
                  <a:pt x="88" y="64"/>
                  <a:pt x="88" y="64"/>
                  <a:pt x="88" y="64"/>
                </a:cubicBezTo>
                <a:cubicBezTo>
                  <a:pt x="89" y="64"/>
                  <a:pt x="90" y="63"/>
                  <a:pt x="91" y="62"/>
                </a:cubicBezTo>
                <a:cubicBezTo>
                  <a:pt x="94" y="60"/>
                  <a:pt x="98" y="54"/>
                  <a:pt x="97" y="46"/>
                </a:cubicBezTo>
                <a:cubicBezTo>
                  <a:pt x="95" y="36"/>
                  <a:pt x="90" y="3"/>
                  <a:pt x="90" y="3"/>
                </a:cubicBezTo>
              </a:path>
            </a:pathLst>
          </a:custGeom>
          <a:noFill/>
          <a:ln w="9525" cap="rnd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7" name="Freeform 44">
            <a:extLst>
              <a:ext uri="{FF2B5EF4-FFF2-40B4-BE49-F238E27FC236}">
                <a16:creationId xmlns:a16="http://schemas.microsoft.com/office/drawing/2014/main" id="{98EF2C1F-F803-4902-9098-8CD0AE9E25CC}"/>
              </a:ext>
            </a:extLst>
          </p:cNvPr>
          <p:cNvSpPr>
            <a:spLocks/>
          </p:cNvSpPr>
          <p:nvPr/>
        </p:nvSpPr>
        <p:spPr bwMode="auto">
          <a:xfrm>
            <a:off x="4960938" y="3955703"/>
            <a:ext cx="265113" cy="125413"/>
          </a:xfrm>
          <a:custGeom>
            <a:avLst/>
            <a:gdLst>
              <a:gd name="T0" fmla="*/ 55 w 115"/>
              <a:gd name="T1" fmla="*/ 6 h 54"/>
              <a:gd name="T2" fmla="*/ 110 w 115"/>
              <a:gd name="T3" fmla="*/ 7 h 54"/>
              <a:gd name="T4" fmla="*/ 115 w 115"/>
              <a:gd name="T5" fmla="*/ 54 h 54"/>
              <a:gd name="T6" fmla="*/ 55 w 115"/>
              <a:gd name="T7" fmla="*/ 6 h 54"/>
              <a:gd name="T8" fmla="*/ 55 w 115"/>
              <a:gd name="T9" fmla="*/ 6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" h="54">
                <a:moveTo>
                  <a:pt x="55" y="6"/>
                </a:moveTo>
                <a:cubicBezTo>
                  <a:pt x="110" y="7"/>
                  <a:pt x="110" y="7"/>
                  <a:pt x="110" y="7"/>
                </a:cubicBezTo>
                <a:cubicBezTo>
                  <a:pt x="115" y="54"/>
                  <a:pt x="115" y="54"/>
                  <a:pt x="115" y="54"/>
                </a:cubicBezTo>
                <a:cubicBezTo>
                  <a:pt x="115" y="54"/>
                  <a:pt x="110" y="12"/>
                  <a:pt x="55" y="6"/>
                </a:cubicBezTo>
                <a:cubicBezTo>
                  <a:pt x="0" y="0"/>
                  <a:pt x="55" y="6"/>
                  <a:pt x="55" y="6"/>
                </a:cubicBez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8" name="Freeform 45">
            <a:extLst>
              <a:ext uri="{FF2B5EF4-FFF2-40B4-BE49-F238E27FC236}">
                <a16:creationId xmlns:a16="http://schemas.microsoft.com/office/drawing/2014/main" id="{340269CA-3152-475B-823D-2CB0807E78D0}"/>
              </a:ext>
            </a:extLst>
          </p:cNvPr>
          <p:cNvSpPr>
            <a:spLocks/>
          </p:cNvSpPr>
          <p:nvPr/>
        </p:nvSpPr>
        <p:spPr bwMode="auto">
          <a:xfrm>
            <a:off x="4851400" y="2265016"/>
            <a:ext cx="252413" cy="203200"/>
          </a:xfrm>
          <a:custGeom>
            <a:avLst/>
            <a:gdLst>
              <a:gd name="T0" fmla="*/ 109 w 109"/>
              <a:gd name="T1" fmla="*/ 0 h 88"/>
              <a:gd name="T2" fmla="*/ 45 w 109"/>
              <a:gd name="T3" fmla="*/ 26 h 88"/>
              <a:gd name="T4" fmla="*/ 0 w 109"/>
              <a:gd name="T5" fmla="*/ 88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9" h="88">
                <a:moveTo>
                  <a:pt x="109" y="0"/>
                </a:moveTo>
                <a:cubicBezTo>
                  <a:pt x="84" y="7"/>
                  <a:pt x="51" y="21"/>
                  <a:pt x="45" y="26"/>
                </a:cubicBezTo>
                <a:cubicBezTo>
                  <a:pt x="39" y="30"/>
                  <a:pt x="20" y="56"/>
                  <a:pt x="0" y="88"/>
                </a:cubicBezTo>
              </a:path>
            </a:pathLst>
          </a:custGeom>
          <a:noFill/>
          <a:ln w="65088" cap="rnd">
            <a:solidFill>
              <a:srgbClr val="4BB4E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9" name="Freeform 46">
            <a:extLst>
              <a:ext uri="{FF2B5EF4-FFF2-40B4-BE49-F238E27FC236}">
                <a16:creationId xmlns:a16="http://schemas.microsoft.com/office/drawing/2014/main" id="{48F661F9-44DB-4F8C-AD1A-B266BE0BDBB1}"/>
              </a:ext>
            </a:extLst>
          </p:cNvPr>
          <p:cNvSpPr>
            <a:spLocks/>
          </p:cNvSpPr>
          <p:nvPr/>
        </p:nvSpPr>
        <p:spPr bwMode="auto">
          <a:xfrm>
            <a:off x="5014913" y="3038128"/>
            <a:ext cx="671513" cy="95250"/>
          </a:xfrm>
          <a:custGeom>
            <a:avLst/>
            <a:gdLst>
              <a:gd name="T0" fmla="*/ 405 w 423"/>
              <a:gd name="T1" fmla="*/ 0 h 60"/>
              <a:gd name="T2" fmla="*/ 0 w 423"/>
              <a:gd name="T3" fmla="*/ 0 h 60"/>
              <a:gd name="T4" fmla="*/ 0 w 423"/>
              <a:gd name="T5" fmla="*/ 16 h 60"/>
              <a:gd name="T6" fmla="*/ 41 w 423"/>
              <a:gd name="T7" fmla="*/ 60 h 60"/>
              <a:gd name="T8" fmla="*/ 423 w 423"/>
              <a:gd name="T9" fmla="*/ 60 h 60"/>
              <a:gd name="T10" fmla="*/ 405 w 423"/>
              <a:gd name="T11" fmla="*/ 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23" h="60">
                <a:moveTo>
                  <a:pt x="405" y="0"/>
                </a:moveTo>
                <a:lnTo>
                  <a:pt x="0" y="0"/>
                </a:lnTo>
                <a:lnTo>
                  <a:pt x="0" y="16"/>
                </a:lnTo>
                <a:lnTo>
                  <a:pt x="41" y="60"/>
                </a:lnTo>
                <a:lnTo>
                  <a:pt x="423" y="60"/>
                </a:lnTo>
                <a:lnTo>
                  <a:pt x="40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0" name="Freeform 47">
            <a:extLst>
              <a:ext uri="{FF2B5EF4-FFF2-40B4-BE49-F238E27FC236}">
                <a16:creationId xmlns:a16="http://schemas.microsoft.com/office/drawing/2014/main" id="{478168C2-9C37-4D0F-BC93-EDD250D113DD}"/>
              </a:ext>
            </a:extLst>
          </p:cNvPr>
          <p:cNvSpPr>
            <a:spLocks/>
          </p:cNvSpPr>
          <p:nvPr/>
        </p:nvSpPr>
        <p:spPr bwMode="auto">
          <a:xfrm>
            <a:off x="5014913" y="3038128"/>
            <a:ext cx="671513" cy="95250"/>
          </a:xfrm>
          <a:custGeom>
            <a:avLst/>
            <a:gdLst>
              <a:gd name="T0" fmla="*/ 405 w 423"/>
              <a:gd name="T1" fmla="*/ 0 h 60"/>
              <a:gd name="T2" fmla="*/ 0 w 423"/>
              <a:gd name="T3" fmla="*/ 0 h 60"/>
              <a:gd name="T4" fmla="*/ 0 w 423"/>
              <a:gd name="T5" fmla="*/ 16 h 60"/>
              <a:gd name="T6" fmla="*/ 41 w 423"/>
              <a:gd name="T7" fmla="*/ 60 h 60"/>
              <a:gd name="T8" fmla="*/ 423 w 423"/>
              <a:gd name="T9" fmla="*/ 60 h 60"/>
              <a:gd name="T10" fmla="*/ 405 w 423"/>
              <a:gd name="T11" fmla="*/ 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23" h="60">
                <a:moveTo>
                  <a:pt x="405" y="0"/>
                </a:moveTo>
                <a:lnTo>
                  <a:pt x="0" y="0"/>
                </a:lnTo>
                <a:lnTo>
                  <a:pt x="0" y="16"/>
                </a:lnTo>
                <a:lnTo>
                  <a:pt x="41" y="60"/>
                </a:lnTo>
                <a:lnTo>
                  <a:pt x="423" y="60"/>
                </a:lnTo>
                <a:lnTo>
                  <a:pt x="405" y="0"/>
                </a:lnTo>
              </a:path>
            </a:pathLst>
          </a:custGeom>
          <a:noFill/>
          <a:ln w="9525" cap="rnd">
            <a:solidFill>
              <a:srgbClr val="FFFFF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1" name="Freeform 48">
            <a:extLst>
              <a:ext uri="{FF2B5EF4-FFF2-40B4-BE49-F238E27FC236}">
                <a16:creationId xmlns:a16="http://schemas.microsoft.com/office/drawing/2014/main" id="{FEBD1DB9-E97D-47AB-A269-F2E2F097A6FF}"/>
              </a:ext>
            </a:extLst>
          </p:cNvPr>
          <p:cNvSpPr>
            <a:spLocks/>
          </p:cNvSpPr>
          <p:nvPr/>
        </p:nvSpPr>
        <p:spPr bwMode="auto">
          <a:xfrm>
            <a:off x="5372100" y="1795116"/>
            <a:ext cx="82550" cy="330200"/>
          </a:xfrm>
          <a:custGeom>
            <a:avLst/>
            <a:gdLst>
              <a:gd name="T0" fmla="*/ 0 w 36"/>
              <a:gd name="T1" fmla="*/ 143 h 143"/>
              <a:gd name="T2" fmla="*/ 19 w 36"/>
              <a:gd name="T3" fmla="*/ 126 h 143"/>
              <a:gd name="T4" fmla="*/ 36 w 36"/>
              <a:gd name="T5" fmla="*/ 73 h 143"/>
              <a:gd name="T6" fmla="*/ 3 w 36"/>
              <a:gd name="T7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" h="143">
                <a:moveTo>
                  <a:pt x="0" y="143"/>
                </a:moveTo>
                <a:cubicBezTo>
                  <a:pt x="0" y="143"/>
                  <a:pt x="13" y="135"/>
                  <a:pt x="19" y="126"/>
                </a:cubicBezTo>
                <a:cubicBezTo>
                  <a:pt x="25" y="117"/>
                  <a:pt x="36" y="88"/>
                  <a:pt x="36" y="73"/>
                </a:cubicBezTo>
                <a:cubicBezTo>
                  <a:pt x="36" y="57"/>
                  <a:pt x="13" y="3"/>
                  <a:pt x="3" y="0"/>
                </a:cubicBezTo>
              </a:path>
            </a:pathLst>
          </a:custGeom>
          <a:noFill/>
          <a:ln w="28575" cap="rnd">
            <a:solidFill>
              <a:srgbClr val="085EB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2" name="Freeform 49">
            <a:extLst>
              <a:ext uri="{FF2B5EF4-FFF2-40B4-BE49-F238E27FC236}">
                <a16:creationId xmlns:a16="http://schemas.microsoft.com/office/drawing/2014/main" id="{ED3E6931-7BFB-4610-8CAB-58ABE14B3CB2}"/>
              </a:ext>
            </a:extLst>
          </p:cNvPr>
          <p:cNvSpPr>
            <a:spLocks/>
          </p:cNvSpPr>
          <p:nvPr/>
        </p:nvSpPr>
        <p:spPr bwMode="auto">
          <a:xfrm>
            <a:off x="5048250" y="1790353"/>
            <a:ext cx="330200" cy="342900"/>
          </a:xfrm>
          <a:custGeom>
            <a:avLst/>
            <a:gdLst>
              <a:gd name="T0" fmla="*/ 143 w 143"/>
              <a:gd name="T1" fmla="*/ 2 h 148"/>
              <a:gd name="T2" fmla="*/ 61 w 143"/>
              <a:gd name="T3" fmla="*/ 22 h 148"/>
              <a:gd name="T4" fmla="*/ 39 w 143"/>
              <a:gd name="T5" fmla="*/ 13 h 148"/>
              <a:gd name="T6" fmla="*/ 0 w 143"/>
              <a:gd name="T7" fmla="*/ 83 h 148"/>
              <a:gd name="T8" fmla="*/ 14 w 143"/>
              <a:gd name="T9" fmla="*/ 148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3" h="148">
                <a:moveTo>
                  <a:pt x="143" y="2"/>
                </a:moveTo>
                <a:cubicBezTo>
                  <a:pt x="132" y="0"/>
                  <a:pt x="65" y="18"/>
                  <a:pt x="61" y="22"/>
                </a:cubicBezTo>
                <a:cubicBezTo>
                  <a:pt x="61" y="22"/>
                  <a:pt x="52" y="4"/>
                  <a:pt x="39" y="13"/>
                </a:cubicBezTo>
                <a:cubicBezTo>
                  <a:pt x="25" y="22"/>
                  <a:pt x="1" y="70"/>
                  <a:pt x="0" y="83"/>
                </a:cubicBezTo>
                <a:cubicBezTo>
                  <a:pt x="0" y="95"/>
                  <a:pt x="6" y="141"/>
                  <a:pt x="14" y="148"/>
                </a:cubicBezTo>
              </a:path>
            </a:pathLst>
          </a:custGeom>
          <a:noFill/>
          <a:ln w="19050" cap="rnd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3" name="Freeform 50">
            <a:extLst>
              <a:ext uri="{FF2B5EF4-FFF2-40B4-BE49-F238E27FC236}">
                <a16:creationId xmlns:a16="http://schemas.microsoft.com/office/drawing/2014/main" id="{D41FF604-0E02-402A-B05E-52F3F11871EC}"/>
              </a:ext>
            </a:extLst>
          </p:cNvPr>
          <p:cNvSpPr>
            <a:spLocks/>
          </p:cNvSpPr>
          <p:nvPr/>
        </p:nvSpPr>
        <p:spPr bwMode="auto">
          <a:xfrm>
            <a:off x="4679950" y="2236441"/>
            <a:ext cx="1230313" cy="703263"/>
          </a:xfrm>
          <a:custGeom>
            <a:avLst/>
            <a:gdLst>
              <a:gd name="T0" fmla="*/ 339 w 532"/>
              <a:gd name="T1" fmla="*/ 134 h 304"/>
              <a:gd name="T2" fmla="*/ 390 w 532"/>
              <a:gd name="T3" fmla="*/ 223 h 304"/>
              <a:gd name="T4" fmla="*/ 293 w 532"/>
              <a:gd name="T5" fmla="*/ 258 h 304"/>
              <a:gd name="T6" fmla="*/ 294 w 532"/>
              <a:gd name="T7" fmla="*/ 304 h 304"/>
              <a:gd name="T8" fmla="*/ 475 w 532"/>
              <a:gd name="T9" fmla="*/ 304 h 304"/>
              <a:gd name="T10" fmla="*/ 517 w 532"/>
              <a:gd name="T11" fmla="*/ 231 h 304"/>
              <a:gd name="T12" fmla="*/ 412 w 532"/>
              <a:gd name="T13" fmla="*/ 32 h 304"/>
              <a:gd name="T14" fmla="*/ 270 w 532"/>
              <a:gd name="T15" fmla="*/ 0 h 304"/>
              <a:gd name="T16" fmla="*/ 117 w 532"/>
              <a:gd name="T17" fmla="*/ 38 h 304"/>
              <a:gd name="T18" fmla="*/ 16 w 532"/>
              <a:gd name="T19" fmla="*/ 221 h 304"/>
              <a:gd name="T20" fmla="*/ 103 w 532"/>
              <a:gd name="T21" fmla="*/ 304 h 304"/>
              <a:gd name="T22" fmla="*/ 439 w 532"/>
              <a:gd name="T23" fmla="*/ 304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32" h="304">
                <a:moveTo>
                  <a:pt x="339" y="134"/>
                </a:moveTo>
                <a:cubicBezTo>
                  <a:pt x="359" y="177"/>
                  <a:pt x="390" y="223"/>
                  <a:pt x="390" y="223"/>
                </a:cubicBezTo>
                <a:cubicBezTo>
                  <a:pt x="293" y="258"/>
                  <a:pt x="293" y="258"/>
                  <a:pt x="293" y="258"/>
                </a:cubicBezTo>
                <a:cubicBezTo>
                  <a:pt x="300" y="256"/>
                  <a:pt x="309" y="304"/>
                  <a:pt x="294" y="304"/>
                </a:cubicBezTo>
                <a:cubicBezTo>
                  <a:pt x="294" y="304"/>
                  <a:pt x="418" y="304"/>
                  <a:pt x="475" y="304"/>
                </a:cubicBezTo>
                <a:cubicBezTo>
                  <a:pt x="532" y="304"/>
                  <a:pt x="526" y="261"/>
                  <a:pt x="517" y="231"/>
                </a:cubicBezTo>
                <a:cubicBezTo>
                  <a:pt x="508" y="201"/>
                  <a:pt x="437" y="51"/>
                  <a:pt x="412" y="32"/>
                </a:cubicBezTo>
                <a:cubicBezTo>
                  <a:pt x="388" y="13"/>
                  <a:pt x="321" y="0"/>
                  <a:pt x="270" y="0"/>
                </a:cubicBezTo>
                <a:cubicBezTo>
                  <a:pt x="193" y="0"/>
                  <a:pt x="130" y="28"/>
                  <a:pt x="117" y="38"/>
                </a:cubicBezTo>
                <a:cubicBezTo>
                  <a:pt x="104" y="48"/>
                  <a:pt x="31" y="156"/>
                  <a:pt x="16" y="221"/>
                </a:cubicBezTo>
                <a:cubicBezTo>
                  <a:pt x="0" y="286"/>
                  <a:pt x="103" y="304"/>
                  <a:pt x="103" y="304"/>
                </a:cubicBezTo>
                <a:cubicBezTo>
                  <a:pt x="439" y="304"/>
                  <a:pt x="439" y="304"/>
                  <a:pt x="439" y="304"/>
                </a:cubicBezTo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4" name="Freeform 51">
            <a:extLst>
              <a:ext uri="{FF2B5EF4-FFF2-40B4-BE49-F238E27FC236}">
                <a16:creationId xmlns:a16="http://schemas.microsoft.com/office/drawing/2014/main" id="{12AEB8B8-3838-4299-8605-E15486BF1BF0}"/>
              </a:ext>
            </a:extLst>
          </p:cNvPr>
          <p:cNvSpPr>
            <a:spLocks/>
          </p:cNvSpPr>
          <p:nvPr/>
        </p:nvSpPr>
        <p:spPr bwMode="auto">
          <a:xfrm>
            <a:off x="4679950" y="2236441"/>
            <a:ext cx="1230313" cy="703263"/>
          </a:xfrm>
          <a:custGeom>
            <a:avLst/>
            <a:gdLst>
              <a:gd name="T0" fmla="*/ 339 w 532"/>
              <a:gd name="T1" fmla="*/ 134 h 304"/>
              <a:gd name="T2" fmla="*/ 390 w 532"/>
              <a:gd name="T3" fmla="*/ 223 h 304"/>
              <a:gd name="T4" fmla="*/ 293 w 532"/>
              <a:gd name="T5" fmla="*/ 258 h 304"/>
              <a:gd name="T6" fmla="*/ 294 w 532"/>
              <a:gd name="T7" fmla="*/ 304 h 304"/>
              <a:gd name="T8" fmla="*/ 475 w 532"/>
              <a:gd name="T9" fmla="*/ 304 h 304"/>
              <a:gd name="T10" fmla="*/ 517 w 532"/>
              <a:gd name="T11" fmla="*/ 231 h 304"/>
              <a:gd name="T12" fmla="*/ 412 w 532"/>
              <a:gd name="T13" fmla="*/ 32 h 304"/>
              <a:gd name="T14" fmla="*/ 270 w 532"/>
              <a:gd name="T15" fmla="*/ 0 h 304"/>
              <a:gd name="T16" fmla="*/ 117 w 532"/>
              <a:gd name="T17" fmla="*/ 38 h 304"/>
              <a:gd name="T18" fmla="*/ 16 w 532"/>
              <a:gd name="T19" fmla="*/ 221 h 304"/>
              <a:gd name="T20" fmla="*/ 103 w 532"/>
              <a:gd name="T21" fmla="*/ 304 h 304"/>
              <a:gd name="T22" fmla="*/ 439 w 532"/>
              <a:gd name="T23" fmla="*/ 304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32" h="304">
                <a:moveTo>
                  <a:pt x="339" y="134"/>
                </a:moveTo>
                <a:cubicBezTo>
                  <a:pt x="359" y="177"/>
                  <a:pt x="390" y="223"/>
                  <a:pt x="390" y="223"/>
                </a:cubicBezTo>
                <a:cubicBezTo>
                  <a:pt x="293" y="258"/>
                  <a:pt x="293" y="258"/>
                  <a:pt x="293" y="258"/>
                </a:cubicBezTo>
                <a:cubicBezTo>
                  <a:pt x="300" y="256"/>
                  <a:pt x="309" y="304"/>
                  <a:pt x="294" y="304"/>
                </a:cubicBezTo>
                <a:cubicBezTo>
                  <a:pt x="294" y="304"/>
                  <a:pt x="418" y="304"/>
                  <a:pt x="475" y="304"/>
                </a:cubicBezTo>
                <a:cubicBezTo>
                  <a:pt x="532" y="304"/>
                  <a:pt x="526" y="261"/>
                  <a:pt x="517" y="231"/>
                </a:cubicBezTo>
                <a:cubicBezTo>
                  <a:pt x="508" y="201"/>
                  <a:pt x="437" y="51"/>
                  <a:pt x="412" y="32"/>
                </a:cubicBezTo>
                <a:cubicBezTo>
                  <a:pt x="388" y="13"/>
                  <a:pt x="321" y="0"/>
                  <a:pt x="270" y="0"/>
                </a:cubicBezTo>
                <a:cubicBezTo>
                  <a:pt x="193" y="0"/>
                  <a:pt x="130" y="28"/>
                  <a:pt x="117" y="38"/>
                </a:cubicBezTo>
                <a:cubicBezTo>
                  <a:pt x="104" y="48"/>
                  <a:pt x="31" y="156"/>
                  <a:pt x="16" y="221"/>
                </a:cubicBezTo>
                <a:cubicBezTo>
                  <a:pt x="0" y="286"/>
                  <a:pt x="103" y="304"/>
                  <a:pt x="103" y="304"/>
                </a:cubicBezTo>
                <a:cubicBezTo>
                  <a:pt x="439" y="304"/>
                  <a:pt x="439" y="304"/>
                  <a:pt x="439" y="304"/>
                </a:cubicBez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5" name="Freeform 52">
            <a:extLst>
              <a:ext uri="{FF2B5EF4-FFF2-40B4-BE49-F238E27FC236}">
                <a16:creationId xmlns:a16="http://schemas.microsoft.com/office/drawing/2014/main" id="{15033A03-9ED2-45F0-9FE2-6938D7C95CA4}"/>
              </a:ext>
            </a:extLst>
          </p:cNvPr>
          <p:cNvSpPr>
            <a:spLocks/>
          </p:cNvSpPr>
          <p:nvPr/>
        </p:nvSpPr>
        <p:spPr bwMode="auto">
          <a:xfrm>
            <a:off x="4930775" y="2241203"/>
            <a:ext cx="979488" cy="693738"/>
          </a:xfrm>
          <a:custGeom>
            <a:avLst/>
            <a:gdLst>
              <a:gd name="T0" fmla="*/ 293 w 424"/>
              <a:gd name="T1" fmla="*/ 92 h 300"/>
              <a:gd name="T2" fmla="*/ 366 w 424"/>
              <a:gd name="T3" fmla="*/ 212 h 300"/>
              <a:gd name="T4" fmla="*/ 340 w 424"/>
              <a:gd name="T5" fmla="*/ 248 h 300"/>
              <a:gd name="T6" fmla="*/ 196 w 424"/>
              <a:gd name="T7" fmla="*/ 282 h 300"/>
              <a:gd name="T8" fmla="*/ 190 w 424"/>
              <a:gd name="T9" fmla="*/ 300 h 300"/>
              <a:gd name="T10" fmla="*/ 331 w 424"/>
              <a:gd name="T11" fmla="*/ 300 h 300"/>
              <a:gd name="T12" fmla="*/ 367 w 424"/>
              <a:gd name="T13" fmla="*/ 300 h 300"/>
              <a:gd name="T14" fmla="*/ 408 w 424"/>
              <a:gd name="T15" fmla="*/ 229 h 300"/>
              <a:gd name="T16" fmla="*/ 303 w 424"/>
              <a:gd name="T17" fmla="*/ 32 h 300"/>
              <a:gd name="T18" fmla="*/ 180 w 424"/>
              <a:gd name="T19" fmla="*/ 0 h 300"/>
              <a:gd name="T20" fmla="*/ 24 w 424"/>
              <a:gd name="T21" fmla="*/ 29 h 300"/>
              <a:gd name="T22" fmla="*/ 0 w 424"/>
              <a:gd name="T23" fmla="*/ 48 h 300"/>
              <a:gd name="T24" fmla="*/ 293 w 424"/>
              <a:gd name="T25" fmla="*/ 92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24" h="300">
                <a:moveTo>
                  <a:pt x="293" y="92"/>
                </a:moveTo>
                <a:cubicBezTo>
                  <a:pt x="328" y="128"/>
                  <a:pt x="366" y="212"/>
                  <a:pt x="366" y="212"/>
                </a:cubicBezTo>
                <a:cubicBezTo>
                  <a:pt x="366" y="212"/>
                  <a:pt x="380" y="236"/>
                  <a:pt x="340" y="248"/>
                </a:cubicBezTo>
                <a:cubicBezTo>
                  <a:pt x="298" y="262"/>
                  <a:pt x="202" y="280"/>
                  <a:pt x="196" y="282"/>
                </a:cubicBezTo>
                <a:cubicBezTo>
                  <a:pt x="196" y="287"/>
                  <a:pt x="196" y="297"/>
                  <a:pt x="190" y="300"/>
                </a:cubicBezTo>
                <a:cubicBezTo>
                  <a:pt x="331" y="300"/>
                  <a:pt x="331" y="300"/>
                  <a:pt x="331" y="300"/>
                </a:cubicBezTo>
                <a:cubicBezTo>
                  <a:pt x="344" y="300"/>
                  <a:pt x="357" y="300"/>
                  <a:pt x="367" y="300"/>
                </a:cubicBezTo>
                <a:cubicBezTo>
                  <a:pt x="424" y="300"/>
                  <a:pt x="417" y="259"/>
                  <a:pt x="408" y="229"/>
                </a:cubicBezTo>
                <a:cubicBezTo>
                  <a:pt x="399" y="200"/>
                  <a:pt x="327" y="51"/>
                  <a:pt x="303" y="32"/>
                </a:cubicBezTo>
                <a:cubicBezTo>
                  <a:pt x="282" y="16"/>
                  <a:pt x="227" y="3"/>
                  <a:pt x="180" y="0"/>
                </a:cubicBezTo>
                <a:cubicBezTo>
                  <a:pt x="24" y="29"/>
                  <a:pt x="24" y="29"/>
                  <a:pt x="24" y="29"/>
                </a:cubicBezTo>
                <a:cubicBezTo>
                  <a:pt x="24" y="29"/>
                  <a:pt x="7" y="35"/>
                  <a:pt x="0" y="48"/>
                </a:cubicBezTo>
                <a:cubicBezTo>
                  <a:pt x="0" y="48"/>
                  <a:pt x="258" y="56"/>
                  <a:pt x="293" y="92"/>
                </a:cubicBezTo>
                <a:close/>
              </a:path>
            </a:pathLst>
          </a:custGeom>
          <a:solidFill>
            <a:srgbClr val="4BB4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6" name="Freeform 53">
            <a:extLst>
              <a:ext uri="{FF2B5EF4-FFF2-40B4-BE49-F238E27FC236}">
                <a16:creationId xmlns:a16="http://schemas.microsoft.com/office/drawing/2014/main" id="{368DA9E0-CCB7-4921-B4E0-D679DC620B7A}"/>
              </a:ext>
            </a:extLst>
          </p:cNvPr>
          <p:cNvSpPr>
            <a:spLocks/>
          </p:cNvSpPr>
          <p:nvPr/>
        </p:nvSpPr>
        <p:spPr bwMode="auto">
          <a:xfrm>
            <a:off x="4960938" y="2523778"/>
            <a:ext cx="26988" cy="400050"/>
          </a:xfrm>
          <a:custGeom>
            <a:avLst/>
            <a:gdLst>
              <a:gd name="T0" fmla="*/ 12 w 12"/>
              <a:gd name="T1" fmla="*/ 0 h 173"/>
              <a:gd name="T2" fmla="*/ 12 w 12"/>
              <a:gd name="T3" fmla="*/ 173 h 17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" h="173">
                <a:moveTo>
                  <a:pt x="12" y="0"/>
                </a:moveTo>
                <a:cubicBezTo>
                  <a:pt x="12" y="0"/>
                  <a:pt x="0" y="99"/>
                  <a:pt x="12" y="173"/>
                </a:cubicBez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7" name="Line 54">
            <a:extLst>
              <a:ext uri="{FF2B5EF4-FFF2-40B4-BE49-F238E27FC236}">
                <a16:creationId xmlns:a16="http://schemas.microsoft.com/office/drawing/2014/main" id="{AE73EF2F-2605-4DC1-B73F-FC6A3C0636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81650" y="2711103"/>
            <a:ext cx="122238" cy="4127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8" name="Freeform 55">
            <a:extLst>
              <a:ext uri="{FF2B5EF4-FFF2-40B4-BE49-F238E27FC236}">
                <a16:creationId xmlns:a16="http://schemas.microsoft.com/office/drawing/2014/main" id="{0A834C96-C60C-4BC5-B75C-CA2F569FA2B4}"/>
              </a:ext>
            </a:extLst>
          </p:cNvPr>
          <p:cNvSpPr>
            <a:spLocks/>
          </p:cNvSpPr>
          <p:nvPr/>
        </p:nvSpPr>
        <p:spPr bwMode="auto">
          <a:xfrm>
            <a:off x="5121275" y="2077691"/>
            <a:ext cx="280988" cy="320675"/>
          </a:xfrm>
          <a:custGeom>
            <a:avLst/>
            <a:gdLst>
              <a:gd name="T0" fmla="*/ 103 w 121"/>
              <a:gd name="T1" fmla="*/ 0 h 139"/>
              <a:gd name="T2" fmla="*/ 115 w 121"/>
              <a:gd name="T3" fmla="*/ 99 h 139"/>
              <a:gd name="T4" fmla="*/ 9 w 121"/>
              <a:gd name="T5" fmla="*/ 99 h 139"/>
              <a:gd name="T6" fmla="*/ 0 w 121"/>
              <a:gd name="T7" fmla="*/ 36 h 139"/>
              <a:gd name="T8" fmla="*/ 103 w 121"/>
              <a:gd name="T9" fmla="*/ 0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" h="139">
                <a:moveTo>
                  <a:pt x="103" y="0"/>
                </a:moveTo>
                <a:cubicBezTo>
                  <a:pt x="103" y="3"/>
                  <a:pt x="115" y="99"/>
                  <a:pt x="115" y="99"/>
                </a:cubicBezTo>
                <a:cubicBezTo>
                  <a:pt x="121" y="128"/>
                  <a:pt x="14" y="139"/>
                  <a:pt x="9" y="99"/>
                </a:cubicBezTo>
                <a:cubicBezTo>
                  <a:pt x="3" y="59"/>
                  <a:pt x="0" y="36"/>
                  <a:pt x="0" y="36"/>
                </a:cubicBezTo>
                <a:lnTo>
                  <a:pt x="103" y="0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9" name="Freeform 56">
            <a:extLst>
              <a:ext uri="{FF2B5EF4-FFF2-40B4-BE49-F238E27FC236}">
                <a16:creationId xmlns:a16="http://schemas.microsoft.com/office/drawing/2014/main" id="{928C5DF1-BBF0-498F-952C-797D5088C93D}"/>
              </a:ext>
            </a:extLst>
          </p:cNvPr>
          <p:cNvSpPr>
            <a:spLocks/>
          </p:cNvSpPr>
          <p:nvPr/>
        </p:nvSpPr>
        <p:spPr bwMode="auto">
          <a:xfrm>
            <a:off x="5073650" y="2833341"/>
            <a:ext cx="328613" cy="106363"/>
          </a:xfrm>
          <a:custGeom>
            <a:avLst/>
            <a:gdLst>
              <a:gd name="T0" fmla="*/ 123 w 142"/>
              <a:gd name="T1" fmla="*/ 0 h 46"/>
              <a:gd name="T2" fmla="*/ 6 w 142"/>
              <a:gd name="T3" fmla="*/ 35 h 46"/>
              <a:gd name="T4" fmla="*/ 6 w 142"/>
              <a:gd name="T5" fmla="*/ 46 h 46"/>
              <a:gd name="T6" fmla="*/ 124 w 142"/>
              <a:gd name="T7" fmla="*/ 46 h 46"/>
              <a:gd name="T8" fmla="*/ 123 w 142"/>
              <a:gd name="T9" fmla="*/ 0 h 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2" h="46">
                <a:moveTo>
                  <a:pt x="123" y="0"/>
                </a:moveTo>
                <a:cubicBezTo>
                  <a:pt x="90" y="11"/>
                  <a:pt x="11" y="31"/>
                  <a:pt x="6" y="35"/>
                </a:cubicBezTo>
                <a:cubicBezTo>
                  <a:pt x="0" y="40"/>
                  <a:pt x="6" y="46"/>
                  <a:pt x="6" y="46"/>
                </a:cubicBezTo>
                <a:cubicBezTo>
                  <a:pt x="124" y="46"/>
                  <a:pt x="124" y="46"/>
                  <a:pt x="124" y="46"/>
                </a:cubicBezTo>
                <a:cubicBezTo>
                  <a:pt x="124" y="46"/>
                  <a:pt x="142" y="26"/>
                  <a:pt x="123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0" name="Freeform 57">
            <a:extLst>
              <a:ext uri="{FF2B5EF4-FFF2-40B4-BE49-F238E27FC236}">
                <a16:creationId xmlns:a16="http://schemas.microsoft.com/office/drawing/2014/main" id="{FB2D313B-53E4-4395-A01E-C5A6A5F6D04F}"/>
              </a:ext>
            </a:extLst>
          </p:cNvPr>
          <p:cNvSpPr>
            <a:spLocks/>
          </p:cNvSpPr>
          <p:nvPr/>
        </p:nvSpPr>
        <p:spPr bwMode="auto">
          <a:xfrm>
            <a:off x="4567238" y="2974628"/>
            <a:ext cx="1679575" cy="995363"/>
          </a:xfrm>
          <a:custGeom>
            <a:avLst/>
            <a:gdLst>
              <a:gd name="T0" fmla="*/ 362 w 727"/>
              <a:gd name="T1" fmla="*/ 48 h 431"/>
              <a:gd name="T2" fmla="*/ 641 w 727"/>
              <a:gd name="T3" fmla="*/ 48 h 431"/>
              <a:gd name="T4" fmla="*/ 689 w 727"/>
              <a:gd name="T5" fmla="*/ 150 h 431"/>
              <a:gd name="T6" fmla="*/ 417 w 727"/>
              <a:gd name="T7" fmla="*/ 431 h 431"/>
              <a:gd name="T8" fmla="*/ 351 w 727"/>
              <a:gd name="T9" fmla="*/ 431 h 431"/>
              <a:gd name="T10" fmla="*/ 453 w 727"/>
              <a:gd name="T11" fmla="*/ 162 h 431"/>
              <a:gd name="T12" fmla="*/ 249 w 727"/>
              <a:gd name="T13" fmla="*/ 165 h 431"/>
              <a:gd name="T14" fmla="*/ 296 w 727"/>
              <a:gd name="T15" fmla="*/ 431 h 431"/>
              <a:gd name="T16" fmla="*/ 222 w 727"/>
              <a:gd name="T17" fmla="*/ 431 h 431"/>
              <a:gd name="T18" fmla="*/ 47 w 727"/>
              <a:gd name="T19" fmla="*/ 136 h 431"/>
              <a:gd name="T20" fmla="*/ 222 w 727"/>
              <a:gd name="T21" fmla="*/ 49 h 4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27" h="431">
                <a:moveTo>
                  <a:pt x="362" y="48"/>
                </a:moveTo>
                <a:cubicBezTo>
                  <a:pt x="454" y="21"/>
                  <a:pt x="583" y="28"/>
                  <a:pt x="641" y="48"/>
                </a:cubicBezTo>
                <a:cubicBezTo>
                  <a:pt x="700" y="68"/>
                  <a:pt x="727" y="102"/>
                  <a:pt x="689" y="150"/>
                </a:cubicBezTo>
                <a:cubicBezTo>
                  <a:pt x="651" y="197"/>
                  <a:pt x="481" y="350"/>
                  <a:pt x="417" y="431"/>
                </a:cubicBezTo>
                <a:cubicBezTo>
                  <a:pt x="351" y="431"/>
                  <a:pt x="351" y="431"/>
                  <a:pt x="351" y="431"/>
                </a:cubicBezTo>
                <a:cubicBezTo>
                  <a:pt x="351" y="431"/>
                  <a:pt x="366" y="340"/>
                  <a:pt x="453" y="162"/>
                </a:cubicBezTo>
                <a:cubicBezTo>
                  <a:pt x="453" y="162"/>
                  <a:pt x="299" y="161"/>
                  <a:pt x="249" y="165"/>
                </a:cubicBezTo>
                <a:cubicBezTo>
                  <a:pt x="249" y="165"/>
                  <a:pt x="281" y="331"/>
                  <a:pt x="296" y="431"/>
                </a:cubicBezTo>
                <a:cubicBezTo>
                  <a:pt x="222" y="431"/>
                  <a:pt x="222" y="431"/>
                  <a:pt x="222" y="431"/>
                </a:cubicBezTo>
                <a:cubicBezTo>
                  <a:pt x="222" y="431"/>
                  <a:pt x="94" y="256"/>
                  <a:pt x="47" y="136"/>
                </a:cubicBezTo>
                <a:cubicBezTo>
                  <a:pt x="0" y="15"/>
                  <a:pt x="92" y="0"/>
                  <a:pt x="222" y="49"/>
                </a:cubicBezTo>
              </a:path>
            </a:pathLst>
          </a:custGeom>
          <a:solidFill>
            <a:srgbClr val="000000"/>
          </a:solidFill>
          <a:ln w="19050" cap="rnd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1" name="Freeform 58">
            <a:extLst>
              <a:ext uri="{FF2B5EF4-FFF2-40B4-BE49-F238E27FC236}">
                <a16:creationId xmlns:a16="http://schemas.microsoft.com/office/drawing/2014/main" id="{E96D43B4-E126-4897-AFE3-2271B75994D6}"/>
              </a:ext>
            </a:extLst>
          </p:cNvPr>
          <p:cNvSpPr>
            <a:spLocks/>
          </p:cNvSpPr>
          <p:nvPr/>
        </p:nvSpPr>
        <p:spPr bwMode="auto">
          <a:xfrm>
            <a:off x="4567238" y="2974628"/>
            <a:ext cx="1679575" cy="995363"/>
          </a:xfrm>
          <a:custGeom>
            <a:avLst/>
            <a:gdLst>
              <a:gd name="T0" fmla="*/ 362 w 727"/>
              <a:gd name="T1" fmla="*/ 48 h 431"/>
              <a:gd name="T2" fmla="*/ 641 w 727"/>
              <a:gd name="T3" fmla="*/ 48 h 431"/>
              <a:gd name="T4" fmla="*/ 689 w 727"/>
              <a:gd name="T5" fmla="*/ 150 h 431"/>
              <a:gd name="T6" fmla="*/ 417 w 727"/>
              <a:gd name="T7" fmla="*/ 431 h 431"/>
              <a:gd name="T8" fmla="*/ 351 w 727"/>
              <a:gd name="T9" fmla="*/ 431 h 431"/>
              <a:gd name="T10" fmla="*/ 453 w 727"/>
              <a:gd name="T11" fmla="*/ 162 h 431"/>
              <a:gd name="T12" fmla="*/ 249 w 727"/>
              <a:gd name="T13" fmla="*/ 165 h 431"/>
              <a:gd name="T14" fmla="*/ 296 w 727"/>
              <a:gd name="T15" fmla="*/ 431 h 431"/>
              <a:gd name="T16" fmla="*/ 222 w 727"/>
              <a:gd name="T17" fmla="*/ 431 h 431"/>
              <a:gd name="T18" fmla="*/ 47 w 727"/>
              <a:gd name="T19" fmla="*/ 136 h 431"/>
              <a:gd name="T20" fmla="*/ 222 w 727"/>
              <a:gd name="T21" fmla="*/ 49 h 4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27" h="431">
                <a:moveTo>
                  <a:pt x="362" y="48"/>
                </a:moveTo>
                <a:cubicBezTo>
                  <a:pt x="454" y="21"/>
                  <a:pt x="583" y="28"/>
                  <a:pt x="641" y="48"/>
                </a:cubicBezTo>
                <a:cubicBezTo>
                  <a:pt x="700" y="68"/>
                  <a:pt x="727" y="102"/>
                  <a:pt x="689" y="150"/>
                </a:cubicBezTo>
                <a:cubicBezTo>
                  <a:pt x="651" y="197"/>
                  <a:pt x="481" y="350"/>
                  <a:pt x="417" y="431"/>
                </a:cubicBezTo>
                <a:cubicBezTo>
                  <a:pt x="351" y="431"/>
                  <a:pt x="351" y="431"/>
                  <a:pt x="351" y="431"/>
                </a:cubicBezTo>
                <a:cubicBezTo>
                  <a:pt x="351" y="431"/>
                  <a:pt x="366" y="340"/>
                  <a:pt x="453" y="162"/>
                </a:cubicBezTo>
                <a:cubicBezTo>
                  <a:pt x="453" y="162"/>
                  <a:pt x="299" y="161"/>
                  <a:pt x="249" y="165"/>
                </a:cubicBezTo>
                <a:cubicBezTo>
                  <a:pt x="249" y="165"/>
                  <a:pt x="281" y="331"/>
                  <a:pt x="296" y="431"/>
                </a:cubicBezTo>
                <a:cubicBezTo>
                  <a:pt x="222" y="431"/>
                  <a:pt x="222" y="431"/>
                  <a:pt x="222" y="431"/>
                </a:cubicBezTo>
                <a:cubicBezTo>
                  <a:pt x="222" y="431"/>
                  <a:pt x="94" y="256"/>
                  <a:pt x="47" y="136"/>
                </a:cubicBezTo>
                <a:cubicBezTo>
                  <a:pt x="0" y="15"/>
                  <a:pt x="92" y="0"/>
                  <a:pt x="222" y="49"/>
                </a:cubicBezTo>
              </a:path>
            </a:pathLst>
          </a:custGeom>
          <a:noFill/>
          <a:ln w="19050" cap="rnd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2" name="Freeform 59">
            <a:extLst>
              <a:ext uri="{FF2B5EF4-FFF2-40B4-BE49-F238E27FC236}">
                <a16:creationId xmlns:a16="http://schemas.microsoft.com/office/drawing/2014/main" id="{0AD6E72A-9957-4946-A42C-6F03D7EA4B45}"/>
              </a:ext>
            </a:extLst>
          </p:cNvPr>
          <p:cNvSpPr>
            <a:spLocks/>
          </p:cNvSpPr>
          <p:nvPr/>
        </p:nvSpPr>
        <p:spPr bwMode="auto">
          <a:xfrm>
            <a:off x="5613400" y="3223866"/>
            <a:ext cx="63500" cy="123825"/>
          </a:xfrm>
          <a:custGeom>
            <a:avLst/>
            <a:gdLst>
              <a:gd name="T0" fmla="*/ 0 w 27"/>
              <a:gd name="T1" fmla="*/ 54 h 54"/>
              <a:gd name="T2" fmla="*/ 27 w 27"/>
              <a:gd name="T3" fmla="*/ 0 h 5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7" h="54">
                <a:moveTo>
                  <a:pt x="0" y="54"/>
                </a:moveTo>
                <a:cubicBezTo>
                  <a:pt x="19" y="15"/>
                  <a:pt x="27" y="0"/>
                  <a:pt x="27" y="0"/>
                </a:cubicBez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3" name="Freeform 60">
            <a:extLst>
              <a:ext uri="{FF2B5EF4-FFF2-40B4-BE49-F238E27FC236}">
                <a16:creationId xmlns:a16="http://schemas.microsoft.com/office/drawing/2014/main" id="{4383C059-4860-48B7-BD24-D1C8C5A44500}"/>
              </a:ext>
            </a:extLst>
          </p:cNvPr>
          <p:cNvSpPr>
            <a:spLocks/>
          </p:cNvSpPr>
          <p:nvPr/>
        </p:nvSpPr>
        <p:spPr bwMode="auto">
          <a:xfrm>
            <a:off x="5113338" y="3212753"/>
            <a:ext cx="28575" cy="142875"/>
          </a:xfrm>
          <a:custGeom>
            <a:avLst/>
            <a:gdLst>
              <a:gd name="T0" fmla="*/ 13 w 13"/>
              <a:gd name="T1" fmla="*/ 62 h 62"/>
              <a:gd name="T2" fmla="*/ 0 w 13"/>
              <a:gd name="T3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3" h="62">
                <a:moveTo>
                  <a:pt x="13" y="62"/>
                </a:moveTo>
                <a:cubicBezTo>
                  <a:pt x="7" y="28"/>
                  <a:pt x="0" y="0"/>
                  <a:pt x="0" y="0"/>
                </a:cubicBez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4" name="Freeform 61">
            <a:extLst>
              <a:ext uri="{FF2B5EF4-FFF2-40B4-BE49-F238E27FC236}">
                <a16:creationId xmlns:a16="http://schemas.microsoft.com/office/drawing/2014/main" id="{95AAA12E-D06E-4F9E-B249-FB52982D6904}"/>
              </a:ext>
            </a:extLst>
          </p:cNvPr>
          <p:cNvSpPr>
            <a:spLocks/>
          </p:cNvSpPr>
          <p:nvPr/>
        </p:nvSpPr>
        <p:spPr bwMode="auto">
          <a:xfrm>
            <a:off x="5011738" y="3989041"/>
            <a:ext cx="98425" cy="123825"/>
          </a:xfrm>
          <a:custGeom>
            <a:avLst/>
            <a:gdLst>
              <a:gd name="T0" fmla="*/ 36 w 43"/>
              <a:gd name="T1" fmla="*/ 0 h 54"/>
              <a:gd name="T2" fmla="*/ 41 w 43"/>
              <a:gd name="T3" fmla="*/ 7 h 54"/>
              <a:gd name="T4" fmla="*/ 40 w 43"/>
              <a:gd name="T5" fmla="*/ 16 h 54"/>
              <a:gd name="T6" fmla="*/ 0 w 43"/>
              <a:gd name="T7" fmla="*/ 54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3" h="54">
                <a:moveTo>
                  <a:pt x="36" y="0"/>
                </a:moveTo>
                <a:cubicBezTo>
                  <a:pt x="41" y="7"/>
                  <a:pt x="41" y="7"/>
                  <a:pt x="41" y="7"/>
                </a:cubicBezTo>
                <a:cubicBezTo>
                  <a:pt x="43" y="10"/>
                  <a:pt x="43" y="14"/>
                  <a:pt x="40" y="16"/>
                </a:cubicBezTo>
                <a:cubicBezTo>
                  <a:pt x="0" y="54"/>
                  <a:pt x="0" y="54"/>
                  <a:pt x="0" y="54"/>
                </a:cubicBezTo>
              </a:path>
            </a:pathLst>
          </a:custGeom>
          <a:noFill/>
          <a:ln w="28575" cap="rnd">
            <a:solidFill>
              <a:srgbClr val="FFB4E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5" name="Freeform 62">
            <a:extLst>
              <a:ext uri="{FF2B5EF4-FFF2-40B4-BE49-F238E27FC236}">
                <a16:creationId xmlns:a16="http://schemas.microsoft.com/office/drawing/2014/main" id="{E187AE88-E807-4C7B-BF34-3CA680521FF0}"/>
              </a:ext>
            </a:extLst>
          </p:cNvPr>
          <p:cNvSpPr>
            <a:spLocks/>
          </p:cNvSpPr>
          <p:nvPr/>
        </p:nvSpPr>
        <p:spPr bwMode="auto">
          <a:xfrm>
            <a:off x="5359400" y="3969991"/>
            <a:ext cx="212725" cy="152400"/>
          </a:xfrm>
          <a:custGeom>
            <a:avLst/>
            <a:gdLst>
              <a:gd name="T0" fmla="*/ 74 w 92"/>
              <a:gd name="T1" fmla="*/ 0 h 66"/>
              <a:gd name="T2" fmla="*/ 66 w 92"/>
              <a:gd name="T3" fmla="*/ 9 h 66"/>
              <a:gd name="T4" fmla="*/ 66 w 92"/>
              <a:gd name="T5" fmla="*/ 17 h 66"/>
              <a:gd name="T6" fmla="*/ 91 w 92"/>
              <a:gd name="T7" fmla="*/ 46 h 66"/>
              <a:gd name="T8" fmla="*/ 92 w 92"/>
              <a:gd name="T9" fmla="*/ 50 h 66"/>
              <a:gd name="T10" fmla="*/ 92 w 92"/>
              <a:gd name="T11" fmla="*/ 56 h 66"/>
              <a:gd name="T12" fmla="*/ 87 w 92"/>
              <a:gd name="T13" fmla="*/ 62 h 66"/>
              <a:gd name="T14" fmla="*/ 53 w 92"/>
              <a:gd name="T15" fmla="*/ 66 h 66"/>
              <a:gd name="T16" fmla="*/ 52 w 92"/>
              <a:gd name="T17" fmla="*/ 65 h 66"/>
              <a:gd name="T18" fmla="*/ 5 w 92"/>
              <a:gd name="T19" fmla="*/ 58 h 66"/>
              <a:gd name="T20" fmla="*/ 0 w 92"/>
              <a:gd name="T21" fmla="*/ 53 h 66"/>
              <a:gd name="T22" fmla="*/ 0 w 92"/>
              <a:gd name="T23" fmla="*/ 46 h 66"/>
              <a:gd name="T24" fmla="*/ 0 w 92"/>
              <a:gd name="T25" fmla="*/ 44 h 66"/>
              <a:gd name="T26" fmla="*/ 18 w 92"/>
              <a:gd name="T27" fmla="*/ 3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92" h="66">
                <a:moveTo>
                  <a:pt x="74" y="0"/>
                </a:moveTo>
                <a:cubicBezTo>
                  <a:pt x="66" y="9"/>
                  <a:pt x="66" y="9"/>
                  <a:pt x="66" y="9"/>
                </a:cubicBezTo>
                <a:cubicBezTo>
                  <a:pt x="64" y="11"/>
                  <a:pt x="64" y="15"/>
                  <a:pt x="66" y="17"/>
                </a:cubicBezTo>
                <a:cubicBezTo>
                  <a:pt x="91" y="46"/>
                  <a:pt x="91" y="46"/>
                  <a:pt x="91" y="46"/>
                </a:cubicBezTo>
                <a:cubicBezTo>
                  <a:pt x="92" y="47"/>
                  <a:pt x="92" y="49"/>
                  <a:pt x="92" y="50"/>
                </a:cubicBezTo>
                <a:cubicBezTo>
                  <a:pt x="92" y="56"/>
                  <a:pt x="92" y="56"/>
                  <a:pt x="92" y="56"/>
                </a:cubicBezTo>
                <a:cubicBezTo>
                  <a:pt x="92" y="59"/>
                  <a:pt x="90" y="62"/>
                  <a:pt x="87" y="62"/>
                </a:cubicBezTo>
                <a:cubicBezTo>
                  <a:pt x="53" y="66"/>
                  <a:pt x="53" y="66"/>
                  <a:pt x="53" y="66"/>
                </a:cubicBezTo>
                <a:cubicBezTo>
                  <a:pt x="53" y="66"/>
                  <a:pt x="52" y="66"/>
                  <a:pt x="52" y="65"/>
                </a:cubicBezTo>
                <a:cubicBezTo>
                  <a:pt x="5" y="58"/>
                  <a:pt x="5" y="58"/>
                  <a:pt x="5" y="58"/>
                </a:cubicBezTo>
                <a:cubicBezTo>
                  <a:pt x="2" y="58"/>
                  <a:pt x="0" y="56"/>
                  <a:pt x="0" y="53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45"/>
                  <a:pt x="0" y="44"/>
                  <a:pt x="0" y="44"/>
                </a:cubicBezTo>
                <a:cubicBezTo>
                  <a:pt x="18" y="3"/>
                  <a:pt x="18" y="3"/>
                  <a:pt x="18" y="3"/>
                </a:cubicBezTo>
              </a:path>
            </a:pathLst>
          </a:custGeom>
          <a:solidFill>
            <a:srgbClr val="FFFFFF"/>
          </a:solidFill>
          <a:ln w="9525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6" name="Freeform 63">
            <a:extLst>
              <a:ext uri="{FF2B5EF4-FFF2-40B4-BE49-F238E27FC236}">
                <a16:creationId xmlns:a16="http://schemas.microsoft.com/office/drawing/2014/main" id="{5A2B8258-9BF7-4A56-A359-A5F0C2777BB1}"/>
              </a:ext>
            </a:extLst>
          </p:cNvPr>
          <p:cNvSpPr>
            <a:spLocks/>
          </p:cNvSpPr>
          <p:nvPr/>
        </p:nvSpPr>
        <p:spPr bwMode="auto">
          <a:xfrm>
            <a:off x="5359400" y="3969991"/>
            <a:ext cx="212725" cy="152400"/>
          </a:xfrm>
          <a:custGeom>
            <a:avLst/>
            <a:gdLst>
              <a:gd name="T0" fmla="*/ 74 w 92"/>
              <a:gd name="T1" fmla="*/ 0 h 66"/>
              <a:gd name="T2" fmla="*/ 66 w 92"/>
              <a:gd name="T3" fmla="*/ 9 h 66"/>
              <a:gd name="T4" fmla="*/ 66 w 92"/>
              <a:gd name="T5" fmla="*/ 17 h 66"/>
              <a:gd name="T6" fmla="*/ 91 w 92"/>
              <a:gd name="T7" fmla="*/ 46 h 66"/>
              <a:gd name="T8" fmla="*/ 92 w 92"/>
              <a:gd name="T9" fmla="*/ 50 h 66"/>
              <a:gd name="T10" fmla="*/ 92 w 92"/>
              <a:gd name="T11" fmla="*/ 56 h 66"/>
              <a:gd name="T12" fmla="*/ 87 w 92"/>
              <a:gd name="T13" fmla="*/ 62 h 66"/>
              <a:gd name="T14" fmla="*/ 53 w 92"/>
              <a:gd name="T15" fmla="*/ 66 h 66"/>
              <a:gd name="T16" fmla="*/ 52 w 92"/>
              <a:gd name="T17" fmla="*/ 65 h 66"/>
              <a:gd name="T18" fmla="*/ 5 w 92"/>
              <a:gd name="T19" fmla="*/ 58 h 66"/>
              <a:gd name="T20" fmla="*/ 0 w 92"/>
              <a:gd name="T21" fmla="*/ 53 h 66"/>
              <a:gd name="T22" fmla="*/ 0 w 92"/>
              <a:gd name="T23" fmla="*/ 46 h 66"/>
              <a:gd name="T24" fmla="*/ 0 w 92"/>
              <a:gd name="T25" fmla="*/ 44 h 66"/>
              <a:gd name="T26" fmla="*/ 18 w 92"/>
              <a:gd name="T27" fmla="*/ 3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92" h="66">
                <a:moveTo>
                  <a:pt x="74" y="0"/>
                </a:moveTo>
                <a:cubicBezTo>
                  <a:pt x="66" y="9"/>
                  <a:pt x="66" y="9"/>
                  <a:pt x="66" y="9"/>
                </a:cubicBezTo>
                <a:cubicBezTo>
                  <a:pt x="64" y="11"/>
                  <a:pt x="64" y="15"/>
                  <a:pt x="66" y="17"/>
                </a:cubicBezTo>
                <a:cubicBezTo>
                  <a:pt x="91" y="46"/>
                  <a:pt x="91" y="46"/>
                  <a:pt x="91" y="46"/>
                </a:cubicBezTo>
                <a:cubicBezTo>
                  <a:pt x="92" y="47"/>
                  <a:pt x="92" y="49"/>
                  <a:pt x="92" y="50"/>
                </a:cubicBezTo>
                <a:cubicBezTo>
                  <a:pt x="92" y="56"/>
                  <a:pt x="92" y="56"/>
                  <a:pt x="92" y="56"/>
                </a:cubicBezTo>
                <a:cubicBezTo>
                  <a:pt x="92" y="59"/>
                  <a:pt x="90" y="62"/>
                  <a:pt x="87" y="62"/>
                </a:cubicBezTo>
                <a:cubicBezTo>
                  <a:pt x="53" y="66"/>
                  <a:pt x="53" y="66"/>
                  <a:pt x="53" y="66"/>
                </a:cubicBezTo>
                <a:cubicBezTo>
                  <a:pt x="53" y="66"/>
                  <a:pt x="52" y="66"/>
                  <a:pt x="52" y="65"/>
                </a:cubicBezTo>
                <a:cubicBezTo>
                  <a:pt x="5" y="58"/>
                  <a:pt x="5" y="58"/>
                  <a:pt x="5" y="58"/>
                </a:cubicBezTo>
                <a:cubicBezTo>
                  <a:pt x="2" y="58"/>
                  <a:pt x="0" y="56"/>
                  <a:pt x="0" y="53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45"/>
                  <a:pt x="0" y="44"/>
                  <a:pt x="0" y="44"/>
                </a:cubicBezTo>
                <a:cubicBezTo>
                  <a:pt x="18" y="3"/>
                  <a:pt x="18" y="3"/>
                  <a:pt x="18" y="3"/>
                </a:cubicBezTo>
              </a:path>
            </a:pathLst>
          </a:custGeom>
          <a:noFill/>
          <a:ln w="9525" cap="rnd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7" name="Freeform 64">
            <a:extLst>
              <a:ext uri="{FF2B5EF4-FFF2-40B4-BE49-F238E27FC236}">
                <a16:creationId xmlns:a16="http://schemas.microsoft.com/office/drawing/2014/main" id="{E2F9F176-BE39-453B-B122-2D298AD5B011}"/>
              </a:ext>
            </a:extLst>
          </p:cNvPr>
          <p:cNvSpPr>
            <a:spLocks/>
          </p:cNvSpPr>
          <p:nvPr/>
        </p:nvSpPr>
        <p:spPr bwMode="auto">
          <a:xfrm>
            <a:off x="5265738" y="2074516"/>
            <a:ext cx="127000" cy="287338"/>
          </a:xfrm>
          <a:custGeom>
            <a:avLst/>
            <a:gdLst>
              <a:gd name="T0" fmla="*/ 52 w 55"/>
              <a:gd name="T1" fmla="*/ 99 h 124"/>
              <a:gd name="T2" fmla="*/ 39 w 55"/>
              <a:gd name="T3" fmla="*/ 0 h 124"/>
              <a:gd name="T4" fmla="*/ 19 w 55"/>
              <a:gd name="T5" fmla="*/ 31 h 124"/>
              <a:gd name="T6" fmla="*/ 4 w 55"/>
              <a:gd name="T7" fmla="*/ 86 h 124"/>
              <a:gd name="T8" fmla="*/ 1 w 55"/>
              <a:gd name="T9" fmla="*/ 122 h 124"/>
              <a:gd name="T10" fmla="*/ 0 w 55"/>
              <a:gd name="T11" fmla="*/ 124 h 124"/>
              <a:gd name="T12" fmla="*/ 52 w 55"/>
              <a:gd name="T13" fmla="*/ 99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5" h="124">
                <a:moveTo>
                  <a:pt x="52" y="99"/>
                </a:moveTo>
                <a:cubicBezTo>
                  <a:pt x="52" y="99"/>
                  <a:pt x="39" y="3"/>
                  <a:pt x="39" y="0"/>
                </a:cubicBezTo>
                <a:cubicBezTo>
                  <a:pt x="19" y="31"/>
                  <a:pt x="19" y="31"/>
                  <a:pt x="19" y="31"/>
                </a:cubicBezTo>
                <a:cubicBezTo>
                  <a:pt x="4" y="86"/>
                  <a:pt x="4" y="86"/>
                  <a:pt x="4" y="86"/>
                </a:cubicBezTo>
                <a:cubicBezTo>
                  <a:pt x="4" y="86"/>
                  <a:pt x="14" y="114"/>
                  <a:pt x="1" y="122"/>
                </a:cubicBezTo>
                <a:cubicBezTo>
                  <a:pt x="1" y="123"/>
                  <a:pt x="0" y="123"/>
                  <a:pt x="0" y="124"/>
                </a:cubicBezTo>
                <a:cubicBezTo>
                  <a:pt x="28" y="123"/>
                  <a:pt x="55" y="114"/>
                  <a:pt x="52" y="99"/>
                </a:cubicBezTo>
                <a:close/>
              </a:path>
            </a:pathLst>
          </a:custGeom>
          <a:solidFill>
            <a:srgbClr val="4BB4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8" name="Freeform 65">
            <a:extLst>
              <a:ext uri="{FF2B5EF4-FFF2-40B4-BE49-F238E27FC236}">
                <a16:creationId xmlns:a16="http://schemas.microsoft.com/office/drawing/2014/main" id="{FEA1E728-F732-41B8-8036-341FB31FA9A1}"/>
              </a:ext>
            </a:extLst>
          </p:cNvPr>
          <p:cNvSpPr>
            <a:spLocks/>
          </p:cNvSpPr>
          <p:nvPr/>
        </p:nvSpPr>
        <p:spPr bwMode="auto">
          <a:xfrm>
            <a:off x="5054600" y="1866553"/>
            <a:ext cx="342900" cy="434975"/>
          </a:xfrm>
          <a:custGeom>
            <a:avLst/>
            <a:gdLst>
              <a:gd name="T0" fmla="*/ 6 w 148"/>
              <a:gd name="T1" fmla="*/ 80 h 188"/>
              <a:gd name="T2" fmla="*/ 62 w 148"/>
              <a:gd name="T3" fmla="*/ 188 h 188"/>
              <a:gd name="T4" fmla="*/ 140 w 148"/>
              <a:gd name="T5" fmla="*/ 93 h 188"/>
              <a:gd name="T6" fmla="*/ 80 w 148"/>
              <a:gd name="T7" fmla="*/ 2 h 188"/>
              <a:gd name="T8" fmla="*/ 6 w 148"/>
              <a:gd name="T9" fmla="*/ 80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8" h="188">
                <a:moveTo>
                  <a:pt x="6" y="80"/>
                </a:moveTo>
                <a:cubicBezTo>
                  <a:pt x="15" y="141"/>
                  <a:pt x="24" y="188"/>
                  <a:pt x="62" y="188"/>
                </a:cubicBezTo>
                <a:cubicBezTo>
                  <a:pt x="100" y="188"/>
                  <a:pt x="132" y="153"/>
                  <a:pt x="140" y="93"/>
                </a:cubicBezTo>
                <a:cubicBezTo>
                  <a:pt x="148" y="33"/>
                  <a:pt x="130" y="0"/>
                  <a:pt x="80" y="2"/>
                </a:cubicBezTo>
                <a:cubicBezTo>
                  <a:pt x="30" y="4"/>
                  <a:pt x="0" y="39"/>
                  <a:pt x="6" y="8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9" name="Freeform 66">
            <a:extLst>
              <a:ext uri="{FF2B5EF4-FFF2-40B4-BE49-F238E27FC236}">
                <a16:creationId xmlns:a16="http://schemas.microsoft.com/office/drawing/2014/main" id="{FD6AFFA1-5196-48CD-8148-DD59F5F07968}"/>
              </a:ext>
            </a:extLst>
          </p:cNvPr>
          <p:cNvSpPr>
            <a:spLocks/>
          </p:cNvSpPr>
          <p:nvPr/>
        </p:nvSpPr>
        <p:spPr bwMode="auto">
          <a:xfrm>
            <a:off x="5062538" y="1926878"/>
            <a:ext cx="134938" cy="369888"/>
          </a:xfrm>
          <a:custGeom>
            <a:avLst/>
            <a:gdLst>
              <a:gd name="T0" fmla="*/ 18 w 59"/>
              <a:gd name="T1" fmla="*/ 45 h 160"/>
              <a:gd name="T2" fmla="*/ 20 w 59"/>
              <a:gd name="T3" fmla="*/ 0 h 160"/>
              <a:gd name="T4" fmla="*/ 3 w 59"/>
              <a:gd name="T5" fmla="*/ 54 h 160"/>
              <a:gd name="T6" fmla="*/ 59 w 59"/>
              <a:gd name="T7" fmla="*/ 160 h 160"/>
              <a:gd name="T8" fmla="*/ 18 w 59"/>
              <a:gd name="T9" fmla="*/ 45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" h="160">
                <a:moveTo>
                  <a:pt x="18" y="45"/>
                </a:moveTo>
                <a:cubicBezTo>
                  <a:pt x="20" y="0"/>
                  <a:pt x="20" y="0"/>
                  <a:pt x="20" y="0"/>
                </a:cubicBezTo>
                <a:cubicBezTo>
                  <a:pt x="6" y="14"/>
                  <a:pt x="0" y="33"/>
                  <a:pt x="3" y="54"/>
                </a:cubicBezTo>
                <a:cubicBezTo>
                  <a:pt x="12" y="115"/>
                  <a:pt x="24" y="160"/>
                  <a:pt x="59" y="160"/>
                </a:cubicBezTo>
                <a:cubicBezTo>
                  <a:pt x="33" y="156"/>
                  <a:pt x="11" y="83"/>
                  <a:pt x="18" y="45"/>
                </a:cubicBez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0" name="Freeform 67">
            <a:extLst>
              <a:ext uri="{FF2B5EF4-FFF2-40B4-BE49-F238E27FC236}">
                <a16:creationId xmlns:a16="http://schemas.microsoft.com/office/drawing/2014/main" id="{D7E8ECCC-B63E-407B-83A3-5C510F425ABF}"/>
              </a:ext>
            </a:extLst>
          </p:cNvPr>
          <p:cNvSpPr>
            <a:spLocks/>
          </p:cNvSpPr>
          <p:nvPr/>
        </p:nvSpPr>
        <p:spPr bwMode="auto">
          <a:xfrm>
            <a:off x="5168900" y="1891953"/>
            <a:ext cx="215900" cy="400050"/>
          </a:xfrm>
          <a:custGeom>
            <a:avLst/>
            <a:gdLst>
              <a:gd name="T0" fmla="*/ 89 w 94"/>
              <a:gd name="T1" fmla="*/ 82 h 173"/>
              <a:gd name="T2" fmla="*/ 67 w 94"/>
              <a:gd name="T3" fmla="*/ 0 h 173"/>
              <a:gd name="T4" fmla="*/ 40 w 94"/>
              <a:gd name="T5" fmla="*/ 2 h 173"/>
              <a:gd name="T6" fmla="*/ 13 w 94"/>
              <a:gd name="T7" fmla="*/ 20 h 173"/>
              <a:gd name="T8" fmla="*/ 6 w 94"/>
              <a:gd name="T9" fmla="*/ 38 h 173"/>
              <a:gd name="T10" fmla="*/ 0 w 94"/>
              <a:gd name="T11" fmla="*/ 71 h 173"/>
              <a:gd name="T12" fmla="*/ 27 w 94"/>
              <a:gd name="T13" fmla="*/ 173 h 173"/>
              <a:gd name="T14" fmla="*/ 89 w 94"/>
              <a:gd name="T15" fmla="*/ 82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4" h="173">
                <a:moveTo>
                  <a:pt x="89" y="82"/>
                </a:moveTo>
                <a:cubicBezTo>
                  <a:pt x="94" y="42"/>
                  <a:pt x="87" y="13"/>
                  <a:pt x="67" y="0"/>
                </a:cubicBezTo>
                <a:cubicBezTo>
                  <a:pt x="40" y="2"/>
                  <a:pt x="40" y="2"/>
                  <a:pt x="40" y="2"/>
                </a:cubicBezTo>
                <a:cubicBezTo>
                  <a:pt x="13" y="20"/>
                  <a:pt x="13" y="20"/>
                  <a:pt x="13" y="20"/>
                </a:cubicBezTo>
                <a:cubicBezTo>
                  <a:pt x="6" y="38"/>
                  <a:pt x="6" y="38"/>
                  <a:pt x="6" y="38"/>
                </a:cubicBezTo>
                <a:cubicBezTo>
                  <a:pt x="0" y="71"/>
                  <a:pt x="0" y="71"/>
                  <a:pt x="0" y="71"/>
                </a:cubicBezTo>
                <a:cubicBezTo>
                  <a:pt x="37" y="67"/>
                  <a:pt x="60" y="124"/>
                  <a:pt x="27" y="173"/>
                </a:cubicBezTo>
                <a:cubicBezTo>
                  <a:pt x="59" y="165"/>
                  <a:pt x="82" y="133"/>
                  <a:pt x="89" y="82"/>
                </a:cubicBezTo>
                <a:close/>
              </a:path>
            </a:pathLst>
          </a:custGeom>
          <a:solidFill>
            <a:srgbClr val="4BB4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1" name="Freeform 68">
            <a:extLst>
              <a:ext uri="{FF2B5EF4-FFF2-40B4-BE49-F238E27FC236}">
                <a16:creationId xmlns:a16="http://schemas.microsoft.com/office/drawing/2014/main" id="{36555A8F-0522-464D-8074-78AFCAB2C5C4}"/>
              </a:ext>
            </a:extLst>
          </p:cNvPr>
          <p:cNvSpPr>
            <a:spLocks/>
          </p:cNvSpPr>
          <p:nvPr/>
        </p:nvSpPr>
        <p:spPr bwMode="auto">
          <a:xfrm>
            <a:off x="5470525" y="2576166"/>
            <a:ext cx="106363" cy="206375"/>
          </a:xfrm>
          <a:custGeom>
            <a:avLst/>
            <a:gdLst>
              <a:gd name="T0" fmla="*/ 0 w 46"/>
              <a:gd name="T1" fmla="*/ 0 h 89"/>
              <a:gd name="T2" fmla="*/ 7 w 46"/>
              <a:gd name="T3" fmla="*/ 89 h 89"/>
              <a:gd name="T4" fmla="*/ 46 w 46"/>
              <a:gd name="T5" fmla="*/ 75 h 89"/>
              <a:gd name="T6" fmla="*/ 0 w 46"/>
              <a:gd name="T7" fmla="*/ 0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6" h="89">
                <a:moveTo>
                  <a:pt x="0" y="0"/>
                </a:moveTo>
                <a:cubicBezTo>
                  <a:pt x="0" y="0"/>
                  <a:pt x="12" y="53"/>
                  <a:pt x="7" y="89"/>
                </a:cubicBezTo>
                <a:cubicBezTo>
                  <a:pt x="46" y="75"/>
                  <a:pt x="46" y="75"/>
                  <a:pt x="46" y="75"/>
                </a:cubicBezTo>
                <a:cubicBezTo>
                  <a:pt x="46" y="75"/>
                  <a:pt x="10" y="21"/>
                  <a:pt x="0" y="0"/>
                </a:cubicBezTo>
                <a:close/>
              </a:path>
            </a:pathLst>
          </a:custGeom>
          <a:solidFill>
            <a:srgbClr val="4BB4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2" name="Freeform 69">
            <a:extLst>
              <a:ext uri="{FF2B5EF4-FFF2-40B4-BE49-F238E27FC236}">
                <a16:creationId xmlns:a16="http://schemas.microsoft.com/office/drawing/2014/main" id="{5CAEC126-6B52-4DD2-9671-14CE114554E9}"/>
              </a:ext>
            </a:extLst>
          </p:cNvPr>
          <p:cNvSpPr>
            <a:spLocks/>
          </p:cNvSpPr>
          <p:nvPr/>
        </p:nvSpPr>
        <p:spPr bwMode="auto">
          <a:xfrm>
            <a:off x="5602288" y="3046066"/>
            <a:ext cx="647700" cy="293688"/>
          </a:xfrm>
          <a:custGeom>
            <a:avLst/>
            <a:gdLst>
              <a:gd name="T0" fmla="*/ 189 w 280"/>
              <a:gd name="T1" fmla="*/ 18 h 127"/>
              <a:gd name="T2" fmla="*/ 0 w 280"/>
              <a:gd name="T3" fmla="*/ 5 h 127"/>
              <a:gd name="T4" fmla="*/ 0 w 280"/>
              <a:gd name="T5" fmla="*/ 5 h 127"/>
              <a:gd name="T6" fmla="*/ 231 w 280"/>
              <a:gd name="T7" fmla="*/ 127 h 127"/>
              <a:gd name="T8" fmla="*/ 236 w 280"/>
              <a:gd name="T9" fmla="*/ 121 h 127"/>
              <a:gd name="T10" fmla="*/ 189 w 280"/>
              <a:gd name="T11" fmla="*/ 18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0" h="127">
                <a:moveTo>
                  <a:pt x="189" y="18"/>
                </a:moveTo>
                <a:cubicBezTo>
                  <a:pt x="149" y="4"/>
                  <a:pt x="72" y="0"/>
                  <a:pt x="0" y="5"/>
                </a:cubicBezTo>
                <a:cubicBezTo>
                  <a:pt x="0" y="5"/>
                  <a:pt x="0" y="5"/>
                  <a:pt x="0" y="5"/>
                </a:cubicBezTo>
                <a:cubicBezTo>
                  <a:pt x="231" y="127"/>
                  <a:pt x="231" y="127"/>
                  <a:pt x="231" y="127"/>
                </a:cubicBezTo>
                <a:cubicBezTo>
                  <a:pt x="233" y="125"/>
                  <a:pt x="235" y="123"/>
                  <a:pt x="236" y="121"/>
                </a:cubicBezTo>
                <a:cubicBezTo>
                  <a:pt x="280" y="69"/>
                  <a:pt x="248" y="38"/>
                  <a:pt x="189" y="18"/>
                </a:cubicBez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3" name="Freeform 70">
            <a:extLst>
              <a:ext uri="{FF2B5EF4-FFF2-40B4-BE49-F238E27FC236}">
                <a16:creationId xmlns:a16="http://schemas.microsoft.com/office/drawing/2014/main" id="{96055FBA-9924-481D-A217-058F7FD82CEA}"/>
              </a:ext>
            </a:extLst>
          </p:cNvPr>
          <p:cNvSpPr>
            <a:spLocks/>
          </p:cNvSpPr>
          <p:nvPr/>
        </p:nvSpPr>
        <p:spPr bwMode="auto">
          <a:xfrm>
            <a:off x="5694363" y="3085753"/>
            <a:ext cx="542925" cy="703263"/>
          </a:xfrm>
          <a:custGeom>
            <a:avLst/>
            <a:gdLst>
              <a:gd name="T0" fmla="*/ 0 w 235"/>
              <a:gd name="T1" fmla="*/ 305 h 305"/>
              <a:gd name="T2" fmla="*/ 195 w 235"/>
              <a:gd name="T3" fmla="*/ 108 h 305"/>
              <a:gd name="T4" fmla="*/ 153 w 235"/>
              <a:gd name="T5" fmla="*/ 0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5" h="305">
                <a:moveTo>
                  <a:pt x="0" y="305"/>
                </a:moveTo>
                <a:cubicBezTo>
                  <a:pt x="195" y="108"/>
                  <a:pt x="195" y="108"/>
                  <a:pt x="195" y="108"/>
                </a:cubicBezTo>
                <a:cubicBezTo>
                  <a:pt x="229" y="79"/>
                  <a:pt x="235" y="25"/>
                  <a:pt x="153" y="0"/>
                </a:cubicBezTo>
              </a:path>
            </a:pathLst>
          </a:custGeom>
          <a:noFill/>
          <a:ln w="28575" cap="rnd">
            <a:solidFill>
              <a:srgbClr val="085EB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4" name="Freeform 71">
            <a:extLst>
              <a:ext uri="{FF2B5EF4-FFF2-40B4-BE49-F238E27FC236}">
                <a16:creationId xmlns:a16="http://schemas.microsoft.com/office/drawing/2014/main" id="{FC3E67FB-5BDE-41FC-AD5C-BC169CA4110A}"/>
              </a:ext>
            </a:extLst>
          </p:cNvPr>
          <p:cNvSpPr>
            <a:spLocks/>
          </p:cNvSpPr>
          <p:nvPr/>
        </p:nvSpPr>
        <p:spPr bwMode="auto">
          <a:xfrm>
            <a:off x="5113338" y="3212753"/>
            <a:ext cx="127000" cy="676275"/>
          </a:xfrm>
          <a:custGeom>
            <a:avLst/>
            <a:gdLst>
              <a:gd name="T0" fmla="*/ 0 w 55"/>
              <a:gd name="T1" fmla="*/ 0 h 293"/>
              <a:gd name="T2" fmla="*/ 55 w 55"/>
              <a:gd name="T3" fmla="*/ 293 h 29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5" h="293">
                <a:moveTo>
                  <a:pt x="0" y="0"/>
                </a:moveTo>
                <a:cubicBezTo>
                  <a:pt x="0" y="0"/>
                  <a:pt x="47" y="248"/>
                  <a:pt x="55" y="293"/>
                </a:cubicBezTo>
              </a:path>
            </a:pathLst>
          </a:custGeom>
          <a:noFill/>
          <a:ln w="28575" cap="rnd">
            <a:solidFill>
              <a:srgbClr val="085EB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5" name="Freeform 72">
            <a:extLst>
              <a:ext uri="{FF2B5EF4-FFF2-40B4-BE49-F238E27FC236}">
                <a16:creationId xmlns:a16="http://schemas.microsoft.com/office/drawing/2014/main" id="{FE9B79AD-257B-4D91-AA0A-45E70FA258EE}"/>
              </a:ext>
            </a:extLst>
          </p:cNvPr>
          <p:cNvSpPr>
            <a:spLocks/>
          </p:cNvSpPr>
          <p:nvPr/>
        </p:nvSpPr>
        <p:spPr bwMode="auto">
          <a:xfrm>
            <a:off x="5461000" y="3223866"/>
            <a:ext cx="215900" cy="471488"/>
          </a:xfrm>
          <a:custGeom>
            <a:avLst/>
            <a:gdLst>
              <a:gd name="T0" fmla="*/ 93 w 93"/>
              <a:gd name="T1" fmla="*/ 0 h 204"/>
              <a:gd name="T2" fmla="*/ 0 w 93"/>
              <a:gd name="T3" fmla="*/ 204 h 20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3" h="204">
                <a:moveTo>
                  <a:pt x="93" y="0"/>
                </a:moveTo>
                <a:cubicBezTo>
                  <a:pt x="93" y="0"/>
                  <a:pt x="28" y="135"/>
                  <a:pt x="0" y="204"/>
                </a:cubicBezTo>
              </a:path>
            </a:pathLst>
          </a:custGeom>
          <a:noFill/>
          <a:ln w="28575" cap="rnd">
            <a:solidFill>
              <a:srgbClr val="FFB4E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6" name="Freeform 73">
            <a:extLst>
              <a:ext uri="{FF2B5EF4-FFF2-40B4-BE49-F238E27FC236}">
                <a16:creationId xmlns:a16="http://schemas.microsoft.com/office/drawing/2014/main" id="{9E784435-9FDB-4863-BDDB-F44D3C771BB7}"/>
              </a:ext>
            </a:extLst>
          </p:cNvPr>
          <p:cNvSpPr>
            <a:spLocks/>
          </p:cNvSpPr>
          <p:nvPr/>
        </p:nvSpPr>
        <p:spPr bwMode="auto">
          <a:xfrm>
            <a:off x="5711825" y="2677766"/>
            <a:ext cx="198438" cy="261938"/>
          </a:xfrm>
          <a:custGeom>
            <a:avLst/>
            <a:gdLst>
              <a:gd name="T0" fmla="*/ 0 w 86"/>
              <a:gd name="T1" fmla="*/ 113 h 113"/>
              <a:gd name="T2" fmla="*/ 29 w 86"/>
              <a:gd name="T3" fmla="*/ 113 h 113"/>
              <a:gd name="T4" fmla="*/ 71 w 86"/>
              <a:gd name="T5" fmla="*/ 40 h 113"/>
              <a:gd name="T6" fmla="*/ 55 w 86"/>
              <a:gd name="T7" fmla="*/ 0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6" h="113">
                <a:moveTo>
                  <a:pt x="0" y="113"/>
                </a:moveTo>
                <a:cubicBezTo>
                  <a:pt x="11" y="113"/>
                  <a:pt x="21" y="113"/>
                  <a:pt x="29" y="113"/>
                </a:cubicBezTo>
                <a:cubicBezTo>
                  <a:pt x="86" y="113"/>
                  <a:pt x="80" y="70"/>
                  <a:pt x="71" y="40"/>
                </a:cubicBezTo>
                <a:cubicBezTo>
                  <a:pt x="69" y="33"/>
                  <a:pt x="63" y="18"/>
                  <a:pt x="55" y="0"/>
                </a:cubicBezTo>
              </a:path>
            </a:pathLst>
          </a:custGeom>
          <a:noFill/>
          <a:ln w="28575" cap="rnd">
            <a:solidFill>
              <a:srgbClr val="FFB4E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7" name="Freeform 74">
            <a:extLst>
              <a:ext uri="{FF2B5EF4-FFF2-40B4-BE49-F238E27FC236}">
                <a16:creationId xmlns:a16="http://schemas.microsoft.com/office/drawing/2014/main" id="{C9DBC775-FE18-40B3-B25A-AA67DFFB35A5}"/>
              </a:ext>
            </a:extLst>
          </p:cNvPr>
          <p:cNvSpPr>
            <a:spLocks/>
          </p:cNvSpPr>
          <p:nvPr/>
        </p:nvSpPr>
        <p:spPr bwMode="auto">
          <a:xfrm>
            <a:off x="5494338" y="2604741"/>
            <a:ext cx="68263" cy="117475"/>
          </a:xfrm>
          <a:custGeom>
            <a:avLst/>
            <a:gdLst>
              <a:gd name="T0" fmla="*/ 0 w 30"/>
              <a:gd name="T1" fmla="*/ 0 h 51"/>
              <a:gd name="T2" fmla="*/ 30 w 30"/>
              <a:gd name="T3" fmla="*/ 51 h 5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0" h="51">
                <a:moveTo>
                  <a:pt x="0" y="0"/>
                </a:moveTo>
                <a:cubicBezTo>
                  <a:pt x="11" y="22"/>
                  <a:pt x="18" y="32"/>
                  <a:pt x="30" y="51"/>
                </a:cubicBezTo>
              </a:path>
            </a:pathLst>
          </a:custGeom>
          <a:noFill/>
          <a:ln w="28575" cap="rnd">
            <a:solidFill>
              <a:srgbClr val="FF79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8" name="Freeform 75">
            <a:extLst>
              <a:ext uri="{FF2B5EF4-FFF2-40B4-BE49-F238E27FC236}">
                <a16:creationId xmlns:a16="http://schemas.microsoft.com/office/drawing/2014/main" id="{6119958D-A8C5-4FC9-98AE-1B4A8D5F5266}"/>
              </a:ext>
            </a:extLst>
          </p:cNvPr>
          <p:cNvSpPr>
            <a:spLocks/>
          </p:cNvSpPr>
          <p:nvPr/>
        </p:nvSpPr>
        <p:spPr bwMode="auto">
          <a:xfrm>
            <a:off x="5048250" y="1790353"/>
            <a:ext cx="406400" cy="342900"/>
          </a:xfrm>
          <a:custGeom>
            <a:avLst/>
            <a:gdLst>
              <a:gd name="T0" fmla="*/ 44 w 176"/>
              <a:gd name="T1" fmla="*/ 117 h 148"/>
              <a:gd name="T2" fmla="*/ 85 w 176"/>
              <a:gd name="T3" fmla="*/ 92 h 148"/>
              <a:gd name="T4" fmla="*/ 115 w 176"/>
              <a:gd name="T5" fmla="*/ 107 h 148"/>
              <a:gd name="T6" fmla="*/ 109 w 176"/>
              <a:gd name="T7" fmla="*/ 145 h 148"/>
              <a:gd name="T8" fmla="*/ 123 w 176"/>
              <a:gd name="T9" fmla="*/ 138 h 148"/>
              <a:gd name="T10" fmla="*/ 134 w 176"/>
              <a:gd name="T11" fmla="*/ 109 h 148"/>
              <a:gd name="T12" fmla="*/ 140 w 176"/>
              <a:gd name="T13" fmla="*/ 145 h 148"/>
              <a:gd name="T14" fmla="*/ 159 w 176"/>
              <a:gd name="T15" fmla="*/ 128 h 148"/>
              <a:gd name="T16" fmla="*/ 176 w 176"/>
              <a:gd name="T17" fmla="*/ 75 h 148"/>
              <a:gd name="T18" fmla="*/ 143 w 176"/>
              <a:gd name="T19" fmla="*/ 2 h 148"/>
              <a:gd name="T20" fmla="*/ 61 w 176"/>
              <a:gd name="T21" fmla="*/ 22 h 148"/>
              <a:gd name="T22" fmla="*/ 39 w 176"/>
              <a:gd name="T23" fmla="*/ 13 h 148"/>
              <a:gd name="T24" fmla="*/ 0 w 176"/>
              <a:gd name="T25" fmla="*/ 83 h 148"/>
              <a:gd name="T26" fmla="*/ 14 w 176"/>
              <a:gd name="T27" fmla="*/ 148 h 148"/>
              <a:gd name="T28" fmla="*/ 17 w 176"/>
              <a:gd name="T29" fmla="*/ 101 h 148"/>
              <a:gd name="T30" fmla="*/ 44 w 176"/>
              <a:gd name="T31" fmla="*/ 117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76" h="148">
                <a:moveTo>
                  <a:pt x="44" y="117"/>
                </a:moveTo>
                <a:cubicBezTo>
                  <a:pt x="70" y="115"/>
                  <a:pt x="73" y="104"/>
                  <a:pt x="85" y="92"/>
                </a:cubicBezTo>
                <a:cubicBezTo>
                  <a:pt x="97" y="80"/>
                  <a:pt x="116" y="83"/>
                  <a:pt x="115" y="107"/>
                </a:cubicBezTo>
                <a:cubicBezTo>
                  <a:pt x="114" y="131"/>
                  <a:pt x="109" y="145"/>
                  <a:pt x="109" y="145"/>
                </a:cubicBezTo>
                <a:cubicBezTo>
                  <a:pt x="123" y="138"/>
                  <a:pt x="123" y="138"/>
                  <a:pt x="123" y="138"/>
                </a:cubicBezTo>
                <a:cubicBezTo>
                  <a:pt x="123" y="138"/>
                  <a:pt x="124" y="111"/>
                  <a:pt x="134" y="109"/>
                </a:cubicBezTo>
                <a:cubicBezTo>
                  <a:pt x="145" y="106"/>
                  <a:pt x="140" y="145"/>
                  <a:pt x="140" y="145"/>
                </a:cubicBezTo>
                <a:cubicBezTo>
                  <a:pt x="140" y="145"/>
                  <a:pt x="153" y="137"/>
                  <a:pt x="159" y="128"/>
                </a:cubicBezTo>
                <a:cubicBezTo>
                  <a:pt x="165" y="119"/>
                  <a:pt x="176" y="90"/>
                  <a:pt x="176" y="75"/>
                </a:cubicBezTo>
                <a:cubicBezTo>
                  <a:pt x="176" y="59"/>
                  <a:pt x="153" y="5"/>
                  <a:pt x="143" y="2"/>
                </a:cubicBezTo>
                <a:cubicBezTo>
                  <a:pt x="132" y="0"/>
                  <a:pt x="65" y="18"/>
                  <a:pt x="61" y="22"/>
                </a:cubicBezTo>
                <a:cubicBezTo>
                  <a:pt x="61" y="22"/>
                  <a:pt x="52" y="4"/>
                  <a:pt x="39" y="13"/>
                </a:cubicBezTo>
                <a:cubicBezTo>
                  <a:pt x="25" y="22"/>
                  <a:pt x="1" y="70"/>
                  <a:pt x="0" y="83"/>
                </a:cubicBezTo>
                <a:cubicBezTo>
                  <a:pt x="0" y="95"/>
                  <a:pt x="6" y="141"/>
                  <a:pt x="14" y="148"/>
                </a:cubicBezTo>
                <a:cubicBezTo>
                  <a:pt x="11" y="124"/>
                  <a:pt x="12" y="98"/>
                  <a:pt x="17" y="101"/>
                </a:cubicBezTo>
                <a:cubicBezTo>
                  <a:pt x="22" y="104"/>
                  <a:pt x="26" y="120"/>
                  <a:pt x="44" y="11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9" name="Freeform 76">
            <a:extLst>
              <a:ext uri="{FF2B5EF4-FFF2-40B4-BE49-F238E27FC236}">
                <a16:creationId xmlns:a16="http://schemas.microsoft.com/office/drawing/2014/main" id="{BE31BF8F-B513-4BDD-BBBD-3B2AE24F33AF}"/>
              </a:ext>
            </a:extLst>
          </p:cNvPr>
          <p:cNvSpPr>
            <a:spLocks/>
          </p:cNvSpPr>
          <p:nvPr/>
        </p:nvSpPr>
        <p:spPr bwMode="auto">
          <a:xfrm>
            <a:off x="5048250" y="1799878"/>
            <a:ext cx="161925" cy="333375"/>
          </a:xfrm>
          <a:custGeom>
            <a:avLst/>
            <a:gdLst>
              <a:gd name="T0" fmla="*/ 70 w 70"/>
              <a:gd name="T1" fmla="*/ 14 h 144"/>
              <a:gd name="T2" fmla="*/ 61 w 70"/>
              <a:gd name="T3" fmla="*/ 18 h 144"/>
              <a:gd name="T4" fmla="*/ 39 w 70"/>
              <a:gd name="T5" fmla="*/ 9 h 144"/>
              <a:gd name="T6" fmla="*/ 0 w 70"/>
              <a:gd name="T7" fmla="*/ 79 h 144"/>
              <a:gd name="T8" fmla="*/ 14 w 70"/>
              <a:gd name="T9" fmla="*/ 144 h 144"/>
              <a:gd name="T10" fmla="*/ 17 w 70"/>
              <a:gd name="T11" fmla="*/ 97 h 144"/>
              <a:gd name="T12" fmla="*/ 44 w 70"/>
              <a:gd name="T13" fmla="*/ 113 h 144"/>
              <a:gd name="T14" fmla="*/ 52 w 70"/>
              <a:gd name="T15" fmla="*/ 112 h 144"/>
              <a:gd name="T16" fmla="*/ 52 w 70"/>
              <a:gd name="T17" fmla="*/ 111 h 144"/>
              <a:gd name="T18" fmla="*/ 70 w 70"/>
              <a:gd name="T19" fmla="*/ 1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0" h="144">
                <a:moveTo>
                  <a:pt x="70" y="14"/>
                </a:moveTo>
                <a:cubicBezTo>
                  <a:pt x="65" y="15"/>
                  <a:pt x="62" y="17"/>
                  <a:pt x="61" y="18"/>
                </a:cubicBezTo>
                <a:cubicBezTo>
                  <a:pt x="61" y="18"/>
                  <a:pt x="52" y="0"/>
                  <a:pt x="39" y="9"/>
                </a:cubicBezTo>
                <a:cubicBezTo>
                  <a:pt x="25" y="18"/>
                  <a:pt x="1" y="66"/>
                  <a:pt x="0" y="79"/>
                </a:cubicBezTo>
                <a:cubicBezTo>
                  <a:pt x="0" y="91"/>
                  <a:pt x="6" y="137"/>
                  <a:pt x="14" y="144"/>
                </a:cubicBezTo>
                <a:cubicBezTo>
                  <a:pt x="11" y="120"/>
                  <a:pt x="12" y="94"/>
                  <a:pt x="17" y="97"/>
                </a:cubicBezTo>
                <a:cubicBezTo>
                  <a:pt x="22" y="100"/>
                  <a:pt x="26" y="116"/>
                  <a:pt x="44" y="113"/>
                </a:cubicBezTo>
                <a:cubicBezTo>
                  <a:pt x="47" y="112"/>
                  <a:pt x="49" y="112"/>
                  <a:pt x="52" y="112"/>
                </a:cubicBezTo>
                <a:cubicBezTo>
                  <a:pt x="52" y="111"/>
                  <a:pt x="52" y="111"/>
                  <a:pt x="52" y="111"/>
                </a:cubicBezTo>
                <a:cubicBezTo>
                  <a:pt x="26" y="116"/>
                  <a:pt x="24" y="43"/>
                  <a:pt x="70" y="14"/>
                </a:cubicBezTo>
                <a:close/>
              </a:path>
            </a:pathLst>
          </a:custGeom>
          <a:solidFill>
            <a:srgbClr val="085EB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0" name="Freeform 77">
            <a:extLst>
              <a:ext uri="{FF2B5EF4-FFF2-40B4-BE49-F238E27FC236}">
                <a16:creationId xmlns:a16="http://schemas.microsoft.com/office/drawing/2014/main" id="{8F87E9A4-D557-48B9-AC67-0F5A6F72E4AE}"/>
              </a:ext>
            </a:extLst>
          </p:cNvPr>
          <p:cNvSpPr>
            <a:spLocks/>
          </p:cNvSpPr>
          <p:nvPr/>
        </p:nvSpPr>
        <p:spPr bwMode="auto">
          <a:xfrm>
            <a:off x="4713288" y="2352328"/>
            <a:ext cx="242888" cy="503238"/>
          </a:xfrm>
          <a:custGeom>
            <a:avLst/>
            <a:gdLst>
              <a:gd name="T0" fmla="*/ 4 w 105"/>
              <a:gd name="T1" fmla="*/ 171 h 218"/>
              <a:gd name="T2" fmla="*/ 17 w 105"/>
              <a:gd name="T3" fmla="*/ 218 h 218"/>
              <a:gd name="T4" fmla="*/ 37 w 105"/>
              <a:gd name="T5" fmla="*/ 186 h 218"/>
              <a:gd name="T6" fmla="*/ 105 w 105"/>
              <a:gd name="T7" fmla="*/ 1 h 218"/>
              <a:gd name="T8" fmla="*/ 94 w 105"/>
              <a:gd name="T9" fmla="*/ 0 h 218"/>
              <a:gd name="T10" fmla="*/ 4 w 105"/>
              <a:gd name="T11" fmla="*/ 171 h 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5" h="218">
                <a:moveTo>
                  <a:pt x="4" y="171"/>
                </a:moveTo>
                <a:cubicBezTo>
                  <a:pt x="0" y="191"/>
                  <a:pt x="6" y="206"/>
                  <a:pt x="17" y="218"/>
                </a:cubicBezTo>
                <a:cubicBezTo>
                  <a:pt x="25" y="213"/>
                  <a:pt x="32" y="204"/>
                  <a:pt x="37" y="186"/>
                </a:cubicBezTo>
                <a:cubicBezTo>
                  <a:pt x="62" y="101"/>
                  <a:pt x="75" y="39"/>
                  <a:pt x="105" y="1"/>
                </a:cubicBezTo>
                <a:cubicBezTo>
                  <a:pt x="94" y="0"/>
                  <a:pt x="94" y="0"/>
                  <a:pt x="94" y="0"/>
                </a:cubicBezTo>
                <a:cubicBezTo>
                  <a:pt x="70" y="30"/>
                  <a:pt x="17" y="116"/>
                  <a:pt x="4" y="171"/>
                </a:cubicBezTo>
                <a:close/>
              </a:path>
            </a:pathLst>
          </a:custGeom>
          <a:solidFill>
            <a:srgbClr val="FF7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1" name="Freeform 78">
            <a:extLst>
              <a:ext uri="{FF2B5EF4-FFF2-40B4-BE49-F238E27FC236}">
                <a16:creationId xmlns:a16="http://schemas.microsoft.com/office/drawing/2014/main" id="{42A40686-AFA9-4AE8-AEB0-131E822339C1}"/>
              </a:ext>
            </a:extLst>
          </p:cNvPr>
          <p:cNvSpPr>
            <a:spLocks/>
          </p:cNvSpPr>
          <p:nvPr/>
        </p:nvSpPr>
        <p:spPr bwMode="auto">
          <a:xfrm>
            <a:off x="4324350" y="2634903"/>
            <a:ext cx="723900" cy="304800"/>
          </a:xfrm>
          <a:custGeom>
            <a:avLst/>
            <a:gdLst>
              <a:gd name="T0" fmla="*/ 0 w 456"/>
              <a:gd name="T1" fmla="*/ 0 h 192"/>
              <a:gd name="T2" fmla="*/ 350 w 456"/>
              <a:gd name="T3" fmla="*/ 0 h 192"/>
              <a:gd name="T4" fmla="*/ 456 w 456"/>
              <a:gd name="T5" fmla="*/ 192 h 192"/>
              <a:gd name="T6" fmla="*/ 131 w 456"/>
              <a:gd name="T7" fmla="*/ 192 h 192"/>
              <a:gd name="T8" fmla="*/ 0 w 456"/>
              <a:gd name="T9" fmla="*/ 0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192">
                <a:moveTo>
                  <a:pt x="0" y="0"/>
                </a:moveTo>
                <a:lnTo>
                  <a:pt x="350" y="0"/>
                </a:lnTo>
                <a:lnTo>
                  <a:pt x="456" y="192"/>
                </a:lnTo>
                <a:lnTo>
                  <a:pt x="131" y="192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2" name="Freeform 79">
            <a:extLst>
              <a:ext uri="{FF2B5EF4-FFF2-40B4-BE49-F238E27FC236}">
                <a16:creationId xmlns:a16="http://schemas.microsoft.com/office/drawing/2014/main" id="{0B061B2B-C6FD-4FEC-828D-E99A8E13388F}"/>
              </a:ext>
            </a:extLst>
          </p:cNvPr>
          <p:cNvSpPr>
            <a:spLocks/>
          </p:cNvSpPr>
          <p:nvPr/>
        </p:nvSpPr>
        <p:spPr bwMode="auto">
          <a:xfrm>
            <a:off x="4324350" y="2634903"/>
            <a:ext cx="723900" cy="304800"/>
          </a:xfrm>
          <a:custGeom>
            <a:avLst/>
            <a:gdLst>
              <a:gd name="T0" fmla="*/ 34 w 456"/>
              <a:gd name="T1" fmla="*/ 48 h 192"/>
              <a:gd name="T2" fmla="*/ 354 w 456"/>
              <a:gd name="T3" fmla="*/ 192 h 192"/>
              <a:gd name="T4" fmla="*/ 456 w 456"/>
              <a:gd name="T5" fmla="*/ 192 h 192"/>
              <a:gd name="T6" fmla="*/ 412 w 456"/>
              <a:gd name="T7" fmla="*/ 110 h 192"/>
              <a:gd name="T8" fmla="*/ 192 w 456"/>
              <a:gd name="T9" fmla="*/ 0 h 192"/>
              <a:gd name="T10" fmla="*/ 0 w 456"/>
              <a:gd name="T11" fmla="*/ 0 h 192"/>
              <a:gd name="T12" fmla="*/ 58 w 456"/>
              <a:gd name="T13" fmla="*/ 84 h 192"/>
              <a:gd name="T14" fmla="*/ 34 w 456"/>
              <a:gd name="T15" fmla="*/ 48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56" h="192">
                <a:moveTo>
                  <a:pt x="34" y="48"/>
                </a:moveTo>
                <a:lnTo>
                  <a:pt x="354" y="192"/>
                </a:lnTo>
                <a:lnTo>
                  <a:pt x="456" y="192"/>
                </a:lnTo>
                <a:lnTo>
                  <a:pt x="412" y="110"/>
                </a:lnTo>
                <a:lnTo>
                  <a:pt x="192" y="0"/>
                </a:lnTo>
                <a:lnTo>
                  <a:pt x="0" y="0"/>
                </a:lnTo>
                <a:lnTo>
                  <a:pt x="58" y="84"/>
                </a:lnTo>
                <a:lnTo>
                  <a:pt x="34" y="4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3" name="Freeform 80">
            <a:extLst>
              <a:ext uri="{FF2B5EF4-FFF2-40B4-BE49-F238E27FC236}">
                <a16:creationId xmlns:a16="http://schemas.microsoft.com/office/drawing/2014/main" id="{7906A079-BB19-45D7-A350-B7F415544ADB}"/>
              </a:ext>
            </a:extLst>
          </p:cNvPr>
          <p:cNvSpPr>
            <a:spLocks/>
          </p:cNvSpPr>
          <p:nvPr/>
        </p:nvSpPr>
        <p:spPr bwMode="auto">
          <a:xfrm>
            <a:off x="4324350" y="2634903"/>
            <a:ext cx="723900" cy="304800"/>
          </a:xfrm>
          <a:custGeom>
            <a:avLst/>
            <a:gdLst>
              <a:gd name="T0" fmla="*/ 34 w 456"/>
              <a:gd name="T1" fmla="*/ 48 h 192"/>
              <a:gd name="T2" fmla="*/ 354 w 456"/>
              <a:gd name="T3" fmla="*/ 192 h 192"/>
              <a:gd name="T4" fmla="*/ 456 w 456"/>
              <a:gd name="T5" fmla="*/ 192 h 192"/>
              <a:gd name="T6" fmla="*/ 412 w 456"/>
              <a:gd name="T7" fmla="*/ 110 h 192"/>
              <a:gd name="T8" fmla="*/ 192 w 456"/>
              <a:gd name="T9" fmla="*/ 0 h 192"/>
              <a:gd name="T10" fmla="*/ 0 w 456"/>
              <a:gd name="T11" fmla="*/ 0 h 192"/>
              <a:gd name="T12" fmla="*/ 58 w 456"/>
              <a:gd name="T13" fmla="*/ 84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6" h="192">
                <a:moveTo>
                  <a:pt x="34" y="48"/>
                </a:moveTo>
                <a:lnTo>
                  <a:pt x="354" y="192"/>
                </a:lnTo>
                <a:lnTo>
                  <a:pt x="456" y="192"/>
                </a:lnTo>
                <a:lnTo>
                  <a:pt x="412" y="110"/>
                </a:lnTo>
                <a:lnTo>
                  <a:pt x="192" y="0"/>
                </a:lnTo>
                <a:lnTo>
                  <a:pt x="0" y="0"/>
                </a:lnTo>
                <a:lnTo>
                  <a:pt x="58" y="8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4" name="Freeform 81">
            <a:extLst>
              <a:ext uri="{FF2B5EF4-FFF2-40B4-BE49-F238E27FC236}">
                <a16:creationId xmlns:a16="http://schemas.microsoft.com/office/drawing/2014/main" id="{8A8E558F-D77C-47CB-B52D-333167BA89F4}"/>
              </a:ext>
            </a:extLst>
          </p:cNvPr>
          <p:cNvSpPr>
            <a:spLocks/>
          </p:cNvSpPr>
          <p:nvPr/>
        </p:nvSpPr>
        <p:spPr bwMode="auto">
          <a:xfrm>
            <a:off x="5348288" y="3971578"/>
            <a:ext cx="184150" cy="136525"/>
          </a:xfrm>
          <a:custGeom>
            <a:avLst/>
            <a:gdLst>
              <a:gd name="T0" fmla="*/ 80 w 80"/>
              <a:gd name="T1" fmla="*/ 0 h 59"/>
              <a:gd name="T2" fmla="*/ 8 w 80"/>
              <a:gd name="T3" fmla="*/ 41 h 59"/>
              <a:gd name="T4" fmla="*/ 23 w 80"/>
              <a:gd name="T5" fmla="*/ 1 h 59"/>
              <a:gd name="T6" fmla="*/ 80 w 80"/>
              <a:gd name="T7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0" h="59">
                <a:moveTo>
                  <a:pt x="80" y="0"/>
                </a:moveTo>
                <a:cubicBezTo>
                  <a:pt x="80" y="0"/>
                  <a:pt x="24" y="7"/>
                  <a:pt x="8" y="41"/>
                </a:cubicBezTo>
                <a:cubicBezTo>
                  <a:pt x="0" y="59"/>
                  <a:pt x="23" y="1"/>
                  <a:pt x="23" y="1"/>
                </a:cubicBezTo>
                <a:lnTo>
                  <a:pt x="8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5" name="Freeform 82">
            <a:extLst>
              <a:ext uri="{FF2B5EF4-FFF2-40B4-BE49-F238E27FC236}">
                <a16:creationId xmlns:a16="http://schemas.microsoft.com/office/drawing/2014/main" id="{A17B3800-878E-441A-9594-71A6E2BDAAB0}"/>
              </a:ext>
            </a:extLst>
          </p:cNvPr>
          <p:cNvSpPr>
            <a:spLocks/>
          </p:cNvSpPr>
          <p:nvPr/>
        </p:nvSpPr>
        <p:spPr bwMode="auto">
          <a:xfrm>
            <a:off x="5507038" y="3969991"/>
            <a:ext cx="65088" cy="142875"/>
          </a:xfrm>
          <a:custGeom>
            <a:avLst/>
            <a:gdLst>
              <a:gd name="T0" fmla="*/ 23 w 28"/>
              <a:gd name="T1" fmla="*/ 62 h 62"/>
              <a:gd name="T2" fmla="*/ 28 w 28"/>
              <a:gd name="T3" fmla="*/ 56 h 62"/>
              <a:gd name="T4" fmla="*/ 28 w 28"/>
              <a:gd name="T5" fmla="*/ 50 h 62"/>
              <a:gd name="T6" fmla="*/ 27 w 28"/>
              <a:gd name="T7" fmla="*/ 46 h 62"/>
              <a:gd name="T8" fmla="*/ 2 w 28"/>
              <a:gd name="T9" fmla="*/ 17 h 62"/>
              <a:gd name="T10" fmla="*/ 2 w 28"/>
              <a:gd name="T11" fmla="*/ 9 h 62"/>
              <a:gd name="T12" fmla="*/ 10 w 28"/>
              <a:gd name="T13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8" h="62">
                <a:moveTo>
                  <a:pt x="23" y="62"/>
                </a:moveTo>
                <a:cubicBezTo>
                  <a:pt x="26" y="62"/>
                  <a:pt x="28" y="59"/>
                  <a:pt x="28" y="56"/>
                </a:cubicBezTo>
                <a:cubicBezTo>
                  <a:pt x="28" y="50"/>
                  <a:pt x="28" y="50"/>
                  <a:pt x="28" y="50"/>
                </a:cubicBezTo>
                <a:cubicBezTo>
                  <a:pt x="28" y="49"/>
                  <a:pt x="28" y="47"/>
                  <a:pt x="27" y="46"/>
                </a:cubicBezTo>
                <a:cubicBezTo>
                  <a:pt x="2" y="17"/>
                  <a:pt x="2" y="17"/>
                  <a:pt x="2" y="17"/>
                </a:cubicBezTo>
                <a:cubicBezTo>
                  <a:pt x="0" y="15"/>
                  <a:pt x="0" y="11"/>
                  <a:pt x="2" y="9"/>
                </a:cubicBezTo>
                <a:cubicBezTo>
                  <a:pt x="10" y="0"/>
                  <a:pt x="10" y="0"/>
                  <a:pt x="10" y="0"/>
                </a:cubicBezTo>
              </a:path>
            </a:pathLst>
          </a:custGeom>
          <a:noFill/>
          <a:ln w="28575" cap="rnd">
            <a:solidFill>
              <a:srgbClr val="085EB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6" name="Freeform 83">
            <a:extLst>
              <a:ext uri="{FF2B5EF4-FFF2-40B4-BE49-F238E27FC236}">
                <a16:creationId xmlns:a16="http://schemas.microsoft.com/office/drawing/2014/main" id="{788CEBB2-BF13-450F-8E4E-E855CA5B7CC9}"/>
              </a:ext>
            </a:extLst>
          </p:cNvPr>
          <p:cNvSpPr>
            <a:spLocks/>
          </p:cNvSpPr>
          <p:nvPr/>
        </p:nvSpPr>
        <p:spPr bwMode="auto">
          <a:xfrm>
            <a:off x="5075238" y="2893666"/>
            <a:ext cx="301625" cy="46038"/>
          </a:xfrm>
          <a:custGeom>
            <a:avLst/>
            <a:gdLst>
              <a:gd name="T0" fmla="*/ 129 w 130"/>
              <a:gd name="T1" fmla="*/ 0 h 20"/>
              <a:gd name="T2" fmla="*/ 53 w 130"/>
              <a:gd name="T3" fmla="*/ 17 h 20"/>
              <a:gd name="T4" fmla="*/ 123 w 130"/>
              <a:gd name="T5" fmla="*/ 20 h 20"/>
              <a:gd name="T6" fmla="*/ 129 w 130"/>
              <a:gd name="T7" fmla="*/ 0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0" h="20">
                <a:moveTo>
                  <a:pt x="129" y="0"/>
                </a:moveTo>
                <a:cubicBezTo>
                  <a:pt x="114" y="4"/>
                  <a:pt x="107" y="17"/>
                  <a:pt x="53" y="17"/>
                </a:cubicBezTo>
                <a:cubicBezTo>
                  <a:pt x="0" y="18"/>
                  <a:pt x="123" y="20"/>
                  <a:pt x="123" y="20"/>
                </a:cubicBezTo>
                <a:cubicBezTo>
                  <a:pt x="123" y="20"/>
                  <a:pt x="130" y="9"/>
                  <a:pt x="12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7" name="Freeform 84">
            <a:extLst>
              <a:ext uri="{FF2B5EF4-FFF2-40B4-BE49-F238E27FC236}">
                <a16:creationId xmlns:a16="http://schemas.microsoft.com/office/drawing/2014/main" id="{5D78380C-BA58-4451-85E1-A3DD1737DFF2}"/>
              </a:ext>
            </a:extLst>
          </p:cNvPr>
          <p:cNvSpPr>
            <a:spLocks/>
          </p:cNvSpPr>
          <p:nvPr/>
        </p:nvSpPr>
        <p:spPr bwMode="auto">
          <a:xfrm>
            <a:off x="3135313" y="3831878"/>
            <a:ext cx="174625" cy="114300"/>
          </a:xfrm>
          <a:custGeom>
            <a:avLst/>
            <a:gdLst>
              <a:gd name="T0" fmla="*/ 0 w 76"/>
              <a:gd name="T1" fmla="*/ 0 h 50"/>
              <a:gd name="T2" fmla="*/ 76 w 76"/>
              <a:gd name="T3" fmla="*/ 50 h 50"/>
              <a:gd name="T4" fmla="*/ 32 w 76"/>
              <a:gd name="T5" fmla="*/ 25 h 50"/>
              <a:gd name="T6" fmla="*/ 0 w 76"/>
              <a:gd name="T7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" h="50">
                <a:moveTo>
                  <a:pt x="0" y="0"/>
                </a:moveTo>
                <a:cubicBezTo>
                  <a:pt x="24" y="25"/>
                  <a:pt x="53" y="44"/>
                  <a:pt x="76" y="50"/>
                </a:cubicBezTo>
                <a:cubicBezTo>
                  <a:pt x="32" y="25"/>
                  <a:pt x="32" y="25"/>
                  <a:pt x="32" y="25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Texte avec illustration</a:t>
            </a:r>
          </a:p>
        </p:txBody>
      </p:sp>
    </p:spTree>
    <p:extLst>
      <p:ext uri="{BB962C8B-B14F-4D97-AF65-F5344CB8AC3E}">
        <p14:creationId xmlns:p14="http://schemas.microsoft.com/office/powerpoint/2010/main" val="1031713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Texte avec illustration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049ABFE-90A0-4FD2-91A5-A4959FAF97D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66788" y="0"/>
            <a:ext cx="7210425" cy="5143500"/>
            <a:chOff x="609" y="0"/>
            <a:chExt cx="4542" cy="3240"/>
          </a:xfrm>
        </p:grpSpPr>
        <p:sp>
          <p:nvSpPr>
            <p:cNvPr id="6" name="AutoShape 3">
              <a:extLst>
                <a:ext uri="{FF2B5EF4-FFF2-40B4-BE49-F238E27FC236}">
                  <a16:creationId xmlns:a16="http://schemas.microsoft.com/office/drawing/2014/main" id="{5249FB17-642D-42A0-B4AF-066EFCE06BF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609" y="0"/>
              <a:ext cx="4542" cy="3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grpSp>
          <p:nvGrpSpPr>
            <p:cNvPr id="7" name="Group 205">
              <a:extLst>
                <a:ext uri="{FF2B5EF4-FFF2-40B4-BE49-F238E27FC236}">
                  <a16:creationId xmlns:a16="http://schemas.microsoft.com/office/drawing/2014/main" id="{E9B146AD-CFC0-4EF7-8E62-C98512AD8B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8" y="124"/>
              <a:ext cx="3871" cy="2771"/>
              <a:chOff x="988" y="124"/>
              <a:chExt cx="3871" cy="2771"/>
            </a:xfrm>
          </p:grpSpPr>
          <p:sp>
            <p:nvSpPr>
              <p:cNvPr id="63" name="Freeform 5">
                <a:extLst>
                  <a:ext uri="{FF2B5EF4-FFF2-40B4-BE49-F238E27FC236}">
                    <a16:creationId xmlns:a16="http://schemas.microsoft.com/office/drawing/2014/main" id="{52D4CB10-24C2-4B48-B057-D038093654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8" y="582"/>
                <a:ext cx="3871" cy="2288"/>
              </a:xfrm>
              <a:custGeom>
                <a:avLst/>
                <a:gdLst>
                  <a:gd name="T0" fmla="*/ 127 w 2030"/>
                  <a:gd name="T1" fmla="*/ 112 h 1199"/>
                  <a:gd name="T2" fmla="*/ 965 w 2030"/>
                  <a:gd name="T3" fmla="*/ 440 h 1199"/>
                  <a:gd name="T4" fmla="*/ 1806 w 2030"/>
                  <a:gd name="T5" fmla="*/ 91 h 1199"/>
                  <a:gd name="T6" fmla="*/ 2030 w 2030"/>
                  <a:gd name="T7" fmla="*/ 387 h 1199"/>
                  <a:gd name="T8" fmla="*/ 1935 w 2030"/>
                  <a:gd name="T9" fmla="*/ 1067 h 1199"/>
                  <a:gd name="T10" fmla="*/ 1464 w 2030"/>
                  <a:gd name="T11" fmla="*/ 1199 h 1199"/>
                  <a:gd name="T12" fmla="*/ 99 w 2030"/>
                  <a:gd name="T13" fmla="*/ 1098 h 1199"/>
                  <a:gd name="T14" fmla="*/ 0 w 2030"/>
                  <a:gd name="T15" fmla="*/ 749 h 1199"/>
                  <a:gd name="T16" fmla="*/ 75 w 2030"/>
                  <a:gd name="T17" fmla="*/ 264 h 1199"/>
                  <a:gd name="T18" fmla="*/ 127 w 2030"/>
                  <a:gd name="T19" fmla="*/ 112 h 1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30" h="1199">
                    <a:moveTo>
                      <a:pt x="127" y="112"/>
                    </a:moveTo>
                    <a:cubicBezTo>
                      <a:pt x="247" y="250"/>
                      <a:pt x="543" y="440"/>
                      <a:pt x="965" y="440"/>
                    </a:cubicBezTo>
                    <a:cubicBezTo>
                      <a:pt x="1387" y="440"/>
                      <a:pt x="1743" y="182"/>
                      <a:pt x="1806" y="91"/>
                    </a:cubicBezTo>
                    <a:cubicBezTo>
                      <a:pt x="1869" y="0"/>
                      <a:pt x="2030" y="387"/>
                      <a:pt x="2030" y="387"/>
                    </a:cubicBezTo>
                    <a:cubicBezTo>
                      <a:pt x="1935" y="1067"/>
                      <a:pt x="1935" y="1067"/>
                      <a:pt x="1935" y="1067"/>
                    </a:cubicBezTo>
                    <a:cubicBezTo>
                      <a:pt x="1464" y="1199"/>
                      <a:pt x="1464" y="1199"/>
                      <a:pt x="1464" y="1199"/>
                    </a:cubicBezTo>
                    <a:cubicBezTo>
                      <a:pt x="99" y="1098"/>
                      <a:pt x="99" y="1098"/>
                      <a:pt x="99" y="1098"/>
                    </a:cubicBezTo>
                    <a:cubicBezTo>
                      <a:pt x="0" y="749"/>
                      <a:pt x="0" y="749"/>
                      <a:pt x="0" y="749"/>
                    </a:cubicBezTo>
                    <a:cubicBezTo>
                      <a:pt x="75" y="264"/>
                      <a:pt x="75" y="264"/>
                      <a:pt x="75" y="264"/>
                    </a:cubicBezTo>
                    <a:lnTo>
                      <a:pt x="127" y="1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4" name="Freeform 6">
                <a:extLst>
                  <a:ext uri="{FF2B5EF4-FFF2-40B4-BE49-F238E27FC236}">
                    <a16:creationId xmlns:a16="http://schemas.microsoft.com/office/drawing/2014/main" id="{B08CDE69-7310-4C2C-BECC-015E4C15AC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1" y="2309"/>
                <a:ext cx="3343" cy="586"/>
              </a:xfrm>
              <a:custGeom>
                <a:avLst/>
                <a:gdLst>
                  <a:gd name="T0" fmla="*/ 0 w 1753"/>
                  <a:gd name="T1" fmla="*/ 0 h 307"/>
                  <a:gd name="T2" fmla="*/ 947 w 1753"/>
                  <a:gd name="T3" fmla="*/ 65 h 307"/>
                  <a:gd name="T4" fmla="*/ 1753 w 1753"/>
                  <a:gd name="T5" fmla="*/ 32 h 307"/>
                  <a:gd name="T6" fmla="*/ 1692 w 1753"/>
                  <a:gd name="T7" fmla="*/ 307 h 307"/>
                  <a:gd name="T8" fmla="*/ 118 w 1753"/>
                  <a:gd name="T9" fmla="*/ 294 h 307"/>
                  <a:gd name="T10" fmla="*/ 11 w 1753"/>
                  <a:gd name="T11" fmla="*/ 86 h 307"/>
                  <a:gd name="T12" fmla="*/ 0 w 1753"/>
                  <a:gd name="T13" fmla="*/ 0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53" h="307">
                    <a:moveTo>
                      <a:pt x="0" y="0"/>
                    </a:moveTo>
                    <a:cubicBezTo>
                      <a:pt x="351" y="29"/>
                      <a:pt x="643" y="58"/>
                      <a:pt x="947" y="65"/>
                    </a:cubicBezTo>
                    <a:cubicBezTo>
                      <a:pt x="1252" y="71"/>
                      <a:pt x="1753" y="32"/>
                      <a:pt x="1753" y="32"/>
                    </a:cubicBezTo>
                    <a:cubicBezTo>
                      <a:pt x="1692" y="307"/>
                      <a:pt x="1692" y="307"/>
                      <a:pt x="1692" y="307"/>
                    </a:cubicBezTo>
                    <a:cubicBezTo>
                      <a:pt x="118" y="294"/>
                      <a:pt x="118" y="294"/>
                      <a:pt x="118" y="294"/>
                    </a:cubicBezTo>
                    <a:cubicBezTo>
                      <a:pt x="11" y="86"/>
                      <a:pt x="11" y="86"/>
                      <a:pt x="11" y="8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0BE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5" name="Freeform 7">
                <a:extLst>
                  <a:ext uri="{FF2B5EF4-FFF2-40B4-BE49-F238E27FC236}">
                    <a16:creationId xmlns:a16="http://schemas.microsoft.com/office/drawing/2014/main" id="{81E1B690-6DDA-4826-820C-B6D70C6B06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2" y="1360"/>
                <a:ext cx="3423" cy="550"/>
              </a:xfrm>
              <a:custGeom>
                <a:avLst/>
                <a:gdLst>
                  <a:gd name="T0" fmla="*/ 1795 w 1795"/>
                  <a:gd name="T1" fmla="*/ 112 h 288"/>
                  <a:gd name="T2" fmla="*/ 897 w 1795"/>
                  <a:gd name="T3" fmla="*/ 288 h 288"/>
                  <a:gd name="T4" fmla="*/ 0 w 1795"/>
                  <a:gd name="T5" fmla="*/ 112 h 288"/>
                  <a:gd name="T6" fmla="*/ 0 w 1795"/>
                  <a:gd name="T7" fmla="*/ 0 h 288"/>
                  <a:gd name="T8" fmla="*/ 897 w 1795"/>
                  <a:gd name="T9" fmla="*/ 223 h 288"/>
                  <a:gd name="T10" fmla="*/ 1795 w 1795"/>
                  <a:gd name="T11" fmla="*/ 0 h 288"/>
                  <a:gd name="T12" fmla="*/ 1795 w 1795"/>
                  <a:gd name="T13" fmla="*/ 112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95" h="288">
                    <a:moveTo>
                      <a:pt x="1795" y="112"/>
                    </a:moveTo>
                    <a:cubicBezTo>
                      <a:pt x="1795" y="209"/>
                      <a:pt x="1393" y="288"/>
                      <a:pt x="897" y="288"/>
                    </a:cubicBezTo>
                    <a:cubicBezTo>
                      <a:pt x="402" y="288"/>
                      <a:pt x="0" y="209"/>
                      <a:pt x="0" y="11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3"/>
                      <a:pt x="402" y="223"/>
                      <a:pt x="897" y="223"/>
                    </a:cubicBezTo>
                    <a:cubicBezTo>
                      <a:pt x="1393" y="223"/>
                      <a:pt x="1795" y="123"/>
                      <a:pt x="1795" y="0"/>
                    </a:cubicBezTo>
                    <a:lnTo>
                      <a:pt x="1795" y="112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6" name="Freeform 8">
                <a:extLst>
                  <a:ext uri="{FF2B5EF4-FFF2-40B4-BE49-F238E27FC236}">
                    <a16:creationId xmlns:a16="http://schemas.microsoft.com/office/drawing/2014/main" id="{E0B62395-DDD9-442E-911B-327A562F00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2" y="2173"/>
                <a:ext cx="3423" cy="304"/>
              </a:xfrm>
              <a:custGeom>
                <a:avLst/>
                <a:gdLst>
                  <a:gd name="T0" fmla="*/ 0 w 1795"/>
                  <a:gd name="T1" fmla="*/ 109 h 159"/>
                  <a:gd name="T2" fmla="*/ 897 w 1795"/>
                  <a:gd name="T3" fmla="*/ 159 h 159"/>
                  <a:gd name="T4" fmla="*/ 1795 w 1795"/>
                  <a:gd name="T5" fmla="*/ 109 h 159"/>
                  <a:gd name="T6" fmla="*/ 1795 w 1795"/>
                  <a:gd name="T7" fmla="*/ 0 h 159"/>
                  <a:gd name="T8" fmla="*/ 897 w 1795"/>
                  <a:gd name="T9" fmla="*/ 86 h 159"/>
                  <a:gd name="T10" fmla="*/ 0 w 1795"/>
                  <a:gd name="T11" fmla="*/ 0 h 159"/>
                  <a:gd name="T12" fmla="*/ 0 w 1795"/>
                  <a:gd name="T13" fmla="*/ 109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95" h="159">
                    <a:moveTo>
                      <a:pt x="0" y="109"/>
                    </a:moveTo>
                    <a:cubicBezTo>
                      <a:pt x="0" y="137"/>
                      <a:pt x="402" y="159"/>
                      <a:pt x="897" y="159"/>
                    </a:cubicBezTo>
                    <a:cubicBezTo>
                      <a:pt x="1393" y="159"/>
                      <a:pt x="1795" y="137"/>
                      <a:pt x="1795" y="109"/>
                    </a:cubicBezTo>
                    <a:cubicBezTo>
                      <a:pt x="1795" y="0"/>
                      <a:pt x="1795" y="0"/>
                      <a:pt x="1795" y="0"/>
                    </a:cubicBezTo>
                    <a:cubicBezTo>
                      <a:pt x="1795" y="47"/>
                      <a:pt x="1393" y="86"/>
                      <a:pt x="897" y="86"/>
                    </a:cubicBezTo>
                    <a:cubicBezTo>
                      <a:pt x="402" y="86"/>
                      <a:pt x="0" y="47"/>
                      <a:pt x="0" y="0"/>
                    </a:cubicBezTo>
                    <a:lnTo>
                      <a:pt x="0" y="109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7" name="Freeform 9">
                <a:extLst>
                  <a:ext uri="{FF2B5EF4-FFF2-40B4-BE49-F238E27FC236}">
                    <a16:creationId xmlns:a16="http://schemas.microsoft.com/office/drawing/2014/main" id="{267444BC-DE18-4F71-A7C3-EA5A26DB6A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1" y="124"/>
                <a:ext cx="3421" cy="1341"/>
              </a:xfrm>
              <a:custGeom>
                <a:avLst/>
                <a:gdLst>
                  <a:gd name="T0" fmla="*/ 0 w 1794"/>
                  <a:gd name="T1" fmla="*/ 240 h 703"/>
                  <a:gd name="T2" fmla="*/ 897 w 1794"/>
                  <a:gd name="T3" fmla="*/ 703 h 703"/>
                  <a:gd name="T4" fmla="*/ 1794 w 1794"/>
                  <a:gd name="T5" fmla="*/ 240 h 703"/>
                  <a:gd name="T6" fmla="*/ 1794 w 1794"/>
                  <a:gd name="T7" fmla="*/ 0 h 703"/>
                  <a:gd name="T8" fmla="*/ 897 w 1794"/>
                  <a:gd name="T9" fmla="*/ 645 h 703"/>
                  <a:gd name="T10" fmla="*/ 0 w 1794"/>
                  <a:gd name="T11" fmla="*/ 0 h 703"/>
                  <a:gd name="T12" fmla="*/ 0 w 1794"/>
                  <a:gd name="T13" fmla="*/ 240 h 7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94" h="703">
                    <a:moveTo>
                      <a:pt x="0" y="240"/>
                    </a:moveTo>
                    <a:cubicBezTo>
                      <a:pt x="0" y="496"/>
                      <a:pt x="401" y="703"/>
                      <a:pt x="897" y="703"/>
                    </a:cubicBezTo>
                    <a:cubicBezTo>
                      <a:pt x="1392" y="703"/>
                      <a:pt x="1794" y="496"/>
                      <a:pt x="1794" y="240"/>
                    </a:cubicBezTo>
                    <a:cubicBezTo>
                      <a:pt x="1794" y="0"/>
                      <a:pt x="1794" y="0"/>
                      <a:pt x="1794" y="0"/>
                    </a:cubicBezTo>
                    <a:cubicBezTo>
                      <a:pt x="1794" y="356"/>
                      <a:pt x="1392" y="645"/>
                      <a:pt x="897" y="645"/>
                    </a:cubicBezTo>
                    <a:cubicBezTo>
                      <a:pt x="401" y="645"/>
                      <a:pt x="0" y="356"/>
                      <a:pt x="0" y="0"/>
                    </a:cubicBezTo>
                    <a:lnTo>
                      <a:pt x="0" y="24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8" name="Oval 10">
                <a:extLst>
                  <a:ext uri="{FF2B5EF4-FFF2-40B4-BE49-F238E27FC236}">
                    <a16:creationId xmlns:a16="http://schemas.microsoft.com/office/drawing/2014/main" id="{E45CAC66-ED40-4B11-A060-2E9443B6DD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3" y="1580"/>
                <a:ext cx="45" cy="36"/>
              </a:xfrm>
              <a:prstGeom prst="ellipse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9" name="Freeform 11">
                <a:extLst>
                  <a:ext uri="{FF2B5EF4-FFF2-40B4-BE49-F238E27FC236}">
                    <a16:creationId xmlns:a16="http://schemas.microsoft.com/office/drawing/2014/main" id="{F3C7476E-0A32-4C40-9052-C3E4925504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5" y="1553"/>
                <a:ext cx="47" cy="50"/>
              </a:xfrm>
              <a:custGeom>
                <a:avLst/>
                <a:gdLst>
                  <a:gd name="T0" fmla="*/ 22 w 25"/>
                  <a:gd name="T1" fmla="*/ 20 h 26"/>
                  <a:gd name="T2" fmla="*/ 5 w 25"/>
                  <a:gd name="T3" fmla="*/ 23 h 26"/>
                  <a:gd name="T4" fmla="*/ 4 w 25"/>
                  <a:gd name="T5" fmla="*/ 6 h 26"/>
                  <a:gd name="T6" fmla="*/ 20 w 25"/>
                  <a:gd name="T7" fmla="*/ 3 h 26"/>
                  <a:gd name="T8" fmla="*/ 22 w 25"/>
                  <a:gd name="T9" fmla="*/ 2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6">
                    <a:moveTo>
                      <a:pt x="22" y="20"/>
                    </a:moveTo>
                    <a:cubicBezTo>
                      <a:pt x="18" y="25"/>
                      <a:pt x="9" y="26"/>
                      <a:pt x="5" y="23"/>
                    </a:cubicBezTo>
                    <a:cubicBezTo>
                      <a:pt x="0" y="19"/>
                      <a:pt x="1" y="10"/>
                      <a:pt x="4" y="6"/>
                    </a:cubicBezTo>
                    <a:cubicBezTo>
                      <a:pt x="8" y="2"/>
                      <a:pt x="16" y="0"/>
                      <a:pt x="20" y="3"/>
                    </a:cubicBezTo>
                    <a:cubicBezTo>
                      <a:pt x="24" y="7"/>
                      <a:pt x="25" y="16"/>
                      <a:pt x="22" y="20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0" name="Freeform 12">
                <a:extLst>
                  <a:ext uri="{FF2B5EF4-FFF2-40B4-BE49-F238E27FC236}">
                    <a16:creationId xmlns:a16="http://schemas.microsoft.com/office/drawing/2014/main" id="{0247804B-6A08-4E11-9F09-83E62A794D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9" y="1515"/>
                <a:ext cx="45" cy="44"/>
              </a:xfrm>
              <a:custGeom>
                <a:avLst/>
                <a:gdLst>
                  <a:gd name="T0" fmla="*/ 21 w 24"/>
                  <a:gd name="T1" fmla="*/ 19 h 23"/>
                  <a:gd name="T2" fmla="*/ 6 w 24"/>
                  <a:gd name="T3" fmla="*/ 19 h 23"/>
                  <a:gd name="T4" fmla="*/ 3 w 24"/>
                  <a:gd name="T5" fmla="*/ 5 h 23"/>
                  <a:gd name="T6" fmla="*/ 17 w 24"/>
                  <a:gd name="T7" fmla="*/ 6 h 23"/>
                  <a:gd name="T8" fmla="*/ 21 w 24"/>
                  <a:gd name="T9" fmla="*/ 19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3">
                    <a:moveTo>
                      <a:pt x="21" y="19"/>
                    </a:moveTo>
                    <a:cubicBezTo>
                      <a:pt x="17" y="23"/>
                      <a:pt x="10" y="22"/>
                      <a:pt x="6" y="19"/>
                    </a:cubicBezTo>
                    <a:cubicBezTo>
                      <a:pt x="2" y="15"/>
                      <a:pt x="0" y="9"/>
                      <a:pt x="3" y="5"/>
                    </a:cubicBezTo>
                    <a:cubicBezTo>
                      <a:pt x="7" y="0"/>
                      <a:pt x="12" y="2"/>
                      <a:pt x="17" y="6"/>
                    </a:cubicBezTo>
                    <a:cubicBezTo>
                      <a:pt x="21" y="9"/>
                      <a:pt x="24" y="14"/>
                      <a:pt x="21" y="19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1" name="Freeform 13">
                <a:extLst>
                  <a:ext uri="{FF2B5EF4-FFF2-40B4-BE49-F238E27FC236}">
                    <a16:creationId xmlns:a16="http://schemas.microsoft.com/office/drawing/2014/main" id="{5F489428-B5B2-4DBD-88E0-5297C1B9C7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5" y="1633"/>
                <a:ext cx="46" cy="48"/>
              </a:xfrm>
              <a:custGeom>
                <a:avLst/>
                <a:gdLst>
                  <a:gd name="T0" fmla="*/ 20 w 24"/>
                  <a:gd name="T1" fmla="*/ 18 h 25"/>
                  <a:gd name="T2" fmla="*/ 4 w 24"/>
                  <a:gd name="T3" fmla="*/ 22 h 25"/>
                  <a:gd name="T4" fmla="*/ 5 w 24"/>
                  <a:gd name="T5" fmla="*/ 6 h 25"/>
                  <a:gd name="T6" fmla="*/ 19 w 24"/>
                  <a:gd name="T7" fmla="*/ 4 h 25"/>
                  <a:gd name="T8" fmla="*/ 20 w 24"/>
                  <a:gd name="T9" fmla="*/ 18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5">
                    <a:moveTo>
                      <a:pt x="20" y="18"/>
                    </a:moveTo>
                    <a:cubicBezTo>
                      <a:pt x="17" y="23"/>
                      <a:pt x="8" y="25"/>
                      <a:pt x="4" y="22"/>
                    </a:cubicBezTo>
                    <a:cubicBezTo>
                      <a:pt x="0" y="18"/>
                      <a:pt x="2" y="11"/>
                      <a:pt x="5" y="6"/>
                    </a:cubicBezTo>
                    <a:cubicBezTo>
                      <a:pt x="8" y="2"/>
                      <a:pt x="14" y="0"/>
                      <a:pt x="19" y="4"/>
                    </a:cubicBezTo>
                    <a:cubicBezTo>
                      <a:pt x="23" y="7"/>
                      <a:pt x="24" y="14"/>
                      <a:pt x="20" y="18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2" name="Freeform 14">
                <a:extLst>
                  <a:ext uri="{FF2B5EF4-FFF2-40B4-BE49-F238E27FC236}">
                    <a16:creationId xmlns:a16="http://schemas.microsoft.com/office/drawing/2014/main" id="{20F76CC3-499A-4F3C-93D4-211F223FE9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6" y="1685"/>
                <a:ext cx="44" cy="44"/>
              </a:xfrm>
              <a:custGeom>
                <a:avLst/>
                <a:gdLst>
                  <a:gd name="T0" fmla="*/ 20 w 23"/>
                  <a:gd name="T1" fmla="*/ 18 h 23"/>
                  <a:gd name="T2" fmla="*/ 5 w 23"/>
                  <a:gd name="T3" fmla="*/ 19 h 23"/>
                  <a:gd name="T4" fmla="*/ 4 w 23"/>
                  <a:gd name="T5" fmla="*/ 5 h 23"/>
                  <a:gd name="T6" fmla="*/ 16 w 23"/>
                  <a:gd name="T7" fmla="*/ 5 h 23"/>
                  <a:gd name="T8" fmla="*/ 20 w 23"/>
                  <a:gd name="T9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23">
                    <a:moveTo>
                      <a:pt x="20" y="18"/>
                    </a:moveTo>
                    <a:cubicBezTo>
                      <a:pt x="16" y="22"/>
                      <a:pt x="9" y="23"/>
                      <a:pt x="5" y="19"/>
                    </a:cubicBezTo>
                    <a:cubicBezTo>
                      <a:pt x="0" y="16"/>
                      <a:pt x="0" y="9"/>
                      <a:pt x="4" y="5"/>
                    </a:cubicBezTo>
                    <a:cubicBezTo>
                      <a:pt x="7" y="0"/>
                      <a:pt x="12" y="1"/>
                      <a:pt x="16" y="5"/>
                    </a:cubicBezTo>
                    <a:cubicBezTo>
                      <a:pt x="21" y="8"/>
                      <a:pt x="23" y="13"/>
                      <a:pt x="20" y="18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3" name="Freeform 15">
                <a:extLst>
                  <a:ext uri="{FF2B5EF4-FFF2-40B4-BE49-F238E27FC236}">
                    <a16:creationId xmlns:a16="http://schemas.microsoft.com/office/drawing/2014/main" id="{222ECDD8-CF8A-4274-8FDE-A489BBCC04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7" y="1597"/>
                <a:ext cx="51" cy="48"/>
              </a:xfrm>
              <a:custGeom>
                <a:avLst/>
                <a:gdLst>
                  <a:gd name="T0" fmla="*/ 23 w 27"/>
                  <a:gd name="T1" fmla="*/ 21 h 25"/>
                  <a:gd name="T2" fmla="*/ 8 w 27"/>
                  <a:gd name="T3" fmla="*/ 19 h 25"/>
                  <a:gd name="T4" fmla="*/ 4 w 27"/>
                  <a:gd name="T5" fmla="*/ 5 h 25"/>
                  <a:gd name="T6" fmla="*/ 18 w 27"/>
                  <a:gd name="T7" fmla="*/ 6 h 25"/>
                  <a:gd name="T8" fmla="*/ 23 w 27"/>
                  <a:gd name="T9" fmla="*/ 21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25">
                    <a:moveTo>
                      <a:pt x="23" y="21"/>
                    </a:moveTo>
                    <a:cubicBezTo>
                      <a:pt x="20" y="25"/>
                      <a:pt x="12" y="22"/>
                      <a:pt x="8" y="19"/>
                    </a:cubicBezTo>
                    <a:cubicBezTo>
                      <a:pt x="3" y="15"/>
                      <a:pt x="0" y="9"/>
                      <a:pt x="4" y="5"/>
                    </a:cubicBezTo>
                    <a:cubicBezTo>
                      <a:pt x="7" y="0"/>
                      <a:pt x="14" y="2"/>
                      <a:pt x="18" y="6"/>
                    </a:cubicBezTo>
                    <a:cubicBezTo>
                      <a:pt x="23" y="10"/>
                      <a:pt x="27" y="16"/>
                      <a:pt x="23" y="2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4" name="Freeform 16">
                <a:extLst>
                  <a:ext uri="{FF2B5EF4-FFF2-40B4-BE49-F238E27FC236}">
                    <a16:creationId xmlns:a16="http://schemas.microsoft.com/office/drawing/2014/main" id="{523DFFF1-73F8-4113-817D-05C5ACB3AC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5" y="1660"/>
                <a:ext cx="46" cy="46"/>
              </a:xfrm>
              <a:custGeom>
                <a:avLst/>
                <a:gdLst>
                  <a:gd name="T0" fmla="*/ 20 w 24"/>
                  <a:gd name="T1" fmla="*/ 18 h 24"/>
                  <a:gd name="T2" fmla="*/ 6 w 24"/>
                  <a:gd name="T3" fmla="*/ 20 h 24"/>
                  <a:gd name="T4" fmla="*/ 4 w 24"/>
                  <a:gd name="T5" fmla="*/ 4 h 24"/>
                  <a:gd name="T6" fmla="*/ 20 w 24"/>
                  <a:gd name="T7" fmla="*/ 3 h 24"/>
                  <a:gd name="T8" fmla="*/ 20 w 24"/>
                  <a:gd name="T9" fmla="*/ 18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4">
                    <a:moveTo>
                      <a:pt x="20" y="18"/>
                    </a:moveTo>
                    <a:cubicBezTo>
                      <a:pt x="17" y="22"/>
                      <a:pt x="10" y="24"/>
                      <a:pt x="6" y="20"/>
                    </a:cubicBezTo>
                    <a:cubicBezTo>
                      <a:pt x="2" y="17"/>
                      <a:pt x="0" y="8"/>
                      <a:pt x="4" y="4"/>
                    </a:cubicBezTo>
                    <a:cubicBezTo>
                      <a:pt x="7" y="0"/>
                      <a:pt x="15" y="0"/>
                      <a:pt x="20" y="3"/>
                    </a:cubicBezTo>
                    <a:cubicBezTo>
                      <a:pt x="24" y="7"/>
                      <a:pt x="24" y="13"/>
                      <a:pt x="20" y="18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5" name="Freeform 17">
                <a:extLst>
                  <a:ext uri="{FF2B5EF4-FFF2-40B4-BE49-F238E27FC236}">
                    <a16:creationId xmlns:a16="http://schemas.microsoft.com/office/drawing/2014/main" id="{F3484E2E-6D9F-467A-91A6-BE7D925413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5" y="1517"/>
                <a:ext cx="46" cy="46"/>
              </a:xfrm>
              <a:custGeom>
                <a:avLst/>
                <a:gdLst>
                  <a:gd name="T0" fmla="*/ 20 w 24"/>
                  <a:gd name="T1" fmla="*/ 18 h 24"/>
                  <a:gd name="T2" fmla="*/ 5 w 24"/>
                  <a:gd name="T3" fmla="*/ 21 h 24"/>
                  <a:gd name="T4" fmla="*/ 3 w 24"/>
                  <a:gd name="T5" fmla="*/ 4 h 24"/>
                  <a:gd name="T6" fmla="*/ 19 w 24"/>
                  <a:gd name="T7" fmla="*/ 4 h 24"/>
                  <a:gd name="T8" fmla="*/ 20 w 24"/>
                  <a:gd name="T9" fmla="*/ 18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4">
                    <a:moveTo>
                      <a:pt x="20" y="18"/>
                    </a:moveTo>
                    <a:cubicBezTo>
                      <a:pt x="17" y="22"/>
                      <a:pt x="10" y="24"/>
                      <a:pt x="5" y="21"/>
                    </a:cubicBezTo>
                    <a:cubicBezTo>
                      <a:pt x="1" y="17"/>
                      <a:pt x="0" y="9"/>
                      <a:pt x="3" y="4"/>
                    </a:cubicBezTo>
                    <a:cubicBezTo>
                      <a:pt x="7" y="0"/>
                      <a:pt x="15" y="1"/>
                      <a:pt x="19" y="4"/>
                    </a:cubicBezTo>
                    <a:cubicBezTo>
                      <a:pt x="23" y="8"/>
                      <a:pt x="24" y="14"/>
                      <a:pt x="20" y="18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6" name="Freeform 18">
                <a:extLst>
                  <a:ext uri="{FF2B5EF4-FFF2-40B4-BE49-F238E27FC236}">
                    <a16:creationId xmlns:a16="http://schemas.microsoft.com/office/drawing/2014/main" id="{7CD21C45-FC1B-4054-89BB-DFB8E1608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7" y="1521"/>
                <a:ext cx="48" cy="44"/>
              </a:xfrm>
              <a:custGeom>
                <a:avLst/>
                <a:gdLst>
                  <a:gd name="T0" fmla="*/ 21 w 25"/>
                  <a:gd name="T1" fmla="*/ 17 h 23"/>
                  <a:gd name="T2" fmla="*/ 4 w 25"/>
                  <a:gd name="T3" fmla="*/ 19 h 23"/>
                  <a:gd name="T4" fmla="*/ 5 w 25"/>
                  <a:gd name="T5" fmla="*/ 4 h 23"/>
                  <a:gd name="T6" fmla="*/ 17 w 25"/>
                  <a:gd name="T7" fmla="*/ 3 h 23"/>
                  <a:gd name="T8" fmla="*/ 21 w 25"/>
                  <a:gd name="T9" fmla="*/ 17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3">
                    <a:moveTo>
                      <a:pt x="21" y="17"/>
                    </a:moveTo>
                    <a:cubicBezTo>
                      <a:pt x="17" y="22"/>
                      <a:pt x="9" y="23"/>
                      <a:pt x="4" y="19"/>
                    </a:cubicBezTo>
                    <a:cubicBezTo>
                      <a:pt x="0" y="15"/>
                      <a:pt x="1" y="9"/>
                      <a:pt x="5" y="4"/>
                    </a:cubicBezTo>
                    <a:cubicBezTo>
                      <a:pt x="8" y="0"/>
                      <a:pt x="12" y="0"/>
                      <a:pt x="17" y="3"/>
                    </a:cubicBezTo>
                    <a:cubicBezTo>
                      <a:pt x="21" y="7"/>
                      <a:pt x="25" y="13"/>
                      <a:pt x="21" y="17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7" name="Freeform 19">
                <a:extLst>
                  <a:ext uri="{FF2B5EF4-FFF2-40B4-BE49-F238E27FC236}">
                    <a16:creationId xmlns:a16="http://schemas.microsoft.com/office/drawing/2014/main" id="{7B4E38B7-97E2-4179-A5D2-8E7D979544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7" y="1649"/>
                <a:ext cx="46" cy="49"/>
              </a:xfrm>
              <a:custGeom>
                <a:avLst/>
                <a:gdLst>
                  <a:gd name="T0" fmla="*/ 21 w 24"/>
                  <a:gd name="T1" fmla="*/ 21 h 26"/>
                  <a:gd name="T2" fmla="*/ 4 w 24"/>
                  <a:gd name="T3" fmla="*/ 22 h 26"/>
                  <a:gd name="T4" fmla="*/ 4 w 24"/>
                  <a:gd name="T5" fmla="*/ 7 h 26"/>
                  <a:gd name="T6" fmla="*/ 20 w 24"/>
                  <a:gd name="T7" fmla="*/ 3 h 26"/>
                  <a:gd name="T8" fmla="*/ 21 w 24"/>
                  <a:gd name="T9" fmla="*/ 2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6">
                    <a:moveTo>
                      <a:pt x="21" y="21"/>
                    </a:moveTo>
                    <a:cubicBezTo>
                      <a:pt x="17" y="25"/>
                      <a:pt x="9" y="26"/>
                      <a:pt x="4" y="22"/>
                    </a:cubicBezTo>
                    <a:cubicBezTo>
                      <a:pt x="0" y="19"/>
                      <a:pt x="0" y="12"/>
                      <a:pt x="4" y="7"/>
                    </a:cubicBezTo>
                    <a:cubicBezTo>
                      <a:pt x="7" y="3"/>
                      <a:pt x="15" y="0"/>
                      <a:pt x="20" y="3"/>
                    </a:cubicBezTo>
                    <a:cubicBezTo>
                      <a:pt x="24" y="7"/>
                      <a:pt x="24" y="16"/>
                      <a:pt x="21" y="2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8" name="Freeform 20">
                <a:extLst>
                  <a:ext uri="{FF2B5EF4-FFF2-40B4-BE49-F238E27FC236}">
                    <a16:creationId xmlns:a16="http://schemas.microsoft.com/office/drawing/2014/main" id="{F15A5D32-7E69-4AAC-BF00-9B73CC24FA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6" y="1584"/>
                <a:ext cx="45" cy="44"/>
              </a:xfrm>
              <a:custGeom>
                <a:avLst/>
                <a:gdLst>
                  <a:gd name="T0" fmla="*/ 20 w 24"/>
                  <a:gd name="T1" fmla="*/ 18 h 23"/>
                  <a:gd name="T2" fmla="*/ 6 w 24"/>
                  <a:gd name="T3" fmla="*/ 20 h 23"/>
                  <a:gd name="T4" fmla="*/ 4 w 24"/>
                  <a:gd name="T5" fmla="*/ 5 h 23"/>
                  <a:gd name="T6" fmla="*/ 20 w 24"/>
                  <a:gd name="T7" fmla="*/ 3 h 23"/>
                  <a:gd name="T8" fmla="*/ 20 w 24"/>
                  <a:gd name="T9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3">
                    <a:moveTo>
                      <a:pt x="20" y="18"/>
                    </a:moveTo>
                    <a:cubicBezTo>
                      <a:pt x="16" y="23"/>
                      <a:pt x="11" y="23"/>
                      <a:pt x="6" y="20"/>
                    </a:cubicBezTo>
                    <a:cubicBezTo>
                      <a:pt x="2" y="17"/>
                      <a:pt x="0" y="10"/>
                      <a:pt x="4" y="5"/>
                    </a:cubicBezTo>
                    <a:cubicBezTo>
                      <a:pt x="7" y="1"/>
                      <a:pt x="16" y="0"/>
                      <a:pt x="20" y="3"/>
                    </a:cubicBezTo>
                    <a:cubicBezTo>
                      <a:pt x="24" y="7"/>
                      <a:pt x="23" y="14"/>
                      <a:pt x="20" y="18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9" name="Freeform 21">
                <a:extLst>
                  <a:ext uri="{FF2B5EF4-FFF2-40B4-BE49-F238E27FC236}">
                    <a16:creationId xmlns:a16="http://schemas.microsoft.com/office/drawing/2014/main" id="{2A986EA4-7E6F-4EBF-B7B4-6C8A47002F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9" y="1498"/>
                <a:ext cx="42" cy="42"/>
              </a:xfrm>
              <a:custGeom>
                <a:avLst/>
                <a:gdLst>
                  <a:gd name="T0" fmla="*/ 19 w 22"/>
                  <a:gd name="T1" fmla="*/ 17 h 22"/>
                  <a:gd name="T2" fmla="*/ 5 w 22"/>
                  <a:gd name="T3" fmla="*/ 18 h 22"/>
                  <a:gd name="T4" fmla="*/ 3 w 22"/>
                  <a:gd name="T5" fmla="*/ 5 h 22"/>
                  <a:gd name="T6" fmla="*/ 15 w 22"/>
                  <a:gd name="T7" fmla="*/ 5 h 22"/>
                  <a:gd name="T8" fmla="*/ 19 w 22"/>
                  <a:gd name="T9" fmla="*/ 17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2">
                    <a:moveTo>
                      <a:pt x="19" y="17"/>
                    </a:moveTo>
                    <a:cubicBezTo>
                      <a:pt x="15" y="21"/>
                      <a:pt x="9" y="22"/>
                      <a:pt x="5" y="18"/>
                    </a:cubicBezTo>
                    <a:cubicBezTo>
                      <a:pt x="0" y="15"/>
                      <a:pt x="0" y="9"/>
                      <a:pt x="3" y="5"/>
                    </a:cubicBezTo>
                    <a:cubicBezTo>
                      <a:pt x="7" y="0"/>
                      <a:pt x="11" y="1"/>
                      <a:pt x="15" y="5"/>
                    </a:cubicBezTo>
                    <a:cubicBezTo>
                      <a:pt x="20" y="8"/>
                      <a:pt x="22" y="13"/>
                      <a:pt x="19" y="17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0" name="Freeform 22">
                <a:extLst>
                  <a:ext uri="{FF2B5EF4-FFF2-40B4-BE49-F238E27FC236}">
                    <a16:creationId xmlns:a16="http://schemas.microsoft.com/office/drawing/2014/main" id="{DEEA58C7-8785-41C1-8882-D9B66DE415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2" y="1574"/>
                <a:ext cx="45" cy="46"/>
              </a:xfrm>
              <a:custGeom>
                <a:avLst/>
                <a:gdLst>
                  <a:gd name="T0" fmla="*/ 21 w 24"/>
                  <a:gd name="T1" fmla="*/ 19 h 24"/>
                  <a:gd name="T2" fmla="*/ 5 w 24"/>
                  <a:gd name="T3" fmla="*/ 21 h 24"/>
                  <a:gd name="T4" fmla="*/ 3 w 24"/>
                  <a:gd name="T5" fmla="*/ 4 h 24"/>
                  <a:gd name="T6" fmla="*/ 20 w 24"/>
                  <a:gd name="T7" fmla="*/ 3 h 24"/>
                  <a:gd name="T8" fmla="*/ 21 w 24"/>
                  <a:gd name="T9" fmla="*/ 19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4">
                    <a:moveTo>
                      <a:pt x="21" y="19"/>
                    </a:moveTo>
                    <a:cubicBezTo>
                      <a:pt x="18" y="23"/>
                      <a:pt x="9" y="24"/>
                      <a:pt x="5" y="21"/>
                    </a:cubicBezTo>
                    <a:cubicBezTo>
                      <a:pt x="1" y="17"/>
                      <a:pt x="0" y="8"/>
                      <a:pt x="3" y="4"/>
                    </a:cubicBezTo>
                    <a:cubicBezTo>
                      <a:pt x="6" y="0"/>
                      <a:pt x="15" y="0"/>
                      <a:pt x="20" y="3"/>
                    </a:cubicBezTo>
                    <a:cubicBezTo>
                      <a:pt x="24" y="6"/>
                      <a:pt x="24" y="14"/>
                      <a:pt x="21" y="19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1" name="Freeform 23">
                <a:extLst>
                  <a:ext uri="{FF2B5EF4-FFF2-40B4-BE49-F238E27FC236}">
                    <a16:creationId xmlns:a16="http://schemas.microsoft.com/office/drawing/2014/main" id="{64CD0D9A-7109-46CC-8BD3-4AC13D4AF5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8" y="1692"/>
                <a:ext cx="47" cy="42"/>
              </a:xfrm>
              <a:custGeom>
                <a:avLst/>
                <a:gdLst>
                  <a:gd name="T0" fmla="*/ 21 w 25"/>
                  <a:gd name="T1" fmla="*/ 18 h 22"/>
                  <a:gd name="T2" fmla="*/ 7 w 25"/>
                  <a:gd name="T3" fmla="*/ 19 h 22"/>
                  <a:gd name="T4" fmla="*/ 4 w 25"/>
                  <a:gd name="T5" fmla="*/ 4 h 22"/>
                  <a:gd name="T6" fmla="*/ 20 w 25"/>
                  <a:gd name="T7" fmla="*/ 4 h 22"/>
                  <a:gd name="T8" fmla="*/ 21 w 25"/>
                  <a:gd name="T9" fmla="*/ 18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2">
                    <a:moveTo>
                      <a:pt x="21" y="18"/>
                    </a:moveTo>
                    <a:cubicBezTo>
                      <a:pt x="18" y="22"/>
                      <a:pt x="12" y="22"/>
                      <a:pt x="7" y="19"/>
                    </a:cubicBezTo>
                    <a:cubicBezTo>
                      <a:pt x="3" y="15"/>
                      <a:pt x="0" y="8"/>
                      <a:pt x="4" y="4"/>
                    </a:cubicBezTo>
                    <a:cubicBezTo>
                      <a:pt x="7" y="0"/>
                      <a:pt x="15" y="0"/>
                      <a:pt x="20" y="4"/>
                    </a:cubicBezTo>
                    <a:cubicBezTo>
                      <a:pt x="24" y="7"/>
                      <a:pt x="25" y="14"/>
                      <a:pt x="21" y="18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2" name="Freeform 24">
                <a:extLst>
                  <a:ext uri="{FF2B5EF4-FFF2-40B4-BE49-F238E27FC236}">
                    <a16:creationId xmlns:a16="http://schemas.microsoft.com/office/drawing/2014/main" id="{82733EFC-6F2F-4968-AF52-0BDE47FD79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2" y="1645"/>
                <a:ext cx="44" cy="46"/>
              </a:xfrm>
              <a:custGeom>
                <a:avLst/>
                <a:gdLst>
                  <a:gd name="T0" fmla="*/ 19 w 23"/>
                  <a:gd name="T1" fmla="*/ 17 h 24"/>
                  <a:gd name="T2" fmla="*/ 6 w 23"/>
                  <a:gd name="T3" fmla="*/ 20 h 24"/>
                  <a:gd name="T4" fmla="*/ 4 w 23"/>
                  <a:gd name="T5" fmla="*/ 4 h 24"/>
                  <a:gd name="T6" fmla="*/ 18 w 23"/>
                  <a:gd name="T7" fmla="*/ 6 h 24"/>
                  <a:gd name="T8" fmla="*/ 19 w 23"/>
                  <a:gd name="T9" fmla="*/ 17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24">
                    <a:moveTo>
                      <a:pt x="19" y="17"/>
                    </a:moveTo>
                    <a:cubicBezTo>
                      <a:pt x="16" y="21"/>
                      <a:pt x="11" y="24"/>
                      <a:pt x="6" y="20"/>
                    </a:cubicBezTo>
                    <a:cubicBezTo>
                      <a:pt x="2" y="17"/>
                      <a:pt x="0" y="9"/>
                      <a:pt x="4" y="4"/>
                    </a:cubicBezTo>
                    <a:cubicBezTo>
                      <a:pt x="7" y="0"/>
                      <a:pt x="14" y="2"/>
                      <a:pt x="18" y="6"/>
                    </a:cubicBezTo>
                    <a:cubicBezTo>
                      <a:pt x="23" y="9"/>
                      <a:pt x="22" y="13"/>
                      <a:pt x="19" y="17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3" name="Freeform 25">
                <a:extLst>
                  <a:ext uri="{FF2B5EF4-FFF2-40B4-BE49-F238E27FC236}">
                    <a16:creationId xmlns:a16="http://schemas.microsoft.com/office/drawing/2014/main" id="{74771061-A960-4311-AA61-A9CDCB298B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5" y="1576"/>
                <a:ext cx="44" cy="42"/>
              </a:xfrm>
              <a:custGeom>
                <a:avLst/>
                <a:gdLst>
                  <a:gd name="T0" fmla="*/ 19 w 23"/>
                  <a:gd name="T1" fmla="*/ 17 h 22"/>
                  <a:gd name="T2" fmla="*/ 7 w 23"/>
                  <a:gd name="T3" fmla="*/ 16 h 22"/>
                  <a:gd name="T4" fmla="*/ 4 w 23"/>
                  <a:gd name="T5" fmla="*/ 5 h 22"/>
                  <a:gd name="T6" fmla="*/ 17 w 23"/>
                  <a:gd name="T7" fmla="*/ 3 h 22"/>
                  <a:gd name="T8" fmla="*/ 19 w 23"/>
                  <a:gd name="T9" fmla="*/ 17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22">
                    <a:moveTo>
                      <a:pt x="19" y="17"/>
                    </a:moveTo>
                    <a:cubicBezTo>
                      <a:pt x="16" y="22"/>
                      <a:pt x="11" y="20"/>
                      <a:pt x="7" y="16"/>
                    </a:cubicBezTo>
                    <a:cubicBezTo>
                      <a:pt x="2" y="13"/>
                      <a:pt x="0" y="9"/>
                      <a:pt x="4" y="5"/>
                    </a:cubicBezTo>
                    <a:cubicBezTo>
                      <a:pt x="7" y="0"/>
                      <a:pt x="13" y="0"/>
                      <a:pt x="17" y="3"/>
                    </a:cubicBezTo>
                    <a:cubicBezTo>
                      <a:pt x="22" y="7"/>
                      <a:pt x="23" y="13"/>
                      <a:pt x="19" y="17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4" name="Freeform 26">
                <a:extLst>
                  <a:ext uri="{FF2B5EF4-FFF2-40B4-BE49-F238E27FC236}">
                    <a16:creationId xmlns:a16="http://schemas.microsoft.com/office/drawing/2014/main" id="{F3D162A9-30DE-404D-8089-6862665A32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5" y="1534"/>
                <a:ext cx="48" cy="44"/>
              </a:xfrm>
              <a:custGeom>
                <a:avLst/>
                <a:gdLst>
                  <a:gd name="T0" fmla="*/ 21 w 25"/>
                  <a:gd name="T1" fmla="*/ 18 h 23"/>
                  <a:gd name="T2" fmla="*/ 6 w 25"/>
                  <a:gd name="T3" fmla="*/ 20 h 23"/>
                  <a:gd name="T4" fmla="*/ 4 w 25"/>
                  <a:gd name="T5" fmla="*/ 4 h 23"/>
                  <a:gd name="T6" fmla="*/ 19 w 25"/>
                  <a:gd name="T7" fmla="*/ 3 h 23"/>
                  <a:gd name="T8" fmla="*/ 21 w 25"/>
                  <a:gd name="T9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3">
                    <a:moveTo>
                      <a:pt x="21" y="18"/>
                    </a:moveTo>
                    <a:cubicBezTo>
                      <a:pt x="18" y="23"/>
                      <a:pt x="10" y="23"/>
                      <a:pt x="6" y="20"/>
                    </a:cubicBezTo>
                    <a:cubicBezTo>
                      <a:pt x="2" y="16"/>
                      <a:pt x="0" y="9"/>
                      <a:pt x="4" y="4"/>
                    </a:cubicBezTo>
                    <a:cubicBezTo>
                      <a:pt x="7" y="0"/>
                      <a:pt x="15" y="0"/>
                      <a:pt x="19" y="3"/>
                    </a:cubicBezTo>
                    <a:cubicBezTo>
                      <a:pt x="24" y="6"/>
                      <a:pt x="25" y="14"/>
                      <a:pt x="21" y="18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5" name="Freeform 27">
                <a:extLst>
                  <a:ext uri="{FF2B5EF4-FFF2-40B4-BE49-F238E27FC236}">
                    <a16:creationId xmlns:a16="http://schemas.microsoft.com/office/drawing/2014/main" id="{712BA214-79E9-4DB2-9309-0FDEF2FC55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2" y="1620"/>
                <a:ext cx="46" cy="44"/>
              </a:xfrm>
              <a:custGeom>
                <a:avLst/>
                <a:gdLst>
                  <a:gd name="T0" fmla="*/ 20 w 24"/>
                  <a:gd name="T1" fmla="*/ 19 h 23"/>
                  <a:gd name="T2" fmla="*/ 7 w 24"/>
                  <a:gd name="T3" fmla="*/ 18 h 23"/>
                  <a:gd name="T4" fmla="*/ 3 w 24"/>
                  <a:gd name="T5" fmla="*/ 5 h 23"/>
                  <a:gd name="T6" fmla="*/ 19 w 24"/>
                  <a:gd name="T7" fmla="*/ 4 h 23"/>
                  <a:gd name="T8" fmla="*/ 20 w 24"/>
                  <a:gd name="T9" fmla="*/ 19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3">
                    <a:moveTo>
                      <a:pt x="20" y="19"/>
                    </a:moveTo>
                    <a:cubicBezTo>
                      <a:pt x="17" y="23"/>
                      <a:pt x="12" y="21"/>
                      <a:pt x="7" y="18"/>
                    </a:cubicBezTo>
                    <a:cubicBezTo>
                      <a:pt x="3" y="14"/>
                      <a:pt x="0" y="9"/>
                      <a:pt x="3" y="5"/>
                    </a:cubicBezTo>
                    <a:cubicBezTo>
                      <a:pt x="7" y="1"/>
                      <a:pt x="14" y="0"/>
                      <a:pt x="19" y="4"/>
                    </a:cubicBezTo>
                    <a:cubicBezTo>
                      <a:pt x="23" y="7"/>
                      <a:pt x="24" y="15"/>
                      <a:pt x="20" y="19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6" name="Freeform 28">
                <a:extLst>
                  <a:ext uri="{FF2B5EF4-FFF2-40B4-BE49-F238E27FC236}">
                    <a16:creationId xmlns:a16="http://schemas.microsoft.com/office/drawing/2014/main" id="{36210EFE-B6BE-46BB-BAF7-8F72C49A0B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1" y="1641"/>
                <a:ext cx="48" cy="44"/>
              </a:xfrm>
              <a:custGeom>
                <a:avLst/>
                <a:gdLst>
                  <a:gd name="T0" fmla="*/ 20 w 25"/>
                  <a:gd name="T1" fmla="*/ 18 h 23"/>
                  <a:gd name="T2" fmla="*/ 9 w 25"/>
                  <a:gd name="T3" fmla="*/ 19 h 23"/>
                  <a:gd name="T4" fmla="*/ 3 w 25"/>
                  <a:gd name="T5" fmla="*/ 4 h 23"/>
                  <a:gd name="T6" fmla="*/ 20 w 25"/>
                  <a:gd name="T7" fmla="*/ 4 h 23"/>
                  <a:gd name="T8" fmla="*/ 20 w 25"/>
                  <a:gd name="T9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3">
                    <a:moveTo>
                      <a:pt x="20" y="18"/>
                    </a:moveTo>
                    <a:cubicBezTo>
                      <a:pt x="16" y="22"/>
                      <a:pt x="13" y="23"/>
                      <a:pt x="9" y="19"/>
                    </a:cubicBezTo>
                    <a:cubicBezTo>
                      <a:pt x="4" y="15"/>
                      <a:pt x="0" y="9"/>
                      <a:pt x="3" y="4"/>
                    </a:cubicBezTo>
                    <a:cubicBezTo>
                      <a:pt x="7" y="0"/>
                      <a:pt x="16" y="1"/>
                      <a:pt x="20" y="4"/>
                    </a:cubicBezTo>
                    <a:cubicBezTo>
                      <a:pt x="25" y="8"/>
                      <a:pt x="24" y="13"/>
                      <a:pt x="20" y="18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7" name="Freeform 29">
                <a:extLst>
                  <a:ext uri="{FF2B5EF4-FFF2-40B4-BE49-F238E27FC236}">
                    <a16:creationId xmlns:a16="http://schemas.microsoft.com/office/drawing/2014/main" id="{CF5DC154-AAFE-4F70-BA1E-DA086F1DAB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7" y="1460"/>
                <a:ext cx="48" cy="49"/>
              </a:xfrm>
              <a:custGeom>
                <a:avLst/>
                <a:gdLst>
                  <a:gd name="T0" fmla="*/ 22 w 25"/>
                  <a:gd name="T1" fmla="*/ 19 h 26"/>
                  <a:gd name="T2" fmla="*/ 6 w 25"/>
                  <a:gd name="T3" fmla="*/ 22 h 26"/>
                  <a:gd name="T4" fmla="*/ 4 w 25"/>
                  <a:gd name="T5" fmla="*/ 5 h 26"/>
                  <a:gd name="T6" fmla="*/ 21 w 25"/>
                  <a:gd name="T7" fmla="*/ 5 h 26"/>
                  <a:gd name="T8" fmla="*/ 22 w 25"/>
                  <a:gd name="T9" fmla="*/ 19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6">
                    <a:moveTo>
                      <a:pt x="22" y="19"/>
                    </a:moveTo>
                    <a:cubicBezTo>
                      <a:pt x="18" y="24"/>
                      <a:pt x="11" y="26"/>
                      <a:pt x="6" y="22"/>
                    </a:cubicBezTo>
                    <a:cubicBezTo>
                      <a:pt x="2" y="18"/>
                      <a:pt x="0" y="9"/>
                      <a:pt x="4" y="5"/>
                    </a:cubicBezTo>
                    <a:cubicBezTo>
                      <a:pt x="7" y="0"/>
                      <a:pt x="16" y="1"/>
                      <a:pt x="21" y="5"/>
                    </a:cubicBezTo>
                    <a:cubicBezTo>
                      <a:pt x="25" y="8"/>
                      <a:pt x="25" y="15"/>
                      <a:pt x="22" y="19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8" name="Freeform 30">
                <a:extLst>
                  <a:ext uri="{FF2B5EF4-FFF2-40B4-BE49-F238E27FC236}">
                    <a16:creationId xmlns:a16="http://schemas.microsoft.com/office/drawing/2014/main" id="{E4F4878E-AF35-40E5-8484-2B4CF941C4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4" y="1498"/>
                <a:ext cx="53" cy="51"/>
              </a:xfrm>
              <a:custGeom>
                <a:avLst/>
                <a:gdLst>
                  <a:gd name="T0" fmla="*/ 24 w 28"/>
                  <a:gd name="T1" fmla="*/ 22 h 27"/>
                  <a:gd name="T2" fmla="*/ 7 w 28"/>
                  <a:gd name="T3" fmla="*/ 22 h 27"/>
                  <a:gd name="T4" fmla="*/ 4 w 28"/>
                  <a:gd name="T5" fmla="*/ 6 h 27"/>
                  <a:gd name="T6" fmla="*/ 22 w 28"/>
                  <a:gd name="T7" fmla="*/ 4 h 27"/>
                  <a:gd name="T8" fmla="*/ 24 w 28"/>
                  <a:gd name="T9" fmla="*/ 2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7">
                    <a:moveTo>
                      <a:pt x="24" y="22"/>
                    </a:moveTo>
                    <a:cubicBezTo>
                      <a:pt x="20" y="27"/>
                      <a:pt x="12" y="26"/>
                      <a:pt x="7" y="22"/>
                    </a:cubicBezTo>
                    <a:cubicBezTo>
                      <a:pt x="2" y="18"/>
                      <a:pt x="0" y="11"/>
                      <a:pt x="4" y="6"/>
                    </a:cubicBezTo>
                    <a:cubicBezTo>
                      <a:pt x="8" y="1"/>
                      <a:pt x="17" y="0"/>
                      <a:pt x="22" y="4"/>
                    </a:cubicBezTo>
                    <a:cubicBezTo>
                      <a:pt x="26" y="8"/>
                      <a:pt x="28" y="17"/>
                      <a:pt x="24" y="2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9" name="Freeform 31">
                <a:extLst>
                  <a:ext uri="{FF2B5EF4-FFF2-40B4-BE49-F238E27FC236}">
                    <a16:creationId xmlns:a16="http://schemas.microsoft.com/office/drawing/2014/main" id="{965BB41B-4125-4E01-B2F1-484E3D3101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3" y="1595"/>
                <a:ext cx="48" cy="48"/>
              </a:xfrm>
              <a:custGeom>
                <a:avLst/>
                <a:gdLst>
                  <a:gd name="T0" fmla="*/ 21 w 25"/>
                  <a:gd name="T1" fmla="*/ 21 h 25"/>
                  <a:gd name="T2" fmla="*/ 5 w 25"/>
                  <a:gd name="T3" fmla="*/ 20 h 25"/>
                  <a:gd name="T4" fmla="*/ 4 w 25"/>
                  <a:gd name="T5" fmla="*/ 7 h 25"/>
                  <a:gd name="T6" fmla="*/ 18 w 25"/>
                  <a:gd name="T7" fmla="*/ 4 h 25"/>
                  <a:gd name="T8" fmla="*/ 21 w 25"/>
                  <a:gd name="T9" fmla="*/ 21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5">
                    <a:moveTo>
                      <a:pt x="21" y="21"/>
                    </a:moveTo>
                    <a:cubicBezTo>
                      <a:pt x="17" y="25"/>
                      <a:pt x="10" y="24"/>
                      <a:pt x="5" y="20"/>
                    </a:cubicBezTo>
                    <a:cubicBezTo>
                      <a:pt x="0" y="16"/>
                      <a:pt x="0" y="12"/>
                      <a:pt x="4" y="7"/>
                    </a:cubicBezTo>
                    <a:cubicBezTo>
                      <a:pt x="8" y="2"/>
                      <a:pt x="13" y="0"/>
                      <a:pt x="18" y="4"/>
                    </a:cubicBezTo>
                    <a:cubicBezTo>
                      <a:pt x="23" y="8"/>
                      <a:pt x="25" y="16"/>
                      <a:pt x="21" y="2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0" name="Freeform 32">
                <a:extLst>
                  <a:ext uri="{FF2B5EF4-FFF2-40B4-BE49-F238E27FC236}">
                    <a16:creationId xmlns:a16="http://schemas.microsoft.com/office/drawing/2014/main" id="{3B5D4247-2F1F-4252-83B6-3A07B9B5C3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2" y="1656"/>
                <a:ext cx="53" cy="50"/>
              </a:xfrm>
              <a:custGeom>
                <a:avLst/>
                <a:gdLst>
                  <a:gd name="T0" fmla="*/ 24 w 28"/>
                  <a:gd name="T1" fmla="*/ 21 h 26"/>
                  <a:gd name="T2" fmla="*/ 7 w 28"/>
                  <a:gd name="T3" fmla="*/ 22 h 26"/>
                  <a:gd name="T4" fmla="*/ 4 w 28"/>
                  <a:gd name="T5" fmla="*/ 5 h 26"/>
                  <a:gd name="T6" fmla="*/ 22 w 28"/>
                  <a:gd name="T7" fmla="*/ 4 h 26"/>
                  <a:gd name="T8" fmla="*/ 24 w 28"/>
                  <a:gd name="T9" fmla="*/ 2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6">
                    <a:moveTo>
                      <a:pt x="24" y="21"/>
                    </a:moveTo>
                    <a:cubicBezTo>
                      <a:pt x="20" y="26"/>
                      <a:pt x="12" y="26"/>
                      <a:pt x="7" y="22"/>
                    </a:cubicBezTo>
                    <a:cubicBezTo>
                      <a:pt x="2" y="18"/>
                      <a:pt x="0" y="10"/>
                      <a:pt x="4" y="5"/>
                    </a:cubicBezTo>
                    <a:cubicBezTo>
                      <a:pt x="8" y="0"/>
                      <a:pt x="17" y="0"/>
                      <a:pt x="22" y="4"/>
                    </a:cubicBezTo>
                    <a:cubicBezTo>
                      <a:pt x="27" y="8"/>
                      <a:pt x="28" y="16"/>
                      <a:pt x="24" y="2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" name="Freeform 33">
                <a:extLst>
                  <a:ext uri="{FF2B5EF4-FFF2-40B4-BE49-F238E27FC236}">
                    <a16:creationId xmlns:a16="http://schemas.microsoft.com/office/drawing/2014/main" id="{C12699ED-49E5-4A38-B81C-123373A1BA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7" y="1528"/>
                <a:ext cx="42" cy="46"/>
              </a:xfrm>
              <a:custGeom>
                <a:avLst/>
                <a:gdLst>
                  <a:gd name="T0" fmla="*/ 17 w 22"/>
                  <a:gd name="T1" fmla="*/ 19 h 24"/>
                  <a:gd name="T2" fmla="*/ 5 w 22"/>
                  <a:gd name="T3" fmla="*/ 20 h 24"/>
                  <a:gd name="T4" fmla="*/ 3 w 22"/>
                  <a:gd name="T5" fmla="*/ 8 h 24"/>
                  <a:gd name="T6" fmla="*/ 17 w 22"/>
                  <a:gd name="T7" fmla="*/ 4 h 24"/>
                  <a:gd name="T8" fmla="*/ 17 w 22"/>
                  <a:gd name="T9" fmla="*/ 19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4">
                    <a:moveTo>
                      <a:pt x="17" y="19"/>
                    </a:moveTo>
                    <a:cubicBezTo>
                      <a:pt x="13" y="24"/>
                      <a:pt x="9" y="24"/>
                      <a:pt x="5" y="20"/>
                    </a:cubicBezTo>
                    <a:cubicBezTo>
                      <a:pt x="0" y="16"/>
                      <a:pt x="0" y="13"/>
                      <a:pt x="3" y="8"/>
                    </a:cubicBezTo>
                    <a:cubicBezTo>
                      <a:pt x="7" y="3"/>
                      <a:pt x="12" y="0"/>
                      <a:pt x="17" y="4"/>
                    </a:cubicBezTo>
                    <a:cubicBezTo>
                      <a:pt x="22" y="8"/>
                      <a:pt x="21" y="14"/>
                      <a:pt x="17" y="19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2" name="Freeform 34">
                <a:extLst>
                  <a:ext uri="{FF2B5EF4-FFF2-40B4-BE49-F238E27FC236}">
                    <a16:creationId xmlns:a16="http://schemas.microsoft.com/office/drawing/2014/main" id="{5F356557-0F15-4DA4-9BB1-10418C2AF2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6" y="1479"/>
                <a:ext cx="50" cy="46"/>
              </a:xfrm>
              <a:custGeom>
                <a:avLst/>
                <a:gdLst>
                  <a:gd name="T0" fmla="*/ 22 w 26"/>
                  <a:gd name="T1" fmla="*/ 19 h 24"/>
                  <a:gd name="T2" fmla="*/ 6 w 26"/>
                  <a:gd name="T3" fmla="*/ 19 h 24"/>
                  <a:gd name="T4" fmla="*/ 4 w 26"/>
                  <a:gd name="T5" fmla="*/ 5 h 24"/>
                  <a:gd name="T6" fmla="*/ 18 w 26"/>
                  <a:gd name="T7" fmla="*/ 4 h 24"/>
                  <a:gd name="T8" fmla="*/ 22 w 26"/>
                  <a:gd name="T9" fmla="*/ 19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4">
                    <a:moveTo>
                      <a:pt x="22" y="19"/>
                    </a:moveTo>
                    <a:cubicBezTo>
                      <a:pt x="18" y="24"/>
                      <a:pt x="11" y="23"/>
                      <a:pt x="6" y="19"/>
                    </a:cubicBezTo>
                    <a:cubicBezTo>
                      <a:pt x="1" y="15"/>
                      <a:pt x="0" y="9"/>
                      <a:pt x="4" y="5"/>
                    </a:cubicBezTo>
                    <a:cubicBezTo>
                      <a:pt x="8" y="0"/>
                      <a:pt x="14" y="0"/>
                      <a:pt x="18" y="4"/>
                    </a:cubicBezTo>
                    <a:cubicBezTo>
                      <a:pt x="23" y="8"/>
                      <a:pt x="26" y="14"/>
                      <a:pt x="22" y="19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3" name="Freeform 35">
                <a:extLst>
                  <a:ext uri="{FF2B5EF4-FFF2-40B4-BE49-F238E27FC236}">
                    <a16:creationId xmlns:a16="http://schemas.microsoft.com/office/drawing/2014/main" id="{33E3F444-202A-419C-9958-11D7ACD487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1416"/>
                <a:ext cx="48" cy="51"/>
              </a:xfrm>
              <a:custGeom>
                <a:avLst/>
                <a:gdLst>
                  <a:gd name="T0" fmla="*/ 12 w 25"/>
                  <a:gd name="T1" fmla="*/ 1 h 27"/>
                  <a:gd name="T2" fmla="*/ 24 w 25"/>
                  <a:gd name="T3" fmla="*/ 10 h 27"/>
                  <a:gd name="T4" fmla="*/ 18 w 25"/>
                  <a:gd name="T5" fmla="*/ 25 h 27"/>
                  <a:gd name="T6" fmla="*/ 2 w 25"/>
                  <a:gd name="T7" fmla="*/ 15 h 27"/>
                  <a:gd name="T8" fmla="*/ 12 w 25"/>
                  <a:gd name="T9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7">
                    <a:moveTo>
                      <a:pt x="12" y="1"/>
                    </a:moveTo>
                    <a:cubicBezTo>
                      <a:pt x="18" y="0"/>
                      <a:pt x="22" y="4"/>
                      <a:pt x="24" y="10"/>
                    </a:cubicBezTo>
                    <a:cubicBezTo>
                      <a:pt x="25" y="16"/>
                      <a:pt x="24" y="24"/>
                      <a:pt x="18" y="25"/>
                    </a:cubicBezTo>
                    <a:cubicBezTo>
                      <a:pt x="12" y="27"/>
                      <a:pt x="4" y="21"/>
                      <a:pt x="2" y="15"/>
                    </a:cubicBezTo>
                    <a:cubicBezTo>
                      <a:pt x="0" y="9"/>
                      <a:pt x="6" y="3"/>
                      <a:pt x="12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4" name="Freeform 36">
                <a:extLst>
                  <a:ext uri="{FF2B5EF4-FFF2-40B4-BE49-F238E27FC236}">
                    <a16:creationId xmlns:a16="http://schemas.microsoft.com/office/drawing/2014/main" id="{2EE56623-8D49-4EF1-BEF1-B8FEC4798F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9" y="1513"/>
                <a:ext cx="48" cy="38"/>
              </a:xfrm>
              <a:custGeom>
                <a:avLst/>
                <a:gdLst>
                  <a:gd name="T0" fmla="*/ 13 w 25"/>
                  <a:gd name="T1" fmla="*/ 1 h 20"/>
                  <a:gd name="T2" fmla="*/ 24 w 25"/>
                  <a:gd name="T3" fmla="*/ 8 h 20"/>
                  <a:gd name="T4" fmla="*/ 18 w 25"/>
                  <a:gd name="T5" fmla="*/ 19 h 20"/>
                  <a:gd name="T6" fmla="*/ 1 w 25"/>
                  <a:gd name="T7" fmla="*/ 14 h 20"/>
                  <a:gd name="T8" fmla="*/ 13 w 25"/>
                  <a:gd name="T9" fmla="*/ 1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0">
                    <a:moveTo>
                      <a:pt x="13" y="1"/>
                    </a:moveTo>
                    <a:cubicBezTo>
                      <a:pt x="19" y="0"/>
                      <a:pt x="22" y="2"/>
                      <a:pt x="24" y="8"/>
                    </a:cubicBezTo>
                    <a:cubicBezTo>
                      <a:pt x="25" y="14"/>
                      <a:pt x="24" y="17"/>
                      <a:pt x="18" y="19"/>
                    </a:cubicBezTo>
                    <a:cubicBezTo>
                      <a:pt x="11" y="20"/>
                      <a:pt x="3" y="20"/>
                      <a:pt x="1" y="14"/>
                    </a:cubicBezTo>
                    <a:cubicBezTo>
                      <a:pt x="0" y="7"/>
                      <a:pt x="7" y="3"/>
                      <a:pt x="13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5" name="Freeform 37">
                <a:extLst>
                  <a:ext uri="{FF2B5EF4-FFF2-40B4-BE49-F238E27FC236}">
                    <a16:creationId xmlns:a16="http://schemas.microsoft.com/office/drawing/2014/main" id="{F623F1EB-F12D-48D8-9D50-AE80A70813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5" y="1588"/>
                <a:ext cx="46" cy="47"/>
              </a:xfrm>
              <a:custGeom>
                <a:avLst/>
                <a:gdLst>
                  <a:gd name="T0" fmla="*/ 8 w 24"/>
                  <a:gd name="T1" fmla="*/ 2 h 25"/>
                  <a:gd name="T2" fmla="*/ 22 w 24"/>
                  <a:gd name="T3" fmla="*/ 7 h 25"/>
                  <a:gd name="T4" fmla="*/ 13 w 24"/>
                  <a:gd name="T5" fmla="*/ 23 h 25"/>
                  <a:gd name="T6" fmla="*/ 2 w 24"/>
                  <a:gd name="T7" fmla="*/ 12 h 25"/>
                  <a:gd name="T8" fmla="*/ 8 w 24"/>
                  <a:gd name="T9" fmla="*/ 2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5">
                    <a:moveTo>
                      <a:pt x="8" y="2"/>
                    </a:moveTo>
                    <a:cubicBezTo>
                      <a:pt x="14" y="0"/>
                      <a:pt x="21" y="1"/>
                      <a:pt x="22" y="7"/>
                    </a:cubicBezTo>
                    <a:cubicBezTo>
                      <a:pt x="24" y="13"/>
                      <a:pt x="19" y="22"/>
                      <a:pt x="13" y="23"/>
                    </a:cubicBezTo>
                    <a:cubicBezTo>
                      <a:pt x="7" y="25"/>
                      <a:pt x="3" y="18"/>
                      <a:pt x="2" y="12"/>
                    </a:cubicBezTo>
                    <a:cubicBezTo>
                      <a:pt x="0" y="6"/>
                      <a:pt x="2" y="3"/>
                      <a:pt x="8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6" name="Freeform 38">
                <a:extLst>
                  <a:ext uri="{FF2B5EF4-FFF2-40B4-BE49-F238E27FC236}">
                    <a16:creationId xmlns:a16="http://schemas.microsoft.com/office/drawing/2014/main" id="{B75F5662-99E0-4F45-BC5B-44E6546121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1624"/>
                <a:ext cx="48" cy="44"/>
              </a:xfrm>
              <a:custGeom>
                <a:avLst/>
                <a:gdLst>
                  <a:gd name="T0" fmla="*/ 7 w 25"/>
                  <a:gd name="T1" fmla="*/ 2 h 23"/>
                  <a:gd name="T2" fmla="*/ 24 w 25"/>
                  <a:gd name="T3" fmla="*/ 7 h 23"/>
                  <a:gd name="T4" fmla="*/ 13 w 25"/>
                  <a:gd name="T5" fmla="*/ 22 h 23"/>
                  <a:gd name="T6" fmla="*/ 1 w 25"/>
                  <a:gd name="T7" fmla="*/ 13 h 23"/>
                  <a:gd name="T8" fmla="*/ 7 w 25"/>
                  <a:gd name="T9" fmla="*/ 2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3">
                    <a:moveTo>
                      <a:pt x="7" y="2"/>
                    </a:moveTo>
                    <a:cubicBezTo>
                      <a:pt x="13" y="0"/>
                      <a:pt x="22" y="1"/>
                      <a:pt x="24" y="7"/>
                    </a:cubicBezTo>
                    <a:cubicBezTo>
                      <a:pt x="25" y="13"/>
                      <a:pt x="19" y="20"/>
                      <a:pt x="13" y="22"/>
                    </a:cubicBezTo>
                    <a:cubicBezTo>
                      <a:pt x="7" y="23"/>
                      <a:pt x="3" y="19"/>
                      <a:pt x="1" y="13"/>
                    </a:cubicBezTo>
                    <a:cubicBezTo>
                      <a:pt x="0" y="7"/>
                      <a:pt x="1" y="3"/>
                      <a:pt x="7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7" name="Freeform 39">
                <a:extLst>
                  <a:ext uri="{FF2B5EF4-FFF2-40B4-BE49-F238E27FC236}">
                    <a16:creationId xmlns:a16="http://schemas.microsoft.com/office/drawing/2014/main" id="{50568272-D495-4C52-9FF6-1D66076FD3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6" y="1444"/>
                <a:ext cx="51" cy="50"/>
              </a:xfrm>
              <a:custGeom>
                <a:avLst/>
                <a:gdLst>
                  <a:gd name="T0" fmla="*/ 10 w 27"/>
                  <a:gd name="T1" fmla="*/ 1 h 26"/>
                  <a:gd name="T2" fmla="*/ 25 w 27"/>
                  <a:gd name="T3" fmla="*/ 9 h 26"/>
                  <a:gd name="T4" fmla="*/ 16 w 27"/>
                  <a:gd name="T5" fmla="*/ 25 h 26"/>
                  <a:gd name="T6" fmla="*/ 2 w 27"/>
                  <a:gd name="T7" fmla="*/ 15 h 26"/>
                  <a:gd name="T8" fmla="*/ 10 w 27"/>
                  <a:gd name="T9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26">
                    <a:moveTo>
                      <a:pt x="10" y="1"/>
                    </a:moveTo>
                    <a:cubicBezTo>
                      <a:pt x="16" y="0"/>
                      <a:pt x="24" y="3"/>
                      <a:pt x="25" y="9"/>
                    </a:cubicBezTo>
                    <a:cubicBezTo>
                      <a:pt x="27" y="15"/>
                      <a:pt x="23" y="23"/>
                      <a:pt x="16" y="25"/>
                    </a:cubicBezTo>
                    <a:cubicBezTo>
                      <a:pt x="10" y="26"/>
                      <a:pt x="3" y="21"/>
                      <a:pt x="2" y="15"/>
                    </a:cubicBezTo>
                    <a:cubicBezTo>
                      <a:pt x="0" y="9"/>
                      <a:pt x="4" y="3"/>
                      <a:pt x="10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8" name="Freeform 40">
                <a:extLst>
                  <a:ext uri="{FF2B5EF4-FFF2-40B4-BE49-F238E27FC236}">
                    <a16:creationId xmlns:a16="http://schemas.microsoft.com/office/drawing/2014/main" id="{B0606FA6-B13A-4FBC-9296-D99F39B3D0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4" y="1616"/>
                <a:ext cx="52" cy="46"/>
              </a:xfrm>
              <a:custGeom>
                <a:avLst/>
                <a:gdLst>
                  <a:gd name="T0" fmla="*/ 10 w 27"/>
                  <a:gd name="T1" fmla="*/ 1 h 24"/>
                  <a:gd name="T2" fmla="*/ 25 w 27"/>
                  <a:gd name="T3" fmla="*/ 6 h 24"/>
                  <a:gd name="T4" fmla="*/ 15 w 27"/>
                  <a:gd name="T5" fmla="*/ 22 h 24"/>
                  <a:gd name="T6" fmla="*/ 2 w 27"/>
                  <a:gd name="T7" fmla="*/ 12 h 24"/>
                  <a:gd name="T8" fmla="*/ 10 w 27"/>
                  <a:gd name="T9" fmla="*/ 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24">
                    <a:moveTo>
                      <a:pt x="10" y="1"/>
                    </a:moveTo>
                    <a:cubicBezTo>
                      <a:pt x="16" y="0"/>
                      <a:pt x="24" y="0"/>
                      <a:pt x="25" y="6"/>
                    </a:cubicBezTo>
                    <a:cubicBezTo>
                      <a:pt x="27" y="12"/>
                      <a:pt x="21" y="20"/>
                      <a:pt x="15" y="22"/>
                    </a:cubicBezTo>
                    <a:cubicBezTo>
                      <a:pt x="9" y="24"/>
                      <a:pt x="3" y="18"/>
                      <a:pt x="2" y="12"/>
                    </a:cubicBezTo>
                    <a:cubicBezTo>
                      <a:pt x="0" y="6"/>
                      <a:pt x="4" y="3"/>
                      <a:pt x="10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9" name="Freeform 41">
                <a:extLst>
                  <a:ext uri="{FF2B5EF4-FFF2-40B4-BE49-F238E27FC236}">
                    <a16:creationId xmlns:a16="http://schemas.microsoft.com/office/drawing/2014/main" id="{8FD325B0-EAAC-42C2-8C2B-8C1E0D6658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1" y="1534"/>
                <a:ext cx="49" cy="50"/>
              </a:xfrm>
              <a:custGeom>
                <a:avLst/>
                <a:gdLst>
                  <a:gd name="T0" fmla="*/ 12 w 26"/>
                  <a:gd name="T1" fmla="*/ 2 h 26"/>
                  <a:gd name="T2" fmla="*/ 25 w 26"/>
                  <a:gd name="T3" fmla="*/ 9 h 26"/>
                  <a:gd name="T4" fmla="*/ 17 w 26"/>
                  <a:gd name="T5" fmla="*/ 24 h 26"/>
                  <a:gd name="T6" fmla="*/ 1 w 26"/>
                  <a:gd name="T7" fmla="*/ 15 h 26"/>
                  <a:gd name="T8" fmla="*/ 12 w 26"/>
                  <a:gd name="T9" fmla="*/ 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6">
                    <a:moveTo>
                      <a:pt x="12" y="2"/>
                    </a:moveTo>
                    <a:cubicBezTo>
                      <a:pt x="18" y="0"/>
                      <a:pt x="23" y="3"/>
                      <a:pt x="25" y="9"/>
                    </a:cubicBezTo>
                    <a:cubicBezTo>
                      <a:pt x="26" y="15"/>
                      <a:pt x="23" y="23"/>
                      <a:pt x="17" y="24"/>
                    </a:cubicBezTo>
                    <a:cubicBezTo>
                      <a:pt x="11" y="26"/>
                      <a:pt x="3" y="21"/>
                      <a:pt x="1" y="15"/>
                    </a:cubicBezTo>
                    <a:cubicBezTo>
                      <a:pt x="0" y="9"/>
                      <a:pt x="6" y="3"/>
                      <a:pt x="12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0" name="Freeform 42">
                <a:extLst>
                  <a:ext uri="{FF2B5EF4-FFF2-40B4-BE49-F238E27FC236}">
                    <a16:creationId xmlns:a16="http://schemas.microsoft.com/office/drawing/2014/main" id="{559FABF6-E8C8-44DC-B583-A4CA607F44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2" y="1429"/>
                <a:ext cx="51" cy="54"/>
              </a:xfrm>
              <a:custGeom>
                <a:avLst/>
                <a:gdLst>
                  <a:gd name="T0" fmla="*/ 10 w 27"/>
                  <a:gd name="T1" fmla="*/ 1 h 28"/>
                  <a:gd name="T2" fmla="*/ 26 w 27"/>
                  <a:gd name="T3" fmla="*/ 10 h 28"/>
                  <a:gd name="T4" fmla="*/ 16 w 27"/>
                  <a:gd name="T5" fmla="*/ 27 h 28"/>
                  <a:gd name="T6" fmla="*/ 2 w 27"/>
                  <a:gd name="T7" fmla="*/ 16 h 28"/>
                  <a:gd name="T8" fmla="*/ 10 w 27"/>
                  <a:gd name="T9" fmla="*/ 1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28">
                    <a:moveTo>
                      <a:pt x="10" y="1"/>
                    </a:moveTo>
                    <a:cubicBezTo>
                      <a:pt x="16" y="0"/>
                      <a:pt x="24" y="4"/>
                      <a:pt x="26" y="10"/>
                    </a:cubicBezTo>
                    <a:cubicBezTo>
                      <a:pt x="27" y="16"/>
                      <a:pt x="22" y="25"/>
                      <a:pt x="16" y="27"/>
                    </a:cubicBezTo>
                    <a:cubicBezTo>
                      <a:pt x="10" y="28"/>
                      <a:pt x="3" y="22"/>
                      <a:pt x="2" y="16"/>
                    </a:cubicBezTo>
                    <a:cubicBezTo>
                      <a:pt x="0" y="10"/>
                      <a:pt x="4" y="3"/>
                      <a:pt x="10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1" name="Freeform 43">
                <a:extLst>
                  <a:ext uri="{FF2B5EF4-FFF2-40B4-BE49-F238E27FC236}">
                    <a16:creationId xmlns:a16="http://schemas.microsoft.com/office/drawing/2014/main" id="{89D11C06-DB35-4F8B-9EE8-6707EF9D42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0" y="1567"/>
                <a:ext cx="47" cy="57"/>
              </a:xfrm>
              <a:custGeom>
                <a:avLst/>
                <a:gdLst>
                  <a:gd name="T0" fmla="*/ 11 w 25"/>
                  <a:gd name="T1" fmla="*/ 2 h 30"/>
                  <a:gd name="T2" fmla="*/ 23 w 25"/>
                  <a:gd name="T3" fmla="*/ 14 h 30"/>
                  <a:gd name="T4" fmla="*/ 18 w 25"/>
                  <a:gd name="T5" fmla="*/ 29 h 30"/>
                  <a:gd name="T6" fmla="*/ 2 w 25"/>
                  <a:gd name="T7" fmla="*/ 19 h 30"/>
                  <a:gd name="T8" fmla="*/ 11 w 25"/>
                  <a:gd name="T9" fmla="*/ 2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30">
                    <a:moveTo>
                      <a:pt x="11" y="2"/>
                    </a:moveTo>
                    <a:cubicBezTo>
                      <a:pt x="17" y="0"/>
                      <a:pt x="21" y="8"/>
                      <a:pt x="23" y="14"/>
                    </a:cubicBezTo>
                    <a:cubicBezTo>
                      <a:pt x="25" y="20"/>
                      <a:pt x="24" y="27"/>
                      <a:pt x="18" y="29"/>
                    </a:cubicBezTo>
                    <a:cubicBezTo>
                      <a:pt x="12" y="30"/>
                      <a:pt x="3" y="25"/>
                      <a:pt x="2" y="19"/>
                    </a:cubicBezTo>
                    <a:cubicBezTo>
                      <a:pt x="0" y="13"/>
                      <a:pt x="5" y="3"/>
                      <a:pt x="11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2" name="Freeform 44">
                <a:extLst>
                  <a:ext uri="{FF2B5EF4-FFF2-40B4-BE49-F238E27FC236}">
                    <a16:creationId xmlns:a16="http://schemas.microsoft.com/office/drawing/2014/main" id="{2F38588F-0084-4AC1-A190-7A978F8CA5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1" y="1658"/>
                <a:ext cx="47" cy="44"/>
              </a:xfrm>
              <a:custGeom>
                <a:avLst/>
                <a:gdLst>
                  <a:gd name="T0" fmla="*/ 7 w 25"/>
                  <a:gd name="T1" fmla="*/ 2 h 23"/>
                  <a:gd name="T2" fmla="*/ 23 w 25"/>
                  <a:gd name="T3" fmla="*/ 9 h 23"/>
                  <a:gd name="T4" fmla="*/ 12 w 25"/>
                  <a:gd name="T5" fmla="*/ 21 h 23"/>
                  <a:gd name="T6" fmla="*/ 2 w 25"/>
                  <a:gd name="T7" fmla="*/ 15 h 23"/>
                  <a:gd name="T8" fmla="*/ 7 w 25"/>
                  <a:gd name="T9" fmla="*/ 2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3">
                    <a:moveTo>
                      <a:pt x="7" y="2"/>
                    </a:moveTo>
                    <a:cubicBezTo>
                      <a:pt x="13" y="0"/>
                      <a:pt x="22" y="3"/>
                      <a:pt x="23" y="9"/>
                    </a:cubicBezTo>
                    <a:cubicBezTo>
                      <a:pt x="25" y="16"/>
                      <a:pt x="18" y="20"/>
                      <a:pt x="12" y="21"/>
                    </a:cubicBezTo>
                    <a:cubicBezTo>
                      <a:pt x="6" y="23"/>
                      <a:pt x="3" y="21"/>
                      <a:pt x="2" y="15"/>
                    </a:cubicBezTo>
                    <a:cubicBezTo>
                      <a:pt x="0" y="9"/>
                      <a:pt x="1" y="3"/>
                      <a:pt x="7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3" name="Freeform 45">
                <a:extLst>
                  <a:ext uri="{FF2B5EF4-FFF2-40B4-BE49-F238E27FC236}">
                    <a16:creationId xmlns:a16="http://schemas.microsoft.com/office/drawing/2014/main" id="{6E44F3F2-DDD2-44C0-B603-54FD3CB7B9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2" y="1452"/>
                <a:ext cx="52" cy="53"/>
              </a:xfrm>
              <a:custGeom>
                <a:avLst/>
                <a:gdLst>
                  <a:gd name="T0" fmla="*/ 10 w 27"/>
                  <a:gd name="T1" fmla="*/ 1 h 28"/>
                  <a:gd name="T2" fmla="*/ 26 w 27"/>
                  <a:gd name="T3" fmla="*/ 12 h 28"/>
                  <a:gd name="T4" fmla="*/ 17 w 27"/>
                  <a:gd name="T5" fmla="*/ 27 h 28"/>
                  <a:gd name="T6" fmla="*/ 1 w 27"/>
                  <a:gd name="T7" fmla="*/ 18 h 28"/>
                  <a:gd name="T8" fmla="*/ 10 w 27"/>
                  <a:gd name="T9" fmla="*/ 1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28">
                    <a:moveTo>
                      <a:pt x="10" y="1"/>
                    </a:moveTo>
                    <a:cubicBezTo>
                      <a:pt x="16" y="0"/>
                      <a:pt x="24" y="6"/>
                      <a:pt x="26" y="12"/>
                    </a:cubicBezTo>
                    <a:cubicBezTo>
                      <a:pt x="27" y="18"/>
                      <a:pt x="23" y="25"/>
                      <a:pt x="17" y="27"/>
                    </a:cubicBezTo>
                    <a:cubicBezTo>
                      <a:pt x="11" y="28"/>
                      <a:pt x="3" y="24"/>
                      <a:pt x="1" y="18"/>
                    </a:cubicBezTo>
                    <a:cubicBezTo>
                      <a:pt x="0" y="12"/>
                      <a:pt x="4" y="3"/>
                      <a:pt x="10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4" name="Freeform 46">
                <a:extLst>
                  <a:ext uri="{FF2B5EF4-FFF2-40B4-BE49-F238E27FC236}">
                    <a16:creationId xmlns:a16="http://schemas.microsoft.com/office/drawing/2014/main" id="{B9F5C097-609A-48DD-A6E4-CE22584595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5" y="1454"/>
                <a:ext cx="40" cy="42"/>
              </a:xfrm>
              <a:custGeom>
                <a:avLst/>
                <a:gdLst>
                  <a:gd name="T0" fmla="*/ 9 w 21"/>
                  <a:gd name="T1" fmla="*/ 1 h 22"/>
                  <a:gd name="T2" fmla="*/ 20 w 21"/>
                  <a:gd name="T3" fmla="*/ 10 h 22"/>
                  <a:gd name="T4" fmla="*/ 13 w 21"/>
                  <a:gd name="T5" fmla="*/ 20 h 22"/>
                  <a:gd name="T6" fmla="*/ 1 w 21"/>
                  <a:gd name="T7" fmla="*/ 15 h 22"/>
                  <a:gd name="T8" fmla="*/ 9 w 21"/>
                  <a:gd name="T9" fmla="*/ 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22">
                    <a:moveTo>
                      <a:pt x="9" y="1"/>
                    </a:moveTo>
                    <a:cubicBezTo>
                      <a:pt x="15" y="0"/>
                      <a:pt x="18" y="4"/>
                      <a:pt x="20" y="10"/>
                    </a:cubicBezTo>
                    <a:cubicBezTo>
                      <a:pt x="21" y="16"/>
                      <a:pt x="19" y="19"/>
                      <a:pt x="13" y="20"/>
                    </a:cubicBezTo>
                    <a:cubicBezTo>
                      <a:pt x="7" y="22"/>
                      <a:pt x="3" y="21"/>
                      <a:pt x="1" y="15"/>
                    </a:cubicBezTo>
                    <a:cubicBezTo>
                      <a:pt x="0" y="9"/>
                      <a:pt x="3" y="3"/>
                      <a:pt x="9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5" name="Freeform 47">
                <a:extLst>
                  <a:ext uri="{FF2B5EF4-FFF2-40B4-BE49-F238E27FC236}">
                    <a16:creationId xmlns:a16="http://schemas.microsoft.com/office/drawing/2014/main" id="{ED37F5E2-C831-4D76-8A67-5B50BAB721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3" y="1584"/>
                <a:ext cx="53" cy="46"/>
              </a:xfrm>
              <a:custGeom>
                <a:avLst/>
                <a:gdLst>
                  <a:gd name="T0" fmla="*/ 12 w 28"/>
                  <a:gd name="T1" fmla="*/ 2 h 24"/>
                  <a:gd name="T2" fmla="*/ 27 w 28"/>
                  <a:gd name="T3" fmla="*/ 9 h 24"/>
                  <a:gd name="T4" fmla="*/ 17 w 28"/>
                  <a:gd name="T5" fmla="*/ 22 h 24"/>
                  <a:gd name="T6" fmla="*/ 1 w 28"/>
                  <a:gd name="T7" fmla="*/ 16 h 24"/>
                  <a:gd name="T8" fmla="*/ 12 w 28"/>
                  <a:gd name="T9" fmla="*/ 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4">
                    <a:moveTo>
                      <a:pt x="12" y="2"/>
                    </a:moveTo>
                    <a:cubicBezTo>
                      <a:pt x="18" y="0"/>
                      <a:pt x="25" y="3"/>
                      <a:pt x="27" y="9"/>
                    </a:cubicBezTo>
                    <a:cubicBezTo>
                      <a:pt x="28" y="15"/>
                      <a:pt x="23" y="21"/>
                      <a:pt x="17" y="22"/>
                    </a:cubicBezTo>
                    <a:cubicBezTo>
                      <a:pt x="11" y="24"/>
                      <a:pt x="3" y="22"/>
                      <a:pt x="1" y="16"/>
                    </a:cubicBezTo>
                    <a:cubicBezTo>
                      <a:pt x="0" y="10"/>
                      <a:pt x="6" y="3"/>
                      <a:pt x="12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6" name="Freeform 48">
                <a:extLst>
                  <a:ext uri="{FF2B5EF4-FFF2-40B4-BE49-F238E27FC236}">
                    <a16:creationId xmlns:a16="http://schemas.microsoft.com/office/drawing/2014/main" id="{EDF74299-54E9-4004-A10A-1429F97179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2" y="1502"/>
                <a:ext cx="52" cy="42"/>
              </a:xfrm>
              <a:custGeom>
                <a:avLst/>
                <a:gdLst>
                  <a:gd name="T0" fmla="*/ 11 w 27"/>
                  <a:gd name="T1" fmla="*/ 2 h 22"/>
                  <a:gd name="T2" fmla="*/ 25 w 27"/>
                  <a:gd name="T3" fmla="*/ 8 h 22"/>
                  <a:gd name="T4" fmla="*/ 15 w 27"/>
                  <a:gd name="T5" fmla="*/ 20 h 22"/>
                  <a:gd name="T6" fmla="*/ 1 w 27"/>
                  <a:gd name="T7" fmla="*/ 14 h 22"/>
                  <a:gd name="T8" fmla="*/ 11 w 27"/>
                  <a:gd name="T9" fmla="*/ 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22">
                    <a:moveTo>
                      <a:pt x="11" y="2"/>
                    </a:moveTo>
                    <a:cubicBezTo>
                      <a:pt x="17" y="0"/>
                      <a:pt x="24" y="2"/>
                      <a:pt x="25" y="8"/>
                    </a:cubicBezTo>
                    <a:cubicBezTo>
                      <a:pt x="27" y="14"/>
                      <a:pt x="21" y="18"/>
                      <a:pt x="15" y="20"/>
                    </a:cubicBezTo>
                    <a:cubicBezTo>
                      <a:pt x="9" y="22"/>
                      <a:pt x="3" y="20"/>
                      <a:pt x="1" y="14"/>
                    </a:cubicBezTo>
                    <a:cubicBezTo>
                      <a:pt x="0" y="8"/>
                      <a:pt x="5" y="3"/>
                      <a:pt x="11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7" name="Freeform 49">
                <a:extLst>
                  <a:ext uri="{FF2B5EF4-FFF2-40B4-BE49-F238E27FC236}">
                    <a16:creationId xmlns:a16="http://schemas.microsoft.com/office/drawing/2014/main" id="{0C919862-9B5B-43CA-8BF8-B1725CC190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6" y="1378"/>
                <a:ext cx="60" cy="51"/>
              </a:xfrm>
              <a:custGeom>
                <a:avLst/>
                <a:gdLst>
                  <a:gd name="T0" fmla="*/ 12 w 31"/>
                  <a:gd name="T1" fmla="*/ 2 h 27"/>
                  <a:gd name="T2" fmla="*/ 29 w 31"/>
                  <a:gd name="T3" fmla="*/ 10 h 27"/>
                  <a:gd name="T4" fmla="*/ 18 w 31"/>
                  <a:gd name="T5" fmla="*/ 25 h 27"/>
                  <a:gd name="T6" fmla="*/ 2 w 31"/>
                  <a:gd name="T7" fmla="*/ 17 h 27"/>
                  <a:gd name="T8" fmla="*/ 12 w 31"/>
                  <a:gd name="T9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7">
                    <a:moveTo>
                      <a:pt x="12" y="2"/>
                    </a:moveTo>
                    <a:cubicBezTo>
                      <a:pt x="19" y="0"/>
                      <a:pt x="28" y="3"/>
                      <a:pt x="29" y="10"/>
                    </a:cubicBezTo>
                    <a:cubicBezTo>
                      <a:pt x="31" y="17"/>
                      <a:pt x="24" y="23"/>
                      <a:pt x="18" y="25"/>
                    </a:cubicBezTo>
                    <a:cubicBezTo>
                      <a:pt x="11" y="27"/>
                      <a:pt x="4" y="24"/>
                      <a:pt x="2" y="17"/>
                    </a:cubicBezTo>
                    <a:cubicBezTo>
                      <a:pt x="0" y="10"/>
                      <a:pt x="5" y="4"/>
                      <a:pt x="12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8" name="Freeform 50">
                <a:extLst>
                  <a:ext uri="{FF2B5EF4-FFF2-40B4-BE49-F238E27FC236}">
                    <a16:creationId xmlns:a16="http://schemas.microsoft.com/office/drawing/2014/main" id="{DF9C451B-BC11-4559-9DC2-FEA293AC08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8" y="1492"/>
                <a:ext cx="52" cy="52"/>
              </a:xfrm>
              <a:custGeom>
                <a:avLst/>
                <a:gdLst>
                  <a:gd name="T0" fmla="*/ 9 w 27"/>
                  <a:gd name="T1" fmla="*/ 2 h 27"/>
                  <a:gd name="T2" fmla="*/ 25 w 27"/>
                  <a:gd name="T3" fmla="*/ 8 h 27"/>
                  <a:gd name="T4" fmla="*/ 15 w 27"/>
                  <a:gd name="T5" fmla="*/ 26 h 27"/>
                  <a:gd name="T6" fmla="*/ 2 w 27"/>
                  <a:gd name="T7" fmla="*/ 14 h 27"/>
                  <a:gd name="T8" fmla="*/ 9 w 27"/>
                  <a:gd name="T9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27">
                    <a:moveTo>
                      <a:pt x="9" y="2"/>
                    </a:moveTo>
                    <a:cubicBezTo>
                      <a:pt x="16" y="0"/>
                      <a:pt x="24" y="1"/>
                      <a:pt x="25" y="8"/>
                    </a:cubicBezTo>
                    <a:cubicBezTo>
                      <a:pt x="27" y="15"/>
                      <a:pt x="22" y="24"/>
                      <a:pt x="15" y="26"/>
                    </a:cubicBezTo>
                    <a:cubicBezTo>
                      <a:pt x="8" y="27"/>
                      <a:pt x="4" y="21"/>
                      <a:pt x="2" y="14"/>
                    </a:cubicBezTo>
                    <a:cubicBezTo>
                      <a:pt x="0" y="7"/>
                      <a:pt x="2" y="4"/>
                      <a:pt x="9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9" name="Freeform 51">
                <a:extLst>
                  <a:ext uri="{FF2B5EF4-FFF2-40B4-BE49-F238E27FC236}">
                    <a16:creationId xmlns:a16="http://schemas.microsoft.com/office/drawing/2014/main" id="{B65900EF-6037-4587-80E4-D4C6FC37C5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" y="1555"/>
                <a:ext cx="53" cy="54"/>
              </a:xfrm>
              <a:custGeom>
                <a:avLst/>
                <a:gdLst>
                  <a:gd name="T0" fmla="*/ 11 w 28"/>
                  <a:gd name="T1" fmla="*/ 1 h 28"/>
                  <a:gd name="T2" fmla="*/ 26 w 28"/>
                  <a:gd name="T3" fmla="*/ 8 h 28"/>
                  <a:gd name="T4" fmla="*/ 18 w 28"/>
                  <a:gd name="T5" fmla="*/ 26 h 28"/>
                  <a:gd name="T6" fmla="*/ 2 w 28"/>
                  <a:gd name="T7" fmla="*/ 14 h 28"/>
                  <a:gd name="T8" fmla="*/ 11 w 28"/>
                  <a:gd name="T9" fmla="*/ 1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8">
                    <a:moveTo>
                      <a:pt x="11" y="1"/>
                    </a:moveTo>
                    <a:cubicBezTo>
                      <a:pt x="18" y="0"/>
                      <a:pt x="24" y="1"/>
                      <a:pt x="26" y="8"/>
                    </a:cubicBezTo>
                    <a:cubicBezTo>
                      <a:pt x="28" y="15"/>
                      <a:pt x="24" y="25"/>
                      <a:pt x="18" y="26"/>
                    </a:cubicBezTo>
                    <a:cubicBezTo>
                      <a:pt x="11" y="28"/>
                      <a:pt x="4" y="21"/>
                      <a:pt x="2" y="14"/>
                    </a:cubicBezTo>
                    <a:cubicBezTo>
                      <a:pt x="0" y="7"/>
                      <a:pt x="4" y="3"/>
                      <a:pt x="11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0" name="Freeform 52">
                <a:extLst>
                  <a:ext uri="{FF2B5EF4-FFF2-40B4-BE49-F238E27FC236}">
                    <a16:creationId xmlns:a16="http://schemas.microsoft.com/office/drawing/2014/main" id="{CC8B4CEE-92FA-4F7C-9D9A-38E66DFC25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1" y="1610"/>
                <a:ext cx="46" cy="60"/>
              </a:xfrm>
              <a:custGeom>
                <a:avLst/>
                <a:gdLst>
                  <a:gd name="T0" fmla="*/ 9 w 24"/>
                  <a:gd name="T1" fmla="*/ 2 h 31"/>
                  <a:gd name="T2" fmla="*/ 23 w 24"/>
                  <a:gd name="T3" fmla="*/ 14 h 31"/>
                  <a:gd name="T4" fmla="*/ 16 w 24"/>
                  <a:gd name="T5" fmla="*/ 29 h 31"/>
                  <a:gd name="T6" fmla="*/ 2 w 24"/>
                  <a:gd name="T7" fmla="*/ 19 h 31"/>
                  <a:gd name="T8" fmla="*/ 9 w 24"/>
                  <a:gd name="T9" fmla="*/ 2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31">
                    <a:moveTo>
                      <a:pt x="9" y="2"/>
                    </a:moveTo>
                    <a:cubicBezTo>
                      <a:pt x="16" y="0"/>
                      <a:pt x="21" y="7"/>
                      <a:pt x="23" y="14"/>
                    </a:cubicBezTo>
                    <a:cubicBezTo>
                      <a:pt x="24" y="21"/>
                      <a:pt x="23" y="27"/>
                      <a:pt x="16" y="29"/>
                    </a:cubicBezTo>
                    <a:cubicBezTo>
                      <a:pt x="10" y="31"/>
                      <a:pt x="3" y="26"/>
                      <a:pt x="2" y="19"/>
                    </a:cubicBezTo>
                    <a:cubicBezTo>
                      <a:pt x="0" y="13"/>
                      <a:pt x="3" y="4"/>
                      <a:pt x="9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1" name="Freeform 53">
                <a:extLst>
                  <a:ext uri="{FF2B5EF4-FFF2-40B4-BE49-F238E27FC236}">
                    <a16:creationId xmlns:a16="http://schemas.microsoft.com/office/drawing/2014/main" id="{BF3FD5F9-36B4-4C4F-BDE2-A75A26154D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5" y="1368"/>
                <a:ext cx="52" cy="46"/>
              </a:xfrm>
              <a:custGeom>
                <a:avLst/>
                <a:gdLst>
                  <a:gd name="T0" fmla="*/ 8 w 27"/>
                  <a:gd name="T1" fmla="*/ 2 h 24"/>
                  <a:gd name="T2" fmla="*/ 25 w 27"/>
                  <a:gd name="T3" fmla="*/ 9 h 24"/>
                  <a:gd name="T4" fmla="*/ 13 w 27"/>
                  <a:gd name="T5" fmla="*/ 22 h 24"/>
                  <a:gd name="T6" fmla="*/ 2 w 27"/>
                  <a:gd name="T7" fmla="*/ 15 h 24"/>
                  <a:gd name="T8" fmla="*/ 8 w 27"/>
                  <a:gd name="T9" fmla="*/ 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24">
                    <a:moveTo>
                      <a:pt x="8" y="2"/>
                    </a:moveTo>
                    <a:cubicBezTo>
                      <a:pt x="15" y="0"/>
                      <a:pt x="23" y="2"/>
                      <a:pt x="25" y="9"/>
                    </a:cubicBezTo>
                    <a:cubicBezTo>
                      <a:pt x="27" y="16"/>
                      <a:pt x="20" y="20"/>
                      <a:pt x="13" y="22"/>
                    </a:cubicBezTo>
                    <a:cubicBezTo>
                      <a:pt x="7" y="24"/>
                      <a:pt x="3" y="22"/>
                      <a:pt x="2" y="15"/>
                    </a:cubicBezTo>
                    <a:cubicBezTo>
                      <a:pt x="0" y="8"/>
                      <a:pt x="2" y="4"/>
                      <a:pt x="8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2" name="Freeform 54">
                <a:extLst>
                  <a:ext uri="{FF2B5EF4-FFF2-40B4-BE49-F238E27FC236}">
                    <a16:creationId xmlns:a16="http://schemas.microsoft.com/office/drawing/2014/main" id="{403603B5-8A44-4030-9CE2-191B62998D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6" y="1311"/>
                <a:ext cx="58" cy="51"/>
              </a:xfrm>
              <a:custGeom>
                <a:avLst/>
                <a:gdLst>
                  <a:gd name="T0" fmla="*/ 14 w 30"/>
                  <a:gd name="T1" fmla="*/ 1 h 27"/>
                  <a:gd name="T2" fmla="*/ 28 w 30"/>
                  <a:gd name="T3" fmla="*/ 7 h 27"/>
                  <a:gd name="T4" fmla="*/ 20 w 30"/>
                  <a:gd name="T5" fmla="*/ 25 h 27"/>
                  <a:gd name="T6" fmla="*/ 2 w 30"/>
                  <a:gd name="T7" fmla="*/ 14 h 27"/>
                  <a:gd name="T8" fmla="*/ 14 w 30"/>
                  <a:gd name="T9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27">
                    <a:moveTo>
                      <a:pt x="14" y="1"/>
                    </a:moveTo>
                    <a:cubicBezTo>
                      <a:pt x="21" y="0"/>
                      <a:pt x="27" y="0"/>
                      <a:pt x="28" y="7"/>
                    </a:cubicBezTo>
                    <a:cubicBezTo>
                      <a:pt x="30" y="14"/>
                      <a:pt x="27" y="23"/>
                      <a:pt x="20" y="25"/>
                    </a:cubicBezTo>
                    <a:cubicBezTo>
                      <a:pt x="13" y="27"/>
                      <a:pt x="4" y="20"/>
                      <a:pt x="2" y="14"/>
                    </a:cubicBezTo>
                    <a:cubicBezTo>
                      <a:pt x="0" y="7"/>
                      <a:pt x="7" y="3"/>
                      <a:pt x="14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3" name="Freeform 55">
                <a:extLst>
                  <a:ext uri="{FF2B5EF4-FFF2-40B4-BE49-F238E27FC236}">
                    <a16:creationId xmlns:a16="http://schemas.microsoft.com/office/drawing/2014/main" id="{D374C2AD-C567-4914-95A7-E3D43571D3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5" y="1397"/>
                <a:ext cx="50" cy="51"/>
              </a:xfrm>
              <a:custGeom>
                <a:avLst/>
                <a:gdLst>
                  <a:gd name="T0" fmla="*/ 11 w 26"/>
                  <a:gd name="T1" fmla="*/ 1 h 27"/>
                  <a:gd name="T2" fmla="*/ 24 w 26"/>
                  <a:gd name="T3" fmla="*/ 8 h 27"/>
                  <a:gd name="T4" fmla="*/ 17 w 26"/>
                  <a:gd name="T5" fmla="*/ 25 h 27"/>
                  <a:gd name="T6" fmla="*/ 2 w 26"/>
                  <a:gd name="T7" fmla="*/ 14 h 27"/>
                  <a:gd name="T8" fmla="*/ 11 w 26"/>
                  <a:gd name="T9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7">
                    <a:moveTo>
                      <a:pt x="11" y="1"/>
                    </a:moveTo>
                    <a:cubicBezTo>
                      <a:pt x="18" y="0"/>
                      <a:pt x="22" y="2"/>
                      <a:pt x="24" y="8"/>
                    </a:cubicBezTo>
                    <a:cubicBezTo>
                      <a:pt x="26" y="15"/>
                      <a:pt x="24" y="23"/>
                      <a:pt x="17" y="25"/>
                    </a:cubicBezTo>
                    <a:cubicBezTo>
                      <a:pt x="10" y="27"/>
                      <a:pt x="4" y="21"/>
                      <a:pt x="2" y="14"/>
                    </a:cubicBezTo>
                    <a:cubicBezTo>
                      <a:pt x="0" y="7"/>
                      <a:pt x="4" y="3"/>
                      <a:pt x="11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4" name="Freeform 56">
                <a:extLst>
                  <a:ext uri="{FF2B5EF4-FFF2-40B4-BE49-F238E27FC236}">
                    <a16:creationId xmlns:a16="http://schemas.microsoft.com/office/drawing/2014/main" id="{8EEBF885-64CB-4DF4-BDA6-60907BB652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8" y="1431"/>
                <a:ext cx="53" cy="44"/>
              </a:xfrm>
              <a:custGeom>
                <a:avLst/>
                <a:gdLst>
                  <a:gd name="T0" fmla="*/ 9 w 28"/>
                  <a:gd name="T1" fmla="*/ 1 h 23"/>
                  <a:gd name="T2" fmla="*/ 26 w 28"/>
                  <a:gd name="T3" fmla="*/ 8 h 23"/>
                  <a:gd name="T4" fmla="*/ 14 w 28"/>
                  <a:gd name="T5" fmla="*/ 22 h 23"/>
                  <a:gd name="T6" fmla="*/ 1 w 28"/>
                  <a:gd name="T7" fmla="*/ 14 h 23"/>
                  <a:gd name="T8" fmla="*/ 9 w 28"/>
                  <a:gd name="T9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3">
                    <a:moveTo>
                      <a:pt x="9" y="1"/>
                    </a:moveTo>
                    <a:cubicBezTo>
                      <a:pt x="16" y="0"/>
                      <a:pt x="24" y="2"/>
                      <a:pt x="26" y="8"/>
                    </a:cubicBezTo>
                    <a:cubicBezTo>
                      <a:pt x="28" y="15"/>
                      <a:pt x="21" y="20"/>
                      <a:pt x="14" y="22"/>
                    </a:cubicBezTo>
                    <a:cubicBezTo>
                      <a:pt x="7" y="23"/>
                      <a:pt x="3" y="21"/>
                      <a:pt x="1" y="14"/>
                    </a:cubicBezTo>
                    <a:cubicBezTo>
                      <a:pt x="0" y="8"/>
                      <a:pt x="2" y="3"/>
                      <a:pt x="9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5" name="Freeform 57">
                <a:extLst>
                  <a:ext uri="{FF2B5EF4-FFF2-40B4-BE49-F238E27FC236}">
                    <a16:creationId xmlns:a16="http://schemas.microsoft.com/office/drawing/2014/main" id="{783004F1-0334-473D-8877-5CD74AC49F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1" y="1336"/>
                <a:ext cx="57" cy="63"/>
              </a:xfrm>
              <a:custGeom>
                <a:avLst/>
                <a:gdLst>
                  <a:gd name="T0" fmla="*/ 10 w 30"/>
                  <a:gd name="T1" fmla="*/ 2 h 33"/>
                  <a:gd name="T2" fmla="*/ 29 w 30"/>
                  <a:gd name="T3" fmla="*/ 13 h 33"/>
                  <a:gd name="T4" fmla="*/ 18 w 30"/>
                  <a:gd name="T5" fmla="*/ 31 h 33"/>
                  <a:gd name="T6" fmla="*/ 2 w 30"/>
                  <a:gd name="T7" fmla="*/ 20 h 33"/>
                  <a:gd name="T8" fmla="*/ 10 w 30"/>
                  <a:gd name="T9" fmla="*/ 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3">
                    <a:moveTo>
                      <a:pt x="10" y="2"/>
                    </a:moveTo>
                    <a:cubicBezTo>
                      <a:pt x="17" y="0"/>
                      <a:pt x="27" y="7"/>
                      <a:pt x="29" y="13"/>
                    </a:cubicBezTo>
                    <a:cubicBezTo>
                      <a:pt x="30" y="20"/>
                      <a:pt x="24" y="29"/>
                      <a:pt x="18" y="31"/>
                    </a:cubicBezTo>
                    <a:cubicBezTo>
                      <a:pt x="11" y="33"/>
                      <a:pt x="3" y="27"/>
                      <a:pt x="2" y="20"/>
                    </a:cubicBezTo>
                    <a:cubicBezTo>
                      <a:pt x="0" y="14"/>
                      <a:pt x="3" y="3"/>
                      <a:pt x="10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6" name="Freeform 58">
                <a:extLst>
                  <a:ext uri="{FF2B5EF4-FFF2-40B4-BE49-F238E27FC236}">
                    <a16:creationId xmlns:a16="http://schemas.microsoft.com/office/drawing/2014/main" id="{7FD0D57A-0025-41E4-9693-31E4860FEF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7" y="1368"/>
                <a:ext cx="44" cy="52"/>
              </a:xfrm>
              <a:custGeom>
                <a:avLst/>
                <a:gdLst>
                  <a:gd name="T0" fmla="*/ 8 w 23"/>
                  <a:gd name="T1" fmla="*/ 2 h 27"/>
                  <a:gd name="T2" fmla="*/ 22 w 23"/>
                  <a:gd name="T3" fmla="*/ 10 h 27"/>
                  <a:gd name="T4" fmla="*/ 14 w 23"/>
                  <a:gd name="T5" fmla="*/ 26 h 27"/>
                  <a:gd name="T6" fmla="*/ 1 w 23"/>
                  <a:gd name="T7" fmla="*/ 15 h 27"/>
                  <a:gd name="T8" fmla="*/ 8 w 23"/>
                  <a:gd name="T9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27">
                    <a:moveTo>
                      <a:pt x="8" y="2"/>
                    </a:moveTo>
                    <a:cubicBezTo>
                      <a:pt x="15" y="0"/>
                      <a:pt x="20" y="3"/>
                      <a:pt x="22" y="10"/>
                    </a:cubicBezTo>
                    <a:cubicBezTo>
                      <a:pt x="23" y="17"/>
                      <a:pt x="21" y="24"/>
                      <a:pt x="14" y="26"/>
                    </a:cubicBezTo>
                    <a:cubicBezTo>
                      <a:pt x="8" y="27"/>
                      <a:pt x="3" y="22"/>
                      <a:pt x="1" y="15"/>
                    </a:cubicBezTo>
                    <a:cubicBezTo>
                      <a:pt x="0" y="9"/>
                      <a:pt x="1" y="3"/>
                      <a:pt x="8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7" name="Freeform 59">
                <a:extLst>
                  <a:ext uri="{FF2B5EF4-FFF2-40B4-BE49-F238E27FC236}">
                    <a16:creationId xmlns:a16="http://schemas.microsoft.com/office/drawing/2014/main" id="{B71EB079-B51C-4F9F-8B44-29E60C16C3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6" y="1446"/>
                <a:ext cx="54" cy="54"/>
              </a:xfrm>
              <a:custGeom>
                <a:avLst/>
                <a:gdLst>
                  <a:gd name="T0" fmla="*/ 10 w 28"/>
                  <a:gd name="T1" fmla="*/ 2 h 28"/>
                  <a:gd name="T2" fmla="*/ 26 w 28"/>
                  <a:gd name="T3" fmla="*/ 8 h 28"/>
                  <a:gd name="T4" fmla="*/ 16 w 28"/>
                  <a:gd name="T5" fmla="*/ 26 h 28"/>
                  <a:gd name="T6" fmla="*/ 2 w 28"/>
                  <a:gd name="T7" fmla="*/ 14 h 28"/>
                  <a:gd name="T8" fmla="*/ 10 w 28"/>
                  <a:gd name="T9" fmla="*/ 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8">
                    <a:moveTo>
                      <a:pt x="10" y="2"/>
                    </a:moveTo>
                    <a:cubicBezTo>
                      <a:pt x="16" y="0"/>
                      <a:pt x="24" y="1"/>
                      <a:pt x="26" y="8"/>
                    </a:cubicBezTo>
                    <a:cubicBezTo>
                      <a:pt x="28" y="14"/>
                      <a:pt x="23" y="25"/>
                      <a:pt x="16" y="26"/>
                    </a:cubicBezTo>
                    <a:cubicBezTo>
                      <a:pt x="9" y="28"/>
                      <a:pt x="4" y="21"/>
                      <a:pt x="2" y="14"/>
                    </a:cubicBezTo>
                    <a:cubicBezTo>
                      <a:pt x="0" y="7"/>
                      <a:pt x="3" y="3"/>
                      <a:pt x="10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8" name="Freeform 60">
                <a:extLst>
                  <a:ext uri="{FF2B5EF4-FFF2-40B4-BE49-F238E27FC236}">
                    <a16:creationId xmlns:a16="http://schemas.microsoft.com/office/drawing/2014/main" id="{88835F82-A8FD-4A61-924A-0E116FBC94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9" y="1547"/>
                <a:ext cx="48" cy="46"/>
              </a:xfrm>
              <a:custGeom>
                <a:avLst/>
                <a:gdLst>
                  <a:gd name="T0" fmla="*/ 9 w 25"/>
                  <a:gd name="T1" fmla="*/ 2 h 24"/>
                  <a:gd name="T2" fmla="*/ 23 w 25"/>
                  <a:gd name="T3" fmla="*/ 10 h 24"/>
                  <a:gd name="T4" fmla="*/ 15 w 25"/>
                  <a:gd name="T5" fmla="*/ 23 h 24"/>
                  <a:gd name="T6" fmla="*/ 2 w 25"/>
                  <a:gd name="T7" fmla="*/ 16 h 24"/>
                  <a:gd name="T8" fmla="*/ 9 w 25"/>
                  <a:gd name="T9" fmla="*/ 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4">
                    <a:moveTo>
                      <a:pt x="9" y="2"/>
                    </a:moveTo>
                    <a:cubicBezTo>
                      <a:pt x="16" y="0"/>
                      <a:pt x="22" y="4"/>
                      <a:pt x="23" y="10"/>
                    </a:cubicBezTo>
                    <a:cubicBezTo>
                      <a:pt x="25" y="17"/>
                      <a:pt x="21" y="21"/>
                      <a:pt x="15" y="23"/>
                    </a:cubicBezTo>
                    <a:cubicBezTo>
                      <a:pt x="8" y="24"/>
                      <a:pt x="4" y="23"/>
                      <a:pt x="2" y="16"/>
                    </a:cubicBezTo>
                    <a:cubicBezTo>
                      <a:pt x="0" y="9"/>
                      <a:pt x="3" y="4"/>
                      <a:pt x="9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9" name="Freeform 61">
                <a:extLst>
                  <a:ext uri="{FF2B5EF4-FFF2-40B4-BE49-F238E27FC236}">
                    <a16:creationId xmlns:a16="http://schemas.microsoft.com/office/drawing/2014/main" id="{0F676B0B-5452-4235-8D04-7E6B368FCE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4" y="1591"/>
                <a:ext cx="52" cy="54"/>
              </a:xfrm>
              <a:custGeom>
                <a:avLst/>
                <a:gdLst>
                  <a:gd name="T0" fmla="*/ 13 w 27"/>
                  <a:gd name="T1" fmla="*/ 1 h 28"/>
                  <a:gd name="T2" fmla="*/ 26 w 27"/>
                  <a:gd name="T3" fmla="*/ 13 h 28"/>
                  <a:gd name="T4" fmla="*/ 20 w 27"/>
                  <a:gd name="T5" fmla="*/ 26 h 28"/>
                  <a:gd name="T6" fmla="*/ 2 w 27"/>
                  <a:gd name="T7" fmla="*/ 19 h 28"/>
                  <a:gd name="T8" fmla="*/ 13 w 27"/>
                  <a:gd name="T9" fmla="*/ 1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28">
                    <a:moveTo>
                      <a:pt x="13" y="1"/>
                    </a:moveTo>
                    <a:cubicBezTo>
                      <a:pt x="20" y="0"/>
                      <a:pt x="24" y="6"/>
                      <a:pt x="26" y="13"/>
                    </a:cubicBezTo>
                    <a:cubicBezTo>
                      <a:pt x="27" y="19"/>
                      <a:pt x="26" y="24"/>
                      <a:pt x="20" y="26"/>
                    </a:cubicBezTo>
                    <a:cubicBezTo>
                      <a:pt x="13" y="28"/>
                      <a:pt x="3" y="25"/>
                      <a:pt x="2" y="19"/>
                    </a:cubicBezTo>
                    <a:cubicBezTo>
                      <a:pt x="0" y="12"/>
                      <a:pt x="7" y="3"/>
                      <a:pt x="13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0" name="Freeform 62">
                <a:extLst>
                  <a:ext uri="{FF2B5EF4-FFF2-40B4-BE49-F238E27FC236}">
                    <a16:creationId xmlns:a16="http://schemas.microsoft.com/office/drawing/2014/main" id="{445475DD-AEE7-4EC2-84DC-BC102AC203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4" y="1500"/>
                <a:ext cx="57" cy="59"/>
              </a:xfrm>
              <a:custGeom>
                <a:avLst/>
                <a:gdLst>
                  <a:gd name="T0" fmla="*/ 11 w 30"/>
                  <a:gd name="T1" fmla="*/ 1 h 31"/>
                  <a:gd name="T2" fmla="*/ 28 w 30"/>
                  <a:gd name="T3" fmla="*/ 13 h 31"/>
                  <a:gd name="T4" fmla="*/ 18 w 30"/>
                  <a:gd name="T5" fmla="*/ 29 h 31"/>
                  <a:gd name="T6" fmla="*/ 1 w 30"/>
                  <a:gd name="T7" fmla="*/ 20 h 31"/>
                  <a:gd name="T8" fmla="*/ 11 w 30"/>
                  <a:gd name="T9" fmla="*/ 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1">
                    <a:moveTo>
                      <a:pt x="11" y="1"/>
                    </a:moveTo>
                    <a:cubicBezTo>
                      <a:pt x="18" y="0"/>
                      <a:pt x="26" y="6"/>
                      <a:pt x="28" y="13"/>
                    </a:cubicBezTo>
                    <a:cubicBezTo>
                      <a:pt x="30" y="19"/>
                      <a:pt x="25" y="27"/>
                      <a:pt x="18" y="29"/>
                    </a:cubicBezTo>
                    <a:cubicBezTo>
                      <a:pt x="12" y="31"/>
                      <a:pt x="3" y="26"/>
                      <a:pt x="1" y="20"/>
                    </a:cubicBezTo>
                    <a:cubicBezTo>
                      <a:pt x="0" y="13"/>
                      <a:pt x="5" y="3"/>
                      <a:pt x="11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1" name="Freeform 63">
                <a:extLst>
                  <a:ext uri="{FF2B5EF4-FFF2-40B4-BE49-F238E27FC236}">
                    <a16:creationId xmlns:a16="http://schemas.microsoft.com/office/drawing/2014/main" id="{6C64587C-C299-412D-BA37-B6F3D0E6C8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5" y="1584"/>
                <a:ext cx="55" cy="51"/>
              </a:xfrm>
              <a:custGeom>
                <a:avLst/>
                <a:gdLst>
                  <a:gd name="T0" fmla="*/ 13 w 29"/>
                  <a:gd name="T1" fmla="*/ 2 h 27"/>
                  <a:gd name="T2" fmla="*/ 27 w 29"/>
                  <a:gd name="T3" fmla="*/ 9 h 27"/>
                  <a:gd name="T4" fmla="*/ 19 w 29"/>
                  <a:gd name="T5" fmla="*/ 25 h 27"/>
                  <a:gd name="T6" fmla="*/ 2 w 29"/>
                  <a:gd name="T7" fmla="*/ 16 h 27"/>
                  <a:gd name="T8" fmla="*/ 13 w 29"/>
                  <a:gd name="T9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7">
                    <a:moveTo>
                      <a:pt x="13" y="2"/>
                    </a:moveTo>
                    <a:cubicBezTo>
                      <a:pt x="20" y="0"/>
                      <a:pt x="26" y="3"/>
                      <a:pt x="27" y="9"/>
                    </a:cubicBezTo>
                    <a:cubicBezTo>
                      <a:pt x="29" y="16"/>
                      <a:pt x="26" y="24"/>
                      <a:pt x="19" y="25"/>
                    </a:cubicBezTo>
                    <a:cubicBezTo>
                      <a:pt x="12" y="27"/>
                      <a:pt x="3" y="23"/>
                      <a:pt x="2" y="16"/>
                    </a:cubicBezTo>
                    <a:cubicBezTo>
                      <a:pt x="0" y="9"/>
                      <a:pt x="6" y="3"/>
                      <a:pt x="13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2" name="Freeform 64">
                <a:extLst>
                  <a:ext uri="{FF2B5EF4-FFF2-40B4-BE49-F238E27FC236}">
                    <a16:creationId xmlns:a16="http://schemas.microsoft.com/office/drawing/2014/main" id="{422620D5-1DCF-4E88-822C-B0345CFD6C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0" y="1454"/>
                <a:ext cx="54" cy="59"/>
              </a:xfrm>
              <a:custGeom>
                <a:avLst/>
                <a:gdLst>
                  <a:gd name="T0" fmla="*/ 13 w 28"/>
                  <a:gd name="T1" fmla="*/ 2 h 31"/>
                  <a:gd name="T2" fmla="*/ 26 w 28"/>
                  <a:gd name="T3" fmla="*/ 13 h 31"/>
                  <a:gd name="T4" fmla="*/ 20 w 28"/>
                  <a:gd name="T5" fmla="*/ 30 h 31"/>
                  <a:gd name="T6" fmla="*/ 1 w 28"/>
                  <a:gd name="T7" fmla="*/ 20 h 31"/>
                  <a:gd name="T8" fmla="*/ 13 w 28"/>
                  <a:gd name="T9" fmla="*/ 2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1">
                    <a:moveTo>
                      <a:pt x="13" y="2"/>
                    </a:moveTo>
                    <a:cubicBezTo>
                      <a:pt x="19" y="0"/>
                      <a:pt x="25" y="7"/>
                      <a:pt x="26" y="13"/>
                    </a:cubicBezTo>
                    <a:cubicBezTo>
                      <a:pt x="28" y="20"/>
                      <a:pt x="26" y="28"/>
                      <a:pt x="20" y="30"/>
                    </a:cubicBezTo>
                    <a:cubicBezTo>
                      <a:pt x="13" y="31"/>
                      <a:pt x="3" y="26"/>
                      <a:pt x="1" y="20"/>
                    </a:cubicBezTo>
                    <a:cubicBezTo>
                      <a:pt x="0" y="13"/>
                      <a:pt x="6" y="4"/>
                      <a:pt x="13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3" name="Freeform 65">
                <a:extLst>
                  <a:ext uri="{FF2B5EF4-FFF2-40B4-BE49-F238E27FC236}">
                    <a16:creationId xmlns:a16="http://schemas.microsoft.com/office/drawing/2014/main" id="{9946CAA8-26C1-4360-86A9-190C196C80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9" y="1395"/>
                <a:ext cx="49" cy="51"/>
              </a:xfrm>
              <a:custGeom>
                <a:avLst/>
                <a:gdLst>
                  <a:gd name="T0" fmla="*/ 11 w 26"/>
                  <a:gd name="T1" fmla="*/ 2 h 27"/>
                  <a:gd name="T2" fmla="*/ 25 w 26"/>
                  <a:gd name="T3" fmla="*/ 12 h 27"/>
                  <a:gd name="T4" fmla="*/ 17 w 26"/>
                  <a:gd name="T5" fmla="*/ 26 h 27"/>
                  <a:gd name="T6" fmla="*/ 1 w 26"/>
                  <a:gd name="T7" fmla="*/ 18 h 27"/>
                  <a:gd name="T8" fmla="*/ 11 w 26"/>
                  <a:gd name="T9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7">
                    <a:moveTo>
                      <a:pt x="11" y="2"/>
                    </a:moveTo>
                    <a:cubicBezTo>
                      <a:pt x="18" y="0"/>
                      <a:pt x="23" y="5"/>
                      <a:pt x="25" y="12"/>
                    </a:cubicBezTo>
                    <a:cubicBezTo>
                      <a:pt x="26" y="18"/>
                      <a:pt x="24" y="24"/>
                      <a:pt x="17" y="26"/>
                    </a:cubicBezTo>
                    <a:cubicBezTo>
                      <a:pt x="11" y="27"/>
                      <a:pt x="3" y="24"/>
                      <a:pt x="1" y="18"/>
                    </a:cubicBezTo>
                    <a:cubicBezTo>
                      <a:pt x="0" y="11"/>
                      <a:pt x="5" y="4"/>
                      <a:pt x="11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4" name="Freeform 66">
                <a:extLst>
                  <a:ext uri="{FF2B5EF4-FFF2-40B4-BE49-F238E27FC236}">
                    <a16:creationId xmlns:a16="http://schemas.microsoft.com/office/drawing/2014/main" id="{93D14D37-E002-45F3-A270-E939B7440E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0" y="1278"/>
                <a:ext cx="51" cy="54"/>
              </a:xfrm>
              <a:custGeom>
                <a:avLst/>
                <a:gdLst>
                  <a:gd name="T0" fmla="*/ 13 w 27"/>
                  <a:gd name="T1" fmla="*/ 2 h 28"/>
                  <a:gd name="T2" fmla="*/ 25 w 27"/>
                  <a:gd name="T3" fmla="*/ 10 h 28"/>
                  <a:gd name="T4" fmla="*/ 19 w 27"/>
                  <a:gd name="T5" fmla="*/ 26 h 28"/>
                  <a:gd name="T6" fmla="*/ 2 w 27"/>
                  <a:gd name="T7" fmla="*/ 15 h 28"/>
                  <a:gd name="T8" fmla="*/ 13 w 27"/>
                  <a:gd name="T9" fmla="*/ 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28">
                    <a:moveTo>
                      <a:pt x="13" y="2"/>
                    </a:moveTo>
                    <a:cubicBezTo>
                      <a:pt x="20" y="0"/>
                      <a:pt x="23" y="3"/>
                      <a:pt x="25" y="10"/>
                    </a:cubicBezTo>
                    <a:cubicBezTo>
                      <a:pt x="27" y="16"/>
                      <a:pt x="26" y="24"/>
                      <a:pt x="19" y="26"/>
                    </a:cubicBezTo>
                    <a:cubicBezTo>
                      <a:pt x="12" y="28"/>
                      <a:pt x="4" y="22"/>
                      <a:pt x="2" y="15"/>
                    </a:cubicBezTo>
                    <a:cubicBezTo>
                      <a:pt x="0" y="9"/>
                      <a:pt x="6" y="4"/>
                      <a:pt x="13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5" name="Freeform 67">
                <a:extLst>
                  <a:ext uri="{FF2B5EF4-FFF2-40B4-BE49-F238E27FC236}">
                    <a16:creationId xmlns:a16="http://schemas.microsoft.com/office/drawing/2014/main" id="{55B19EA7-02BE-4813-B581-F175C295FF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7" y="1299"/>
                <a:ext cx="63" cy="61"/>
              </a:xfrm>
              <a:custGeom>
                <a:avLst/>
                <a:gdLst>
                  <a:gd name="T0" fmla="*/ 13 w 33"/>
                  <a:gd name="T1" fmla="*/ 2 h 32"/>
                  <a:gd name="T2" fmla="*/ 31 w 33"/>
                  <a:gd name="T3" fmla="*/ 9 h 32"/>
                  <a:gd name="T4" fmla="*/ 20 w 33"/>
                  <a:gd name="T5" fmla="*/ 30 h 32"/>
                  <a:gd name="T6" fmla="*/ 2 w 33"/>
                  <a:gd name="T7" fmla="*/ 16 h 32"/>
                  <a:gd name="T8" fmla="*/ 13 w 33"/>
                  <a:gd name="T9" fmla="*/ 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32">
                    <a:moveTo>
                      <a:pt x="13" y="2"/>
                    </a:moveTo>
                    <a:cubicBezTo>
                      <a:pt x="20" y="0"/>
                      <a:pt x="29" y="1"/>
                      <a:pt x="31" y="9"/>
                    </a:cubicBezTo>
                    <a:cubicBezTo>
                      <a:pt x="33" y="17"/>
                      <a:pt x="28" y="28"/>
                      <a:pt x="20" y="30"/>
                    </a:cubicBezTo>
                    <a:cubicBezTo>
                      <a:pt x="12" y="32"/>
                      <a:pt x="4" y="24"/>
                      <a:pt x="2" y="16"/>
                    </a:cubicBezTo>
                    <a:cubicBezTo>
                      <a:pt x="0" y="9"/>
                      <a:pt x="5" y="3"/>
                      <a:pt x="13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6" name="Freeform 68">
                <a:extLst>
                  <a:ext uri="{FF2B5EF4-FFF2-40B4-BE49-F238E27FC236}">
                    <a16:creationId xmlns:a16="http://schemas.microsoft.com/office/drawing/2014/main" id="{084CB4D4-B9AC-46F4-80A0-CB9A99B436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1" y="992"/>
                <a:ext cx="63" cy="63"/>
              </a:xfrm>
              <a:custGeom>
                <a:avLst/>
                <a:gdLst>
                  <a:gd name="T0" fmla="*/ 12 w 33"/>
                  <a:gd name="T1" fmla="*/ 2 h 33"/>
                  <a:gd name="T2" fmla="*/ 31 w 33"/>
                  <a:gd name="T3" fmla="*/ 10 h 33"/>
                  <a:gd name="T4" fmla="*/ 20 w 33"/>
                  <a:gd name="T5" fmla="*/ 31 h 33"/>
                  <a:gd name="T6" fmla="*/ 2 w 33"/>
                  <a:gd name="T7" fmla="*/ 17 h 33"/>
                  <a:gd name="T8" fmla="*/ 12 w 33"/>
                  <a:gd name="T9" fmla="*/ 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33">
                    <a:moveTo>
                      <a:pt x="12" y="2"/>
                    </a:moveTo>
                    <a:cubicBezTo>
                      <a:pt x="20" y="0"/>
                      <a:pt x="29" y="2"/>
                      <a:pt x="31" y="10"/>
                    </a:cubicBezTo>
                    <a:cubicBezTo>
                      <a:pt x="33" y="17"/>
                      <a:pt x="27" y="29"/>
                      <a:pt x="20" y="31"/>
                    </a:cubicBezTo>
                    <a:cubicBezTo>
                      <a:pt x="12" y="33"/>
                      <a:pt x="4" y="25"/>
                      <a:pt x="2" y="17"/>
                    </a:cubicBezTo>
                    <a:cubicBezTo>
                      <a:pt x="0" y="9"/>
                      <a:pt x="4" y="4"/>
                      <a:pt x="12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7" name="Freeform 69">
                <a:extLst>
                  <a:ext uri="{FF2B5EF4-FFF2-40B4-BE49-F238E27FC236}">
                    <a16:creationId xmlns:a16="http://schemas.microsoft.com/office/drawing/2014/main" id="{81584212-0B31-4658-AFE6-5647A3805E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7" y="1423"/>
                <a:ext cx="64" cy="65"/>
              </a:xfrm>
              <a:custGeom>
                <a:avLst/>
                <a:gdLst>
                  <a:gd name="T0" fmla="*/ 13 w 34"/>
                  <a:gd name="T1" fmla="*/ 2 h 34"/>
                  <a:gd name="T2" fmla="*/ 32 w 34"/>
                  <a:gd name="T3" fmla="*/ 16 h 34"/>
                  <a:gd name="T4" fmla="*/ 21 w 34"/>
                  <a:gd name="T5" fmla="*/ 32 h 34"/>
                  <a:gd name="T6" fmla="*/ 2 w 34"/>
                  <a:gd name="T7" fmla="*/ 23 h 34"/>
                  <a:gd name="T8" fmla="*/ 13 w 34"/>
                  <a:gd name="T9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34">
                    <a:moveTo>
                      <a:pt x="13" y="2"/>
                    </a:moveTo>
                    <a:cubicBezTo>
                      <a:pt x="21" y="0"/>
                      <a:pt x="30" y="8"/>
                      <a:pt x="32" y="16"/>
                    </a:cubicBezTo>
                    <a:cubicBezTo>
                      <a:pt x="34" y="24"/>
                      <a:pt x="29" y="30"/>
                      <a:pt x="21" y="32"/>
                    </a:cubicBezTo>
                    <a:cubicBezTo>
                      <a:pt x="13" y="34"/>
                      <a:pt x="4" y="31"/>
                      <a:pt x="2" y="23"/>
                    </a:cubicBezTo>
                    <a:cubicBezTo>
                      <a:pt x="0" y="16"/>
                      <a:pt x="6" y="4"/>
                      <a:pt x="13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8" name="Freeform 70">
                <a:extLst>
                  <a:ext uri="{FF2B5EF4-FFF2-40B4-BE49-F238E27FC236}">
                    <a16:creationId xmlns:a16="http://schemas.microsoft.com/office/drawing/2014/main" id="{F5EB573B-D41D-4FE6-93DB-2FD88E14B6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4" y="1162"/>
                <a:ext cx="63" cy="59"/>
              </a:xfrm>
              <a:custGeom>
                <a:avLst/>
                <a:gdLst>
                  <a:gd name="T0" fmla="*/ 11 w 33"/>
                  <a:gd name="T1" fmla="*/ 2 h 31"/>
                  <a:gd name="T2" fmla="*/ 31 w 33"/>
                  <a:gd name="T3" fmla="*/ 15 h 31"/>
                  <a:gd name="T4" fmla="*/ 18 w 33"/>
                  <a:gd name="T5" fmla="*/ 29 h 31"/>
                  <a:gd name="T6" fmla="*/ 2 w 33"/>
                  <a:gd name="T7" fmla="*/ 22 h 31"/>
                  <a:gd name="T8" fmla="*/ 11 w 33"/>
                  <a:gd name="T9" fmla="*/ 2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31">
                    <a:moveTo>
                      <a:pt x="11" y="2"/>
                    </a:moveTo>
                    <a:cubicBezTo>
                      <a:pt x="19" y="0"/>
                      <a:pt x="29" y="7"/>
                      <a:pt x="31" y="15"/>
                    </a:cubicBezTo>
                    <a:cubicBezTo>
                      <a:pt x="33" y="23"/>
                      <a:pt x="26" y="27"/>
                      <a:pt x="18" y="29"/>
                    </a:cubicBezTo>
                    <a:cubicBezTo>
                      <a:pt x="10" y="31"/>
                      <a:pt x="4" y="30"/>
                      <a:pt x="2" y="22"/>
                    </a:cubicBezTo>
                    <a:cubicBezTo>
                      <a:pt x="0" y="15"/>
                      <a:pt x="3" y="4"/>
                      <a:pt x="11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9" name="Freeform 71">
                <a:extLst>
                  <a:ext uri="{FF2B5EF4-FFF2-40B4-BE49-F238E27FC236}">
                    <a16:creationId xmlns:a16="http://schemas.microsoft.com/office/drawing/2014/main" id="{623BD63F-E908-4D1F-80DE-CE8070EBEC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8" y="1357"/>
                <a:ext cx="53" cy="65"/>
              </a:xfrm>
              <a:custGeom>
                <a:avLst/>
                <a:gdLst>
                  <a:gd name="T0" fmla="*/ 8 w 28"/>
                  <a:gd name="T1" fmla="*/ 2 h 34"/>
                  <a:gd name="T2" fmla="*/ 26 w 28"/>
                  <a:gd name="T3" fmla="*/ 15 h 34"/>
                  <a:gd name="T4" fmla="*/ 16 w 28"/>
                  <a:gd name="T5" fmla="*/ 32 h 34"/>
                  <a:gd name="T6" fmla="*/ 2 w 28"/>
                  <a:gd name="T7" fmla="*/ 21 h 34"/>
                  <a:gd name="T8" fmla="*/ 8 w 28"/>
                  <a:gd name="T9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4">
                    <a:moveTo>
                      <a:pt x="8" y="2"/>
                    </a:moveTo>
                    <a:cubicBezTo>
                      <a:pt x="16" y="0"/>
                      <a:pt x="24" y="8"/>
                      <a:pt x="26" y="15"/>
                    </a:cubicBezTo>
                    <a:cubicBezTo>
                      <a:pt x="28" y="23"/>
                      <a:pt x="24" y="30"/>
                      <a:pt x="16" y="32"/>
                    </a:cubicBezTo>
                    <a:cubicBezTo>
                      <a:pt x="8" y="34"/>
                      <a:pt x="4" y="29"/>
                      <a:pt x="2" y="21"/>
                    </a:cubicBezTo>
                    <a:cubicBezTo>
                      <a:pt x="0" y="14"/>
                      <a:pt x="0" y="4"/>
                      <a:pt x="8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0" name="Freeform 72">
                <a:extLst>
                  <a:ext uri="{FF2B5EF4-FFF2-40B4-BE49-F238E27FC236}">
                    <a16:creationId xmlns:a16="http://schemas.microsoft.com/office/drawing/2014/main" id="{D93A7E54-EC11-4667-A324-F9192856E8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2" y="1351"/>
                <a:ext cx="61" cy="65"/>
              </a:xfrm>
              <a:custGeom>
                <a:avLst/>
                <a:gdLst>
                  <a:gd name="T0" fmla="*/ 13 w 32"/>
                  <a:gd name="T1" fmla="*/ 2 h 34"/>
                  <a:gd name="T2" fmla="*/ 30 w 32"/>
                  <a:gd name="T3" fmla="*/ 14 h 34"/>
                  <a:gd name="T4" fmla="*/ 21 w 32"/>
                  <a:gd name="T5" fmla="*/ 32 h 34"/>
                  <a:gd name="T6" fmla="*/ 2 w 32"/>
                  <a:gd name="T7" fmla="*/ 21 h 34"/>
                  <a:gd name="T8" fmla="*/ 13 w 32"/>
                  <a:gd name="T9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34">
                    <a:moveTo>
                      <a:pt x="13" y="2"/>
                    </a:moveTo>
                    <a:cubicBezTo>
                      <a:pt x="21" y="0"/>
                      <a:pt x="28" y="6"/>
                      <a:pt x="30" y="14"/>
                    </a:cubicBezTo>
                    <a:cubicBezTo>
                      <a:pt x="32" y="22"/>
                      <a:pt x="28" y="30"/>
                      <a:pt x="21" y="32"/>
                    </a:cubicBezTo>
                    <a:cubicBezTo>
                      <a:pt x="13" y="34"/>
                      <a:pt x="4" y="29"/>
                      <a:pt x="2" y="21"/>
                    </a:cubicBezTo>
                    <a:cubicBezTo>
                      <a:pt x="0" y="14"/>
                      <a:pt x="5" y="4"/>
                      <a:pt x="13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1" name="Freeform 73">
                <a:extLst>
                  <a:ext uri="{FF2B5EF4-FFF2-40B4-BE49-F238E27FC236}">
                    <a16:creationId xmlns:a16="http://schemas.microsoft.com/office/drawing/2014/main" id="{8FD68F06-1B91-4D9C-B633-F3C54177E2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3" y="1444"/>
                <a:ext cx="60" cy="73"/>
              </a:xfrm>
              <a:custGeom>
                <a:avLst/>
                <a:gdLst>
                  <a:gd name="T0" fmla="*/ 9 w 31"/>
                  <a:gd name="T1" fmla="*/ 2 h 38"/>
                  <a:gd name="T2" fmla="*/ 29 w 31"/>
                  <a:gd name="T3" fmla="*/ 15 h 38"/>
                  <a:gd name="T4" fmla="*/ 18 w 31"/>
                  <a:gd name="T5" fmla="*/ 36 h 38"/>
                  <a:gd name="T6" fmla="*/ 2 w 31"/>
                  <a:gd name="T7" fmla="*/ 22 h 38"/>
                  <a:gd name="T8" fmla="*/ 9 w 31"/>
                  <a:gd name="T9" fmla="*/ 2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38">
                    <a:moveTo>
                      <a:pt x="9" y="2"/>
                    </a:moveTo>
                    <a:cubicBezTo>
                      <a:pt x="17" y="0"/>
                      <a:pt x="27" y="7"/>
                      <a:pt x="29" y="15"/>
                    </a:cubicBezTo>
                    <a:cubicBezTo>
                      <a:pt x="31" y="23"/>
                      <a:pt x="26" y="34"/>
                      <a:pt x="18" y="36"/>
                    </a:cubicBezTo>
                    <a:cubicBezTo>
                      <a:pt x="11" y="38"/>
                      <a:pt x="4" y="29"/>
                      <a:pt x="2" y="22"/>
                    </a:cubicBezTo>
                    <a:cubicBezTo>
                      <a:pt x="0" y="14"/>
                      <a:pt x="2" y="4"/>
                      <a:pt x="9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2" name="Freeform 74">
                <a:extLst>
                  <a:ext uri="{FF2B5EF4-FFF2-40B4-BE49-F238E27FC236}">
                    <a16:creationId xmlns:a16="http://schemas.microsoft.com/office/drawing/2014/main" id="{791FF8DD-BD7F-4EA5-8FA7-D704D66A18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2" y="1162"/>
                <a:ext cx="55" cy="73"/>
              </a:xfrm>
              <a:custGeom>
                <a:avLst/>
                <a:gdLst>
                  <a:gd name="T0" fmla="*/ 8 w 29"/>
                  <a:gd name="T1" fmla="*/ 2 h 38"/>
                  <a:gd name="T2" fmla="*/ 27 w 29"/>
                  <a:gd name="T3" fmla="*/ 15 h 38"/>
                  <a:gd name="T4" fmla="*/ 17 w 29"/>
                  <a:gd name="T5" fmla="*/ 36 h 38"/>
                  <a:gd name="T6" fmla="*/ 2 w 29"/>
                  <a:gd name="T7" fmla="*/ 22 h 38"/>
                  <a:gd name="T8" fmla="*/ 8 w 29"/>
                  <a:gd name="T9" fmla="*/ 2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38">
                    <a:moveTo>
                      <a:pt x="8" y="2"/>
                    </a:moveTo>
                    <a:cubicBezTo>
                      <a:pt x="16" y="0"/>
                      <a:pt x="25" y="7"/>
                      <a:pt x="27" y="15"/>
                    </a:cubicBezTo>
                    <a:cubicBezTo>
                      <a:pt x="29" y="23"/>
                      <a:pt x="24" y="34"/>
                      <a:pt x="17" y="36"/>
                    </a:cubicBezTo>
                    <a:cubicBezTo>
                      <a:pt x="9" y="38"/>
                      <a:pt x="4" y="29"/>
                      <a:pt x="2" y="22"/>
                    </a:cubicBezTo>
                    <a:cubicBezTo>
                      <a:pt x="0" y="14"/>
                      <a:pt x="0" y="4"/>
                      <a:pt x="8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3" name="Freeform 75">
                <a:extLst>
                  <a:ext uri="{FF2B5EF4-FFF2-40B4-BE49-F238E27FC236}">
                    <a16:creationId xmlns:a16="http://schemas.microsoft.com/office/drawing/2014/main" id="{46A20701-9E4B-4CB2-A517-C78E87F5D7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4" y="1221"/>
                <a:ext cx="59" cy="57"/>
              </a:xfrm>
              <a:custGeom>
                <a:avLst/>
                <a:gdLst>
                  <a:gd name="T0" fmla="*/ 14 w 31"/>
                  <a:gd name="T1" fmla="*/ 2 h 30"/>
                  <a:gd name="T2" fmla="*/ 29 w 31"/>
                  <a:gd name="T3" fmla="*/ 10 h 30"/>
                  <a:gd name="T4" fmla="*/ 21 w 31"/>
                  <a:gd name="T5" fmla="*/ 28 h 30"/>
                  <a:gd name="T6" fmla="*/ 2 w 31"/>
                  <a:gd name="T7" fmla="*/ 17 h 30"/>
                  <a:gd name="T8" fmla="*/ 14 w 31"/>
                  <a:gd name="T9" fmla="*/ 2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30">
                    <a:moveTo>
                      <a:pt x="14" y="2"/>
                    </a:moveTo>
                    <a:cubicBezTo>
                      <a:pt x="22" y="0"/>
                      <a:pt x="27" y="3"/>
                      <a:pt x="29" y="10"/>
                    </a:cubicBezTo>
                    <a:cubicBezTo>
                      <a:pt x="31" y="18"/>
                      <a:pt x="29" y="26"/>
                      <a:pt x="21" y="28"/>
                    </a:cubicBezTo>
                    <a:cubicBezTo>
                      <a:pt x="13" y="30"/>
                      <a:pt x="4" y="25"/>
                      <a:pt x="2" y="17"/>
                    </a:cubicBezTo>
                    <a:cubicBezTo>
                      <a:pt x="0" y="10"/>
                      <a:pt x="7" y="4"/>
                      <a:pt x="14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4" name="Freeform 76">
                <a:extLst>
                  <a:ext uri="{FF2B5EF4-FFF2-40B4-BE49-F238E27FC236}">
                    <a16:creationId xmlns:a16="http://schemas.microsoft.com/office/drawing/2014/main" id="{96019EE2-DEEC-451F-96F6-E83DACA0AC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1" y="1278"/>
                <a:ext cx="59" cy="63"/>
              </a:xfrm>
              <a:custGeom>
                <a:avLst/>
                <a:gdLst>
                  <a:gd name="T0" fmla="*/ 10 w 31"/>
                  <a:gd name="T1" fmla="*/ 2 h 33"/>
                  <a:gd name="T2" fmla="*/ 29 w 31"/>
                  <a:gd name="T3" fmla="*/ 14 h 33"/>
                  <a:gd name="T4" fmla="*/ 18 w 31"/>
                  <a:gd name="T5" fmla="*/ 31 h 33"/>
                  <a:gd name="T6" fmla="*/ 2 w 31"/>
                  <a:gd name="T7" fmla="*/ 21 h 33"/>
                  <a:gd name="T8" fmla="*/ 10 w 31"/>
                  <a:gd name="T9" fmla="*/ 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33">
                    <a:moveTo>
                      <a:pt x="10" y="2"/>
                    </a:moveTo>
                    <a:cubicBezTo>
                      <a:pt x="18" y="0"/>
                      <a:pt x="27" y="6"/>
                      <a:pt x="29" y="14"/>
                    </a:cubicBezTo>
                    <a:cubicBezTo>
                      <a:pt x="31" y="22"/>
                      <a:pt x="26" y="29"/>
                      <a:pt x="18" y="31"/>
                    </a:cubicBezTo>
                    <a:cubicBezTo>
                      <a:pt x="10" y="33"/>
                      <a:pt x="4" y="29"/>
                      <a:pt x="2" y="21"/>
                    </a:cubicBezTo>
                    <a:cubicBezTo>
                      <a:pt x="0" y="13"/>
                      <a:pt x="3" y="3"/>
                      <a:pt x="10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5" name="Freeform 77">
                <a:extLst>
                  <a:ext uri="{FF2B5EF4-FFF2-40B4-BE49-F238E27FC236}">
                    <a16:creationId xmlns:a16="http://schemas.microsoft.com/office/drawing/2014/main" id="{F161CAFC-78B2-4F19-B0B2-62AE73A754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5" y="1128"/>
                <a:ext cx="70" cy="55"/>
              </a:xfrm>
              <a:custGeom>
                <a:avLst/>
                <a:gdLst>
                  <a:gd name="T0" fmla="*/ 15 w 37"/>
                  <a:gd name="T1" fmla="*/ 2 h 29"/>
                  <a:gd name="T2" fmla="*/ 35 w 37"/>
                  <a:gd name="T3" fmla="*/ 9 h 29"/>
                  <a:gd name="T4" fmla="*/ 22 w 37"/>
                  <a:gd name="T5" fmla="*/ 27 h 29"/>
                  <a:gd name="T6" fmla="*/ 2 w 37"/>
                  <a:gd name="T7" fmla="*/ 18 h 29"/>
                  <a:gd name="T8" fmla="*/ 15 w 37"/>
                  <a:gd name="T9" fmla="*/ 2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29">
                    <a:moveTo>
                      <a:pt x="15" y="2"/>
                    </a:moveTo>
                    <a:cubicBezTo>
                      <a:pt x="23" y="0"/>
                      <a:pt x="33" y="1"/>
                      <a:pt x="35" y="9"/>
                    </a:cubicBezTo>
                    <a:cubicBezTo>
                      <a:pt x="37" y="17"/>
                      <a:pt x="30" y="25"/>
                      <a:pt x="22" y="27"/>
                    </a:cubicBezTo>
                    <a:cubicBezTo>
                      <a:pt x="14" y="29"/>
                      <a:pt x="4" y="25"/>
                      <a:pt x="2" y="18"/>
                    </a:cubicBezTo>
                    <a:cubicBezTo>
                      <a:pt x="0" y="10"/>
                      <a:pt x="8" y="4"/>
                      <a:pt x="15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6" name="Freeform 78">
                <a:extLst>
                  <a:ext uri="{FF2B5EF4-FFF2-40B4-BE49-F238E27FC236}">
                    <a16:creationId xmlns:a16="http://schemas.microsoft.com/office/drawing/2014/main" id="{6127B14C-51BD-44EC-8721-C6B3F43352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9" y="1397"/>
                <a:ext cx="55" cy="59"/>
              </a:xfrm>
              <a:custGeom>
                <a:avLst/>
                <a:gdLst>
                  <a:gd name="T0" fmla="*/ 13 w 29"/>
                  <a:gd name="T1" fmla="*/ 2 h 31"/>
                  <a:gd name="T2" fmla="*/ 27 w 29"/>
                  <a:gd name="T3" fmla="*/ 16 h 31"/>
                  <a:gd name="T4" fmla="*/ 20 w 29"/>
                  <a:gd name="T5" fmla="*/ 29 h 31"/>
                  <a:gd name="T6" fmla="*/ 2 w 29"/>
                  <a:gd name="T7" fmla="*/ 22 h 31"/>
                  <a:gd name="T8" fmla="*/ 13 w 29"/>
                  <a:gd name="T9" fmla="*/ 2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31">
                    <a:moveTo>
                      <a:pt x="13" y="2"/>
                    </a:moveTo>
                    <a:cubicBezTo>
                      <a:pt x="21" y="0"/>
                      <a:pt x="25" y="8"/>
                      <a:pt x="27" y="16"/>
                    </a:cubicBezTo>
                    <a:cubicBezTo>
                      <a:pt x="29" y="23"/>
                      <a:pt x="28" y="27"/>
                      <a:pt x="20" y="29"/>
                    </a:cubicBezTo>
                    <a:cubicBezTo>
                      <a:pt x="12" y="31"/>
                      <a:pt x="4" y="30"/>
                      <a:pt x="2" y="22"/>
                    </a:cubicBezTo>
                    <a:cubicBezTo>
                      <a:pt x="0" y="14"/>
                      <a:pt x="5" y="4"/>
                      <a:pt x="13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7" name="Freeform 79">
                <a:extLst>
                  <a:ext uri="{FF2B5EF4-FFF2-40B4-BE49-F238E27FC236}">
                    <a16:creationId xmlns:a16="http://schemas.microsoft.com/office/drawing/2014/main" id="{52533075-FAA8-44F5-9A3A-83364134D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2" y="1097"/>
                <a:ext cx="55" cy="59"/>
              </a:xfrm>
              <a:custGeom>
                <a:avLst/>
                <a:gdLst>
                  <a:gd name="T0" fmla="*/ 12 w 29"/>
                  <a:gd name="T1" fmla="*/ 2 h 31"/>
                  <a:gd name="T2" fmla="*/ 27 w 29"/>
                  <a:gd name="T3" fmla="*/ 11 h 31"/>
                  <a:gd name="T4" fmla="*/ 19 w 29"/>
                  <a:gd name="T5" fmla="*/ 29 h 31"/>
                  <a:gd name="T6" fmla="*/ 2 w 29"/>
                  <a:gd name="T7" fmla="*/ 17 h 31"/>
                  <a:gd name="T8" fmla="*/ 12 w 29"/>
                  <a:gd name="T9" fmla="*/ 2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31">
                    <a:moveTo>
                      <a:pt x="12" y="2"/>
                    </a:moveTo>
                    <a:cubicBezTo>
                      <a:pt x="20" y="0"/>
                      <a:pt x="25" y="3"/>
                      <a:pt x="27" y="11"/>
                    </a:cubicBezTo>
                    <a:cubicBezTo>
                      <a:pt x="29" y="19"/>
                      <a:pt x="27" y="27"/>
                      <a:pt x="19" y="29"/>
                    </a:cubicBezTo>
                    <a:cubicBezTo>
                      <a:pt x="11" y="31"/>
                      <a:pt x="4" y="25"/>
                      <a:pt x="2" y="17"/>
                    </a:cubicBezTo>
                    <a:cubicBezTo>
                      <a:pt x="0" y="10"/>
                      <a:pt x="5" y="4"/>
                      <a:pt x="12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8" name="Freeform 80">
                <a:extLst>
                  <a:ext uri="{FF2B5EF4-FFF2-40B4-BE49-F238E27FC236}">
                    <a16:creationId xmlns:a16="http://schemas.microsoft.com/office/drawing/2014/main" id="{0806295B-6339-4070-80B5-AC48DA83E4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8" y="1269"/>
                <a:ext cx="48" cy="55"/>
              </a:xfrm>
              <a:custGeom>
                <a:avLst/>
                <a:gdLst>
                  <a:gd name="T0" fmla="*/ 9 w 25"/>
                  <a:gd name="T1" fmla="*/ 2 h 29"/>
                  <a:gd name="T2" fmla="*/ 23 w 25"/>
                  <a:gd name="T3" fmla="*/ 13 h 29"/>
                  <a:gd name="T4" fmla="*/ 16 w 25"/>
                  <a:gd name="T5" fmla="*/ 27 h 29"/>
                  <a:gd name="T6" fmla="*/ 2 w 25"/>
                  <a:gd name="T7" fmla="*/ 19 h 29"/>
                  <a:gd name="T8" fmla="*/ 9 w 25"/>
                  <a:gd name="T9" fmla="*/ 2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9">
                    <a:moveTo>
                      <a:pt x="9" y="2"/>
                    </a:moveTo>
                    <a:cubicBezTo>
                      <a:pt x="17" y="0"/>
                      <a:pt x="21" y="6"/>
                      <a:pt x="23" y="13"/>
                    </a:cubicBezTo>
                    <a:cubicBezTo>
                      <a:pt x="25" y="21"/>
                      <a:pt x="23" y="25"/>
                      <a:pt x="16" y="27"/>
                    </a:cubicBezTo>
                    <a:cubicBezTo>
                      <a:pt x="8" y="29"/>
                      <a:pt x="4" y="27"/>
                      <a:pt x="2" y="19"/>
                    </a:cubicBezTo>
                    <a:cubicBezTo>
                      <a:pt x="0" y="11"/>
                      <a:pt x="2" y="4"/>
                      <a:pt x="9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9" name="Freeform 81">
                <a:extLst>
                  <a:ext uri="{FF2B5EF4-FFF2-40B4-BE49-F238E27FC236}">
                    <a16:creationId xmlns:a16="http://schemas.microsoft.com/office/drawing/2014/main" id="{14A5C712-A5C3-411F-8E1E-412DB40B01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9" y="1521"/>
                <a:ext cx="57" cy="65"/>
              </a:xfrm>
              <a:custGeom>
                <a:avLst/>
                <a:gdLst>
                  <a:gd name="T0" fmla="*/ 12 w 30"/>
                  <a:gd name="T1" fmla="*/ 2 h 34"/>
                  <a:gd name="T2" fmla="*/ 28 w 30"/>
                  <a:gd name="T3" fmla="*/ 14 h 34"/>
                  <a:gd name="T4" fmla="*/ 20 w 30"/>
                  <a:gd name="T5" fmla="*/ 32 h 34"/>
                  <a:gd name="T6" fmla="*/ 2 w 30"/>
                  <a:gd name="T7" fmla="*/ 21 h 34"/>
                  <a:gd name="T8" fmla="*/ 12 w 30"/>
                  <a:gd name="T9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4">
                    <a:moveTo>
                      <a:pt x="12" y="2"/>
                    </a:moveTo>
                    <a:cubicBezTo>
                      <a:pt x="20" y="0"/>
                      <a:pt x="26" y="6"/>
                      <a:pt x="28" y="14"/>
                    </a:cubicBezTo>
                    <a:cubicBezTo>
                      <a:pt x="30" y="22"/>
                      <a:pt x="27" y="30"/>
                      <a:pt x="20" y="32"/>
                    </a:cubicBezTo>
                    <a:cubicBezTo>
                      <a:pt x="12" y="34"/>
                      <a:pt x="4" y="28"/>
                      <a:pt x="2" y="21"/>
                    </a:cubicBezTo>
                    <a:cubicBezTo>
                      <a:pt x="0" y="13"/>
                      <a:pt x="4" y="4"/>
                      <a:pt x="12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0" name="Freeform 82">
                <a:extLst>
                  <a:ext uri="{FF2B5EF4-FFF2-40B4-BE49-F238E27FC236}">
                    <a16:creationId xmlns:a16="http://schemas.microsoft.com/office/drawing/2014/main" id="{879DD9E0-D2D0-4830-ABC9-05DFFAA368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0" y="1072"/>
                <a:ext cx="59" cy="58"/>
              </a:xfrm>
              <a:custGeom>
                <a:avLst/>
                <a:gdLst>
                  <a:gd name="T0" fmla="*/ 15 w 31"/>
                  <a:gd name="T1" fmla="*/ 29 h 30"/>
                  <a:gd name="T2" fmla="*/ 1 w 31"/>
                  <a:gd name="T3" fmla="*/ 15 h 30"/>
                  <a:gd name="T4" fmla="*/ 20 w 31"/>
                  <a:gd name="T5" fmla="*/ 2 h 30"/>
                  <a:gd name="T6" fmla="*/ 29 w 31"/>
                  <a:gd name="T7" fmla="*/ 19 h 30"/>
                  <a:gd name="T8" fmla="*/ 15 w 31"/>
                  <a:gd name="T9" fmla="*/ 29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30">
                    <a:moveTo>
                      <a:pt x="15" y="29"/>
                    </a:moveTo>
                    <a:cubicBezTo>
                      <a:pt x="8" y="27"/>
                      <a:pt x="0" y="23"/>
                      <a:pt x="1" y="15"/>
                    </a:cubicBezTo>
                    <a:cubicBezTo>
                      <a:pt x="2" y="7"/>
                      <a:pt x="12" y="0"/>
                      <a:pt x="20" y="2"/>
                    </a:cubicBezTo>
                    <a:cubicBezTo>
                      <a:pt x="28" y="3"/>
                      <a:pt x="31" y="12"/>
                      <a:pt x="29" y="19"/>
                    </a:cubicBezTo>
                    <a:cubicBezTo>
                      <a:pt x="28" y="27"/>
                      <a:pt x="23" y="30"/>
                      <a:pt x="15" y="29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1" name="Freeform 83">
                <a:extLst>
                  <a:ext uri="{FF2B5EF4-FFF2-40B4-BE49-F238E27FC236}">
                    <a16:creationId xmlns:a16="http://schemas.microsoft.com/office/drawing/2014/main" id="{B740771A-9326-4698-95C4-DA885D26C6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2" y="1221"/>
                <a:ext cx="61" cy="56"/>
              </a:xfrm>
              <a:custGeom>
                <a:avLst/>
                <a:gdLst>
                  <a:gd name="T0" fmla="*/ 13 w 32"/>
                  <a:gd name="T1" fmla="*/ 27 h 29"/>
                  <a:gd name="T2" fmla="*/ 1 w 32"/>
                  <a:gd name="T3" fmla="*/ 11 h 29"/>
                  <a:gd name="T4" fmla="*/ 18 w 32"/>
                  <a:gd name="T5" fmla="*/ 1 h 29"/>
                  <a:gd name="T6" fmla="*/ 31 w 32"/>
                  <a:gd name="T7" fmla="*/ 16 h 29"/>
                  <a:gd name="T8" fmla="*/ 13 w 32"/>
                  <a:gd name="T9" fmla="*/ 27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9">
                    <a:moveTo>
                      <a:pt x="13" y="27"/>
                    </a:moveTo>
                    <a:cubicBezTo>
                      <a:pt x="6" y="26"/>
                      <a:pt x="0" y="19"/>
                      <a:pt x="1" y="11"/>
                    </a:cubicBezTo>
                    <a:cubicBezTo>
                      <a:pt x="2" y="3"/>
                      <a:pt x="10" y="0"/>
                      <a:pt x="18" y="1"/>
                    </a:cubicBezTo>
                    <a:cubicBezTo>
                      <a:pt x="26" y="2"/>
                      <a:pt x="32" y="8"/>
                      <a:pt x="31" y="16"/>
                    </a:cubicBezTo>
                    <a:cubicBezTo>
                      <a:pt x="30" y="24"/>
                      <a:pt x="21" y="29"/>
                      <a:pt x="13" y="27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2" name="Freeform 84">
                <a:extLst>
                  <a:ext uri="{FF2B5EF4-FFF2-40B4-BE49-F238E27FC236}">
                    <a16:creationId xmlns:a16="http://schemas.microsoft.com/office/drawing/2014/main" id="{CC92E9EF-ED56-47F3-B233-A51564DC74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1" y="1257"/>
                <a:ext cx="55" cy="52"/>
              </a:xfrm>
              <a:custGeom>
                <a:avLst/>
                <a:gdLst>
                  <a:gd name="T0" fmla="*/ 12 w 29"/>
                  <a:gd name="T1" fmla="*/ 2 h 27"/>
                  <a:gd name="T2" fmla="*/ 27 w 29"/>
                  <a:gd name="T3" fmla="*/ 11 h 27"/>
                  <a:gd name="T4" fmla="*/ 18 w 29"/>
                  <a:gd name="T5" fmla="*/ 25 h 27"/>
                  <a:gd name="T6" fmla="*/ 2 w 29"/>
                  <a:gd name="T7" fmla="*/ 18 h 27"/>
                  <a:gd name="T8" fmla="*/ 12 w 29"/>
                  <a:gd name="T9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7">
                    <a:moveTo>
                      <a:pt x="12" y="2"/>
                    </a:moveTo>
                    <a:cubicBezTo>
                      <a:pt x="19" y="0"/>
                      <a:pt x="25" y="5"/>
                      <a:pt x="27" y="11"/>
                    </a:cubicBezTo>
                    <a:cubicBezTo>
                      <a:pt x="29" y="18"/>
                      <a:pt x="25" y="23"/>
                      <a:pt x="18" y="25"/>
                    </a:cubicBezTo>
                    <a:cubicBezTo>
                      <a:pt x="11" y="27"/>
                      <a:pt x="3" y="24"/>
                      <a:pt x="2" y="18"/>
                    </a:cubicBezTo>
                    <a:cubicBezTo>
                      <a:pt x="0" y="11"/>
                      <a:pt x="5" y="4"/>
                      <a:pt x="12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3" name="Freeform 85">
                <a:extLst>
                  <a:ext uri="{FF2B5EF4-FFF2-40B4-BE49-F238E27FC236}">
                    <a16:creationId xmlns:a16="http://schemas.microsoft.com/office/drawing/2014/main" id="{6DCE4464-3E63-4414-A26A-3A557D65BC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9" y="1336"/>
                <a:ext cx="45" cy="45"/>
              </a:xfrm>
              <a:custGeom>
                <a:avLst/>
                <a:gdLst>
                  <a:gd name="T0" fmla="*/ 8 w 24"/>
                  <a:gd name="T1" fmla="*/ 2 h 24"/>
                  <a:gd name="T2" fmla="*/ 22 w 24"/>
                  <a:gd name="T3" fmla="*/ 10 h 24"/>
                  <a:gd name="T4" fmla="*/ 13 w 24"/>
                  <a:gd name="T5" fmla="*/ 22 h 24"/>
                  <a:gd name="T6" fmla="*/ 2 w 24"/>
                  <a:gd name="T7" fmla="*/ 15 h 24"/>
                  <a:gd name="T8" fmla="*/ 8 w 24"/>
                  <a:gd name="T9" fmla="*/ 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4">
                    <a:moveTo>
                      <a:pt x="8" y="2"/>
                    </a:moveTo>
                    <a:cubicBezTo>
                      <a:pt x="14" y="0"/>
                      <a:pt x="20" y="3"/>
                      <a:pt x="22" y="10"/>
                    </a:cubicBezTo>
                    <a:cubicBezTo>
                      <a:pt x="24" y="17"/>
                      <a:pt x="19" y="20"/>
                      <a:pt x="13" y="22"/>
                    </a:cubicBezTo>
                    <a:cubicBezTo>
                      <a:pt x="6" y="24"/>
                      <a:pt x="3" y="22"/>
                      <a:pt x="2" y="15"/>
                    </a:cubicBezTo>
                    <a:cubicBezTo>
                      <a:pt x="0" y="9"/>
                      <a:pt x="1" y="4"/>
                      <a:pt x="8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4" name="Freeform 86">
                <a:extLst>
                  <a:ext uri="{FF2B5EF4-FFF2-40B4-BE49-F238E27FC236}">
                    <a16:creationId xmlns:a16="http://schemas.microsoft.com/office/drawing/2014/main" id="{F2681E54-E430-432A-98D6-F02C419134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9" y="1485"/>
                <a:ext cx="49" cy="45"/>
              </a:xfrm>
              <a:custGeom>
                <a:avLst/>
                <a:gdLst>
                  <a:gd name="T0" fmla="*/ 11 w 26"/>
                  <a:gd name="T1" fmla="*/ 2 h 24"/>
                  <a:gd name="T2" fmla="*/ 24 w 26"/>
                  <a:gd name="T3" fmla="*/ 10 h 24"/>
                  <a:gd name="T4" fmla="*/ 16 w 26"/>
                  <a:gd name="T5" fmla="*/ 22 h 24"/>
                  <a:gd name="T6" fmla="*/ 2 w 26"/>
                  <a:gd name="T7" fmla="*/ 16 h 24"/>
                  <a:gd name="T8" fmla="*/ 11 w 26"/>
                  <a:gd name="T9" fmla="*/ 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4">
                    <a:moveTo>
                      <a:pt x="11" y="2"/>
                    </a:moveTo>
                    <a:cubicBezTo>
                      <a:pt x="18" y="0"/>
                      <a:pt x="23" y="4"/>
                      <a:pt x="24" y="10"/>
                    </a:cubicBezTo>
                    <a:cubicBezTo>
                      <a:pt x="26" y="17"/>
                      <a:pt x="23" y="20"/>
                      <a:pt x="16" y="22"/>
                    </a:cubicBezTo>
                    <a:cubicBezTo>
                      <a:pt x="9" y="24"/>
                      <a:pt x="4" y="23"/>
                      <a:pt x="2" y="16"/>
                    </a:cubicBezTo>
                    <a:cubicBezTo>
                      <a:pt x="0" y="9"/>
                      <a:pt x="4" y="4"/>
                      <a:pt x="11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5" name="Freeform 87">
                <a:extLst>
                  <a:ext uri="{FF2B5EF4-FFF2-40B4-BE49-F238E27FC236}">
                    <a16:creationId xmlns:a16="http://schemas.microsoft.com/office/drawing/2014/main" id="{36667435-F13B-4432-A0CE-4183140564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8" y="1443"/>
                <a:ext cx="46" cy="57"/>
              </a:xfrm>
              <a:custGeom>
                <a:avLst/>
                <a:gdLst>
                  <a:gd name="T0" fmla="*/ 9 w 24"/>
                  <a:gd name="T1" fmla="*/ 2 h 30"/>
                  <a:gd name="T2" fmla="*/ 22 w 24"/>
                  <a:gd name="T3" fmla="*/ 15 h 30"/>
                  <a:gd name="T4" fmla="*/ 16 w 24"/>
                  <a:gd name="T5" fmla="*/ 29 h 30"/>
                  <a:gd name="T6" fmla="*/ 2 w 24"/>
                  <a:gd name="T7" fmla="*/ 20 h 30"/>
                  <a:gd name="T8" fmla="*/ 9 w 24"/>
                  <a:gd name="T9" fmla="*/ 2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30">
                    <a:moveTo>
                      <a:pt x="9" y="2"/>
                    </a:moveTo>
                    <a:cubicBezTo>
                      <a:pt x="16" y="0"/>
                      <a:pt x="21" y="8"/>
                      <a:pt x="22" y="15"/>
                    </a:cubicBezTo>
                    <a:cubicBezTo>
                      <a:pt x="24" y="21"/>
                      <a:pt x="23" y="27"/>
                      <a:pt x="16" y="29"/>
                    </a:cubicBezTo>
                    <a:cubicBezTo>
                      <a:pt x="9" y="30"/>
                      <a:pt x="4" y="26"/>
                      <a:pt x="2" y="20"/>
                    </a:cubicBezTo>
                    <a:cubicBezTo>
                      <a:pt x="0" y="13"/>
                      <a:pt x="2" y="3"/>
                      <a:pt x="9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6" name="Freeform 88">
                <a:extLst>
                  <a:ext uri="{FF2B5EF4-FFF2-40B4-BE49-F238E27FC236}">
                    <a16:creationId xmlns:a16="http://schemas.microsoft.com/office/drawing/2014/main" id="{5E01B29B-8478-48F1-9345-FAF9D3E413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3" y="1578"/>
                <a:ext cx="48" cy="48"/>
              </a:xfrm>
              <a:custGeom>
                <a:avLst/>
                <a:gdLst>
                  <a:gd name="T0" fmla="*/ 21 w 25"/>
                  <a:gd name="T1" fmla="*/ 20 h 25"/>
                  <a:gd name="T2" fmla="*/ 5 w 25"/>
                  <a:gd name="T3" fmla="*/ 21 h 25"/>
                  <a:gd name="T4" fmla="*/ 3 w 25"/>
                  <a:gd name="T5" fmla="*/ 5 h 25"/>
                  <a:gd name="T6" fmla="*/ 18 w 25"/>
                  <a:gd name="T7" fmla="*/ 4 h 25"/>
                  <a:gd name="T8" fmla="*/ 21 w 25"/>
                  <a:gd name="T9" fmla="*/ 2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5">
                    <a:moveTo>
                      <a:pt x="21" y="20"/>
                    </a:moveTo>
                    <a:cubicBezTo>
                      <a:pt x="18" y="24"/>
                      <a:pt x="9" y="25"/>
                      <a:pt x="5" y="21"/>
                    </a:cubicBezTo>
                    <a:cubicBezTo>
                      <a:pt x="0" y="17"/>
                      <a:pt x="0" y="9"/>
                      <a:pt x="3" y="5"/>
                    </a:cubicBezTo>
                    <a:cubicBezTo>
                      <a:pt x="7" y="0"/>
                      <a:pt x="14" y="0"/>
                      <a:pt x="18" y="4"/>
                    </a:cubicBezTo>
                    <a:cubicBezTo>
                      <a:pt x="23" y="7"/>
                      <a:pt x="25" y="15"/>
                      <a:pt x="21" y="20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7" name="Freeform 89">
                <a:extLst>
                  <a:ext uri="{FF2B5EF4-FFF2-40B4-BE49-F238E27FC236}">
                    <a16:creationId xmlns:a16="http://schemas.microsoft.com/office/drawing/2014/main" id="{68829394-3D9F-49D1-A802-5EA6283638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7" y="1570"/>
                <a:ext cx="46" cy="52"/>
              </a:xfrm>
              <a:custGeom>
                <a:avLst/>
                <a:gdLst>
                  <a:gd name="T0" fmla="*/ 20 w 24"/>
                  <a:gd name="T1" fmla="*/ 20 h 27"/>
                  <a:gd name="T2" fmla="*/ 5 w 24"/>
                  <a:gd name="T3" fmla="*/ 23 h 27"/>
                  <a:gd name="T4" fmla="*/ 5 w 24"/>
                  <a:gd name="T5" fmla="*/ 7 h 27"/>
                  <a:gd name="T6" fmla="*/ 20 w 24"/>
                  <a:gd name="T7" fmla="*/ 4 h 27"/>
                  <a:gd name="T8" fmla="*/ 20 w 24"/>
                  <a:gd name="T9" fmla="*/ 2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7">
                    <a:moveTo>
                      <a:pt x="20" y="20"/>
                    </a:moveTo>
                    <a:cubicBezTo>
                      <a:pt x="17" y="24"/>
                      <a:pt x="9" y="27"/>
                      <a:pt x="5" y="23"/>
                    </a:cubicBezTo>
                    <a:cubicBezTo>
                      <a:pt x="0" y="19"/>
                      <a:pt x="1" y="11"/>
                      <a:pt x="5" y="7"/>
                    </a:cubicBezTo>
                    <a:cubicBezTo>
                      <a:pt x="8" y="2"/>
                      <a:pt x="15" y="0"/>
                      <a:pt x="20" y="4"/>
                    </a:cubicBezTo>
                    <a:cubicBezTo>
                      <a:pt x="24" y="8"/>
                      <a:pt x="24" y="15"/>
                      <a:pt x="20" y="20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8" name="Freeform 90">
                <a:extLst>
                  <a:ext uri="{FF2B5EF4-FFF2-40B4-BE49-F238E27FC236}">
                    <a16:creationId xmlns:a16="http://schemas.microsoft.com/office/drawing/2014/main" id="{444650EC-EA7F-4C40-92BD-83AC533BB3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9" y="1458"/>
                <a:ext cx="46" cy="49"/>
              </a:xfrm>
              <a:custGeom>
                <a:avLst/>
                <a:gdLst>
                  <a:gd name="T0" fmla="*/ 18 w 24"/>
                  <a:gd name="T1" fmla="*/ 19 h 26"/>
                  <a:gd name="T2" fmla="*/ 5 w 24"/>
                  <a:gd name="T3" fmla="*/ 22 h 26"/>
                  <a:gd name="T4" fmla="*/ 4 w 24"/>
                  <a:gd name="T5" fmla="*/ 8 h 26"/>
                  <a:gd name="T6" fmla="*/ 19 w 24"/>
                  <a:gd name="T7" fmla="*/ 4 h 26"/>
                  <a:gd name="T8" fmla="*/ 18 w 24"/>
                  <a:gd name="T9" fmla="*/ 19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6">
                    <a:moveTo>
                      <a:pt x="18" y="19"/>
                    </a:moveTo>
                    <a:cubicBezTo>
                      <a:pt x="14" y="24"/>
                      <a:pt x="9" y="26"/>
                      <a:pt x="5" y="22"/>
                    </a:cubicBezTo>
                    <a:cubicBezTo>
                      <a:pt x="0" y="19"/>
                      <a:pt x="0" y="13"/>
                      <a:pt x="4" y="8"/>
                    </a:cubicBezTo>
                    <a:cubicBezTo>
                      <a:pt x="8" y="4"/>
                      <a:pt x="15" y="0"/>
                      <a:pt x="19" y="4"/>
                    </a:cubicBezTo>
                    <a:cubicBezTo>
                      <a:pt x="24" y="7"/>
                      <a:pt x="22" y="15"/>
                      <a:pt x="18" y="19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9" name="Freeform 91">
                <a:extLst>
                  <a:ext uri="{FF2B5EF4-FFF2-40B4-BE49-F238E27FC236}">
                    <a16:creationId xmlns:a16="http://schemas.microsoft.com/office/drawing/2014/main" id="{F803E8E7-34DC-485C-AAFD-B3A80E446C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9" y="1509"/>
                <a:ext cx="45" cy="50"/>
              </a:xfrm>
              <a:custGeom>
                <a:avLst/>
                <a:gdLst>
                  <a:gd name="T0" fmla="*/ 20 w 24"/>
                  <a:gd name="T1" fmla="*/ 22 h 26"/>
                  <a:gd name="T2" fmla="*/ 4 w 24"/>
                  <a:gd name="T3" fmla="*/ 21 h 26"/>
                  <a:gd name="T4" fmla="*/ 4 w 24"/>
                  <a:gd name="T5" fmla="*/ 9 h 26"/>
                  <a:gd name="T6" fmla="*/ 18 w 24"/>
                  <a:gd name="T7" fmla="*/ 3 h 26"/>
                  <a:gd name="T8" fmla="*/ 20 w 24"/>
                  <a:gd name="T9" fmla="*/ 2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6">
                    <a:moveTo>
                      <a:pt x="20" y="22"/>
                    </a:moveTo>
                    <a:cubicBezTo>
                      <a:pt x="16" y="26"/>
                      <a:pt x="9" y="24"/>
                      <a:pt x="4" y="21"/>
                    </a:cubicBezTo>
                    <a:cubicBezTo>
                      <a:pt x="0" y="17"/>
                      <a:pt x="0" y="13"/>
                      <a:pt x="4" y="9"/>
                    </a:cubicBezTo>
                    <a:cubicBezTo>
                      <a:pt x="8" y="4"/>
                      <a:pt x="14" y="0"/>
                      <a:pt x="18" y="3"/>
                    </a:cubicBezTo>
                    <a:cubicBezTo>
                      <a:pt x="23" y="7"/>
                      <a:pt x="24" y="17"/>
                      <a:pt x="20" y="2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0" name="Freeform 92">
                <a:extLst>
                  <a:ext uri="{FF2B5EF4-FFF2-40B4-BE49-F238E27FC236}">
                    <a16:creationId xmlns:a16="http://schemas.microsoft.com/office/drawing/2014/main" id="{7AE039AA-D96D-4AB5-9EA6-6CDE4FAA19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1" y="1670"/>
                <a:ext cx="49" cy="47"/>
              </a:xfrm>
              <a:custGeom>
                <a:avLst/>
                <a:gdLst>
                  <a:gd name="T0" fmla="*/ 22 w 26"/>
                  <a:gd name="T1" fmla="*/ 19 h 25"/>
                  <a:gd name="T2" fmla="*/ 8 w 26"/>
                  <a:gd name="T3" fmla="*/ 21 h 25"/>
                  <a:gd name="T4" fmla="*/ 4 w 26"/>
                  <a:gd name="T5" fmla="*/ 5 h 25"/>
                  <a:gd name="T6" fmla="*/ 21 w 26"/>
                  <a:gd name="T7" fmla="*/ 5 h 25"/>
                  <a:gd name="T8" fmla="*/ 22 w 26"/>
                  <a:gd name="T9" fmla="*/ 19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5">
                    <a:moveTo>
                      <a:pt x="22" y="19"/>
                    </a:moveTo>
                    <a:cubicBezTo>
                      <a:pt x="18" y="24"/>
                      <a:pt x="12" y="25"/>
                      <a:pt x="8" y="21"/>
                    </a:cubicBezTo>
                    <a:cubicBezTo>
                      <a:pt x="3" y="18"/>
                      <a:pt x="0" y="9"/>
                      <a:pt x="4" y="5"/>
                    </a:cubicBezTo>
                    <a:cubicBezTo>
                      <a:pt x="8" y="0"/>
                      <a:pt x="17" y="1"/>
                      <a:pt x="21" y="5"/>
                    </a:cubicBezTo>
                    <a:cubicBezTo>
                      <a:pt x="26" y="9"/>
                      <a:pt x="25" y="14"/>
                      <a:pt x="22" y="19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1" name="Oval 93">
                <a:extLst>
                  <a:ext uri="{FF2B5EF4-FFF2-40B4-BE49-F238E27FC236}">
                    <a16:creationId xmlns:a16="http://schemas.microsoft.com/office/drawing/2014/main" id="{63A707AE-811B-42B9-9687-814B918B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0" y="2108"/>
                <a:ext cx="33" cy="46"/>
              </a:xfrm>
              <a:prstGeom prst="ellipse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2" name="Freeform 94">
                <a:extLst>
                  <a:ext uri="{FF2B5EF4-FFF2-40B4-BE49-F238E27FC236}">
                    <a16:creationId xmlns:a16="http://schemas.microsoft.com/office/drawing/2014/main" id="{C8452319-4790-42FF-B3CE-CC83438ED6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7" y="2086"/>
                <a:ext cx="45" cy="45"/>
              </a:xfrm>
              <a:custGeom>
                <a:avLst/>
                <a:gdLst>
                  <a:gd name="T0" fmla="*/ 20 w 24"/>
                  <a:gd name="T1" fmla="*/ 19 h 24"/>
                  <a:gd name="T2" fmla="*/ 4 w 24"/>
                  <a:gd name="T3" fmla="*/ 21 h 24"/>
                  <a:gd name="T4" fmla="*/ 3 w 24"/>
                  <a:gd name="T5" fmla="*/ 5 h 24"/>
                  <a:gd name="T6" fmla="*/ 18 w 24"/>
                  <a:gd name="T7" fmla="*/ 3 h 24"/>
                  <a:gd name="T8" fmla="*/ 20 w 24"/>
                  <a:gd name="T9" fmla="*/ 19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4">
                    <a:moveTo>
                      <a:pt x="20" y="19"/>
                    </a:moveTo>
                    <a:cubicBezTo>
                      <a:pt x="17" y="23"/>
                      <a:pt x="9" y="24"/>
                      <a:pt x="4" y="21"/>
                    </a:cubicBezTo>
                    <a:cubicBezTo>
                      <a:pt x="0" y="17"/>
                      <a:pt x="0" y="10"/>
                      <a:pt x="3" y="5"/>
                    </a:cubicBezTo>
                    <a:cubicBezTo>
                      <a:pt x="7" y="1"/>
                      <a:pt x="14" y="0"/>
                      <a:pt x="18" y="3"/>
                    </a:cubicBezTo>
                    <a:cubicBezTo>
                      <a:pt x="23" y="7"/>
                      <a:pt x="24" y="15"/>
                      <a:pt x="20" y="19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3" name="Freeform 95">
                <a:extLst>
                  <a:ext uri="{FF2B5EF4-FFF2-40B4-BE49-F238E27FC236}">
                    <a16:creationId xmlns:a16="http://schemas.microsoft.com/office/drawing/2014/main" id="{22EA7210-A5AD-4BBF-9DB7-FDE2C6BD90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7" y="2044"/>
                <a:ext cx="49" cy="45"/>
              </a:xfrm>
              <a:custGeom>
                <a:avLst/>
                <a:gdLst>
                  <a:gd name="T0" fmla="*/ 22 w 26"/>
                  <a:gd name="T1" fmla="*/ 20 h 24"/>
                  <a:gd name="T2" fmla="*/ 6 w 26"/>
                  <a:gd name="T3" fmla="*/ 21 h 24"/>
                  <a:gd name="T4" fmla="*/ 3 w 26"/>
                  <a:gd name="T5" fmla="*/ 5 h 24"/>
                  <a:gd name="T6" fmla="*/ 18 w 26"/>
                  <a:gd name="T7" fmla="*/ 6 h 24"/>
                  <a:gd name="T8" fmla="*/ 22 w 26"/>
                  <a:gd name="T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4">
                    <a:moveTo>
                      <a:pt x="22" y="20"/>
                    </a:moveTo>
                    <a:cubicBezTo>
                      <a:pt x="19" y="24"/>
                      <a:pt x="11" y="24"/>
                      <a:pt x="6" y="21"/>
                    </a:cubicBezTo>
                    <a:cubicBezTo>
                      <a:pt x="2" y="17"/>
                      <a:pt x="0" y="9"/>
                      <a:pt x="3" y="5"/>
                    </a:cubicBezTo>
                    <a:cubicBezTo>
                      <a:pt x="7" y="0"/>
                      <a:pt x="14" y="3"/>
                      <a:pt x="18" y="6"/>
                    </a:cubicBezTo>
                    <a:cubicBezTo>
                      <a:pt x="22" y="10"/>
                      <a:pt x="26" y="16"/>
                      <a:pt x="22" y="20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4" name="Freeform 96">
                <a:extLst>
                  <a:ext uri="{FF2B5EF4-FFF2-40B4-BE49-F238E27FC236}">
                    <a16:creationId xmlns:a16="http://schemas.microsoft.com/office/drawing/2014/main" id="{1B9A96A8-FF01-4EB4-9326-D186A0965F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9" y="2166"/>
                <a:ext cx="44" cy="44"/>
              </a:xfrm>
              <a:custGeom>
                <a:avLst/>
                <a:gdLst>
                  <a:gd name="T0" fmla="*/ 20 w 23"/>
                  <a:gd name="T1" fmla="*/ 19 h 23"/>
                  <a:gd name="T2" fmla="*/ 4 w 23"/>
                  <a:gd name="T3" fmla="*/ 18 h 23"/>
                  <a:gd name="T4" fmla="*/ 4 w 23"/>
                  <a:gd name="T5" fmla="*/ 6 h 23"/>
                  <a:gd name="T6" fmla="*/ 16 w 23"/>
                  <a:gd name="T7" fmla="*/ 4 h 23"/>
                  <a:gd name="T8" fmla="*/ 20 w 23"/>
                  <a:gd name="T9" fmla="*/ 19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23">
                    <a:moveTo>
                      <a:pt x="20" y="19"/>
                    </a:moveTo>
                    <a:cubicBezTo>
                      <a:pt x="16" y="23"/>
                      <a:pt x="8" y="22"/>
                      <a:pt x="4" y="18"/>
                    </a:cubicBezTo>
                    <a:cubicBezTo>
                      <a:pt x="0" y="15"/>
                      <a:pt x="0" y="10"/>
                      <a:pt x="4" y="6"/>
                    </a:cubicBezTo>
                    <a:cubicBezTo>
                      <a:pt x="7" y="2"/>
                      <a:pt x="11" y="0"/>
                      <a:pt x="16" y="4"/>
                    </a:cubicBezTo>
                    <a:cubicBezTo>
                      <a:pt x="20" y="7"/>
                      <a:pt x="23" y="15"/>
                      <a:pt x="20" y="19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5" name="Freeform 97">
                <a:extLst>
                  <a:ext uri="{FF2B5EF4-FFF2-40B4-BE49-F238E27FC236}">
                    <a16:creationId xmlns:a16="http://schemas.microsoft.com/office/drawing/2014/main" id="{F99099B0-A087-47A2-ACB4-9A04504439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2213"/>
                <a:ext cx="42" cy="46"/>
              </a:xfrm>
              <a:custGeom>
                <a:avLst/>
                <a:gdLst>
                  <a:gd name="T0" fmla="*/ 18 w 22"/>
                  <a:gd name="T1" fmla="*/ 18 h 24"/>
                  <a:gd name="T2" fmla="*/ 4 w 22"/>
                  <a:gd name="T3" fmla="*/ 20 h 24"/>
                  <a:gd name="T4" fmla="*/ 4 w 22"/>
                  <a:gd name="T5" fmla="*/ 6 h 24"/>
                  <a:gd name="T6" fmla="*/ 18 w 22"/>
                  <a:gd name="T7" fmla="*/ 3 h 24"/>
                  <a:gd name="T8" fmla="*/ 18 w 22"/>
                  <a:gd name="T9" fmla="*/ 18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4">
                    <a:moveTo>
                      <a:pt x="18" y="18"/>
                    </a:moveTo>
                    <a:cubicBezTo>
                      <a:pt x="15" y="23"/>
                      <a:pt x="8" y="24"/>
                      <a:pt x="4" y="20"/>
                    </a:cubicBezTo>
                    <a:cubicBezTo>
                      <a:pt x="0" y="17"/>
                      <a:pt x="0" y="11"/>
                      <a:pt x="4" y="6"/>
                    </a:cubicBezTo>
                    <a:cubicBezTo>
                      <a:pt x="7" y="2"/>
                      <a:pt x="13" y="0"/>
                      <a:pt x="18" y="3"/>
                    </a:cubicBezTo>
                    <a:cubicBezTo>
                      <a:pt x="22" y="7"/>
                      <a:pt x="22" y="14"/>
                      <a:pt x="18" y="18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6" name="Freeform 98">
                <a:extLst>
                  <a:ext uri="{FF2B5EF4-FFF2-40B4-BE49-F238E27FC236}">
                    <a16:creationId xmlns:a16="http://schemas.microsoft.com/office/drawing/2014/main" id="{84CD463A-6398-4A7A-8562-A95156CE72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7" y="2129"/>
                <a:ext cx="46" cy="46"/>
              </a:xfrm>
              <a:custGeom>
                <a:avLst/>
                <a:gdLst>
                  <a:gd name="T0" fmla="*/ 21 w 24"/>
                  <a:gd name="T1" fmla="*/ 18 h 24"/>
                  <a:gd name="T2" fmla="*/ 6 w 24"/>
                  <a:gd name="T3" fmla="*/ 20 h 24"/>
                  <a:gd name="T4" fmla="*/ 4 w 24"/>
                  <a:gd name="T5" fmla="*/ 4 h 24"/>
                  <a:gd name="T6" fmla="*/ 19 w 24"/>
                  <a:gd name="T7" fmla="*/ 4 h 24"/>
                  <a:gd name="T8" fmla="*/ 21 w 24"/>
                  <a:gd name="T9" fmla="*/ 18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4">
                    <a:moveTo>
                      <a:pt x="21" y="18"/>
                    </a:moveTo>
                    <a:cubicBezTo>
                      <a:pt x="17" y="22"/>
                      <a:pt x="11" y="24"/>
                      <a:pt x="6" y="20"/>
                    </a:cubicBezTo>
                    <a:cubicBezTo>
                      <a:pt x="2" y="16"/>
                      <a:pt x="0" y="9"/>
                      <a:pt x="4" y="4"/>
                    </a:cubicBezTo>
                    <a:cubicBezTo>
                      <a:pt x="8" y="0"/>
                      <a:pt x="14" y="1"/>
                      <a:pt x="19" y="4"/>
                    </a:cubicBezTo>
                    <a:cubicBezTo>
                      <a:pt x="23" y="8"/>
                      <a:pt x="24" y="13"/>
                      <a:pt x="21" y="18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7" name="Freeform 99">
                <a:extLst>
                  <a:ext uri="{FF2B5EF4-FFF2-40B4-BE49-F238E27FC236}">
                    <a16:creationId xmlns:a16="http://schemas.microsoft.com/office/drawing/2014/main" id="{857B433D-9E70-4F3D-BA3C-FAA3C04F15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5" y="2189"/>
                <a:ext cx="48" cy="42"/>
              </a:xfrm>
              <a:custGeom>
                <a:avLst/>
                <a:gdLst>
                  <a:gd name="T0" fmla="*/ 19 w 25"/>
                  <a:gd name="T1" fmla="*/ 17 h 22"/>
                  <a:gd name="T2" fmla="*/ 8 w 25"/>
                  <a:gd name="T3" fmla="*/ 19 h 22"/>
                  <a:gd name="T4" fmla="*/ 4 w 25"/>
                  <a:gd name="T5" fmla="*/ 5 h 22"/>
                  <a:gd name="T6" fmla="*/ 20 w 25"/>
                  <a:gd name="T7" fmla="*/ 4 h 22"/>
                  <a:gd name="T8" fmla="*/ 19 w 25"/>
                  <a:gd name="T9" fmla="*/ 17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2">
                    <a:moveTo>
                      <a:pt x="19" y="17"/>
                    </a:moveTo>
                    <a:cubicBezTo>
                      <a:pt x="15" y="22"/>
                      <a:pt x="13" y="22"/>
                      <a:pt x="8" y="19"/>
                    </a:cubicBezTo>
                    <a:cubicBezTo>
                      <a:pt x="4" y="15"/>
                      <a:pt x="0" y="10"/>
                      <a:pt x="4" y="5"/>
                    </a:cubicBezTo>
                    <a:cubicBezTo>
                      <a:pt x="7" y="1"/>
                      <a:pt x="16" y="0"/>
                      <a:pt x="20" y="4"/>
                    </a:cubicBezTo>
                    <a:cubicBezTo>
                      <a:pt x="25" y="7"/>
                      <a:pt x="22" y="13"/>
                      <a:pt x="19" y="17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8" name="Freeform 100">
                <a:extLst>
                  <a:ext uri="{FF2B5EF4-FFF2-40B4-BE49-F238E27FC236}">
                    <a16:creationId xmlns:a16="http://schemas.microsoft.com/office/drawing/2014/main" id="{F4D8EEBD-95FA-4C83-9989-2CD0A3F73B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7" y="2046"/>
                <a:ext cx="46" cy="49"/>
              </a:xfrm>
              <a:custGeom>
                <a:avLst/>
                <a:gdLst>
                  <a:gd name="T0" fmla="*/ 21 w 24"/>
                  <a:gd name="T1" fmla="*/ 20 h 26"/>
                  <a:gd name="T2" fmla="*/ 4 w 24"/>
                  <a:gd name="T3" fmla="*/ 22 h 26"/>
                  <a:gd name="T4" fmla="*/ 5 w 24"/>
                  <a:gd name="T5" fmla="*/ 8 h 26"/>
                  <a:gd name="T6" fmla="*/ 20 w 24"/>
                  <a:gd name="T7" fmla="*/ 3 h 26"/>
                  <a:gd name="T8" fmla="*/ 21 w 24"/>
                  <a:gd name="T9" fmla="*/ 2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6">
                    <a:moveTo>
                      <a:pt x="21" y="20"/>
                    </a:moveTo>
                    <a:cubicBezTo>
                      <a:pt x="17" y="25"/>
                      <a:pt x="9" y="26"/>
                      <a:pt x="4" y="22"/>
                    </a:cubicBezTo>
                    <a:cubicBezTo>
                      <a:pt x="0" y="19"/>
                      <a:pt x="2" y="12"/>
                      <a:pt x="5" y="8"/>
                    </a:cubicBezTo>
                    <a:cubicBezTo>
                      <a:pt x="9" y="4"/>
                      <a:pt x="15" y="0"/>
                      <a:pt x="20" y="3"/>
                    </a:cubicBezTo>
                    <a:cubicBezTo>
                      <a:pt x="24" y="7"/>
                      <a:pt x="24" y="16"/>
                      <a:pt x="21" y="20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9" name="Freeform 101">
                <a:extLst>
                  <a:ext uri="{FF2B5EF4-FFF2-40B4-BE49-F238E27FC236}">
                    <a16:creationId xmlns:a16="http://schemas.microsoft.com/office/drawing/2014/main" id="{47EA33E4-0EE9-4CDC-A33D-BFA40353CA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0" y="1990"/>
                <a:ext cx="42" cy="44"/>
              </a:xfrm>
              <a:custGeom>
                <a:avLst/>
                <a:gdLst>
                  <a:gd name="T0" fmla="*/ 17 w 22"/>
                  <a:gd name="T1" fmla="*/ 19 h 23"/>
                  <a:gd name="T2" fmla="*/ 6 w 22"/>
                  <a:gd name="T3" fmla="*/ 19 h 23"/>
                  <a:gd name="T4" fmla="*/ 4 w 22"/>
                  <a:gd name="T5" fmla="*/ 8 h 23"/>
                  <a:gd name="T6" fmla="*/ 18 w 22"/>
                  <a:gd name="T7" fmla="*/ 4 h 23"/>
                  <a:gd name="T8" fmla="*/ 17 w 22"/>
                  <a:gd name="T9" fmla="*/ 19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3">
                    <a:moveTo>
                      <a:pt x="17" y="19"/>
                    </a:moveTo>
                    <a:cubicBezTo>
                      <a:pt x="14" y="23"/>
                      <a:pt x="10" y="22"/>
                      <a:pt x="6" y="19"/>
                    </a:cubicBezTo>
                    <a:cubicBezTo>
                      <a:pt x="1" y="15"/>
                      <a:pt x="0" y="12"/>
                      <a:pt x="4" y="8"/>
                    </a:cubicBezTo>
                    <a:cubicBezTo>
                      <a:pt x="7" y="4"/>
                      <a:pt x="13" y="0"/>
                      <a:pt x="18" y="4"/>
                    </a:cubicBezTo>
                    <a:cubicBezTo>
                      <a:pt x="22" y="7"/>
                      <a:pt x="21" y="15"/>
                      <a:pt x="17" y="19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0" name="Freeform 102">
                <a:extLst>
                  <a:ext uri="{FF2B5EF4-FFF2-40B4-BE49-F238E27FC236}">
                    <a16:creationId xmlns:a16="http://schemas.microsoft.com/office/drawing/2014/main" id="{CB8811F3-2724-4934-84BC-A7A96B2738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4" y="1984"/>
                <a:ext cx="42" cy="44"/>
              </a:xfrm>
              <a:custGeom>
                <a:avLst/>
                <a:gdLst>
                  <a:gd name="T0" fmla="*/ 18 w 22"/>
                  <a:gd name="T1" fmla="*/ 17 h 23"/>
                  <a:gd name="T2" fmla="*/ 4 w 22"/>
                  <a:gd name="T3" fmla="*/ 20 h 23"/>
                  <a:gd name="T4" fmla="*/ 5 w 22"/>
                  <a:gd name="T5" fmla="*/ 6 h 23"/>
                  <a:gd name="T6" fmla="*/ 17 w 22"/>
                  <a:gd name="T7" fmla="*/ 3 h 23"/>
                  <a:gd name="T8" fmla="*/ 18 w 22"/>
                  <a:gd name="T9" fmla="*/ 17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3">
                    <a:moveTo>
                      <a:pt x="18" y="17"/>
                    </a:moveTo>
                    <a:cubicBezTo>
                      <a:pt x="15" y="21"/>
                      <a:pt x="8" y="23"/>
                      <a:pt x="4" y="20"/>
                    </a:cubicBezTo>
                    <a:cubicBezTo>
                      <a:pt x="0" y="16"/>
                      <a:pt x="2" y="11"/>
                      <a:pt x="5" y="6"/>
                    </a:cubicBezTo>
                    <a:cubicBezTo>
                      <a:pt x="9" y="2"/>
                      <a:pt x="13" y="0"/>
                      <a:pt x="17" y="3"/>
                    </a:cubicBezTo>
                    <a:cubicBezTo>
                      <a:pt x="21" y="7"/>
                      <a:pt x="22" y="13"/>
                      <a:pt x="18" y="17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1" name="Freeform 103">
                <a:extLst>
                  <a:ext uri="{FF2B5EF4-FFF2-40B4-BE49-F238E27FC236}">
                    <a16:creationId xmlns:a16="http://schemas.microsoft.com/office/drawing/2014/main" id="{832F99EF-85BC-44DD-BD7D-079DEB1F73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0" y="1946"/>
                <a:ext cx="44" cy="48"/>
              </a:xfrm>
              <a:custGeom>
                <a:avLst/>
                <a:gdLst>
                  <a:gd name="T0" fmla="*/ 17 w 23"/>
                  <a:gd name="T1" fmla="*/ 18 h 25"/>
                  <a:gd name="T2" fmla="*/ 4 w 23"/>
                  <a:gd name="T3" fmla="*/ 22 h 25"/>
                  <a:gd name="T4" fmla="*/ 5 w 23"/>
                  <a:gd name="T5" fmla="*/ 8 h 25"/>
                  <a:gd name="T6" fmla="*/ 18 w 23"/>
                  <a:gd name="T7" fmla="*/ 4 h 25"/>
                  <a:gd name="T8" fmla="*/ 17 w 23"/>
                  <a:gd name="T9" fmla="*/ 18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25">
                    <a:moveTo>
                      <a:pt x="17" y="18"/>
                    </a:moveTo>
                    <a:cubicBezTo>
                      <a:pt x="13" y="22"/>
                      <a:pt x="8" y="25"/>
                      <a:pt x="4" y="22"/>
                    </a:cubicBezTo>
                    <a:cubicBezTo>
                      <a:pt x="0" y="18"/>
                      <a:pt x="1" y="13"/>
                      <a:pt x="5" y="8"/>
                    </a:cubicBezTo>
                    <a:cubicBezTo>
                      <a:pt x="8" y="4"/>
                      <a:pt x="14" y="0"/>
                      <a:pt x="18" y="4"/>
                    </a:cubicBezTo>
                    <a:cubicBezTo>
                      <a:pt x="23" y="7"/>
                      <a:pt x="20" y="14"/>
                      <a:pt x="17" y="18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2" name="Freeform 104">
                <a:extLst>
                  <a:ext uri="{FF2B5EF4-FFF2-40B4-BE49-F238E27FC236}">
                    <a16:creationId xmlns:a16="http://schemas.microsoft.com/office/drawing/2014/main" id="{F3D5D16B-0AB3-4450-B848-1C2476A29D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7" y="2046"/>
                <a:ext cx="44" cy="47"/>
              </a:xfrm>
              <a:custGeom>
                <a:avLst/>
                <a:gdLst>
                  <a:gd name="T0" fmla="*/ 20 w 23"/>
                  <a:gd name="T1" fmla="*/ 19 h 25"/>
                  <a:gd name="T2" fmla="*/ 5 w 23"/>
                  <a:gd name="T3" fmla="*/ 21 h 25"/>
                  <a:gd name="T4" fmla="*/ 4 w 23"/>
                  <a:gd name="T5" fmla="*/ 7 h 25"/>
                  <a:gd name="T6" fmla="*/ 19 w 23"/>
                  <a:gd name="T7" fmla="*/ 4 h 25"/>
                  <a:gd name="T8" fmla="*/ 20 w 23"/>
                  <a:gd name="T9" fmla="*/ 19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25">
                    <a:moveTo>
                      <a:pt x="20" y="19"/>
                    </a:moveTo>
                    <a:cubicBezTo>
                      <a:pt x="16" y="24"/>
                      <a:pt x="9" y="25"/>
                      <a:pt x="5" y="21"/>
                    </a:cubicBezTo>
                    <a:cubicBezTo>
                      <a:pt x="0" y="17"/>
                      <a:pt x="0" y="11"/>
                      <a:pt x="4" y="7"/>
                    </a:cubicBezTo>
                    <a:cubicBezTo>
                      <a:pt x="8" y="2"/>
                      <a:pt x="14" y="0"/>
                      <a:pt x="19" y="4"/>
                    </a:cubicBezTo>
                    <a:cubicBezTo>
                      <a:pt x="23" y="8"/>
                      <a:pt x="23" y="15"/>
                      <a:pt x="20" y="19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" name="Freeform 105">
                <a:extLst>
                  <a:ext uri="{FF2B5EF4-FFF2-40B4-BE49-F238E27FC236}">
                    <a16:creationId xmlns:a16="http://schemas.microsoft.com/office/drawing/2014/main" id="{21806C97-F55F-4FD4-90AA-BF6307A814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5" y="2183"/>
                <a:ext cx="50" cy="46"/>
              </a:xfrm>
              <a:custGeom>
                <a:avLst/>
                <a:gdLst>
                  <a:gd name="T0" fmla="*/ 23 w 26"/>
                  <a:gd name="T1" fmla="*/ 20 h 24"/>
                  <a:gd name="T2" fmla="*/ 6 w 26"/>
                  <a:gd name="T3" fmla="*/ 19 h 24"/>
                  <a:gd name="T4" fmla="*/ 4 w 26"/>
                  <a:gd name="T5" fmla="*/ 4 h 24"/>
                  <a:gd name="T6" fmla="*/ 19 w 26"/>
                  <a:gd name="T7" fmla="*/ 4 h 24"/>
                  <a:gd name="T8" fmla="*/ 23 w 26"/>
                  <a:gd name="T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4">
                    <a:moveTo>
                      <a:pt x="23" y="20"/>
                    </a:moveTo>
                    <a:cubicBezTo>
                      <a:pt x="19" y="24"/>
                      <a:pt x="11" y="23"/>
                      <a:pt x="6" y="19"/>
                    </a:cubicBezTo>
                    <a:cubicBezTo>
                      <a:pt x="2" y="16"/>
                      <a:pt x="0" y="9"/>
                      <a:pt x="4" y="4"/>
                    </a:cubicBezTo>
                    <a:cubicBezTo>
                      <a:pt x="7" y="0"/>
                      <a:pt x="14" y="1"/>
                      <a:pt x="19" y="4"/>
                    </a:cubicBezTo>
                    <a:cubicBezTo>
                      <a:pt x="23" y="8"/>
                      <a:pt x="26" y="15"/>
                      <a:pt x="23" y="20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" name="Freeform 106">
                <a:extLst>
                  <a:ext uri="{FF2B5EF4-FFF2-40B4-BE49-F238E27FC236}">
                    <a16:creationId xmlns:a16="http://schemas.microsoft.com/office/drawing/2014/main" id="{67A68FDC-6DE1-4532-9346-AD3DD56CD0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7" y="2255"/>
                <a:ext cx="44" cy="48"/>
              </a:xfrm>
              <a:custGeom>
                <a:avLst/>
                <a:gdLst>
                  <a:gd name="T0" fmla="*/ 18 w 23"/>
                  <a:gd name="T1" fmla="*/ 17 h 25"/>
                  <a:gd name="T2" fmla="*/ 4 w 23"/>
                  <a:gd name="T3" fmla="*/ 22 h 25"/>
                  <a:gd name="T4" fmla="*/ 5 w 23"/>
                  <a:gd name="T5" fmla="*/ 6 h 25"/>
                  <a:gd name="T6" fmla="*/ 19 w 23"/>
                  <a:gd name="T7" fmla="*/ 4 h 25"/>
                  <a:gd name="T8" fmla="*/ 18 w 23"/>
                  <a:gd name="T9" fmla="*/ 17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25">
                    <a:moveTo>
                      <a:pt x="18" y="17"/>
                    </a:moveTo>
                    <a:cubicBezTo>
                      <a:pt x="15" y="22"/>
                      <a:pt x="9" y="25"/>
                      <a:pt x="4" y="22"/>
                    </a:cubicBezTo>
                    <a:cubicBezTo>
                      <a:pt x="0" y="18"/>
                      <a:pt x="1" y="10"/>
                      <a:pt x="5" y="6"/>
                    </a:cubicBezTo>
                    <a:cubicBezTo>
                      <a:pt x="8" y="1"/>
                      <a:pt x="14" y="0"/>
                      <a:pt x="19" y="4"/>
                    </a:cubicBezTo>
                    <a:cubicBezTo>
                      <a:pt x="23" y="7"/>
                      <a:pt x="22" y="13"/>
                      <a:pt x="18" y="17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5" name="Freeform 107">
                <a:extLst>
                  <a:ext uri="{FF2B5EF4-FFF2-40B4-BE49-F238E27FC236}">
                    <a16:creationId xmlns:a16="http://schemas.microsoft.com/office/drawing/2014/main" id="{CE125038-95D8-46CF-8B7B-44F3C7A69F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8" y="2116"/>
                <a:ext cx="47" cy="46"/>
              </a:xfrm>
              <a:custGeom>
                <a:avLst/>
                <a:gdLst>
                  <a:gd name="T0" fmla="*/ 21 w 25"/>
                  <a:gd name="T1" fmla="*/ 19 h 24"/>
                  <a:gd name="T2" fmla="*/ 6 w 25"/>
                  <a:gd name="T3" fmla="*/ 19 h 24"/>
                  <a:gd name="T4" fmla="*/ 3 w 25"/>
                  <a:gd name="T5" fmla="*/ 5 h 24"/>
                  <a:gd name="T6" fmla="*/ 17 w 25"/>
                  <a:gd name="T7" fmla="*/ 5 h 24"/>
                  <a:gd name="T8" fmla="*/ 21 w 25"/>
                  <a:gd name="T9" fmla="*/ 19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4">
                    <a:moveTo>
                      <a:pt x="21" y="19"/>
                    </a:moveTo>
                    <a:cubicBezTo>
                      <a:pt x="18" y="24"/>
                      <a:pt x="10" y="22"/>
                      <a:pt x="6" y="19"/>
                    </a:cubicBezTo>
                    <a:cubicBezTo>
                      <a:pt x="1" y="15"/>
                      <a:pt x="0" y="9"/>
                      <a:pt x="3" y="5"/>
                    </a:cubicBezTo>
                    <a:cubicBezTo>
                      <a:pt x="6" y="0"/>
                      <a:pt x="13" y="1"/>
                      <a:pt x="17" y="5"/>
                    </a:cubicBezTo>
                    <a:cubicBezTo>
                      <a:pt x="21" y="8"/>
                      <a:pt x="25" y="15"/>
                      <a:pt x="21" y="19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6" name="Freeform 108">
                <a:extLst>
                  <a:ext uri="{FF2B5EF4-FFF2-40B4-BE49-F238E27FC236}">
                    <a16:creationId xmlns:a16="http://schemas.microsoft.com/office/drawing/2014/main" id="{B49C0B11-C96E-47F6-9630-5097D3C79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5" y="1977"/>
                <a:ext cx="42" cy="46"/>
              </a:xfrm>
              <a:custGeom>
                <a:avLst/>
                <a:gdLst>
                  <a:gd name="T0" fmla="*/ 18 w 22"/>
                  <a:gd name="T1" fmla="*/ 17 h 24"/>
                  <a:gd name="T2" fmla="*/ 4 w 22"/>
                  <a:gd name="T3" fmla="*/ 20 h 24"/>
                  <a:gd name="T4" fmla="*/ 5 w 22"/>
                  <a:gd name="T5" fmla="*/ 6 h 24"/>
                  <a:gd name="T6" fmla="*/ 18 w 22"/>
                  <a:gd name="T7" fmla="*/ 3 h 24"/>
                  <a:gd name="T8" fmla="*/ 18 w 22"/>
                  <a:gd name="T9" fmla="*/ 17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4">
                    <a:moveTo>
                      <a:pt x="18" y="17"/>
                    </a:moveTo>
                    <a:cubicBezTo>
                      <a:pt x="15" y="21"/>
                      <a:pt x="8" y="24"/>
                      <a:pt x="4" y="20"/>
                    </a:cubicBezTo>
                    <a:cubicBezTo>
                      <a:pt x="0" y="17"/>
                      <a:pt x="2" y="11"/>
                      <a:pt x="5" y="6"/>
                    </a:cubicBezTo>
                    <a:cubicBezTo>
                      <a:pt x="9" y="2"/>
                      <a:pt x="13" y="0"/>
                      <a:pt x="18" y="3"/>
                    </a:cubicBezTo>
                    <a:cubicBezTo>
                      <a:pt x="22" y="7"/>
                      <a:pt x="22" y="13"/>
                      <a:pt x="18" y="17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7" name="Freeform 109">
                <a:extLst>
                  <a:ext uri="{FF2B5EF4-FFF2-40B4-BE49-F238E27FC236}">
                    <a16:creationId xmlns:a16="http://schemas.microsoft.com/office/drawing/2014/main" id="{6A608432-7BC3-4BAC-BF5E-C0BDFABE0B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2103"/>
                <a:ext cx="47" cy="46"/>
              </a:xfrm>
              <a:custGeom>
                <a:avLst/>
                <a:gdLst>
                  <a:gd name="T0" fmla="*/ 19 w 25"/>
                  <a:gd name="T1" fmla="*/ 17 h 24"/>
                  <a:gd name="T2" fmla="*/ 7 w 25"/>
                  <a:gd name="T3" fmla="*/ 21 h 24"/>
                  <a:gd name="T4" fmla="*/ 4 w 25"/>
                  <a:gd name="T5" fmla="*/ 5 h 24"/>
                  <a:gd name="T6" fmla="*/ 21 w 25"/>
                  <a:gd name="T7" fmla="*/ 4 h 24"/>
                  <a:gd name="T8" fmla="*/ 19 w 25"/>
                  <a:gd name="T9" fmla="*/ 17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4">
                    <a:moveTo>
                      <a:pt x="19" y="17"/>
                    </a:moveTo>
                    <a:cubicBezTo>
                      <a:pt x="16" y="22"/>
                      <a:pt x="11" y="24"/>
                      <a:pt x="7" y="21"/>
                    </a:cubicBezTo>
                    <a:cubicBezTo>
                      <a:pt x="3" y="17"/>
                      <a:pt x="0" y="9"/>
                      <a:pt x="4" y="5"/>
                    </a:cubicBezTo>
                    <a:cubicBezTo>
                      <a:pt x="7" y="1"/>
                      <a:pt x="16" y="0"/>
                      <a:pt x="21" y="4"/>
                    </a:cubicBezTo>
                    <a:cubicBezTo>
                      <a:pt x="25" y="7"/>
                      <a:pt x="23" y="13"/>
                      <a:pt x="19" y="17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8" name="Freeform 110">
                <a:extLst>
                  <a:ext uri="{FF2B5EF4-FFF2-40B4-BE49-F238E27FC236}">
                    <a16:creationId xmlns:a16="http://schemas.microsoft.com/office/drawing/2014/main" id="{FDA6F6CC-581F-4B6D-8FD9-0C10497C79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8" y="2221"/>
                <a:ext cx="47" cy="46"/>
              </a:xfrm>
              <a:custGeom>
                <a:avLst/>
                <a:gdLst>
                  <a:gd name="T0" fmla="*/ 22 w 25"/>
                  <a:gd name="T1" fmla="*/ 20 h 24"/>
                  <a:gd name="T2" fmla="*/ 7 w 25"/>
                  <a:gd name="T3" fmla="*/ 20 h 24"/>
                  <a:gd name="T4" fmla="*/ 3 w 25"/>
                  <a:gd name="T5" fmla="*/ 5 h 24"/>
                  <a:gd name="T6" fmla="*/ 19 w 25"/>
                  <a:gd name="T7" fmla="*/ 5 h 24"/>
                  <a:gd name="T8" fmla="*/ 22 w 25"/>
                  <a:gd name="T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4">
                    <a:moveTo>
                      <a:pt x="22" y="20"/>
                    </a:moveTo>
                    <a:cubicBezTo>
                      <a:pt x="18" y="24"/>
                      <a:pt x="11" y="24"/>
                      <a:pt x="7" y="20"/>
                    </a:cubicBezTo>
                    <a:cubicBezTo>
                      <a:pt x="3" y="17"/>
                      <a:pt x="0" y="9"/>
                      <a:pt x="3" y="5"/>
                    </a:cubicBezTo>
                    <a:cubicBezTo>
                      <a:pt x="7" y="0"/>
                      <a:pt x="15" y="2"/>
                      <a:pt x="19" y="5"/>
                    </a:cubicBezTo>
                    <a:cubicBezTo>
                      <a:pt x="24" y="9"/>
                      <a:pt x="25" y="15"/>
                      <a:pt x="22" y="20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9" name="Freeform 111">
                <a:extLst>
                  <a:ext uri="{FF2B5EF4-FFF2-40B4-BE49-F238E27FC236}">
                    <a16:creationId xmlns:a16="http://schemas.microsoft.com/office/drawing/2014/main" id="{E2BBBF2A-0C4E-4B33-A574-4421A81FB3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2" y="2175"/>
                <a:ext cx="48" cy="48"/>
              </a:xfrm>
              <a:custGeom>
                <a:avLst/>
                <a:gdLst>
                  <a:gd name="T0" fmla="*/ 22 w 25"/>
                  <a:gd name="T1" fmla="*/ 19 h 25"/>
                  <a:gd name="T2" fmla="*/ 5 w 25"/>
                  <a:gd name="T3" fmla="*/ 22 h 25"/>
                  <a:gd name="T4" fmla="*/ 4 w 25"/>
                  <a:gd name="T5" fmla="*/ 5 h 25"/>
                  <a:gd name="T6" fmla="*/ 19 w 25"/>
                  <a:gd name="T7" fmla="*/ 5 h 25"/>
                  <a:gd name="T8" fmla="*/ 22 w 25"/>
                  <a:gd name="T9" fmla="*/ 19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5">
                    <a:moveTo>
                      <a:pt x="22" y="19"/>
                    </a:moveTo>
                    <a:cubicBezTo>
                      <a:pt x="18" y="23"/>
                      <a:pt x="10" y="25"/>
                      <a:pt x="5" y="22"/>
                    </a:cubicBezTo>
                    <a:cubicBezTo>
                      <a:pt x="1" y="18"/>
                      <a:pt x="0" y="9"/>
                      <a:pt x="4" y="5"/>
                    </a:cubicBezTo>
                    <a:cubicBezTo>
                      <a:pt x="7" y="0"/>
                      <a:pt x="15" y="1"/>
                      <a:pt x="19" y="5"/>
                    </a:cubicBezTo>
                    <a:cubicBezTo>
                      <a:pt x="24" y="8"/>
                      <a:pt x="25" y="15"/>
                      <a:pt x="22" y="19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0" name="Freeform 112">
                <a:extLst>
                  <a:ext uri="{FF2B5EF4-FFF2-40B4-BE49-F238E27FC236}">
                    <a16:creationId xmlns:a16="http://schemas.microsoft.com/office/drawing/2014/main" id="{F804DCF0-E3AB-468E-ACCC-AD616D38F9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1" y="2105"/>
                <a:ext cx="44" cy="42"/>
              </a:xfrm>
              <a:custGeom>
                <a:avLst/>
                <a:gdLst>
                  <a:gd name="T0" fmla="*/ 19 w 23"/>
                  <a:gd name="T1" fmla="*/ 16 h 22"/>
                  <a:gd name="T2" fmla="*/ 8 w 23"/>
                  <a:gd name="T3" fmla="*/ 18 h 22"/>
                  <a:gd name="T4" fmla="*/ 3 w 23"/>
                  <a:gd name="T5" fmla="*/ 4 h 22"/>
                  <a:gd name="T6" fmla="*/ 19 w 23"/>
                  <a:gd name="T7" fmla="*/ 5 h 22"/>
                  <a:gd name="T8" fmla="*/ 19 w 23"/>
                  <a:gd name="T9" fmla="*/ 16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22">
                    <a:moveTo>
                      <a:pt x="19" y="16"/>
                    </a:moveTo>
                    <a:cubicBezTo>
                      <a:pt x="15" y="21"/>
                      <a:pt x="12" y="22"/>
                      <a:pt x="8" y="18"/>
                    </a:cubicBezTo>
                    <a:cubicBezTo>
                      <a:pt x="4" y="15"/>
                      <a:pt x="0" y="8"/>
                      <a:pt x="3" y="4"/>
                    </a:cubicBezTo>
                    <a:cubicBezTo>
                      <a:pt x="7" y="0"/>
                      <a:pt x="15" y="1"/>
                      <a:pt x="19" y="5"/>
                    </a:cubicBezTo>
                    <a:cubicBezTo>
                      <a:pt x="23" y="8"/>
                      <a:pt x="22" y="12"/>
                      <a:pt x="19" y="16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1" name="Freeform 113">
                <a:extLst>
                  <a:ext uri="{FF2B5EF4-FFF2-40B4-BE49-F238E27FC236}">
                    <a16:creationId xmlns:a16="http://schemas.microsoft.com/office/drawing/2014/main" id="{26A5D2FB-D8F8-499D-A80F-BBCF99CC5E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" y="2063"/>
                <a:ext cx="46" cy="45"/>
              </a:xfrm>
              <a:custGeom>
                <a:avLst/>
                <a:gdLst>
                  <a:gd name="T0" fmla="*/ 20 w 24"/>
                  <a:gd name="T1" fmla="*/ 20 h 24"/>
                  <a:gd name="T2" fmla="*/ 4 w 24"/>
                  <a:gd name="T3" fmla="*/ 21 h 24"/>
                  <a:gd name="T4" fmla="*/ 5 w 24"/>
                  <a:gd name="T5" fmla="*/ 8 h 24"/>
                  <a:gd name="T6" fmla="*/ 18 w 24"/>
                  <a:gd name="T7" fmla="*/ 4 h 24"/>
                  <a:gd name="T8" fmla="*/ 20 w 24"/>
                  <a:gd name="T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4">
                    <a:moveTo>
                      <a:pt x="20" y="20"/>
                    </a:moveTo>
                    <a:cubicBezTo>
                      <a:pt x="17" y="24"/>
                      <a:pt x="8" y="24"/>
                      <a:pt x="4" y="21"/>
                    </a:cubicBezTo>
                    <a:cubicBezTo>
                      <a:pt x="0" y="17"/>
                      <a:pt x="1" y="12"/>
                      <a:pt x="5" y="8"/>
                    </a:cubicBezTo>
                    <a:cubicBezTo>
                      <a:pt x="8" y="3"/>
                      <a:pt x="14" y="0"/>
                      <a:pt x="18" y="4"/>
                    </a:cubicBezTo>
                    <a:cubicBezTo>
                      <a:pt x="22" y="7"/>
                      <a:pt x="24" y="16"/>
                      <a:pt x="20" y="20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2" name="Freeform 114">
                <a:extLst>
                  <a:ext uri="{FF2B5EF4-FFF2-40B4-BE49-F238E27FC236}">
                    <a16:creationId xmlns:a16="http://schemas.microsoft.com/office/drawing/2014/main" id="{437DE2AE-7704-4B5F-A8EB-D2E0E23F45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6" y="2154"/>
                <a:ext cx="43" cy="42"/>
              </a:xfrm>
              <a:custGeom>
                <a:avLst/>
                <a:gdLst>
                  <a:gd name="T0" fmla="*/ 20 w 23"/>
                  <a:gd name="T1" fmla="*/ 18 h 22"/>
                  <a:gd name="T2" fmla="*/ 5 w 23"/>
                  <a:gd name="T3" fmla="*/ 16 h 22"/>
                  <a:gd name="T4" fmla="*/ 4 w 23"/>
                  <a:gd name="T5" fmla="*/ 5 h 22"/>
                  <a:gd name="T6" fmla="*/ 16 w 23"/>
                  <a:gd name="T7" fmla="*/ 3 h 22"/>
                  <a:gd name="T8" fmla="*/ 20 w 23"/>
                  <a:gd name="T9" fmla="*/ 18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22">
                    <a:moveTo>
                      <a:pt x="20" y="18"/>
                    </a:moveTo>
                    <a:cubicBezTo>
                      <a:pt x="16" y="22"/>
                      <a:pt x="9" y="20"/>
                      <a:pt x="5" y="16"/>
                    </a:cubicBezTo>
                    <a:cubicBezTo>
                      <a:pt x="1" y="13"/>
                      <a:pt x="0" y="9"/>
                      <a:pt x="4" y="5"/>
                    </a:cubicBezTo>
                    <a:cubicBezTo>
                      <a:pt x="7" y="1"/>
                      <a:pt x="11" y="0"/>
                      <a:pt x="16" y="3"/>
                    </a:cubicBezTo>
                    <a:cubicBezTo>
                      <a:pt x="20" y="7"/>
                      <a:pt x="23" y="14"/>
                      <a:pt x="20" y="18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3" name="Freeform 115">
                <a:extLst>
                  <a:ext uri="{FF2B5EF4-FFF2-40B4-BE49-F238E27FC236}">
                    <a16:creationId xmlns:a16="http://schemas.microsoft.com/office/drawing/2014/main" id="{2F980DEC-361F-4552-9ACA-39DF49F9AC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6" y="2242"/>
                <a:ext cx="45" cy="52"/>
              </a:xfrm>
              <a:custGeom>
                <a:avLst/>
                <a:gdLst>
                  <a:gd name="T0" fmla="*/ 20 w 24"/>
                  <a:gd name="T1" fmla="*/ 20 h 27"/>
                  <a:gd name="T2" fmla="*/ 4 w 24"/>
                  <a:gd name="T3" fmla="*/ 23 h 27"/>
                  <a:gd name="T4" fmla="*/ 5 w 24"/>
                  <a:gd name="T5" fmla="*/ 8 h 27"/>
                  <a:gd name="T6" fmla="*/ 20 w 24"/>
                  <a:gd name="T7" fmla="*/ 4 h 27"/>
                  <a:gd name="T8" fmla="*/ 20 w 24"/>
                  <a:gd name="T9" fmla="*/ 2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7">
                    <a:moveTo>
                      <a:pt x="20" y="20"/>
                    </a:moveTo>
                    <a:cubicBezTo>
                      <a:pt x="17" y="24"/>
                      <a:pt x="9" y="27"/>
                      <a:pt x="4" y="23"/>
                    </a:cubicBezTo>
                    <a:cubicBezTo>
                      <a:pt x="0" y="20"/>
                      <a:pt x="2" y="12"/>
                      <a:pt x="5" y="8"/>
                    </a:cubicBezTo>
                    <a:cubicBezTo>
                      <a:pt x="8" y="3"/>
                      <a:pt x="16" y="0"/>
                      <a:pt x="20" y="4"/>
                    </a:cubicBezTo>
                    <a:cubicBezTo>
                      <a:pt x="24" y="7"/>
                      <a:pt x="23" y="15"/>
                      <a:pt x="20" y="20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4" name="Freeform 116">
                <a:extLst>
                  <a:ext uri="{FF2B5EF4-FFF2-40B4-BE49-F238E27FC236}">
                    <a16:creationId xmlns:a16="http://schemas.microsoft.com/office/drawing/2014/main" id="{13E94594-102C-4ACB-8781-ABDCA7E32E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2175"/>
                <a:ext cx="47" cy="44"/>
              </a:xfrm>
              <a:custGeom>
                <a:avLst/>
                <a:gdLst>
                  <a:gd name="T0" fmla="*/ 21 w 25"/>
                  <a:gd name="T1" fmla="*/ 19 h 23"/>
                  <a:gd name="T2" fmla="*/ 4 w 25"/>
                  <a:gd name="T3" fmla="*/ 19 h 23"/>
                  <a:gd name="T4" fmla="*/ 4 w 25"/>
                  <a:gd name="T5" fmla="*/ 5 h 23"/>
                  <a:gd name="T6" fmla="*/ 16 w 25"/>
                  <a:gd name="T7" fmla="*/ 4 h 23"/>
                  <a:gd name="T8" fmla="*/ 21 w 25"/>
                  <a:gd name="T9" fmla="*/ 19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3">
                    <a:moveTo>
                      <a:pt x="21" y="19"/>
                    </a:moveTo>
                    <a:cubicBezTo>
                      <a:pt x="17" y="23"/>
                      <a:pt x="9" y="22"/>
                      <a:pt x="4" y="19"/>
                    </a:cubicBezTo>
                    <a:cubicBezTo>
                      <a:pt x="0" y="15"/>
                      <a:pt x="0" y="9"/>
                      <a:pt x="4" y="5"/>
                    </a:cubicBezTo>
                    <a:cubicBezTo>
                      <a:pt x="7" y="0"/>
                      <a:pt x="12" y="0"/>
                      <a:pt x="16" y="4"/>
                    </a:cubicBezTo>
                    <a:cubicBezTo>
                      <a:pt x="21" y="7"/>
                      <a:pt x="25" y="14"/>
                      <a:pt x="21" y="19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5" name="Freeform 117">
                <a:extLst>
                  <a:ext uri="{FF2B5EF4-FFF2-40B4-BE49-F238E27FC236}">
                    <a16:creationId xmlns:a16="http://schemas.microsoft.com/office/drawing/2014/main" id="{A852D7A9-D2BD-4A7B-8AD0-AB711510D5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1" y="1992"/>
                <a:ext cx="44" cy="46"/>
              </a:xfrm>
              <a:custGeom>
                <a:avLst/>
                <a:gdLst>
                  <a:gd name="T0" fmla="*/ 18 w 23"/>
                  <a:gd name="T1" fmla="*/ 17 h 24"/>
                  <a:gd name="T2" fmla="*/ 5 w 23"/>
                  <a:gd name="T3" fmla="*/ 21 h 24"/>
                  <a:gd name="T4" fmla="*/ 4 w 23"/>
                  <a:gd name="T5" fmla="*/ 6 h 24"/>
                  <a:gd name="T6" fmla="*/ 18 w 23"/>
                  <a:gd name="T7" fmla="*/ 4 h 24"/>
                  <a:gd name="T8" fmla="*/ 18 w 23"/>
                  <a:gd name="T9" fmla="*/ 17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24">
                    <a:moveTo>
                      <a:pt x="18" y="17"/>
                    </a:moveTo>
                    <a:cubicBezTo>
                      <a:pt x="14" y="21"/>
                      <a:pt x="9" y="24"/>
                      <a:pt x="5" y="21"/>
                    </a:cubicBezTo>
                    <a:cubicBezTo>
                      <a:pt x="0" y="17"/>
                      <a:pt x="0" y="10"/>
                      <a:pt x="4" y="6"/>
                    </a:cubicBezTo>
                    <a:cubicBezTo>
                      <a:pt x="8" y="1"/>
                      <a:pt x="14" y="0"/>
                      <a:pt x="18" y="4"/>
                    </a:cubicBezTo>
                    <a:cubicBezTo>
                      <a:pt x="23" y="8"/>
                      <a:pt x="21" y="12"/>
                      <a:pt x="18" y="17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6" name="Freeform 118">
                <a:extLst>
                  <a:ext uri="{FF2B5EF4-FFF2-40B4-BE49-F238E27FC236}">
                    <a16:creationId xmlns:a16="http://schemas.microsoft.com/office/drawing/2014/main" id="{1AB841D8-4760-4958-B0CC-06AA20E78A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6" y="2032"/>
                <a:ext cx="45" cy="48"/>
              </a:xfrm>
              <a:custGeom>
                <a:avLst/>
                <a:gdLst>
                  <a:gd name="T0" fmla="*/ 20 w 24"/>
                  <a:gd name="T1" fmla="*/ 18 h 25"/>
                  <a:gd name="T2" fmla="*/ 5 w 24"/>
                  <a:gd name="T3" fmla="*/ 21 h 25"/>
                  <a:gd name="T4" fmla="*/ 4 w 24"/>
                  <a:gd name="T5" fmla="*/ 5 h 25"/>
                  <a:gd name="T6" fmla="*/ 18 w 24"/>
                  <a:gd name="T7" fmla="*/ 5 h 25"/>
                  <a:gd name="T8" fmla="*/ 20 w 24"/>
                  <a:gd name="T9" fmla="*/ 18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5">
                    <a:moveTo>
                      <a:pt x="20" y="18"/>
                    </a:moveTo>
                    <a:cubicBezTo>
                      <a:pt x="16" y="23"/>
                      <a:pt x="10" y="25"/>
                      <a:pt x="5" y="21"/>
                    </a:cubicBezTo>
                    <a:cubicBezTo>
                      <a:pt x="0" y="17"/>
                      <a:pt x="0" y="10"/>
                      <a:pt x="4" y="5"/>
                    </a:cubicBezTo>
                    <a:cubicBezTo>
                      <a:pt x="8" y="0"/>
                      <a:pt x="13" y="1"/>
                      <a:pt x="18" y="5"/>
                    </a:cubicBezTo>
                    <a:cubicBezTo>
                      <a:pt x="23" y="9"/>
                      <a:pt x="24" y="14"/>
                      <a:pt x="20" y="18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7" name="Freeform 119">
                <a:extLst>
                  <a:ext uri="{FF2B5EF4-FFF2-40B4-BE49-F238E27FC236}">
                    <a16:creationId xmlns:a16="http://schemas.microsoft.com/office/drawing/2014/main" id="{013E1C00-D2C3-4EFD-992E-7A10CF245C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" y="2124"/>
                <a:ext cx="51" cy="51"/>
              </a:xfrm>
              <a:custGeom>
                <a:avLst/>
                <a:gdLst>
                  <a:gd name="T0" fmla="*/ 23 w 27"/>
                  <a:gd name="T1" fmla="*/ 20 h 27"/>
                  <a:gd name="T2" fmla="*/ 8 w 27"/>
                  <a:gd name="T3" fmla="*/ 23 h 27"/>
                  <a:gd name="T4" fmla="*/ 4 w 27"/>
                  <a:gd name="T5" fmla="*/ 5 h 27"/>
                  <a:gd name="T6" fmla="*/ 22 w 27"/>
                  <a:gd name="T7" fmla="*/ 6 h 27"/>
                  <a:gd name="T8" fmla="*/ 23 w 27"/>
                  <a:gd name="T9" fmla="*/ 2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27">
                    <a:moveTo>
                      <a:pt x="23" y="20"/>
                    </a:moveTo>
                    <a:cubicBezTo>
                      <a:pt x="19" y="25"/>
                      <a:pt x="13" y="27"/>
                      <a:pt x="8" y="23"/>
                    </a:cubicBezTo>
                    <a:cubicBezTo>
                      <a:pt x="3" y="19"/>
                      <a:pt x="0" y="10"/>
                      <a:pt x="4" y="5"/>
                    </a:cubicBezTo>
                    <a:cubicBezTo>
                      <a:pt x="8" y="0"/>
                      <a:pt x="17" y="2"/>
                      <a:pt x="22" y="6"/>
                    </a:cubicBezTo>
                    <a:cubicBezTo>
                      <a:pt x="27" y="9"/>
                      <a:pt x="27" y="15"/>
                      <a:pt x="23" y="20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8" name="Freeform 120">
                <a:extLst>
                  <a:ext uri="{FF2B5EF4-FFF2-40B4-BE49-F238E27FC236}">
                    <a16:creationId xmlns:a16="http://schemas.microsoft.com/office/drawing/2014/main" id="{8FFE8E4D-1FD3-4B5A-9F2F-AC6163D1A1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5" y="2191"/>
                <a:ext cx="46" cy="47"/>
              </a:xfrm>
              <a:custGeom>
                <a:avLst/>
                <a:gdLst>
                  <a:gd name="T0" fmla="*/ 21 w 24"/>
                  <a:gd name="T1" fmla="*/ 18 h 25"/>
                  <a:gd name="T2" fmla="*/ 5 w 24"/>
                  <a:gd name="T3" fmla="*/ 21 h 25"/>
                  <a:gd name="T4" fmla="*/ 5 w 24"/>
                  <a:gd name="T5" fmla="*/ 5 h 25"/>
                  <a:gd name="T6" fmla="*/ 18 w 24"/>
                  <a:gd name="T7" fmla="*/ 4 h 25"/>
                  <a:gd name="T8" fmla="*/ 21 w 24"/>
                  <a:gd name="T9" fmla="*/ 18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5">
                    <a:moveTo>
                      <a:pt x="21" y="18"/>
                    </a:moveTo>
                    <a:cubicBezTo>
                      <a:pt x="17" y="23"/>
                      <a:pt x="9" y="25"/>
                      <a:pt x="5" y="21"/>
                    </a:cubicBezTo>
                    <a:cubicBezTo>
                      <a:pt x="0" y="17"/>
                      <a:pt x="1" y="10"/>
                      <a:pt x="5" y="5"/>
                    </a:cubicBezTo>
                    <a:cubicBezTo>
                      <a:pt x="9" y="1"/>
                      <a:pt x="13" y="0"/>
                      <a:pt x="18" y="4"/>
                    </a:cubicBezTo>
                    <a:cubicBezTo>
                      <a:pt x="23" y="8"/>
                      <a:pt x="24" y="13"/>
                      <a:pt x="21" y="18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9" name="Freeform 121">
                <a:extLst>
                  <a:ext uri="{FF2B5EF4-FFF2-40B4-BE49-F238E27FC236}">
                    <a16:creationId xmlns:a16="http://schemas.microsoft.com/office/drawing/2014/main" id="{E2895626-A609-48CA-8057-5714E05492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7" y="2059"/>
                <a:ext cx="56" cy="53"/>
              </a:xfrm>
              <a:custGeom>
                <a:avLst/>
                <a:gdLst>
                  <a:gd name="T0" fmla="*/ 25 w 29"/>
                  <a:gd name="T1" fmla="*/ 22 h 28"/>
                  <a:gd name="T2" fmla="*/ 6 w 29"/>
                  <a:gd name="T3" fmla="*/ 24 h 28"/>
                  <a:gd name="T4" fmla="*/ 4 w 29"/>
                  <a:gd name="T5" fmla="*/ 5 h 28"/>
                  <a:gd name="T6" fmla="*/ 21 w 29"/>
                  <a:gd name="T7" fmla="*/ 5 h 28"/>
                  <a:gd name="T8" fmla="*/ 25 w 29"/>
                  <a:gd name="T9" fmla="*/ 2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8">
                    <a:moveTo>
                      <a:pt x="25" y="22"/>
                    </a:moveTo>
                    <a:cubicBezTo>
                      <a:pt x="21" y="26"/>
                      <a:pt x="11" y="28"/>
                      <a:pt x="6" y="24"/>
                    </a:cubicBezTo>
                    <a:cubicBezTo>
                      <a:pt x="1" y="20"/>
                      <a:pt x="0" y="9"/>
                      <a:pt x="4" y="5"/>
                    </a:cubicBezTo>
                    <a:cubicBezTo>
                      <a:pt x="8" y="0"/>
                      <a:pt x="17" y="1"/>
                      <a:pt x="21" y="5"/>
                    </a:cubicBezTo>
                    <a:cubicBezTo>
                      <a:pt x="26" y="9"/>
                      <a:pt x="29" y="17"/>
                      <a:pt x="25" y="2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0" name="Freeform 122">
                <a:extLst>
                  <a:ext uri="{FF2B5EF4-FFF2-40B4-BE49-F238E27FC236}">
                    <a16:creationId xmlns:a16="http://schemas.microsoft.com/office/drawing/2014/main" id="{CE0CF05F-CC9E-4CB0-BD0A-908E428047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8" y="2007"/>
                <a:ext cx="48" cy="48"/>
              </a:xfrm>
              <a:custGeom>
                <a:avLst/>
                <a:gdLst>
                  <a:gd name="T0" fmla="*/ 21 w 25"/>
                  <a:gd name="T1" fmla="*/ 20 h 25"/>
                  <a:gd name="T2" fmla="*/ 5 w 25"/>
                  <a:gd name="T3" fmla="*/ 21 h 25"/>
                  <a:gd name="T4" fmla="*/ 4 w 25"/>
                  <a:gd name="T5" fmla="*/ 6 h 25"/>
                  <a:gd name="T6" fmla="*/ 19 w 25"/>
                  <a:gd name="T7" fmla="*/ 3 h 25"/>
                  <a:gd name="T8" fmla="*/ 21 w 25"/>
                  <a:gd name="T9" fmla="*/ 2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5">
                    <a:moveTo>
                      <a:pt x="21" y="20"/>
                    </a:moveTo>
                    <a:cubicBezTo>
                      <a:pt x="17" y="25"/>
                      <a:pt x="9" y="25"/>
                      <a:pt x="5" y="21"/>
                    </a:cubicBezTo>
                    <a:cubicBezTo>
                      <a:pt x="0" y="17"/>
                      <a:pt x="0" y="11"/>
                      <a:pt x="4" y="6"/>
                    </a:cubicBezTo>
                    <a:cubicBezTo>
                      <a:pt x="8" y="1"/>
                      <a:pt x="14" y="0"/>
                      <a:pt x="19" y="3"/>
                    </a:cubicBezTo>
                    <a:cubicBezTo>
                      <a:pt x="23" y="7"/>
                      <a:pt x="25" y="15"/>
                      <a:pt x="21" y="20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1" name="Freeform 123">
                <a:extLst>
                  <a:ext uri="{FF2B5EF4-FFF2-40B4-BE49-F238E27FC236}">
                    <a16:creationId xmlns:a16="http://schemas.microsoft.com/office/drawing/2014/main" id="{79EBCBF9-74CE-4C83-8431-D19E28AA7C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2" y="1950"/>
                <a:ext cx="44" cy="46"/>
              </a:xfrm>
              <a:custGeom>
                <a:avLst/>
                <a:gdLst>
                  <a:gd name="T0" fmla="*/ 10 w 23"/>
                  <a:gd name="T1" fmla="*/ 1 h 24"/>
                  <a:gd name="T2" fmla="*/ 21 w 23"/>
                  <a:gd name="T3" fmla="*/ 8 h 24"/>
                  <a:gd name="T4" fmla="*/ 15 w 23"/>
                  <a:gd name="T5" fmla="*/ 22 h 24"/>
                  <a:gd name="T6" fmla="*/ 2 w 23"/>
                  <a:gd name="T7" fmla="*/ 13 h 24"/>
                  <a:gd name="T8" fmla="*/ 10 w 23"/>
                  <a:gd name="T9" fmla="*/ 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24">
                    <a:moveTo>
                      <a:pt x="10" y="1"/>
                    </a:moveTo>
                    <a:cubicBezTo>
                      <a:pt x="16" y="0"/>
                      <a:pt x="19" y="2"/>
                      <a:pt x="21" y="8"/>
                    </a:cubicBezTo>
                    <a:cubicBezTo>
                      <a:pt x="23" y="14"/>
                      <a:pt x="21" y="21"/>
                      <a:pt x="15" y="22"/>
                    </a:cubicBezTo>
                    <a:cubicBezTo>
                      <a:pt x="9" y="24"/>
                      <a:pt x="3" y="19"/>
                      <a:pt x="2" y="13"/>
                    </a:cubicBezTo>
                    <a:cubicBezTo>
                      <a:pt x="0" y="7"/>
                      <a:pt x="3" y="3"/>
                      <a:pt x="10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2" name="Freeform 124">
                <a:extLst>
                  <a:ext uri="{FF2B5EF4-FFF2-40B4-BE49-F238E27FC236}">
                    <a16:creationId xmlns:a16="http://schemas.microsoft.com/office/drawing/2014/main" id="{B52FA133-A91C-400B-8F9C-08E802E8A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9" y="2044"/>
                <a:ext cx="51" cy="43"/>
              </a:xfrm>
              <a:custGeom>
                <a:avLst/>
                <a:gdLst>
                  <a:gd name="T0" fmla="*/ 13 w 27"/>
                  <a:gd name="T1" fmla="*/ 1 h 23"/>
                  <a:gd name="T2" fmla="*/ 25 w 27"/>
                  <a:gd name="T3" fmla="*/ 7 h 23"/>
                  <a:gd name="T4" fmla="*/ 18 w 27"/>
                  <a:gd name="T5" fmla="*/ 22 h 23"/>
                  <a:gd name="T6" fmla="*/ 2 w 27"/>
                  <a:gd name="T7" fmla="*/ 13 h 23"/>
                  <a:gd name="T8" fmla="*/ 13 w 27"/>
                  <a:gd name="T9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23">
                    <a:moveTo>
                      <a:pt x="13" y="1"/>
                    </a:moveTo>
                    <a:cubicBezTo>
                      <a:pt x="19" y="0"/>
                      <a:pt x="24" y="1"/>
                      <a:pt x="25" y="7"/>
                    </a:cubicBezTo>
                    <a:cubicBezTo>
                      <a:pt x="27" y="13"/>
                      <a:pt x="24" y="20"/>
                      <a:pt x="18" y="22"/>
                    </a:cubicBezTo>
                    <a:cubicBezTo>
                      <a:pt x="12" y="23"/>
                      <a:pt x="3" y="19"/>
                      <a:pt x="2" y="13"/>
                    </a:cubicBezTo>
                    <a:cubicBezTo>
                      <a:pt x="0" y="7"/>
                      <a:pt x="7" y="3"/>
                      <a:pt x="13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3" name="Freeform 125">
                <a:extLst>
                  <a:ext uri="{FF2B5EF4-FFF2-40B4-BE49-F238E27FC236}">
                    <a16:creationId xmlns:a16="http://schemas.microsoft.com/office/drawing/2014/main" id="{A9630367-46FF-4173-AF46-FEB5D768F7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2" y="2110"/>
                <a:ext cx="49" cy="52"/>
              </a:xfrm>
              <a:custGeom>
                <a:avLst/>
                <a:gdLst>
                  <a:gd name="T0" fmla="*/ 8 w 26"/>
                  <a:gd name="T1" fmla="*/ 1 h 27"/>
                  <a:gd name="T2" fmla="*/ 24 w 26"/>
                  <a:gd name="T3" fmla="*/ 11 h 27"/>
                  <a:gd name="T4" fmla="*/ 15 w 26"/>
                  <a:gd name="T5" fmla="*/ 25 h 27"/>
                  <a:gd name="T6" fmla="*/ 1 w 26"/>
                  <a:gd name="T7" fmla="*/ 17 h 27"/>
                  <a:gd name="T8" fmla="*/ 8 w 26"/>
                  <a:gd name="T9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7">
                    <a:moveTo>
                      <a:pt x="8" y="1"/>
                    </a:moveTo>
                    <a:cubicBezTo>
                      <a:pt x="14" y="0"/>
                      <a:pt x="23" y="5"/>
                      <a:pt x="24" y="11"/>
                    </a:cubicBezTo>
                    <a:cubicBezTo>
                      <a:pt x="26" y="17"/>
                      <a:pt x="21" y="24"/>
                      <a:pt x="15" y="25"/>
                    </a:cubicBezTo>
                    <a:cubicBezTo>
                      <a:pt x="9" y="27"/>
                      <a:pt x="3" y="23"/>
                      <a:pt x="1" y="17"/>
                    </a:cubicBezTo>
                    <a:cubicBezTo>
                      <a:pt x="0" y="11"/>
                      <a:pt x="2" y="3"/>
                      <a:pt x="8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4" name="Freeform 126">
                <a:extLst>
                  <a:ext uri="{FF2B5EF4-FFF2-40B4-BE49-F238E27FC236}">
                    <a16:creationId xmlns:a16="http://schemas.microsoft.com/office/drawing/2014/main" id="{E91B4124-4D05-4343-A1E2-68660D9838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3" y="2156"/>
                <a:ext cx="49" cy="48"/>
              </a:xfrm>
              <a:custGeom>
                <a:avLst/>
                <a:gdLst>
                  <a:gd name="T0" fmla="*/ 12 w 26"/>
                  <a:gd name="T1" fmla="*/ 1 h 25"/>
                  <a:gd name="T2" fmla="*/ 24 w 26"/>
                  <a:gd name="T3" fmla="*/ 7 h 25"/>
                  <a:gd name="T4" fmla="*/ 17 w 26"/>
                  <a:gd name="T5" fmla="*/ 24 h 25"/>
                  <a:gd name="T6" fmla="*/ 2 w 26"/>
                  <a:gd name="T7" fmla="*/ 13 h 25"/>
                  <a:gd name="T8" fmla="*/ 12 w 26"/>
                  <a:gd name="T9" fmla="*/ 1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5">
                    <a:moveTo>
                      <a:pt x="12" y="1"/>
                    </a:moveTo>
                    <a:cubicBezTo>
                      <a:pt x="18" y="0"/>
                      <a:pt x="23" y="1"/>
                      <a:pt x="24" y="7"/>
                    </a:cubicBezTo>
                    <a:cubicBezTo>
                      <a:pt x="26" y="13"/>
                      <a:pt x="23" y="22"/>
                      <a:pt x="17" y="24"/>
                    </a:cubicBezTo>
                    <a:cubicBezTo>
                      <a:pt x="11" y="25"/>
                      <a:pt x="3" y="19"/>
                      <a:pt x="2" y="13"/>
                    </a:cubicBezTo>
                    <a:cubicBezTo>
                      <a:pt x="0" y="7"/>
                      <a:pt x="6" y="3"/>
                      <a:pt x="12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5" name="Freeform 127">
                <a:extLst>
                  <a:ext uri="{FF2B5EF4-FFF2-40B4-BE49-F238E27FC236}">
                    <a16:creationId xmlns:a16="http://schemas.microsoft.com/office/drawing/2014/main" id="{241E37B8-5869-4187-9E40-755410DD26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1" y="1977"/>
                <a:ext cx="38" cy="42"/>
              </a:xfrm>
              <a:custGeom>
                <a:avLst/>
                <a:gdLst>
                  <a:gd name="T0" fmla="*/ 8 w 20"/>
                  <a:gd name="T1" fmla="*/ 2 h 22"/>
                  <a:gd name="T2" fmla="*/ 18 w 20"/>
                  <a:gd name="T3" fmla="*/ 9 h 22"/>
                  <a:gd name="T4" fmla="*/ 13 w 20"/>
                  <a:gd name="T5" fmla="*/ 21 h 22"/>
                  <a:gd name="T6" fmla="*/ 1 w 20"/>
                  <a:gd name="T7" fmla="*/ 14 h 22"/>
                  <a:gd name="T8" fmla="*/ 8 w 20"/>
                  <a:gd name="T9" fmla="*/ 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22">
                    <a:moveTo>
                      <a:pt x="8" y="2"/>
                    </a:moveTo>
                    <a:cubicBezTo>
                      <a:pt x="14" y="0"/>
                      <a:pt x="17" y="3"/>
                      <a:pt x="18" y="9"/>
                    </a:cubicBezTo>
                    <a:cubicBezTo>
                      <a:pt x="20" y="15"/>
                      <a:pt x="19" y="19"/>
                      <a:pt x="13" y="21"/>
                    </a:cubicBezTo>
                    <a:cubicBezTo>
                      <a:pt x="7" y="22"/>
                      <a:pt x="3" y="20"/>
                      <a:pt x="1" y="14"/>
                    </a:cubicBezTo>
                    <a:cubicBezTo>
                      <a:pt x="0" y="8"/>
                      <a:pt x="2" y="3"/>
                      <a:pt x="8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6" name="Freeform 128">
                <a:extLst>
                  <a:ext uri="{FF2B5EF4-FFF2-40B4-BE49-F238E27FC236}">
                    <a16:creationId xmlns:a16="http://schemas.microsoft.com/office/drawing/2014/main" id="{2C29D158-CAC6-4EFF-9EE6-8883BA8FD6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3" y="2139"/>
                <a:ext cx="45" cy="53"/>
              </a:xfrm>
              <a:custGeom>
                <a:avLst/>
                <a:gdLst>
                  <a:gd name="T0" fmla="*/ 10 w 24"/>
                  <a:gd name="T1" fmla="*/ 1 h 28"/>
                  <a:gd name="T2" fmla="*/ 22 w 24"/>
                  <a:gd name="T3" fmla="*/ 11 h 28"/>
                  <a:gd name="T4" fmla="*/ 17 w 24"/>
                  <a:gd name="T5" fmla="*/ 26 h 28"/>
                  <a:gd name="T6" fmla="*/ 1 w 24"/>
                  <a:gd name="T7" fmla="*/ 16 h 28"/>
                  <a:gd name="T8" fmla="*/ 10 w 24"/>
                  <a:gd name="T9" fmla="*/ 1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8">
                    <a:moveTo>
                      <a:pt x="10" y="1"/>
                    </a:moveTo>
                    <a:cubicBezTo>
                      <a:pt x="16" y="0"/>
                      <a:pt x="21" y="5"/>
                      <a:pt x="22" y="11"/>
                    </a:cubicBezTo>
                    <a:cubicBezTo>
                      <a:pt x="24" y="17"/>
                      <a:pt x="23" y="25"/>
                      <a:pt x="17" y="26"/>
                    </a:cubicBezTo>
                    <a:cubicBezTo>
                      <a:pt x="10" y="28"/>
                      <a:pt x="3" y="22"/>
                      <a:pt x="1" y="16"/>
                    </a:cubicBezTo>
                    <a:cubicBezTo>
                      <a:pt x="0" y="10"/>
                      <a:pt x="4" y="3"/>
                      <a:pt x="10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7" name="Freeform 129">
                <a:extLst>
                  <a:ext uri="{FF2B5EF4-FFF2-40B4-BE49-F238E27FC236}">
                    <a16:creationId xmlns:a16="http://schemas.microsoft.com/office/drawing/2014/main" id="{EDA62A4C-1CA7-4075-8109-F69456680A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9" y="2065"/>
                <a:ext cx="57" cy="45"/>
              </a:xfrm>
              <a:custGeom>
                <a:avLst/>
                <a:gdLst>
                  <a:gd name="T0" fmla="*/ 12 w 30"/>
                  <a:gd name="T1" fmla="*/ 1 h 24"/>
                  <a:gd name="T2" fmla="*/ 29 w 30"/>
                  <a:gd name="T3" fmla="*/ 8 h 24"/>
                  <a:gd name="T4" fmla="*/ 18 w 30"/>
                  <a:gd name="T5" fmla="*/ 23 h 24"/>
                  <a:gd name="T6" fmla="*/ 1 w 30"/>
                  <a:gd name="T7" fmla="*/ 15 h 24"/>
                  <a:gd name="T8" fmla="*/ 12 w 30"/>
                  <a:gd name="T9" fmla="*/ 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24">
                    <a:moveTo>
                      <a:pt x="12" y="1"/>
                    </a:moveTo>
                    <a:cubicBezTo>
                      <a:pt x="19" y="0"/>
                      <a:pt x="27" y="2"/>
                      <a:pt x="29" y="8"/>
                    </a:cubicBezTo>
                    <a:cubicBezTo>
                      <a:pt x="30" y="14"/>
                      <a:pt x="24" y="21"/>
                      <a:pt x="18" y="23"/>
                    </a:cubicBezTo>
                    <a:cubicBezTo>
                      <a:pt x="12" y="24"/>
                      <a:pt x="3" y="21"/>
                      <a:pt x="1" y="15"/>
                    </a:cubicBezTo>
                    <a:cubicBezTo>
                      <a:pt x="0" y="9"/>
                      <a:pt x="6" y="3"/>
                      <a:pt x="12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8" name="Freeform 130">
                <a:extLst>
                  <a:ext uri="{FF2B5EF4-FFF2-40B4-BE49-F238E27FC236}">
                    <a16:creationId xmlns:a16="http://schemas.microsoft.com/office/drawing/2014/main" id="{34AA1604-8D82-49A7-89AB-1E2DAB7080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3" y="1965"/>
                <a:ext cx="48" cy="42"/>
              </a:xfrm>
              <a:custGeom>
                <a:avLst/>
                <a:gdLst>
                  <a:gd name="T0" fmla="*/ 10 w 25"/>
                  <a:gd name="T1" fmla="*/ 2 h 22"/>
                  <a:gd name="T2" fmla="*/ 24 w 25"/>
                  <a:gd name="T3" fmla="*/ 7 h 22"/>
                  <a:gd name="T4" fmla="*/ 15 w 25"/>
                  <a:gd name="T5" fmla="*/ 21 h 22"/>
                  <a:gd name="T6" fmla="*/ 2 w 25"/>
                  <a:gd name="T7" fmla="*/ 13 h 22"/>
                  <a:gd name="T8" fmla="*/ 10 w 25"/>
                  <a:gd name="T9" fmla="*/ 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2">
                    <a:moveTo>
                      <a:pt x="10" y="2"/>
                    </a:moveTo>
                    <a:cubicBezTo>
                      <a:pt x="16" y="0"/>
                      <a:pt x="22" y="1"/>
                      <a:pt x="24" y="7"/>
                    </a:cubicBezTo>
                    <a:cubicBezTo>
                      <a:pt x="25" y="13"/>
                      <a:pt x="21" y="19"/>
                      <a:pt x="15" y="21"/>
                    </a:cubicBezTo>
                    <a:cubicBezTo>
                      <a:pt x="8" y="22"/>
                      <a:pt x="3" y="19"/>
                      <a:pt x="2" y="13"/>
                    </a:cubicBezTo>
                    <a:cubicBezTo>
                      <a:pt x="0" y="7"/>
                      <a:pt x="4" y="3"/>
                      <a:pt x="10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9" name="Freeform 131">
                <a:extLst>
                  <a:ext uri="{FF2B5EF4-FFF2-40B4-BE49-F238E27FC236}">
                    <a16:creationId xmlns:a16="http://schemas.microsoft.com/office/drawing/2014/main" id="{449B214A-520B-42A8-BCDA-7D8A7888BB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0" y="2097"/>
                <a:ext cx="47" cy="52"/>
              </a:xfrm>
              <a:custGeom>
                <a:avLst/>
                <a:gdLst>
                  <a:gd name="T0" fmla="*/ 11 w 25"/>
                  <a:gd name="T1" fmla="*/ 2 h 27"/>
                  <a:gd name="T2" fmla="*/ 23 w 25"/>
                  <a:gd name="T3" fmla="*/ 14 h 27"/>
                  <a:gd name="T4" fmla="*/ 17 w 25"/>
                  <a:gd name="T5" fmla="*/ 26 h 27"/>
                  <a:gd name="T6" fmla="*/ 2 w 25"/>
                  <a:gd name="T7" fmla="*/ 19 h 27"/>
                  <a:gd name="T8" fmla="*/ 11 w 25"/>
                  <a:gd name="T9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7">
                    <a:moveTo>
                      <a:pt x="11" y="2"/>
                    </a:moveTo>
                    <a:cubicBezTo>
                      <a:pt x="17" y="0"/>
                      <a:pt x="22" y="8"/>
                      <a:pt x="23" y="14"/>
                    </a:cubicBezTo>
                    <a:cubicBezTo>
                      <a:pt x="25" y="20"/>
                      <a:pt x="24" y="24"/>
                      <a:pt x="17" y="26"/>
                    </a:cubicBezTo>
                    <a:cubicBezTo>
                      <a:pt x="11" y="27"/>
                      <a:pt x="4" y="25"/>
                      <a:pt x="2" y="19"/>
                    </a:cubicBezTo>
                    <a:cubicBezTo>
                      <a:pt x="0" y="13"/>
                      <a:pt x="5" y="3"/>
                      <a:pt x="11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0" name="Freeform 132">
                <a:extLst>
                  <a:ext uri="{FF2B5EF4-FFF2-40B4-BE49-F238E27FC236}">
                    <a16:creationId xmlns:a16="http://schemas.microsoft.com/office/drawing/2014/main" id="{97BCA9BF-0C89-4E94-892B-D696827932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" y="2191"/>
                <a:ext cx="42" cy="47"/>
              </a:xfrm>
              <a:custGeom>
                <a:avLst/>
                <a:gdLst>
                  <a:gd name="T0" fmla="*/ 7 w 22"/>
                  <a:gd name="T1" fmla="*/ 1 h 25"/>
                  <a:gd name="T2" fmla="*/ 21 w 22"/>
                  <a:gd name="T3" fmla="*/ 9 h 25"/>
                  <a:gd name="T4" fmla="*/ 12 w 22"/>
                  <a:gd name="T5" fmla="*/ 23 h 25"/>
                  <a:gd name="T6" fmla="*/ 1 w 22"/>
                  <a:gd name="T7" fmla="*/ 14 h 25"/>
                  <a:gd name="T8" fmla="*/ 7 w 22"/>
                  <a:gd name="T9" fmla="*/ 1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5">
                    <a:moveTo>
                      <a:pt x="7" y="1"/>
                    </a:moveTo>
                    <a:cubicBezTo>
                      <a:pt x="13" y="0"/>
                      <a:pt x="19" y="3"/>
                      <a:pt x="21" y="9"/>
                    </a:cubicBezTo>
                    <a:cubicBezTo>
                      <a:pt x="22" y="15"/>
                      <a:pt x="18" y="22"/>
                      <a:pt x="12" y="23"/>
                    </a:cubicBezTo>
                    <a:cubicBezTo>
                      <a:pt x="6" y="25"/>
                      <a:pt x="3" y="20"/>
                      <a:pt x="1" y="14"/>
                    </a:cubicBezTo>
                    <a:cubicBezTo>
                      <a:pt x="0" y="8"/>
                      <a:pt x="1" y="3"/>
                      <a:pt x="7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1" name="Freeform 133">
                <a:extLst>
                  <a:ext uri="{FF2B5EF4-FFF2-40B4-BE49-F238E27FC236}">
                    <a16:creationId xmlns:a16="http://schemas.microsoft.com/office/drawing/2014/main" id="{F5E398E5-9A14-4808-81F9-0796E1E02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8" y="1984"/>
                <a:ext cx="40" cy="44"/>
              </a:xfrm>
              <a:custGeom>
                <a:avLst/>
                <a:gdLst>
                  <a:gd name="T0" fmla="*/ 8 w 21"/>
                  <a:gd name="T1" fmla="*/ 2 h 23"/>
                  <a:gd name="T2" fmla="*/ 19 w 21"/>
                  <a:gd name="T3" fmla="*/ 12 h 23"/>
                  <a:gd name="T4" fmla="*/ 13 w 21"/>
                  <a:gd name="T5" fmla="*/ 22 h 23"/>
                  <a:gd name="T6" fmla="*/ 1 w 21"/>
                  <a:gd name="T7" fmla="*/ 16 h 23"/>
                  <a:gd name="T8" fmla="*/ 8 w 21"/>
                  <a:gd name="T9" fmla="*/ 2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23">
                    <a:moveTo>
                      <a:pt x="8" y="2"/>
                    </a:moveTo>
                    <a:cubicBezTo>
                      <a:pt x="14" y="0"/>
                      <a:pt x="18" y="5"/>
                      <a:pt x="19" y="12"/>
                    </a:cubicBezTo>
                    <a:cubicBezTo>
                      <a:pt x="21" y="18"/>
                      <a:pt x="19" y="20"/>
                      <a:pt x="13" y="22"/>
                    </a:cubicBezTo>
                    <a:cubicBezTo>
                      <a:pt x="7" y="23"/>
                      <a:pt x="3" y="22"/>
                      <a:pt x="1" y="16"/>
                    </a:cubicBezTo>
                    <a:cubicBezTo>
                      <a:pt x="0" y="10"/>
                      <a:pt x="1" y="3"/>
                      <a:pt x="8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2" name="Freeform 134">
                <a:extLst>
                  <a:ext uri="{FF2B5EF4-FFF2-40B4-BE49-F238E27FC236}">
                    <a16:creationId xmlns:a16="http://schemas.microsoft.com/office/drawing/2014/main" id="{62D400F2-7F1A-42CE-81B0-812C44FD10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3" y="1988"/>
                <a:ext cx="46" cy="40"/>
              </a:xfrm>
              <a:custGeom>
                <a:avLst/>
                <a:gdLst>
                  <a:gd name="T0" fmla="*/ 10 w 24"/>
                  <a:gd name="T1" fmla="*/ 2 h 21"/>
                  <a:gd name="T2" fmla="*/ 22 w 24"/>
                  <a:gd name="T3" fmla="*/ 8 h 21"/>
                  <a:gd name="T4" fmla="*/ 15 w 24"/>
                  <a:gd name="T5" fmla="*/ 20 h 21"/>
                  <a:gd name="T6" fmla="*/ 2 w 24"/>
                  <a:gd name="T7" fmla="*/ 13 h 21"/>
                  <a:gd name="T8" fmla="*/ 10 w 24"/>
                  <a:gd name="T9" fmla="*/ 2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1">
                    <a:moveTo>
                      <a:pt x="10" y="2"/>
                    </a:moveTo>
                    <a:cubicBezTo>
                      <a:pt x="16" y="0"/>
                      <a:pt x="21" y="2"/>
                      <a:pt x="22" y="8"/>
                    </a:cubicBezTo>
                    <a:cubicBezTo>
                      <a:pt x="24" y="14"/>
                      <a:pt x="21" y="18"/>
                      <a:pt x="15" y="20"/>
                    </a:cubicBezTo>
                    <a:cubicBezTo>
                      <a:pt x="9" y="21"/>
                      <a:pt x="3" y="19"/>
                      <a:pt x="2" y="13"/>
                    </a:cubicBezTo>
                    <a:cubicBezTo>
                      <a:pt x="0" y="7"/>
                      <a:pt x="4" y="3"/>
                      <a:pt x="10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3" name="Freeform 135">
                <a:extLst>
                  <a:ext uri="{FF2B5EF4-FFF2-40B4-BE49-F238E27FC236}">
                    <a16:creationId xmlns:a16="http://schemas.microsoft.com/office/drawing/2014/main" id="{3531B920-126E-47F9-B59F-C84B5A8268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2" y="2114"/>
                <a:ext cx="44" cy="44"/>
              </a:xfrm>
              <a:custGeom>
                <a:avLst/>
                <a:gdLst>
                  <a:gd name="T0" fmla="*/ 6 w 23"/>
                  <a:gd name="T1" fmla="*/ 1 h 23"/>
                  <a:gd name="T2" fmla="*/ 21 w 23"/>
                  <a:gd name="T3" fmla="*/ 9 h 23"/>
                  <a:gd name="T4" fmla="*/ 12 w 23"/>
                  <a:gd name="T5" fmla="*/ 22 h 23"/>
                  <a:gd name="T6" fmla="*/ 1 w 23"/>
                  <a:gd name="T7" fmla="*/ 15 h 23"/>
                  <a:gd name="T8" fmla="*/ 6 w 23"/>
                  <a:gd name="T9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23">
                    <a:moveTo>
                      <a:pt x="6" y="1"/>
                    </a:moveTo>
                    <a:cubicBezTo>
                      <a:pt x="12" y="0"/>
                      <a:pt x="20" y="3"/>
                      <a:pt x="21" y="9"/>
                    </a:cubicBezTo>
                    <a:cubicBezTo>
                      <a:pt x="23" y="16"/>
                      <a:pt x="18" y="20"/>
                      <a:pt x="12" y="22"/>
                    </a:cubicBezTo>
                    <a:cubicBezTo>
                      <a:pt x="6" y="23"/>
                      <a:pt x="3" y="21"/>
                      <a:pt x="1" y="15"/>
                    </a:cubicBezTo>
                    <a:cubicBezTo>
                      <a:pt x="0" y="9"/>
                      <a:pt x="0" y="3"/>
                      <a:pt x="6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4" name="Freeform 136">
                <a:extLst>
                  <a:ext uri="{FF2B5EF4-FFF2-40B4-BE49-F238E27FC236}">
                    <a16:creationId xmlns:a16="http://schemas.microsoft.com/office/drawing/2014/main" id="{0232BEF9-8C18-4407-B482-53ACB5D469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8" y="2026"/>
                <a:ext cx="50" cy="56"/>
              </a:xfrm>
              <a:custGeom>
                <a:avLst/>
                <a:gdLst>
                  <a:gd name="T0" fmla="*/ 12 w 26"/>
                  <a:gd name="T1" fmla="*/ 1 h 29"/>
                  <a:gd name="T2" fmla="*/ 25 w 26"/>
                  <a:gd name="T3" fmla="*/ 12 h 29"/>
                  <a:gd name="T4" fmla="*/ 18 w 26"/>
                  <a:gd name="T5" fmla="*/ 27 h 29"/>
                  <a:gd name="T6" fmla="*/ 2 w 26"/>
                  <a:gd name="T7" fmla="*/ 17 h 29"/>
                  <a:gd name="T8" fmla="*/ 12 w 26"/>
                  <a:gd name="T9" fmla="*/ 1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9">
                    <a:moveTo>
                      <a:pt x="12" y="1"/>
                    </a:moveTo>
                    <a:cubicBezTo>
                      <a:pt x="18" y="0"/>
                      <a:pt x="23" y="5"/>
                      <a:pt x="25" y="12"/>
                    </a:cubicBezTo>
                    <a:cubicBezTo>
                      <a:pt x="26" y="18"/>
                      <a:pt x="24" y="26"/>
                      <a:pt x="18" y="27"/>
                    </a:cubicBezTo>
                    <a:cubicBezTo>
                      <a:pt x="12" y="29"/>
                      <a:pt x="3" y="23"/>
                      <a:pt x="2" y="17"/>
                    </a:cubicBezTo>
                    <a:cubicBezTo>
                      <a:pt x="0" y="11"/>
                      <a:pt x="6" y="3"/>
                      <a:pt x="12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5" name="Freeform 137">
                <a:extLst>
                  <a:ext uri="{FF2B5EF4-FFF2-40B4-BE49-F238E27FC236}">
                    <a16:creationId xmlns:a16="http://schemas.microsoft.com/office/drawing/2014/main" id="{3042604E-3A82-4E34-915C-0409D0FD2E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1912"/>
                <a:ext cx="54" cy="44"/>
              </a:xfrm>
              <a:custGeom>
                <a:avLst/>
                <a:gdLst>
                  <a:gd name="T0" fmla="*/ 11 w 28"/>
                  <a:gd name="T1" fmla="*/ 1 h 23"/>
                  <a:gd name="T2" fmla="*/ 26 w 28"/>
                  <a:gd name="T3" fmla="*/ 9 h 23"/>
                  <a:gd name="T4" fmla="*/ 16 w 28"/>
                  <a:gd name="T5" fmla="*/ 22 h 23"/>
                  <a:gd name="T6" fmla="*/ 2 w 28"/>
                  <a:gd name="T7" fmla="*/ 15 h 23"/>
                  <a:gd name="T8" fmla="*/ 11 w 28"/>
                  <a:gd name="T9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3">
                    <a:moveTo>
                      <a:pt x="11" y="1"/>
                    </a:moveTo>
                    <a:cubicBezTo>
                      <a:pt x="18" y="0"/>
                      <a:pt x="24" y="2"/>
                      <a:pt x="26" y="9"/>
                    </a:cubicBezTo>
                    <a:cubicBezTo>
                      <a:pt x="28" y="15"/>
                      <a:pt x="23" y="20"/>
                      <a:pt x="16" y="22"/>
                    </a:cubicBezTo>
                    <a:cubicBezTo>
                      <a:pt x="10" y="23"/>
                      <a:pt x="4" y="21"/>
                      <a:pt x="2" y="15"/>
                    </a:cubicBezTo>
                    <a:cubicBezTo>
                      <a:pt x="0" y="8"/>
                      <a:pt x="5" y="3"/>
                      <a:pt x="11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6" name="Freeform 138">
                <a:extLst>
                  <a:ext uri="{FF2B5EF4-FFF2-40B4-BE49-F238E27FC236}">
                    <a16:creationId xmlns:a16="http://schemas.microsoft.com/office/drawing/2014/main" id="{83C23580-B354-4502-ABCF-3EE734E0B4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6" y="2021"/>
                <a:ext cx="52" cy="51"/>
              </a:xfrm>
              <a:custGeom>
                <a:avLst/>
                <a:gdLst>
                  <a:gd name="T0" fmla="*/ 10 w 27"/>
                  <a:gd name="T1" fmla="*/ 2 h 27"/>
                  <a:gd name="T2" fmla="*/ 26 w 27"/>
                  <a:gd name="T3" fmla="*/ 9 h 27"/>
                  <a:gd name="T4" fmla="*/ 16 w 27"/>
                  <a:gd name="T5" fmla="*/ 25 h 27"/>
                  <a:gd name="T6" fmla="*/ 2 w 27"/>
                  <a:gd name="T7" fmla="*/ 15 h 27"/>
                  <a:gd name="T8" fmla="*/ 10 w 27"/>
                  <a:gd name="T9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27">
                    <a:moveTo>
                      <a:pt x="10" y="2"/>
                    </a:moveTo>
                    <a:cubicBezTo>
                      <a:pt x="16" y="0"/>
                      <a:pt x="24" y="3"/>
                      <a:pt x="26" y="9"/>
                    </a:cubicBezTo>
                    <a:cubicBezTo>
                      <a:pt x="27" y="16"/>
                      <a:pt x="22" y="23"/>
                      <a:pt x="16" y="25"/>
                    </a:cubicBezTo>
                    <a:cubicBezTo>
                      <a:pt x="9" y="27"/>
                      <a:pt x="4" y="22"/>
                      <a:pt x="2" y="15"/>
                    </a:cubicBezTo>
                    <a:cubicBezTo>
                      <a:pt x="0" y="9"/>
                      <a:pt x="3" y="3"/>
                      <a:pt x="10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7" name="Freeform 139">
                <a:extLst>
                  <a:ext uri="{FF2B5EF4-FFF2-40B4-BE49-F238E27FC236}">
                    <a16:creationId xmlns:a16="http://schemas.microsoft.com/office/drawing/2014/main" id="{832C75AE-0994-46AD-8899-8BBEEFD2C0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" y="2076"/>
                <a:ext cx="57" cy="61"/>
              </a:xfrm>
              <a:custGeom>
                <a:avLst/>
                <a:gdLst>
                  <a:gd name="T0" fmla="*/ 10 w 30"/>
                  <a:gd name="T1" fmla="*/ 2 h 32"/>
                  <a:gd name="T2" fmla="*/ 29 w 30"/>
                  <a:gd name="T3" fmla="*/ 12 h 32"/>
                  <a:gd name="T4" fmla="*/ 17 w 30"/>
                  <a:gd name="T5" fmla="*/ 30 h 32"/>
                  <a:gd name="T6" fmla="*/ 2 w 30"/>
                  <a:gd name="T7" fmla="*/ 19 h 32"/>
                  <a:gd name="T8" fmla="*/ 10 w 30"/>
                  <a:gd name="T9" fmla="*/ 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2">
                    <a:moveTo>
                      <a:pt x="10" y="2"/>
                    </a:moveTo>
                    <a:cubicBezTo>
                      <a:pt x="17" y="0"/>
                      <a:pt x="27" y="6"/>
                      <a:pt x="29" y="12"/>
                    </a:cubicBezTo>
                    <a:cubicBezTo>
                      <a:pt x="30" y="19"/>
                      <a:pt x="24" y="29"/>
                      <a:pt x="17" y="30"/>
                    </a:cubicBezTo>
                    <a:cubicBezTo>
                      <a:pt x="11" y="32"/>
                      <a:pt x="3" y="26"/>
                      <a:pt x="2" y="19"/>
                    </a:cubicBezTo>
                    <a:cubicBezTo>
                      <a:pt x="0" y="12"/>
                      <a:pt x="3" y="3"/>
                      <a:pt x="10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8" name="Freeform 140">
                <a:extLst>
                  <a:ext uri="{FF2B5EF4-FFF2-40B4-BE49-F238E27FC236}">
                    <a16:creationId xmlns:a16="http://schemas.microsoft.com/office/drawing/2014/main" id="{E4D91D8E-432C-4409-89F9-D499FA1330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2145"/>
                <a:ext cx="52" cy="59"/>
              </a:xfrm>
              <a:custGeom>
                <a:avLst/>
                <a:gdLst>
                  <a:gd name="T0" fmla="*/ 9 w 27"/>
                  <a:gd name="T1" fmla="*/ 2 h 31"/>
                  <a:gd name="T2" fmla="*/ 25 w 27"/>
                  <a:gd name="T3" fmla="*/ 11 h 31"/>
                  <a:gd name="T4" fmla="*/ 16 w 27"/>
                  <a:gd name="T5" fmla="*/ 29 h 31"/>
                  <a:gd name="T6" fmla="*/ 2 w 27"/>
                  <a:gd name="T7" fmla="*/ 17 h 31"/>
                  <a:gd name="T8" fmla="*/ 9 w 27"/>
                  <a:gd name="T9" fmla="*/ 2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1">
                    <a:moveTo>
                      <a:pt x="9" y="2"/>
                    </a:moveTo>
                    <a:cubicBezTo>
                      <a:pt x="15" y="0"/>
                      <a:pt x="23" y="5"/>
                      <a:pt x="25" y="11"/>
                    </a:cubicBezTo>
                    <a:cubicBezTo>
                      <a:pt x="27" y="18"/>
                      <a:pt x="22" y="28"/>
                      <a:pt x="16" y="29"/>
                    </a:cubicBezTo>
                    <a:cubicBezTo>
                      <a:pt x="9" y="31"/>
                      <a:pt x="3" y="24"/>
                      <a:pt x="2" y="17"/>
                    </a:cubicBezTo>
                    <a:cubicBezTo>
                      <a:pt x="0" y="11"/>
                      <a:pt x="2" y="4"/>
                      <a:pt x="9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9" name="Freeform 141">
                <a:extLst>
                  <a:ext uri="{FF2B5EF4-FFF2-40B4-BE49-F238E27FC236}">
                    <a16:creationId xmlns:a16="http://schemas.microsoft.com/office/drawing/2014/main" id="{1FE46254-11C5-4C75-A5D6-F8182F3651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6" y="1899"/>
                <a:ext cx="57" cy="51"/>
              </a:xfrm>
              <a:custGeom>
                <a:avLst/>
                <a:gdLst>
                  <a:gd name="T0" fmla="*/ 13 w 30"/>
                  <a:gd name="T1" fmla="*/ 2 h 27"/>
                  <a:gd name="T2" fmla="*/ 28 w 30"/>
                  <a:gd name="T3" fmla="*/ 9 h 27"/>
                  <a:gd name="T4" fmla="*/ 19 w 30"/>
                  <a:gd name="T5" fmla="*/ 25 h 27"/>
                  <a:gd name="T6" fmla="*/ 1 w 30"/>
                  <a:gd name="T7" fmla="*/ 16 h 27"/>
                  <a:gd name="T8" fmla="*/ 13 w 30"/>
                  <a:gd name="T9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27">
                    <a:moveTo>
                      <a:pt x="13" y="2"/>
                    </a:moveTo>
                    <a:cubicBezTo>
                      <a:pt x="20" y="0"/>
                      <a:pt x="27" y="3"/>
                      <a:pt x="28" y="9"/>
                    </a:cubicBezTo>
                    <a:cubicBezTo>
                      <a:pt x="30" y="16"/>
                      <a:pt x="26" y="24"/>
                      <a:pt x="19" y="25"/>
                    </a:cubicBezTo>
                    <a:cubicBezTo>
                      <a:pt x="13" y="27"/>
                      <a:pt x="3" y="23"/>
                      <a:pt x="1" y="16"/>
                    </a:cubicBezTo>
                    <a:cubicBezTo>
                      <a:pt x="0" y="10"/>
                      <a:pt x="7" y="3"/>
                      <a:pt x="13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0" name="Freeform 142">
                <a:extLst>
                  <a:ext uri="{FF2B5EF4-FFF2-40B4-BE49-F238E27FC236}">
                    <a16:creationId xmlns:a16="http://schemas.microsoft.com/office/drawing/2014/main" id="{64277D8A-F9A4-41AB-8629-05341BF929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3" y="2191"/>
                <a:ext cx="63" cy="51"/>
              </a:xfrm>
              <a:custGeom>
                <a:avLst/>
                <a:gdLst>
                  <a:gd name="T0" fmla="*/ 14 w 33"/>
                  <a:gd name="T1" fmla="*/ 1 h 27"/>
                  <a:gd name="T2" fmla="*/ 31 w 33"/>
                  <a:gd name="T3" fmla="*/ 8 h 27"/>
                  <a:gd name="T4" fmla="*/ 20 w 33"/>
                  <a:gd name="T5" fmla="*/ 25 h 27"/>
                  <a:gd name="T6" fmla="*/ 2 w 33"/>
                  <a:gd name="T7" fmla="*/ 15 h 27"/>
                  <a:gd name="T8" fmla="*/ 14 w 33"/>
                  <a:gd name="T9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27">
                    <a:moveTo>
                      <a:pt x="14" y="1"/>
                    </a:moveTo>
                    <a:cubicBezTo>
                      <a:pt x="21" y="0"/>
                      <a:pt x="29" y="1"/>
                      <a:pt x="31" y="8"/>
                    </a:cubicBezTo>
                    <a:cubicBezTo>
                      <a:pt x="33" y="14"/>
                      <a:pt x="27" y="23"/>
                      <a:pt x="20" y="25"/>
                    </a:cubicBezTo>
                    <a:cubicBezTo>
                      <a:pt x="14" y="27"/>
                      <a:pt x="3" y="22"/>
                      <a:pt x="2" y="15"/>
                    </a:cubicBezTo>
                    <a:cubicBezTo>
                      <a:pt x="0" y="9"/>
                      <a:pt x="8" y="3"/>
                      <a:pt x="14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1" name="Freeform 143">
                <a:extLst>
                  <a:ext uri="{FF2B5EF4-FFF2-40B4-BE49-F238E27FC236}">
                    <a16:creationId xmlns:a16="http://schemas.microsoft.com/office/drawing/2014/main" id="{769C54CC-D39A-4686-97DA-88BF8ECD97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1" y="1920"/>
                <a:ext cx="50" cy="53"/>
              </a:xfrm>
              <a:custGeom>
                <a:avLst/>
                <a:gdLst>
                  <a:gd name="T0" fmla="*/ 12 w 26"/>
                  <a:gd name="T1" fmla="*/ 2 h 28"/>
                  <a:gd name="T2" fmla="*/ 25 w 26"/>
                  <a:gd name="T3" fmla="*/ 13 h 28"/>
                  <a:gd name="T4" fmla="*/ 18 w 26"/>
                  <a:gd name="T5" fmla="*/ 27 h 28"/>
                  <a:gd name="T6" fmla="*/ 1 w 26"/>
                  <a:gd name="T7" fmla="*/ 19 h 28"/>
                  <a:gd name="T8" fmla="*/ 12 w 26"/>
                  <a:gd name="T9" fmla="*/ 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8">
                    <a:moveTo>
                      <a:pt x="12" y="2"/>
                    </a:moveTo>
                    <a:cubicBezTo>
                      <a:pt x="19" y="0"/>
                      <a:pt x="23" y="6"/>
                      <a:pt x="25" y="13"/>
                    </a:cubicBezTo>
                    <a:cubicBezTo>
                      <a:pt x="26" y="20"/>
                      <a:pt x="25" y="25"/>
                      <a:pt x="18" y="27"/>
                    </a:cubicBezTo>
                    <a:cubicBezTo>
                      <a:pt x="12" y="28"/>
                      <a:pt x="3" y="26"/>
                      <a:pt x="1" y="19"/>
                    </a:cubicBezTo>
                    <a:cubicBezTo>
                      <a:pt x="0" y="12"/>
                      <a:pt x="5" y="4"/>
                      <a:pt x="12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2" name="Freeform 144">
                <a:extLst>
                  <a:ext uri="{FF2B5EF4-FFF2-40B4-BE49-F238E27FC236}">
                    <a16:creationId xmlns:a16="http://schemas.microsoft.com/office/drawing/2014/main" id="{5AB21C38-319E-4BFB-95ED-97A460396F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8" y="1962"/>
                <a:ext cx="44" cy="53"/>
              </a:xfrm>
              <a:custGeom>
                <a:avLst/>
                <a:gdLst>
                  <a:gd name="T0" fmla="*/ 9 w 23"/>
                  <a:gd name="T1" fmla="*/ 2 h 28"/>
                  <a:gd name="T2" fmla="*/ 22 w 23"/>
                  <a:gd name="T3" fmla="*/ 9 h 28"/>
                  <a:gd name="T4" fmla="*/ 15 w 23"/>
                  <a:gd name="T5" fmla="*/ 27 h 28"/>
                  <a:gd name="T6" fmla="*/ 2 w 23"/>
                  <a:gd name="T7" fmla="*/ 14 h 28"/>
                  <a:gd name="T8" fmla="*/ 9 w 23"/>
                  <a:gd name="T9" fmla="*/ 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28">
                    <a:moveTo>
                      <a:pt x="9" y="2"/>
                    </a:moveTo>
                    <a:cubicBezTo>
                      <a:pt x="16" y="0"/>
                      <a:pt x="20" y="3"/>
                      <a:pt x="22" y="9"/>
                    </a:cubicBezTo>
                    <a:cubicBezTo>
                      <a:pt x="23" y="16"/>
                      <a:pt x="22" y="25"/>
                      <a:pt x="15" y="27"/>
                    </a:cubicBezTo>
                    <a:cubicBezTo>
                      <a:pt x="9" y="28"/>
                      <a:pt x="4" y="21"/>
                      <a:pt x="2" y="14"/>
                    </a:cubicBezTo>
                    <a:cubicBezTo>
                      <a:pt x="0" y="8"/>
                      <a:pt x="2" y="4"/>
                      <a:pt x="9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3" name="Freeform 145">
                <a:extLst>
                  <a:ext uri="{FF2B5EF4-FFF2-40B4-BE49-F238E27FC236}">
                    <a16:creationId xmlns:a16="http://schemas.microsoft.com/office/drawing/2014/main" id="{5D93B187-0CD1-42D9-B6FC-E2CE73DDC7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5" y="2212"/>
                <a:ext cx="44" cy="57"/>
              </a:xfrm>
              <a:custGeom>
                <a:avLst/>
                <a:gdLst>
                  <a:gd name="T0" fmla="*/ 10 w 23"/>
                  <a:gd name="T1" fmla="*/ 2 h 30"/>
                  <a:gd name="T2" fmla="*/ 22 w 23"/>
                  <a:gd name="T3" fmla="*/ 11 h 30"/>
                  <a:gd name="T4" fmla="*/ 17 w 23"/>
                  <a:gd name="T5" fmla="*/ 28 h 30"/>
                  <a:gd name="T6" fmla="*/ 2 w 23"/>
                  <a:gd name="T7" fmla="*/ 16 h 30"/>
                  <a:gd name="T8" fmla="*/ 10 w 23"/>
                  <a:gd name="T9" fmla="*/ 2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30">
                    <a:moveTo>
                      <a:pt x="10" y="2"/>
                    </a:moveTo>
                    <a:cubicBezTo>
                      <a:pt x="16" y="0"/>
                      <a:pt x="20" y="4"/>
                      <a:pt x="22" y="11"/>
                    </a:cubicBezTo>
                    <a:cubicBezTo>
                      <a:pt x="23" y="17"/>
                      <a:pt x="23" y="26"/>
                      <a:pt x="17" y="28"/>
                    </a:cubicBezTo>
                    <a:cubicBezTo>
                      <a:pt x="10" y="30"/>
                      <a:pt x="3" y="22"/>
                      <a:pt x="2" y="16"/>
                    </a:cubicBezTo>
                    <a:cubicBezTo>
                      <a:pt x="0" y="9"/>
                      <a:pt x="3" y="3"/>
                      <a:pt x="10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4" name="Freeform 146">
                <a:extLst>
                  <a:ext uri="{FF2B5EF4-FFF2-40B4-BE49-F238E27FC236}">
                    <a16:creationId xmlns:a16="http://schemas.microsoft.com/office/drawing/2014/main" id="{14F2F1F6-AFA5-43B0-BFFF-ED02FF0681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5" y="2221"/>
                <a:ext cx="59" cy="50"/>
              </a:xfrm>
              <a:custGeom>
                <a:avLst/>
                <a:gdLst>
                  <a:gd name="T0" fmla="*/ 13 w 31"/>
                  <a:gd name="T1" fmla="*/ 2 h 26"/>
                  <a:gd name="T2" fmla="*/ 29 w 31"/>
                  <a:gd name="T3" fmla="*/ 11 h 26"/>
                  <a:gd name="T4" fmla="*/ 19 w 31"/>
                  <a:gd name="T5" fmla="*/ 24 h 26"/>
                  <a:gd name="T6" fmla="*/ 2 w 31"/>
                  <a:gd name="T7" fmla="*/ 18 h 26"/>
                  <a:gd name="T8" fmla="*/ 13 w 31"/>
                  <a:gd name="T9" fmla="*/ 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6">
                    <a:moveTo>
                      <a:pt x="13" y="2"/>
                    </a:moveTo>
                    <a:cubicBezTo>
                      <a:pt x="20" y="0"/>
                      <a:pt x="27" y="4"/>
                      <a:pt x="29" y="11"/>
                    </a:cubicBezTo>
                    <a:cubicBezTo>
                      <a:pt x="31" y="17"/>
                      <a:pt x="25" y="23"/>
                      <a:pt x="19" y="24"/>
                    </a:cubicBezTo>
                    <a:cubicBezTo>
                      <a:pt x="12" y="26"/>
                      <a:pt x="3" y="24"/>
                      <a:pt x="2" y="18"/>
                    </a:cubicBezTo>
                    <a:cubicBezTo>
                      <a:pt x="0" y="11"/>
                      <a:pt x="6" y="4"/>
                      <a:pt x="13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" name="Freeform 147">
                <a:extLst>
                  <a:ext uri="{FF2B5EF4-FFF2-40B4-BE49-F238E27FC236}">
                    <a16:creationId xmlns:a16="http://schemas.microsoft.com/office/drawing/2014/main" id="{C7F7A8AF-5E33-4F85-9999-CD8CB2190D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8" y="1977"/>
                <a:ext cx="52" cy="49"/>
              </a:xfrm>
              <a:custGeom>
                <a:avLst/>
                <a:gdLst>
                  <a:gd name="T0" fmla="*/ 9 w 27"/>
                  <a:gd name="T1" fmla="*/ 2 h 26"/>
                  <a:gd name="T2" fmla="*/ 25 w 27"/>
                  <a:gd name="T3" fmla="*/ 8 h 26"/>
                  <a:gd name="T4" fmla="*/ 15 w 27"/>
                  <a:gd name="T5" fmla="*/ 25 h 26"/>
                  <a:gd name="T6" fmla="*/ 1 w 27"/>
                  <a:gd name="T7" fmla="*/ 14 h 26"/>
                  <a:gd name="T8" fmla="*/ 9 w 27"/>
                  <a:gd name="T9" fmla="*/ 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26">
                    <a:moveTo>
                      <a:pt x="9" y="2"/>
                    </a:moveTo>
                    <a:cubicBezTo>
                      <a:pt x="16" y="0"/>
                      <a:pt x="24" y="1"/>
                      <a:pt x="25" y="8"/>
                    </a:cubicBezTo>
                    <a:cubicBezTo>
                      <a:pt x="27" y="14"/>
                      <a:pt x="21" y="23"/>
                      <a:pt x="15" y="25"/>
                    </a:cubicBezTo>
                    <a:cubicBezTo>
                      <a:pt x="8" y="26"/>
                      <a:pt x="3" y="20"/>
                      <a:pt x="1" y="14"/>
                    </a:cubicBezTo>
                    <a:cubicBezTo>
                      <a:pt x="0" y="7"/>
                      <a:pt x="2" y="4"/>
                      <a:pt x="9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" name="Freeform 148">
                <a:extLst>
                  <a:ext uri="{FF2B5EF4-FFF2-40B4-BE49-F238E27FC236}">
                    <a16:creationId xmlns:a16="http://schemas.microsoft.com/office/drawing/2014/main" id="{D1377554-6A0A-4806-8B1F-EBCA70A0DE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8" y="2078"/>
                <a:ext cx="55" cy="55"/>
              </a:xfrm>
              <a:custGeom>
                <a:avLst/>
                <a:gdLst>
                  <a:gd name="T0" fmla="*/ 10 w 29"/>
                  <a:gd name="T1" fmla="*/ 2 h 29"/>
                  <a:gd name="T2" fmla="*/ 27 w 29"/>
                  <a:gd name="T3" fmla="*/ 10 h 29"/>
                  <a:gd name="T4" fmla="*/ 17 w 29"/>
                  <a:gd name="T5" fmla="*/ 28 h 29"/>
                  <a:gd name="T6" fmla="*/ 1 w 29"/>
                  <a:gd name="T7" fmla="*/ 16 h 29"/>
                  <a:gd name="T8" fmla="*/ 10 w 29"/>
                  <a:gd name="T9" fmla="*/ 2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9">
                    <a:moveTo>
                      <a:pt x="10" y="2"/>
                    </a:moveTo>
                    <a:cubicBezTo>
                      <a:pt x="17" y="0"/>
                      <a:pt x="26" y="3"/>
                      <a:pt x="27" y="10"/>
                    </a:cubicBezTo>
                    <a:cubicBezTo>
                      <a:pt x="29" y="16"/>
                      <a:pt x="24" y="26"/>
                      <a:pt x="17" y="28"/>
                    </a:cubicBezTo>
                    <a:cubicBezTo>
                      <a:pt x="10" y="29"/>
                      <a:pt x="3" y="23"/>
                      <a:pt x="1" y="16"/>
                    </a:cubicBezTo>
                    <a:cubicBezTo>
                      <a:pt x="0" y="10"/>
                      <a:pt x="4" y="4"/>
                      <a:pt x="10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7" name="Freeform 149">
                <a:extLst>
                  <a:ext uri="{FF2B5EF4-FFF2-40B4-BE49-F238E27FC236}">
                    <a16:creationId xmlns:a16="http://schemas.microsoft.com/office/drawing/2014/main" id="{6D1EF827-8BCD-460A-9703-E215F3FEFC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2" y="2128"/>
                <a:ext cx="46" cy="53"/>
              </a:xfrm>
              <a:custGeom>
                <a:avLst/>
                <a:gdLst>
                  <a:gd name="T0" fmla="*/ 10 w 24"/>
                  <a:gd name="T1" fmla="*/ 1 h 28"/>
                  <a:gd name="T2" fmla="*/ 22 w 24"/>
                  <a:gd name="T3" fmla="*/ 10 h 28"/>
                  <a:gd name="T4" fmla="*/ 16 w 24"/>
                  <a:gd name="T5" fmla="*/ 26 h 28"/>
                  <a:gd name="T6" fmla="*/ 2 w 24"/>
                  <a:gd name="T7" fmla="*/ 15 h 28"/>
                  <a:gd name="T8" fmla="*/ 10 w 24"/>
                  <a:gd name="T9" fmla="*/ 1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8">
                    <a:moveTo>
                      <a:pt x="10" y="1"/>
                    </a:moveTo>
                    <a:cubicBezTo>
                      <a:pt x="17" y="0"/>
                      <a:pt x="20" y="3"/>
                      <a:pt x="22" y="10"/>
                    </a:cubicBezTo>
                    <a:cubicBezTo>
                      <a:pt x="24" y="16"/>
                      <a:pt x="23" y="25"/>
                      <a:pt x="16" y="26"/>
                    </a:cubicBezTo>
                    <a:cubicBezTo>
                      <a:pt x="10" y="28"/>
                      <a:pt x="3" y="21"/>
                      <a:pt x="2" y="15"/>
                    </a:cubicBezTo>
                    <a:cubicBezTo>
                      <a:pt x="0" y="8"/>
                      <a:pt x="3" y="3"/>
                      <a:pt x="10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8" name="Freeform 150">
                <a:extLst>
                  <a:ext uri="{FF2B5EF4-FFF2-40B4-BE49-F238E27FC236}">
                    <a16:creationId xmlns:a16="http://schemas.microsoft.com/office/drawing/2014/main" id="{BA16C168-05C2-44E9-B8BC-49B41CD405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2" y="2030"/>
                <a:ext cx="45" cy="63"/>
              </a:xfrm>
              <a:custGeom>
                <a:avLst/>
                <a:gdLst>
                  <a:gd name="T0" fmla="*/ 7 w 24"/>
                  <a:gd name="T1" fmla="*/ 2 h 33"/>
                  <a:gd name="T2" fmla="*/ 23 w 24"/>
                  <a:gd name="T3" fmla="*/ 13 h 33"/>
                  <a:gd name="T4" fmla="*/ 15 w 24"/>
                  <a:gd name="T5" fmla="*/ 31 h 33"/>
                  <a:gd name="T6" fmla="*/ 2 w 24"/>
                  <a:gd name="T7" fmla="*/ 19 h 33"/>
                  <a:gd name="T8" fmla="*/ 7 w 24"/>
                  <a:gd name="T9" fmla="*/ 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33">
                    <a:moveTo>
                      <a:pt x="7" y="2"/>
                    </a:moveTo>
                    <a:cubicBezTo>
                      <a:pt x="14" y="0"/>
                      <a:pt x="21" y="7"/>
                      <a:pt x="23" y="13"/>
                    </a:cubicBezTo>
                    <a:cubicBezTo>
                      <a:pt x="24" y="20"/>
                      <a:pt x="21" y="29"/>
                      <a:pt x="15" y="31"/>
                    </a:cubicBezTo>
                    <a:cubicBezTo>
                      <a:pt x="8" y="33"/>
                      <a:pt x="3" y="25"/>
                      <a:pt x="2" y="19"/>
                    </a:cubicBezTo>
                    <a:cubicBezTo>
                      <a:pt x="0" y="12"/>
                      <a:pt x="1" y="4"/>
                      <a:pt x="7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9" name="Freeform 151">
                <a:extLst>
                  <a:ext uri="{FF2B5EF4-FFF2-40B4-BE49-F238E27FC236}">
                    <a16:creationId xmlns:a16="http://schemas.microsoft.com/office/drawing/2014/main" id="{89AE2D88-3E14-4A1E-AA2D-E40954FA3E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3" y="2078"/>
                <a:ext cx="46" cy="63"/>
              </a:xfrm>
              <a:custGeom>
                <a:avLst/>
                <a:gdLst>
                  <a:gd name="T0" fmla="*/ 7 w 24"/>
                  <a:gd name="T1" fmla="*/ 2 h 33"/>
                  <a:gd name="T2" fmla="*/ 23 w 24"/>
                  <a:gd name="T3" fmla="*/ 13 h 33"/>
                  <a:gd name="T4" fmla="*/ 15 w 24"/>
                  <a:gd name="T5" fmla="*/ 31 h 33"/>
                  <a:gd name="T6" fmla="*/ 2 w 24"/>
                  <a:gd name="T7" fmla="*/ 19 h 33"/>
                  <a:gd name="T8" fmla="*/ 7 w 24"/>
                  <a:gd name="T9" fmla="*/ 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33">
                    <a:moveTo>
                      <a:pt x="7" y="2"/>
                    </a:moveTo>
                    <a:cubicBezTo>
                      <a:pt x="14" y="0"/>
                      <a:pt x="21" y="7"/>
                      <a:pt x="23" y="13"/>
                    </a:cubicBezTo>
                    <a:cubicBezTo>
                      <a:pt x="24" y="20"/>
                      <a:pt x="22" y="30"/>
                      <a:pt x="15" y="31"/>
                    </a:cubicBezTo>
                    <a:cubicBezTo>
                      <a:pt x="8" y="33"/>
                      <a:pt x="3" y="25"/>
                      <a:pt x="2" y="19"/>
                    </a:cubicBezTo>
                    <a:cubicBezTo>
                      <a:pt x="0" y="12"/>
                      <a:pt x="1" y="4"/>
                      <a:pt x="7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0" name="Freeform 152">
                <a:extLst>
                  <a:ext uri="{FF2B5EF4-FFF2-40B4-BE49-F238E27FC236}">
                    <a16:creationId xmlns:a16="http://schemas.microsoft.com/office/drawing/2014/main" id="{C0737E87-2C4A-4480-A515-52D886C5CA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6" y="2120"/>
                <a:ext cx="51" cy="55"/>
              </a:xfrm>
              <a:custGeom>
                <a:avLst/>
                <a:gdLst>
                  <a:gd name="T0" fmla="*/ 9 w 27"/>
                  <a:gd name="T1" fmla="*/ 2 h 29"/>
                  <a:gd name="T2" fmla="*/ 26 w 27"/>
                  <a:gd name="T3" fmla="*/ 13 h 29"/>
                  <a:gd name="T4" fmla="*/ 16 w 27"/>
                  <a:gd name="T5" fmla="*/ 27 h 29"/>
                  <a:gd name="T6" fmla="*/ 2 w 27"/>
                  <a:gd name="T7" fmla="*/ 19 h 29"/>
                  <a:gd name="T8" fmla="*/ 9 w 27"/>
                  <a:gd name="T9" fmla="*/ 2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29">
                    <a:moveTo>
                      <a:pt x="9" y="2"/>
                    </a:moveTo>
                    <a:cubicBezTo>
                      <a:pt x="16" y="0"/>
                      <a:pt x="24" y="7"/>
                      <a:pt x="26" y="13"/>
                    </a:cubicBezTo>
                    <a:cubicBezTo>
                      <a:pt x="27" y="20"/>
                      <a:pt x="23" y="26"/>
                      <a:pt x="16" y="27"/>
                    </a:cubicBezTo>
                    <a:cubicBezTo>
                      <a:pt x="9" y="29"/>
                      <a:pt x="4" y="26"/>
                      <a:pt x="2" y="19"/>
                    </a:cubicBezTo>
                    <a:cubicBezTo>
                      <a:pt x="0" y="13"/>
                      <a:pt x="3" y="3"/>
                      <a:pt x="9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1" name="Freeform 153">
                <a:extLst>
                  <a:ext uri="{FF2B5EF4-FFF2-40B4-BE49-F238E27FC236}">
                    <a16:creationId xmlns:a16="http://schemas.microsoft.com/office/drawing/2014/main" id="{2B720360-9DF6-4CBF-910C-AF23D737F1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8" y="1992"/>
                <a:ext cx="56" cy="52"/>
              </a:xfrm>
              <a:custGeom>
                <a:avLst/>
                <a:gdLst>
                  <a:gd name="T0" fmla="*/ 15 w 29"/>
                  <a:gd name="T1" fmla="*/ 2 h 27"/>
                  <a:gd name="T2" fmla="*/ 28 w 29"/>
                  <a:gd name="T3" fmla="*/ 9 h 27"/>
                  <a:gd name="T4" fmla="*/ 21 w 29"/>
                  <a:gd name="T5" fmla="*/ 25 h 27"/>
                  <a:gd name="T6" fmla="*/ 2 w 29"/>
                  <a:gd name="T7" fmla="*/ 16 h 27"/>
                  <a:gd name="T8" fmla="*/ 15 w 29"/>
                  <a:gd name="T9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7">
                    <a:moveTo>
                      <a:pt x="15" y="2"/>
                    </a:moveTo>
                    <a:cubicBezTo>
                      <a:pt x="21" y="0"/>
                      <a:pt x="26" y="3"/>
                      <a:pt x="28" y="9"/>
                    </a:cubicBezTo>
                    <a:cubicBezTo>
                      <a:pt x="29" y="16"/>
                      <a:pt x="27" y="24"/>
                      <a:pt x="21" y="25"/>
                    </a:cubicBezTo>
                    <a:cubicBezTo>
                      <a:pt x="14" y="27"/>
                      <a:pt x="4" y="23"/>
                      <a:pt x="2" y="16"/>
                    </a:cubicBezTo>
                    <a:cubicBezTo>
                      <a:pt x="0" y="9"/>
                      <a:pt x="8" y="4"/>
                      <a:pt x="15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2" name="Freeform 154">
                <a:extLst>
                  <a:ext uri="{FF2B5EF4-FFF2-40B4-BE49-F238E27FC236}">
                    <a16:creationId xmlns:a16="http://schemas.microsoft.com/office/drawing/2014/main" id="{1AD91800-6553-40F1-8877-35C2088FA0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5" y="1923"/>
                <a:ext cx="59" cy="60"/>
              </a:xfrm>
              <a:custGeom>
                <a:avLst/>
                <a:gdLst>
                  <a:gd name="T0" fmla="*/ 13 w 31"/>
                  <a:gd name="T1" fmla="*/ 2 h 31"/>
                  <a:gd name="T2" fmla="*/ 29 w 31"/>
                  <a:gd name="T3" fmla="*/ 12 h 31"/>
                  <a:gd name="T4" fmla="*/ 20 w 31"/>
                  <a:gd name="T5" fmla="*/ 30 h 31"/>
                  <a:gd name="T6" fmla="*/ 1 w 31"/>
                  <a:gd name="T7" fmla="*/ 19 h 31"/>
                  <a:gd name="T8" fmla="*/ 13 w 31"/>
                  <a:gd name="T9" fmla="*/ 2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31">
                    <a:moveTo>
                      <a:pt x="13" y="2"/>
                    </a:moveTo>
                    <a:cubicBezTo>
                      <a:pt x="20" y="0"/>
                      <a:pt x="28" y="6"/>
                      <a:pt x="29" y="12"/>
                    </a:cubicBezTo>
                    <a:cubicBezTo>
                      <a:pt x="31" y="19"/>
                      <a:pt x="27" y="28"/>
                      <a:pt x="20" y="30"/>
                    </a:cubicBezTo>
                    <a:cubicBezTo>
                      <a:pt x="13" y="31"/>
                      <a:pt x="3" y="26"/>
                      <a:pt x="1" y="19"/>
                    </a:cubicBezTo>
                    <a:cubicBezTo>
                      <a:pt x="0" y="13"/>
                      <a:pt x="6" y="4"/>
                      <a:pt x="13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3" name="Freeform 155">
                <a:extLst>
                  <a:ext uri="{FF2B5EF4-FFF2-40B4-BE49-F238E27FC236}">
                    <a16:creationId xmlns:a16="http://schemas.microsoft.com/office/drawing/2014/main" id="{5A65450A-501F-4760-9D47-A4D36064C4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6" y="1895"/>
                <a:ext cx="48" cy="42"/>
              </a:xfrm>
              <a:custGeom>
                <a:avLst/>
                <a:gdLst>
                  <a:gd name="T0" fmla="*/ 10 w 25"/>
                  <a:gd name="T1" fmla="*/ 1 h 22"/>
                  <a:gd name="T2" fmla="*/ 24 w 25"/>
                  <a:gd name="T3" fmla="*/ 7 h 22"/>
                  <a:gd name="T4" fmla="*/ 15 w 25"/>
                  <a:gd name="T5" fmla="*/ 21 h 22"/>
                  <a:gd name="T6" fmla="*/ 2 w 25"/>
                  <a:gd name="T7" fmla="*/ 13 h 22"/>
                  <a:gd name="T8" fmla="*/ 10 w 25"/>
                  <a:gd name="T9" fmla="*/ 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2">
                    <a:moveTo>
                      <a:pt x="10" y="1"/>
                    </a:moveTo>
                    <a:cubicBezTo>
                      <a:pt x="17" y="0"/>
                      <a:pt x="22" y="1"/>
                      <a:pt x="24" y="7"/>
                    </a:cubicBezTo>
                    <a:cubicBezTo>
                      <a:pt x="25" y="14"/>
                      <a:pt x="22" y="19"/>
                      <a:pt x="15" y="21"/>
                    </a:cubicBezTo>
                    <a:cubicBezTo>
                      <a:pt x="9" y="22"/>
                      <a:pt x="3" y="20"/>
                      <a:pt x="2" y="13"/>
                    </a:cubicBezTo>
                    <a:cubicBezTo>
                      <a:pt x="0" y="6"/>
                      <a:pt x="4" y="3"/>
                      <a:pt x="10" y="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4" name="Freeform 156">
                <a:extLst>
                  <a:ext uri="{FF2B5EF4-FFF2-40B4-BE49-F238E27FC236}">
                    <a16:creationId xmlns:a16="http://schemas.microsoft.com/office/drawing/2014/main" id="{76A3E217-4524-4150-A7F8-ABFD31E36B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0" y="1927"/>
                <a:ext cx="57" cy="65"/>
              </a:xfrm>
              <a:custGeom>
                <a:avLst/>
                <a:gdLst>
                  <a:gd name="T0" fmla="*/ 12 w 30"/>
                  <a:gd name="T1" fmla="*/ 2 h 34"/>
                  <a:gd name="T2" fmla="*/ 28 w 30"/>
                  <a:gd name="T3" fmla="*/ 17 h 34"/>
                  <a:gd name="T4" fmla="*/ 19 w 30"/>
                  <a:gd name="T5" fmla="*/ 32 h 34"/>
                  <a:gd name="T6" fmla="*/ 2 w 30"/>
                  <a:gd name="T7" fmla="*/ 23 h 34"/>
                  <a:gd name="T8" fmla="*/ 12 w 30"/>
                  <a:gd name="T9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4">
                    <a:moveTo>
                      <a:pt x="12" y="2"/>
                    </a:moveTo>
                    <a:cubicBezTo>
                      <a:pt x="20" y="0"/>
                      <a:pt x="26" y="9"/>
                      <a:pt x="28" y="17"/>
                    </a:cubicBezTo>
                    <a:cubicBezTo>
                      <a:pt x="30" y="24"/>
                      <a:pt x="27" y="30"/>
                      <a:pt x="19" y="32"/>
                    </a:cubicBezTo>
                    <a:cubicBezTo>
                      <a:pt x="12" y="34"/>
                      <a:pt x="4" y="31"/>
                      <a:pt x="2" y="23"/>
                    </a:cubicBezTo>
                    <a:cubicBezTo>
                      <a:pt x="0" y="15"/>
                      <a:pt x="4" y="4"/>
                      <a:pt x="12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5" name="Freeform 157">
                <a:extLst>
                  <a:ext uri="{FF2B5EF4-FFF2-40B4-BE49-F238E27FC236}">
                    <a16:creationId xmlns:a16="http://schemas.microsoft.com/office/drawing/2014/main" id="{A9D43738-8E27-4EA2-8550-2724C7091D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5" y="1956"/>
                <a:ext cx="66" cy="70"/>
              </a:xfrm>
              <a:custGeom>
                <a:avLst/>
                <a:gdLst>
                  <a:gd name="T0" fmla="*/ 15 w 35"/>
                  <a:gd name="T1" fmla="*/ 2 h 37"/>
                  <a:gd name="T2" fmla="*/ 33 w 35"/>
                  <a:gd name="T3" fmla="*/ 15 h 37"/>
                  <a:gd name="T4" fmla="*/ 23 w 35"/>
                  <a:gd name="T5" fmla="*/ 35 h 37"/>
                  <a:gd name="T6" fmla="*/ 2 w 35"/>
                  <a:gd name="T7" fmla="*/ 23 h 37"/>
                  <a:gd name="T8" fmla="*/ 15 w 35"/>
                  <a:gd name="T9" fmla="*/ 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7">
                    <a:moveTo>
                      <a:pt x="15" y="2"/>
                    </a:moveTo>
                    <a:cubicBezTo>
                      <a:pt x="22" y="0"/>
                      <a:pt x="31" y="7"/>
                      <a:pt x="33" y="15"/>
                    </a:cubicBezTo>
                    <a:cubicBezTo>
                      <a:pt x="35" y="23"/>
                      <a:pt x="31" y="33"/>
                      <a:pt x="23" y="35"/>
                    </a:cubicBezTo>
                    <a:cubicBezTo>
                      <a:pt x="16" y="37"/>
                      <a:pt x="4" y="31"/>
                      <a:pt x="2" y="23"/>
                    </a:cubicBezTo>
                    <a:cubicBezTo>
                      <a:pt x="0" y="15"/>
                      <a:pt x="7" y="4"/>
                      <a:pt x="15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6" name="Freeform 158">
                <a:extLst>
                  <a:ext uri="{FF2B5EF4-FFF2-40B4-BE49-F238E27FC236}">
                    <a16:creationId xmlns:a16="http://schemas.microsoft.com/office/drawing/2014/main" id="{8F37E3FC-F614-4AAD-BA00-05340250C5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7" y="2173"/>
                <a:ext cx="61" cy="58"/>
              </a:xfrm>
              <a:custGeom>
                <a:avLst/>
                <a:gdLst>
                  <a:gd name="T0" fmla="*/ 12 w 32"/>
                  <a:gd name="T1" fmla="*/ 2 h 30"/>
                  <a:gd name="T2" fmla="*/ 30 w 32"/>
                  <a:gd name="T3" fmla="*/ 13 h 30"/>
                  <a:gd name="T4" fmla="*/ 18 w 32"/>
                  <a:gd name="T5" fmla="*/ 28 h 30"/>
                  <a:gd name="T6" fmla="*/ 2 w 32"/>
                  <a:gd name="T7" fmla="*/ 20 h 30"/>
                  <a:gd name="T8" fmla="*/ 12 w 32"/>
                  <a:gd name="T9" fmla="*/ 2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30">
                    <a:moveTo>
                      <a:pt x="12" y="2"/>
                    </a:moveTo>
                    <a:cubicBezTo>
                      <a:pt x="19" y="0"/>
                      <a:pt x="28" y="5"/>
                      <a:pt x="30" y="13"/>
                    </a:cubicBezTo>
                    <a:cubicBezTo>
                      <a:pt x="32" y="21"/>
                      <a:pt x="26" y="26"/>
                      <a:pt x="18" y="28"/>
                    </a:cubicBezTo>
                    <a:cubicBezTo>
                      <a:pt x="11" y="30"/>
                      <a:pt x="4" y="28"/>
                      <a:pt x="2" y="20"/>
                    </a:cubicBezTo>
                    <a:cubicBezTo>
                      <a:pt x="0" y="12"/>
                      <a:pt x="4" y="4"/>
                      <a:pt x="12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7" name="Freeform 159">
                <a:extLst>
                  <a:ext uri="{FF2B5EF4-FFF2-40B4-BE49-F238E27FC236}">
                    <a16:creationId xmlns:a16="http://schemas.microsoft.com/office/drawing/2014/main" id="{C74A951A-2940-4496-8013-0B0D11C3EE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8" y="1895"/>
                <a:ext cx="57" cy="65"/>
              </a:xfrm>
              <a:custGeom>
                <a:avLst/>
                <a:gdLst>
                  <a:gd name="T0" fmla="*/ 9 w 30"/>
                  <a:gd name="T1" fmla="*/ 2 h 34"/>
                  <a:gd name="T2" fmla="*/ 28 w 30"/>
                  <a:gd name="T3" fmla="*/ 11 h 34"/>
                  <a:gd name="T4" fmla="*/ 17 w 30"/>
                  <a:gd name="T5" fmla="*/ 32 h 34"/>
                  <a:gd name="T6" fmla="*/ 2 w 30"/>
                  <a:gd name="T7" fmla="*/ 18 h 34"/>
                  <a:gd name="T8" fmla="*/ 9 w 30"/>
                  <a:gd name="T9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4">
                    <a:moveTo>
                      <a:pt x="9" y="2"/>
                    </a:moveTo>
                    <a:cubicBezTo>
                      <a:pt x="17" y="0"/>
                      <a:pt x="26" y="3"/>
                      <a:pt x="28" y="11"/>
                    </a:cubicBezTo>
                    <a:cubicBezTo>
                      <a:pt x="30" y="19"/>
                      <a:pt x="25" y="30"/>
                      <a:pt x="17" y="32"/>
                    </a:cubicBezTo>
                    <a:cubicBezTo>
                      <a:pt x="9" y="34"/>
                      <a:pt x="4" y="25"/>
                      <a:pt x="2" y="18"/>
                    </a:cubicBezTo>
                    <a:cubicBezTo>
                      <a:pt x="0" y="10"/>
                      <a:pt x="1" y="4"/>
                      <a:pt x="9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8" name="Freeform 160">
                <a:extLst>
                  <a:ext uri="{FF2B5EF4-FFF2-40B4-BE49-F238E27FC236}">
                    <a16:creationId xmlns:a16="http://schemas.microsoft.com/office/drawing/2014/main" id="{E5BFA9B7-9039-47FE-9EA3-78A51AF857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7" y="1889"/>
                <a:ext cx="61" cy="53"/>
              </a:xfrm>
              <a:custGeom>
                <a:avLst/>
                <a:gdLst>
                  <a:gd name="T0" fmla="*/ 11 w 32"/>
                  <a:gd name="T1" fmla="*/ 2 h 28"/>
                  <a:gd name="T2" fmla="*/ 30 w 32"/>
                  <a:gd name="T3" fmla="*/ 9 h 28"/>
                  <a:gd name="T4" fmla="*/ 17 w 32"/>
                  <a:gd name="T5" fmla="*/ 26 h 28"/>
                  <a:gd name="T6" fmla="*/ 2 w 32"/>
                  <a:gd name="T7" fmla="*/ 16 h 28"/>
                  <a:gd name="T8" fmla="*/ 11 w 32"/>
                  <a:gd name="T9" fmla="*/ 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8">
                    <a:moveTo>
                      <a:pt x="11" y="2"/>
                    </a:moveTo>
                    <a:cubicBezTo>
                      <a:pt x="19" y="0"/>
                      <a:pt x="28" y="2"/>
                      <a:pt x="30" y="9"/>
                    </a:cubicBezTo>
                    <a:cubicBezTo>
                      <a:pt x="32" y="17"/>
                      <a:pt x="25" y="24"/>
                      <a:pt x="17" y="26"/>
                    </a:cubicBezTo>
                    <a:cubicBezTo>
                      <a:pt x="9" y="28"/>
                      <a:pt x="4" y="24"/>
                      <a:pt x="2" y="16"/>
                    </a:cubicBezTo>
                    <a:cubicBezTo>
                      <a:pt x="0" y="9"/>
                      <a:pt x="3" y="4"/>
                      <a:pt x="11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9" name="Freeform 161">
                <a:extLst>
                  <a:ext uri="{FF2B5EF4-FFF2-40B4-BE49-F238E27FC236}">
                    <a16:creationId xmlns:a16="http://schemas.microsoft.com/office/drawing/2014/main" id="{F4FB2F9B-AF01-4716-93C8-A91173453D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3" y="1981"/>
                <a:ext cx="50" cy="61"/>
              </a:xfrm>
              <a:custGeom>
                <a:avLst/>
                <a:gdLst>
                  <a:gd name="T0" fmla="*/ 10 w 26"/>
                  <a:gd name="T1" fmla="*/ 2 h 32"/>
                  <a:gd name="T2" fmla="*/ 24 w 26"/>
                  <a:gd name="T3" fmla="*/ 13 h 32"/>
                  <a:gd name="T4" fmla="*/ 18 w 26"/>
                  <a:gd name="T5" fmla="*/ 30 h 32"/>
                  <a:gd name="T6" fmla="*/ 2 w 26"/>
                  <a:gd name="T7" fmla="*/ 19 h 32"/>
                  <a:gd name="T8" fmla="*/ 10 w 26"/>
                  <a:gd name="T9" fmla="*/ 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2">
                    <a:moveTo>
                      <a:pt x="10" y="2"/>
                    </a:moveTo>
                    <a:cubicBezTo>
                      <a:pt x="18" y="0"/>
                      <a:pt x="22" y="5"/>
                      <a:pt x="24" y="13"/>
                    </a:cubicBezTo>
                    <a:cubicBezTo>
                      <a:pt x="26" y="21"/>
                      <a:pt x="25" y="28"/>
                      <a:pt x="18" y="30"/>
                    </a:cubicBezTo>
                    <a:cubicBezTo>
                      <a:pt x="10" y="32"/>
                      <a:pt x="4" y="27"/>
                      <a:pt x="2" y="19"/>
                    </a:cubicBezTo>
                    <a:cubicBezTo>
                      <a:pt x="0" y="11"/>
                      <a:pt x="3" y="4"/>
                      <a:pt x="10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0" name="Freeform 162">
                <a:extLst>
                  <a:ext uri="{FF2B5EF4-FFF2-40B4-BE49-F238E27FC236}">
                    <a16:creationId xmlns:a16="http://schemas.microsoft.com/office/drawing/2014/main" id="{16D79109-27E2-41B2-AEC6-F34C452F22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6" y="1740"/>
                <a:ext cx="63" cy="67"/>
              </a:xfrm>
              <a:custGeom>
                <a:avLst/>
                <a:gdLst>
                  <a:gd name="T0" fmla="*/ 11 w 33"/>
                  <a:gd name="T1" fmla="*/ 2 h 35"/>
                  <a:gd name="T2" fmla="*/ 31 w 33"/>
                  <a:gd name="T3" fmla="*/ 13 h 35"/>
                  <a:gd name="T4" fmla="*/ 19 w 33"/>
                  <a:gd name="T5" fmla="*/ 33 h 35"/>
                  <a:gd name="T6" fmla="*/ 2 w 33"/>
                  <a:gd name="T7" fmla="*/ 20 h 35"/>
                  <a:gd name="T8" fmla="*/ 11 w 33"/>
                  <a:gd name="T9" fmla="*/ 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35">
                    <a:moveTo>
                      <a:pt x="11" y="2"/>
                    </a:moveTo>
                    <a:cubicBezTo>
                      <a:pt x="19" y="0"/>
                      <a:pt x="29" y="5"/>
                      <a:pt x="31" y="13"/>
                    </a:cubicBezTo>
                    <a:cubicBezTo>
                      <a:pt x="33" y="21"/>
                      <a:pt x="27" y="31"/>
                      <a:pt x="19" y="33"/>
                    </a:cubicBezTo>
                    <a:cubicBezTo>
                      <a:pt x="12" y="35"/>
                      <a:pt x="4" y="28"/>
                      <a:pt x="2" y="20"/>
                    </a:cubicBezTo>
                    <a:cubicBezTo>
                      <a:pt x="0" y="13"/>
                      <a:pt x="4" y="4"/>
                      <a:pt x="11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1" name="Freeform 163">
                <a:extLst>
                  <a:ext uri="{FF2B5EF4-FFF2-40B4-BE49-F238E27FC236}">
                    <a16:creationId xmlns:a16="http://schemas.microsoft.com/office/drawing/2014/main" id="{E2DF89EA-FE6D-4CD6-B948-A9FE99B269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4" y="2076"/>
                <a:ext cx="61" cy="67"/>
              </a:xfrm>
              <a:custGeom>
                <a:avLst/>
                <a:gdLst>
                  <a:gd name="T0" fmla="*/ 16 w 32"/>
                  <a:gd name="T1" fmla="*/ 2 h 35"/>
                  <a:gd name="T2" fmla="*/ 30 w 32"/>
                  <a:gd name="T3" fmla="*/ 12 h 35"/>
                  <a:gd name="T4" fmla="*/ 24 w 32"/>
                  <a:gd name="T5" fmla="*/ 33 h 35"/>
                  <a:gd name="T6" fmla="*/ 2 w 32"/>
                  <a:gd name="T7" fmla="*/ 19 h 35"/>
                  <a:gd name="T8" fmla="*/ 16 w 32"/>
                  <a:gd name="T9" fmla="*/ 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35">
                    <a:moveTo>
                      <a:pt x="16" y="2"/>
                    </a:moveTo>
                    <a:cubicBezTo>
                      <a:pt x="24" y="0"/>
                      <a:pt x="28" y="5"/>
                      <a:pt x="30" y="12"/>
                    </a:cubicBezTo>
                    <a:cubicBezTo>
                      <a:pt x="32" y="20"/>
                      <a:pt x="32" y="31"/>
                      <a:pt x="24" y="33"/>
                    </a:cubicBezTo>
                    <a:cubicBezTo>
                      <a:pt x="16" y="35"/>
                      <a:pt x="4" y="27"/>
                      <a:pt x="2" y="19"/>
                    </a:cubicBezTo>
                    <a:cubicBezTo>
                      <a:pt x="0" y="12"/>
                      <a:pt x="8" y="4"/>
                      <a:pt x="16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2" name="Freeform 164">
                <a:extLst>
                  <a:ext uri="{FF2B5EF4-FFF2-40B4-BE49-F238E27FC236}">
                    <a16:creationId xmlns:a16="http://schemas.microsoft.com/office/drawing/2014/main" id="{D7DD022A-2AF1-4E8D-AF6D-BEB81E586E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2" y="1807"/>
                <a:ext cx="74" cy="72"/>
              </a:xfrm>
              <a:custGeom>
                <a:avLst/>
                <a:gdLst>
                  <a:gd name="T0" fmla="*/ 15 w 39"/>
                  <a:gd name="T1" fmla="*/ 2 h 38"/>
                  <a:gd name="T2" fmla="*/ 37 w 39"/>
                  <a:gd name="T3" fmla="*/ 14 h 38"/>
                  <a:gd name="T4" fmla="*/ 24 w 39"/>
                  <a:gd name="T5" fmla="*/ 36 h 38"/>
                  <a:gd name="T6" fmla="*/ 2 w 39"/>
                  <a:gd name="T7" fmla="*/ 23 h 38"/>
                  <a:gd name="T8" fmla="*/ 15 w 39"/>
                  <a:gd name="T9" fmla="*/ 2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38">
                    <a:moveTo>
                      <a:pt x="15" y="2"/>
                    </a:moveTo>
                    <a:cubicBezTo>
                      <a:pt x="23" y="0"/>
                      <a:pt x="35" y="7"/>
                      <a:pt x="37" y="14"/>
                    </a:cubicBezTo>
                    <a:cubicBezTo>
                      <a:pt x="39" y="22"/>
                      <a:pt x="32" y="34"/>
                      <a:pt x="24" y="36"/>
                    </a:cubicBezTo>
                    <a:cubicBezTo>
                      <a:pt x="16" y="38"/>
                      <a:pt x="4" y="31"/>
                      <a:pt x="2" y="23"/>
                    </a:cubicBezTo>
                    <a:cubicBezTo>
                      <a:pt x="0" y="16"/>
                      <a:pt x="7" y="4"/>
                      <a:pt x="15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3" name="Freeform 165">
                <a:extLst>
                  <a:ext uri="{FF2B5EF4-FFF2-40B4-BE49-F238E27FC236}">
                    <a16:creationId xmlns:a16="http://schemas.microsoft.com/office/drawing/2014/main" id="{4336FC2F-49F0-4EB2-B680-54559BF72A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6" y="1899"/>
                <a:ext cx="50" cy="49"/>
              </a:xfrm>
              <a:custGeom>
                <a:avLst/>
                <a:gdLst>
                  <a:gd name="T0" fmla="*/ 9 w 26"/>
                  <a:gd name="T1" fmla="*/ 2 h 26"/>
                  <a:gd name="T2" fmla="*/ 24 w 26"/>
                  <a:gd name="T3" fmla="*/ 11 h 26"/>
                  <a:gd name="T4" fmla="*/ 15 w 26"/>
                  <a:gd name="T5" fmla="*/ 24 h 26"/>
                  <a:gd name="T6" fmla="*/ 2 w 26"/>
                  <a:gd name="T7" fmla="*/ 17 h 26"/>
                  <a:gd name="T8" fmla="*/ 9 w 26"/>
                  <a:gd name="T9" fmla="*/ 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6">
                    <a:moveTo>
                      <a:pt x="9" y="2"/>
                    </a:moveTo>
                    <a:cubicBezTo>
                      <a:pt x="17" y="0"/>
                      <a:pt x="22" y="3"/>
                      <a:pt x="24" y="11"/>
                    </a:cubicBezTo>
                    <a:cubicBezTo>
                      <a:pt x="26" y="19"/>
                      <a:pt x="23" y="22"/>
                      <a:pt x="15" y="24"/>
                    </a:cubicBezTo>
                    <a:cubicBezTo>
                      <a:pt x="7" y="26"/>
                      <a:pt x="4" y="24"/>
                      <a:pt x="2" y="17"/>
                    </a:cubicBezTo>
                    <a:cubicBezTo>
                      <a:pt x="0" y="9"/>
                      <a:pt x="2" y="4"/>
                      <a:pt x="9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4" name="Freeform 166">
                <a:extLst>
                  <a:ext uri="{FF2B5EF4-FFF2-40B4-BE49-F238E27FC236}">
                    <a16:creationId xmlns:a16="http://schemas.microsoft.com/office/drawing/2014/main" id="{2C64BA37-BA43-4277-B7CC-5AD405C0DE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0" y="1727"/>
                <a:ext cx="49" cy="49"/>
              </a:xfrm>
              <a:custGeom>
                <a:avLst/>
                <a:gdLst>
                  <a:gd name="T0" fmla="*/ 10 w 26"/>
                  <a:gd name="T1" fmla="*/ 2 h 26"/>
                  <a:gd name="T2" fmla="*/ 24 w 26"/>
                  <a:gd name="T3" fmla="*/ 10 h 26"/>
                  <a:gd name="T4" fmla="*/ 15 w 26"/>
                  <a:gd name="T5" fmla="*/ 24 h 26"/>
                  <a:gd name="T6" fmla="*/ 2 w 26"/>
                  <a:gd name="T7" fmla="*/ 16 h 26"/>
                  <a:gd name="T8" fmla="*/ 10 w 26"/>
                  <a:gd name="T9" fmla="*/ 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6">
                    <a:moveTo>
                      <a:pt x="10" y="2"/>
                    </a:moveTo>
                    <a:cubicBezTo>
                      <a:pt x="17" y="0"/>
                      <a:pt x="22" y="2"/>
                      <a:pt x="24" y="10"/>
                    </a:cubicBezTo>
                    <a:cubicBezTo>
                      <a:pt x="26" y="18"/>
                      <a:pt x="23" y="22"/>
                      <a:pt x="15" y="24"/>
                    </a:cubicBezTo>
                    <a:cubicBezTo>
                      <a:pt x="8" y="26"/>
                      <a:pt x="4" y="24"/>
                      <a:pt x="2" y="16"/>
                    </a:cubicBezTo>
                    <a:cubicBezTo>
                      <a:pt x="0" y="8"/>
                      <a:pt x="2" y="4"/>
                      <a:pt x="10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5" name="Freeform 167">
                <a:extLst>
                  <a:ext uri="{FF2B5EF4-FFF2-40B4-BE49-F238E27FC236}">
                    <a16:creationId xmlns:a16="http://schemas.microsoft.com/office/drawing/2014/main" id="{4F5B27D9-A6CE-4719-9638-BE23F80E12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2" y="2023"/>
                <a:ext cx="57" cy="49"/>
              </a:xfrm>
              <a:custGeom>
                <a:avLst/>
                <a:gdLst>
                  <a:gd name="T0" fmla="*/ 12 w 30"/>
                  <a:gd name="T1" fmla="*/ 2 h 26"/>
                  <a:gd name="T2" fmla="*/ 28 w 30"/>
                  <a:gd name="T3" fmla="*/ 10 h 26"/>
                  <a:gd name="T4" fmla="*/ 18 w 30"/>
                  <a:gd name="T5" fmla="*/ 24 h 26"/>
                  <a:gd name="T6" fmla="*/ 2 w 30"/>
                  <a:gd name="T7" fmla="*/ 17 h 26"/>
                  <a:gd name="T8" fmla="*/ 12 w 30"/>
                  <a:gd name="T9" fmla="*/ 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26">
                    <a:moveTo>
                      <a:pt x="12" y="2"/>
                    </a:moveTo>
                    <a:cubicBezTo>
                      <a:pt x="20" y="0"/>
                      <a:pt x="26" y="3"/>
                      <a:pt x="28" y="10"/>
                    </a:cubicBezTo>
                    <a:cubicBezTo>
                      <a:pt x="30" y="18"/>
                      <a:pt x="26" y="22"/>
                      <a:pt x="18" y="24"/>
                    </a:cubicBezTo>
                    <a:cubicBezTo>
                      <a:pt x="10" y="26"/>
                      <a:pt x="4" y="25"/>
                      <a:pt x="2" y="17"/>
                    </a:cubicBezTo>
                    <a:cubicBezTo>
                      <a:pt x="0" y="9"/>
                      <a:pt x="5" y="4"/>
                      <a:pt x="12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6" name="Freeform 168">
                <a:extLst>
                  <a:ext uri="{FF2B5EF4-FFF2-40B4-BE49-F238E27FC236}">
                    <a16:creationId xmlns:a16="http://schemas.microsoft.com/office/drawing/2014/main" id="{AE7B8CD4-E7A6-4D2E-A3D0-D0B92690BB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1" y="2145"/>
                <a:ext cx="57" cy="49"/>
              </a:xfrm>
              <a:custGeom>
                <a:avLst/>
                <a:gdLst>
                  <a:gd name="T0" fmla="*/ 12 w 30"/>
                  <a:gd name="T1" fmla="*/ 2 h 26"/>
                  <a:gd name="T2" fmla="*/ 28 w 30"/>
                  <a:gd name="T3" fmla="*/ 10 h 26"/>
                  <a:gd name="T4" fmla="*/ 18 w 30"/>
                  <a:gd name="T5" fmla="*/ 24 h 26"/>
                  <a:gd name="T6" fmla="*/ 2 w 30"/>
                  <a:gd name="T7" fmla="*/ 17 h 26"/>
                  <a:gd name="T8" fmla="*/ 12 w 30"/>
                  <a:gd name="T9" fmla="*/ 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26">
                    <a:moveTo>
                      <a:pt x="12" y="2"/>
                    </a:moveTo>
                    <a:cubicBezTo>
                      <a:pt x="20" y="0"/>
                      <a:pt x="26" y="3"/>
                      <a:pt x="28" y="10"/>
                    </a:cubicBezTo>
                    <a:cubicBezTo>
                      <a:pt x="30" y="18"/>
                      <a:pt x="26" y="22"/>
                      <a:pt x="18" y="24"/>
                    </a:cubicBezTo>
                    <a:cubicBezTo>
                      <a:pt x="10" y="26"/>
                      <a:pt x="4" y="25"/>
                      <a:pt x="2" y="17"/>
                    </a:cubicBezTo>
                    <a:cubicBezTo>
                      <a:pt x="0" y="9"/>
                      <a:pt x="5" y="4"/>
                      <a:pt x="12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7" name="Freeform 169">
                <a:extLst>
                  <a:ext uri="{FF2B5EF4-FFF2-40B4-BE49-F238E27FC236}">
                    <a16:creationId xmlns:a16="http://schemas.microsoft.com/office/drawing/2014/main" id="{9AEFE0E9-4C3F-48C9-B852-6799A3CF9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3" y="1893"/>
                <a:ext cx="52" cy="57"/>
              </a:xfrm>
              <a:custGeom>
                <a:avLst/>
                <a:gdLst>
                  <a:gd name="T0" fmla="*/ 10 w 27"/>
                  <a:gd name="T1" fmla="*/ 2 h 30"/>
                  <a:gd name="T2" fmla="*/ 25 w 27"/>
                  <a:gd name="T3" fmla="*/ 13 h 30"/>
                  <a:gd name="T4" fmla="*/ 17 w 27"/>
                  <a:gd name="T5" fmla="*/ 28 h 30"/>
                  <a:gd name="T6" fmla="*/ 2 w 27"/>
                  <a:gd name="T7" fmla="*/ 19 h 30"/>
                  <a:gd name="T8" fmla="*/ 10 w 27"/>
                  <a:gd name="T9" fmla="*/ 2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0">
                    <a:moveTo>
                      <a:pt x="10" y="2"/>
                    </a:moveTo>
                    <a:cubicBezTo>
                      <a:pt x="18" y="0"/>
                      <a:pt x="23" y="5"/>
                      <a:pt x="25" y="13"/>
                    </a:cubicBezTo>
                    <a:cubicBezTo>
                      <a:pt x="27" y="21"/>
                      <a:pt x="25" y="26"/>
                      <a:pt x="17" y="28"/>
                    </a:cubicBezTo>
                    <a:cubicBezTo>
                      <a:pt x="9" y="30"/>
                      <a:pt x="4" y="27"/>
                      <a:pt x="2" y="19"/>
                    </a:cubicBezTo>
                    <a:cubicBezTo>
                      <a:pt x="0" y="11"/>
                      <a:pt x="2" y="4"/>
                      <a:pt x="10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8" name="Freeform 170">
                <a:extLst>
                  <a:ext uri="{FF2B5EF4-FFF2-40B4-BE49-F238E27FC236}">
                    <a16:creationId xmlns:a16="http://schemas.microsoft.com/office/drawing/2014/main" id="{616FDEB8-9223-4E52-AF02-036DA50DB7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1" y="1805"/>
                <a:ext cx="57" cy="55"/>
              </a:xfrm>
              <a:custGeom>
                <a:avLst/>
                <a:gdLst>
                  <a:gd name="T0" fmla="*/ 14 w 30"/>
                  <a:gd name="T1" fmla="*/ 2 h 29"/>
                  <a:gd name="T2" fmla="*/ 28 w 30"/>
                  <a:gd name="T3" fmla="*/ 10 h 29"/>
                  <a:gd name="T4" fmla="*/ 20 w 30"/>
                  <a:gd name="T5" fmla="*/ 27 h 29"/>
                  <a:gd name="T6" fmla="*/ 2 w 30"/>
                  <a:gd name="T7" fmla="*/ 17 h 29"/>
                  <a:gd name="T8" fmla="*/ 14 w 30"/>
                  <a:gd name="T9" fmla="*/ 2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29">
                    <a:moveTo>
                      <a:pt x="14" y="2"/>
                    </a:moveTo>
                    <a:cubicBezTo>
                      <a:pt x="22" y="0"/>
                      <a:pt x="26" y="2"/>
                      <a:pt x="28" y="10"/>
                    </a:cubicBezTo>
                    <a:cubicBezTo>
                      <a:pt x="30" y="18"/>
                      <a:pt x="28" y="25"/>
                      <a:pt x="20" y="27"/>
                    </a:cubicBezTo>
                    <a:cubicBezTo>
                      <a:pt x="13" y="29"/>
                      <a:pt x="4" y="25"/>
                      <a:pt x="2" y="17"/>
                    </a:cubicBezTo>
                    <a:cubicBezTo>
                      <a:pt x="0" y="9"/>
                      <a:pt x="6" y="4"/>
                      <a:pt x="14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9" name="Freeform 171">
                <a:extLst>
                  <a:ext uri="{FF2B5EF4-FFF2-40B4-BE49-F238E27FC236}">
                    <a16:creationId xmlns:a16="http://schemas.microsoft.com/office/drawing/2014/main" id="{1ABE5C14-3E9F-4AF5-91EF-FD3DB51023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7" y="2049"/>
                <a:ext cx="59" cy="61"/>
              </a:xfrm>
              <a:custGeom>
                <a:avLst/>
                <a:gdLst>
                  <a:gd name="T0" fmla="*/ 8 w 31"/>
                  <a:gd name="T1" fmla="*/ 2 h 32"/>
                  <a:gd name="T2" fmla="*/ 29 w 31"/>
                  <a:gd name="T3" fmla="*/ 14 h 32"/>
                  <a:gd name="T4" fmla="*/ 15 w 31"/>
                  <a:gd name="T5" fmla="*/ 30 h 32"/>
                  <a:gd name="T6" fmla="*/ 2 w 31"/>
                  <a:gd name="T7" fmla="*/ 21 h 32"/>
                  <a:gd name="T8" fmla="*/ 8 w 31"/>
                  <a:gd name="T9" fmla="*/ 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32">
                    <a:moveTo>
                      <a:pt x="8" y="2"/>
                    </a:moveTo>
                    <a:cubicBezTo>
                      <a:pt x="16" y="0"/>
                      <a:pt x="27" y="6"/>
                      <a:pt x="29" y="14"/>
                    </a:cubicBezTo>
                    <a:cubicBezTo>
                      <a:pt x="31" y="22"/>
                      <a:pt x="23" y="28"/>
                      <a:pt x="15" y="30"/>
                    </a:cubicBezTo>
                    <a:cubicBezTo>
                      <a:pt x="7" y="32"/>
                      <a:pt x="4" y="29"/>
                      <a:pt x="2" y="21"/>
                    </a:cubicBezTo>
                    <a:cubicBezTo>
                      <a:pt x="0" y="13"/>
                      <a:pt x="0" y="4"/>
                      <a:pt x="8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0" name="Freeform 172">
                <a:extLst>
                  <a:ext uri="{FF2B5EF4-FFF2-40B4-BE49-F238E27FC236}">
                    <a16:creationId xmlns:a16="http://schemas.microsoft.com/office/drawing/2014/main" id="{9FF70EE1-3768-4270-972E-F1E7C2B34C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5" y="2154"/>
                <a:ext cx="56" cy="59"/>
              </a:xfrm>
              <a:custGeom>
                <a:avLst/>
                <a:gdLst>
                  <a:gd name="T0" fmla="*/ 12 w 29"/>
                  <a:gd name="T1" fmla="*/ 29 h 31"/>
                  <a:gd name="T2" fmla="*/ 2 w 29"/>
                  <a:gd name="T3" fmla="*/ 15 h 31"/>
                  <a:gd name="T4" fmla="*/ 17 w 29"/>
                  <a:gd name="T5" fmla="*/ 1 h 31"/>
                  <a:gd name="T6" fmla="*/ 28 w 29"/>
                  <a:gd name="T7" fmla="*/ 19 h 31"/>
                  <a:gd name="T8" fmla="*/ 12 w 29"/>
                  <a:gd name="T9" fmla="*/ 29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31">
                    <a:moveTo>
                      <a:pt x="12" y="29"/>
                    </a:moveTo>
                    <a:cubicBezTo>
                      <a:pt x="4" y="28"/>
                      <a:pt x="0" y="23"/>
                      <a:pt x="2" y="15"/>
                    </a:cubicBezTo>
                    <a:cubicBezTo>
                      <a:pt x="3" y="7"/>
                      <a:pt x="9" y="0"/>
                      <a:pt x="17" y="1"/>
                    </a:cubicBezTo>
                    <a:cubicBezTo>
                      <a:pt x="25" y="2"/>
                      <a:pt x="29" y="11"/>
                      <a:pt x="28" y="19"/>
                    </a:cubicBezTo>
                    <a:cubicBezTo>
                      <a:pt x="27" y="27"/>
                      <a:pt x="20" y="31"/>
                      <a:pt x="12" y="29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1" name="Freeform 173">
                <a:extLst>
                  <a:ext uri="{FF2B5EF4-FFF2-40B4-BE49-F238E27FC236}">
                    <a16:creationId xmlns:a16="http://schemas.microsoft.com/office/drawing/2014/main" id="{E2E561B5-7EC2-459F-B14F-C01CF206F3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1794"/>
                <a:ext cx="59" cy="61"/>
              </a:xfrm>
              <a:custGeom>
                <a:avLst/>
                <a:gdLst>
                  <a:gd name="T0" fmla="*/ 16 w 31"/>
                  <a:gd name="T1" fmla="*/ 31 h 32"/>
                  <a:gd name="T2" fmla="*/ 1 w 31"/>
                  <a:gd name="T3" fmla="*/ 16 h 32"/>
                  <a:gd name="T4" fmla="*/ 21 w 31"/>
                  <a:gd name="T5" fmla="*/ 1 h 32"/>
                  <a:gd name="T6" fmla="*/ 30 w 31"/>
                  <a:gd name="T7" fmla="*/ 21 h 32"/>
                  <a:gd name="T8" fmla="*/ 16 w 31"/>
                  <a:gd name="T9" fmla="*/ 3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32">
                    <a:moveTo>
                      <a:pt x="16" y="31"/>
                    </a:moveTo>
                    <a:cubicBezTo>
                      <a:pt x="8" y="30"/>
                      <a:pt x="0" y="24"/>
                      <a:pt x="1" y="16"/>
                    </a:cubicBezTo>
                    <a:cubicBezTo>
                      <a:pt x="3" y="8"/>
                      <a:pt x="13" y="0"/>
                      <a:pt x="21" y="1"/>
                    </a:cubicBezTo>
                    <a:cubicBezTo>
                      <a:pt x="29" y="2"/>
                      <a:pt x="31" y="13"/>
                      <a:pt x="30" y="21"/>
                    </a:cubicBezTo>
                    <a:cubicBezTo>
                      <a:pt x="28" y="29"/>
                      <a:pt x="24" y="32"/>
                      <a:pt x="16" y="3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2" name="Freeform 174">
                <a:extLst>
                  <a:ext uri="{FF2B5EF4-FFF2-40B4-BE49-F238E27FC236}">
                    <a16:creationId xmlns:a16="http://schemas.microsoft.com/office/drawing/2014/main" id="{94BAEEF4-F3F3-464C-85FB-CD04D21745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" y="1897"/>
                <a:ext cx="59" cy="59"/>
              </a:xfrm>
              <a:custGeom>
                <a:avLst/>
                <a:gdLst>
                  <a:gd name="T0" fmla="*/ 11 w 31"/>
                  <a:gd name="T1" fmla="*/ 2 h 31"/>
                  <a:gd name="T2" fmla="*/ 29 w 31"/>
                  <a:gd name="T3" fmla="*/ 11 h 31"/>
                  <a:gd name="T4" fmla="*/ 18 w 31"/>
                  <a:gd name="T5" fmla="*/ 29 h 31"/>
                  <a:gd name="T6" fmla="*/ 1 w 31"/>
                  <a:gd name="T7" fmla="*/ 18 h 31"/>
                  <a:gd name="T8" fmla="*/ 11 w 31"/>
                  <a:gd name="T9" fmla="*/ 2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31">
                    <a:moveTo>
                      <a:pt x="11" y="2"/>
                    </a:moveTo>
                    <a:cubicBezTo>
                      <a:pt x="18" y="0"/>
                      <a:pt x="28" y="5"/>
                      <a:pt x="29" y="11"/>
                    </a:cubicBezTo>
                    <a:cubicBezTo>
                      <a:pt x="31" y="18"/>
                      <a:pt x="25" y="27"/>
                      <a:pt x="18" y="29"/>
                    </a:cubicBezTo>
                    <a:cubicBezTo>
                      <a:pt x="12" y="31"/>
                      <a:pt x="3" y="25"/>
                      <a:pt x="1" y="18"/>
                    </a:cubicBezTo>
                    <a:cubicBezTo>
                      <a:pt x="0" y="12"/>
                      <a:pt x="5" y="4"/>
                      <a:pt x="11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3" name="Freeform 175">
                <a:extLst>
                  <a:ext uri="{FF2B5EF4-FFF2-40B4-BE49-F238E27FC236}">
                    <a16:creationId xmlns:a16="http://schemas.microsoft.com/office/drawing/2014/main" id="{99040264-6244-4EED-B20D-00D9C20E1D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9" y="1862"/>
                <a:ext cx="53" cy="59"/>
              </a:xfrm>
              <a:custGeom>
                <a:avLst/>
                <a:gdLst>
                  <a:gd name="T0" fmla="*/ 12 w 28"/>
                  <a:gd name="T1" fmla="*/ 2 h 31"/>
                  <a:gd name="T2" fmla="*/ 26 w 28"/>
                  <a:gd name="T3" fmla="*/ 12 h 31"/>
                  <a:gd name="T4" fmla="*/ 19 w 28"/>
                  <a:gd name="T5" fmla="*/ 29 h 31"/>
                  <a:gd name="T6" fmla="*/ 2 w 28"/>
                  <a:gd name="T7" fmla="*/ 19 h 31"/>
                  <a:gd name="T8" fmla="*/ 12 w 28"/>
                  <a:gd name="T9" fmla="*/ 2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1">
                    <a:moveTo>
                      <a:pt x="12" y="2"/>
                    </a:moveTo>
                    <a:cubicBezTo>
                      <a:pt x="19" y="0"/>
                      <a:pt x="25" y="6"/>
                      <a:pt x="26" y="12"/>
                    </a:cubicBezTo>
                    <a:cubicBezTo>
                      <a:pt x="28" y="19"/>
                      <a:pt x="26" y="27"/>
                      <a:pt x="19" y="29"/>
                    </a:cubicBezTo>
                    <a:cubicBezTo>
                      <a:pt x="12" y="31"/>
                      <a:pt x="4" y="25"/>
                      <a:pt x="2" y="19"/>
                    </a:cubicBezTo>
                    <a:cubicBezTo>
                      <a:pt x="0" y="12"/>
                      <a:pt x="5" y="3"/>
                      <a:pt x="12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4" name="Freeform 176">
                <a:extLst>
                  <a:ext uri="{FF2B5EF4-FFF2-40B4-BE49-F238E27FC236}">
                    <a16:creationId xmlns:a16="http://schemas.microsoft.com/office/drawing/2014/main" id="{75E6F922-FE2A-4C16-BD37-A0FC9ED3B1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2015"/>
                <a:ext cx="49" cy="55"/>
              </a:xfrm>
              <a:custGeom>
                <a:avLst/>
                <a:gdLst>
                  <a:gd name="T0" fmla="*/ 13 w 26"/>
                  <a:gd name="T1" fmla="*/ 2 h 29"/>
                  <a:gd name="T2" fmla="*/ 25 w 26"/>
                  <a:gd name="T3" fmla="*/ 11 h 29"/>
                  <a:gd name="T4" fmla="*/ 19 w 26"/>
                  <a:gd name="T5" fmla="*/ 27 h 29"/>
                  <a:gd name="T6" fmla="*/ 1 w 26"/>
                  <a:gd name="T7" fmla="*/ 17 h 29"/>
                  <a:gd name="T8" fmla="*/ 13 w 26"/>
                  <a:gd name="T9" fmla="*/ 2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9">
                    <a:moveTo>
                      <a:pt x="13" y="2"/>
                    </a:moveTo>
                    <a:cubicBezTo>
                      <a:pt x="20" y="0"/>
                      <a:pt x="23" y="4"/>
                      <a:pt x="25" y="11"/>
                    </a:cubicBezTo>
                    <a:cubicBezTo>
                      <a:pt x="26" y="17"/>
                      <a:pt x="26" y="25"/>
                      <a:pt x="19" y="27"/>
                    </a:cubicBezTo>
                    <a:cubicBezTo>
                      <a:pt x="13" y="29"/>
                      <a:pt x="3" y="23"/>
                      <a:pt x="1" y="17"/>
                    </a:cubicBezTo>
                    <a:cubicBezTo>
                      <a:pt x="0" y="10"/>
                      <a:pt x="6" y="3"/>
                      <a:pt x="13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5" name="Freeform 177">
                <a:extLst>
                  <a:ext uri="{FF2B5EF4-FFF2-40B4-BE49-F238E27FC236}">
                    <a16:creationId xmlns:a16="http://schemas.microsoft.com/office/drawing/2014/main" id="{1C89F066-7BF7-44C1-BF4E-17D1A0B60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" y="1975"/>
                <a:ext cx="50" cy="61"/>
              </a:xfrm>
              <a:custGeom>
                <a:avLst/>
                <a:gdLst>
                  <a:gd name="T0" fmla="*/ 8 w 26"/>
                  <a:gd name="T1" fmla="*/ 2 h 32"/>
                  <a:gd name="T2" fmla="*/ 24 w 26"/>
                  <a:gd name="T3" fmla="*/ 13 h 32"/>
                  <a:gd name="T4" fmla="*/ 15 w 26"/>
                  <a:gd name="T5" fmla="*/ 30 h 32"/>
                  <a:gd name="T6" fmla="*/ 1 w 26"/>
                  <a:gd name="T7" fmla="*/ 19 h 32"/>
                  <a:gd name="T8" fmla="*/ 8 w 26"/>
                  <a:gd name="T9" fmla="*/ 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2">
                    <a:moveTo>
                      <a:pt x="8" y="2"/>
                    </a:moveTo>
                    <a:cubicBezTo>
                      <a:pt x="15" y="0"/>
                      <a:pt x="22" y="6"/>
                      <a:pt x="24" y="13"/>
                    </a:cubicBezTo>
                    <a:cubicBezTo>
                      <a:pt x="26" y="20"/>
                      <a:pt x="22" y="28"/>
                      <a:pt x="15" y="30"/>
                    </a:cubicBezTo>
                    <a:cubicBezTo>
                      <a:pt x="9" y="32"/>
                      <a:pt x="3" y="25"/>
                      <a:pt x="1" y="19"/>
                    </a:cubicBezTo>
                    <a:cubicBezTo>
                      <a:pt x="0" y="12"/>
                      <a:pt x="2" y="3"/>
                      <a:pt x="8" y="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6" name="Freeform 178">
                <a:extLst>
                  <a:ext uri="{FF2B5EF4-FFF2-40B4-BE49-F238E27FC236}">
                    <a16:creationId xmlns:a16="http://schemas.microsoft.com/office/drawing/2014/main" id="{64944A40-DCBD-431A-8B0C-3B844BA5F8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5" y="2107"/>
                <a:ext cx="47" cy="49"/>
              </a:xfrm>
              <a:custGeom>
                <a:avLst/>
                <a:gdLst>
                  <a:gd name="T0" fmla="*/ 21 w 25"/>
                  <a:gd name="T1" fmla="*/ 21 h 26"/>
                  <a:gd name="T2" fmla="*/ 4 w 25"/>
                  <a:gd name="T3" fmla="*/ 21 h 26"/>
                  <a:gd name="T4" fmla="*/ 5 w 25"/>
                  <a:gd name="T5" fmla="*/ 8 h 26"/>
                  <a:gd name="T6" fmla="*/ 18 w 25"/>
                  <a:gd name="T7" fmla="*/ 4 h 26"/>
                  <a:gd name="T8" fmla="*/ 21 w 25"/>
                  <a:gd name="T9" fmla="*/ 2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6">
                    <a:moveTo>
                      <a:pt x="21" y="21"/>
                    </a:moveTo>
                    <a:cubicBezTo>
                      <a:pt x="17" y="26"/>
                      <a:pt x="9" y="25"/>
                      <a:pt x="4" y="21"/>
                    </a:cubicBezTo>
                    <a:cubicBezTo>
                      <a:pt x="0" y="17"/>
                      <a:pt x="1" y="13"/>
                      <a:pt x="5" y="8"/>
                    </a:cubicBezTo>
                    <a:cubicBezTo>
                      <a:pt x="8" y="3"/>
                      <a:pt x="14" y="0"/>
                      <a:pt x="18" y="4"/>
                    </a:cubicBezTo>
                    <a:cubicBezTo>
                      <a:pt x="23" y="7"/>
                      <a:pt x="25" y="17"/>
                      <a:pt x="21" y="2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7" name="Freeform 179">
                <a:extLst>
                  <a:ext uri="{FF2B5EF4-FFF2-40B4-BE49-F238E27FC236}">
                    <a16:creationId xmlns:a16="http://schemas.microsoft.com/office/drawing/2014/main" id="{EFD966B3-639A-4627-BE15-680011A0E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5" y="2101"/>
                <a:ext cx="52" cy="49"/>
              </a:xfrm>
              <a:custGeom>
                <a:avLst/>
                <a:gdLst>
                  <a:gd name="T0" fmla="*/ 24 w 27"/>
                  <a:gd name="T1" fmla="*/ 21 h 26"/>
                  <a:gd name="T2" fmla="*/ 8 w 27"/>
                  <a:gd name="T3" fmla="*/ 20 h 26"/>
                  <a:gd name="T4" fmla="*/ 4 w 27"/>
                  <a:gd name="T5" fmla="*/ 5 h 26"/>
                  <a:gd name="T6" fmla="*/ 21 w 27"/>
                  <a:gd name="T7" fmla="*/ 3 h 26"/>
                  <a:gd name="T8" fmla="*/ 24 w 27"/>
                  <a:gd name="T9" fmla="*/ 2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26">
                    <a:moveTo>
                      <a:pt x="24" y="21"/>
                    </a:moveTo>
                    <a:cubicBezTo>
                      <a:pt x="20" y="26"/>
                      <a:pt x="12" y="24"/>
                      <a:pt x="8" y="20"/>
                    </a:cubicBezTo>
                    <a:cubicBezTo>
                      <a:pt x="3" y="17"/>
                      <a:pt x="0" y="10"/>
                      <a:pt x="4" y="5"/>
                    </a:cubicBezTo>
                    <a:cubicBezTo>
                      <a:pt x="8" y="1"/>
                      <a:pt x="17" y="0"/>
                      <a:pt x="21" y="3"/>
                    </a:cubicBezTo>
                    <a:cubicBezTo>
                      <a:pt x="26" y="7"/>
                      <a:pt x="27" y="17"/>
                      <a:pt x="24" y="2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8" name="Freeform 180">
                <a:extLst>
                  <a:ext uri="{FF2B5EF4-FFF2-40B4-BE49-F238E27FC236}">
                    <a16:creationId xmlns:a16="http://schemas.microsoft.com/office/drawing/2014/main" id="{35F210E6-98E2-422C-939D-13FB20560F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9" y="1988"/>
                <a:ext cx="46" cy="48"/>
              </a:xfrm>
              <a:custGeom>
                <a:avLst/>
                <a:gdLst>
                  <a:gd name="T0" fmla="*/ 19 w 24"/>
                  <a:gd name="T1" fmla="*/ 20 h 25"/>
                  <a:gd name="T2" fmla="*/ 6 w 24"/>
                  <a:gd name="T3" fmla="*/ 20 h 25"/>
                  <a:gd name="T4" fmla="*/ 4 w 24"/>
                  <a:gd name="T5" fmla="*/ 8 h 25"/>
                  <a:gd name="T6" fmla="*/ 19 w 24"/>
                  <a:gd name="T7" fmla="*/ 4 h 25"/>
                  <a:gd name="T8" fmla="*/ 19 w 24"/>
                  <a:gd name="T9" fmla="*/ 2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5">
                    <a:moveTo>
                      <a:pt x="19" y="20"/>
                    </a:moveTo>
                    <a:cubicBezTo>
                      <a:pt x="15" y="25"/>
                      <a:pt x="11" y="24"/>
                      <a:pt x="6" y="20"/>
                    </a:cubicBezTo>
                    <a:cubicBezTo>
                      <a:pt x="2" y="17"/>
                      <a:pt x="0" y="13"/>
                      <a:pt x="4" y="8"/>
                    </a:cubicBezTo>
                    <a:cubicBezTo>
                      <a:pt x="8" y="4"/>
                      <a:pt x="15" y="0"/>
                      <a:pt x="19" y="4"/>
                    </a:cubicBezTo>
                    <a:cubicBezTo>
                      <a:pt x="24" y="8"/>
                      <a:pt x="23" y="16"/>
                      <a:pt x="19" y="20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9" name="Freeform 181">
                <a:extLst>
                  <a:ext uri="{FF2B5EF4-FFF2-40B4-BE49-F238E27FC236}">
                    <a16:creationId xmlns:a16="http://schemas.microsoft.com/office/drawing/2014/main" id="{6F5BC812-BBEC-42A4-A4B6-EE24A4F068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5" y="2040"/>
                <a:ext cx="47" cy="49"/>
              </a:xfrm>
              <a:custGeom>
                <a:avLst/>
                <a:gdLst>
                  <a:gd name="T0" fmla="*/ 20 w 25"/>
                  <a:gd name="T1" fmla="*/ 20 h 26"/>
                  <a:gd name="T2" fmla="*/ 5 w 25"/>
                  <a:gd name="T3" fmla="*/ 23 h 26"/>
                  <a:gd name="T4" fmla="*/ 4 w 25"/>
                  <a:gd name="T5" fmla="*/ 8 h 26"/>
                  <a:gd name="T6" fmla="*/ 20 w 25"/>
                  <a:gd name="T7" fmla="*/ 4 h 26"/>
                  <a:gd name="T8" fmla="*/ 20 w 25"/>
                  <a:gd name="T9" fmla="*/ 2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6">
                    <a:moveTo>
                      <a:pt x="20" y="20"/>
                    </a:moveTo>
                    <a:cubicBezTo>
                      <a:pt x="16" y="24"/>
                      <a:pt x="9" y="26"/>
                      <a:pt x="5" y="23"/>
                    </a:cubicBezTo>
                    <a:cubicBezTo>
                      <a:pt x="0" y="19"/>
                      <a:pt x="1" y="12"/>
                      <a:pt x="4" y="8"/>
                    </a:cubicBezTo>
                    <a:cubicBezTo>
                      <a:pt x="8" y="3"/>
                      <a:pt x="16" y="0"/>
                      <a:pt x="20" y="4"/>
                    </a:cubicBezTo>
                    <a:cubicBezTo>
                      <a:pt x="25" y="7"/>
                      <a:pt x="23" y="15"/>
                      <a:pt x="20" y="20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0" name="Freeform 182">
                <a:extLst>
                  <a:ext uri="{FF2B5EF4-FFF2-40B4-BE49-F238E27FC236}">
                    <a16:creationId xmlns:a16="http://schemas.microsoft.com/office/drawing/2014/main" id="{2ED35D27-0711-4F45-AFA1-645C356FF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1" y="2200"/>
                <a:ext cx="49" cy="52"/>
              </a:xfrm>
              <a:custGeom>
                <a:avLst/>
                <a:gdLst>
                  <a:gd name="T0" fmla="*/ 21 w 26"/>
                  <a:gd name="T1" fmla="*/ 18 h 27"/>
                  <a:gd name="T2" fmla="*/ 6 w 26"/>
                  <a:gd name="T3" fmla="*/ 24 h 27"/>
                  <a:gd name="T4" fmla="*/ 4 w 26"/>
                  <a:gd name="T5" fmla="*/ 5 h 27"/>
                  <a:gd name="T6" fmla="*/ 22 w 26"/>
                  <a:gd name="T7" fmla="*/ 4 h 27"/>
                  <a:gd name="T8" fmla="*/ 21 w 26"/>
                  <a:gd name="T9" fmla="*/ 18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7">
                    <a:moveTo>
                      <a:pt x="21" y="18"/>
                    </a:moveTo>
                    <a:cubicBezTo>
                      <a:pt x="17" y="23"/>
                      <a:pt x="11" y="27"/>
                      <a:pt x="6" y="24"/>
                    </a:cubicBezTo>
                    <a:cubicBezTo>
                      <a:pt x="1" y="20"/>
                      <a:pt x="0" y="9"/>
                      <a:pt x="4" y="5"/>
                    </a:cubicBezTo>
                    <a:cubicBezTo>
                      <a:pt x="8" y="0"/>
                      <a:pt x="17" y="0"/>
                      <a:pt x="22" y="4"/>
                    </a:cubicBezTo>
                    <a:cubicBezTo>
                      <a:pt x="26" y="8"/>
                      <a:pt x="24" y="14"/>
                      <a:pt x="21" y="18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1" name="Freeform 183">
                <a:extLst>
                  <a:ext uri="{FF2B5EF4-FFF2-40B4-BE49-F238E27FC236}">
                    <a16:creationId xmlns:a16="http://schemas.microsoft.com/office/drawing/2014/main" id="{46C7C697-8E5C-4318-AF32-1A2FF6840F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3" y="847"/>
                <a:ext cx="713" cy="1609"/>
              </a:xfrm>
              <a:custGeom>
                <a:avLst/>
                <a:gdLst>
                  <a:gd name="T0" fmla="*/ 187 w 374"/>
                  <a:gd name="T1" fmla="*/ 275 h 843"/>
                  <a:gd name="T2" fmla="*/ 163 w 374"/>
                  <a:gd name="T3" fmla="*/ 97 h 843"/>
                  <a:gd name="T4" fmla="*/ 67 w 374"/>
                  <a:gd name="T5" fmla="*/ 36 h 843"/>
                  <a:gd name="T6" fmla="*/ 37 w 374"/>
                  <a:gd name="T7" fmla="*/ 55 h 843"/>
                  <a:gd name="T8" fmla="*/ 27 w 374"/>
                  <a:gd name="T9" fmla="*/ 45 h 843"/>
                  <a:gd name="T10" fmla="*/ 3 w 374"/>
                  <a:gd name="T11" fmla="*/ 32 h 843"/>
                  <a:gd name="T12" fmla="*/ 37 w 374"/>
                  <a:gd name="T13" fmla="*/ 0 h 843"/>
                  <a:gd name="T14" fmla="*/ 69 w 374"/>
                  <a:gd name="T15" fmla="*/ 16 h 843"/>
                  <a:gd name="T16" fmla="*/ 190 w 374"/>
                  <a:gd name="T17" fmla="*/ 16 h 843"/>
                  <a:gd name="T18" fmla="*/ 296 w 374"/>
                  <a:gd name="T19" fmla="*/ 362 h 843"/>
                  <a:gd name="T20" fmla="*/ 72 w 374"/>
                  <a:gd name="T21" fmla="*/ 843 h 843"/>
                  <a:gd name="T22" fmla="*/ 54 w 374"/>
                  <a:gd name="T23" fmla="*/ 843 h 843"/>
                  <a:gd name="T24" fmla="*/ 179 w 374"/>
                  <a:gd name="T25" fmla="*/ 365 h 843"/>
                  <a:gd name="T26" fmla="*/ 187 w 374"/>
                  <a:gd name="T27" fmla="*/ 275 h 8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74" h="843">
                    <a:moveTo>
                      <a:pt x="187" y="275"/>
                    </a:moveTo>
                    <a:cubicBezTo>
                      <a:pt x="163" y="97"/>
                      <a:pt x="163" y="97"/>
                      <a:pt x="163" y="97"/>
                    </a:cubicBezTo>
                    <a:cubicBezTo>
                      <a:pt x="140" y="29"/>
                      <a:pt x="67" y="36"/>
                      <a:pt x="67" y="36"/>
                    </a:cubicBezTo>
                    <a:cubicBezTo>
                      <a:pt x="67" y="36"/>
                      <a:pt x="42" y="55"/>
                      <a:pt x="37" y="55"/>
                    </a:cubicBezTo>
                    <a:cubicBezTo>
                      <a:pt x="31" y="55"/>
                      <a:pt x="27" y="48"/>
                      <a:pt x="27" y="45"/>
                    </a:cubicBezTo>
                    <a:cubicBezTo>
                      <a:pt x="27" y="43"/>
                      <a:pt x="7" y="38"/>
                      <a:pt x="3" y="32"/>
                    </a:cubicBezTo>
                    <a:cubicBezTo>
                      <a:pt x="0" y="27"/>
                      <a:pt x="34" y="0"/>
                      <a:pt x="37" y="0"/>
                    </a:cubicBezTo>
                    <a:cubicBezTo>
                      <a:pt x="40" y="0"/>
                      <a:pt x="69" y="16"/>
                      <a:pt x="69" y="16"/>
                    </a:cubicBezTo>
                    <a:cubicBezTo>
                      <a:pt x="132" y="1"/>
                      <a:pt x="190" y="16"/>
                      <a:pt x="190" y="16"/>
                    </a:cubicBezTo>
                    <a:cubicBezTo>
                      <a:pt x="325" y="63"/>
                      <a:pt x="374" y="144"/>
                      <a:pt x="296" y="362"/>
                    </a:cubicBezTo>
                    <a:cubicBezTo>
                      <a:pt x="219" y="580"/>
                      <a:pt x="72" y="843"/>
                      <a:pt x="72" y="843"/>
                    </a:cubicBezTo>
                    <a:cubicBezTo>
                      <a:pt x="54" y="843"/>
                      <a:pt x="54" y="843"/>
                      <a:pt x="54" y="843"/>
                    </a:cubicBezTo>
                    <a:cubicBezTo>
                      <a:pt x="54" y="843"/>
                      <a:pt x="164" y="556"/>
                      <a:pt x="179" y="365"/>
                    </a:cubicBezTo>
                    <a:cubicBezTo>
                      <a:pt x="194" y="173"/>
                      <a:pt x="187" y="275"/>
                      <a:pt x="187" y="2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2" name="Freeform 184">
                <a:extLst>
                  <a:ext uri="{FF2B5EF4-FFF2-40B4-BE49-F238E27FC236}">
                    <a16:creationId xmlns:a16="http://schemas.microsoft.com/office/drawing/2014/main" id="{AE21DAAB-9315-4641-AB39-1CA44FBC46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9" y="1622"/>
                <a:ext cx="245" cy="834"/>
              </a:xfrm>
              <a:custGeom>
                <a:avLst/>
                <a:gdLst>
                  <a:gd name="T0" fmla="*/ 126 w 128"/>
                  <a:gd name="T1" fmla="*/ 0 h 437"/>
                  <a:gd name="T2" fmla="*/ 117 w 128"/>
                  <a:gd name="T3" fmla="*/ 25 h 437"/>
                  <a:gd name="T4" fmla="*/ 0 w 128"/>
                  <a:gd name="T5" fmla="*/ 437 h 437"/>
                  <a:gd name="T6" fmla="*/ 15 w 128"/>
                  <a:gd name="T7" fmla="*/ 437 h 437"/>
                  <a:gd name="T8" fmla="*/ 25 w 128"/>
                  <a:gd name="T9" fmla="*/ 424 h 437"/>
                  <a:gd name="T10" fmla="*/ 53 w 128"/>
                  <a:gd name="T11" fmla="*/ 372 h 437"/>
                  <a:gd name="T12" fmla="*/ 126 w 128"/>
                  <a:gd name="T13" fmla="*/ 0 h 4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437">
                    <a:moveTo>
                      <a:pt x="126" y="0"/>
                    </a:moveTo>
                    <a:cubicBezTo>
                      <a:pt x="117" y="25"/>
                      <a:pt x="117" y="25"/>
                      <a:pt x="117" y="25"/>
                    </a:cubicBezTo>
                    <a:cubicBezTo>
                      <a:pt x="87" y="209"/>
                      <a:pt x="0" y="437"/>
                      <a:pt x="0" y="437"/>
                    </a:cubicBezTo>
                    <a:cubicBezTo>
                      <a:pt x="15" y="437"/>
                      <a:pt x="15" y="437"/>
                      <a:pt x="15" y="437"/>
                    </a:cubicBezTo>
                    <a:cubicBezTo>
                      <a:pt x="18" y="433"/>
                      <a:pt x="22" y="429"/>
                      <a:pt x="25" y="424"/>
                    </a:cubicBezTo>
                    <a:cubicBezTo>
                      <a:pt x="31" y="413"/>
                      <a:pt x="41" y="395"/>
                      <a:pt x="53" y="372"/>
                    </a:cubicBezTo>
                    <a:cubicBezTo>
                      <a:pt x="123" y="216"/>
                      <a:pt x="128" y="108"/>
                      <a:pt x="126" y="0"/>
                    </a:cubicBezTo>
                    <a:close/>
                  </a:path>
                </a:pathLst>
              </a:custGeom>
              <a:solidFill>
                <a:srgbClr val="58C1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3" name="Freeform 185">
                <a:extLst>
                  <a:ext uri="{FF2B5EF4-FFF2-40B4-BE49-F238E27FC236}">
                    <a16:creationId xmlns:a16="http://schemas.microsoft.com/office/drawing/2014/main" id="{2122BF25-A248-4BE5-AD8D-22E0693922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0" y="874"/>
                <a:ext cx="444" cy="611"/>
              </a:xfrm>
              <a:custGeom>
                <a:avLst/>
                <a:gdLst>
                  <a:gd name="T0" fmla="*/ 77 w 233"/>
                  <a:gd name="T1" fmla="*/ 9 h 320"/>
                  <a:gd name="T2" fmla="*/ 72 w 233"/>
                  <a:gd name="T3" fmla="*/ 8 h 320"/>
                  <a:gd name="T4" fmla="*/ 22 w 233"/>
                  <a:gd name="T5" fmla="*/ 66 h 320"/>
                  <a:gd name="T6" fmla="*/ 22 w 233"/>
                  <a:gd name="T7" fmla="*/ 66 h 320"/>
                  <a:gd name="T8" fmla="*/ 30 w 233"/>
                  <a:gd name="T9" fmla="*/ 83 h 320"/>
                  <a:gd name="T10" fmla="*/ 53 w 233"/>
                  <a:gd name="T11" fmla="*/ 261 h 320"/>
                  <a:gd name="T12" fmla="*/ 65 w 233"/>
                  <a:gd name="T13" fmla="*/ 304 h 320"/>
                  <a:gd name="T14" fmla="*/ 173 w 233"/>
                  <a:gd name="T15" fmla="*/ 320 h 320"/>
                  <a:gd name="T16" fmla="*/ 77 w 233"/>
                  <a:gd name="T17" fmla="*/ 9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3" h="320">
                    <a:moveTo>
                      <a:pt x="77" y="9"/>
                    </a:moveTo>
                    <a:cubicBezTo>
                      <a:pt x="75" y="9"/>
                      <a:pt x="73" y="8"/>
                      <a:pt x="72" y="8"/>
                    </a:cubicBezTo>
                    <a:cubicBezTo>
                      <a:pt x="45" y="0"/>
                      <a:pt x="0" y="31"/>
                      <a:pt x="22" y="66"/>
                    </a:cubicBezTo>
                    <a:cubicBezTo>
                      <a:pt x="22" y="66"/>
                      <a:pt x="22" y="66"/>
                      <a:pt x="22" y="66"/>
                    </a:cubicBezTo>
                    <a:cubicBezTo>
                      <a:pt x="25" y="71"/>
                      <a:pt x="28" y="77"/>
                      <a:pt x="30" y="83"/>
                    </a:cubicBezTo>
                    <a:cubicBezTo>
                      <a:pt x="53" y="261"/>
                      <a:pt x="53" y="261"/>
                      <a:pt x="53" y="261"/>
                    </a:cubicBezTo>
                    <a:cubicBezTo>
                      <a:pt x="65" y="304"/>
                      <a:pt x="65" y="304"/>
                      <a:pt x="65" y="304"/>
                    </a:cubicBezTo>
                    <a:cubicBezTo>
                      <a:pt x="173" y="320"/>
                      <a:pt x="173" y="320"/>
                      <a:pt x="173" y="320"/>
                    </a:cubicBezTo>
                    <a:cubicBezTo>
                      <a:pt x="233" y="133"/>
                      <a:pt x="191" y="56"/>
                      <a:pt x="77" y="9"/>
                    </a:cubicBezTo>
                    <a:close/>
                  </a:path>
                </a:pathLst>
              </a:custGeom>
              <a:solidFill>
                <a:srgbClr val="FF7900"/>
              </a:solidFill>
              <a:ln w="12700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4" name="Freeform 186">
                <a:extLst>
                  <a:ext uri="{FF2B5EF4-FFF2-40B4-BE49-F238E27FC236}">
                    <a16:creationId xmlns:a16="http://schemas.microsoft.com/office/drawing/2014/main" id="{DD058987-B363-46AE-9857-424D5CF629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0" y="1000"/>
                <a:ext cx="311" cy="485"/>
              </a:xfrm>
              <a:custGeom>
                <a:avLst/>
                <a:gdLst>
                  <a:gd name="T0" fmla="*/ 8 w 163"/>
                  <a:gd name="T1" fmla="*/ 17 h 254"/>
                  <a:gd name="T2" fmla="*/ 31 w 163"/>
                  <a:gd name="T3" fmla="*/ 195 h 254"/>
                  <a:gd name="T4" fmla="*/ 43 w 163"/>
                  <a:gd name="T5" fmla="*/ 238 h 254"/>
                  <a:gd name="T6" fmla="*/ 151 w 163"/>
                  <a:gd name="T7" fmla="*/ 254 h 254"/>
                  <a:gd name="T8" fmla="*/ 163 w 163"/>
                  <a:gd name="T9" fmla="*/ 212 h 254"/>
                  <a:gd name="T10" fmla="*/ 0 w 163"/>
                  <a:gd name="T11" fmla="*/ 0 h 254"/>
                  <a:gd name="T12" fmla="*/ 0 w 163"/>
                  <a:gd name="T13" fmla="*/ 0 h 254"/>
                  <a:gd name="T14" fmla="*/ 8 w 163"/>
                  <a:gd name="T15" fmla="*/ 17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3" h="254">
                    <a:moveTo>
                      <a:pt x="8" y="17"/>
                    </a:moveTo>
                    <a:cubicBezTo>
                      <a:pt x="31" y="195"/>
                      <a:pt x="31" y="195"/>
                      <a:pt x="31" y="195"/>
                    </a:cubicBezTo>
                    <a:cubicBezTo>
                      <a:pt x="43" y="238"/>
                      <a:pt x="43" y="238"/>
                      <a:pt x="43" y="238"/>
                    </a:cubicBezTo>
                    <a:cubicBezTo>
                      <a:pt x="151" y="254"/>
                      <a:pt x="151" y="254"/>
                      <a:pt x="151" y="254"/>
                    </a:cubicBezTo>
                    <a:cubicBezTo>
                      <a:pt x="155" y="239"/>
                      <a:pt x="159" y="225"/>
                      <a:pt x="163" y="21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5"/>
                      <a:pt x="6" y="11"/>
                      <a:pt x="8" y="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5" name="Freeform 187">
                <a:extLst>
                  <a:ext uri="{FF2B5EF4-FFF2-40B4-BE49-F238E27FC236}">
                    <a16:creationId xmlns:a16="http://schemas.microsoft.com/office/drawing/2014/main" id="{C6C719B8-D9FD-40A9-9032-803DFC6CB3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" y="841"/>
                <a:ext cx="193" cy="269"/>
              </a:xfrm>
              <a:custGeom>
                <a:avLst/>
                <a:gdLst>
                  <a:gd name="T0" fmla="*/ 5 w 101"/>
                  <a:gd name="T1" fmla="*/ 77 h 141"/>
                  <a:gd name="T2" fmla="*/ 32 w 101"/>
                  <a:gd name="T3" fmla="*/ 137 h 141"/>
                  <a:gd name="T4" fmla="*/ 84 w 101"/>
                  <a:gd name="T5" fmla="*/ 93 h 141"/>
                  <a:gd name="T6" fmla="*/ 64 w 101"/>
                  <a:gd name="T7" fmla="*/ 10 h 141"/>
                  <a:gd name="T8" fmla="*/ 5 w 101"/>
                  <a:gd name="T9" fmla="*/ 77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141">
                    <a:moveTo>
                      <a:pt x="5" y="77"/>
                    </a:moveTo>
                    <a:cubicBezTo>
                      <a:pt x="0" y="116"/>
                      <a:pt x="14" y="132"/>
                      <a:pt x="32" y="137"/>
                    </a:cubicBezTo>
                    <a:cubicBezTo>
                      <a:pt x="50" y="141"/>
                      <a:pt x="72" y="131"/>
                      <a:pt x="84" y="93"/>
                    </a:cubicBezTo>
                    <a:cubicBezTo>
                      <a:pt x="95" y="54"/>
                      <a:pt x="101" y="20"/>
                      <a:pt x="64" y="10"/>
                    </a:cubicBezTo>
                    <a:cubicBezTo>
                      <a:pt x="26" y="0"/>
                      <a:pt x="11" y="45"/>
                      <a:pt x="5" y="7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6" name="Freeform 188">
                <a:extLst>
                  <a:ext uri="{FF2B5EF4-FFF2-40B4-BE49-F238E27FC236}">
                    <a16:creationId xmlns:a16="http://schemas.microsoft.com/office/drawing/2014/main" id="{D554E46F-2D6D-4331-9A54-296BB97F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6" y="941"/>
                <a:ext cx="42" cy="72"/>
              </a:xfrm>
              <a:custGeom>
                <a:avLst/>
                <a:gdLst>
                  <a:gd name="T0" fmla="*/ 22 w 22"/>
                  <a:gd name="T1" fmla="*/ 14 h 38"/>
                  <a:gd name="T2" fmla="*/ 18 w 22"/>
                  <a:gd name="T3" fmla="*/ 38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2" h="38">
                    <a:moveTo>
                      <a:pt x="22" y="14"/>
                    </a:moveTo>
                    <a:cubicBezTo>
                      <a:pt x="18" y="0"/>
                      <a:pt x="0" y="17"/>
                      <a:pt x="18" y="38"/>
                    </a:cubicBezTo>
                  </a:path>
                </a:pathLst>
              </a:custGeom>
              <a:solidFill>
                <a:srgbClr val="58C1EB"/>
              </a:solidFill>
              <a:ln w="12700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7" name="Freeform 189">
                <a:extLst>
                  <a:ext uri="{FF2B5EF4-FFF2-40B4-BE49-F238E27FC236}">
                    <a16:creationId xmlns:a16="http://schemas.microsoft.com/office/drawing/2014/main" id="{0FD4A8B9-4D07-4B17-8EC4-63D4436DAE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6" y="941"/>
                <a:ext cx="42" cy="72"/>
              </a:xfrm>
              <a:custGeom>
                <a:avLst/>
                <a:gdLst>
                  <a:gd name="T0" fmla="*/ 22 w 22"/>
                  <a:gd name="T1" fmla="*/ 14 h 38"/>
                  <a:gd name="T2" fmla="*/ 18 w 22"/>
                  <a:gd name="T3" fmla="*/ 38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2" h="38">
                    <a:moveTo>
                      <a:pt x="22" y="14"/>
                    </a:moveTo>
                    <a:cubicBezTo>
                      <a:pt x="18" y="0"/>
                      <a:pt x="0" y="17"/>
                      <a:pt x="18" y="38"/>
                    </a:cubicBezTo>
                  </a:path>
                </a:pathLst>
              </a:custGeom>
              <a:noFill/>
              <a:ln w="12700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8" name="Freeform 190">
                <a:extLst>
                  <a:ext uri="{FF2B5EF4-FFF2-40B4-BE49-F238E27FC236}">
                    <a16:creationId xmlns:a16="http://schemas.microsoft.com/office/drawing/2014/main" id="{22E9D57D-A584-4906-9ADF-DB70D40341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994"/>
                <a:ext cx="46" cy="55"/>
              </a:xfrm>
              <a:custGeom>
                <a:avLst/>
                <a:gdLst>
                  <a:gd name="T0" fmla="*/ 11 w 24"/>
                  <a:gd name="T1" fmla="*/ 2 h 29"/>
                  <a:gd name="T2" fmla="*/ 0 w 24"/>
                  <a:gd name="T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4" h="29">
                    <a:moveTo>
                      <a:pt x="11" y="2"/>
                    </a:moveTo>
                    <a:cubicBezTo>
                      <a:pt x="24" y="0"/>
                      <a:pt x="21" y="24"/>
                      <a:pt x="0" y="29"/>
                    </a:cubicBezTo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9" name="Freeform 191">
                <a:extLst>
                  <a:ext uri="{FF2B5EF4-FFF2-40B4-BE49-F238E27FC236}">
                    <a16:creationId xmlns:a16="http://schemas.microsoft.com/office/drawing/2014/main" id="{EF1E03F5-BF5F-4E86-AAC2-EF8ED855E7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994"/>
                <a:ext cx="46" cy="55"/>
              </a:xfrm>
              <a:custGeom>
                <a:avLst/>
                <a:gdLst>
                  <a:gd name="T0" fmla="*/ 11 w 24"/>
                  <a:gd name="T1" fmla="*/ 2 h 29"/>
                  <a:gd name="T2" fmla="*/ 0 w 24"/>
                  <a:gd name="T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4" h="29">
                    <a:moveTo>
                      <a:pt x="11" y="2"/>
                    </a:moveTo>
                    <a:cubicBezTo>
                      <a:pt x="24" y="0"/>
                      <a:pt x="21" y="24"/>
                      <a:pt x="0" y="29"/>
                    </a:cubicBezTo>
                  </a:path>
                </a:pathLst>
              </a:custGeom>
              <a:noFill/>
              <a:ln w="12700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0" name="Freeform 192">
                <a:extLst>
                  <a:ext uri="{FF2B5EF4-FFF2-40B4-BE49-F238E27FC236}">
                    <a16:creationId xmlns:a16="http://schemas.microsoft.com/office/drawing/2014/main" id="{577210C4-E9A7-448E-9ADB-8ECBB5FD03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5" y="1126"/>
                <a:ext cx="664" cy="315"/>
              </a:xfrm>
              <a:custGeom>
                <a:avLst/>
                <a:gdLst>
                  <a:gd name="T0" fmla="*/ 338 w 348"/>
                  <a:gd name="T1" fmla="*/ 0 h 165"/>
                  <a:gd name="T2" fmla="*/ 94 w 348"/>
                  <a:gd name="T3" fmla="*/ 134 h 165"/>
                  <a:gd name="T4" fmla="*/ 75 w 348"/>
                  <a:gd name="T5" fmla="*/ 152 h 165"/>
                  <a:gd name="T6" fmla="*/ 24 w 348"/>
                  <a:gd name="T7" fmla="*/ 165 h 165"/>
                  <a:gd name="T8" fmla="*/ 1 w 348"/>
                  <a:gd name="T9" fmla="*/ 136 h 165"/>
                  <a:gd name="T10" fmla="*/ 56 w 348"/>
                  <a:gd name="T11" fmla="*/ 108 h 165"/>
                  <a:gd name="T12" fmla="*/ 56 w 348"/>
                  <a:gd name="T13" fmla="*/ 94 h 165"/>
                  <a:gd name="T14" fmla="*/ 66 w 348"/>
                  <a:gd name="T15" fmla="*/ 82 h 165"/>
                  <a:gd name="T16" fmla="*/ 70 w 348"/>
                  <a:gd name="T17" fmla="*/ 89 h 165"/>
                  <a:gd name="T18" fmla="*/ 78 w 348"/>
                  <a:gd name="T19" fmla="*/ 108 h 165"/>
                  <a:gd name="T20" fmla="*/ 265 w 348"/>
                  <a:gd name="T21" fmla="*/ 16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8" h="165">
                    <a:moveTo>
                      <a:pt x="338" y="0"/>
                    </a:moveTo>
                    <a:cubicBezTo>
                      <a:pt x="348" y="63"/>
                      <a:pt x="258" y="120"/>
                      <a:pt x="94" y="134"/>
                    </a:cubicBezTo>
                    <a:cubicBezTo>
                      <a:pt x="94" y="134"/>
                      <a:pt x="85" y="148"/>
                      <a:pt x="75" y="152"/>
                    </a:cubicBezTo>
                    <a:cubicBezTo>
                      <a:pt x="65" y="157"/>
                      <a:pt x="41" y="157"/>
                      <a:pt x="24" y="165"/>
                    </a:cubicBezTo>
                    <a:cubicBezTo>
                      <a:pt x="24" y="165"/>
                      <a:pt x="0" y="148"/>
                      <a:pt x="1" y="136"/>
                    </a:cubicBezTo>
                    <a:cubicBezTo>
                      <a:pt x="2" y="125"/>
                      <a:pt x="56" y="108"/>
                      <a:pt x="56" y="108"/>
                    </a:cubicBezTo>
                    <a:cubicBezTo>
                      <a:pt x="56" y="108"/>
                      <a:pt x="52" y="101"/>
                      <a:pt x="56" y="94"/>
                    </a:cubicBezTo>
                    <a:cubicBezTo>
                      <a:pt x="59" y="87"/>
                      <a:pt x="63" y="82"/>
                      <a:pt x="66" y="82"/>
                    </a:cubicBezTo>
                    <a:cubicBezTo>
                      <a:pt x="69" y="82"/>
                      <a:pt x="71" y="86"/>
                      <a:pt x="70" y="89"/>
                    </a:cubicBezTo>
                    <a:cubicBezTo>
                      <a:pt x="70" y="93"/>
                      <a:pt x="71" y="107"/>
                      <a:pt x="78" y="108"/>
                    </a:cubicBezTo>
                    <a:cubicBezTo>
                      <a:pt x="86" y="109"/>
                      <a:pt x="240" y="98"/>
                      <a:pt x="265" y="16"/>
                    </a:cubicBezTo>
                  </a:path>
                </a:pathLst>
              </a:custGeom>
              <a:solidFill>
                <a:srgbClr val="FF7900"/>
              </a:solidFill>
              <a:ln w="12700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1" name="Freeform 193">
                <a:extLst>
                  <a:ext uri="{FF2B5EF4-FFF2-40B4-BE49-F238E27FC236}">
                    <a16:creationId xmlns:a16="http://schemas.microsoft.com/office/drawing/2014/main" id="{3F92FB8C-893B-4C69-B468-0279A1D951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5" y="1126"/>
                <a:ext cx="664" cy="315"/>
              </a:xfrm>
              <a:custGeom>
                <a:avLst/>
                <a:gdLst>
                  <a:gd name="T0" fmla="*/ 338 w 348"/>
                  <a:gd name="T1" fmla="*/ 0 h 165"/>
                  <a:gd name="T2" fmla="*/ 94 w 348"/>
                  <a:gd name="T3" fmla="*/ 134 h 165"/>
                  <a:gd name="T4" fmla="*/ 75 w 348"/>
                  <a:gd name="T5" fmla="*/ 152 h 165"/>
                  <a:gd name="T6" fmla="*/ 24 w 348"/>
                  <a:gd name="T7" fmla="*/ 165 h 165"/>
                  <a:gd name="T8" fmla="*/ 1 w 348"/>
                  <a:gd name="T9" fmla="*/ 136 h 165"/>
                  <a:gd name="T10" fmla="*/ 56 w 348"/>
                  <a:gd name="T11" fmla="*/ 108 h 165"/>
                  <a:gd name="T12" fmla="*/ 56 w 348"/>
                  <a:gd name="T13" fmla="*/ 94 h 165"/>
                  <a:gd name="T14" fmla="*/ 66 w 348"/>
                  <a:gd name="T15" fmla="*/ 82 h 165"/>
                  <a:gd name="T16" fmla="*/ 70 w 348"/>
                  <a:gd name="T17" fmla="*/ 89 h 165"/>
                  <a:gd name="T18" fmla="*/ 78 w 348"/>
                  <a:gd name="T19" fmla="*/ 108 h 165"/>
                  <a:gd name="T20" fmla="*/ 265 w 348"/>
                  <a:gd name="T21" fmla="*/ 16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8" h="165">
                    <a:moveTo>
                      <a:pt x="338" y="0"/>
                    </a:moveTo>
                    <a:cubicBezTo>
                      <a:pt x="348" y="63"/>
                      <a:pt x="258" y="120"/>
                      <a:pt x="94" y="134"/>
                    </a:cubicBezTo>
                    <a:cubicBezTo>
                      <a:pt x="94" y="134"/>
                      <a:pt x="85" y="148"/>
                      <a:pt x="75" y="152"/>
                    </a:cubicBezTo>
                    <a:cubicBezTo>
                      <a:pt x="65" y="157"/>
                      <a:pt x="41" y="157"/>
                      <a:pt x="24" y="165"/>
                    </a:cubicBezTo>
                    <a:cubicBezTo>
                      <a:pt x="24" y="165"/>
                      <a:pt x="0" y="148"/>
                      <a:pt x="1" y="136"/>
                    </a:cubicBezTo>
                    <a:cubicBezTo>
                      <a:pt x="2" y="125"/>
                      <a:pt x="56" y="108"/>
                      <a:pt x="56" y="108"/>
                    </a:cubicBezTo>
                    <a:cubicBezTo>
                      <a:pt x="56" y="108"/>
                      <a:pt x="52" y="101"/>
                      <a:pt x="56" y="94"/>
                    </a:cubicBezTo>
                    <a:cubicBezTo>
                      <a:pt x="59" y="87"/>
                      <a:pt x="63" y="82"/>
                      <a:pt x="66" y="82"/>
                    </a:cubicBezTo>
                    <a:cubicBezTo>
                      <a:pt x="69" y="82"/>
                      <a:pt x="71" y="86"/>
                      <a:pt x="70" y="89"/>
                    </a:cubicBezTo>
                    <a:cubicBezTo>
                      <a:pt x="70" y="93"/>
                      <a:pt x="71" y="107"/>
                      <a:pt x="78" y="108"/>
                    </a:cubicBezTo>
                    <a:cubicBezTo>
                      <a:pt x="86" y="109"/>
                      <a:pt x="240" y="98"/>
                      <a:pt x="265" y="16"/>
                    </a:cubicBezTo>
                  </a:path>
                </a:pathLst>
              </a:custGeom>
              <a:noFill/>
              <a:ln w="12700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2" name="Freeform 194">
                <a:extLst>
                  <a:ext uri="{FF2B5EF4-FFF2-40B4-BE49-F238E27FC236}">
                    <a16:creationId xmlns:a16="http://schemas.microsoft.com/office/drawing/2014/main" id="{A63FEC08-AA3D-4689-B4BD-847FC0A7A0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3" y="2381"/>
                <a:ext cx="158" cy="132"/>
              </a:xfrm>
              <a:custGeom>
                <a:avLst/>
                <a:gdLst>
                  <a:gd name="T0" fmla="*/ 68 w 83"/>
                  <a:gd name="T1" fmla="*/ 28 h 69"/>
                  <a:gd name="T2" fmla="*/ 33 w 83"/>
                  <a:gd name="T3" fmla="*/ 28 h 69"/>
                  <a:gd name="T4" fmla="*/ 3 w 83"/>
                  <a:gd name="T5" fmla="*/ 51 h 69"/>
                  <a:gd name="T6" fmla="*/ 5 w 83"/>
                  <a:gd name="T7" fmla="*/ 68 h 69"/>
                  <a:gd name="T8" fmla="*/ 70 w 83"/>
                  <a:gd name="T9" fmla="*/ 68 h 69"/>
                  <a:gd name="T10" fmla="*/ 68 w 83"/>
                  <a:gd name="T11" fmla="*/ 28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69">
                    <a:moveTo>
                      <a:pt x="68" y="28"/>
                    </a:moveTo>
                    <a:cubicBezTo>
                      <a:pt x="80" y="6"/>
                      <a:pt x="27" y="0"/>
                      <a:pt x="33" y="28"/>
                    </a:cubicBezTo>
                    <a:cubicBezTo>
                      <a:pt x="33" y="28"/>
                      <a:pt x="6" y="45"/>
                      <a:pt x="3" y="51"/>
                    </a:cubicBezTo>
                    <a:cubicBezTo>
                      <a:pt x="0" y="58"/>
                      <a:pt x="3" y="66"/>
                      <a:pt x="5" y="68"/>
                    </a:cubicBezTo>
                    <a:cubicBezTo>
                      <a:pt x="8" y="69"/>
                      <a:pt x="70" y="68"/>
                      <a:pt x="70" y="68"/>
                    </a:cubicBezTo>
                    <a:cubicBezTo>
                      <a:pt x="70" y="68"/>
                      <a:pt x="83" y="51"/>
                      <a:pt x="68" y="28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47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3" name="Freeform 195">
                <a:extLst>
                  <a:ext uri="{FF2B5EF4-FFF2-40B4-BE49-F238E27FC236}">
                    <a16:creationId xmlns:a16="http://schemas.microsoft.com/office/drawing/2014/main" id="{4F5CB468-D2D0-402C-A292-89602CC0FE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3" y="1372"/>
                <a:ext cx="290" cy="376"/>
              </a:xfrm>
              <a:custGeom>
                <a:avLst/>
                <a:gdLst>
                  <a:gd name="T0" fmla="*/ 19 w 152"/>
                  <a:gd name="T1" fmla="*/ 0 h 197"/>
                  <a:gd name="T2" fmla="*/ 30 w 152"/>
                  <a:gd name="T3" fmla="*/ 42 h 197"/>
                  <a:gd name="T4" fmla="*/ 22 w 152"/>
                  <a:gd name="T5" fmla="*/ 67 h 197"/>
                  <a:gd name="T6" fmla="*/ 0 w 152"/>
                  <a:gd name="T7" fmla="*/ 171 h 197"/>
                  <a:gd name="T8" fmla="*/ 85 w 152"/>
                  <a:gd name="T9" fmla="*/ 197 h 197"/>
                  <a:gd name="T10" fmla="*/ 128 w 152"/>
                  <a:gd name="T11" fmla="*/ 87 h 197"/>
                  <a:gd name="T12" fmla="*/ 139 w 152"/>
                  <a:gd name="T13" fmla="*/ 55 h 197"/>
                  <a:gd name="T14" fmla="*/ 19 w 152"/>
                  <a:gd name="T15" fmla="*/ 0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" h="197">
                    <a:moveTo>
                      <a:pt x="19" y="0"/>
                    </a:moveTo>
                    <a:cubicBezTo>
                      <a:pt x="30" y="42"/>
                      <a:pt x="30" y="42"/>
                      <a:pt x="30" y="42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0" y="171"/>
                      <a:pt x="0" y="171"/>
                      <a:pt x="0" y="171"/>
                    </a:cubicBezTo>
                    <a:cubicBezTo>
                      <a:pt x="85" y="197"/>
                      <a:pt x="85" y="197"/>
                      <a:pt x="85" y="197"/>
                    </a:cubicBezTo>
                    <a:cubicBezTo>
                      <a:pt x="101" y="160"/>
                      <a:pt x="116" y="123"/>
                      <a:pt x="128" y="87"/>
                    </a:cubicBezTo>
                    <a:cubicBezTo>
                      <a:pt x="132" y="76"/>
                      <a:pt x="136" y="65"/>
                      <a:pt x="139" y="55"/>
                    </a:cubicBezTo>
                    <a:cubicBezTo>
                      <a:pt x="152" y="14"/>
                      <a:pt x="19" y="0"/>
                      <a:pt x="19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 w="12700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4" name="Freeform 196">
                <a:extLst>
                  <a:ext uri="{FF2B5EF4-FFF2-40B4-BE49-F238E27FC236}">
                    <a16:creationId xmlns:a16="http://schemas.microsoft.com/office/drawing/2014/main" id="{5BC609E4-F25A-4917-9BB3-39055AD669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8" y="1975"/>
                <a:ext cx="261" cy="481"/>
              </a:xfrm>
              <a:custGeom>
                <a:avLst/>
                <a:gdLst>
                  <a:gd name="T0" fmla="*/ 81 w 137"/>
                  <a:gd name="T1" fmla="*/ 0 h 252"/>
                  <a:gd name="T2" fmla="*/ 0 w 137"/>
                  <a:gd name="T3" fmla="*/ 252 h 252"/>
                  <a:gd name="T4" fmla="*/ 18 w 137"/>
                  <a:gd name="T5" fmla="*/ 252 h 252"/>
                  <a:gd name="T6" fmla="*/ 137 w 137"/>
                  <a:gd name="T7" fmla="*/ 19 h 252"/>
                  <a:gd name="T8" fmla="*/ 137 w 137"/>
                  <a:gd name="T9" fmla="*/ 19 h 252"/>
                  <a:gd name="T10" fmla="*/ 81 w 137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7" h="252">
                    <a:moveTo>
                      <a:pt x="81" y="0"/>
                    </a:moveTo>
                    <a:cubicBezTo>
                      <a:pt x="0" y="252"/>
                      <a:pt x="0" y="252"/>
                      <a:pt x="0" y="252"/>
                    </a:cubicBezTo>
                    <a:cubicBezTo>
                      <a:pt x="18" y="252"/>
                      <a:pt x="18" y="252"/>
                      <a:pt x="18" y="252"/>
                    </a:cubicBezTo>
                    <a:cubicBezTo>
                      <a:pt x="18" y="252"/>
                      <a:pt x="75" y="149"/>
                      <a:pt x="137" y="19"/>
                    </a:cubicBezTo>
                    <a:cubicBezTo>
                      <a:pt x="137" y="19"/>
                      <a:pt x="137" y="19"/>
                      <a:pt x="137" y="19"/>
                    </a:cubicBezTo>
                    <a:lnTo>
                      <a:pt x="81" y="0"/>
                    </a:lnTo>
                    <a:close/>
                  </a:path>
                </a:pathLst>
              </a:custGeom>
              <a:solidFill>
                <a:srgbClr val="FF7900"/>
              </a:solidFill>
              <a:ln w="12700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5" name="Freeform 197">
                <a:extLst>
                  <a:ext uri="{FF2B5EF4-FFF2-40B4-BE49-F238E27FC236}">
                    <a16:creationId xmlns:a16="http://schemas.microsoft.com/office/drawing/2014/main" id="{F80B050E-1161-46A2-B1E9-DD941AE158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8" y="1799"/>
                <a:ext cx="226" cy="657"/>
              </a:xfrm>
              <a:custGeom>
                <a:avLst/>
                <a:gdLst>
                  <a:gd name="T0" fmla="*/ 110 w 119"/>
                  <a:gd name="T1" fmla="*/ 102 h 344"/>
                  <a:gd name="T2" fmla="*/ 0 w 119"/>
                  <a:gd name="T3" fmla="*/ 344 h 344"/>
                  <a:gd name="T4" fmla="*/ 89 w 119"/>
                  <a:gd name="T5" fmla="*/ 97 h 344"/>
                  <a:gd name="T6" fmla="*/ 89 w 119"/>
                  <a:gd name="T7" fmla="*/ 97 h 344"/>
                  <a:gd name="T8" fmla="*/ 110 w 119"/>
                  <a:gd name="T9" fmla="*/ 102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344">
                    <a:moveTo>
                      <a:pt x="110" y="102"/>
                    </a:moveTo>
                    <a:cubicBezTo>
                      <a:pt x="94" y="171"/>
                      <a:pt x="0" y="344"/>
                      <a:pt x="0" y="344"/>
                    </a:cubicBezTo>
                    <a:cubicBezTo>
                      <a:pt x="0" y="344"/>
                      <a:pt x="59" y="195"/>
                      <a:pt x="89" y="97"/>
                    </a:cubicBezTo>
                    <a:cubicBezTo>
                      <a:pt x="119" y="0"/>
                      <a:pt x="89" y="97"/>
                      <a:pt x="89" y="97"/>
                    </a:cubicBezTo>
                    <a:cubicBezTo>
                      <a:pt x="110" y="102"/>
                      <a:pt x="110" y="102"/>
                      <a:pt x="110" y="102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6" name="Freeform 198">
                <a:extLst>
                  <a:ext uri="{FF2B5EF4-FFF2-40B4-BE49-F238E27FC236}">
                    <a16:creationId xmlns:a16="http://schemas.microsoft.com/office/drawing/2014/main" id="{91C7A39E-CCA3-48E5-A760-B75CE71685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2" y="1183"/>
                <a:ext cx="602" cy="261"/>
              </a:xfrm>
              <a:custGeom>
                <a:avLst/>
                <a:gdLst>
                  <a:gd name="T0" fmla="*/ 25 w 316"/>
                  <a:gd name="T1" fmla="*/ 137 h 137"/>
                  <a:gd name="T2" fmla="*/ 1 w 316"/>
                  <a:gd name="T3" fmla="*/ 106 h 137"/>
                  <a:gd name="T4" fmla="*/ 55 w 316"/>
                  <a:gd name="T5" fmla="*/ 77 h 137"/>
                  <a:gd name="T6" fmla="*/ 56 w 316"/>
                  <a:gd name="T7" fmla="*/ 63 h 137"/>
                  <a:gd name="T8" fmla="*/ 68 w 316"/>
                  <a:gd name="T9" fmla="*/ 50 h 137"/>
                  <a:gd name="T10" fmla="*/ 72 w 316"/>
                  <a:gd name="T11" fmla="*/ 52 h 137"/>
                  <a:gd name="T12" fmla="*/ 74 w 316"/>
                  <a:gd name="T13" fmla="*/ 60 h 137"/>
                  <a:gd name="T14" fmla="*/ 80 w 316"/>
                  <a:gd name="T15" fmla="*/ 76 h 137"/>
                  <a:gd name="T16" fmla="*/ 82 w 316"/>
                  <a:gd name="T17" fmla="*/ 76 h 137"/>
                  <a:gd name="T18" fmla="*/ 251 w 316"/>
                  <a:gd name="T19" fmla="*/ 12 h 137"/>
                  <a:gd name="T20" fmla="*/ 251 w 316"/>
                  <a:gd name="T21" fmla="*/ 11 h 137"/>
                  <a:gd name="T22" fmla="*/ 254 w 316"/>
                  <a:gd name="T23" fmla="*/ 7 h 137"/>
                  <a:gd name="T24" fmla="*/ 273 w 316"/>
                  <a:gd name="T25" fmla="*/ 0 h 137"/>
                  <a:gd name="T26" fmla="*/ 313 w 316"/>
                  <a:gd name="T27" fmla="*/ 21 h 137"/>
                  <a:gd name="T28" fmla="*/ 310 w 316"/>
                  <a:gd name="T29" fmla="*/ 39 h 137"/>
                  <a:gd name="T30" fmla="*/ 97 w 316"/>
                  <a:gd name="T31" fmla="*/ 106 h 137"/>
                  <a:gd name="T32" fmla="*/ 78 w 316"/>
                  <a:gd name="T33" fmla="*/ 124 h 137"/>
                  <a:gd name="T34" fmla="*/ 57 w 316"/>
                  <a:gd name="T35" fmla="*/ 129 h 137"/>
                  <a:gd name="T36" fmla="*/ 26 w 316"/>
                  <a:gd name="T37" fmla="*/ 137 h 137"/>
                  <a:gd name="T38" fmla="*/ 25 w 316"/>
                  <a:gd name="T39" fmla="*/ 13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16" h="137">
                    <a:moveTo>
                      <a:pt x="25" y="137"/>
                    </a:moveTo>
                    <a:cubicBezTo>
                      <a:pt x="22" y="135"/>
                      <a:pt x="0" y="118"/>
                      <a:pt x="1" y="106"/>
                    </a:cubicBezTo>
                    <a:cubicBezTo>
                      <a:pt x="2" y="94"/>
                      <a:pt x="43" y="81"/>
                      <a:pt x="55" y="77"/>
                    </a:cubicBezTo>
                    <a:cubicBezTo>
                      <a:pt x="54" y="74"/>
                      <a:pt x="53" y="68"/>
                      <a:pt x="56" y="63"/>
                    </a:cubicBezTo>
                    <a:cubicBezTo>
                      <a:pt x="61" y="54"/>
                      <a:pt x="65" y="50"/>
                      <a:pt x="68" y="50"/>
                    </a:cubicBezTo>
                    <a:cubicBezTo>
                      <a:pt x="70" y="50"/>
                      <a:pt x="71" y="51"/>
                      <a:pt x="72" y="52"/>
                    </a:cubicBezTo>
                    <a:cubicBezTo>
                      <a:pt x="74" y="54"/>
                      <a:pt x="75" y="57"/>
                      <a:pt x="74" y="60"/>
                    </a:cubicBezTo>
                    <a:cubicBezTo>
                      <a:pt x="74" y="63"/>
                      <a:pt x="75" y="75"/>
                      <a:pt x="80" y="76"/>
                    </a:cubicBezTo>
                    <a:cubicBezTo>
                      <a:pt x="81" y="76"/>
                      <a:pt x="81" y="76"/>
                      <a:pt x="82" y="76"/>
                    </a:cubicBezTo>
                    <a:cubicBezTo>
                      <a:pt x="101" y="76"/>
                      <a:pt x="208" y="65"/>
                      <a:pt x="251" y="12"/>
                    </a:cubicBezTo>
                    <a:cubicBezTo>
                      <a:pt x="251" y="11"/>
                      <a:pt x="251" y="11"/>
                      <a:pt x="251" y="11"/>
                    </a:cubicBezTo>
                    <a:cubicBezTo>
                      <a:pt x="252" y="10"/>
                      <a:pt x="253" y="8"/>
                      <a:pt x="254" y="7"/>
                    </a:cubicBezTo>
                    <a:cubicBezTo>
                      <a:pt x="259" y="2"/>
                      <a:pt x="265" y="0"/>
                      <a:pt x="273" y="0"/>
                    </a:cubicBezTo>
                    <a:cubicBezTo>
                      <a:pt x="289" y="0"/>
                      <a:pt x="307" y="10"/>
                      <a:pt x="313" y="21"/>
                    </a:cubicBezTo>
                    <a:cubicBezTo>
                      <a:pt x="316" y="27"/>
                      <a:pt x="315" y="34"/>
                      <a:pt x="310" y="39"/>
                    </a:cubicBezTo>
                    <a:cubicBezTo>
                      <a:pt x="269" y="74"/>
                      <a:pt x="194" y="98"/>
                      <a:pt x="97" y="106"/>
                    </a:cubicBezTo>
                    <a:cubicBezTo>
                      <a:pt x="95" y="109"/>
                      <a:pt x="87" y="120"/>
                      <a:pt x="78" y="124"/>
                    </a:cubicBezTo>
                    <a:cubicBezTo>
                      <a:pt x="73" y="126"/>
                      <a:pt x="66" y="127"/>
                      <a:pt x="57" y="129"/>
                    </a:cubicBezTo>
                    <a:cubicBezTo>
                      <a:pt x="47" y="131"/>
                      <a:pt x="36" y="133"/>
                      <a:pt x="26" y="137"/>
                    </a:cubicBezTo>
                    <a:cubicBezTo>
                      <a:pt x="25" y="137"/>
                      <a:pt x="25" y="137"/>
                      <a:pt x="25" y="13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7" name="Freeform 199">
                <a:extLst>
                  <a:ext uri="{FF2B5EF4-FFF2-40B4-BE49-F238E27FC236}">
                    <a16:creationId xmlns:a16="http://schemas.microsoft.com/office/drawing/2014/main" id="{911C23C5-162E-48C1-9DA6-0C7A713C881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80" y="1179"/>
                <a:ext cx="616" cy="271"/>
              </a:xfrm>
              <a:custGeom>
                <a:avLst/>
                <a:gdLst>
                  <a:gd name="T0" fmla="*/ 274 w 323"/>
                  <a:gd name="T1" fmla="*/ 4 h 142"/>
                  <a:gd name="T2" fmla="*/ 310 w 323"/>
                  <a:gd name="T3" fmla="*/ 40 h 142"/>
                  <a:gd name="T4" fmla="*/ 97 w 323"/>
                  <a:gd name="T5" fmla="*/ 106 h 142"/>
                  <a:gd name="T6" fmla="*/ 78 w 323"/>
                  <a:gd name="T7" fmla="*/ 124 h 142"/>
                  <a:gd name="T8" fmla="*/ 27 w 323"/>
                  <a:gd name="T9" fmla="*/ 137 h 142"/>
                  <a:gd name="T10" fmla="*/ 4 w 323"/>
                  <a:gd name="T11" fmla="*/ 108 h 142"/>
                  <a:gd name="T12" fmla="*/ 59 w 323"/>
                  <a:gd name="T13" fmla="*/ 80 h 142"/>
                  <a:gd name="T14" fmla="*/ 59 w 323"/>
                  <a:gd name="T15" fmla="*/ 66 h 142"/>
                  <a:gd name="T16" fmla="*/ 69 w 323"/>
                  <a:gd name="T17" fmla="*/ 54 h 142"/>
                  <a:gd name="T18" fmla="*/ 73 w 323"/>
                  <a:gd name="T19" fmla="*/ 61 h 142"/>
                  <a:gd name="T20" fmla="*/ 81 w 323"/>
                  <a:gd name="T21" fmla="*/ 80 h 142"/>
                  <a:gd name="T22" fmla="*/ 83 w 323"/>
                  <a:gd name="T23" fmla="*/ 80 h 142"/>
                  <a:gd name="T24" fmla="*/ 254 w 323"/>
                  <a:gd name="T25" fmla="*/ 15 h 142"/>
                  <a:gd name="T26" fmla="*/ 254 w 323"/>
                  <a:gd name="T27" fmla="*/ 15 h 142"/>
                  <a:gd name="T28" fmla="*/ 254 w 323"/>
                  <a:gd name="T29" fmla="*/ 15 h 142"/>
                  <a:gd name="T30" fmla="*/ 257 w 323"/>
                  <a:gd name="T31" fmla="*/ 10 h 142"/>
                  <a:gd name="T32" fmla="*/ 274 w 323"/>
                  <a:gd name="T33" fmla="*/ 4 h 142"/>
                  <a:gd name="T34" fmla="*/ 274 w 323"/>
                  <a:gd name="T35" fmla="*/ 0 h 142"/>
                  <a:gd name="T36" fmla="*/ 254 w 323"/>
                  <a:gd name="T37" fmla="*/ 7 h 142"/>
                  <a:gd name="T38" fmla="*/ 254 w 323"/>
                  <a:gd name="T39" fmla="*/ 7 h 142"/>
                  <a:gd name="T40" fmla="*/ 254 w 323"/>
                  <a:gd name="T41" fmla="*/ 8 h 142"/>
                  <a:gd name="T42" fmla="*/ 250 w 323"/>
                  <a:gd name="T43" fmla="*/ 12 h 142"/>
                  <a:gd name="T44" fmla="*/ 250 w 323"/>
                  <a:gd name="T45" fmla="*/ 12 h 142"/>
                  <a:gd name="T46" fmla="*/ 250 w 323"/>
                  <a:gd name="T47" fmla="*/ 12 h 142"/>
                  <a:gd name="T48" fmla="*/ 83 w 323"/>
                  <a:gd name="T49" fmla="*/ 76 h 142"/>
                  <a:gd name="T50" fmla="*/ 82 w 323"/>
                  <a:gd name="T51" fmla="*/ 76 h 142"/>
                  <a:gd name="T52" fmla="*/ 77 w 323"/>
                  <a:gd name="T53" fmla="*/ 62 h 142"/>
                  <a:gd name="T54" fmla="*/ 75 w 323"/>
                  <a:gd name="T55" fmla="*/ 53 h 142"/>
                  <a:gd name="T56" fmla="*/ 69 w 323"/>
                  <a:gd name="T57" fmla="*/ 50 h 142"/>
                  <a:gd name="T58" fmla="*/ 55 w 323"/>
                  <a:gd name="T59" fmla="*/ 64 h 142"/>
                  <a:gd name="T60" fmla="*/ 54 w 323"/>
                  <a:gd name="T61" fmla="*/ 77 h 142"/>
                  <a:gd name="T62" fmla="*/ 0 w 323"/>
                  <a:gd name="T63" fmla="*/ 108 h 142"/>
                  <a:gd name="T64" fmla="*/ 24 w 323"/>
                  <a:gd name="T65" fmla="*/ 140 h 142"/>
                  <a:gd name="T66" fmla="*/ 26 w 323"/>
                  <a:gd name="T67" fmla="*/ 142 h 142"/>
                  <a:gd name="T68" fmla="*/ 28 w 323"/>
                  <a:gd name="T69" fmla="*/ 141 h 142"/>
                  <a:gd name="T70" fmla="*/ 59 w 323"/>
                  <a:gd name="T71" fmla="*/ 133 h 142"/>
                  <a:gd name="T72" fmla="*/ 79 w 323"/>
                  <a:gd name="T73" fmla="*/ 128 h 142"/>
                  <a:gd name="T74" fmla="*/ 99 w 323"/>
                  <a:gd name="T75" fmla="*/ 110 h 142"/>
                  <a:gd name="T76" fmla="*/ 312 w 323"/>
                  <a:gd name="T77" fmla="*/ 43 h 142"/>
                  <a:gd name="T78" fmla="*/ 313 w 323"/>
                  <a:gd name="T79" fmla="*/ 43 h 142"/>
                  <a:gd name="T80" fmla="*/ 313 w 323"/>
                  <a:gd name="T81" fmla="*/ 42 h 142"/>
                  <a:gd name="T82" fmla="*/ 315 w 323"/>
                  <a:gd name="T83" fmla="*/ 22 h 142"/>
                  <a:gd name="T84" fmla="*/ 274 w 323"/>
                  <a:gd name="T85" fmla="*/ 0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23" h="142">
                    <a:moveTo>
                      <a:pt x="274" y="4"/>
                    </a:moveTo>
                    <a:cubicBezTo>
                      <a:pt x="296" y="4"/>
                      <a:pt x="323" y="23"/>
                      <a:pt x="310" y="40"/>
                    </a:cubicBezTo>
                    <a:cubicBezTo>
                      <a:pt x="271" y="72"/>
                      <a:pt x="198" y="97"/>
                      <a:pt x="97" y="106"/>
                    </a:cubicBezTo>
                    <a:cubicBezTo>
                      <a:pt x="97" y="106"/>
                      <a:pt x="88" y="120"/>
                      <a:pt x="78" y="124"/>
                    </a:cubicBezTo>
                    <a:cubicBezTo>
                      <a:pt x="68" y="129"/>
                      <a:pt x="44" y="129"/>
                      <a:pt x="27" y="137"/>
                    </a:cubicBezTo>
                    <a:cubicBezTo>
                      <a:pt x="27" y="137"/>
                      <a:pt x="3" y="120"/>
                      <a:pt x="4" y="108"/>
                    </a:cubicBezTo>
                    <a:cubicBezTo>
                      <a:pt x="5" y="97"/>
                      <a:pt x="59" y="80"/>
                      <a:pt x="59" y="80"/>
                    </a:cubicBezTo>
                    <a:cubicBezTo>
                      <a:pt x="59" y="80"/>
                      <a:pt x="55" y="73"/>
                      <a:pt x="59" y="66"/>
                    </a:cubicBezTo>
                    <a:cubicBezTo>
                      <a:pt x="62" y="59"/>
                      <a:pt x="66" y="54"/>
                      <a:pt x="69" y="54"/>
                    </a:cubicBezTo>
                    <a:cubicBezTo>
                      <a:pt x="72" y="54"/>
                      <a:pt x="74" y="58"/>
                      <a:pt x="73" y="61"/>
                    </a:cubicBezTo>
                    <a:cubicBezTo>
                      <a:pt x="73" y="65"/>
                      <a:pt x="74" y="79"/>
                      <a:pt x="81" y="80"/>
                    </a:cubicBezTo>
                    <a:cubicBezTo>
                      <a:pt x="81" y="80"/>
                      <a:pt x="82" y="80"/>
                      <a:pt x="83" y="80"/>
                    </a:cubicBezTo>
                    <a:cubicBezTo>
                      <a:pt x="100" y="80"/>
                      <a:pt x="210" y="69"/>
                      <a:pt x="254" y="15"/>
                    </a:cubicBezTo>
                    <a:cubicBezTo>
                      <a:pt x="254" y="15"/>
                      <a:pt x="254" y="15"/>
                      <a:pt x="254" y="15"/>
                    </a:cubicBezTo>
                    <a:cubicBezTo>
                      <a:pt x="254" y="15"/>
                      <a:pt x="254" y="15"/>
                      <a:pt x="254" y="15"/>
                    </a:cubicBezTo>
                    <a:cubicBezTo>
                      <a:pt x="255" y="13"/>
                      <a:pt x="256" y="12"/>
                      <a:pt x="257" y="10"/>
                    </a:cubicBezTo>
                    <a:cubicBezTo>
                      <a:pt x="261" y="6"/>
                      <a:pt x="267" y="4"/>
                      <a:pt x="274" y="4"/>
                    </a:cubicBezTo>
                    <a:moveTo>
                      <a:pt x="274" y="0"/>
                    </a:moveTo>
                    <a:cubicBezTo>
                      <a:pt x="266" y="0"/>
                      <a:pt x="259" y="2"/>
                      <a:pt x="254" y="7"/>
                    </a:cubicBezTo>
                    <a:cubicBezTo>
                      <a:pt x="254" y="7"/>
                      <a:pt x="254" y="7"/>
                      <a:pt x="254" y="7"/>
                    </a:cubicBezTo>
                    <a:cubicBezTo>
                      <a:pt x="254" y="8"/>
                      <a:pt x="254" y="8"/>
                      <a:pt x="254" y="8"/>
                    </a:cubicBezTo>
                    <a:cubicBezTo>
                      <a:pt x="253" y="9"/>
                      <a:pt x="252" y="11"/>
                      <a:pt x="250" y="12"/>
                    </a:cubicBezTo>
                    <a:cubicBezTo>
                      <a:pt x="250" y="12"/>
                      <a:pt x="250" y="12"/>
                      <a:pt x="250" y="12"/>
                    </a:cubicBezTo>
                    <a:cubicBezTo>
                      <a:pt x="250" y="12"/>
                      <a:pt x="250" y="12"/>
                      <a:pt x="250" y="12"/>
                    </a:cubicBezTo>
                    <a:cubicBezTo>
                      <a:pt x="208" y="65"/>
                      <a:pt x="102" y="76"/>
                      <a:pt x="83" y="76"/>
                    </a:cubicBezTo>
                    <a:cubicBezTo>
                      <a:pt x="82" y="76"/>
                      <a:pt x="82" y="76"/>
                      <a:pt x="82" y="76"/>
                    </a:cubicBezTo>
                    <a:cubicBezTo>
                      <a:pt x="78" y="75"/>
                      <a:pt x="77" y="65"/>
                      <a:pt x="77" y="62"/>
                    </a:cubicBezTo>
                    <a:cubicBezTo>
                      <a:pt x="78" y="59"/>
                      <a:pt x="77" y="55"/>
                      <a:pt x="75" y="53"/>
                    </a:cubicBezTo>
                    <a:cubicBezTo>
                      <a:pt x="73" y="51"/>
                      <a:pt x="71" y="50"/>
                      <a:pt x="69" y="50"/>
                    </a:cubicBezTo>
                    <a:cubicBezTo>
                      <a:pt x="65" y="50"/>
                      <a:pt x="61" y="54"/>
                      <a:pt x="55" y="64"/>
                    </a:cubicBezTo>
                    <a:cubicBezTo>
                      <a:pt x="52" y="69"/>
                      <a:pt x="53" y="74"/>
                      <a:pt x="54" y="77"/>
                    </a:cubicBezTo>
                    <a:cubicBezTo>
                      <a:pt x="35" y="83"/>
                      <a:pt x="1" y="96"/>
                      <a:pt x="0" y="108"/>
                    </a:cubicBezTo>
                    <a:cubicBezTo>
                      <a:pt x="0" y="110"/>
                      <a:pt x="0" y="123"/>
                      <a:pt x="24" y="140"/>
                    </a:cubicBezTo>
                    <a:cubicBezTo>
                      <a:pt x="26" y="142"/>
                      <a:pt x="26" y="142"/>
                      <a:pt x="26" y="142"/>
                    </a:cubicBezTo>
                    <a:cubicBezTo>
                      <a:pt x="28" y="141"/>
                      <a:pt x="28" y="141"/>
                      <a:pt x="28" y="141"/>
                    </a:cubicBezTo>
                    <a:cubicBezTo>
                      <a:pt x="37" y="137"/>
                      <a:pt x="49" y="135"/>
                      <a:pt x="59" y="133"/>
                    </a:cubicBezTo>
                    <a:cubicBezTo>
                      <a:pt x="67" y="131"/>
                      <a:pt x="75" y="130"/>
                      <a:pt x="79" y="128"/>
                    </a:cubicBezTo>
                    <a:cubicBezTo>
                      <a:pt x="88" y="124"/>
                      <a:pt x="96" y="114"/>
                      <a:pt x="99" y="110"/>
                    </a:cubicBezTo>
                    <a:cubicBezTo>
                      <a:pt x="196" y="101"/>
                      <a:pt x="271" y="77"/>
                      <a:pt x="312" y="43"/>
                    </a:cubicBezTo>
                    <a:cubicBezTo>
                      <a:pt x="313" y="43"/>
                      <a:pt x="313" y="43"/>
                      <a:pt x="313" y="43"/>
                    </a:cubicBezTo>
                    <a:cubicBezTo>
                      <a:pt x="313" y="42"/>
                      <a:pt x="313" y="42"/>
                      <a:pt x="313" y="42"/>
                    </a:cubicBezTo>
                    <a:cubicBezTo>
                      <a:pt x="318" y="36"/>
                      <a:pt x="319" y="29"/>
                      <a:pt x="315" y="22"/>
                    </a:cubicBezTo>
                    <a:cubicBezTo>
                      <a:pt x="309" y="10"/>
                      <a:pt x="291" y="0"/>
                      <a:pt x="27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8" name="Freeform 200">
                <a:extLst>
                  <a:ext uri="{FF2B5EF4-FFF2-40B4-BE49-F238E27FC236}">
                    <a16:creationId xmlns:a16="http://schemas.microsoft.com/office/drawing/2014/main" id="{97CD488E-AEED-400F-A608-597DEE9D40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" y="2461"/>
                <a:ext cx="47" cy="44"/>
              </a:xfrm>
              <a:custGeom>
                <a:avLst/>
                <a:gdLst>
                  <a:gd name="T0" fmla="*/ 5 w 25"/>
                  <a:gd name="T1" fmla="*/ 10 h 23"/>
                  <a:gd name="T2" fmla="*/ 16 w 25"/>
                  <a:gd name="T3" fmla="*/ 10 h 23"/>
                  <a:gd name="T4" fmla="*/ 23 w 25"/>
                  <a:gd name="T5" fmla="*/ 17 h 23"/>
                  <a:gd name="T6" fmla="*/ 24 w 25"/>
                  <a:gd name="T7" fmla="*/ 23 h 23"/>
                  <a:gd name="T8" fmla="*/ 0 w 25"/>
                  <a:gd name="T9" fmla="*/ 23 h 23"/>
                  <a:gd name="T10" fmla="*/ 5 w 25"/>
                  <a:gd name="T11" fmla="*/ 1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" h="23">
                    <a:moveTo>
                      <a:pt x="5" y="10"/>
                    </a:moveTo>
                    <a:cubicBezTo>
                      <a:pt x="1" y="2"/>
                      <a:pt x="19" y="0"/>
                      <a:pt x="16" y="10"/>
                    </a:cubicBezTo>
                    <a:cubicBezTo>
                      <a:pt x="16" y="10"/>
                      <a:pt x="22" y="15"/>
                      <a:pt x="23" y="17"/>
                    </a:cubicBezTo>
                    <a:cubicBezTo>
                      <a:pt x="24" y="19"/>
                      <a:pt x="25" y="22"/>
                      <a:pt x="24" y="23"/>
                    </a:cubicBezTo>
                    <a:cubicBezTo>
                      <a:pt x="23" y="23"/>
                      <a:pt x="0" y="23"/>
                      <a:pt x="0" y="23"/>
                    </a:cubicBezTo>
                    <a:cubicBezTo>
                      <a:pt x="0" y="23"/>
                      <a:pt x="0" y="17"/>
                      <a:pt x="5" y="1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9" name="Freeform 201">
                <a:extLst>
                  <a:ext uri="{FF2B5EF4-FFF2-40B4-BE49-F238E27FC236}">
                    <a16:creationId xmlns:a16="http://schemas.microsoft.com/office/drawing/2014/main" id="{2C36C9CA-3A5C-4BA5-9A1C-BF7991A2BF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7" y="1963"/>
                <a:ext cx="311" cy="518"/>
              </a:xfrm>
              <a:custGeom>
                <a:avLst/>
                <a:gdLst>
                  <a:gd name="T0" fmla="*/ 19 w 163"/>
                  <a:gd name="T1" fmla="*/ 12 h 271"/>
                  <a:gd name="T2" fmla="*/ 163 w 163"/>
                  <a:gd name="T3" fmla="*/ 80 h 271"/>
                  <a:gd name="T4" fmla="*/ 131 w 163"/>
                  <a:gd name="T5" fmla="*/ 71 h 271"/>
                  <a:gd name="T6" fmla="*/ 119 w 163"/>
                  <a:gd name="T7" fmla="*/ 85 h 271"/>
                  <a:gd name="T8" fmla="*/ 137 w 163"/>
                  <a:gd name="T9" fmla="*/ 127 h 271"/>
                  <a:gd name="T10" fmla="*/ 130 w 163"/>
                  <a:gd name="T11" fmla="*/ 174 h 271"/>
                  <a:gd name="T12" fmla="*/ 119 w 163"/>
                  <a:gd name="T13" fmla="*/ 171 h 271"/>
                  <a:gd name="T14" fmla="*/ 105 w 163"/>
                  <a:gd name="T15" fmla="*/ 119 h 271"/>
                  <a:gd name="T16" fmla="*/ 77 w 163"/>
                  <a:gd name="T17" fmla="*/ 271 h 271"/>
                  <a:gd name="T18" fmla="*/ 68 w 163"/>
                  <a:gd name="T19" fmla="*/ 271 h 271"/>
                  <a:gd name="T20" fmla="*/ 91 w 163"/>
                  <a:gd name="T21" fmla="*/ 80 h 271"/>
                  <a:gd name="T22" fmla="*/ 80 w 163"/>
                  <a:gd name="T23" fmla="*/ 38 h 271"/>
                  <a:gd name="T24" fmla="*/ 17 w 163"/>
                  <a:gd name="T25" fmla="*/ 17 h 271"/>
                  <a:gd name="T26" fmla="*/ 12 w 163"/>
                  <a:gd name="T27" fmla="*/ 23 h 271"/>
                  <a:gd name="T28" fmla="*/ 1 w 163"/>
                  <a:gd name="T29" fmla="*/ 19 h 271"/>
                  <a:gd name="T30" fmla="*/ 5 w 163"/>
                  <a:gd name="T31" fmla="*/ 10 h 271"/>
                  <a:gd name="T32" fmla="*/ 14 w 163"/>
                  <a:gd name="T33" fmla="*/ 8 h 271"/>
                  <a:gd name="T34" fmla="*/ 19 w 163"/>
                  <a:gd name="T35" fmla="*/ 12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63" h="271">
                    <a:moveTo>
                      <a:pt x="19" y="12"/>
                    </a:moveTo>
                    <a:cubicBezTo>
                      <a:pt x="94" y="0"/>
                      <a:pt x="139" y="36"/>
                      <a:pt x="163" y="80"/>
                    </a:cubicBezTo>
                    <a:cubicBezTo>
                      <a:pt x="163" y="80"/>
                      <a:pt x="159" y="86"/>
                      <a:pt x="131" y="71"/>
                    </a:cubicBezTo>
                    <a:cubicBezTo>
                      <a:pt x="119" y="85"/>
                      <a:pt x="119" y="85"/>
                      <a:pt x="119" y="85"/>
                    </a:cubicBezTo>
                    <a:cubicBezTo>
                      <a:pt x="119" y="85"/>
                      <a:pt x="137" y="101"/>
                      <a:pt x="137" y="127"/>
                    </a:cubicBezTo>
                    <a:cubicBezTo>
                      <a:pt x="137" y="153"/>
                      <a:pt x="134" y="168"/>
                      <a:pt x="130" y="174"/>
                    </a:cubicBezTo>
                    <a:cubicBezTo>
                      <a:pt x="126" y="180"/>
                      <a:pt x="121" y="175"/>
                      <a:pt x="119" y="171"/>
                    </a:cubicBezTo>
                    <a:cubicBezTo>
                      <a:pt x="117" y="167"/>
                      <a:pt x="119" y="138"/>
                      <a:pt x="105" y="119"/>
                    </a:cubicBezTo>
                    <a:cubicBezTo>
                      <a:pt x="105" y="119"/>
                      <a:pt x="76" y="159"/>
                      <a:pt x="77" y="271"/>
                    </a:cubicBezTo>
                    <a:cubicBezTo>
                      <a:pt x="68" y="271"/>
                      <a:pt x="68" y="271"/>
                      <a:pt x="68" y="271"/>
                    </a:cubicBezTo>
                    <a:cubicBezTo>
                      <a:pt x="68" y="271"/>
                      <a:pt x="54" y="163"/>
                      <a:pt x="91" y="80"/>
                    </a:cubicBezTo>
                    <a:cubicBezTo>
                      <a:pt x="91" y="80"/>
                      <a:pt x="82" y="65"/>
                      <a:pt x="80" y="38"/>
                    </a:cubicBezTo>
                    <a:cubicBezTo>
                      <a:pt x="80" y="38"/>
                      <a:pt x="59" y="12"/>
                      <a:pt x="17" y="17"/>
                    </a:cubicBezTo>
                    <a:cubicBezTo>
                      <a:pt x="17" y="17"/>
                      <a:pt x="14" y="22"/>
                      <a:pt x="12" y="23"/>
                    </a:cubicBezTo>
                    <a:cubicBezTo>
                      <a:pt x="10" y="23"/>
                      <a:pt x="2" y="22"/>
                      <a:pt x="1" y="19"/>
                    </a:cubicBezTo>
                    <a:cubicBezTo>
                      <a:pt x="0" y="15"/>
                      <a:pt x="3" y="11"/>
                      <a:pt x="5" y="10"/>
                    </a:cubicBezTo>
                    <a:cubicBezTo>
                      <a:pt x="7" y="8"/>
                      <a:pt x="12" y="8"/>
                      <a:pt x="14" y="8"/>
                    </a:cubicBezTo>
                    <a:cubicBezTo>
                      <a:pt x="17" y="9"/>
                      <a:pt x="19" y="12"/>
                      <a:pt x="19" y="12"/>
                    </a:cubicBezTo>
                    <a:close/>
                  </a:path>
                </a:pathLst>
              </a:custGeom>
              <a:solidFill>
                <a:srgbClr val="DDDDDD"/>
              </a:solidFill>
              <a:ln w="12700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60" name="Freeform 202">
                <a:extLst>
                  <a:ext uri="{FF2B5EF4-FFF2-40B4-BE49-F238E27FC236}">
                    <a16:creationId xmlns:a16="http://schemas.microsoft.com/office/drawing/2014/main" id="{958F7DFC-0A35-4404-A508-EBE0FF3624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0" y="1979"/>
                <a:ext cx="73" cy="80"/>
              </a:xfrm>
              <a:custGeom>
                <a:avLst/>
                <a:gdLst>
                  <a:gd name="T0" fmla="*/ 5 w 38"/>
                  <a:gd name="T1" fmla="*/ 8 h 42"/>
                  <a:gd name="T2" fmla="*/ 9 w 38"/>
                  <a:gd name="T3" fmla="*/ 38 h 42"/>
                  <a:gd name="T4" fmla="*/ 33 w 38"/>
                  <a:gd name="T5" fmla="*/ 18 h 42"/>
                  <a:gd name="T6" fmla="*/ 21 w 38"/>
                  <a:gd name="T7" fmla="*/ 0 h 42"/>
                  <a:gd name="T8" fmla="*/ 5 w 38"/>
                  <a:gd name="T9" fmla="*/ 8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42">
                    <a:moveTo>
                      <a:pt x="5" y="8"/>
                    </a:moveTo>
                    <a:cubicBezTo>
                      <a:pt x="0" y="18"/>
                      <a:pt x="1" y="35"/>
                      <a:pt x="9" y="38"/>
                    </a:cubicBezTo>
                    <a:cubicBezTo>
                      <a:pt x="16" y="42"/>
                      <a:pt x="28" y="32"/>
                      <a:pt x="33" y="18"/>
                    </a:cubicBezTo>
                    <a:cubicBezTo>
                      <a:pt x="38" y="5"/>
                      <a:pt x="26" y="0"/>
                      <a:pt x="21" y="0"/>
                    </a:cubicBezTo>
                    <a:cubicBezTo>
                      <a:pt x="16" y="0"/>
                      <a:pt x="9" y="1"/>
                      <a:pt x="5" y="8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61" name="Freeform 203">
                <a:extLst>
                  <a:ext uri="{FF2B5EF4-FFF2-40B4-BE49-F238E27FC236}">
                    <a16:creationId xmlns:a16="http://schemas.microsoft.com/office/drawing/2014/main" id="{37603709-FB7C-40C3-984C-DE0682C914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7" y="2301"/>
                <a:ext cx="41" cy="180"/>
              </a:xfrm>
              <a:custGeom>
                <a:avLst/>
                <a:gdLst>
                  <a:gd name="T0" fmla="*/ 5 w 21"/>
                  <a:gd name="T1" fmla="*/ 0 h 94"/>
                  <a:gd name="T2" fmla="*/ 5 w 21"/>
                  <a:gd name="T3" fmla="*/ 0 h 94"/>
                  <a:gd name="T4" fmla="*/ 5 w 21"/>
                  <a:gd name="T5" fmla="*/ 94 h 94"/>
                  <a:gd name="T6" fmla="*/ 14 w 21"/>
                  <a:gd name="T7" fmla="*/ 94 h 94"/>
                  <a:gd name="T8" fmla="*/ 21 w 21"/>
                  <a:gd name="T9" fmla="*/ 2 h 94"/>
                  <a:gd name="T10" fmla="*/ 21 w 21"/>
                  <a:gd name="T11" fmla="*/ 2 h 94"/>
                  <a:gd name="T12" fmla="*/ 5 w 21"/>
                  <a:gd name="T13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94">
                    <a:moveTo>
                      <a:pt x="5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0" y="52"/>
                      <a:pt x="5" y="94"/>
                      <a:pt x="5" y="94"/>
                    </a:cubicBezTo>
                    <a:cubicBezTo>
                      <a:pt x="14" y="94"/>
                      <a:pt x="14" y="94"/>
                      <a:pt x="14" y="94"/>
                    </a:cubicBezTo>
                    <a:cubicBezTo>
                      <a:pt x="14" y="55"/>
                      <a:pt x="17" y="25"/>
                      <a:pt x="21" y="2"/>
                    </a:cubicBezTo>
                    <a:cubicBezTo>
                      <a:pt x="21" y="2"/>
                      <a:pt x="21" y="2"/>
                      <a:pt x="21" y="2"/>
                    </a:cubicBez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62" name="Freeform 204">
                <a:extLst>
                  <a:ext uri="{FF2B5EF4-FFF2-40B4-BE49-F238E27FC236}">
                    <a16:creationId xmlns:a16="http://schemas.microsoft.com/office/drawing/2014/main" id="{01356ED1-1FDE-4E90-B674-D2E2A3960D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979"/>
                <a:ext cx="147" cy="36"/>
              </a:xfrm>
              <a:custGeom>
                <a:avLst/>
                <a:gdLst>
                  <a:gd name="T0" fmla="*/ 77 w 77"/>
                  <a:gd name="T1" fmla="*/ 5 h 19"/>
                  <a:gd name="T2" fmla="*/ 19 w 77"/>
                  <a:gd name="T3" fmla="*/ 4 h 19"/>
                  <a:gd name="T4" fmla="*/ 14 w 77"/>
                  <a:gd name="T5" fmla="*/ 0 h 19"/>
                  <a:gd name="T6" fmla="*/ 5 w 77"/>
                  <a:gd name="T7" fmla="*/ 2 h 19"/>
                  <a:gd name="T8" fmla="*/ 1 w 77"/>
                  <a:gd name="T9" fmla="*/ 11 h 19"/>
                  <a:gd name="T10" fmla="*/ 12 w 77"/>
                  <a:gd name="T11" fmla="*/ 15 h 19"/>
                  <a:gd name="T12" fmla="*/ 17 w 77"/>
                  <a:gd name="T13" fmla="*/ 9 h 19"/>
                  <a:gd name="T14" fmla="*/ 66 w 77"/>
                  <a:gd name="T15" fmla="*/ 19 h 19"/>
                  <a:gd name="T16" fmla="*/ 66 w 77"/>
                  <a:gd name="T17" fmla="*/ 19 h 19"/>
                  <a:gd name="T18" fmla="*/ 77 w 77"/>
                  <a:gd name="T1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7" h="19">
                    <a:moveTo>
                      <a:pt x="77" y="5"/>
                    </a:moveTo>
                    <a:cubicBezTo>
                      <a:pt x="60" y="1"/>
                      <a:pt x="41" y="0"/>
                      <a:pt x="19" y="4"/>
                    </a:cubicBezTo>
                    <a:cubicBezTo>
                      <a:pt x="19" y="4"/>
                      <a:pt x="17" y="1"/>
                      <a:pt x="14" y="0"/>
                    </a:cubicBezTo>
                    <a:cubicBezTo>
                      <a:pt x="12" y="0"/>
                      <a:pt x="7" y="0"/>
                      <a:pt x="5" y="2"/>
                    </a:cubicBezTo>
                    <a:cubicBezTo>
                      <a:pt x="3" y="3"/>
                      <a:pt x="0" y="7"/>
                      <a:pt x="1" y="11"/>
                    </a:cubicBezTo>
                    <a:cubicBezTo>
                      <a:pt x="2" y="14"/>
                      <a:pt x="10" y="15"/>
                      <a:pt x="12" y="15"/>
                    </a:cubicBezTo>
                    <a:cubicBezTo>
                      <a:pt x="14" y="14"/>
                      <a:pt x="17" y="9"/>
                      <a:pt x="17" y="9"/>
                    </a:cubicBezTo>
                    <a:cubicBezTo>
                      <a:pt x="39" y="7"/>
                      <a:pt x="55" y="12"/>
                      <a:pt x="66" y="19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0" y="13"/>
                      <a:pt x="69" y="3"/>
                      <a:pt x="77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sp>
          <p:nvSpPr>
            <p:cNvPr id="8" name="Freeform 206">
              <a:extLst>
                <a:ext uri="{FF2B5EF4-FFF2-40B4-BE49-F238E27FC236}">
                  <a16:creationId xmlns:a16="http://schemas.microsoft.com/office/drawing/2014/main" id="{648C9F75-49CF-4015-8DA9-6B34CF2B2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5" y="2076"/>
              <a:ext cx="53" cy="50"/>
            </a:xfrm>
            <a:custGeom>
              <a:avLst/>
              <a:gdLst>
                <a:gd name="T0" fmla="*/ 28 w 28"/>
                <a:gd name="T1" fmla="*/ 21 h 26"/>
                <a:gd name="T2" fmla="*/ 15 w 28"/>
                <a:gd name="T3" fmla="*/ 0 h 26"/>
                <a:gd name="T4" fmla="*/ 0 w 28"/>
                <a:gd name="T5" fmla="*/ 14 h 26"/>
                <a:gd name="T6" fmla="*/ 28 w 28"/>
                <a:gd name="T7" fmla="*/ 2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26">
                  <a:moveTo>
                    <a:pt x="28" y="21"/>
                  </a:moveTo>
                  <a:cubicBezTo>
                    <a:pt x="24" y="14"/>
                    <a:pt x="20" y="7"/>
                    <a:pt x="15" y="0"/>
                  </a:cubicBezTo>
                  <a:cubicBezTo>
                    <a:pt x="18" y="7"/>
                    <a:pt x="6" y="17"/>
                    <a:pt x="0" y="14"/>
                  </a:cubicBezTo>
                  <a:cubicBezTo>
                    <a:pt x="24" y="26"/>
                    <a:pt x="28" y="21"/>
                    <a:pt x="28" y="21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" name="Freeform 207">
              <a:extLst>
                <a:ext uri="{FF2B5EF4-FFF2-40B4-BE49-F238E27FC236}">
                  <a16:creationId xmlns:a16="http://schemas.microsoft.com/office/drawing/2014/main" id="{B3F0ABFD-A181-43F7-9BB2-A928462C3F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" y="2116"/>
              <a:ext cx="117" cy="103"/>
            </a:xfrm>
            <a:custGeom>
              <a:avLst/>
              <a:gdLst>
                <a:gd name="T0" fmla="*/ 15 w 61"/>
                <a:gd name="T1" fmla="*/ 0 h 54"/>
                <a:gd name="T2" fmla="*/ 0 w 61"/>
                <a:gd name="T3" fmla="*/ 46 h 54"/>
                <a:gd name="T4" fmla="*/ 22 w 61"/>
                <a:gd name="T5" fmla="*/ 52 h 54"/>
                <a:gd name="T6" fmla="*/ 22 w 61"/>
                <a:gd name="T7" fmla="*/ 52 h 54"/>
                <a:gd name="T8" fmla="*/ 29 w 61"/>
                <a:gd name="T9" fmla="*/ 39 h 54"/>
                <a:gd name="T10" fmla="*/ 33 w 61"/>
                <a:gd name="T11" fmla="*/ 46 h 54"/>
                <a:gd name="T12" fmla="*/ 34 w 61"/>
                <a:gd name="T13" fmla="*/ 48 h 54"/>
                <a:gd name="T14" fmla="*/ 61 w 61"/>
                <a:gd name="T15" fmla="*/ 45 h 54"/>
                <a:gd name="T16" fmla="*/ 43 w 61"/>
                <a:gd name="T17" fmla="*/ 5 h 54"/>
                <a:gd name="T18" fmla="*/ 15 w 61"/>
                <a:gd name="T1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54">
                  <a:moveTo>
                    <a:pt x="15" y="0"/>
                  </a:moveTo>
                  <a:cubicBezTo>
                    <a:pt x="8" y="15"/>
                    <a:pt x="3" y="31"/>
                    <a:pt x="0" y="46"/>
                  </a:cubicBezTo>
                  <a:cubicBezTo>
                    <a:pt x="4" y="44"/>
                    <a:pt x="25" y="45"/>
                    <a:pt x="22" y="52"/>
                  </a:cubicBezTo>
                  <a:cubicBezTo>
                    <a:pt x="22" y="52"/>
                    <a:pt x="22" y="52"/>
                    <a:pt x="22" y="52"/>
                  </a:cubicBezTo>
                  <a:cubicBezTo>
                    <a:pt x="26" y="43"/>
                    <a:pt x="29" y="39"/>
                    <a:pt x="29" y="39"/>
                  </a:cubicBezTo>
                  <a:cubicBezTo>
                    <a:pt x="30" y="41"/>
                    <a:pt x="32" y="43"/>
                    <a:pt x="33" y="46"/>
                  </a:cubicBezTo>
                  <a:cubicBezTo>
                    <a:pt x="33" y="46"/>
                    <a:pt x="34" y="47"/>
                    <a:pt x="34" y="48"/>
                  </a:cubicBezTo>
                  <a:cubicBezTo>
                    <a:pt x="36" y="54"/>
                    <a:pt x="60" y="51"/>
                    <a:pt x="61" y="45"/>
                  </a:cubicBezTo>
                  <a:cubicBezTo>
                    <a:pt x="60" y="20"/>
                    <a:pt x="43" y="5"/>
                    <a:pt x="43" y="5"/>
                  </a:cubicBezTo>
                  <a:cubicBezTo>
                    <a:pt x="43" y="5"/>
                    <a:pt x="28" y="6"/>
                    <a:pt x="15" y="0"/>
                  </a:cubicBezTo>
                  <a:close/>
                </a:path>
              </a:pathLst>
            </a:custGeom>
            <a:solidFill>
              <a:srgbClr val="666666"/>
            </a:solidFill>
            <a:ln w="12700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" name="Freeform 208">
              <a:extLst>
                <a:ext uri="{FF2B5EF4-FFF2-40B4-BE49-F238E27FC236}">
                  <a16:creationId xmlns:a16="http://schemas.microsoft.com/office/drawing/2014/main" id="{982E5E0C-B63E-4257-ABD0-DBFB5113B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0" y="1956"/>
              <a:ext cx="84" cy="78"/>
            </a:xfrm>
            <a:custGeom>
              <a:avLst/>
              <a:gdLst>
                <a:gd name="T0" fmla="*/ 9 w 44"/>
                <a:gd name="T1" fmla="*/ 22 h 41"/>
                <a:gd name="T2" fmla="*/ 26 w 44"/>
                <a:gd name="T3" fmla="*/ 26 h 41"/>
                <a:gd name="T4" fmla="*/ 27 w 44"/>
                <a:gd name="T5" fmla="*/ 33 h 41"/>
                <a:gd name="T6" fmla="*/ 26 w 44"/>
                <a:gd name="T7" fmla="*/ 39 h 41"/>
                <a:gd name="T8" fmla="*/ 27 w 44"/>
                <a:gd name="T9" fmla="*/ 41 h 41"/>
                <a:gd name="T10" fmla="*/ 39 w 44"/>
                <a:gd name="T11" fmla="*/ 27 h 41"/>
                <a:gd name="T12" fmla="*/ 34 w 44"/>
                <a:gd name="T13" fmla="*/ 12 h 41"/>
                <a:gd name="T14" fmla="*/ 9 w 44"/>
                <a:gd name="T15" fmla="*/ 10 h 41"/>
                <a:gd name="T16" fmla="*/ 2 w 44"/>
                <a:gd name="T17" fmla="*/ 18 h 41"/>
                <a:gd name="T18" fmla="*/ 2 w 44"/>
                <a:gd name="T19" fmla="*/ 31 h 41"/>
                <a:gd name="T20" fmla="*/ 9 w 44"/>
                <a:gd name="T21" fmla="*/ 2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" h="41">
                  <a:moveTo>
                    <a:pt x="9" y="22"/>
                  </a:moveTo>
                  <a:cubicBezTo>
                    <a:pt x="10" y="27"/>
                    <a:pt x="18" y="31"/>
                    <a:pt x="26" y="26"/>
                  </a:cubicBezTo>
                  <a:cubicBezTo>
                    <a:pt x="26" y="26"/>
                    <a:pt x="29" y="27"/>
                    <a:pt x="27" y="33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34" y="33"/>
                    <a:pt x="39" y="27"/>
                  </a:cubicBezTo>
                  <a:cubicBezTo>
                    <a:pt x="44" y="21"/>
                    <a:pt x="34" y="24"/>
                    <a:pt x="34" y="12"/>
                  </a:cubicBezTo>
                  <a:cubicBezTo>
                    <a:pt x="34" y="0"/>
                    <a:pt x="13" y="5"/>
                    <a:pt x="9" y="10"/>
                  </a:cubicBezTo>
                  <a:cubicBezTo>
                    <a:pt x="9" y="10"/>
                    <a:pt x="7" y="16"/>
                    <a:pt x="2" y="18"/>
                  </a:cubicBezTo>
                  <a:cubicBezTo>
                    <a:pt x="2" y="18"/>
                    <a:pt x="0" y="23"/>
                    <a:pt x="2" y="31"/>
                  </a:cubicBezTo>
                  <a:cubicBezTo>
                    <a:pt x="2" y="31"/>
                    <a:pt x="7" y="18"/>
                    <a:pt x="9" y="2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" name="Freeform 209">
              <a:extLst>
                <a:ext uri="{FF2B5EF4-FFF2-40B4-BE49-F238E27FC236}">
                  <a16:creationId xmlns:a16="http://schemas.microsoft.com/office/drawing/2014/main" id="{C023816F-A402-4FFA-AC49-9F66C30A3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2" y="2097"/>
              <a:ext cx="72" cy="42"/>
            </a:xfrm>
            <a:custGeom>
              <a:avLst/>
              <a:gdLst>
                <a:gd name="T0" fmla="*/ 38 w 38"/>
                <a:gd name="T1" fmla="*/ 10 h 22"/>
                <a:gd name="T2" fmla="*/ 18 w 38"/>
                <a:gd name="T3" fmla="*/ 13 h 22"/>
                <a:gd name="T4" fmla="*/ 17 w 38"/>
                <a:gd name="T5" fmla="*/ 18 h 22"/>
                <a:gd name="T6" fmla="*/ 11 w 38"/>
                <a:gd name="T7" fmla="*/ 20 h 22"/>
                <a:gd name="T8" fmla="*/ 1 w 38"/>
                <a:gd name="T9" fmla="*/ 15 h 22"/>
                <a:gd name="T10" fmla="*/ 3 w 38"/>
                <a:gd name="T11" fmla="*/ 5 h 22"/>
                <a:gd name="T12" fmla="*/ 9 w 38"/>
                <a:gd name="T13" fmla="*/ 4 h 22"/>
                <a:gd name="T14" fmla="*/ 15 w 38"/>
                <a:gd name="T15" fmla="*/ 6 h 22"/>
                <a:gd name="T16" fmla="*/ 27 w 38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22">
                  <a:moveTo>
                    <a:pt x="38" y="10"/>
                  </a:moveTo>
                  <a:cubicBezTo>
                    <a:pt x="33" y="16"/>
                    <a:pt x="18" y="13"/>
                    <a:pt x="18" y="13"/>
                  </a:cubicBezTo>
                  <a:cubicBezTo>
                    <a:pt x="18" y="13"/>
                    <a:pt x="17" y="18"/>
                    <a:pt x="17" y="18"/>
                  </a:cubicBezTo>
                  <a:cubicBezTo>
                    <a:pt x="17" y="19"/>
                    <a:pt x="13" y="22"/>
                    <a:pt x="11" y="20"/>
                  </a:cubicBezTo>
                  <a:cubicBezTo>
                    <a:pt x="8" y="19"/>
                    <a:pt x="2" y="18"/>
                    <a:pt x="1" y="15"/>
                  </a:cubicBezTo>
                  <a:cubicBezTo>
                    <a:pt x="0" y="12"/>
                    <a:pt x="1" y="5"/>
                    <a:pt x="3" y="5"/>
                  </a:cubicBezTo>
                  <a:cubicBezTo>
                    <a:pt x="6" y="4"/>
                    <a:pt x="7" y="4"/>
                    <a:pt x="9" y="4"/>
                  </a:cubicBezTo>
                  <a:cubicBezTo>
                    <a:pt x="11" y="4"/>
                    <a:pt x="15" y="6"/>
                    <a:pt x="15" y="6"/>
                  </a:cubicBezTo>
                  <a:cubicBezTo>
                    <a:pt x="15" y="6"/>
                    <a:pt x="22" y="2"/>
                    <a:pt x="27" y="0"/>
                  </a:cubicBezTo>
                </a:path>
              </a:pathLst>
            </a:cu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" name="Freeform 210">
              <a:extLst>
                <a:ext uri="{FF2B5EF4-FFF2-40B4-BE49-F238E27FC236}">
                  <a16:creationId xmlns:a16="http://schemas.microsoft.com/office/drawing/2014/main" id="{E0EFEA00-5DC9-4102-B2E1-0A39485079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2" y="2097"/>
              <a:ext cx="72" cy="42"/>
            </a:xfrm>
            <a:custGeom>
              <a:avLst/>
              <a:gdLst>
                <a:gd name="T0" fmla="*/ 38 w 38"/>
                <a:gd name="T1" fmla="*/ 10 h 22"/>
                <a:gd name="T2" fmla="*/ 18 w 38"/>
                <a:gd name="T3" fmla="*/ 13 h 22"/>
                <a:gd name="T4" fmla="*/ 17 w 38"/>
                <a:gd name="T5" fmla="*/ 18 h 22"/>
                <a:gd name="T6" fmla="*/ 11 w 38"/>
                <a:gd name="T7" fmla="*/ 20 h 22"/>
                <a:gd name="T8" fmla="*/ 1 w 38"/>
                <a:gd name="T9" fmla="*/ 15 h 22"/>
                <a:gd name="T10" fmla="*/ 3 w 38"/>
                <a:gd name="T11" fmla="*/ 5 h 22"/>
                <a:gd name="T12" fmla="*/ 9 w 38"/>
                <a:gd name="T13" fmla="*/ 4 h 22"/>
                <a:gd name="T14" fmla="*/ 15 w 38"/>
                <a:gd name="T15" fmla="*/ 6 h 22"/>
                <a:gd name="T16" fmla="*/ 27 w 38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22">
                  <a:moveTo>
                    <a:pt x="38" y="10"/>
                  </a:moveTo>
                  <a:cubicBezTo>
                    <a:pt x="33" y="16"/>
                    <a:pt x="18" y="13"/>
                    <a:pt x="18" y="13"/>
                  </a:cubicBezTo>
                  <a:cubicBezTo>
                    <a:pt x="18" y="13"/>
                    <a:pt x="17" y="18"/>
                    <a:pt x="17" y="18"/>
                  </a:cubicBezTo>
                  <a:cubicBezTo>
                    <a:pt x="17" y="19"/>
                    <a:pt x="13" y="22"/>
                    <a:pt x="11" y="20"/>
                  </a:cubicBezTo>
                  <a:cubicBezTo>
                    <a:pt x="8" y="19"/>
                    <a:pt x="2" y="18"/>
                    <a:pt x="1" y="15"/>
                  </a:cubicBezTo>
                  <a:cubicBezTo>
                    <a:pt x="0" y="12"/>
                    <a:pt x="1" y="5"/>
                    <a:pt x="3" y="5"/>
                  </a:cubicBezTo>
                  <a:cubicBezTo>
                    <a:pt x="6" y="4"/>
                    <a:pt x="7" y="4"/>
                    <a:pt x="9" y="4"/>
                  </a:cubicBezTo>
                  <a:cubicBezTo>
                    <a:pt x="11" y="4"/>
                    <a:pt x="15" y="6"/>
                    <a:pt x="15" y="6"/>
                  </a:cubicBezTo>
                  <a:cubicBezTo>
                    <a:pt x="15" y="6"/>
                    <a:pt x="22" y="2"/>
                    <a:pt x="27" y="0"/>
                  </a:cubicBezTo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" name="Freeform 211">
              <a:extLst>
                <a:ext uri="{FF2B5EF4-FFF2-40B4-BE49-F238E27FC236}">
                  <a16:creationId xmlns:a16="http://schemas.microsoft.com/office/drawing/2014/main" id="{97D1FBD5-DDDF-424D-947A-87785A1CB9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8" y="2429"/>
              <a:ext cx="74" cy="69"/>
            </a:xfrm>
            <a:custGeom>
              <a:avLst/>
              <a:gdLst>
                <a:gd name="T0" fmla="*/ 32 w 39"/>
                <a:gd name="T1" fmla="*/ 15 h 36"/>
                <a:gd name="T2" fmla="*/ 13 w 39"/>
                <a:gd name="T3" fmla="*/ 15 h 36"/>
                <a:gd name="T4" fmla="*/ 3 w 39"/>
                <a:gd name="T5" fmla="*/ 27 h 36"/>
                <a:gd name="T6" fmla="*/ 1 w 39"/>
                <a:gd name="T7" fmla="*/ 36 h 36"/>
                <a:gd name="T8" fmla="*/ 39 w 39"/>
                <a:gd name="T9" fmla="*/ 36 h 36"/>
                <a:gd name="T10" fmla="*/ 32 w 39"/>
                <a:gd name="T11" fmla="*/ 1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" h="36">
                  <a:moveTo>
                    <a:pt x="32" y="15"/>
                  </a:moveTo>
                  <a:cubicBezTo>
                    <a:pt x="38" y="3"/>
                    <a:pt x="10" y="0"/>
                    <a:pt x="13" y="15"/>
                  </a:cubicBezTo>
                  <a:cubicBezTo>
                    <a:pt x="13" y="15"/>
                    <a:pt x="5" y="24"/>
                    <a:pt x="3" y="27"/>
                  </a:cubicBezTo>
                  <a:cubicBezTo>
                    <a:pt x="2" y="30"/>
                    <a:pt x="0" y="35"/>
                    <a:pt x="1" y="36"/>
                  </a:cubicBezTo>
                  <a:cubicBezTo>
                    <a:pt x="3" y="36"/>
                    <a:pt x="39" y="36"/>
                    <a:pt x="39" y="36"/>
                  </a:cubicBezTo>
                  <a:cubicBezTo>
                    <a:pt x="39" y="36"/>
                    <a:pt x="39" y="27"/>
                    <a:pt x="32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" name="Freeform 212">
              <a:extLst>
                <a:ext uri="{FF2B5EF4-FFF2-40B4-BE49-F238E27FC236}">
                  <a16:creationId xmlns:a16="http://schemas.microsoft.com/office/drawing/2014/main" id="{AEF9C560-55CE-4C7A-BC53-106FBAFB4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" y="1647"/>
              <a:ext cx="490" cy="813"/>
            </a:xfrm>
            <a:custGeom>
              <a:avLst/>
              <a:gdLst>
                <a:gd name="T0" fmla="*/ 227 w 257"/>
                <a:gd name="T1" fmla="*/ 18 h 426"/>
                <a:gd name="T2" fmla="*/ 0 w 257"/>
                <a:gd name="T3" fmla="*/ 125 h 426"/>
                <a:gd name="T4" fmla="*/ 50 w 257"/>
                <a:gd name="T5" fmla="*/ 111 h 426"/>
                <a:gd name="T6" fmla="*/ 69 w 257"/>
                <a:gd name="T7" fmla="*/ 133 h 426"/>
                <a:gd name="T8" fmla="*/ 40 w 257"/>
                <a:gd name="T9" fmla="*/ 199 h 426"/>
                <a:gd name="T10" fmla="*/ 52 w 257"/>
                <a:gd name="T11" fmla="*/ 273 h 426"/>
                <a:gd name="T12" fmla="*/ 69 w 257"/>
                <a:gd name="T13" fmla="*/ 268 h 426"/>
                <a:gd name="T14" fmla="*/ 92 w 257"/>
                <a:gd name="T15" fmla="*/ 186 h 426"/>
                <a:gd name="T16" fmla="*/ 135 w 257"/>
                <a:gd name="T17" fmla="*/ 426 h 426"/>
                <a:gd name="T18" fmla="*/ 149 w 257"/>
                <a:gd name="T19" fmla="*/ 426 h 426"/>
                <a:gd name="T20" fmla="*/ 113 w 257"/>
                <a:gd name="T21" fmla="*/ 125 h 426"/>
                <a:gd name="T22" fmla="*/ 131 w 257"/>
                <a:gd name="T23" fmla="*/ 59 h 426"/>
                <a:gd name="T24" fmla="*/ 230 w 257"/>
                <a:gd name="T25" fmla="*/ 27 h 426"/>
                <a:gd name="T26" fmla="*/ 238 w 257"/>
                <a:gd name="T27" fmla="*/ 35 h 426"/>
                <a:gd name="T28" fmla="*/ 256 w 257"/>
                <a:gd name="T29" fmla="*/ 29 h 426"/>
                <a:gd name="T30" fmla="*/ 248 w 257"/>
                <a:gd name="T31" fmla="*/ 15 h 426"/>
                <a:gd name="T32" fmla="*/ 234 w 257"/>
                <a:gd name="T33" fmla="*/ 13 h 426"/>
                <a:gd name="T34" fmla="*/ 227 w 257"/>
                <a:gd name="T35" fmla="*/ 18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7" h="426">
                  <a:moveTo>
                    <a:pt x="227" y="18"/>
                  </a:moveTo>
                  <a:cubicBezTo>
                    <a:pt x="109" y="0"/>
                    <a:pt x="38" y="56"/>
                    <a:pt x="0" y="125"/>
                  </a:cubicBezTo>
                  <a:cubicBezTo>
                    <a:pt x="0" y="125"/>
                    <a:pt x="7" y="134"/>
                    <a:pt x="50" y="111"/>
                  </a:cubicBezTo>
                  <a:cubicBezTo>
                    <a:pt x="69" y="133"/>
                    <a:pt x="69" y="133"/>
                    <a:pt x="69" y="133"/>
                  </a:cubicBezTo>
                  <a:cubicBezTo>
                    <a:pt x="69" y="133"/>
                    <a:pt x="40" y="158"/>
                    <a:pt x="40" y="199"/>
                  </a:cubicBezTo>
                  <a:cubicBezTo>
                    <a:pt x="40" y="240"/>
                    <a:pt x="46" y="263"/>
                    <a:pt x="52" y="273"/>
                  </a:cubicBezTo>
                  <a:cubicBezTo>
                    <a:pt x="58" y="283"/>
                    <a:pt x="66" y="275"/>
                    <a:pt x="69" y="268"/>
                  </a:cubicBezTo>
                  <a:cubicBezTo>
                    <a:pt x="73" y="261"/>
                    <a:pt x="70" y="216"/>
                    <a:pt x="92" y="186"/>
                  </a:cubicBezTo>
                  <a:cubicBezTo>
                    <a:pt x="92" y="186"/>
                    <a:pt x="136" y="250"/>
                    <a:pt x="135" y="426"/>
                  </a:cubicBezTo>
                  <a:cubicBezTo>
                    <a:pt x="149" y="426"/>
                    <a:pt x="149" y="426"/>
                    <a:pt x="149" y="426"/>
                  </a:cubicBezTo>
                  <a:cubicBezTo>
                    <a:pt x="149" y="426"/>
                    <a:pt x="171" y="255"/>
                    <a:pt x="113" y="125"/>
                  </a:cubicBezTo>
                  <a:cubicBezTo>
                    <a:pt x="113" y="125"/>
                    <a:pt x="128" y="102"/>
                    <a:pt x="131" y="59"/>
                  </a:cubicBezTo>
                  <a:cubicBezTo>
                    <a:pt x="131" y="59"/>
                    <a:pt x="163" y="19"/>
                    <a:pt x="230" y="27"/>
                  </a:cubicBezTo>
                  <a:cubicBezTo>
                    <a:pt x="230" y="27"/>
                    <a:pt x="234" y="34"/>
                    <a:pt x="238" y="35"/>
                  </a:cubicBezTo>
                  <a:cubicBezTo>
                    <a:pt x="241" y="36"/>
                    <a:pt x="254" y="35"/>
                    <a:pt x="256" y="29"/>
                  </a:cubicBezTo>
                  <a:cubicBezTo>
                    <a:pt x="257" y="23"/>
                    <a:pt x="251" y="17"/>
                    <a:pt x="248" y="15"/>
                  </a:cubicBezTo>
                  <a:cubicBezTo>
                    <a:pt x="245" y="12"/>
                    <a:pt x="238" y="12"/>
                    <a:pt x="234" y="13"/>
                  </a:cubicBezTo>
                  <a:cubicBezTo>
                    <a:pt x="230" y="13"/>
                    <a:pt x="227" y="18"/>
                    <a:pt x="227" y="18"/>
                  </a:cubicBezTo>
                  <a:close/>
                </a:path>
              </a:pathLst>
            </a:custGeom>
            <a:solidFill>
              <a:srgbClr val="DDDDDD"/>
            </a:solidFill>
            <a:ln w="12700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" name="Freeform 213">
              <a:extLst>
                <a:ext uri="{FF2B5EF4-FFF2-40B4-BE49-F238E27FC236}">
                  <a16:creationId xmlns:a16="http://schemas.microsoft.com/office/drawing/2014/main" id="{FF537528-68F9-4FFE-B1ED-7752C61F0D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9" y="1670"/>
              <a:ext cx="110" cy="126"/>
            </a:xfrm>
            <a:custGeom>
              <a:avLst/>
              <a:gdLst>
                <a:gd name="T0" fmla="*/ 50 w 58"/>
                <a:gd name="T1" fmla="*/ 12 h 66"/>
                <a:gd name="T2" fmla="*/ 45 w 58"/>
                <a:gd name="T3" fmla="*/ 60 h 66"/>
                <a:gd name="T4" fmla="*/ 7 w 58"/>
                <a:gd name="T5" fmla="*/ 29 h 66"/>
                <a:gd name="T6" fmla="*/ 26 w 58"/>
                <a:gd name="T7" fmla="*/ 0 h 66"/>
                <a:gd name="T8" fmla="*/ 50 w 58"/>
                <a:gd name="T9" fmla="*/ 1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66">
                  <a:moveTo>
                    <a:pt x="50" y="12"/>
                  </a:moveTo>
                  <a:cubicBezTo>
                    <a:pt x="58" y="28"/>
                    <a:pt x="57" y="54"/>
                    <a:pt x="45" y="60"/>
                  </a:cubicBezTo>
                  <a:cubicBezTo>
                    <a:pt x="33" y="66"/>
                    <a:pt x="15" y="50"/>
                    <a:pt x="7" y="29"/>
                  </a:cubicBezTo>
                  <a:cubicBezTo>
                    <a:pt x="0" y="8"/>
                    <a:pt x="17" y="0"/>
                    <a:pt x="26" y="0"/>
                  </a:cubicBezTo>
                  <a:cubicBezTo>
                    <a:pt x="34" y="0"/>
                    <a:pt x="45" y="1"/>
                    <a:pt x="50" y="1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" name="Freeform 214">
              <a:extLst>
                <a:ext uri="{FF2B5EF4-FFF2-40B4-BE49-F238E27FC236}">
                  <a16:creationId xmlns:a16="http://schemas.microsoft.com/office/drawing/2014/main" id="{EBD62D1F-7F4E-4943-A76E-12B7194F1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" y="2175"/>
              <a:ext cx="64" cy="285"/>
            </a:xfrm>
            <a:custGeom>
              <a:avLst/>
              <a:gdLst>
                <a:gd name="T0" fmla="*/ 26 w 34"/>
                <a:gd name="T1" fmla="*/ 0 h 149"/>
                <a:gd name="T2" fmla="*/ 26 w 34"/>
                <a:gd name="T3" fmla="*/ 0 h 149"/>
                <a:gd name="T4" fmla="*/ 25 w 34"/>
                <a:gd name="T5" fmla="*/ 149 h 149"/>
                <a:gd name="T6" fmla="*/ 12 w 34"/>
                <a:gd name="T7" fmla="*/ 149 h 149"/>
                <a:gd name="T8" fmla="*/ 0 w 34"/>
                <a:gd name="T9" fmla="*/ 4 h 149"/>
                <a:gd name="T10" fmla="*/ 0 w 34"/>
                <a:gd name="T11" fmla="*/ 4 h 149"/>
                <a:gd name="T12" fmla="*/ 26 w 34"/>
                <a:gd name="T13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149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34" y="82"/>
                    <a:pt x="25" y="149"/>
                    <a:pt x="25" y="149"/>
                  </a:cubicBezTo>
                  <a:cubicBezTo>
                    <a:pt x="12" y="149"/>
                    <a:pt x="12" y="149"/>
                    <a:pt x="12" y="149"/>
                  </a:cubicBezTo>
                  <a:cubicBezTo>
                    <a:pt x="12" y="88"/>
                    <a:pt x="7" y="40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7" name="Freeform 215">
              <a:extLst>
                <a:ext uri="{FF2B5EF4-FFF2-40B4-BE49-F238E27FC236}">
                  <a16:creationId xmlns:a16="http://schemas.microsoft.com/office/drawing/2014/main" id="{D9208123-B4DD-4693-B329-1E90B510A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5" y="1670"/>
              <a:ext cx="230" cy="55"/>
            </a:xfrm>
            <a:custGeom>
              <a:avLst/>
              <a:gdLst>
                <a:gd name="T0" fmla="*/ 0 w 121"/>
                <a:gd name="T1" fmla="*/ 7 h 29"/>
                <a:gd name="T2" fmla="*/ 92 w 121"/>
                <a:gd name="T3" fmla="*/ 6 h 29"/>
                <a:gd name="T4" fmla="*/ 98 w 121"/>
                <a:gd name="T5" fmla="*/ 1 h 29"/>
                <a:gd name="T6" fmla="*/ 113 w 121"/>
                <a:gd name="T7" fmla="*/ 3 h 29"/>
                <a:gd name="T8" fmla="*/ 120 w 121"/>
                <a:gd name="T9" fmla="*/ 17 h 29"/>
                <a:gd name="T10" fmla="*/ 102 w 121"/>
                <a:gd name="T11" fmla="*/ 23 h 29"/>
                <a:gd name="T12" fmla="*/ 95 w 121"/>
                <a:gd name="T13" fmla="*/ 15 h 29"/>
                <a:gd name="T14" fmla="*/ 18 w 121"/>
                <a:gd name="T15" fmla="*/ 29 h 29"/>
                <a:gd name="T16" fmla="*/ 18 w 121"/>
                <a:gd name="T17" fmla="*/ 29 h 29"/>
                <a:gd name="T18" fmla="*/ 0 w 121"/>
                <a:gd name="T19" fmla="*/ 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29">
                  <a:moveTo>
                    <a:pt x="0" y="7"/>
                  </a:moveTo>
                  <a:cubicBezTo>
                    <a:pt x="27" y="1"/>
                    <a:pt x="57" y="0"/>
                    <a:pt x="92" y="6"/>
                  </a:cubicBezTo>
                  <a:cubicBezTo>
                    <a:pt x="92" y="6"/>
                    <a:pt x="94" y="1"/>
                    <a:pt x="98" y="1"/>
                  </a:cubicBezTo>
                  <a:cubicBezTo>
                    <a:pt x="102" y="0"/>
                    <a:pt x="110" y="0"/>
                    <a:pt x="113" y="3"/>
                  </a:cubicBezTo>
                  <a:cubicBezTo>
                    <a:pt x="116" y="5"/>
                    <a:pt x="121" y="11"/>
                    <a:pt x="120" y="17"/>
                  </a:cubicBezTo>
                  <a:cubicBezTo>
                    <a:pt x="118" y="23"/>
                    <a:pt x="106" y="24"/>
                    <a:pt x="102" y="23"/>
                  </a:cubicBezTo>
                  <a:cubicBezTo>
                    <a:pt x="99" y="22"/>
                    <a:pt x="95" y="15"/>
                    <a:pt x="95" y="15"/>
                  </a:cubicBezTo>
                  <a:cubicBezTo>
                    <a:pt x="60" y="11"/>
                    <a:pt x="34" y="20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27" y="21"/>
                    <a:pt x="13" y="5"/>
                    <a:pt x="0" y="7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" name="Freeform 216">
              <a:extLst>
                <a:ext uri="{FF2B5EF4-FFF2-40B4-BE49-F238E27FC236}">
                  <a16:creationId xmlns:a16="http://schemas.microsoft.com/office/drawing/2014/main" id="{45DD855B-4C44-4826-8EF6-8BC3A86533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" y="1822"/>
              <a:ext cx="86" cy="80"/>
            </a:xfrm>
            <a:custGeom>
              <a:avLst/>
              <a:gdLst>
                <a:gd name="T0" fmla="*/ 0 w 45"/>
                <a:gd name="T1" fmla="*/ 33 h 42"/>
                <a:gd name="T2" fmla="*/ 21 w 45"/>
                <a:gd name="T3" fmla="*/ 0 h 42"/>
                <a:gd name="T4" fmla="*/ 45 w 45"/>
                <a:gd name="T5" fmla="*/ 22 h 42"/>
                <a:gd name="T6" fmla="*/ 0 w 45"/>
                <a:gd name="T7" fmla="*/ 33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" h="42">
                  <a:moveTo>
                    <a:pt x="0" y="33"/>
                  </a:moveTo>
                  <a:cubicBezTo>
                    <a:pt x="6" y="22"/>
                    <a:pt x="13" y="11"/>
                    <a:pt x="21" y="0"/>
                  </a:cubicBezTo>
                  <a:cubicBezTo>
                    <a:pt x="16" y="11"/>
                    <a:pt x="35" y="27"/>
                    <a:pt x="45" y="22"/>
                  </a:cubicBezTo>
                  <a:cubicBezTo>
                    <a:pt x="6" y="42"/>
                    <a:pt x="0" y="33"/>
                    <a:pt x="0" y="33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Freeform 217">
              <a:extLst>
                <a:ext uri="{FF2B5EF4-FFF2-40B4-BE49-F238E27FC236}">
                  <a16:creationId xmlns:a16="http://schemas.microsoft.com/office/drawing/2014/main" id="{3A124850-2323-4EC7-9B65-0FC513219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" y="1885"/>
              <a:ext cx="185" cy="164"/>
            </a:xfrm>
            <a:custGeom>
              <a:avLst/>
              <a:gdLst>
                <a:gd name="T0" fmla="*/ 73 w 97"/>
                <a:gd name="T1" fmla="*/ 0 h 86"/>
                <a:gd name="T2" fmla="*/ 97 w 97"/>
                <a:gd name="T3" fmla="*/ 73 h 86"/>
                <a:gd name="T4" fmla="*/ 62 w 97"/>
                <a:gd name="T5" fmla="*/ 82 h 86"/>
                <a:gd name="T6" fmla="*/ 62 w 97"/>
                <a:gd name="T7" fmla="*/ 83 h 86"/>
                <a:gd name="T8" fmla="*/ 51 w 97"/>
                <a:gd name="T9" fmla="*/ 61 h 86"/>
                <a:gd name="T10" fmla="*/ 44 w 97"/>
                <a:gd name="T11" fmla="*/ 72 h 86"/>
                <a:gd name="T12" fmla="*/ 43 w 97"/>
                <a:gd name="T13" fmla="*/ 75 h 86"/>
                <a:gd name="T14" fmla="*/ 0 w 97"/>
                <a:gd name="T15" fmla="*/ 71 h 86"/>
                <a:gd name="T16" fmla="*/ 28 w 97"/>
                <a:gd name="T17" fmla="*/ 8 h 86"/>
                <a:gd name="T18" fmla="*/ 73 w 97"/>
                <a:gd name="T19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7" h="86">
                  <a:moveTo>
                    <a:pt x="73" y="0"/>
                  </a:moveTo>
                  <a:cubicBezTo>
                    <a:pt x="83" y="23"/>
                    <a:pt x="91" y="48"/>
                    <a:pt x="97" y="73"/>
                  </a:cubicBezTo>
                  <a:cubicBezTo>
                    <a:pt x="90" y="69"/>
                    <a:pt x="57" y="71"/>
                    <a:pt x="62" y="82"/>
                  </a:cubicBezTo>
                  <a:cubicBezTo>
                    <a:pt x="62" y="82"/>
                    <a:pt x="62" y="83"/>
                    <a:pt x="62" y="83"/>
                  </a:cubicBezTo>
                  <a:cubicBezTo>
                    <a:pt x="55" y="68"/>
                    <a:pt x="51" y="61"/>
                    <a:pt x="51" y="61"/>
                  </a:cubicBezTo>
                  <a:cubicBezTo>
                    <a:pt x="48" y="65"/>
                    <a:pt x="46" y="68"/>
                    <a:pt x="44" y="72"/>
                  </a:cubicBezTo>
                  <a:cubicBezTo>
                    <a:pt x="44" y="73"/>
                    <a:pt x="43" y="74"/>
                    <a:pt x="43" y="75"/>
                  </a:cubicBezTo>
                  <a:cubicBezTo>
                    <a:pt x="39" y="86"/>
                    <a:pt x="1" y="81"/>
                    <a:pt x="0" y="71"/>
                  </a:cubicBezTo>
                  <a:cubicBezTo>
                    <a:pt x="1" y="32"/>
                    <a:pt x="28" y="8"/>
                    <a:pt x="28" y="8"/>
                  </a:cubicBezTo>
                  <a:cubicBezTo>
                    <a:pt x="28" y="8"/>
                    <a:pt x="52" y="9"/>
                    <a:pt x="73" y="0"/>
                  </a:cubicBezTo>
                  <a:close/>
                </a:path>
              </a:pathLst>
            </a:custGeom>
            <a:solidFill>
              <a:srgbClr val="666666"/>
            </a:solidFill>
            <a:ln w="12700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Freeform 218">
              <a:extLst>
                <a:ext uri="{FF2B5EF4-FFF2-40B4-BE49-F238E27FC236}">
                  <a16:creationId xmlns:a16="http://schemas.microsoft.com/office/drawing/2014/main" id="{05018CD1-C5FB-4260-A4CC-E770DD01A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" y="1635"/>
              <a:ext cx="131" cy="122"/>
            </a:xfrm>
            <a:custGeom>
              <a:avLst/>
              <a:gdLst>
                <a:gd name="T0" fmla="*/ 55 w 69"/>
                <a:gd name="T1" fmla="*/ 34 h 64"/>
                <a:gd name="T2" fmla="*/ 29 w 69"/>
                <a:gd name="T3" fmla="*/ 40 h 64"/>
                <a:gd name="T4" fmla="*/ 26 w 69"/>
                <a:gd name="T5" fmla="*/ 51 h 64"/>
                <a:gd name="T6" fmla="*/ 28 w 69"/>
                <a:gd name="T7" fmla="*/ 61 h 64"/>
                <a:gd name="T8" fmla="*/ 26 w 69"/>
                <a:gd name="T9" fmla="*/ 64 h 64"/>
                <a:gd name="T10" fmla="*/ 8 w 69"/>
                <a:gd name="T11" fmla="*/ 42 h 64"/>
                <a:gd name="T12" fmla="*/ 16 w 69"/>
                <a:gd name="T13" fmla="*/ 18 h 64"/>
                <a:gd name="T14" fmla="*/ 55 w 69"/>
                <a:gd name="T15" fmla="*/ 14 h 64"/>
                <a:gd name="T16" fmla="*/ 66 w 69"/>
                <a:gd name="T17" fmla="*/ 28 h 64"/>
                <a:gd name="T18" fmla="*/ 66 w 69"/>
                <a:gd name="T19" fmla="*/ 47 h 64"/>
                <a:gd name="T20" fmla="*/ 55 w 69"/>
                <a:gd name="T21" fmla="*/ 3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9" h="64">
                  <a:moveTo>
                    <a:pt x="55" y="34"/>
                  </a:moveTo>
                  <a:cubicBezTo>
                    <a:pt x="55" y="41"/>
                    <a:pt x="41" y="48"/>
                    <a:pt x="29" y="40"/>
                  </a:cubicBezTo>
                  <a:cubicBezTo>
                    <a:pt x="29" y="40"/>
                    <a:pt x="25" y="41"/>
                    <a:pt x="26" y="5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6" y="64"/>
                    <a:pt x="26" y="64"/>
                    <a:pt x="26" y="64"/>
                  </a:cubicBezTo>
                  <a:cubicBezTo>
                    <a:pt x="26" y="64"/>
                    <a:pt x="16" y="52"/>
                    <a:pt x="8" y="42"/>
                  </a:cubicBezTo>
                  <a:cubicBezTo>
                    <a:pt x="0" y="33"/>
                    <a:pt x="16" y="37"/>
                    <a:pt x="16" y="18"/>
                  </a:cubicBezTo>
                  <a:cubicBezTo>
                    <a:pt x="17" y="0"/>
                    <a:pt x="49" y="6"/>
                    <a:pt x="55" y="14"/>
                  </a:cubicBezTo>
                  <a:cubicBezTo>
                    <a:pt x="55" y="14"/>
                    <a:pt x="58" y="24"/>
                    <a:pt x="66" y="28"/>
                  </a:cubicBezTo>
                  <a:cubicBezTo>
                    <a:pt x="66" y="28"/>
                    <a:pt x="69" y="35"/>
                    <a:pt x="66" y="47"/>
                  </a:cubicBezTo>
                  <a:cubicBezTo>
                    <a:pt x="66" y="47"/>
                    <a:pt x="58" y="28"/>
                    <a:pt x="55" y="3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219">
              <a:extLst>
                <a:ext uri="{FF2B5EF4-FFF2-40B4-BE49-F238E27FC236}">
                  <a16:creationId xmlns:a16="http://schemas.microsoft.com/office/drawing/2014/main" id="{66901964-346B-4E72-B457-541E8D894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" y="1857"/>
              <a:ext cx="120" cy="63"/>
            </a:xfrm>
            <a:custGeom>
              <a:avLst/>
              <a:gdLst>
                <a:gd name="T0" fmla="*/ 0 w 63"/>
                <a:gd name="T1" fmla="*/ 15 h 33"/>
                <a:gd name="T2" fmla="*/ 35 w 63"/>
                <a:gd name="T3" fmla="*/ 20 h 33"/>
                <a:gd name="T4" fmla="*/ 36 w 63"/>
                <a:gd name="T5" fmla="*/ 28 h 33"/>
                <a:gd name="T6" fmla="*/ 46 w 63"/>
                <a:gd name="T7" fmla="*/ 31 h 33"/>
                <a:gd name="T8" fmla="*/ 62 w 63"/>
                <a:gd name="T9" fmla="*/ 23 h 33"/>
                <a:gd name="T10" fmla="*/ 58 w 63"/>
                <a:gd name="T11" fmla="*/ 7 h 33"/>
                <a:gd name="T12" fmla="*/ 48 w 63"/>
                <a:gd name="T13" fmla="*/ 5 h 33"/>
                <a:gd name="T14" fmla="*/ 39 w 63"/>
                <a:gd name="T15" fmla="*/ 9 h 33"/>
                <a:gd name="T16" fmla="*/ 21 w 63"/>
                <a:gd name="T1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3" h="33">
                  <a:moveTo>
                    <a:pt x="0" y="15"/>
                  </a:moveTo>
                  <a:cubicBezTo>
                    <a:pt x="8" y="26"/>
                    <a:pt x="35" y="20"/>
                    <a:pt x="35" y="20"/>
                  </a:cubicBezTo>
                  <a:cubicBezTo>
                    <a:pt x="35" y="20"/>
                    <a:pt x="36" y="27"/>
                    <a:pt x="36" y="28"/>
                  </a:cubicBezTo>
                  <a:cubicBezTo>
                    <a:pt x="37" y="29"/>
                    <a:pt x="43" y="33"/>
                    <a:pt x="46" y="31"/>
                  </a:cubicBezTo>
                  <a:cubicBezTo>
                    <a:pt x="50" y="29"/>
                    <a:pt x="60" y="27"/>
                    <a:pt x="62" y="23"/>
                  </a:cubicBezTo>
                  <a:cubicBezTo>
                    <a:pt x="63" y="19"/>
                    <a:pt x="61" y="7"/>
                    <a:pt x="58" y="7"/>
                  </a:cubicBezTo>
                  <a:cubicBezTo>
                    <a:pt x="54" y="6"/>
                    <a:pt x="52" y="5"/>
                    <a:pt x="48" y="5"/>
                  </a:cubicBezTo>
                  <a:cubicBezTo>
                    <a:pt x="45" y="6"/>
                    <a:pt x="39" y="9"/>
                    <a:pt x="39" y="9"/>
                  </a:cubicBezTo>
                  <a:cubicBezTo>
                    <a:pt x="39" y="9"/>
                    <a:pt x="29" y="2"/>
                    <a:pt x="21" y="0"/>
                  </a:cubicBezTo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Freeform 220">
              <a:extLst>
                <a:ext uri="{FF2B5EF4-FFF2-40B4-BE49-F238E27FC236}">
                  <a16:creationId xmlns:a16="http://schemas.microsoft.com/office/drawing/2014/main" id="{26B8C6A6-0413-4E28-9ED4-AC340FFCDD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" y="1857"/>
              <a:ext cx="120" cy="63"/>
            </a:xfrm>
            <a:custGeom>
              <a:avLst/>
              <a:gdLst>
                <a:gd name="T0" fmla="*/ 0 w 63"/>
                <a:gd name="T1" fmla="*/ 15 h 33"/>
                <a:gd name="T2" fmla="*/ 35 w 63"/>
                <a:gd name="T3" fmla="*/ 20 h 33"/>
                <a:gd name="T4" fmla="*/ 36 w 63"/>
                <a:gd name="T5" fmla="*/ 28 h 33"/>
                <a:gd name="T6" fmla="*/ 46 w 63"/>
                <a:gd name="T7" fmla="*/ 31 h 33"/>
                <a:gd name="T8" fmla="*/ 62 w 63"/>
                <a:gd name="T9" fmla="*/ 23 h 33"/>
                <a:gd name="T10" fmla="*/ 58 w 63"/>
                <a:gd name="T11" fmla="*/ 7 h 33"/>
                <a:gd name="T12" fmla="*/ 48 w 63"/>
                <a:gd name="T13" fmla="*/ 5 h 33"/>
                <a:gd name="T14" fmla="*/ 39 w 63"/>
                <a:gd name="T15" fmla="*/ 9 h 33"/>
                <a:gd name="T16" fmla="*/ 21 w 63"/>
                <a:gd name="T1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3" h="33">
                  <a:moveTo>
                    <a:pt x="0" y="15"/>
                  </a:moveTo>
                  <a:cubicBezTo>
                    <a:pt x="8" y="26"/>
                    <a:pt x="35" y="20"/>
                    <a:pt x="35" y="20"/>
                  </a:cubicBezTo>
                  <a:cubicBezTo>
                    <a:pt x="35" y="20"/>
                    <a:pt x="36" y="27"/>
                    <a:pt x="36" y="28"/>
                  </a:cubicBezTo>
                  <a:cubicBezTo>
                    <a:pt x="37" y="29"/>
                    <a:pt x="43" y="33"/>
                    <a:pt x="46" y="31"/>
                  </a:cubicBezTo>
                  <a:cubicBezTo>
                    <a:pt x="50" y="29"/>
                    <a:pt x="60" y="27"/>
                    <a:pt x="62" y="23"/>
                  </a:cubicBezTo>
                  <a:cubicBezTo>
                    <a:pt x="63" y="19"/>
                    <a:pt x="61" y="7"/>
                    <a:pt x="58" y="7"/>
                  </a:cubicBezTo>
                  <a:cubicBezTo>
                    <a:pt x="54" y="6"/>
                    <a:pt x="52" y="5"/>
                    <a:pt x="48" y="5"/>
                  </a:cubicBezTo>
                  <a:cubicBezTo>
                    <a:pt x="45" y="6"/>
                    <a:pt x="39" y="9"/>
                    <a:pt x="39" y="9"/>
                  </a:cubicBezTo>
                  <a:cubicBezTo>
                    <a:pt x="39" y="9"/>
                    <a:pt x="29" y="2"/>
                    <a:pt x="21" y="0"/>
                  </a:cubicBezTo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Freeform 221">
              <a:extLst>
                <a:ext uri="{FF2B5EF4-FFF2-40B4-BE49-F238E27FC236}">
                  <a16:creationId xmlns:a16="http://schemas.microsoft.com/office/drawing/2014/main" id="{F513AA51-7FFB-4A6B-A695-858BE841A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1320"/>
              <a:ext cx="458" cy="380"/>
            </a:xfrm>
            <a:custGeom>
              <a:avLst/>
              <a:gdLst>
                <a:gd name="T0" fmla="*/ 140 w 240"/>
                <a:gd name="T1" fmla="*/ 82 h 199"/>
                <a:gd name="T2" fmla="*/ 87 w 240"/>
                <a:gd name="T3" fmla="*/ 182 h 199"/>
                <a:gd name="T4" fmla="*/ 0 w 240"/>
                <a:gd name="T5" fmla="*/ 112 h 199"/>
                <a:gd name="T6" fmla="*/ 92 w 240"/>
                <a:gd name="T7" fmla="*/ 15 h 199"/>
                <a:gd name="T8" fmla="*/ 153 w 240"/>
                <a:gd name="T9" fmla="*/ 0 h 199"/>
                <a:gd name="T10" fmla="*/ 240 w 240"/>
                <a:gd name="T11" fmla="*/ 90 h 199"/>
                <a:gd name="T12" fmla="*/ 230 w 240"/>
                <a:gd name="T13" fmla="*/ 103 h 199"/>
                <a:gd name="T14" fmla="*/ 140 w 240"/>
                <a:gd name="T15" fmla="*/ 82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0" h="199">
                  <a:moveTo>
                    <a:pt x="140" y="82"/>
                  </a:moveTo>
                  <a:cubicBezTo>
                    <a:pt x="140" y="82"/>
                    <a:pt x="123" y="165"/>
                    <a:pt x="87" y="182"/>
                  </a:cubicBezTo>
                  <a:cubicBezTo>
                    <a:pt x="51" y="199"/>
                    <a:pt x="0" y="179"/>
                    <a:pt x="0" y="112"/>
                  </a:cubicBezTo>
                  <a:cubicBezTo>
                    <a:pt x="0" y="35"/>
                    <a:pt x="92" y="15"/>
                    <a:pt x="92" y="15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240" y="90"/>
                    <a:pt x="240" y="90"/>
                    <a:pt x="240" y="90"/>
                  </a:cubicBezTo>
                  <a:cubicBezTo>
                    <a:pt x="230" y="103"/>
                    <a:pt x="230" y="103"/>
                    <a:pt x="230" y="103"/>
                  </a:cubicBezTo>
                  <a:lnTo>
                    <a:pt x="140" y="82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" name="Freeform 222">
              <a:extLst>
                <a:ext uri="{FF2B5EF4-FFF2-40B4-BE49-F238E27FC236}">
                  <a16:creationId xmlns:a16="http://schemas.microsoft.com/office/drawing/2014/main" id="{CA3AB193-8F79-4E1E-AE3C-088D072D0E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2" y="1364"/>
              <a:ext cx="166" cy="336"/>
            </a:xfrm>
            <a:custGeom>
              <a:avLst/>
              <a:gdLst>
                <a:gd name="T0" fmla="*/ 26 w 87"/>
                <a:gd name="T1" fmla="*/ 102 h 176"/>
                <a:gd name="T2" fmla="*/ 67 w 87"/>
                <a:gd name="T3" fmla="*/ 0 h 176"/>
                <a:gd name="T4" fmla="*/ 0 w 87"/>
                <a:gd name="T5" fmla="*/ 89 h 176"/>
                <a:gd name="T6" fmla="*/ 87 w 87"/>
                <a:gd name="T7" fmla="*/ 159 h 176"/>
                <a:gd name="T8" fmla="*/ 26 w 87"/>
                <a:gd name="T9" fmla="*/ 102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176">
                  <a:moveTo>
                    <a:pt x="26" y="102"/>
                  </a:moveTo>
                  <a:cubicBezTo>
                    <a:pt x="16" y="75"/>
                    <a:pt x="20" y="22"/>
                    <a:pt x="67" y="0"/>
                  </a:cubicBezTo>
                  <a:cubicBezTo>
                    <a:pt x="40" y="12"/>
                    <a:pt x="0" y="38"/>
                    <a:pt x="0" y="89"/>
                  </a:cubicBezTo>
                  <a:cubicBezTo>
                    <a:pt x="0" y="156"/>
                    <a:pt x="51" y="176"/>
                    <a:pt x="87" y="159"/>
                  </a:cubicBezTo>
                  <a:cubicBezTo>
                    <a:pt x="50" y="150"/>
                    <a:pt x="36" y="131"/>
                    <a:pt x="26" y="102"/>
                  </a:cubicBezTo>
                  <a:close/>
                </a:path>
              </a:pathLst>
            </a:custGeom>
            <a:solidFill>
              <a:srgbClr val="666666"/>
            </a:solidFill>
            <a:ln w="12700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" name="Freeform 223">
              <a:extLst>
                <a:ext uri="{FF2B5EF4-FFF2-40B4-BE49-F238E27FC236}">
                  <a16:creationId xmlns:a16="http://schemas.microsoft.com/office/drawing/2014/main" id="{9C25EEE1-4E49-47E3-AFFE-BD922FA82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9" y="1320"/>
              <a:ext cx="361" cy="304"/>
            </a:xfrm>
            <a:custGeom>
              <a:avLst/>
              <a:gdLst>
                <a:gd name="T0" fmla="*/ 53 w 189"/>
                <a:gd name="T1" fmla="*/ 49 h 159"/>
                <a:gd name="T2" fmla="*/ 176 w 189"/>
                <a:gd name="T3" fmla="*/ 157 h 159"/>
                <a:gd name="T4" fmla="*/ 189 w 189"/>
                <a:gd name="T5" fmla="*/ 158 h 159"/>
                <a:gd name="T6" fmla="*/ 95 w 189"/>
                <a:gd name="T7" fmla="*/ 77 h 159"/>
                <a:gd name="T8" fmla="*/ 95 w 189"/>
                <a:gd name="T9" fmla="*/ 78 h 159"/>
                <a:gd name="T10" fmla="*/ 17 w 189"/>
                <a:gd name="T11" fmla="*/ 0 h 159"/>
                <a:gd name="T12" fmla="*/ 8 w 189"/>
                <a:gd name="T13" fmla="*/ 2 h 159"/>
                <a:gd name="T14" fmla="*/ 0 w 189"/>
                <a:gd name="T15" fmla="*/ 17 h 159"/>
                <a:gd name="T16" fmla="*/ 4 w 189"/>
                <a:gd name="T17" fmla="*/ 15 h 159"/>
                <a:gd name="T18" fmla="*/ 53 w 189"/>
                <a:gd name="T19" fmla="*/ 4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9" h="159">
                  <a:moveTo>
                    <a:pt x="53" y="49"/>
                  </a:moveTo>
                  <a:cubicBezTo>
                    <a:pt x="53" y="49"/>
                    <a:pt x="172" y="153"/>
                    <a:pt x="176" y="157"/>
                  </a:cubicBezTo>
                  <a:cubicBezTo>
                    <a:pt x="178" y="159"/>
                    <a:pt x="184" y="159"/>
                    <a:pt x="189" y="158"/>
                  </a:cubicBezTo>
                  <a:cubicBezTo>
                    <a:pt x="181" y="143"/>
                    <a:pt x="95" y="77"/>
                    <a:pt x="95" y="77"/>
                  </a:cubicBezTo>
                  <a:cubicBezTo>
                    <a:pt x="95" y="78"/>
                    <a:pt x="95" y="78"/>
                    <a:pt x="95" y="78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5" y="5"/>
                    <a:pt x="3" y="10"/>
                    <a:pt x="0" y="17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2" y="9"/>
                    <a:pt x="53" y="49"/>
                    <a:pt x="53" y="49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" name="Freeform 224">
              <a:extLst>
                <a:ext uri="{FF2B5EF4-FFF2-40B4-BE49-F238E27FC236}">
                  <a16:creationId xmlns:a16="http://schemas.microsoft.com/office/drawing/2014/main" id="{0289FFF7-519C-494C-854B-D6EAB4FB0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3" y="1437"/>
              <a:ext cx="231" cy="227"/>
            </a:xfrm>
            <a:custGeom>
              <a:avLst/>
              <a:gdLst>
                <a:gd name="T0" fmla="*/ 101 w 121"/>
                <a:gd name="T1" fmla="*/ 10 h 119"/>
                <a:gd name="T2" fmla="*/ 0 w 121"/>
                <a:gd name="T3" fmla="*/ 74 h 119"/>
                <a:gd name="T4" fmla="*/ 54 w 121"/>
                <a:gd name="T5" fmla="*/ 119 h 119"/>
                <a:gd name="T6" fmla="*/ 107 w 121"/>
                <a:gd name="T7" fmla="*/ 21 h 119"/>
                <a:gd name="T8" fmla="*/ 121 w 121"/>
                <a:gd name="T9" fmla="*/ 24 h 119"/>
                <a:gd name="T10" fmla="*/ 101 w 121"/>
                <a:gd name="T11" fmla="*/ 1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19">
                  <a:moveTo>
                    <a:pt x="101" y="10"/>
                  </a:moveTo>
                  <a:cubicBezTo>
                    <a:pt x="91" y="25"/>
                    <a:pt x="36" y="68"/>
                    <a:pt x="0" y="74"/>
                  </a:cubicBezTo>
                  <a:cubicBezTo>
                    <a:pt x="10" y="97"/>
                    <a:pt x="23" y="111"/>
                    <a:pt x="54" y="119"/>
                  </a:cubicBezTo>
                  <a:cubicBezTo>
                    <a:pt x="90" y="102"/>
                    <a:pt x="107" y="21"/>
                    <a:pt x="107" y="21"/>
                  </a:cubicBezTo>
                  <a:cubicBezTo>
                    <a:pt x="121" y="24"/>
                    <a:pt x="121" y="24"/>
                    <a:pt x="121" y="24"/>
                  </a:cubicBezTo>
                  <a:cubicBezTo>
                    <a:pt x="115" y="10"/>
                    <a:pt x="107" y="0"/>
                    <a:pt x="101" y="10"/>
                  </a:cubicBezTo>
                  <a:close/>
                </a:path>
              </a:pathLst>
            </a:custGeom>
            <a:solidFill>
              <a:srgbClr val="58C1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Freeform 225">
              <a:extLst>
                <a:ext uri="{FF2B5EF4-FFF2-40B4-BE49-F238E27FC236}">
                  <a16:creationId xmlns:a16="http://schemas.microsoft.com/office/drawing/2014/main" id="{1C94F9AE-0BE5-42A5-BE23-B3AE852E07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1534"/>
              <a:ext cx="166" cy="145"/>
            </a:xfrm>
            <a:custGeom>
              <a:avLst/>
              <a:gdLst>
                <a:gd name="T0" fmla="*/ 62 w 87"/>
                <a:gd name="T1" fmla="*/ 76 h 76"/>
                <a:gd name="T2" fmla="*/ 87 w 87"/>
                <a:gd name="T3" fmla="*/ 70 h 76"/>
                <a:gd name="T4" fmla="*/ 87 w 87"/>
                <a:gd name="T5" fmla="*/ 68 h 76"/>
                <a:gd name="T6" fmla="*/ 31 w 87"/>
                <a:gd name="T7" fmla="*/ 24 h 76"/>
                <a:gd name="T8" fmla="*/ 0 w 87"/>
                <a:gd name="T9" fmla="*/ 0 h 76"/>
                <a:gd name="T10" fmla="*/ 62 w 87"/>
                <a:gd name="T11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7" h="76">
                  <a:moveTo>
                    <a:pt x="62" y="76"/>
                  </a:moveTo>
                  <a:cubicBezTo>
                    <a:pt x="70" y="76"/>
                    <a:pt x="79" y="74"/>
                    <a:pt x="87" y="70"/>
                  </a:cubicBezTo>
                  <a:cubicBezTo>
                    <a:pt x="87" y="70"/>
                    <a:pt x="87" y="68"/>
                    <a:pt x="87" y="68"/>
                  </a:cubicBezTo>
                  <a:cubicBezTo>
                    <a:pt x="55" y="60"/>
                    <a:pt x="41" y="47"/>
                    <a:pt x="31" y="24"/>
                  </a:cubicBezTo>
                  <a:cubicBezTo>
                    <a:pt x="13" y="27"/>
                    <a:pt x="0" y="22"/>
                    <a:pt x="0" y="0"/>
                  </a:cubicBezTo>
                  <a:cubicBezTo>
                    <a:pt x="0" y="52"/>
                    <a:pt x="31" y="76"/>
                    <a:pt x="62" y="7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" name="Freeform 226">
              <a:extLst>
                <a:ext uri="{FF2B5EF4-FFF2-40B4-BE49-F238E27FC236}">
                  <a16:creationId xmlns:a16="http://schemas.microsoft.com/office/drawing/2014/main" id="{808CA0EE-022A-4B68-AEEF-80B08CBC3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3" y="1320"/>
              <a:ext cx="253" cy="222"/>
            </a:xfrm>
            <a:custGeom>
              <a:avLst/>
              <a:gdLst>
                <a:gd name="T0" fmla="*/ 18 w 133"/>
                <a:gd name="T1" fmla="*/ 82 h 116"/>
                <a:gd name="T2" fmla="*/ 122 w 133"/>
                <a:gd name="T3" fmla="*/ 116 h 116"/>
                <a:gd name="T4" fmla="*/ 133 w 133"/>
                <a:gd name="T5" fmla="*/ 103 h 116"/>
                <a:gd name="T6" fmla="*/ 31 w 133"/>
                <a:gd name="T7" fmla="*/ 0 h 116"/>
                <a:gd name="T8" fmla="*/ 22 w 133"/>
                <a:gd name="T9" fmla="*/ 2 h 116"/>
                <a:gd name="T10" fmla="*/ 18 w 133"/>
                <a:gd name="T11" fmla="*/ 8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3" h="116">
                  <a:moveTo>
                    <a:pt x="18" y="82"/>
                  </a:moveTo>
                  <a:cubicBezTo>
                    <a:pt x="122" y="116"/>
                    <a:pt x="122" y="116"/>
                    <a:pt x="122" y="116"/>
                  </a:cubicBezTo>
                  <a:cubicBezTo>
                    <a:pt x="133" y="103"/>
                    <a:pt x="133" y="103"/>
                    <a:pt x="133" y="103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8" y="17"/>
                    <a:pt x="0" y="76"/>
                    <a:pt x="18" y="82"/>
                  </a:cubicBezTo>
                  <a:close/>
                </a:path>
              </a:pathLst>
            </a:custGeom>
            <a:solidFill>
              <a:srgbClr val="FF7900"/>
            </a:solidFill>
            <a:ln w="12700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" name="Freeform 227">
              <a:extLst>
                <a:ext uri="{FF2B5EF4-FFF2-40B4-BE49-F238E27FC236}">
                  <a16:creationId xmlns:a16="http://schemas.microsoft.com/office/drawing/2014/main" id="{80C1FEBA-44C5-4C74-BE39-9E8AA9666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1" y="1467"/>
              <a:ext cx="244" cy="185"/>
            </a:xfrm>
            <a:custGeom>
              <a:avLst/>
              <a:gdLst>
                <a:gd name="T0" fmla="*/ 2 w 128"/>
                <a:gd name="T1" fmla="*/ 25 h 97"/>
                <a:gd name="T2" fmla="*/ 31 w 128"/>
                <a:gd name="T3" fmla="*/ 0 h 97"/>
                <a:gd name="T4" fmla="*/ 125 w 128"/>
                <a:gd name="T5" fmla="*/ 83 h 97"/>
                <a:gd name="T6" fmla="*/ 108 w 128"/>
                <a:gd name="T7" fmla="*/ 94 h 97"/>
                <a:gd name="T8" fmla="*/ 48 w 128"/>
                <a:gd name="T9" fmla="*/ 70 h 97"/>
                <a:gd name="T10" fmla="*/ 35 w 128"/>
                <a:gd name="T11" fmla="*/ 67 h 97"/>
                <a:gd name="T12" fmla="*/ 0 w 128"/>
                <a:gd name="T13" fmla="*/ 38 h 97"/>
                <a:gd name="T14" fmla="*/ 2 w 128"/>
                <a:gd name="T15" fmla="*/ 2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8" h="97">
                  <a:moveTo>
                    <a:pt x="2" y="25"/>
                  </a:moveTo>
                  <a:cubicBezTo>
                    <a:pt x="2" y="25"/>
                    <a:pt x="13" y="27"/>
                    <a:pt x="31" y="0"/>
                  </a:cubicBezTo>
                  <a:cubicBezTo>
                    <a:pt x="31" y="0"/>
                    <a:pt x="128" y="75"/>
                    <a:pt x="125" y="83"/>
                  </a:cubicBezTo>
                  <a:cubicBezTo>
                    <a:pt x="121" y="91"/>
                    <a:pt x="116" y="95"/>
                    <a:pt x="108" y="94"/>
                  </a:cubicBezTo>
                  <a:cubicBezTo>
                    <a:pt x="100" y="93"/>
                    <a:pt x="85" y="97"/>
                    <a:pt x="48" y="70"/>
                  </a:cubicBezTo>
                  <a:cubicBezTo>
                    <a:pt x="48" y="70"/>
                    <a:pt x="41" y="65"/>
                    <a:pt x="35" y="67"/>
                  </a:cubicBezTo>
                  <a:cubicBezTo>
                    <a:pt x="35" y="67"/>
                    <a:pt x="16" y="57"/>
                    <a:pt x="0" y="38"/>
                  </a:cubicBezTo>
                  <a:cubicBezTo>
                    <a:pt x="0" y="38"/>
                    <a:pt x="0" y="28"/>
                    <a:pt x="2" y="25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solidFill>
                <a:srgbClr val="FF79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" name="Freeform 228">
              <a:extLst>
                <a:ext uri="{FF2B5EF4-FFF2-40B4-BE49-F238E27FC236}">
                  <a16:creationId xmlns:a16="http://schemas.microsoft.com/office/drawing/2014/main" id="{60C165AB-8CAD-4E05-909B-174F0C6BC0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6" y="866"/>
              <a:ext cx="119" cy="239"/>
            </a:xfrm>
            <a:custGeom>
              <a:avLst/>
              <a:gdLst>
                <a:gd name="T0" fmla="*/ 37 w 62"/>
                <a:gd name="T1" fmla="*/ 4 h 125"/>
                <a:gd name="T2" fmla="*/ 36 w 62"/>
                <a:gd name="T3" fmla="*/ 0 h 125"/>
                <a:gd name="T4" fmla="*/ 6 w 62"/>
                <a:gd name="T5" fmla="*/ 63 h 125"/>
                <a:gd name="T6" fmla="*/ 32 w 62"/>
                <a:gd name="T7" fmla="*/ 122 h 125"/>
                <a:gd name="T8" fmla="*/ 62 w 62"/>
                <a:gd name="T9" fmla="*/ 113 h 125"/>
                <a:gd name="T10" fmla="*/ 37 w 62"/>
                <a:gd name="T11" fmla="*/ 4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2" h="125">
                  <a:moveTo>
                    <a:pt x="37" y="4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17" y="11"/>
                    <a:pt x="10" y="40"/>
                    <a:pt x="6" y="63"/>
                  </a:cubicBezTo>
                  <a:cubicBezTo>
                    <a:pt x="0" y="102"/>
                    <a:pt x="14" y="118"/>
                    <a:pt x="32" y="122"/>
                  </a:cubicBezTo>
                  <a:cubicBezTo>
                    <a:pt x="41" y="125"/>
                    <a:pt x="54" y="121"/>
                    <a:pt x="62" y="113"/>
                  </a:cubicBezTo>
                  <a:cubicBezTo>
                    <a:pt x="24" y="100"/>
                    <a:pt x="27" y="55"/>
                    <a:pt x="37" y="4"/>
                  </a:cubicBezTo>
                  <a:close/>
                </a:path>
              </a:pathLst>
            </a:custGeom>
            <a:solidFill>
              <a:srgbClr val="58C1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Freeform 229">
              <a:extLst>
                <a:ext uri="{FF2B5EF4-FFF2-40B4-BE49-F238E27FC236}">
                  <a16:creationId xmlns:a16="http://schemas.microsoft.com/office/drawing/2014/main" id="{0BC299F3-BF30-4A66-BA13-3162EADA6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4" y="792"/>
              <a:ext cx="241" cy="206"/>
            </a:xfrm>
            <a:custGeom>
              <a:avLst/>
              <a:gdLst>
                <a:gd name="T0" fmla="*/ 53 w 126"/>
                <a:gd name="T1" fmla="*/ 78 h 108"/>
                <a:gd name="T2" fmla="*/ 83 w 126"/>
                <a:gd name="T3" fmla="*/ 68 h 108"/>
                <a:gd name="T4" fmla="*/ 88 w 126"/>
                <a:gd name="T5" fmla="*/ 108 h 108"/>
                <a:gd name="T6" fmla="*/ 99 w 126"/>
                <a:gd name="T7" fmla="*/ 93 h 108"/>
                <a:gd name="T8" fmla="*/ 105 w 126"/>
                <a:gd name="T9" fmla="*/ 47 h 108"/>
                <a:gd name="T10" fmla="*/ 38 w 126"/>
                <a:gd name="T11" fmla="*/ 0 h 108"/>
                <a:gd name="T12" fmla="*/ 7 w 126"/>
                <a:gd name="T13" fmla="*/ 91 h 108"/>
                <a:gd name="T14" fmla="*/ 37 w 126"/>
                <a:gd name="T15" fmla="*/ 58 h 108"/>
                <a:gd name="T16" fmla="*/ 53 w 126"/>
                <a:gd name="T17" fmla="*/ 7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6" h="108">
                  <a:moveTo>
                    <a:pt x="53" y="78"/>
                  </a:moveTo>
                  <a:cubicBezTo>
                    <a:pt x="72" y="83"/>
                    <a:pt x="73" y="62"/>
                    <a:pt x="83" y="68"/>
                  </a:cubicBezTo>
                  <a:cubicBezTo>
                    <a:pt x="92" y="73"/>
                    <a:pt x="88" y="108"/>
                    <a:pt x="88" y="108"/>
                  </a:cubicBezTo>
                  <a:cubicBezTo>
                    <a:pt x="88" y="108"/>
                    <a:pt x="88" y="98"/>
                    <a:pt x="99" y="93"/>
                  </a:cubicBezTo>
                  <a:cubicBezTo>
                    <a:pt x="126" y="82"/>
                    <a:pt x="98" y="64"/>
                    <a:pt x="105" y="47"/>
                  </a:cubicBezTo>
                  <a:cubicBezTo>
                    <a:pt x="112" y="30"/>
                    <a:pt x="55" y="27"/>
                    <a:pt x="38" y="0"/>
                  </a:cubicBezTo>
                  <a:cubicBezTo>
                    <a:pt x="38" y="0"/>
                    <a:pt x="0" y="39"/>
                    <a:pt x="7" y="91"/>
                  </a:cubicBezTo>
                  <a:cubicBezTo>
                    <a:pt x="7" y="91"/>
                    <a:pt x="22" y="56"/>
                    <a:pt x="37" y="58"/>
                  </a:cubicBezTo>
                  <a:cubicBezTo>
                    <a:pt x="51" y="61"/>
                    <a:pt x="39" y="72"/>
                    <a:pt x="53" y="7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" name="Freeform 230">
              <a:extLst>
                <a:ext uri="{FF2B5EF4-FFF2-40B4-BE49-F238E27FC236}">
                  <a16:creationId xmlns:a16="http://schemas.microsoft.com/office/drawing/2014/main" id="{14567231-8327-416B-84C7-E86B96AE3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" y="878"/>
              <a:ext cx="351" cy="234"/>
            </a:xfrm>
            <a:custGeom>
              <a:avLst/>
              <a:gdLst>
                <a:gd name="T0" fmla="*/ 172 w 184"/>
                <a:gd name="T1" fmla="*/ 35 h 123"/>
                <a:gd name="T2" fmla="*/ 65 w 184"/>
                <a:gd name="T3" fmla="*/ 12 h 123"/>
                <a:gd name="T4" fmla="*/ 38 w 184"/>
                <a:gd name="T5" fmla="*/ 18 h 123"/>
                <a:gd name="T6" fmla="*/ 8 w 184"/>
                <a:gd name="T7" fmla="*/ 5 h 123"/>
                <a:gd name="T8" fmla="*/ 1 w 184"/>
                <a:gd name="T9" fmla="*/ 16 h 123"/>
                <a:gd name="T10" fmla="*/ 25 w 184"/>
                <a:gd name="T11" fmla="*/ 29 h 123"/>
                <a:gd name="T12" fmla="*/ 35 w 184"/>
                <a:gd name="T13" fmla="*/ 39 h 123"/>
                <a:gd name="T14" fmla="*/ 65 w 184"/>
                <a:gd name="T15" fmla="*/ 20 h 123"/>
                <a:gd name="T16" fmla="*/ 161 w 184"/>
                <a:gd name="T17" fmla="*/ 81 h 123"/>
                <a:gd name="T18" fmla="*/ 166 w 184"/>
                <a:gd name="T19" fmla="*/ 117 h 123"/>
                <a:gd name="T20" fmla="*/ 184 w 184"/>
                <a:gd name="T21" fmla="*/ 123 h 123"/>
                <a:gd name="T22" fmla="*/ 172 w 184"/>
                <a:gd name="T23" fmla="*/ 35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4" h="123">
                  <a:moveTo>
                    <a:pt x="172" y="35"/>
                  </a:moveTo>
                  <a:cubicBezTo>
                    <a:pt x="133" y="0"/>
                    <a:pt x="65" y="12"/>
                    <a:pt x="65" y="12"/>
                  </a:cubicBezTo>
                  <a:cubicBezTo>
                    <a:pt x="65" y="12"/>
                    <a:pt x="41" y="18"/>
                    <a:pt x="38" y="18"/>
                  </a:cubicBezTo>
                  <a:cubicBezTo>
                    <a:pt x="35" y="17"/>
                    <a:pt x="14" y="8"/>
                    <a:pt x="8" y="5"/>
                  </a:cubicBezTo>
                  <a:cubicBezTo>
                    <a:pt x="3" y="10"/>
                    <a:pt x="0" y="14"/>
                    <a:pt x="1" y="16"/>
                  </a:cubicBezTo>
                  <a:cubicBezTo>
                    <a:pt x="5" y="22"/>
                    <a:pt x="25" y="27"/>
                    <a:pt x="25" y="29"/>
                  </a:cubicBezTo>
                  <a:cubicBezTo>
                    <a:pt x="25" y="32"/>
                    <a:pt x="29" y="39"/>
                    <a:pt x="35" y="39"/>
                  </a:cubicBezTo>
                  <a:cubicBezTo>
                    <a:pt x="40" y="39"/>
                    <a:pt x="65" y="20"/>
                    <a:pt x="65" y="20"/>
                  </a:cubicBezTo>
                  <a:cubicBezTo>
                    <a:pt x="65" y="20"/>
                    <a:pt x="138" y="13"/>
                    <a:pt x="161" y="81"/>
                  </a:cubicBezTo>
                  <a:cubicBezTo>
                    <a:pt x="166" y="117"/>
                    <a:pt x="166" y="117"/>
                    <a:pt x="166" y="117"/>
                  </a:cubicBezTo>
                  <a:cubicBezTo>
                    <a:pt x="184" y="123"/>
                    <a:pt x="184" y="123"/>
                    <a:pt x="184" y="123"/>
                  </a:cubicBezTo>
                  <a:lnTo>
                    <a:pt x="172" y="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231">
              <a:extLst>
                <a:ext uri="{FF2B5EF4-FFF2-40B4-BE49-F238E27FC236}">
                  <a16:creationId xmlns:a16="http://schemas.microsoft.com/office/drawing/2014/main" id="{52A2DA95-753F-4C55-B886-A5BB0682A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1242"/>
              <a:ext cx="592" cy="199"/>
            </a:xfrm>
            <a:custGeom>
              <a:avLst/>
              <a:gdLst>
                <a:gd name="T0" fmla="*/ 25 w 310"/>
                <a:gd name="T1" fmla="*/ 58 h 104"/>
                <a:gd name="T2" fmla="*/ 1 w 310"/>
                <a:gd name="T3" fmla="*/ 75 h 104"/>
                <a:gd name="T4" fmla="*/ 24 w 310"/>
                <a:gd name="T5" fmla="*/ 104 h 104"/>
                <a:gd name="T6" fmla="*/ 76 w 310"/>
                <a:gd name="T7" fmla="*/ 91 h 104"/>
                <a:gd name="T8" fmla="*/ 96 w 310"/>
                <a:gd name="T9" fmla="*/ 73 h 104"/>
                <a:gd name="T10" fmla="*/ 308 w 310"/>
                <a:gd name="T11" fmla="*/ 7 h 104"/>
                <a:gd name="T12" fmla="*/ 310 w 310"/>
                <a:gd name="T13" fmla="*/ 0 h 104"/>
                <a:gd name="T14" fmla="*/ 81 w 310"/>
                <a:gd name="T15" fmla="*/ 65 h 104"/>
                <a:gd name="T16" fmla="*/ 25 w 310"/>
                <a:gd name="T17" fmla="*/ 58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0" h="104">
                  <a:moveTo>
                    <a:pt x="25" y="58"/>
                  </a:moveTo>
                  <a:cubicBezTo>
                    <a:pt x="13" y="63"/>
                    <a:pt x="1" y="69"/>
                    <a:pt x="1" y="75"/>
                  </a:cubicBezTo>
                  <a:cubicBezTo>
                    <a:pt x="0" y="87"/>
                    <a:pt x="24" y="104"/>
                    <a:pt x="24" y="104"/>
                  </a:cubicBezTo>
                  <a:cubicBezTo>
                    <a:pt x="41" y="96"/>
                    <a:pt x="66" y="96"/>
                    <a:pt x="76" y="91"/>
                  </a:cubicBezTo>
                  <a:cubicBezTo>
                    <a:pt x="86" y="87"/>
                    <a:pt x="96" y="73"/>
                    <a:pt x="96" y="73"/>
                  </a:cubicBezTo>
                  <a:cubicBezTo>
                    <a:pt x="197" y="64"/>
                    <a:pt x="270" y="39"/>
                    <a:pt x="308" y="7"/>
                  </a:cubicBezTo>
                  <a:cubicBezTo>
                    <a:pt x="310" y="5"/>
                    <a:pt x="310" y="2"/>
                    <a:pt x="310" y="0"/>
                  </a:cubicBezTo>
                  <a:cubicBezTo>
                    <a:pt x="243" y="42"/>
                    <a:pt x="81" y="65"/>
                    <a:pt x="81" y="65"/>
                  </a:cubicBezTo>
                  <a:cubicBezTo>
                    <a:pt x="81" y="65"/>
                    <a:pt x="33" y="83"/>
                    <a:pt x="25" y="58"/>
                  </a:cubicBezTo>
                  <a:close/>
                </a:path>
              </a:pathLst>
            </a:custGeom>
            <a:solidFill>
              <a:srgbClr val="58C1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Freeform 232">
              <a:extLst>
                <a:ext uri="{FF2B5EF4-FFF2-40B4-BE49-F238E27FC236}">
                  <a16:creationId xmlns:a16="http://schemas.microsoft.com/office/drawing/2014/main" id="{7362304C-A58C-4291-9B2B-906EE4F51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2503"/>
              <a:ext cx="736" cy="60"/>
            </a:xfrm>
            <a:custGeom>
              <a:avLst/>
              <a:gdLst>
                <a:gd name="T0" fmla="*/ 0 w 736"/>
                <a:gd name="T1" fmla="*/ 8 h 60"/>
                <a:gd name="T2" fmla="*/ 715 w 736"/>
                <a:gd name="T3" fmla="*/ 0 h 60"/>
                <a:gd name="T4" fmla="*/ 736 w 736"/>
                <a:gd name="T5" fmla="*/ 2 h 60"/>
                <a:gd name="T6" fmla="*/ 157 w 736"/>
                <a:gd name="T7" fmla="*/ 60 h 60"/>
                <a:gd name="T8" fmla="*/ 0 w 736"/>
                <a:gd name="T9" fmla="*/ 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6" h="60">
                  <a:moveTo>
                    <a:pt x="0" y="8"/>
                  </a:moveTo>
                  <a:lnTo>
                    <a:pt x="715" y="0"/>
                  </a:lnTo>
                  <a:lnTo>
                    <a:pt x="736" y="2"/>
                  </a:lnTo>
                  <a:lnTo>
                    <a:pt x="157" y="6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Freeform 233">
              <a:extLst>
                <a:ext uri="{FF2B5EF4-FFF2-40B4-BE49-F238E27FC236}">
                  <a16:creationId xmlns:a16="http://schemas.microsoft.com/office/drawing/2014/main" id="{43C9602A-C710-4D57-AD87-2D938DD3D8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9" y="2498"/>
              <a:ext cx="299" cy="128"/>
            </a:xfrm>
            <a:custGeom>
              <a:avLst/>
              <a:gdLst>
                <a:gd name="T0" fmla="*/ 0 w 299"/>
                <a:gd name="T1" fmla="*/ 0 h 128"/>
                <a:gd name="T2" fmla="*/ 189 w 299"/>
                <a:gd name="T3" fmla="*/ 128 h 128"/>
                <a:gd name="T4" fmla="*/ 299 w 299"/>
                <a:gd name="T5" fmla="*/ 61 h 128"/>
                <a:gd name="T6" fmla="*/ 53 w 299"/>
                <a:gd name="T7" fmla="*/ 0 h 128"/>
                <a:gd name="T8" fmla="*/ 0 w 299"/>
                <a:gd name="T9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9" h="128">
                  <a:moveTo>
                    <a:pt x="0" y="0"/>
                  </a:moveTo>
                  <a:lnTo>
                    <a:pt x="189" y="128"/>
                  </a:lnTo>
                  <a:lnTo>
                    <a:pt x="299" y="61"/>
                  </a:lnTo>
                  <a:lnTo>
                    <a:pt x="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" name="Line 234">
              <a:extLst>
                <a:ext uri="{FF2B5EF4-FFF2-40B4-BE49-F238E27FC236}">
                  <a16:creationId xmlns:a16="http://schemas.microsoft.com/office/drawing/2014/main" id="{B6A1C95A-230E-41D7-9FC7-04D97DEFAF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8" y="798"/>
              <a:ext cx="336" cy="322"/>
            </a:xfrm>
            <a:prstGeom prst="line">
              <a:avLst/>
            </a:prstGeom>
            <a:noFill/>
            <a:ln w="49213" cap="rnd">
              <a:solidFill>
                <a:srgbClr val="58C1E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" name="Line 235">
              <a:extLst>
                <a:ext uri="{FF2B5EF4-FFF2-40B4-BE49-F238E27FC236}">
                  <a16:creationId xmlns:a16="http://schemas.microsoft.com/office/drawing/2014/main" id="{B6FC95A3-4974-4279-B55A-F09EF35E7F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21" y="723"/>
              <a:ext cx="374" cy="286"/>
            </a:xfrm>
            <a:prstGeom prst="line">
              <a:avLst/>
            </a:prstGeom>
            <a:noFill/>
            <a:ln w="36513" cap="rnd">
              <a:solidFill>
                <a:srgbClr val="FFA1D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" name="Line 236">
              <a:extLst>
                <a:ext uri="{FF2B5EF4-FFF2-40B4-BE49-F238E27FC236}">
                  <a16:creationId xmlns:a16="http://schemas.microsoft.com/office/drawing/2014/main" id="{45AD224C-93B5-4D69-BD7A-A407B5360E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2" y="750"/>
              <a:ext cx="314" cy="395"/>
            </a:xfrm>
            <a:prstGeom prst="line">
              <a:avLst/>
            </a:prstGeom>
            <a:noFill/>
            <a:ln w="49213" cap="rnd">
              <a:solidFill>
                <a:srgbClr val="58C1E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9" name="Line 237">
              <a:extLst>
                <a:ext uri="{FF2B5EF4-FFF2-40B4-BE49-F238E27FC236}">
                  <a16:creationId xmlns:a16="http://schemas.microsoft.com/office/drawing/2014/main" id="{93212628-6525-4628-B96D-49D02092AA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8" y="819"/>
              <a:ext cx="383" cy="280"/>
            </a:xfrm>
            <a:prstGeom prst="line">
              <a:avLst/>
            </a:prstGeom>
            <a:noFill/>
            <a:ln w="36513" cap="rnd">
              <a:solidFill>
                <a:srgbClr val="FFA1D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0" name="Freeform 238">
              <a:extLst>
                <a:ext uri="{FF2B5EF4-FFF2-40B4-BE49-F238E27FC236}">
                  <a16:creationId xmlns:a16="http://schemas.microsoft.com/office/drawing/2014/main" id="{68447C7C-3656-46BC-9529-66D18DA7A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6" y="1425"/>
              <a:ext cx="355" cy="227"/>
            </a:xfrm>
            <a:custGeom>
              <a:avLst/>
              <a:gdLst>
                <a:gd name="T0" fmla="*/ 0 w 186"/>
                <a:gd name="T1" fmla="*/ 0 h 119"/>
                <a:gd name="T2" fmla="*/ 82 w 186"/>
                <a:gd name="T3" fmla="*/ 44 h 119"/>
                <a:gd name="T4" fmla="*/ 102 w 186"/>
                <a:gd name="T5" fmla="*/ 67 h 119"/>
                <a:gd name="T6" fmla="*/ 186 w 186"/>
                <a:gd name="T7" fmla="*/ 114 h 119"/>
                <a:gd name="T8" fmla="*/ 144 w 186"/>
                <a:gd name="T9" fmla="*/ 108 h 119"/>
                <a:gd name="T10" fmla="*/ 114 w 186"/>
                <a:gd name="T11" fmla="*/ 90 h 119"/>
                <a:gd name="T12" fmla="*/ 106 w 186"/>
                <a:gd name="T13" fmla="*/ 89 h 119"/>
                <a:gd name="T14" fmla="*/ 78 w 186"/>
                <a:gd name="T15" fmla="*/ 67 h 119"/>
                <a:gd name="T16" fmla="*/ 71 w 186"/>
                <a:gd name="T17" fmla="*/ 60 h 119"/>
                <a:gd name="T18" fmla="*/ 71 w 186"/>
                <a:gd name="T19" fmla="*/ 47 h 119"/>
                <a:gd name="T20" fmla="*/ 28 w 186"/>
                <a:gd name="T21" fmla="*/ 32 h 119"/>
                <a:gd name="T22" fmla="*/ 7 w 186"/>
                <a:gd name="T23" fmla="*/ 24 h 119"/>
                <a:gd name="T24" fmla="*/ 0 w 186"/>
                <a:gd name="T25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" h="119">
                  <a:moveTo>
                    <a:pt x="0" y="0"/>
                  </a:moveTo>
                  <a:cubicBezTo>
                    <a:pt x="35" y="24"/>
                    <a:pt x="82" y="44"/>
                    <a:pt x="82" y="44"/>
                  </a:cubicBezTo>
                  <a:cubicBezTo>
                    <a:pt x="82" y="44"/>
                    <a:pt x="94" y="63"/>
                    <a:pt x="102" y="67"/>
                  </a:cubicBezTo>
                  <a:cubicBezTo>
                    <a:pt x="109" y="72"/>
                    <a:pt x="186" y="114"/>
                    <a:pt x="186" y="114"/>
                  </a:cubicBezTo>
                  <a:cubicBezTo>
                    <a:pt x="186" y="114"/>
                    <a:pt x="163" y="119"/>
                    <a:pt x="144" y="108"/>
                  </a:cubicBezTo>
                  <a:cubicBezTo>
                    <a:pt x="126" y="97"/>
                    <a:pt x="120" y="91"/>
                    <a:pt x="114" y="90"/>
                  </a:cubicBezTo>
                  <a:cubicBezTo>
                    <a:pt x="108" y="89"/>
                    <a:pt x="106" y="89"/>
                    <a:pt x="106" y="89"/>
                  </a:cubicBezTo>
                  <a:cubicBezTo>
                    <a:pt x="106" y="89"/>
                    <a:pt x="82" y="72"/>
                    <a:pt x="78" y="67"/>
                  </a:cubicBezTo>
                  <a:cubicBezTo>
                    <a:pt x="73" y="62"/>
                    <a:pt x="71" y="60"/>
                    <a:pt x="71" y="60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8" y="32"/>
                    <a:pt x="9" y="27"/>
                    <a:pt x="7" y="24"/>
                  </a:cubicBezTo>
                  <a:cubicBezTo>
                    <a:pt x="4" y="2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" name="Freeform 239">
              <a:extLst>
                <a:ext uri="{FF2B5EF4-FFF2-40B4-BE49-F238E27FC236}">
                  <a16:creationId xmlns:a16="http://schemas.microsoft.com/office/drawing/2014/main" id="{55663CBF-E605-4426-A795-FC62D4FAE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3" y="792"/>
              <a:ext cx="194" cy="200"/>
            </a:xfrm>
            <a:custGeom>
              <a:avLst/>
              <a:gdLst>
                <a:gd name="T0" fmla="*/ 33 w 102"/>
                <a:gd name="T1" fmla="*/ 78 h 105"/>
                <a:gd name="T2" fmla="*/ 63 w 102"/>
                <a:gd name="T3" fmla="*/ 68 h 105"/>
                <a:gd name="T4" fmla="*/ 68 w 102"/>
                <a:gd name="T5" fmla="*/ 105 h 105"/>
                <a:gd name="T6" fmla="*/ 76 w 102"/>
                <a:gd name="T7" fmla="*/ 88 h 105"/>
                <a:gd name="T8" fmla="*/ 82 w 102"/>
                <a:gd name="T9" fmla="*/ 47 h 105"/>
                <a:gd name="T10" fmla="*/ 18 w 102"/>
                <a:gd name="T11" fmla="*/ 0 h 105"/>
                <a:gd name="T12" fmla="*/ 14 w 102"/>
                <a:gd name="T13" fmla="*/ 58 h 105"/>
                <a:gd name="T14" fmla="*/ 17 w 102"/>
                <a:gd name="T15" fmla="*/ 58 h 105"/>
                <a:gd name="T16" fmla="*/ 33 w 102"/>
                <a:gd name="T17" fmla="*/ 78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105">
                  <a:moveTo>
                    <a:pt x="33" y="78"/>
                  </a:moveTo>
                  <a:cubicBezTo>
                    <a:pt x="52" y="83"/>
                    <a:pt x="53" y="62"/>
                    <a:pt x="63" y="68"/>
                  </a:cubicBezTo>
                  <a:cubicBezTo>
                    <a:pt x="72" y="73"/>
                    <a:pt x="69" y="100"/>
                    <a:pt x="68" y="105"/>
                  </a:cubicBezTo>
                  <a:cubicBezTo>
                    <a:pt x="68" y="103"/>
                    <a:pt x="69" y="92"/>
                    <a:pt x="76" y="88"/>
                  </a:cubicBezTo>
                  <a:cubicBezTo>
                    <a:pt x="102" y="75"/>
                    <a:pt x="75" y="64"/>
                    <a:pt x="82" y="47"/>
                  </a:cubicBezTo>
                  <a:cubicBezTo>
                    <a:pt x="89" y="30"/>
                    <a:pt x="35" y="27"/>
                    <a:pt x="18" y="0"/>
                  </a:cubicBezTo>
                  <a:cubicBezTo>
                    <a:pt x="0" y="35"/>
                    <a:pt x="15" y="39"/>
                    <a:pt x="14" y="58"/>
                  </a:cubicBezTo>
                  <a:cubicBezTo>
                    <a:pt x="15" y="58"/>
                    <a:pt x="16" y="58"/>
                    <a:pt x="17" y="58"/>
                  </a:cubicBezTo>
                  <a:cubicBezTo>
                    <a:pt x="31" y="61"/>
                    <a:pt x="19" y="72"/>
                    <a:pt x="33" y="78"/>
                  </a:cubicBezTo>
                  <a:close/>
                </a:path>
              </a:pathLst>
            </a:custGeom>
            <a:solidFill>
              <a:srgbClr val="085E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" name="Freeform 240">
              <a:extLst>
                <a:ext uri="{FF2B5EF4-FFF2-40B4-BE49-F238E27FC236}">
                  <a16:creationId xmlns:a16="http://schemas.microsoft.com/office/drawing/2014/main" id="{6CF82EFB-87B0-43F6-A8EB-E9FD00203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1" y="1513"/>
              <a:ext cx="220" cy="139"/>
            </a:xfrm>
            <a:custGeom>
              <a:avLst/>
              <a:gdLst>
                <a:gd name="T0" fmla="*/ 31 w 115"/>
                <a:gd name="T1" fmla="*/ 21 h 73"/>
                <a:gd name="T2" fmla="*/ 12 w 115"/>
                <a:gd name="T3" fmla="*/ 0 h 73"/>
                <a:gd name="T4" fmla="*/ 0 w 115"/>
                <a:gd name="T5" fmla="*/ 8 h 73"/>
                <a:gd name="T6" fmla="*/ 0 w 115"/>
                <a:gd name="T7" fmla="*/ 14 h 73"/>
                <a:gd name="T8" fmla="*/ 7 w 115"/>
                <a:gd name="T9" fmla="*/ 21 h 73"/>
                <a:gd name="T10" fmla="*/ 35 w 115"/>
                <a:gd name="T11" fmla="*/ 43 h 73"/>
                <a:gd name="T12" fmla="*/ 43 w 115"/>
                <a:gd name="T13" fmla="*/ 44 h 73"/>
                <a:gd name="T14" fmla="*/ 73 w 115"/>
                <a:gd name="T15" fmla="*/ 62 h 73"/>
                <a:gd name="T16" fmla="*/ 115 w 115"/>
                <a:gd name="T17" fmla="*/ 68 h 73"/>
                <a:gd name="T18" fmla="*/ 31 w 115"/>
                <a:gd name="T19" fmla="*/ 21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5" h="73">
                  <a:moveTo>
                    <a:pt x="31" y="21"/>
                  </a:moveTo>
                  <a:cubicBezTo>
                    <a:pt x="25" y="18"/>
                    <a:pt x="16" y="4"/>
                    <a:pt x="12" y="0"/>
                  </a:cubicBezTo>
                  <a:cubicBezTo>
                    <a:pt x="8" y="2"/>
                    <a:pt x="4" y="6"/>
                    <a:pt x="0" y="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2" y="16"/>
                    <a:pt x="7" y="21"/>
                  </a:cubicBezTo>
                  <a:cubicBezTo>
                    <a:pt x="11" y="26"/>
                    <a:pt x="35" y="43"/>
                    <a:pt x="35" y="43"/>
                  </a:cubicBezTo>
                  <a:cubicBezTo>
                    <a:pt x="35" y="43"/>
                    <a:pt x="37" y="43"/>
                    <a:pt x="43" y="44"/>
                  </a:cubicBezTo>
                  <a:cubicBezTo>
                    <a:pt x="49" y="45"/>
                    <a:pt x="55" y="51"/>
                    <a:pt x="73" y="62"/>
                  </a:cubicBezTo>
                  <a:cubicBezTo>
                    <a:pt x="92" y="73"/>
                    <a:pt x="115" y="68"/>
                    <a:pt x="115" y="68"/>
                  </a:cubicBezTo>
                  <a:cubicBezTo>
                    <a:pt x="115" y="68"/>
                    <a:pt x="38" y="26"/>
                    <a:pt x="31" y="21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" name="Freeform 241">
              <a:extLst>
                <a:ext uri="{FF2B5EF4-FFF2-40B4-BE49-F238E27FC236}">
                  <a16:creationId xmlns:a16="http://schemas.microsoft.com/office/drawing/2014/main" id="{000A6C9A-602A-4307-A196-A9BFB1E92D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4" y="1567"/>
              <a:ext cx="199" cy="84"/>
            </a:xfrm>
            <a:custGeom>
              <a:avLst/>
              <a:gdLst>
                <a:gd name="T0" fmla="*/ 0 w 104"/>
                <a:gd name="T1" fmla="*/ 0 h 44"/>
                <a:gd name="T2" fmla="*/ 22 w 104"/>
                <a:gd name="T3" fmla="*/ 17 h 44"/>
                <a:gd name="T4" fmla="*/ 48 w 104"/>
                <a:gd name="T5" fmla="*/ 28 h 44"/>
                <a:gd name="T6" fmla="*/ 104 w 104"/>
                <a:gd name="T7" fmla="*/ 43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4" h="44">
                  <a:moveTo>
                    <a:pt x="0" y="0"/>
                  </a:moveTo>
                  <a:cubicBezTo>
                    <a:pt x="13" y="10"/>
                    <a:pt x="22" y="17"/>
                    <a:pt x="22" y="17"/>
                  </a:cubicBezTo>
                  <a:cubicBezTo>
                    <a:pt x="22" y="17"/>
                    <a:pt x="27" y="13"/>
                    <a:pt x="48" y="28"/>
                  </a:cubicBezTo>
                  <a:cubicBezTo>
                    <a:pt x="69" y="44"/>
                    <a:pt x="94" y="44"/>
                    <a:pt x="104" y="43"/>
                  </a:cubicBezTo>
                </a:path>
              </a:pathLst>
            </a:custGeom>
            <a:noFill/>
            <a:ln w="12700" cap="rnd">
              <a:solidFill>
                <a:srgbClr val="085EB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" name="Freeform 242">
              <a:extLst>
                <a:ext uri="{FF2B5EF4-FFF2-40B4-BE49-F238E27FC236}">
                  <a16:creationId xmlns:a16="http://schemas.microsoft.com/office/drawing/2014/main" id="{CCECD798-9AC6-4866-85B5-09FEDBE8E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9" y="1683"/>
              <a:ext cx="729" cy="296"/>
            </a:xfrm>
            <a:custGeom>
              <a:avLst/>
              <a:gdLst>
                <a:gd name="T0" fmla="*/ 0 w 382"/>
                <a:gd name="T1" fmla="*/ 0 h 155"/>
                <a:gd name="T2" fmla="*/ 382 w 382"/>
                <a:gd name="T3" fmla="*/ 155 h 155"/>
                <a:gd name="T4" fmla="*/ 98 w 382"/>
                <a:gd name="T5" fmla="*/ 31 h 155"/>
                <a:gd name="T6" fmla="*/ 0 w 382"/>
                <a:gd name="T7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2" h="155">
                  <a:moveTo>
                    <a:pt x="0" y="0"/>
                  </a:moveTo>
                  <a:cubicBezTo>
                    <a:pt x="105" y="126"/>
                    <a:pt x="256" y="155"/>
                    <a:pt x="382" y="155"/>
                  </a:cubicBezTo>
                  <a:cubicBezTo>
                    <a:pt x="382" y="155"/>
                    <a:pt x="193" y="141"/>
                    <a:pt x="98" y="3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5" name="Freeform 243">
              <a:extLst>
                <a:ext uri="{FF2B5EF4-FFF2-40B4-BE49-F238E27FC236}">
                  <a16:creationId xmlns:a16="http://schemas.microsoft.com/office/drawing/2014/main" id="{B80203A2-95FB-4ED3-9CD1-1C561C23E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9" y="1731"/>
              <a:ext cx="263" cy="200"/>
            </a:xfrm>
            <a:custGeom>
              <a:avLst/>
              <a:gdLst>
                <a:gd name="T0" fmla="*/ 20 w 138"/>
                <a:gd name="T1" fmla="*/ 54 h 105"/>
                <a:gd name="T2" fmla="*/ 138 w 138"/>
                <a:gd name="T3" fmla="*/ 105 h 105"/>
                <a:gd name="T4" fmla="*/ 35 w 138"/>
                <a:gd name="T5" fmla="*/ 42 h 105"/>
                <a:gd name="T6" fmla="*/ 20 w 138"/>
                <a:gd name="T7" fmla="*/ 5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8" h="105">
                  <a:moveTo>
                    <a:pt x="20" y="54"/>
                  </a:moveTo>
                  <a:cubicBezTo>
                    <a:pt x="57" y="78"/>
                    <a:pt x="94" y="93"/>
                    <a:pt x="138" y="105"/>
                  </a:cubicBezTo>
                  <a:cubicBezTo>
                    <a:pt x="138" y="105"/>
                    <a:pt x="70" y="85"/>
                    <a:pt x="35" y="42"/>
                  </a:cubicBezTo>
                  <a:cubicBezTo>
                    <a:pt x="0" y="0"/>
                    <a:pt x="20" y="54"/>
                    <a:pt x="20" y="54"/>
                  </a:cubicBezTo>
                  <a:close/>
                </a:path>
              </a:pathLst>
            </a:custGeom>
            <a:solidFill>
              <a:srgbClr val="58C1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6" name="Freeform 244">
              <a:extLst>
                <a:ext uri="{FF2B5EF4-FFF2-40B4-BE49-F238E27FC236}">
                  <a16:creationId xmlns:a16="http://schemas.microsoft.com/office/drawing/2014/main" id="{D9307D42-39A6-4BA6-A0DA-57BA6BBEE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3" y="1458"/>
              <a:ext cx="627" cy="490"/>
            </a:xfrm>
            <a:custGeom>
              <a:avLst/>
              <a:gdLst>
                <a:gd name="T0" fmla="*/ 0 w 329"/>
                <a:gd name="T1" fmla="*/ 104 h 257"/>
                <a:gd name="T2" fmla="*/ 329 w 329"/>
                <a:gd name="T3" fmla="*/ 257 h 257"/>
                <a:gd name="T4" fmla="*/ 141 w 329"/>
                <a:gd name="T5" fmla="*/ 133 h 257"/>
                <a:gd name="T6" fmla="*/ 0 w 329"/>
                <a:gd name="T7" fmla="*/ 104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9" h="257">
                  <a:moveTo>
                    <a:pt x="0" y="104"/>
                  </a:moveTo>
                  <a:cubicBezTo>
                    <a:pt x="69" y="179"/>
                    <a:pt x="172" y="252"/>
                    <a:pt x="329" y="257"/>
                  </a:cubicBezTo>
                  <a:cubicBezTo>
                    <a:pt x="329" y="257"/>
                    <a:pt x="192" y="248"/>
                    <a:pt x="141" y="133"/>
                  </a:cubicBezTo>
                  <a:cubicBezTo>
                    <a:pt x="82" y="0"/>
                    <a:pt x="0" y="104"/>
                    <a:pt x="0" y="1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" name="Freeform 245">
              <a:extLst>
                <a:ext uri="{FF2B5EF4-FFF2-40B4-BE49-F238E27FC236}">
                  <a16:creationId xmlns:a16="http://schemas.microsoft.com/office/drawing/2014/main" id="{864CA975-9990-4804-8D77-F63F35028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0" y="1729"/>
              <a:ext cx="250" cy="179"/>
            </a:xfrm>
            <a:custGeom>
              <a:avLst/>
              <a:gdLst>
                <a:gd name="T0" fmla="*/ 0 w 131"/>
                <a:gd name="T1" fmla="*/ 19 h 94"/>
                <a:gd name="T2" fmla="*/ 131 w 131"/>
                <a:gd name="T3" fmla="*/ 94 h 94"/>
                <a:gd name="T4" fmla="*/ 32 w 131"/>
                <a:gd name="T5" fmla="*/ 0 h 94"/>
                <a:gd name="T6" fmla="*/ 0 w 131"/>
                <a:gd name="T7" fmla="*/ 1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1" h="94">
                  <a:moveTo>
                    <a:pt x="0" y="19"/>
                  </a:moveTo>
                  <a:cubicBezTo>
                    <a:pt x="21" y="47"/>
                    <a:pt x="88" y="86"/>
                    <a:pt x="131" y="94"/>
                  </a:cubicBezTo>
                  <a:cubicBezTo>
                    <a:pt x="131" y="94"/>
                    <a:pt x="52" y="60"/>
                    <a:pt x="32" y="0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58C1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" name="Freeform 246">
              <a:extLst>
                <a:ext uri="{FF2B5EF4-FFF2-40B4-BE49-F238E27FC236}">
                  <a16:creationId xmlns:a16="http://schemas.microsoft.com/office/drawing/2014/main" id="{6B3FA1CE-1F3C-47E5-BB6B-8658589FA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" y="1122"/>
              <a:ext cx="775" cy="773"/>
            </a:xfrm>
            <a:custGeom>
              <a:avLst/>
              <a:gdLst>
                <a:gd name="T0" fmla="*/ 354 w 406"/>
                <a:gd name="T1" fmla="*/ 296 h 405"/>
                <a:gd name="T2" fmla="*/ 109 w 406"/>
                <a:gd name="T3" fmla="*/ 353 h 405"/>
                <a:gd name="T4" fmla="*/ 52 w 406"/>
                <a:gd name="T5" fmla="*/ 108 h 405"/>
                <a:gd name="T6" fmla="*/ 297 w 406"/>
                <a:gd name="T7" fmla="*/ 51 h 405"/>
                <a:gd name="T8" fmla="*/ 354 w 406"/>
                <a:gd name="T9" fmla="*/ 296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6" h="405">
                  <a:moveTo>
                    <a:pt x="354" y="296"/>
                  </a:moveTo>
                  <a:cubicBezTo>
                    <a:pt x="302" y="379"/>
                    <a:pt x="192" y="405"/>
                    <a:pt x="109" y="353"/>
                  </a:cubicBezTo>
                  <a:cubicBezTo>
                    <a:pt x="26" y="301"/>
                    <a:pt x="0" y="191"/>
                    <a:pt x="52" y="108"/>
                  </a:cubicBezTo>
                  <a:cubicBezTo>
                    <a:pt x="104" y="25"/>
                    <a:pt x="214" y="0"/>
                    <a:pt x="297" y="51"/>
                  </a:cubicBezTo>
                  <a:cubicBezTo>
                    <a:pt x="380" y="103"/>
                    <a:pt x="406" y="213"/>
                    <a:pt x="354" y="2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" name="Freeform 247">
              <a:extLst>
                <a:ext uri="{FF2B5EF4-FFF2-40B4-BE49-F238E27FC236}">
                  <a16:creationId xmlns:a16="http://schemas.microsoft.com/office/drawing/2014/main" id="{AAC3D930-BE8F-4276-B3B2-F894D477C0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5" y="1124"/>
              <a:ext cx="587" cy="687"/>
            </a:xfrm>
            <a:custGeom>
              <a:avLst/>
              <a:gdLst>
                <a:gd name="T0" fmla="*/ 76 w 308"/>
                <a:gd name="T1" fmla="*/ 124 h 360"/>
                <a:gd name="T2" fmla="*/ 308 w 308"/>
                <a:gd name="T3" fmla="*/ 60 h 360"/>
                <a:gd name="T4" fmla="*/ 296 w 308"/>
                <a:gd name="T5" fmla="*/ 52 h 360"/>
                <a:gd name="T6" fmla="*/ 52 w 308"/>
                <a:gd name="T7" fmla="*/ 109 h 360"/>
                <a:gd name="T8" fmla="*/ 108 w 308"/>
                <a:gd name="T9" fmla="*/ 353 h 360"/>
                <a:gd name="T10" fmla="*/ 121 w 308"/>
                <a:gd name="T11" fmla="*/ 360 h 360"/>
                <a:gd name="T12" fmla="*/ 76 w 308"/>
                <a:gd name="T13" fmla="*/ 124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8" h="360">
                  <a:moveTo>
                    <a:pt x="76" y="124"/>
                  </a:moveTo>
                  <a:cubicBezTo>
                    <a:pt x="126" y="45"/>
                    <a:pt x="227" y="18"/>
                    <a:pt x="308" y="60"/>
                  </a:cubicBezTo>
                  <a:cubicBezTo>
                    <a:pt x="305" y="57"/>
                    <a:pt x="301" y="55"/>
                    <a:pt x="296" y="52"/>
                  </a:cubicBezTo>
                  <a:cubicBezTo>
                    <a:pt x="213" y="0"/>
                    <a:pt x="104" y="25"/>
                    <a:pt x="52" y="109"/>
                  </a:cubicBezTo>
                  <a:cubicBezTo>
                    <a:pt x="0" y="192"/>
                    <a:pt x="25" y="301"/>
                    <a:pt x="108" y="353"/>
                  </a:cubicBezTo>
                  <a:cubicBezTo>
                    <a:pt x="112" y="356"/>
                    <a:pt x="117" y="358"/>
                    <a:pt x="121" y="360"/>
                  </a:cubicBezTo>
                  <a:cubicBezTo>
                    <a:pt x="47" y="306"/>
                    <a:pt x="27" y="203"/>
                    <a:pt x="76" y="124"/>
                  </a:cubicBezTo>
                  <a:close/>
                </a:path>
              </a:pathLst>
            </a:custGeom>
            <a:solidFill>
              <a:srgbClr val="58C1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0" name="Freeform 248">
              <a:extLst>
                <a:ext uri="{FF2B5EF4-FFF2-40B4-BE49-F238E27FC236}">
                  <a16:creationId xmlns:a16="http://schemas.microsoft.com/office/drawing/2014/main" id="{AA8D2448-302F-434A-9AB7-CB514AB45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6" y="1278"/>
              <a:ext cx="223" cy="155"/>
            </a:xfrm>
            <a:custGeom>
              <a:avLst/>
              <a:gdLst>
                <a:gd name="T0" fmla="*/ 28 w 117"/>
                <a:gd name="T1" fmla="*/ 0 h 81"/>
                <a:gd name="T2" fmla="*/ 0 w 117"/>
                <a:gd name="T3" fmla="*/ 37 h 81"/>
                <a:gd name="T4" fmla="*/ 11 w 117"/>
                <a:gd name="T5" fmla="*/ 81 h 81"/>
                <a:gd name="T6" fmla="*/ 89 w 117"/>
                <a:gd name="T7" fmla="*/ 81 h 81"/>
                <a:gd name="T8" fmla="*/ 117 w 117"/>
                <a:gd name="T9" fmla="*/ 55 h 81"/>
                <a:gd name="T10" fmla="*/ 100 w 117"/>
                <a:gd name="T11" fmla="*/ 22 h 81"/>
                <a:gd name="T12" fmla="*/ 28 w 117"/>
                <a:gd name="T13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81">
                  <a:moveTo>
                    <a:pt x="28" y="0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89" y="81"/>
                    <a:pt x="89" y="81"/>
                    <a:pt x="89" y="81"/>
                  </a:cubicBezTo>
                  <a:cubicBezTo>
                    <a:pt x="117" y="55"/>
                    <a:pt x="117" y="55"/>
                    <a:pt x="117" y="55"/>
                  </a:cubicBezTo>
                  <a:cubicBezTo>
                    <a:pt x="117" y="55"/>
                    <a:pt x="112" y="33"/>
                    <a:pt x="100" y="22"/>
                  </a:cubicBezTo>
                  <a:cubicBezTo>
                    <a:pt x="87" y="10"/>
                    <a:pt x="28" y="0"/>
                    <a:pt x="28" y="0"/>
                  </a:cubicBezTo>
                  <a:close/>
                </a:path>
              </a:pathLst>
            </a:custGeom>
            <a:solidFill>
              <a:srgbClr val="58C1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1" name="Freeform 249">
              <a:extLst>
                <a:ext uri="{FF2B5EF4-FFF2-40B4-BE49-F238E27FC236}">
                  <a16:creationId xmlns:a16="http://schemas.microsoft.com/office/drawing/2014/main" id="{AF6109F0-3EC8-4B34-81A7-8229822B6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7" y="1193"/>
              <a:ext cx="196" cy="64"/>
            </a:xfrm>
            <a:custGeom>
              <a:avLst/>
              <a:gdLst>
                <a:gd name="T0" fmla="*/ 92 w 103"/>
                <a:gd name="T1" fmla="*/ 5 h 34"/>
                <a:gd name="T2" fmla="*/ 0 w 103"/>
                <a:gd name="T3" fmla="*/ 22 h 34"/>
                <a:gd name="T4" fmla="*/ 4 w 103"/>
                <a:gd name="T5" fmla="*/ 29 h 34"/>
                <a:gd name="T6" fmla="*/ 103 w 103"/>
                <a:gd name="T7" fmla="*/ 34 h 34"/>
                <a:gd name="T8" fmla="*/ 92 w 103"/>
                <a:gd name="T9" fmla="*/ 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34">
                  <a:moveTo>
                    <a:pt x="92" y="5"/>
                  </a:moveTo>
                  <a:cubicBezTo>
                    <a:pt x="65" y="0"/>
                    <a:pt x="16" y="14"/>
                    <a:pt x="0" y="22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92" y="5"/>
                  </a:lnTo>
                  <a:close/>
                </a:path>
              </a:pathLst>
            </a:custGeom>
            <a:solidFill>
              <a:srgbClr val="58C1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2" name="Freeform 250">
              <a:extLst>
                <a:ext uri="{FF2B5EF4-FFF2-40B4-BE49-F238E27FC236}">
                  <a16:creationId xmlns:a16="http://schemas.microsoft.com/office/drawing/2014/main" id="{3B319276-E105-42FE-8CB0-B757D942D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8" y="1301"/>
              <a:ext cx="177" cy="304"/>
            </a:xfrm>
            <a:custGeom>
              <a:avLst/>
              <a:gdLst>
                <a:gd name="T0" fmla="*/ 12 w 93"/>
                <a:gd name="T1" fmla="*/ 159 h 159"/>
                <a:gd name="T2" fmla="*/ 20 w 93"/>
                <a:gd name="T3" fmla="*/ 61 h 159"/>
                <a:gd name="T4" fmla="*/ 93 w 93"/>
                <a:gd name="T5" fmla="*/ 0 h 159"/>
                <a:gd name="T6" fmla="*/ 67 w 93"/>
                <a:gd name="T7" fmla="*/ 86 h 159"/>
                <a:gd name="T8" fmla="*/ 12 w 93"/>
                <a:gd name="T9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" h="159">
                  <a:moveTo>
                    <a:pt x="12" y="159"/>
                  </a:moveTo>
                  <a:cubicBezTo>
                    <a:pt x="0" y="134"/>
                    <a:pt x="0" y="93"/>
                    <a:pt x="20" y="61"/>
                  </a:cubicBezTo>
                  <a:cubicBezTo>
                    <a:pt x="39" y="28"/>
                    <a:pt x="93" y="0"/>
                    <a:pt x="93" y="0"/>
                  </a:cubicBezTo>
                  <a:cubicBezTo>
                    <a:pt x="67" y="86"/>
                    <a:pt x="67" y="86"/>
                    <a:pt x="67" y="86"/>
                  </a:cubicBezTo>
                  <a:lnTo>
                    <a:pt x="12" y="159"/>
                  </a:lnTo>
                  <a:close/>
                </a:path>
              </a:pathLst>
            </a:custGeom>
            <a:solidFill>
              <a:srgbClr val="58C1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3" name="Freeform 251">
              <a:extLst>
                <a:ext uri="{FF2B5EF4-FFF2-40B4-BE49-F238E27FC236}">
                  <a16:creationId xmlns:a16="http://schemas.microsoft.com/office/drawing/2014/main" id="{6705EBE0-CB54-4FE6-B6A3-2702D7AF6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6" y="1454"/>
              <a:ext cx="271" cy="288"/>
            </a:xfrm>
            <a:custGeom>
              <a:avLst/>
              <a:gdLst>
                <a:gd name="T0" fmla="*/ 0 w 271"/>
                <a:gd name="T1" fmla="*/ 31 h 288"/>
                <a:gd name="T2" fmla="*/ 115 w 271"/>
                <a:gd name="T3" fmla="*/ 0 h 288"/>
                <a:gd name="T4" fmla="*/ 195 w 271"/>
                <a:gd name="T5" fmla="*/ 42 h 288"/>
                <a:gd name="T6" fmla="*/ 271 w 271"/>
                <a:gd name="T7" fmla="*/ 288 h 288"/>
                <a:gd name="T8" fmla="*/ 58 w 271"/>
                <a:gd name="T9" fmla="*/ 229 h 288"/>
                <a:gd name="T10" fmla="*/ 0 w 271"/>
                <a:gd name="T11" fmla="*/ 3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1" h="288">
                  <a:moveTo>
                    <a:pt x="0" y="31"/>
                  </a:moveTo>
                  <a:lnTo>
                    <a:pt x="115" y="0"/>
                  </a:lnTo>
                  <a:lnTo>
                    <a:pt x="195" y="42"/>
                  </a:lnTo>
                  <a:lnTo>
                    <a:pt x="271" y="288"/>
                  </a:lnTo>
                  <a:lnTo>
                    <a:pt x="58" y="229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58C1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4" name="Freeform 252">
              <a:extLst>
                <a:ext uri="{FF2B5EF4-FFF2-40B4-BE49-F238E27FC236}">
                  <a16:creationId xmlns:a16="http://schemas.microsoft.com/office/drawing/2014/main" id="{7844C134-C12F-41D8-9543-5F536B86C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3" y="1681"/>
              <a:ext cx="223" cy="141"/>
            </a:xfrm>
            <a:custGeom>
              <a:avLst/>
              <a:gdLst>
                <a:gd name="T0" fmla="*/ 0 w 117"/>
                <a:gd name="T1" fmla="*/ 1 h 74"/>
                <a:gd name="T2" fmla="*/ 18 w 117"/>
                <a:gd name="T3" fmla="*/ 0 h 74"/>
                <a:gd name="T4" fmla="*/ 51 w 117"/>
                <a:gd name="T5" fmla="*/ 26 h 74"/>
                <a:gd name="T6" fmla="*/ 106 w 117"/>
                <a:gd name="T7" fmla="*/ 35 h 74"/>
                <a:gd name="T8" fmla="*/ 117 w 117"/>
                <a:gd name="T9" fmla="*/ 67 h 74"/>
                <a:gd name="T10" fmla="*/ 83 w 117"/>
                <a:gd name="T11" fmla="*/ 74 h 74"/>
                <a:gd name="T12" fmla="*/ 0 w 117"/>
                <a:gd name="T13" fmla="*/ 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74">
                  <a:moveTo>
                    <a:pt x="0" y="1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51" y="26"/>
                    <a:pt x="51" y="26"/>
                    <a:pt x="51" y="26"/>
                  </a:cubicBezTo>
                  <a:cubicBezTo>
                    <a:pt x="106" y="35"/>
                    <a:pt x="106" y="35"/>
                    <a:pt x="106" y="35"/>
                  </a:cubicBezTo>
                  <a:cubicBezTo>
                    <a:pt x="117" y="67"/>
                    <a:pt x="117" y="67"/>
                    <a:pt x="117" y="67"/>
                  </a:cubicBezTo>
                  <a:cubicBezTo>
                    <a:pt x="83" y="74"/>
                    <a:pt x="83" y="74"/>
                    <a:pt x="83" y="74"/>
                  </a:cubicBezTo>
                  <a:cubicBezTo>
                    <a:pt x="83" y="74"/>
                    <a:pt x="38" y="54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" name="Freeform 253">
              <a:extLst>
                <a:ext uri="{FF2B5EF4-FFF2-40B4-BE49-F238E27FC236}">
                  <a16:creationId xmlns:a16="http://schemas.microsoft.com/office/drawing/2014/main" id="{450E68BD-487C-4DD9-AF0B-7A9E2B4D0E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6" y="1525"/>
              <a:ext cx="221" cy="292"/>
            </a:xfrm>
            <a:custGeom>
              <a:avLst/>
              <a:gdLst>
                <a:gd name="T0" fmla="*/ 107 w 116"/>
                <a:gd name="T1" fmla="*/ 0 h 153"/>
                <a:gd name="T2" fmla="*/ 0 w 116"/>
                <a:gd name="T3" fmla="*/ 153 h 153"/>
                <a:gd name="T4" fmla="*/ 9 w 116"/>
                <a:gd name="T5" fmla="*/ 133 h 153"/>
                <a:gd name="T6" fmla="*/ 76 w 116"/>
                <a:gd name="T7" fmla="*/ 45 h 153"/>
                <a:gd name="T8" fmla="*/ 87 w 116"/>
                <a:gd name="T9" fmla="*/ 13 h 153"/>
                <a:gd name="T10" fmla="*/ 107 w 116"/>
                <a:gd name="T11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6" h="153">
                  <a:moveTo>
                    <a:pt x="107" y="0"/>
                  </a:moveTo>
                  <a:cubicBezTo>
                    <a:pt x="116" y="43"/>
                    <a:pt x="69" y="128"/>
                    <a:pt x="0" y="153"/>
                  </a:cubicBezTo>
                  <a:cubicBezTo>
                    <a:pt x="9" y="133"/>
                    <a:pt x="9" y="133"/>
                    <a:pt x="9" y="133"/>
                  </a:cubicBezTo>
                  <a:cubicBezTo>
                    <a:pt x="76" y="45"/>
                    <a:pt x="76" y="45"/>
                    <a:pt x="76" y="45"/>
                  </a:cubicBezTo>
                  <a:cubicBezTo>
                    <a:pt x="87" y="13"/>
                    <a:pt x="87" y="13"/>
                    <a:pt x="87" y="13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6" name="Freeform 254">
              <a:extLst>
                <a:ext uri="{FF2B5EF4-FFF2-40B4-BE49-F238E27FC236}">
                  <a16:creationId xmlns:a16="http://schemas.microsoft.com/office/drawing/2014/main" id="{CEAF6B78-4CD7-4F92-803C-22ED60932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7" y="1256"/>
              <a:ext cx="223" cy="154"/>
            </a:xfrm>
            <a:custGeom>
              <a:avLst/>
              <a:gdLst>
                <a:gd name="T0" fmla="*/ 28 w 117"/>
                <a:gd name="T1" fmla="*/ 0 h 81"/>
                <a:gd name="T2" fmla="*/ 0 w 117"/>
                <a:gd name="T3" fmla="*/ 37 h 81"/>
                <a:gd name="T4" fmla="*/ 11 w 117"/>
                <a:gd name="T5" fmla="*/ 81 h 81"/>
                <a:gd name="T6" fmla="*/ 89 w 117"/>
                <a:gd name="T7" fmla="*/ 81 h 81"/>
                <a:gd name="T8" fmla="*/ 117 w 117"/>
                <a:gd name="T9" fmla="*/ 55 h 81"/>
                <a:gd name="T10" fmla="*/ 100 w 117"/>
                <a:gd name="T11" fmla="*/ 22 h 81"/>
                <a:gd name="T12" fmla="*/ 28 w 117"/>
                <a:gd name="T13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81">
                  <a:moveTo>
                    <a:pt x="28" y="0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89" y="81"/>
                    <a:pt x="89" y="81"/>
                    <a:pt x="89" y="81"/>
                  </a:cubicBezTo>
                  <a:cubicBezTo>
                    <a:pt x="117" y="55"/>
                    <a:pt x="117" y="55"/>
                    <a:pt x="117" y="55"/>
                  </a:cubicBezTo>
                  <a:cubicBezTo>
                    <a:pt x="117" y="55"/>
                    <a:pt x="113" y="34"/>
                    <a:pt x="100" y="22"/>
                  </a:cubicBezTo>
                  <a:cubicBezTo>
                    <a:pt x="87" y="11"/>
                    <a:pt x="28" y="0"/>
                    <a:pt x="2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7" name="Freeform 255">
              <a:extLst>
                <a:ext uri="{FF2B5EF4-FFF2-40B4-BE49-F238E27FC236}">
                  <a16:creationId xmlns:a16="http://schemas.microsoft.com/office/drawing/2014/main" id="{52F842A9-CE28-48FB-A7EF-4AF6FD3CA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2" y="1166"/>
              <a:ext cx="195" cy="65"/>
            </a:xfrm>
            <a:custGeom>
              <a:avLst/>
              <a:gdLst>
                <a:gd name="T0" fmla="*/ 91 w 102"/>
                <a:gd name="T1" fmla="*/ 5 h 34"/>
                <a:gd name="T2" fmla="*/ 0 w 102"/>
                <a:gd name="T3" fmla="*/ 22 h 34"/>
                <a:gd name="T4" fmla="*/ 3 w 102"/>
                <a:gd name="T5" fmla="*/ 28 h 34"/>
                <a:gd name="T6" fmla="*/ 102 w 102"/>
                <a:gd name="T7" fmla="*/ 34 h 34"/>
                <a:gd name="T8" fmla="*/ 91 w 102"/>
                <a:gd name="T9" fmla="*/ 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" h="34">
                  <a:moveTo>
                    <a:pt x="91" y="5"/>
                  </a:moveTo>
                  <a:cubicBezTo>
                    <a:pt x="64" y="0"/>
                    <a:pt x="15" y="14"/>
                    <a:pt x="0" y="22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102" y="34"/>
                    <a:pt x="102" y="34"/>
                    <a:pt x="102" y="34"/>
                  </a:cubicBezTo>
                  <a:lnTo>
                    <a:pt x="91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8" name="Freeform 256">
              <a:extLst>
                <a:ext uri="{FF2B5EF4-FFF2-40B4-BE49-F238E27FC236}">
                  <a16:creationId xmlns:a16="http://schemas.microsoft.com/office/drawing/2014/main" id="{2B9259A3-5C75-4A15-BA73-B3BB1F8DD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1" y="1275"/>
              <a:ext cx="178" cy="303"/>
            </a:xfrm>
            <a:custGeom>
              <a:avLst/>
              <a:gdLst>
                <a:gd name="T0" fmla="*/ 12 w 93"/>
                <a:gd name="T1" fmla="*/ 159 h 159"/>
                <a:gd name="T2" fmla="*/ 20 w 93"/>
                <a:gd name="T3" fmla="*/ 60 h 159"/>
                <a:gd name="T4" fmla="*/ 93 w 93"/>
                <a:gd name="T5" fmla="*/ 0 h 159"/>
                <a:gd name="T6" fmla="*/ 67 w 93"/>
                <a:gd name="T7" fmla="*/ 85 h 159"/>
                <a:gd name="T8" fmla="*/ 12 w 93"/>
                <a:gd name="T9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" h="159">
                  <a:moveTo>
                    <a:pt x="12" y="159"/>
                  </a:moveTo>
                  <a:cubicBezTo>
                    <a:pt x="0" y="134"/>
                    <a:pt x="0" y="93"/>
                    <a:pt x="20" y="60"/>
                  </a:cubicBezTo>
                  <a:cubicBezTo>
                    <a:pt x="40" y="28"/>
                    <a:pt x="93" y="0"/>
                    <a:pt x="93" y="0"/>
                  </a:cubicBezTo>
                  <a:cubicBezTo>
                    <a:pt x="67" y="85"/>
                    <a:pt x="67" y="85"/>
                    <a:pt x="67" y="85"/>
                  </a:cubicBezTo>
                  <a:lnTo>
                    <a:pt x="12" y="1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9" name="Freeform 257">
              <a:extLst>
                <a:ext uri="{FF2B5EF4-FFF2-40B4-BE49-F238E27FC236}">
                  <a16:creationId xmlns:a16="http://schemas.microsoft.com/office/drawing/2014/main" id="{727E7DCF-81FD-4142-8886-892B2EF24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2" y="1425"/>
              <a:ext cx="270" cy="290"/>
            </a:xfrm>
            <a:custGeom>
              <a:avLst/>
              <a:gdLst>
                <a:gd name="T0" fmla="*/ 0 w 270"/>
                <a:gd name="T1" fmla="*/ 33 h 290"/>
                <a:gd name="T2" fmla="*/ 114 w 270"/>
                <a:gd name="T3" fmla="*/ 0 h 290"/>
                <a:gd name="T4" fmla="*/ 192 w 270"/>
                <a:gd name="T5" fmla="*/ 44 h 290"/>
                <a:gd name="T6" fmla="*/ 270 w 270"/>
                <a:gd name="T7" fmla="*/ 290 h 290"/>
                <a:gd name="T8" fmla="*/ 55 w 270"/>
                <a:gd name="T9" fmla="*/ 231 h 290"/>
                <a:gd name="T10" fmla="*/ 0 w 270"/>
                <a:gd name="T11" fmla="*/ 33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0" h="290">
                  <a:moveTo>
                    <a:pt x="0" y="33"/>
                  </a:moveTo>
                  <a:lnTo>
                    <a:pt x="114" y="0"/>
                  </a:lnTo>
                  <a:lnTo>
                    <a:pt x="192" y="44"/>
                  </a:lnTo>
                  <a:lnTo>
                    <a:pt x="270" y="290"/>
                  </a:lnTo>
                  <a:lnTo>
                    <a:pt x="55" y="231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0" name="Freeform 258">
              <a:extLst>
                <a:ext uri="{FF2B5EF4-FFF2-40B4-BE49-F238E27FC236}">
                  <a16:creationId xmlns:a16="http://schemas.microsoft.com/office/drawing/2014/main" id="{11735178-9867-46DE-9EF2-6168F5483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4" y="1658"/>
              <a:ext cx="267" cy="578"/>
            </a:xfrm>
            <a:custGeom>
              <a:avLst/>
              <a:gdLst>
                <a:gd name="T0" fmla="*/ 140 w 140"/>
                <a:gd name="T1" fmla="*/ 0 h 303"/>
                <a:gd name="T2" fmla="*/ 0 w 140"/>
                <a:gd name="T3" fmla="*/ 303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303">
                  <a:moveTo>
                    <a:pt x="140" y="0"/>
                  </a:moveTo>
                  <a:cubicBezTo>
                    <a:pt x="95" y="105"/>
                    <a:pt x="24" y="253"/>
                    <a:pt x="0" y="303"/>
                  </a:cubicBezTo>
                </a:path>
              </a:pathLst>
            </a:custGeom>
            <a:noFill/>
            <a:ln w="36513" cap="rnd">
              <a:solidFill>
                <a:srgbClr val="58C1E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1" name="Freeform 259">
              <a:extLst>
                <a:ext uri="{FF2B5EF4-FFF2-40B4-BE49-F238E27FC236}">
                  <a16:creationId xmlns:a16="http://schemas.microsoft.com/office/drawing/2014/main" id="{ED4A5FBF-E268-4EE5-A2A7-C1FBD68733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7" y="1313"/>
              <a:ext cx="292" cy="534"/>
            </a:xfrm>
            <a:custGeom>
              <a:avLst/>
              <a:gdLst>
                <a:gd name="T0" fmla="*/ 66 w 153"/>
                <a:gd name="T1" fmla="*/ 0 h 280"/>
                <a:gd name="T2" fmla="*/ 153 w 153"/>
                <a:gd name="T3" fmla="*/ 28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3" h="280">
                  <a:moveTo>
                    <a:pt x="66" y="0"/>
                  </a:moveTo>
                  <a:cubicBezTo>
                    <a:pt x="29" y="64"/>
                    <a:pt x="0" y="210"/>
                    <a:pt x="153" y="280"/>
                  </a:cubicBezTo>
                </a:path>
              </a:pathLst>
            </a:custGeom>
            <a:noFill/>
            <a:ln w="36513" cap="rnd">
              <a:solidFill>
                <a:srgbClr val="FFA1D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2" name="Freeform 260">
              <a:extLst>
                <a:ext uri="{FF2B5EF4-FFF2-40B4-BE49-F238E27FC236}">
                  <a16:creationId xmlns:a16="http://schemas.microsoft.com/office/drawing/2014/main" id="{FA29FD3A-F2B9-4988-882F-49D63357C6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" y="2"/>
              <a:ext cx="4540" cy="3238"/>
            </a:xfrm>
            <a:custGeom>
              <a:avLst/>
              <a:gdLst>
                <a:gd name="T0" fmla="*/ 0 w 2381"/>
                <a:gd name="T1" fmla="*/ 0 h 1697"/>
                <a:gd name="T2" fmla="*/ 0 w 2381"/>
                <a:gd name="T3" fmla="*/ 1697 h 1697"/>
                <a:gd name="T4" fmla="*/ 2381 w 2381"/>
                <a:gd name="T5" fmla="*/ 1697 h 1697"/>
                <a:gd name="T6" fmla="*/ 2381 w 2381"/>
                <a:gd name="T7" fmla="*/ 0 h 1697"/>
                <a:gd name="T8" fmla="*/ 0 w 2381"/>
                <a:gd name="T9" fmla="*/ 0 h 1697"/>
                <a:gd name="T10" fmla="*/ 2064 w 2381"/>
                <a:gd name="T11" fmla="*/ 1008 h 1697"/>
                <a:gd name="T12" fmla="*/ 1883 w 2381"/>
                <a:gd name="T13" fmla="*/ 1273 h 1697"/>
                <a:gd name="T14" fmla="*/ 1555 w 2381"/>
                <a:gd name="T15" fmla="*/ 1373 h 1697"/>
                <a:gd name="T16" fmla="*/ 1383 w 2381"/>
                <a:gd name="T17" fmla="*/ 1276 h 1697"/>
                <a:gd name="T18" fmla="*/ 1181 w 2381"/>
                <a:gd name="T19" fmla="*/ 1217 h 1697"/>
                <a:gd name="T20" fmla="*/ 979 w 2381"/>
                <a:gd name="T21" fmla="*/ 1276 h 1697"/>
                <a:gd name="T22" fmla="*/ 807 w 2381"/>
                <a:gd name="T23" fmla="*/ 1373 h 1697"/>
                <a:gd name="T24" fmla="*/ 479 w 2381"/>
                <a:gd name="T25" fmla="*/ 1273 h 1697"/>
                <a:gd name="T26" fmla="*/ 298 w 2381"/>
                <a:gd name="T27" fmla="*/ 1008 h 1697"/>
                <a:gd name="T28" fmla="*/ 298 w 2381"/>
                <a:gd name="T29" fmla="*/ 676 h 1697"/>
                <a:gd name="T30" fmla="*/ 429 w 2381"/>
                <a:gd name="T31" fmla="*/ 445 h 1697"/>
                <a:gd name="T32" fmla="*/ 1173 w 2381"/>
                <a:gd name="T33" fmla="*/ 355 h 1697"/>
                <a:gd name="T34" fmla="*/ 1173 w 2381"/>
                <a:gd name="T35" fmla="*/ 354 h 1697"/>
                <a:gd name="T36" fmla="*/ 1181 w 2381"/>
                <a:gd name="T37" fmla="*/ 354 h 1697"/>
                <a:gd name="T38" fmla="*/ 1189 w 2381"/>
                <a:gd name="T39" fmla="*/ 354 h 1697"/>
                <a:gd name="T40" fmla="*/ 1189 w 2381"/>
                <a:gd name="T41" fmla="*/ 355 h 1697"/>
                <a:gd name="T42" fmla="*/ 1933 w 2381"/>
                <a:gd name="T43" fmla="*/ 445 h 1697"/>
                <a:gd name="T44" fmla="*/ 2064 w 2381"/>
                <a:gd name="T45" fmla="*/ 676 h 1697"/>
                <a:gd name="T46" fmla="*/ 2064 w 2381"/>
                <a:gd name="T47" fmla="*/ 1008 h 1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381" h="1697">
                  <a:moveTo>
                    <a:pt x="0" y="0"/>
                  </a:moveTo>
                  <a:cubicBezTo>
                    <a:pt x="0" y="1697"/>
                    <a:pt x="0" y="1697"/>
                    <a:pt x="0" y="1697"/>
                  </a:cubicBezTo>
                  <a:cubicBezTo>
                    <a:pt x="2381" y="1697"/>
                    <a:pt x="2381" y="1697"/>
                    <a:pt x="2381" y="1697"/>
                  </a:cubicBezTo>
                  <a:cubicBezTo>
                    <a:pt x="2381" y="0"/>
                    <a:pt x="2381" y="0"/>
                    <a:pt x="2381" y="0"/>
                  </a:cubicBezTo>
                  <a:lnTo>
                    <a:pt x="0" y="0"/>
                  </a:lnTo>
                  <a:close/>
                  <a:moveTo>
                    <a:pt x="2064" y="1008"/>
                  </a:moveTo>
                  <a:cubicBezTo>
                    <a:pt x="2064" y="1133"/>
                    <a:pt x="2027" y="1223"/>
                    <a:pt x="1883" y="1273"/>
                  </a:cubicBezTo>
                  <a:cubicBezTo>
                    <a:pt x="1739" y="1323"/>
                    <a:pt x="1627" y="1361"/>
                    <a:pt x="1555" y="1373"/>
                  </a:cubicBezTo>
                  <a:cubicBezTo>
                    <a:pt x="1483" y="1386"/>
                    <a:pt x="1430" y="1336"/>
                    <a:pt x="1383" y="1276"/>
                  </a:cubicBezTo>
                  <a:cubicBezTo>
                    <a:pt x="1339" y="1221"/>
                    <a:pt x="1226" y="1217"/>
                    <a:pt x="1181" y="1217"/>
                  </a:cubicBezTo>
                  <a:cubicBezTo>
                    <a:pt x="1137" y="1217"/>
                    <a:pt x="1023" y="1221"/>
                    <a:pt x="979" y="1276"/>
                  </a:cubicBezTo>
                  <a:cubicBezTo>
                    <a:pt x="932" y="1336"/>
                    <a:pt x="879" y="1386"/>
                    <a:pt x="807" y="1373"/>
                  </a:cubicBezTo>
                  <a:cubicBezTo>
                    <a:pt x="736" y="1361"/>
                    <a:pt x="623" y="1323"/>
                    <a:pt x="479" y="1273"/>
                  </a:cubicBezTo>
                  <a:cubicBezTo>
                    <a:pt x="336" y="1223"/>
                    <a:pt x="298" y="1133"/>
                    <a:pt x="298" y="1008"/>
                  </a:cubicBezTo>
                  <a:cubicBezTo>
                    <a:pt x="298" y="883"/>
                    <a:pt x="298" y="814"/>
                    <a:pt x="298" y="676"/>
                  </a:cubicBezTo>
                  <a:cubicBezTo>
                    <a:pt x="298" y="539"/>
                    <a:pt x="342" y="473"/>
                    <a:pt x="429" y="445"/>
                  </a:cubicBezTo>
                  <a:cubicBezTo>
                    <a:pt x="516" y="417"/>
                    <a:pt x="743" y="356"/>
                    <a:pt x="1173" y="355"/>
                  </a:cubicBezTo>
                  <a:cubicBezTo>
                    <a:pt x="1173" y="354"/>
                    <a:pt x="1173" y="354"/>
                    <a:pt x="1173" y="354"/>
                  </a:cubicBezTo>
                  <a:cubicBezTo>
                    <a:pt x="1176" y="354"/>
                    <a:pt x="1178" y="354"/>
                    <a:pt x="1181" y="354"/>
                  </a:cubicBezTo>
                  <a:cubicBezTo>
                    <a:pt x="1184" y="354"/>
                    <a:pt x="1186" y="354"/>
                    <a:pt x="1189" y="354"/>
                  </a:cubicBezTo>
                  <a:cubicBezTo>
                    <a:pt x="1189" y="355"/>
                    <a:pt x="1189" y="355"/>
                    <a:pt x="1189" y="355"/>
                  </a:cubicBezTo>
                  <a:cubicBezTo>
                    <a:pt x="1620" y="356"/>
                    <a:pt x="1846" y="417"/>
                    <a:pt x="1933" y="445"/>
                  </a:cubicBezTo>
                  <a:cubicBezTo>
                    <a:pt x="2020" y="473"/>
                    <a:pt x="2064" y="539"/>
                    <a:pt x="2064" y="676"/>
                  </a:cubicBezTo>
                  <a:cubicBezTo>
                    <a:pt x="2064" y="814"/>
                    <a:pt x="2064" y="883"/>
                    <a:pt x="2064" y="100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341866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Texte avec illustration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F9B4C40C-E6FE-4E3E-A53D-FBA5446607A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02862" y="-35007"/>
            <a:ext cx="5137150" cy="5143500"/>
            <a:chOff x="1262" y="0"/>
            <a:chExt cx="3236" cy="3240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33B7DB19-5B09-461A-83A4-55A0DCF90C4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262" y="0"/>
              <a:ext cx="3236" cy="3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BEC0A77D-F09C-4C07-BDC8-049823B8E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4" y="2"/>
              <a:ext cx="3235" cy="32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BB1251EF-93DC-4294-B8C1-1E502C537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6" y="1047"/>
              <a:ext cx="88" cy="85"/>
            </a:xfrm>
            <a:custGeom>
              <a:avLst/>
              <a:gdLst>
                <a:gd name="T0" fmla="*/ 88 w 88"/>
                <a:gd name="T1" fmla="*/ 0 h 85"/>
                <a:gd name="T2" fmla="*/ 0 w 88"/>
                <a:gd name="T3" fmla="*/ 85 h 85"/>
                <a:gd name="T4" fmla="*/ 0 w 88"/>
                <a:gd name="T5" fmla="*/ 0 h 85"/>
                <a:gd name="T6" fmla="*/ 88 w 88"/>
                <a:gd name="T7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8" h="85">
                  <a:moveTo>
                    <a:pt x="88" y="0"/>
                  </a:moveTo>
                  <a:lnTo>
                    <a:pt x="0" y="85"/>
                  </a:lnTo>
                  <a:lnTo>
                    <a:pt x="0" y="0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4BB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E0ACC07E-74CB-456C-848A-1882740D4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9" y="1390"/>
              <a:ext cx="312" cy="1481"/>
            </a:xfrm>
            <a:custGeom>
              <a:avLst/>
              <a:gdLst>
                <a:gd name="T0" fmla="*/ 215 w 215"/>
                <a:gd name="T1" fmla="*/ 1015 h 1019"/>
                <a:gd name="T2" fmla="*/ 157 w 215"/>
                <a:gd name="T3" fmla="*/ 983 h 1019"/>
                <a:gd name="T4" fmla="*/ 6 w 215"/>
                <a:gd name="T5" fmla="*/ 54 h 1019"/>
                <a:gd name="T6" fmla="*/ 46 w 215"/>
                <a:gd name="T7" fmla="*/ 6 h 1019"/>
                <a:gd name="T8" fmla="*/ 215 w 215"/>
                <a:gd name="T9" fmla="*/ 1015 h 10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5" h="1019">
                  <a:moveTo>
                    <a:pt x="215" y="1015"/>
                  </a:moveTo>
                  <a:cubicBezTo>
                    <a:pt x="171" y="1015"/>
                    <a:pt x="164" y="1019"/>
                    <a:pt x="157" y="983"/>
                  </a:cubicBezTo>
                  <a:cubicBezTo>
                    <a:pt x="149" y="946"/>
                    <a:pt x="6" y="54"/>
                    <a:pt x="6" y="54"/>
                  </a:cubicBezTo>
                  <a:cubicBezTo>
                    <a:pt x="6" y="54"/>
                    <a:pt x="0" y="12"/>
                    <a:pt x="46" y="6"/>
                  </a:cubicBezTo>
                  <a:cubicBezTo>
                    <a:pt x="92" y="0"/>
                    <a:pt x="215" y="1015"/>
                    <a:pt x="215" y="10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92DEED10-6A89-4A94-B4CC-B2FD83209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6" y="1366"/>
              <a:ext cx="1105" cy="1500"/>
            </a:xfrm>
            <a:custGeom>
              <a:avLst/>
              <a:gdLst>
                <a:gd name="T0" fmla="*/ 750 w 760"/>
                <a:gd name="T1" fmla="*/ 865 h 1032"/>
                <a:gd name="T2" fmla="*/ 169 w 760"/>
                <a:gd name="T3" fmla="*/ 1031 h 1032"/>
                <a:gd name="T4" fmla="*/ 157 w 760"/>
                <a:gd name="T5" fmla="*/ 1022 h 1032"/>
                <a:gd name="T6" fmla="*/ 0 w 760"/>
                <a:gd name="T7" fmla="*/ 22 h 1032"/>
                <a:gd name="T8" fmla="*/ 626 w 760"/>
                <a:gd name="T9" fmla="*/ 0 h 1032"/>
                <a:gd name="T10" fmla="*/ 759 w 760"/>
                <a:gd name="T11" fmla="*/ 852 h 1032"/>
                <a:gd name="T12" fmla="*/ 750 w 760"/>
                <a:gd name="T13" fmla="*/ 865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0" h="1032">
                  <a:moveTo>
                    <a:pt x="750" y="865"/>
                  </a:moveTo>
                  <a:cubicBezTo>
                    <a:pt x="169" y="1031"/>
                    <a:pt x="169" y="1031"/>
                    <a:pt x="169" y="1031"/>
                  </a:cubicBezTo>
                  <a:cubicBezTo>
                    <a:pt x="163" y="1032"/>
                    <a:pt x="157" y="1028"/>
                    <a:pt x="157" y="10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626" y="0"/>
                    <a:pt x="626" y="0"/>
                    <a:pt x="626" y="0"/>
                  </a:cubicBezTo>
                  <a:cubicBezTo>
                    <a:pt x="759" y="852"/>
                    <a:pt x="759" y="852"/>
                    <a:pt x="759" y="852"/>
                  </a:cubicBezTo>
                  <a:cubicBezTo>
                    <a:pt x="760" y="858"/>
                    <a:pt x="756" y="864"/>
                    <a:pt x="750" y="865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6EBD4EE-3954-45CB-95F1-93E699B8D0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" y="1423"/>
              <a:ext cx="986" cy="1285"/>
            </a:xfrm>
            <a:custGeom>
              <a:avLst/>
              <a:gdLst>
                <a:gd name="T0" fmla="*/ 674 w 678"/>
                <a:gd name="T1" fmla="*/ 730 h 884"/>
                <a:gd name="T2" fmla="*/ 144 w 678"/>
                <a:gd name="T3" fmla="*/ 883 h 884"/>
                <a:gd name="T4" fmla="*/ 136 w 678"/>
                <a:gd name="T5" fmla="*/ 877 h 884"/>
                <a:gd name="T6" fmla="*/ 1 w 678"/>
                <a:gd name="T7" fmla="*/ 17 h 884"/>
                <a:gd name="T8" fmla="*/ 7 w 678"/>
                <a:gd name="T9" fmla="*/ 8 h 884"/>
                <a:gd name="T10" fmla="*/ 539 w 678"/>
                <a:gd name="T11" fmla="*/ 0 h 884"/>
                <a:gd name="T12" fmla="*/ 547 w 678"/>
                <a:gd name="T13" fmla="*/ 7 h 884"/>
                <a:gd name="T14" fmla="*/ 659 w 678"/>
                <a:gd name="T15" fmla="*/ 719 h 884"/>
                <a:gd name="T16" fmla="*/ 674 w 678"/>
                <a:gd name="T17" fmla="*/ 730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8" h="884">
                  <a:moveTo>
                    <a:pt x="674" y="730"/>
                  </a:moveTo>
                  <a:cubicBezTo>
                    <a:pt x="144" y="883"/>
                    <a:pt x="144" y="883"/>
                    <a:pt x="144" y="883"/>
                  </a:cubicBezTo>
                  <a:cubicBezTo>
                    <a:pt x="140" y="884"/>
                    <a:pt x="136" y="881"/>
                    <a:pt x="136" y="87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0" y="13"/>
                    <a:pt x="3" y="9"/>
                    <a:pt x="7" y="8"/>
                  </a:cubicBezTo>
                  <a:cubicBezTo>
                    <a:pt x="539" y="0"/>
                    <a:pt x="539" y="0"/>
                    <a:pt x="539" y="0"/>
                  </a:cubicBezTo>
                  <a:cubicBezTo>
                    <a:pt x="543" y="0"/>
                    <a:pt x="547" y="3"/>
                    <a:pt x="547" y="7"/>
                  </a:cubicBezTo>
                  <a:cubicBezTo>
                    <a:pt x="659" y="719"/>
                    <a:pt x="659" y="719"/>
                    <a:pt x="659" y="719"/>
                  </a:cubicBezTo>
                  <a:cubicBezTo>
                    <a:pt x="660" y="724"/>
                    <a:pt x="678" y="729"/>
                    <a:pt x="674" y="7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462F54A8-106B-4469-BE6F-71538625E4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8" y="1896"/>
              <a:ext cx="687" cy="914"/>
            </a:xfrm>
            <a:prstGeom prst="line">
              <a:avLst/>
            </a:prstGeom>
            <a:noFill/>
            <a:ln w="55563" cap="flat">
              <a:solidFill>
                <a:srgbClr val="DDDDD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8244A432-2B39-4C31-8CC3-E3DE8F3C94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7" y="2105"/>
              <a:ext cx="396" cy="298"/>
            </a:xfrm>
            <a:prstGeom prst="line">
              <a:avLst/>
            </a:prstGeom>
            <a:noFill/>
            <a:ln w="26988" cap="flat">
              <a:solidFill>
                <a:srgbClr val="DDDDD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7C9915B6-B181-4DD0-9D31-64C817E53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0" y="2196"/>
              <a:ext cx="321" cy="242"/>
            </a:xfrm>
            <a:prstGeom prst="line">
              <a:avLst/>
            </a:prstGeom>
            <a:noFill/>
            <a:ln w="26988" cap="flat">
              <a:solidFill>
                <a:srgbClr val="DDDDD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D079719E-291E-4D65-89D3-8774E166CE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" y="1366"/>
              <a:ext cx="1105" cy="1500"/>
            </a:xfrm>
            <a:custGeom>
              <a:avLst/>
              <a:gdLst>
                <a:gd name="T0" fmla="*/ 0 w 760"/>
                <a:gd name="T1" fmla="*/ 22 h 1032"/>
                <a:gd name="T2" fmla="*/ 157 w 760"/>
                <a:gd name="T3" fmla="*/ 1022 h 1032"/>
                <a:gd name="T4" fmla="*/ 169 w 760"/>
                <a:gd name="T5" fmla="*/ 1031 h 1032"/>
                <a:gd name="T6" fmla="*/ 750 w 760"/>
                <a:gd name="T7" fmla="*/ 865 h 1032"/>
                <a:gd name="T8" fmla="*/ 759 w 760"/>
                <a:gd name="T9" fmla="*/ 852 h 1032"/>
                <a:gd name="T10" fmla="*/ 626 w 760"/>
                <a:gd name="T11" fmla="*/ 0 h 1032"/>
                <a:gd name="T12" fmla="*/ 0 w 760"/>
                <a:gd name="T13" fmla="*/ 22 h 1032"/>
                <a:gd name="T14" fmla="*/ 704 w 760"/>
                <a:gd name="T15" fmla="*/ 758 h 1032"/>
                <a:gd name="T16" fmla="*/ 701 w 760"/>
                <a:gd name="T17" fmla="*/ 774 h 1032"/>
                <a:gd name="T18" fmla="*/ 189 w 760"/>
                <a:gd name="T19" fmla="*/ 922 h 1032"/>
                <a:gd name="T20" fmla="*/ 181 w 760"/>
                <a:gd name="T21" fmla="*/ 916 h 1032"/>
                <a:gd name="T22" fmla="*/ 46 w 760"/>
                <a:gd name="T23" fmla="*/ 56 h 1032"/>
                <a:gd name="T24" fmla="*/ 52 w 760"/>
                <a:gd name="T25" fmla="*/ 47 h 1032"/>
                <a:gd name="T26" fmla="*/ 584 w 760"/>
                <a:gd name="T27" fmla="*/ 39 h 1032"/>
                <a:gd name="T28" fmla="*/ 592 w 760"/>
                <a:gd name="T29" fmla="*/ 46 h 1032"/>
                <a:gd name="T30" fmla="*/ 704 w 760"/>
                <a:gd name="T31" fmla="*/ 758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60" h="1032">
                  <a:moveTo>
                    <a:pt x="0" y="22"/>
                  </a:moveTo>
                  <a:cubicBezTo>
                    <a:pt x="157" y="1022"/>
                    <a:pt x="157" y="1022"/>
                    <a:pt x="157" y="1022"/>
                  </a:cubicBezTo>
                  <a:cubicBezTo>
                    <a:pt x="157" y="1028"/>
                    <a:pt x="163" y="1032"/>
                    <a:pt x="169" y="1031"/>
                  </a:cubicBezTo>
                  <a:cubicBezTo>
                    <a:pt x="750" y="865"/>
                    <a:pt x="750" y="865"/>
                    <a:pt x="750" y="865"/>
                  </a:cubicBezTo>
                  <a:cubicBezTo>
                    <a:pt x="756" y="864"/>
                    <a:pt x="760" y="858"/>
                    <a:pt x="759" y="852"/>
                  </a:cubicBezTo>
                  <a:cubicBezTo>
                    <a:pt x="626" y="0"/>
                    <a:pt x="626" y="0"/>
                    <a:pt x="626" y="0"/>
                  </a:cubicBezTo>
                  <a:lnTo>
                    <a:pt x="0" y="22"/>
                  </a:lnTo>
                  <a:close/>
                  <a:moveTo>
                    <a:pt x="704" y="758"/>
                  </a:moveTo>
                  <a:cubicBezTo>
                    <a:pt x="705" y="763"/>
                    <a:pt x="705" y="773"/>
                    <a:pt x="701" y="774"/>
                  </a:cubicBezTo>
                  <a:cubicBezTo>
                    <a:pt x="189" y="922"/>
                    <a:pt x="189" y="922"/>
                    <a:pt x="189" y="922"/>
                  </a:cubicBezTo>
                  <a:cubicBezTo>
                    <a:pt x="185" y="923"/>
                    <a:pt x="181" y="920"/>
                    <a:pt x="181" y="91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5" y="52"/>
                    <a:pt x="48" y="48"/>
                    <a:pt x="52" y="47"/>
                  </a:cubicBezTo>
                  <a:cubicBezTo>
                    <a:pt x="584" y="39"/>
                    <a:pt x="584" y="39"/>
                    <a:pt x="584" y="39"/>
                  </a:cubicBezTo>
                  <a:cubicBezTo>
                    <a:pt x="588" y="39"/>
                    <a:pt x="592" y="42"/>
                    <a:pt x="592" y="46"/>
                  </a:cubicBezTo>
                  <a:lnTo>
                    <a:pt x="704" y="758"/>
                  </a:lnTo>
                  <a:close/>
                </a:path>
              </a:pathLst>
            </a:custGeom>
            <a:solidFill>
              <a:srgbClr val="085E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770DB082-9C72-42D5-9ED5-91C070280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9" y="986"/>
              <a:ext cx="260" cy="1074"/>
            </a:xfrm>
            <a:custGeom>
              <a:avLst/>
              <a:gdLst>
                <a:gd name="T0" fmla="*/ 0 w 260"/>
                <a:gd name="T1" fmla="*/ 1019 h 1074"/>
                <a:gd name="T2" fmla="*/ 0 w 260"/>
                <a:gd name="T3" fmla="*/ 34 h 1074"/>
                <a:gd name="T4" fmla="*/ 35 w 260"/>
                <a:gd name="T5" fmla="*/ 34 h 1074"/>
                <a:gd name="T6" fmla="*/ 35 w 260"/>
                <a:gd name="T7" fmla="*/ 0 h 1074"/>
                <a:gd name="T8" fmla="*/ 224 w 260"/>
                <a:gd name="T9" fmla="*/ 0 h 1074"/>
                <a:gd name="T10" fmla="*/ 224 w 260"/>
                <a:gd name="T11" fmla="*/ 37 h 1074"/>
                <a:gd name="T12" fmla="*/ 260 w 260"/>
                <a:gd name="T13" fmla="*/ 37 h 1074"/>
                <a:gd name="T14" fmla="*/ 260 w 260"/>
                <a:gd name="T15" fmla="*/ 1074 h 1074"/>
                <a:gd name="T16" fmla="*/ 49 w 260"/>
                <a:gd name="T17" fmla="*/ 1074 h 1074"/>
                <a:gd name="T18" fmla="*/ 0 w 260"/>
                <a:gd name="T19" fmla="*/ 1019 h 1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0" h="1074">
                  <a:moveTo>
                    <a:pt x="0" y="1019"/>
                  </a:moveTo>
                  <a:lnTo>
                    <a:pt x="0" y="34"/>
                  </a:lnTo>
                  <a:lnTo>
                    <a:pt x="35" y="34"/>
                  </a:lnTo>
                  <a:lnTo>
                    <a:pt x="35" y="0"/>
                  </a:lnTo>
                  <a:lnTo>
                    <a:pt x="224" y="0"/>
                  </a:lnTo>
                  <a:lnTo>
                    <a:pt x="224" y="37"/>
                  </a:lnTo>
                  <a:lnTo>
                    <a:pt x="260" y="37"/>
                  </a:lnTo>
                  <a:lnTo>
                    <a:pt x="260" y="1074"/>
                  </a:lnTo>
                  <a:lnTo>
                    <a:pt x="49" y="1074"/>
                  </a:lnTo>
                  <a:lnTo>
                    <a:pt x="0" y="10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4FF770EB-57C4-4393-B2DC-A4738E115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" y="986"/>
              <a:ext cx="243" cy="1074"/>
            </a:xfrm>
            <a:custGeom>
              <a:avLst/>
              <a:gdLst>
                <a:gd name="T0" fmla="*/ 0 w 243"/>
                <a:gd name="T1" fmla="*/ 1074 h 1074"/>
                <a:gd name="T2" fmla="*/ 0 w 243"/>
                <a:gd name="T3" fmla="*/ 34 h 1074"/>
                <a:gd name="T4" fmla="*/ 35 w 243"/>
                <a:gd name="T5" fmla="*/ 34 h 1074"/>
                <a:gd name="T6" fmla="*/ 35 w 243"/>
                <a:gd name="T7" fmla="*/ 0 h 1074"/>
                <a:gd name="T8" fmla="*/ 208 w 243"/>
                <a:gd name="T9" fmla="*/ 0 h 1074"/>
                <a:gd name="T10" fmla="*/ 208 w 243"/>
                <a:gd name="T11" fmla="*/ 37 h 1074"/>
                <a:gd name="T12" fmla="*/ 243 w 243"/>
                <a:gd name="T13" fmla="*/ 37 h 1074"/>
                <a:gd name="T14" fmla="*/ 243 w 243"/>
                <a:gd name="T15" fmla="*/ 1074 h 1074"/>
                <a:gd name="T16" fmla="*/ 0 w 243"/>
                <a:gd name="T17" fmla="*/ 1074 h 1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3" h="1074">
                  <a:moveTo>
                    <a:pt x="0" y="1074"/>
                  </a:moveTo>
                  <a:lnTo>
                    <a:pt x="0" y="34"/>
                  </a:lnTo>
                  <a:lnTo>
                    <a:pt x="35" y="34"/>
                  </a:lnTo>
                  <a:lnTo>
                    <a:pt x="35" y="0"/>
                  </a:lnTo>
                  <a:lnTo>
                    <a:pt x="208" y="0"/>
                  </a:lnTo>
                  <a:lnTo>
                    <a:pt x="208" y="37"/>
                  </a:lnTo>
                  <a:lnTo>
                    <a:pt x="243" y="37"/>
                  </a:lnTo>
                  <a:lnTo>
                    <a:pt x="243" y="1074"/>
                  </a:lnTo>
                  <a:lnTo>
                    <a:pt x="0" y="1074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2DB9B980-895E-40A8-9BB0-AB9436A2B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2" y="1092"/>
              <a:ext cx="14" cy="9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A444A827-59FF-44AA-A829-D3A4CE260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3" y="1092"/>
              <a:ext cx="14" cy="9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2EC23944-9E26-4144-B504-93D17D813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1092"/>
              <a:ext cx="15" cy="9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3A5A98F9-6765-4E3A-90FA-50DF6B507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4" y="1092"/>
              <a:ext cx="14" cy="9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Rectangle 20">
              <a:extLst>
                <a:ext uri="{FF2B5EF4-FFF2-40B4-BE49-F238E27FC236}">
                  <a16:creationId xmlns:a16="http://schemas.microsoft.com/office/drawing/2014/main" id="{CC96130B-CD84-41EC-91B9-E4E082071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5" y="1092"/>
              <a:ext cx="14" cy="9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1AE31960-A1F7-4C90-AEA2-76935319B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" y="2429"/>
              <a:ext cx="86" cy="140"/>
            </a:xfrm>
            <a:custGeom>
              <a:avLst/>
              <a:gdLst>
                <a:gd name="T0" fmla="*/ 86 w 86"/>
                <a:gd name="T1" fmla="*/ 140 h 140"/>
                <a:gd name="T2" fmla="*/ 13 w 86"/>
                <a:gd name="T3" fmla="*/ 84 h 140"/>
                <a:gd name="T4" fmla="*/ 0 w 86"/>
                <a:gd name="T5" fmla="*/ 0 h 140"/>
                <a:gd name="T6" fmla="*/ 73 w 86"/>
                <a:gd name="T7" fmla="*/ 57 h 140"/>
                <a:gd name="T8" fmla="*/ 86 w 86"/>
                <a:gd name="T9" fmla="*/ 14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140">
                  <a:moveTo>
                    <a:pt x="86" y="140"/>
                  </a:moveTo>
                  <a:lnTo>
                    <a:pt x="13" y="84"/>
                  </a:lnTo>
                  <a:lnTo>
                    <a:pt x="0" y="0"/>
                  </a:lnTo>
                  <a:lnTo>
                    <a:pt x="73" y="57"/>
                  </a:lnTo>
                  <a:lnTo>
                    <a:pt x="86" y="14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34840411-2184-4427-B9F1-807459822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2446"/>
              <a:ext cx="79" cy="95"/>
            </a:xfrm>
            <a:custGeom>
              <a:avLst/>
              <a:gdLst>
                <a:gd name="T0" fmla="*/ 79 w 79"/>
                <a:gd name="T1" fmla="*/ 95 h 95"/>
                <a:gd name="T2" fmla="*/ 6 w 79"/>
                <a:gd name="T3" fmla="*/ 38 h 95"/>
                <a:gd name="T4" fmla="*/ 0 w 79"/>
                <a:gd name="T5" fmla="*/ 0 h 95"/>
                <a:gd name="T6" fmla="*/ 73 w 79"/>
                <a:gd name="T7" fmla="*/ 57 h 95"/>
                <a:gd name="T8" fmla="*/ 79 w 79"/>
                <a:gd name="T9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95">
                  <a:moveTo>
                    <a:pt x="79" y="95"/>
                  </a:moveTo>
                  <a:lnTo>
                    <a:pt x="6" y="38"/>
                  </a:lnTo>
                  <a:lnTo>
                    <a:pt x="0" y="0"/>
                  </a:lnTo>
                  <a:lnTo>
                    <a:pt x="73" y="57"/>
                  </a:lnTo>
                  <a:lnTo>
                    <a:pt x="79" y="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1F04AC56-EA89-4F16-A915-2054EF0CA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5" y="2332"/>
              <a:ext cx="131" cy="237"/>
            </a:xfrm>
            <a:custGeom>
              <a:avLst/>
              <a:gdLst>
                <a:gd name="T0" fmla="*/ 13 w 131"/>
                <a:gd name="T1" fmla="*/ 237 h 237"/>
                <a:gd name="T2" fmla="*/ 131 w 131"/>
                <a:gd name="T3" fmla="*/ 84 h 237"/>
                <a:gd name="T4" fmla="*/ 118 w 131"/>
                <a:gd name="T5" fmla="*/ 0 h 237"/>
                <a:gd name="T6" fmla="*/ 0 w 131"/>
                <a:gd name="T7" fmla="*/ 154 h 237"/>
                <a:gd name="T8" fmla="*/ 13 w 131"/>
                <a:gd name="T9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237">
                  <a:moveTo>
                    <a:pt x="13" y="237"/>
                  </a:moveTo>
                  <a:lnTo>
                    <a:pt x="131" y="84"/>
                  </a:lnTo>
                  <a:lnTo>
                    <a:pt x="118" y="0"/>
                  </a:lnTo>
                  <a:lnTo>
                    <a:pt x="0" y="154"/>
                  </a:lnTo>
                  <a:lnTo>
                    <a:pt x="13" y="237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1089A2BB-687F-40E6-8701-0B984FC63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6" y="2358"/>
              <a:ext cx="88" cy="147"/>
            </a:xfrm>
            <a:custGeom>
              <a:avLst/>
              <a:gdLst>
                <a:gd name="T0" fmla="*/ 5 w 88"/>
                <a:gd name="T1" fmla="*/ 147 h 147"/>
                <a:gd name="T2" fmla="*/ 88 w 88"/>
                <a:gd name="T3" fmla="*/ 38 h 147"/>
                <a:gd name="T4" fmla="*/ 82 w 88"/>
                <a:gd name="T5" fmla="*/ 0 h 147"/>
                <a:gd name="T6" fmla="*/ 0 w 88"/>
                <a:gd name="T7" fmla="*/ 109 h 147"/>
                <a:gd name="T8" fmla="*/ 5 w 88"/>
                <a:gd name="T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147">
                  <a:moveTo>
                    <a:pt x="5" y="147"/>
                  </a:moveTo>
                  <a:lnTo>
                    <a:pt x="88" y="38"/>
                  </a:lnTo>
                  <a:lnTo>
                    <a:pt x="82" y="0"/>
                  </a:lnTo>
                  <a:lnTo>
                    <a:pt x="0" y="109"/>
                  </a:lnTo>
                  <a:lnTo>
                    <a:pt x="5" y="1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B8009348-FA4B-490B-B0B2-2C2FFC3AB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2474"/>
              <a:ext cx="22" cy="58"/>
            </a:xfrm>
            <a:custGeom>
              <a:avLst/>
              <a:gdLst>
                <a:gd name="T0" fmla="*/ 7 w 22"/>
                <a:gd name="T1" fmla="*/ 58 h 58"/>
                <a:gd name="T2" fmla="*/ 22 w 22"/>
                <a:gd name="T3" fmla="*/ 38 h 58"/>
                <a:gd name="T4" fmla="*/ 16 w 22"/>
                <a:gd name="T5" fmla="*/ 0 h 58"/>
                <a:gd name="T6" fmla="*/ 0 w 22"/>
                <a:gd name="T7" fmla="*/ 19 h 58"/>
                <a:gd name="T8" fmla="*/ 7 w 22"/>
                <a:gd name="T9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58">
                  <a:moveTo>
                    <a:pt x="7" y="58"/>
                  </a:moveTo>
                  <a:lnTo>
                    <a:pt x="22" y="38"/>
                  </a:lnTo>
                  <a:lnTo>
                    <a:pt x="16" y="0"/>
                  </a:lnTo>
                  <a:lnTo>
                    <a:pt x="0" y="19"/>
                  </a:lnTo>
                  <a:lnTo>
                    <a:pt x="7" y="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A78A3412-678C-4093-8F4D-80DFE125F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" y="2285"/>
              <a:ext cx="191" cy="201"/>
            </a:xfrm>
            <a:custGeom>
              <a:avLst/>
              <a:gdLst>
                <a:gd name="T0" fmla="*/ 0 w 191"/>
                <a:gd name="T1" fmla="*/ 144 h 201"/>
                <a:gd name="T2" fmla="*/ 73 w 191"/>
                <a:gd name="T3" fmla="*/ 201 h 201"/>
                <a:gd name="T4" fmla="*/ 191 w 191"/>
                <a:gd name="T5" fmla="*/ 47 h 201"/>
                <a:gd name="T6" fmla="*/ 122 w 191"/>
                <a:gd name="T7" fmla="*/ 0 h 201"/>
                <a:gd name="T8" fmla="*/ 0 w 191"/>
                <a:gd name="T9" fmla="*/ 14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1" h="201">
                  <a:moveTo>
                    <a:pt x="0" y="144"/>
                  </a:moveTo>
                  <a:lnTo>
                    <a:pt x="73" y="201"/>
                  </a:lnTo>
                  <a:lnTo>
                    <a:pt x="191" y="47"/>
                  </a:lnTo>
                  <a:lnTo>
                    <a:pt x="122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53BF71AF-0B87-4371-B50E-975FC87128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7" y="2127"/>
              <a:ext cx="64" cy="155"/>
            </a:xfrm>
            <a:custGeom>
              <a:avLst/>
              <a:gdLst>
                <a:gd name="T0" fmla="*/ 6 w 64"/>
                <a:gd name="T1" fmla="*/ 155 h 155"/>
                <a:gd name="T2" fmla="*/ 64 w 64"/>
                <a:gd name="T3" fmla="*/ 84 h 155"/>
                <a:gd name="T4" fmla="*/ 57 w 64"/>
                <a:gd name="T5" fmla="*/ 0 h 155"/>
                <a:gd name="T6" fmla="*/ 0 w 64"/>
                <a:gd name="T7" fmla="*/ 72 h 155"/>
                <a:gd name="T8" fmla="*/ 6 w 64"/>
                <a:gd name="T9" fmla="*/ 155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155">
                  <a:moveTo>
                    <a:pt x="6" y="155"/>
                  </a:moveTo>
                  <a:lnTo>
                    <a:pt x="64" y="84"/>
                  </a:lnTo>
                  <a:lnTo>
                    <a:pt x="57" y="0"/>
                  </a:lnTo>
                  <a:lnTo>
                    <a:pt x="0" y="72"/>
                  </a:lnTo>
                  <a:lnTo>
                    <a:pt x="6" y="155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94D52AFC-A2B0-414E-88E9-234411EB5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8" y="2144"/>
              <a:ext cx="61" cy="111"/>
            </a:xfrm>
            <a:custGeom>
              <a:avLst/>
              <a:gdLst>
                <a:gd name="T0" fmla="*/ 3 w 61"/>
                <a:gd name="T1" fmla="*/ 111 h 111"/>
                <a:gd name="T2" fmla="*/ 61 w 61"/>
                <a:gd name="T3" fmla="*/ 39 h 111"/>
                <a:gd name="T4" fmla="*/ 57 w 61"/>
                <a:gd name="T5" fmla="*/ 0 h 111"/>
                <a:gd name="T6" fmla="*/ 0 w 61"/>
                <a:gd name="T7" fmla="*/ 71 h 111"/>
                <a:gd name="T8" fmla="*/ 3 w 61"/>
                <a:gd name="T9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111">
                  <a:moveTo>
                    <a:pt x="3" y="111"/>
                  </a:moveTo>
                  <a:lnTo>
                    <a:pt x="61" y="39"/>
                  </a:lnTo>
                  <a:lnTo>
                    <a:pt x="57" y="0"/>
                  </a:lnTo>
                  <a:lnTo>
                    <a:pt x="0" y="71"/>
                  </a:lnTo>
                  <a:lnTo>
                    <a:pt x="3" y="1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2D02B1BE-00E8-4E34-B5C5-06CBDEB46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7" y="2077"/>
              <a:ext cx="156" cy="205"/>
            </a:xfrm>
            <a:custGeom>
              <a:avLst/>
              <a:gdLst>
                <a:gd name="T0" fmla="*/ 156 w 156"/>
                <a:gd name="T1" fmla="*/ 205 h 205"/>
                <a:gd name="T2" fmla="*/ 7 w 156"/>
                <a:gd name="T3" fmla="*/ 85 h 205"/>
                <a:gd name="T4" fmla="*/ 0 w 156"/>
                <a:gd name="T5" fmla="*/ 0 h 205"/>
                <a:gd name="T6" fmla="*/ 150 w 156"/>
                <a:gd name="T7" fmla="*/ 122 h 205"/>
                <a:gd name="T8" fmla="*/ 156 w 156"/>
                <a:gd name="T9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6" h="205">
                  <a:moveTo>
                    <a:pt x="156" y="205"/>
                  </a:moveTo>
                  <a:lnTo>
                    <a:pt x="7" y="85"/>
                  </a:lnTo>
                  <a:lnTo>
                    <a:pt x="0" y="0"/>
                  </a:lnTo>
                  <a:lnTo>
                    <a:pt x="150" y="122"/>
                  </a:lnTo>
                  <a:lnTo>
                    <a:pt x="156" y="205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6BCC0F1E-E098-4B24-9F6E-3C54BB3D8A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7" y="2100"/>
              <a:ext cx="108" cy="125"/>
            </a:xfrm>
            <a:custGeom>
              <a:avLst/>
              <a:gdLst>
                <a:gd name="T0" fmla="*/ 108 w 108"/>
                <a:gd name="T1" fmla="*/ 125 h 125"/>
                <a:gd name="T2" fmla="*/ 3 w 108"/>
                <a:gd name="T3" fmla="*/ 40 h 125"/>
                <a:gd name="T4" fmla="*/ 0 w 108"/>
                <a:gd name="T5" fmla="*/ 0 h 125"/>
                <a:gd name="T6" fmla="*/ 105 w 108"/>
                <a:gd name="T7" fmla="*/ 88 h 125"/>
                <a:gd name="T8" fmla="*/ 108 w 108"/>
                <a:gd name="T9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125">
                  <a:moveTo>
                    <a:pt x="108" y="125"/>
                  </a:moveTo>
                  <a:lnTo>
                    <a:pt x="3" y="40"/>
                  </a:lnTo>
                  <a:lnTo>
                    <a:pt x="0" y="0"/>
                  </a:lnTo>
                  <a:lnTo>
                    <a:pt x="105" y="88"/>
                  </a:lnTo>
                  <a:lnTo>
                    <a:pt x="108" y="1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C5901507-96C3-4D5E-BB1A-C40162334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1" y="2192"/>
              <a:ext cx="22" cy="55"/>
            </a:xfrm>
            <a:custGeom>
              <a:avLst/>
              <a:gdLst>
                <a:gd name="T0" fmla="*/ 22 w 22"/>
                <a:gd name="T1" fmla="*/ 55 h 55"/>
                <a:gd name="T2" fmla="*/ 3 w 22"/>
                <a:gd name="T3" fmla="*/ 39 h 55"/>
                <a:gd name="T4" fmla="*/ 0 w 22"/>
                <a:gd name="T5" fmla="*/ 0 h 55"/>
                <a:gd name="T6" fmla="*/ 19 w 22"/>
                <a:gd name="T7" fmla="*/ 16 h 55"/>
                <a:gd name="T8" fmla="*/ 22 w 22"/>
                <a:gd name="T9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55">
                  <a:moveTo>
                    <a:pt x="22" y="55"/>
                  </a:moveTo>
                  <a:lnTo>
                    <a:pt x="3" y="39"/>
                  </a:lnTo>
                  <a:lnTo>
                    <a:pt x="0" y="0"/>
                  </a:lnTo>
                  <a:lnTo>
                    <a:pt x="19" y="16"/>
                  </a:lnTo>
                  <a:lnTo>
                    <a:pt x="22" y="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C5835679-1462-4FC4-8394-D33356B99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7" y="2015"/>
              <a:ext cx="207" cy="184"/>
            </a:xfrm>
            <a:custGeom>
              <a:avLst/>
              <a:gdLst>
                <a:gd name="T0" fmla="*/ 207 w 207"/>
                <a:gd name="T1" fmla="*/ 112 h 184"/>
                <a:gd name="T2" fmla="*/ 150 w 207"/>
                <a:gd name="T3" fmla="*/ 184 h 184"/>
                <a:gd name="T4" fmla="*/ 0 w 207"/>
                <a:gd name="T5" fmla="*/ 62 h 184"/>
                <a:gd name="T6" fmla="*/ 55 w 207"/>
                <a:gd name="T7" fmla="*/ 0 h 184"/>
                <a:gd name="T8" fmla="*/ 207 w 207"/>
                <a:gd name="T9" fmla="*/ 112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84">
                  <a:moveTo>
                    <a:pt x="207" y="112"/>
                  </a:moveTo>
                  <a:lnTo>
                    <a:pt x="150" y="184"/>
                  </a:lnTo>
                  <a:lnTo>
                    <a:pt x="0" y="62"/>
                  </a:lnTo>
                  <a:lnTo>
                    <a:pt x="55" y="0"/>
                  </a:lnTo>
                  <a:lnTo>
                    <a:pt x="207" y="112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8680F45D-63D4-460B-8E60-B2890FFF8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1" y="1124"/>
              <a:ext cx="298" cy="245"/>
            </a:xfrm>
            <a:custGeom>
              <a:avLst/>
              <a:gdLst>
                <a:gd name="T0" fmla="*/ 205 w 205"/>
                <a:gd name="T1" fmla="*/ 169 h 169"/>
                <a:gd name="T2" fmla="*/ 84 w 205"/>
                <a:gd name="T3" fmla="*/ 169 h 169"/>
                <a:gd name="T4" fmla="*/ 0 w 205"/>
                <a:gd name="T5" fmla="*/ 84 h 169"/>
                <a:gd name="T6" fmla="*/ 0 w 205"/>
                <a:gd name="T7" fmla="*/ 84 h 169"/>
                <a:gd name="T8" fmla="*/ 84 w 205"/>
                <a:gd name="T9" fmla="*/ 0 h 169"/>
                <a:gd name="T10" fmla="*/ 108 w 205"/>
                <a:gd name="T11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5" h="169">
                  <a:moveTo>
                    <a:pt x="205" y="169"/>
                  </a:moveTo>
                  <a:cubicBezTo>
                    <a:pt x="84" y="169"/>
                    <a:pt x="84" y="169"/>
                    <a:pt x="84" y="169"/>
                  </a:cubicBezTo>
                  <a:cubicBezTo>
                    <a:pt x="38" y="169"/>
                    <a:pt x="0" y="131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38"/>
                    <a:pt x="38" y="0"/>
                    <a:pt x="84" y="0"/>
                  </a:cubicBezTo>
                  <a:cubicBezTo>
                    <a:pt x="108" y="0"/>
                    <a:pt x="108" y="0"/>
                    <a:pt x="108" y="0"/>
                  </a:cubicBezTo>
                </a:path>
              </a:pathLst>
            </a:custGeom>
            <a:noFill/>
            <a:ln w="19050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74B5619A-99FE-4286-BFD8-9754EB179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0" y="536"/>
              <a:ext cx="420" cy="140"/>
            </a:xfrm>
            <a:custGeom>
              <a:avLst/>
              <a:gdLst>
                <a:gd name="T0" fmla="*/ 83 w 289"/>
                <a:gd name="T1" fmla="*/ 96 h 96"/>
                <a:gd name="T2" fmla="*/ 47 w 289"/>
                <a:gd name="T3" fmla="*/ 96 h 96"/>
                <a:gd name="T4" fmla="*/ 0 w 289"/>
                <a:gd name="T5" fmla="*/ 48 h 96"/>
                <a:gd name="T6" fmla="*/ 0 w 289"/>
                <a:gd name="T7" fmla="*/ 48 h 96"/>
                <a:gd name="T8" fmla="*/ 47 w 289"/>
                <a:gd name="T9" fmla="*/ 0 h 96"/>
                <a:gd name="T10" fmla="*/ 289 w 289"/>
                <a:gd name="T11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9" h="96">
                  <a:moveTo>
                    <a:pt x="83" y="96"/>
                  </a:moveTo>
                  <a:cubicBezTo>
                    <a:pt x="47" y="96"/>
                    <a:pt x="47" y="96"/>
                    <a:pt x="47" y="96"/>
                  </a:cubicBezTo>
                  <a:cubicBezTo>
                    <a:pt x="21" y="96"/>
                    <a:pt x="0" y="74"/>
                    <a:pt x="0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22"/>
                    <a:pt x="21" y="0"/>
                    <a:pt x="47" y="0"/>
                  </a:cubicBezTo>
                  <a:cubicBezTo>
                    <a:pt x="289" y="0"/>
                    <a:pt x="289" y="0"/>
                    <a:pt x="289" y="0"/>
                  </a:cubicBezTo>
                </a:path>
              </a:pathLst>
            </a:custGeom>
            <a:noFill/>
            <a:ln w="19050" cap="rnd">
              <a:solidFill>
                <a:srgbClr val="FF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64C57B37-7496-4D7F-A084-A50BED1AD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6" y="1003"/>
              <a:ext cx="185" cy="121"/>
            </a:xfrm>
            <a:custGeom>
              <a:avLst/>
              <a:gdLst>
                <a:gd name="T0" fmla="*/ 0 w 127"/>
                <a:gd name="T1" fmla="*/ 83 h 83"/>
                <a:gd name="T2" fmla="*/ 86 w 127"/>
                <a:gd name="T3" fmla="*/ 83 h 83"/>
                <a:gd name="T4" fmla="*/ 127 w 127"/>
                <a:gd name="T5" fmla="*/ 41 h 83"/>
                <a:gd name="T6" fmla="*/ 127 w 127"/>
                <a:gd name="T7" fmla="*/ 41 h 83"/>
                <a:gd name="T8" fmla="*/ 86 w 127"/>
                <a:gd name="T9" fmla="*/ 0 h 83"/>
                <a:gd name="T10" fmla="*/ 50 w 127"/>
                <a:gd name="T11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7" h="83">
                  <a:moveTo>
                    <a:pt x="0" y="83"/>
                  </a:moveTo>
                  <a:cubicBezTo>
                    <a:pt x="86" y="83"/>
                    <a:pt x="86" y="83"/>
                    <a:pt x="86" y="83"/>
                  </a:cubicBezTo>
                  <a:cubicBezTo>
                    <a:pt x="109" y="83"/>
                    <a:pt x="127" y="64"/>
                    <a:pt x="127" y="41"/>
                  </a:cubicBezTo>
                  <a:cubicBezTo>
                    <a:pt x="127" y="41"/>
                    <a:pt x="127" y="41"/>
                    <a:pt x="127" y="41"/>
                  </a:cubicBezTo>
                  <a:cubicBezTo>
                    <a:pt x="127" y="18"/>
                    <a:pt x="109" y="0"/>
                    <a:pt x="86" y="0"/>
                  </a:cubicBezTo>
                  <a:cubicBezTo>
                    <a:pt x="50" y="0"/>
                    <a:pt x="50" y="0"/>
                    <a:pt x="50" y="0"/>
                  </a:cubicBezTo>
                </a:path>
              </a:pathLst>
            </a:custGeom>
            <a:noFill/>
            <a:ln w="19050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AE6E4207-E692-417C-B9E1-F2CA83F07A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" y="942"/>
              <a:ext cx="114" cy="61"/>
            </a:xfrm>
            <a:custGeom>
              <a:avLst/>
              <a:gdLst>
                <a:gd name="T0" fmla="*/ 78 w 78"/>
                <a:gd name="T1" fmla="*/ 42 h 42"/>
                <a:gd name="T2" fmla="*/ 41 w 78"/>
                <a:gd name="T3" fmla="*/ 42 h 42"/>
                <a:gd name="T4" fmla="*/ 0 w 78"/>
                <a:gd name="T5" fmla="*/ 0 h 42"/>
                <a:gd name="T6" fmla="*/ 0 w 78"/>
                <a:gd name="T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42">
                  <a:moveTo>
                    <a:pt x="78" y="42"/>
                  </a:moveTo>
                  <a:cubicBezTo>
                    <a:pt x="41" y="42"/>
                    <a:pt x="41" y="42"/>
                    <a:pt x="41" y="42"/>
                  </a:cubicBezTo>
                  <a:cubicBezTo>
                    <a:pt x="18" y="42"/>
                    <a:pt x="0" y="23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9050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id="{8E3C245A-0847-4E1D-8845-C65BFB5CD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2" y="676"/>
              <a:ext cx="99" cy="61"/>
            </a:xfrm>
            <a:custGeom>
              <a:avLst/>
              <a:gdLst>
                <a:gd name="T0" fmla="*/ 0 w 68"/>
                <a:gd name="T1" fmla="*/ 0 h 42"/>
                <a:gd name="T2" fmla="*/ 26 w 68"/>
                <a:gd name="T3" fmla="*/ 0 h 42"/>
                <a:gd name="T4" fmla="*/ 68 w 68"/>
                <a:gd name="T5" fmla="*/ 42 h 42"/>
                <a:gd name="T6" fmla="*/ 68 w 68"/>
                <a:gd name="T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42">
                  <a:moveTo>
                    <a:pt x="0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49" y="0"/>
                    <a:pt x="68" y="19"/>
                    <a:pt x="68" y="42"/>
                  </a:cubicBezTo>
                  <a:cubicBezTo>
                    <a:pt x="68" y="42"/>
                    <a:pt x="68" y="42"/>
                    <a:pt x="68" y="42"/>
                  </a:cubicBezTo>
                </a:path>
              </a:pathLst>
            </a:custGeom>
            <a:noFill/>
            <a:ln w="19050" cap="rnd">
              <a:solidFill>
                <a:srgbClr val="FF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" name="Freeform 38">
              <a:extLst>
                <a:ext uri="{FF2B5EF4-FFF2-40B4-BE49-F238E27FC236}">
                  <a16:creationId xmlns:a16="http://schemas.microsoft.com/office/drawing/2014/main" id="{F21D7B1D-1EBB-4ABA-AEB8-F25037A3E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0" y="1305"/>
              <a:ext cx="378" cy="175"/>
            </a:xfrm>
            <a:custGeom>
              <a:avLst/>
              <a:gdLst>
                <a:gd name="T0" fmla="*/ 170 w 260"/>
                <a:gd name="T1" fmla="*/ 0 h 120"/>
                <a:gd name="T2" fmla="*/ 200 w 260"/>
                <a:gd name="T3" fmla="*/ 0 h 120"/>
                <a:gd name="T4" fmla="*/ 260 w 260"/>
                <a:gd name="T5" fmla="*/ 60 h 120"/>
                <a:gd name="T6" fmla="*/ 260 w 260"/>
                <a:gd name="T7" fmla="*/ 60 h 120"/>
                <a:gd name="T8" fmla="*/ 200 w 260"/>
                <a:gd name="T9" fmla="*/ 120 h 120"/>
                <a:gd name="T10" fmla="*/ 0 w 260"/>
                <a:gd name="T11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0" h="120">
                  <a:moveTo>
                    <a:pt x="170" y="0"/>
                  </a:moveTo>
                  <a:cubicBezTo>
                    <a:pt x="200" y="0"/>
                    <a:pt x="200" y="0"/>
                    <a:pt x="200" y="0"/>
                  </a:cubicBezTo>
                  <a:cubicBezTo>
                    <a:pt x="233" y="0"/>
                    <a:pt x="260" y="27"/>
                    <a:pt x="260" y="60"/>
                  </a:cubicBezTo>
                  <a:cubicBezTo>
                    <a:pt x="260" y="60"/>
                    <a:pt x="260" y="60"/>
                    <a:pt x="260" y="60"/>
                  </a:cubicBezTo>
                  <a:cubicBezTo>
                    <a:pt x="260" y="93"/>
                    <a:pt x="233" y="120"/>
                    <a:pt x="200" y="120"/>
                  </a:cubicBezTo>
                  <a:cubicBezTo>
                    <a:pt x="0" y="120"/>
                    <a:pt x="0" y="120"/>
                    <a:pt x="0" y="120"/>
                  </a:cubicBezTo>
                </a:path>
              </a:pathLst>
            </a:custGeom>
            <a:noFill/>
            <a:ln w="19050" cap="rnd">
              <a:solidFill>
                <a:srgbClr val="FF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" name="Freeform 39">
              <a:extLst>
                <a:ext uri="{FF2B5EF4-FFF2-40B4-BE49-F238E27FC236}">
                  <a16:creationId xmlns:a16="http://schemas.microsoft.com/office/drawing/2014/main" id="{C462ACA1-E4A7-4C98-AA21-BA444996B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1096"/>
              <a:ext cx="170" cy="135"/>
            </a:xfrm>
            <a:custGeom>
              <a:avLst/>
              <a:gdLst>
                <a:gd name="T0" fmla="*/ 0 w 117"/>
                <a:gd name="T1" fmla="*/ 0 h 93"/>
                <a:gd name="T2" fmla="*/ 70 w 117"/>
                <a:gd name="T3" fmla="*/ 0 h 93"/>
                <a:gd name="T4" fmla="*/ 117 w 117"/>
                <a:gd name="T5" fmla="*/ 47 h 93"/>
                <a:gd name="T6" fmla="*/ 117 w 117"/>
                <a:gd name="T7" fmla="*/ 47 h 93"/>
                <a:gd name="T8" fmla="*/ 70 w 117"/>
                <a:gd name="T9" fmla="*/ 93 h 93"/>
                <a:gd name="T10" fmla="*/ 8 w 117"/>
                <a:gd name="T11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7" h="93">
                  <a:moveTo>
                    <a:pt x="0" y="0"/>
                  </a:moveTo>
                  <a:cubicBezTo>
                    <a:pt x="70" y="0"/>
                    <a:pt x="70" y="0"/>
                    <a:pt x="70" y="0"/>
                  </a:cubicBezTo>
                  <a:cubicBezTo>
                    <a:pt x="96" y="0"/>
                    <a:pt x="117" y="21"/>
                    <a:pt x="117" y="47"/>
                  </a:cubicBezTo>
                  <a:cubicBezTo>
                    <a:pt x="117" y="47"/>
                    <a:pt x="117" y="47"/>
                    <a:pt x="117" y="47"/>
                  </a:cubicBezTo>
                  <a:cubicBezTo>
                    <a:pt x="117" y="72"/>
                    <a:pt x="96" y="93"/>
                    <a:pt x="70" y="93"/>
                  </a:cubicBezTo>
                  <a:cubicBezTo>
                    <a:pt x="8" y="93"/>
                    <a:pt x="8" y="93"/>
                    <a:pt x="8" y="93"/>
                  </a:cubicBezTo>
                </a:path>
              </a:pathLst>
            </a:custGeom>
            <a:noFill/>
            <a:ln w="19050" cap="rnd">
              <a:solidFill>
                <a:srgbClr val="FF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" name="Freeform 40">
              <a:extLst>
                <a:ext uri="{FF2B5EF4-FFF2-40B4-BE49-F238E27FC236}">
                  <a16:creationId xmlns:a16="http://schemas.microsoft.com/office/drawing/2014/main" id="{23B5501E-37F7-4898-809B-6EB59A066D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6" y="1231"/>
              <a:ext cx="201" cy="74"/>
            </a:xfrm>
            <a:custGeom>
              <a:avLst/>
              <a:gdLst>
                <a:gd name="T0" fmla="*/ 38 w 138"/>
                <a:gd name="T1" fmla="*/ 51 h 51"/>
                <a:gd name="T2" fmla="*/ 25 w 138"/>
                <a:gd name="T3" fmla="*/ 51 h 51"/>
                <a:gd name="T4" fmla="*/ 0 w 138"/>
                <a:gd name="T5" fmla="*/ 26 h 51"/>
                <a:gd name="T6" fmla="*/ 0 w 138"/>
                <a:gd name="T7" fmla="*/ 26 h 51"/>
                <a:gd name="T8" fmla="*/ 25 w 138"/>
                <a:gd name="T9" fmla="*/ 0 h 51"/>
                <a:gd name="T10" fmla="*/ 138 w 138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8" h="51">
                  <a:moveTo>
                    <a:pt x="38" y="51"/>
                  </a:moveTo>
                  <a:cubicBezTo>
                    <a:pt x="25" y="51"/>
                    <a:pt x="25" y="51"/>
                    <a:pt x="25" y="51"/>
                  </a:cubicBezTo>
                  <a:cubicBezTo>
                    <a:pt x="11" y="51"/>
                    <a:pt x="0" y="39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138" y="0"/>
                    <a:pt x="138" y="0"/>
                    <a:pt x="138" y="0"/>
                  </a:cubicBezTo>
                </a:path>
              </a:pathLst>
            </a:custGeom>
            <a:noFill/>
            <a:ln w="19050" cap="rnd">
              <a:solidFill>
                <a:srgbClr val="FF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" name="Freeform 41">
              <a:extLst>
                <a:ext uri="{FF2B5EF4-FFF2-40B4-BE49-F238E27FC236}">
                  <a16:creationId xmlns:a16="http://schemas.microsoft.com/office/drawing/2014/main" id="{044DDDEC-7F0A-4676-9279-8809F08B4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1" y="637"/>
              <a:ext cx="305" cy="0"/>
            </a:xfrm>
            <a:custGeom>
              <a:avLst/>
              <a:gdLst>
                <a:gd name="T0" fmla="*/ 210 w 210"/>
                <a:gd name="T1" fmla="*/ 0 w 2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</a:cxnLst>
              <a:rect l="0" t="0" r="r" b="b"/>
              <a:pathLst>
                <a:path w="210">
                  <a:moveTo>
                    <a:pt x="210" y="0"/>
                  </a:moveTo>
                  <a:cubicBezTo>
                    <a:pt x="134" y="0"/>
                    <a:pt x="0" y="0"/>
                    <a:pt x="0" y="0"/>
                  </a:cubicBezTo>
                </a:path>
              </a:pathLst>
            </a:custGeom>
            <a:noFill/>
            <a:ln w="19050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5" name="Line 42">
              <a:extLst>
                <a:ext uri="{FF2B5EF4-FFF2-40B4-BE49-F238E27FC236}">
                  <a16:creationId xmlns:a16="http://schemas.microsoft.com/office/drawing/2014/main" id="{887E2908-3BB4-4ACF-B1DC-DB480B634C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23" y="741"/>
              <a:ext cx="0" cy="223"/>
            </a:xfrm>
            <a:prstGeom prst="line">
              <a:avLst/>
            </a:prstGeom>
            <a:noFill/>
            <a:ln w="19050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6" name="Freeform 43">
              <a:extLst>
                <a:ext uri="{FF2B5EF4-FFF2-40B4-BE49-F238E27FC236}">
                  <a16:creationId xmlns:a16="http://schemas.microsoft.com/office/drawing/2014/main" id="{D1BC746C-368F-4905-A7B2-D882F8D44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" y="2132"/>
              <a:ext cx="325" cy="413"/>
            </a:xfrm>
            <a:custGeom>
              <a:avLst/>
              <a:gdLst>
                <a:gd name="T0" fmla="*/ 0 w 224"/>
                <a:gd name="T1" fmla="*/ 243 h 284"/>
                <a:gd name="T2" fmla="*/ 36 w 224"/>
                <a:gd name="T3" fmla="*/ 270 h 284"/>
                <a:gd name="T4" fmla="*/ 106 w 224"/>
                <a:gd name="T5" fmla="*/ 259 h 284"/>
                <a:gd name="T6" fmla="*/ 224 w 224"/>
                <a:gd name="T7" fmla="*/ 103 h 284"/>
                <a:gd name="T8" fmla="*/ 76 w 224"/>
                <a:gd name="T9" fmla="*/ 0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4" h="284">
                  <a:moveTo>
                    <a:pt x="0" y="243"/>
                  </a:moveTo>
                  <a:cubicBezTo>
                    <a:pt x="36" y="270"/>
                    <a:pt x="36" y="270"/>
                    <a:pt x="36" y="270"/>
                  </a:cubicBezTo>
                  <a:cubicBezTo>
                    <a:pt x="55" y="284"/>
                    <a:pt x="90" y="281"/>
                    <a:pt x="106" y="259"/>
                  </a:cubicBezTo>
                  <a:cubicBezTo>
                    <a:pt x="123" y="238"/>
                    <a:pt x="224" y="103"/>
                    <a:pt x="224" y="103"/>
                  </a:cubicBezTo>
                  <a:cubicBezTo>
                    <a:pt x="76" y="0"/>
                    <a:pt x="76" y="0"/>
                    <a:pt x="76" y="0"/>
                  </a:cubicBezTo>
                </a:path>
              </a:pathLst>
            </a:custGeom>
            <a:noFill/>
            <a:ln w="9525" cap="flat">
              <a:solidFill>
                <a:srgbClr val="FF8D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" name="Line 44">
              <a:extLst>
                <a:ext uri="{FF2B5EF4-FFF2-40B4-BE49-F238E27FC236}">
                  <a16:creationId xmlns:a16="http://schemas.microsoft.com/office/drawing/2014/main" id="{C76C0B83-AE41-42CD-A8FB-48DF68A0C3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5" y="2385"/>
              <a:ext cx="229" cy="153"/>
            </a:xfrm>
            <a:prstGeom prst="line">
              <a:avLst/>
            </a:prstGeom>
            <a:noFill/>
            <a:ln w="9525" cap="flat">
              <a:solidFill>
                <a:srgbClr val="E6863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" name="Line 45">
              <a:extLst>
                <a:ext uri="{FF2B5EF4-FFF2-40B4-BE49-F238E27FC236}">
                  <a16:creationId xmlns:a16="http://schemas.microsoft.com/office/drawing/2014/main" id="{2D935382-EF6B-4504-9B03-70CB7CFA52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76" y="2253"/>
              <a:ext cx="135" cy="100"/>
            </a:xfrm>
            <a:prstGeom prst="line">
              <a:avLst/>
            </a:prstGeom>
            <a:noFill/>
            <a:ln w="9525" cap="flat">
              <a:solidFill>
                <a:srgbClr val="E6863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" name="Freeform 46">
              <a:extLst>
                <a:ext uri="{FF2B5EF4-FFF2-40B4-BE49-F238E27FC236}">
                  <a16:creationId xmlns:a16="http://schemas.microsoft.com/office/drawing/2014/main" id="{B8CF947C-B33A-4734-A730-2147A3D48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5" y="1366"/>
              <a:ext cx="747" cy="1467"/>
            </a:xfrm>
            <a:custGeom>
              <a:avLst/>
              <a:gdLst>
                <a:gd name="T0" fmla="*/ 513 w 514"/>
                <a:gd name="T1" fmla="*/ 852 h 1009"/>
                <a:gd name="T2" fmla="*/ 380 w 514"/>
                <a:gd name="T3" fmla="*/ 0 h 1009"/>
                <a:gd name="T4" fmla="*/ 196 w 514"/>
                <a:gd name="T5" fmla="*/ 6 h 1009"/>
                <a:gd name="T6" fmla="*/ 163 w 514"/>
                <a:gd name="T7" fmla="*/ 42 h 1009"/>
                <a:gd name="T8" fmla="*/ 338 w 514"/>
                <a:gd name="T9" fmla="*/ 39 h 1009"/>
                <a:gd name="T10" fmla="*/ 346 w 514"/>
                <a:gd name="T11" fmla="*/ 46 h 1009"/>
                <a:gd name="T12" fmla="*/ 458 w 514"/>
                <a:gd name="T13" fmla="*/ 758 h 1009"/>
                <a:gd name="T14" fmla="*/ 455 w 514"/>
                <a:gd name="T15" fmla="*/ 774 h 1009"/>
                <a:gd name="T16" fmla="*/ 126 w 514"/>
                <a:gd name="T17" fmla="*/ 869 h 1009"/>
                <a:gd name="T18" fmla="*/ 0 w 514"/>
                <a:gd name="T19" fmla="*/ 1009 h 1009"/>
                <a:gd name="T20" fmla="*/ 504 w 514"/>
                <a:gd name="T21" fmla="*/ 865 h 1009"/>
                <a:gd name="T22" fmla="*/ 513 w 514"/>
                <a:gd name="T23" fmla="*/ 852 h 10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14" h="1009">
                  <a:moveTo>
                    <a:pt x="513" y="852"/>
                  </a:moveTo>
                  <a:cubicBezTo>
                    <a:pt x="380" y="0"/>
                    <a:pt x="380" y="0"/>
                    <a:pt x="380" y="0"/>
                  </a:cubicBezTo>
                  <a:cubicBezTo>
                    <a:pt x="196" y="6"/>
                    <a:pt x="196" y="6"/>
                    <a:pt x="196" y="6"/>
                  </a:cubicBezTo>
                  <a:cubicBezTo>
                    <a:pt x="183" y="15"/>
                    <a:pt x="172" y="27"/>
                    <a:pt x="163" y="42"/>
                  </a:cubicBezTo>
                  <a:cubicBezTo>
                    <a:pt x="338" y="39"/>
                    <a:pt x="338" y="39"/>
                    <a:pt x="338" y="39"/>
                  </a:cubicBezTo>
                  <a:cubicBezTo>
                    <a:pt x="342" y="39"/>
                    <a:pt x="346" y="42"/>
                    <a:pt x="346" y="46"/>
                  </a:cubicBezTo>
                  <a:cubicBezTo>
                    <a:pt x="458" y="758"/>
                    <a:pt x="458" y="758"/>
                    <a:pt x="458" y="758"/>
                  </a:cubicBezTo>
                  <a:cubicBezTo>
                    <a:pt x="459" y="763"/>
                    <a:pt x="459" y="773"/>
                    <a:pt x="455" y="774"/>
                  </a:cubicBezTo>
                  <a:cubicBezTo>
                    <a:pt x="126" y="869"/>
                    <a:pt x="126" y="869"/>
                    <a:pt x="126" y="869"/>
                  </a:cubicBezTo>
                  <a:cubicBezTo>
                    <a:pt x="105" y="939"/>
                    <a:pt x="67" y="990"/>
                    <a:pt x="0" y="1009"/>
                  </a:cubicBezTo>
                  <a:cubicBezTo>
                    <a:pt x="504" y="865"/>
                    <a:pt x="504" y="865"/>
                    <a:pt x="504" y="865"/>
                  </a:cubicBezTo>
                  <a:cubicBezTo>
                    <a:pt x="510" y="864"/>
                    <a:pt x="514" y="858"/>
                    <a:pt x="513" y="852"/>
                  </a:cubicBezTo>
                  <a:close/>
                </a:path>
              </a:pathLst>
            </a:custGeom>
            <a:solidFill>
              <a:srgbClr val="4BB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0" name="Freeform 47">
              <a:extLst>
                <a:ext uri="{FF2B5EF4-FFF2-40B4-BE49-F238E27FC236}">
                  <a16:creationId xmlns:a16="http://schemas.microsoft.com/office/drawing/2014/main" id="{6D9E2850-0F83-4EC9-B28D-DCD1506AA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1" y="2602"/>
              <a:ext cx="107" cy="108"/>
            </a:xfrm>
            <a:custGeom>
              <a:avLst/>
              <a:gdLst>
                <a:gd name="T0" fmla="*/ 70 w 73"/>
                <a:gd name="T1" fmla="*/ 32 h 74"/>
                <a:gd name="T2" fmla="*/ 42 w 73"/>
                <a:gd name="T3" fmla="*/ 71 h 74"/>
                <a:gd name="T4" fmla="*/ 3 w 73"/>
                <a:gd name="T5" fmla="*/ 42 h 74"/>
                <a:gd name="T6" fmla="*/ 31 w 73"/>
                <a:gd name="T7" fmla="*/ 3 h 74"/>
                <a:gd name="T8" fmla="*/ 70 w 73"/>
                <a:gd name="T9" fmla="*/ 3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74">
                  <a:moveTo>
                    <a:pt x="70" y="32"/>
                  </a:moveTo>
                  <a:cubicBezTo>
                    <a:pt x="73" y="50"/>
                    <a:pt x="60" y="68"/>
                    <a:pt x="42" y="71"/>
                  </a:cubicBezTo>
                  <a:cubicBezTo>
                    <a:pt x="23" y="74"/>
                    <a:pt x="6" y="61"/>
                    <a:pt x="3" y="42"/>
                  </a:cubicBezTo>
                  <a:cubicBezTo>
                    <a:pt x="0" y="24"/>
                    <a:pt x="13" y="6"/>
                    <a:pt x="31" y="3"/>
                  </a:cubicBezTo>
                  <a:cubicBezTo>
                    <a:pt x="50" y="0"/>
                    <a:pt x="67" y="13"/>
                    <a:pt x="70" y="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1" name="Freeform 48">
              <a:extLst>
                <a:ext uri="{FF2B5EF4-FFF2-40B4-BE49-F238E27FC236}">
                  <a16:creationId xmlns:a16="http://schemas.microsoft.com/office/drawing/2014/main" id="{C2B91521-E54F-4D34-BDB7-C96AE368E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9" y="2603"/>
              <a:ext cx="99" cy="99"/>
            </a:xfrm>
            <a:custGeom>
              <a:avLst/>
              <a:gdLst>
                <a:gd name="T0" fmla="*/ 65 w 68"/>
                <a:gd name="T1" fmla="*/ 29 h 68"/>
                <a:gd name="T2" fmla="*/ 39 w 68"/>
                <a:gd name="T3" fmla="*/ 66 h 68"/>
                <a:gd name="T4" fmla="*/ 2 w 68"/>
                <a:gd name="T5" fmla="*/ 39 h 68"/>
                <a:gd name="T6" fmla="*/ 29 w 68"/>
                <a:gd name="T7" fmla="*/ 3 h 68"/>
                <a:gd name="T8" fmla="*/ 65 w 68"/>
                <a:gd name="T9" fmla="*/ 29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68">
                  <a:moveTo>
                    <a:pt x="65" y="29"/>
                  </a:moveTo>
                  <a:cubicBezTo>
                    <a:pt x="68" y="47"/>
                    <a:pt x="56" y="63"/>
                    <a:pt x="39" y="66"/>
                  </a:cubicBezTo>
                  <a:cubicBezTo>
                    <a:pt x="21" y="68"/>
                    <a:pt x="5" y="56"/>
                    <a:pt x="2" y="39"/>
                  </a:cubicBezTo>
                  <a:cubicBezTo>
                    <a:pt x="0" y="22"/>
                    <a:pt x="12" y="5"/>
                    <a:pt x="29" y="3"/>
                  </a:cubicBezTo>
                  <a:cubicBezTo>
                    <a:pt x="46" y="0"/>
                    <a:pt x="63" y="12"/>
                    <a:pt x="65" y="29"/>
                  </a:cubicBezTo>
                  <a:close/>
                </a:path>
              </a:pathLst>
            </a:custGeom>
            <a:solidFill>
              <a:srgbClr val="085E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2" name="Freeform 49">
              <a:extLst>
                <a:ext uri="{FF2B5EF4-FFF2-40B4-BE49-F238E27FC236}">
                  <a16:creationId xmlns:a16="http://schemas.microsoft.com/office/drawing/2014/main" id="{2202222B-6AFA-450D-A6A3-5AE920A2D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2" y="1215"/>
              <a:ext cx="83" cy="803"/>
            </a:xfrm>
            <a:custGeom>
              <a:avLst/>
              <a:gdLst>
                <a:gd name="T0" fmla="*/ 83 w 83"/>
                <a:gd name="T1" fmla="*/ 692 h 803"/>
                <a:gd name="T2" fmla="*/ 0 w 83"/>
                <a:gd name="T3" fmla="*/ 803 h 803"/>
                <a:gd name="T4" fmla="*/ 0 w 83"/>
                <a:gd name="T5" fmla="*/ 0 h 803"/>
                <a:gd name="T6" fmla="*/ 83 w 83"/>
                <a:gd name="T7" fmla="*/ 0 h 803"/>
                <a:gd name="T8" fmla="*/ 83 w 83"/>
                <a:gd name="T9" fmla="*/ 692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803">
                  <a:moveTo>
                    <a:pt x="83" y="692"/>
                  </a:moveTo>
                  <a:lnTo>
                    <a:pt x="0" y="803"/>
                  </a:lnTo>
                  <a:lnTo>
                    <a:pt x="0" y="0"/>
                  </a:lnTo>
                  <a:lnTo>
                    <a:pt x="83" y="0"/>
                  </a:lnTo>
                  <a:lnTo>
                    <a:pt x="83" y="692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3" name="Freeform 50">
              <a:extLst>
                <a:ext uri="{FF2B5EF4-FFF2-40B4-BE49-F238E27FC236}">
                  <a16:creationId xmlns:a16="http://schemas.microsoft.com/office/drawing/2014/main" id="{E994E45E-D6E4-472E-B37B-799E2B46D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5" y="1215"/>
              <a:ext cx="68" cy="692"/>
            </a:xfrm>
            <a:custGeom>
              <a:avLst/>
              <a:gdLst>
                <a:gd name="T0" fmla="*/ 68 w 68"/>
                <a:gd name="T1" fmla="*/ 606 h 692"/>
                <a:gd name="T2" fmla="*/ 0 w 68"/>
                <a:gd name="T3" fmla="*/ 692 h 692"/>
                <a:gd name="T4" fmla="*/ 0 w 68"/>
                <a:gd name="T5" fmla="*/ 0 h 692"/>
                <a:gd name="T6" fmla="*/ 68 w 68"/>
                <a:gd name="T7" fmla="*/ 117 h 692"/>
                <a:gd name="T8" fmla="*/ 68 w 68"/>
                <a:gd name="T9" fmla="*/ 606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692">
                  <a:moveTo>
                    <a:pt x="68" y="606"/>
                  </a:moveTo>
                  <a:lnTo>
                    <a:pt x="0" y="692"/>
                  </a:lnTo>
                  <a:lnTo>
                    <a:pt x="0" y="0"/>
                  </a:lnTo>
                  <a:lnTo>
                    <a:pt x="68" y="117"/>
                  </a:lnTo>
                  <a:lnTo>
                    <a:pt x="68" y="606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4" name="Freeform 51">
              <a:extLst>
                <a:ext uri="{FF2B5EF4-FFF2-40B4-BE49-F238E27FC236}">
                  <a16:creationId xmlns:a16="http://schemas.microsoft.com/office/drawing/2014/main" id="{4CC5C5D0-E215-4B86-9B1E-D327324D56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4" y="1212"/>
              <a:ext cx="68" cy="806"/>
            </a:xfrm>
            <a:custGeom>
              <a:avLst/>
              <a:gdLst>
                <a:gd name="T0" fmla="*/ 68 w 68"/>
                <a:gd name="T1" fmla="*/ 806 h 806"/>
                <a:gd name="T2" fmla="*/ 0 w 68"/>
                <a:gd name="T3" fmla="*/ 750 h 806"/>
                <a:gd name="T4" fmla="*/ 0 w 68"/>
                <a:gd name="T5" fmla="*/ 0 h 806"/>
                <a:gd name="T6" fmla="*/ 68 w 68"/>
                <a:gd name="T7" fmla="*/ 3 h 806"/>
                <a:gd name="T8" fmla="*/ 68 w 68"/>
                <a:gd name="T9" fmla="*/ 806 h 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806">
                  <a:moveTo>
                    <a:pt x="68" y="806"/>
                  </a:moveTo>
                  <a:lnTo>
                    <a:pt x="0" y="750"/>
                  </a:lnTo>
                  <a:lnTo>
                    <a:pt x="0" y="0"/>
                  </a:lnTo>
                  <a:lnTo>
                    <a:pt x="68" y="3"/>
                  </a:lnTo>
                  <a:lnTo>
                    <a:pt x="68" y="80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" name="Freeform 52">
              <a:extLst>
                <a:ext uri="{FF2B5EF4-FFF2-40B4-BE49-F238E27FC236}">
                  <a16:creationId xmlns:a16="http://schemas.microsoft.com/office/drawing/2014/main" id="{630A6E98-10DC-43FE-803B-81BD3EB03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0" y="1395"/>
              <a:ext cx="159" cy="985"/>
            </a:xfrm>
            <a:custGeom>
              <a:avLst/>
              <a:gdLst>
                <a:gd name="T0" fmla="*/ 109 w 109"/>
                <a:gd name="T1" fmla="*/ 677 h 677"/>
                <a:gd name="T2" fmla="*/ 6 w 109"/>
                <a:gd name="T3" fmla="*/ 67 h 677"/>
                <a:gd name="T4" fmla="*/ 45 w 109"/>
                <a:gd name="T5" fmla="*/ 2 h 677"/>
                <a:gd name="T6" fmla="*/ 104 w 109"/>
                <a:gd name="T7" fmla="*/ 0 h 6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677">
                  <a:moveTo>
                    <a:pt x="109" y="677"/>
                  </a:moveTo>
                  <a:cubicBezTo>
                    <a:pt x="6" y="67"/>
                    <a:pt x="6" y="67"/>
                    <a:pt x="6" y="67"/>
                  </a:cubicBezTo>
                  <a:cubicBezTo>
                    <a:pt x="0" y="23"/>
                    <a:pt x="17" y="3"/>
                    <a:pt x="45" y="2"/>
                  </a:cubicBezTo>
                  <a:cubicBezTo>
                    <a:pt x="73" y="1"/>
                    <a:pt x="104" y="0"/>
                    <a:pt x="104" y="0"/>
                  </a:cubicBezTo>
                </a:path>
              </a:pathLst>
            </a:custGeom>
            <a:noFill/>
            <a:ln w="19050" cap="rnd">
              <a:solidFill>
                <a:srgbClr val="FF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6" name="Freeform 53">
              <a:extLst>
                <a:ext uri="{FF2B5EF4-FFF2-40B4-BE49-F238E27FC236}">
                  <a16:creationId xmlns:a16="http://schemas.microsoft.com/office/drawing/2014/main" id="{CE25B80F-8CB9-4632-8C13-646D45CC31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" y="2208"/>
              <a:ext cx="157" cy="115"/>
            </a:xfrm>
            <a:custGeom>
              <a:avLst/>
              <a:gdLst>
                <a:gd name="T0" fmla="*/ 3 w 108"/>
                <a:gd name="T1" fmla="*/ 17 h 79"/>
                <a:gd name="T2" fmla="*/ 0 w 108"/>
                <a:gd name="T3" fmla="*/ 5 h 79"/>
                <a:gd name="T4" fmla="*/ 73 w 108"/>
                <a:gd name="T5" fmla="*/ 23 h 79"/>
                <a:gd name="T6" fmla="*/ 108 w 108"/>
                <a:gd name="T7" fmla="*/ 78 h 79"/>
                <a:gd name="T8" fmla="*/ 96 w 108"/>
                <a:gd name="T9" fmla="*/ 79 h 79"/>
                <a:gd name="T10" fmla="*/ 65 w 108"/>
                <a:gd name="T11" fmla="*/ 32 h 79"/>
                <a:gd name="T12" fmla="*/ 3 w 108"/>
                <a:gd name="T13" fmla="*/ 17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" h="79">
                  <a:moveTo>
                    <a:pt x="3" y="17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26" y="0"/>
                    <a:pt x="52" y="6"/>
                    <a:pt x="73" y="23"/>
                  </a:cubicBezTo>
                  <a:cubicBezTo>
                    <a:pt x="91" y="37"/>
                    <a:pt x="103" y="57"/>
                    <a:pt x="108" y="78"/>
                  </a:cubicBezTo>
                  <a:cubicBezTo>
                    <a:pt x="96" y="79"/>
                    <a:pt x="96" y="79"/>
                    <a:pt x="96" y="79"/>
                  </a:cubicBezTo>
                  <a:cubicBezTo>
                    <a:pt x="92" y="61"/>
                    <a:pt x="81" y="44"/>
                    <a:pt x="65" y="32"/>
                  </a:cubicBezTo>
                  <a:cubicBezTo>
                    <a:pt x="48" y="18"/>
                    <a:pt x="25" y="12"/>
                    <a:pt x="3" y="17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7" name="Freeform 54">
              <a:extLst>
                <a:ext uri="{FF2B5EF4-FFF2-40B4-BE49-F238E27FC236}">
                  <a16:creationId xmlns:a16="http://schemas.microsoft.com/office/drawing/2014/main" id="{B8FEBB33-2DE8-4A39-909B-F15B32931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5" y="2284"/>
              <a:ext cx="67" cy="48"/>
            </a:xfrm>
            <a:custGeom>
              <a:avLst/>
              <a:gdLst>
                <a:gd name="T0" fmla="*/ 3 w 46"/>
                <a:gd name="T1" fmla="*/ 14 h 33"/>
                <a:gd name="T2" fmla="*/ 0 w 46"/>
                <a:gd name="T3" fmla="*/ 2 h 33"/>
                <a:gd name="T4" fmla="*/ 31 w 46"/>
                <a:gd name="T5" fmla="*/ 9 h 33"/>
                <a:gd name="T6" fmla="*/ 46 w 46"/>
                <a:gd name="T7" fmla="*/ 31 h 33"/>
                <a:gd name="T8" fmla="*/ 34 w 46"/>
                <a:gd name="T9" fmla="*/ 33 h 33"/>
                <a:gd name="T10" fmla="*/ 24 w 46"/>
                <a:gd name="T11" fmla="*/ 18 h 33"/>
                <a:gd name="T12" fmla="*/ 3 w 46"/>
                <a:gd name="T13" fmla="*/ 1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33">
                  <a:moveTo>
                    <a:pt x="3" y="14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11" y="0"/>
                    <a:pt x="22" y="2"/>
                    <a:pt x="31" y="9"/>
                  </a:cubicBezTo>
                  <a:cubicBezTo>
                    <a:pt x="39" y="14"/>
                    <a:pt x="44" y="22"/>
                    <a:pt x="46" y="31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3" y="27"/>
                    <a:pt x="29" y="22"/>
                    <a:pt x="24" y="18"/>
                  </a:cubicBezTo>
                  <a:cubicBezTo>
                    <a:pt x="18" y="14"/>
                    <a:pt x="10" y="12"/>
                    <a:pt x="3" y="14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8" name="Freeform 55">
              <a:extLst>
                <a:ext uri="{FF2B5EF4-FFF2-40B4-BE49-F238E27FC236}">
                  <a16:creationId xmlns:a16="http://schemas.microsoft.com/office/drawing/2014/main" id="{8A60B809-7E43-4969-8709-3F0067904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6" y="2246"/>
              <a:ext cx="112" cy="81"/>
            </a:xfrm>
            <a:custGeom>
              <a:avLst/>
              <a:gdLst>
                <a:gd name="T0" fmla="*/ 3 w 77"/>
                <a:gd name="T1" fmla="*/ 15 h 56"/>
                <a:gd name="T2" fmla="*/ 0 w 77"/>
                <a:gd name="T3" fmla="*/ 4 h 56"/>
                <a:gd name="T4" fmla="*/ 52 w 77"/>
                <a:gd name="T5" fmla="*/ 15 h 56"/>
                <a:gd name="T6" fmla="*/ 77 w 77"/>
                <a:gd name="T7" fmla="*/ 54 h 56"/>
                <a:gd name="T8" fmla="*/ 65 w 77"/>
                <a:gd name="T9" fmla="*/ 56 h 56"/>
                <a:gd name="T10" fmla="*/ 45 w 77"/>
                <a:gd name="T11" fmla="*/ 25 h 56"/>
                <a:gd name="T12" fmla="*/ 3 w 77"/>
                <a:gd name="T13" fmla="*/ 1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" h="56">
                  <a:moveTo>
                    <a:pt x="3" y="15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18" y="0"/>
                    <a:pt x="37" y="4"/>
                    <a:pt x="52" y="15"/>
                  </a:cubicBezTo>
                  <a:cubicBezTo>
                    <a:pt x="65" y="25"/>
                    <a:pt x="74" y="39"/>
                    <a:pt x="77" y="54"/>
                  </a:cubicBezTo>
                  <a:cubicBezTo>
                    <a:pt x="65" y="56"/>
                    <a:pt x="65" y="56"/>
                    <a:pt x="65" y="56"/>
                  </a:cubicBezTo>
                  <a:cubicBezTo>
                    <a:pt x="63" y="43"/>
                    <a:pt x="55" y="32"/>
                    <a:pt x="45" y="25"/>
                  </a:cubicBezTo>
                  <a:cubicBezTo>
                    <a:pt x="33" y="16"/>
                    <a:pt x="17" y="12"/>
                    <a:pt x="3" y="15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9" name="Line 56">
              <a:extLst>
                <a:ext uri="{FF2B5EF4-FFF2-40B4-BE49-F238E27FC236}">
                  <a16:creationId xmlns:a16="http://schemas.microsoft.com/office/drawing/2014/main" id="{573B59E6-700D-4103-ACF6-81FB364EF1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1612"/>
              <a:ext cx="0" cy="212"/>
            </a:xfrm>
            <a:prstGeom prst="line">
              <a:avLst/>
            </a:prstGeom>
            <a:noFill/>
            <a:ln w="19050" cap="rnd">
              <a:solidFill>
                <a:srgbClr val="FF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  <p:sp>
          <p:nvSpPr>
            <p:cNvPr id="60" name="Line 57">
              <a:extLst>
                <a:ext uri="{FF2B5EF4-FFF2-40B4-BE49-F238E27FC236}">
                  <a16:creationId xmlns:a16="http://schemas.microsoft.com/office/drawing/2014/main" id="{7734BC9F-AA70-4814-88DD-2367E8BF72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2" y="1092"/>
              <a:ext cx="0" cy="905"/>
            </a:xfrm>
            <a:prstGeom prst="line">
              <a:avLst/>
            </a:prstGeom>
            <a:noFill/>
            <a:ln w="19050" cap="rnd">
              <a:solidFill>
                <a:srgbClr val="FF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1" name="Line 58">
              <a:extLst>
                <a:ext uri="{FF2B5EF4-FFF2-40B4-BE49-F238E27FC236}">
                  <a16:creationId xmlns:a16="http://schemas.microsoft.com/office/drawing/2014/main" id="{946FE80F-B702-4AED-8D62-7611BC8BDB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2" y="1092"/>
              <a:ext cx="0" cy="905"/>
            </a:xfrm>
            <a:prstGeom prst="line">
              <a:avLst/>
            </a:prstGeom>
            <a:noFill/>
            <a:ln w="19050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2" name="Line 59">
              <a:extLst>
                <a:ext uri="{FF2B5EF4-FFF2-40B4-BE49-F238E27FC236}">
                  <a16:creationId xmlns:a16="http://schemas.microsoft.com/office/drawing/2014/main" id="{2B937430-D76A-4122-8B32-F03916824C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2" y="1092"/>
              <a:ext cx="0" cy="905"/>
            </a:xfrm>
            <a:prstGeom prst="line">
              <a:avLst/>
            </a:prstGeom>
            <a:noFill/>
            <a:ln w="19050" cap="rnd">
              <a:solidFill>
                <a:srgbClr val="FF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3" name="Line 60">
              <a:extLst>
                <a:ext uri="{FF2B5EF4-FFF2-40B4-BE49-F238E27FC236}">
                  <a16:creationId xmlns:a16="http://schemas.microsoft.com/office/drawing/2014/main" id="{CF6D6ADB-791B-4A48-8F20-B7F02FE411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3" y="1092"/>
              <a:ext cx="0" cy="905"/>
            </a:xfrm>
            <a:prstGeom prst="line">
              <a:avLst/>
            </a:prstGeom>
            <a:noFill/>
            <a:ln w="19050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4" name="Freeform 61">
              <a:extLst>
                <a:ext uri="{FF2B5EF4-FFF2-40B4-BE49-F238E27FC236}">
                  <a16:creationId xmlns:a16="http://schemas.microsoft.com/office/drawing/2014/main" id="{C3C70B4B-58DF-4135-B15D-7F3B0057E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798"/>
              <a:ext cx="314" cy="1350"/>
            </a:xfrm>
            <a:custGeom>
              <a:avLst/>
              <a:gdLst>
                <a:gd name="T0" fmla="*/ 30 w 314"/>
                <a:gd name="T1" fmla="*/ 1350 h 1350"/>
                <a:gd name="T2" fmla="*/ 150 w 314"/>
                <a:gd name="T3" fmla="*/ 1350 h 1350"/>
                <a:gd name="T4" fmla="*/ 314 w 314"/>
                <a:gd name="T5" fmla="*/ 1153 h 1350"/>
                <a:gd name="T6" fmla="*/ 314 w 314"/>
                <a:gd name="T7" fmla="*/ 691 h 1350"/>
                <a:gd name="T8" fmla="*/ 238 w 314"/>
                <a:gd name="T9" fmla="*/ 795 h 1350"/>
                <a:gd name="T10" fmla="*/ 238 w 314"/>
                <a:gd name="T11" fmla="*/ 249 h 1350"/>
                <a:gd name="T12" fmla="*/ 150 w 314"/>
                <a:gd name="T13" fmla="*/ 334 h 1350"/>
                <a:gd name="T14" fmla="*/ 150 w 314"/>
                <a:gd name="T15" fmla="*/ 118 h 1350"/>
                <a:gd name="T16" fmla="*/ 74 w 314"/>
                <a:gd name="T17" fmla="*/ 0 h 1350"/>
                <a:gd name="T18" fmla="*/ 0 w 314"/>
                <a:gd name="T19" fmla="*/ 0 h 1350"/>
                <a:gd name="T20" fmla="*/ 30 w 314"/>
                <a:gd name="T21" fmla="*/ 1350 h 1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4" h="1350">
                  <a:moveTo>
                    <a:pt x="30" y="1350"/>
                  </a:moveTo>
                  <a:lnTo>
                    <a:pt x="150" y="1350"/>
                  </a:lnTo>
                  <a:lnTo>
                    <a:pt x="314" y="1153"/>
                  </a:lnTo>
                  <a:lnTo>
                    <a:pt x="314" y="691"/>
                  </a:lnTo>
                  <a:lnTo>
                    <a:pt x="238" y="795"/>
                  </a:lnTo>
                  <a:lnTo>
                    <a:pt x="238" y="249"/>
                  </a:lnTo>
                  <a:lnTo>
                    <a:pt x="150" y="334"/>
                  </a:lnTo>
                  <a:lnTo>
                    <a:pt x="150" y="11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30" y="135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5" name="Freeform 62">
              <a:extLst>
                <a:ext uri="{FF2B5EF4-FFF2-40B4-BE49-F238E27FC236}">
                  <a16:creationId xmlns:a16="http://schemas.microsoft.com/office/drawing/2014/main" id="{1256FC82-00DA-4751-98DF-22BA23CB8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1850"/>
              <a:ext cx="75" cy="298"/>
            </a:xfrm>
            <a:custGeom>
              <a:avLst/>
              <a:gdLst>
                <a:gd name="T0" fmla="*/ 0 w 75"/>
                <a:gd name="T1" fmla="*/ 246 h 298"/>
                <a:gd name="T2" fmla="*/ 0 w 75"/>
                <a:gd name="T3" fmla="*/ 0 h 298"/>
                <a:gd name="T4" fmla="*/ 75 w 75"/>
                <a:gd name="T5" fmla="*/ 0 h 298"/>
                <a:gd name="T6" fmla="*/ 75 w 75"/>
                <a:gd name="T7" fmla="*/ 298 h 298"/>
                <a:gd name="T8" fmla="*/ 0 w 75"/>
                <a:gd name="T9" fmla="*/ 246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298">
                  <a:moveTo>
                    <a:pt x="0" y="246"/>
                  </a:moveTo>
                  <a:lnTo>
                    <a:pt x="0" y="0"/>
                  </a:lnTo>
                  <a:lnTo>
                    <a:pt x="75" y="0"/>
                  </a:lnTo>
                  <a:lnTo>
                    <a:pt x="75" y="298"/>
                  </a:lnTo>
                  <a:lnTo>
                    <a:pt x="0" y="2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6" name="Rectangle 63">
              <a:extLst>
                <a:ext uri="{FF2B5EF4-FFF2-40B4-BE49-F238E27FC236}">
                  <a16:creationId xmlns:a16="http://schemas.microsoft.com/office/drawing/2014/main" id="{1859748A-48F5-4112-9ECE-5843C762C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6" y="798"/>
              <a:ext cx="74" cy="9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7" name="Rectangle 64">
              <a:extLst>
                <a:ext uri="{FF2B5EF4-FFF2-40B4-BE49-F238E27FC236}">
                  <a16:creationId xmlns:a16="http://schemas.microsoft.com/office/drawing/2014/main" id="{1DD95CD9-9D80-4295-81DF-40F8CC6A1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6" y="1461"/>
              <a:ext cx="40" cy="6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8" name="Freeform 65">
              <a:extLst>
                <a:ext uri="{FF2B5EF4-FFF2-40B4-BE49-F238E27FC236}">
                  <a16:creationId xmlns:a16="http://schemas.microsoft.com/office/drawing/2014/main" id="{5CB06EBC-340A-456A-8E64-4F1788506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1778"/>
              <a:ext cx="119" cy="72"/>
            </a:xfrm>
            <a:custGeom>
              <a:avLst/>
              <a:gdLst>
                <a:gd name="T0" fmla="*/ 45 w 119"/>
                <a:gd name="T1" fmla="*/ 0 h 72"/>
                <a:gd name="T2" fmla="*/ 0 w 119"/>
                <a:gd name="T3" fmla="*/ 72 h 72"/>
                <a:gd name="T4" fmla="*/ 75 w 119"/>
                <a:gd name="T5" fmla="*/ 72 h 72"/>
                <a:gd name="T6" fmla="*/ 119 w 119"/>
                <a:gd name="T7" fmla="*/ 0 h 72"/>
                <a:gd name="T8" fmla="*/ 45 w 119"/>
                <a:gd name="T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72">
                  <a:moveTo>
                    <a:pt x="45" y="0"/>
                  </a:moveTo>
                  <a:lnTo>
                    <a:pt x="0" y="72"/>
                  </a:lnTo>
                  <a:lnTo>
                    <a:pt x="75" y="72"/>
                  </a:lnTo>
                  <a:lnTo>
                    <a:pt x="119" y="0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4BB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9" name="Line 66">
              <a:extLst>
                <a:ext uri="{FF2B5EF4-FFF2-40B4-BE49-F238E27FC236}">
                  <a16:creationId xmlns:a16="http://schemas.microsoft.com/office/drawing/2014/main" id="{1865DC6E-1018-4C4E-9496-586E608EC2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6" y="1365"/>
              <a:ext cx="82" cy="96"/>
            </a:xfrm>
            <a:prstGeom prst="line">
              <a:avLst/>
            </a:prstGeom>
            <a:noFill/>
            <a:ln w="19050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0" name="Line 67">
              <a:extLst>
                <a:ext uri="{FF2B5EF4-FFF2-40B4-BE49-F238E27FC236}">
                  <a16:creationId xmlns:a16="http://schemas.microsoft.com/office/drawing/2014/main" id="{58FC91E8-72E9-4A4E-A31C-B57439D125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6" y="1066"/>
              <a:ext cx="69" cy="66"/>
            </a:xfrm>
            <a:prstGeom prst="line">
              <a:avLst/>
            </a:prstGeom>
            <a:noFill/>
            <a:ln w="19050" cap="rnd">
              <a:solidFill>
                <a:srgbClr val="FF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1" name="Line 68">
              <a:extLst>
                <a:ext uri="{FF2B5EF4-FFF2-40B4-BE49-F238E27FC236}">
                  <a16:creationId xmlns:a16="http://schemas.microsoft.com/office/drawing/2014/main" id="{98ED0F1F-EA40-46A0-8DAC-1D3098E29B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798"/>
              <a:ext cx="76" cy="118"/>
            </a:xfrm>
            <a:prstGeom prst="line">
              <a:avLst/>
            </a:prstGeom>
            <a:noFill/>
            <a:ln w="19050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2" name="Line 69">
              <a:extLst>
                <a:ext uri="{FF2B5EF4-FFF2-40B4-BE49-F238E27FC236}">
                  <a16:creationId xmlns:a16="http://schemas.microsoft.com/office/drawing/2014/main" id="{375F9D74-D76E-4C7D-91D8-F5BA120F30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8" y="866"/>
              <a:ext cx="50" cy="0"/>
            </a:xfrm>
            <a:prstGeom prst="line">
              <a:avLst/>
            </a:prstGeom>
            <a:noFill/>
            <a:ln w="9525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3" name="Line 70">
              <a:extLst>
                <a:ext uri="{FF2B5EF4-FFF2-40B4-BE49-F238E27FC236}">
                  <a16:creationId xmlns:a16="http://schemas.microsoft.com/office/drawing/2014/main" id="{9EBC3AE2-E4E1-42A9-B35E-284815CA2F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8" y="920"/>
              <a:ext cx="50" cy="0"/>
            </a:xfrm>
            <a:prstGeom prst="line">
              <a:avLst/>
            </a:prstGeom>
            <a:noFill/>
            <a:ln w="9525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4" name="Line 71">
              <a:extLst>
                <a:ext uri="{FF2B5EF4-FFF2-40B4-BE49-F238E27FC236}">
                  <a16:creationId xmlns:a16="http://schemas.microsoft.com/office/drawing/2014/main" id="{42C8D1B0-7E50-4A89-A8F0-5498FDD241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8" y="974"/>
              <a:ext cx="50" cy="0"/>
            </a:xfrm>
            <a:prstGeom prst="line">
              <a:avLst/>
            </a:prstGeom>
            <a:noFill/>
            <a:ln w="9525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5" name="Line 72">
              <a:extLst>
                <a:ext uri="{FF2B5EF4-FFF2-40B4-BE49-F238E27FC236}">
                  <a16:creationId xmlns:a16="http://schemas.microsoft.com/office/drawing/2014/main" id="{CD285532-C6E8-454F-95D2-09979CE4E1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8" y="1028"/>
              <a:ext cx="50" cy="0"/>
            </a:xfrm>
            <a:prstGeom prst="line">
              <a:avLst/>
            </a:prstGeom>
            <a:noFill/>
            <a:ln w="9525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6" name="Line 73">
              <a:extLst>
                <a:ext uri="{FF2B5EF4-FFF2-40B4-BE49-F238E27FC236}">
                  <a16:creationId xmlns:a16="http://schemas.microsoft.com/office/drawing/2014/main" id="{140B216D-D170-4A34-9053-C7281BDA0B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8" y="1082"/>
              <a:ext cx="50" cy="0"/>
            </a:xfrm>
            <a:prstGeom prst="line">
              <a:avLst/>
            </a:prstGeom>
            <a:noFill/>
            <a:ln w="9525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7" name="Line 74">
              <a:extLst>
                <a:ext uri="{FF2B5EF4-FFF2-40B4-BE49-F238E27FC236}">
                  <a16:creationId xmlns:a16="http://schemas.microsoft.com/office/drawing/2014/main" id="{483B4A1F-E510-4C0A-AC3F-CBF7FA48E8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8" y="1134"/>
              <a:ext cx="50" cy="0"/>
            </a:xfrm>
            <a:prstGeom prst="line">
              <a:avLst/>
            </a:prstGeom>
            <a:noFill/>
            <a:ln w="9525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8" name="Line 75">
              <a:extLst>
                <a:ext uri="{FF2B5EF4-FFF2-40B4-BE49-F238E27FC236}">
                  <a16:creationId xmlns:a16="http://schemas.microsoft.com/office/drawing/2014/main" id="{168DA578-DB1D-4B4C-98AD-6656869396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8" y="1188"/>
              <a:ext cx="50" cy="0"/>
            </a:xfrm>
            <a:prstGeom prst="line">
              <a:avLst/>
            </a:prstGeom>
            <a:noFill/>
            <a:ln w="9525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9" name="Line 76">
              <a:extLst>
                <a:ext uri="{FF2B5EF4-FFF2-40B4-BE49-F238E27FC236}">
                  <a16:creationId xmlns:a16="http://schemas.microsoft.com/office/drawing/2014/main" id="{AA3F3DAB-1599-4370-BDF7-04D15DEC5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8" y="1241"/>
              <a:ext cx="50" cy="0"/>
            </a:xfrm>
            <a:prstGeom prst="line">
              <a:avLst/>
            </a:prstGeom>
            <a:noFill/>
            <a:ln w="9525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0" name="Line 77">
              <a:extLst>
                <a:ext uri="{FF2B5EF4-FFF2-40B4-BE49-F238E27FC236}">
                  <a16:creationId xmlns:a16="http://schemas.microsoft.com/office/drawing/2014/main" id="{3880D661-A8AE-426F-831E-77ED72183C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8" y="1295"/>
              <a:ext cx="50" cy="0"/>
            </a:xfrm>
            <a:prstGeom prst="line">
              <a:avLst/>
            </a:prstGeom>
            <a:noFill/>
            <a:ln w="9525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1" name="Line 78">
              <a:extLst>
                <a:ext uri="{FF2B5EF4-FFF2-40B4-BE49-F238E27FC236}">
                  <a16:creationId xmlns:a16="http://schemas.microsoft.com/office/drawing/2014/main" id="{10391F52-63D7-4097-A6B8-F18642D765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8" y="1349"/>
              <a:ext cx="50" cy="0"/>
            </a:xfrm>
            <a:prstGeom prst="line">
              <a:avLst/>
            </a:prstGeom>
            <a:noFill/>
            <a:ln w="9525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2" name="Line 79">
              <a:extLst>
                <a:ext uri="{FF2B5EF4-FFF2-40B4-BE49-F238E27FC236}">
                  <a16:creationId xmlns:a16="http://schemas.microsoft.com/office/drawing/2014/main" id="{17737A52-289F-4A8C-9D88-E9ACB5A1B1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8" y="1403"/>
              <a:ext cx="50" cy="0"/>
            </a:xfrm>
            <a:prstGeom prst="line">
              <a:avLst/>
            </a:prstGeom>
            <a:noFill/>
            <a:ln w="9525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3" name="Line 80">
              <a:extLst>
                <a:ext uri="{FF2B5EF4-FFF2-40B4-BE49-F238E27FC236}">
                  <a16:creationId xmlns:a16="http://schemas.microsoft.com/office/drawing/2014/main" id="{A12ED9A9-EEBD-43E3-B8CE-5032027CEC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8" y="1457"/>
              <a:ext cx="50" cy="0"/>
            </a:xfrm>
            <a:prstGeom prst="line">
              <a:avLst/>
            </a:prstGeom>
            <a:noFill/>
            <a:ln w="9525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4" name="Line 81">
              <a:extLst>
                <a:ext uri="{FF2B5EF4-FFF2-40B4-BE49-F238E27FC236}">
                  <a16:creationId xmlns:a16="http://schemas.microsoft.com/office/drawing/2014/main" id="{2F68E9BC-6293-4B9F-BE52-A7D4886CF7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8" y="1510"/>
              <a:ext cx="50" cy="0"/>
            </a:xfrm>
            <a:prstGeom prst="line">
              <a:avLst/>
            </a:prstGeom>
            <a:noFill/>
            <a:ln w="9525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5" name="Line 82">
              <a:extLst>
                <a:ext uri="{FF2B5EF4-FFF2-40B4-BE49-F238E27FC236}">
                  <a16:creationId xmlns:a16="http://schemas.microsoft.com/office/drawing/2014/main" id="{1B0D0788-337C-4DDC-B0B7-C8CD353613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8" y="1563"/>
              <a:ext cx="50" cy="0"/>
            </a:xfrm>
            <a:prstGeom prst="line">
              <a:avLst/>
            </a:prstGeom>
            <a:noFill/>
            <a:ln w="9525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6" name="Line 83">
              <a:extLst>
                <a:ext uri="{FF2B5EF4-FFF2-40B4-BE49-F238E27FC236}">
                  <a16:creationId xmlns:a16="http://schemas.microsoft.com/office/drawing/2014/main" id="{628EFF0F-6126-4C5B-983B-A8134ED886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8" y="1616"/>
              <a:ext cx="50" cy="0"/>
            </a:xfrm>
            <a:prstGeom prst="line">
              <a:avLst/>
            </a:prstGeom>
            <a:noFill/>
            <a:ln w="9525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7" name="Line 84">
              <a:extLst>
                <a:ext uri="{FF2B5EF4-FFF2-40B4-BE49-F238E27FC236}">
                  <a16:creationId xmlns:a16="http://schemas.microsoft.com/office/drawing/2014/main" id="{042B06E3-5D60-4B3A-B840-076BEFAA0A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8" y="1670"/>
              <a:ext cx="50" cy="0"/>
            </a:xfrm>
            <a:prstGeom prst="line">
              <a:avLst/>
            </a:prstGeom>
            <a:noFill/>
            <a:ln w="9525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8" name="Line 85">
              <a:extLst>
                <a:ext uri="{FF2B5EF4-FFF2-40B4-BE49-F238E27FC236}">
                  <a16:creationId xmlns:a16="http://schemas.microsoft.com/office/drawing/2014/main" id="{8DE2A3AF-CAD6-412D-8C08-AB0E8999C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8" y="1724"/>
              <a:ext cx="50" cy="0"/>
            </a:xfrm>
            <a:prstGeom prst="line">
              <a:avLst/>
            </a:prstGeom>
            <a:noFill/>
            <a:ln w="9525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9" name="Freeform 86">
              <a:extLst>
                <a:ext uri="{FF2B5EF4-FFF2-40B4-BE49-F238E27FC236}">
                  <a16:creationId xmlns:a16="http://schemas.microsoft.com/office/drawing/2014/main" id="{CC6A45A2-E733-4B63-B6FE-54A0CA77B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" y="1612"/>
              <a:ext cx="104" cy="471"/>
            </a:xfrm>
            <a:custGeom>
              <a:avLst/>
              <a:gdLst>
                <a:gd name="T0" fmla="*/ 32 w 104"/>
                <a:gd name="T1" fmla="*/ 0 h 471"/>
                <a:gd name="T2" fmla="*/ 104 w 104"/>
                <a:gd name="T3" fmla="*/ 471 h 471"/>
                <a:gd name="T4" fmla="*/ 46 w 104"/>
                <a:gd name="T5" fmla="*/ 454 h 471"/>
                <a:gd name="T6" fmla="*/ 0 w 104"/>
                <a:gd name="T7" fmla="*/ 160 h 471"/>
                <a:gd name="T8" fmla="*/ 32 w 104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471">
                  <a:moveTo>
                    <a:pt x="32" y="0"/>
                  </a:moveTo>
                  <a:lnTo>
                    <a:pt x="104" y="471"/>
                  </a:lnTo>
                  <a:lnTo>
                    <a:pt x="46" y="454"/>
                  </a:lnTo>
                  <a:lnTo>
                    <a:pt x="0" y="16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085E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0" name="Freeform 87">
              <a:extLst>
                <a:ext uri="{FF2B5EF4-FFF2-40B4-BE49-F238E27FC236}">
                  <a16:creationId xmlns:a16="http://schemas.microsoft.com/office/drawing/2014/main" id="{03826597-37DC-484A-8877-9FECA17F09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1489"/>
              <a:ext cx="76" cy="104"/>
            </a:xfrm>
            <a:custGeom>
              <a:avLst/>
              <a:gdLst>
                <a:gd name="T0" fmla="*/ 0 w 76"/>
                <a:gd name="T1" fmla="*/ 104 h 104"/>
                <a:gd name="T2" fmla="*/ 76 w 76"/>
                <a:gd name="T3" fmla="*/ 0 h 104"/>
                <a:gd name="T4" fmla="*/ 0 w 76"/>
                <a:gd name="T5" fmla="*/ 0 h 104"/>
                <a:gd name="T6" fmla="*/ 0 w 76"/>
                <a:gd name="T7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104">
                  <a:moveTo>
                    <a:pt x="0" y="104"/>
                  </a:moveTo>
                  <a:lnTo>
                    <a:pt x="76" y="0"/>
                  </a:lnTo>
                  <a:lnTo>
                    <a:pt x="0" y="0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rgbClr val="4BB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1" name="Line 88">
              <a:extLst>
                <a:ext uri="{FF2B5EF4-FFF2-40B4-BE49-F238E27FC236}">
                  <a16:creationId xmlns:a16="http://schemas.microsoft.com/office/drawing/2014/main" id="{E4D56601-F646-4615-B8A5-C8DBA26D51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37" y="1497"/>
              <a:ext cx="77" cy="109"/>
            </a:xfrm>
            <a:prstGeom prst="line">
              <a:avLst/>
            </a:prstGeom>
            <a:noFill/>
            <a:ln w="19050" cap="rnd">
              <a:solidFill>
                <a:srgbClr val="FF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2" name="Freeform 89">
              <a:extLst>
                <a:ext uri="{FF2B5EF4-FFF2-40B4-BE49-F238E27FC236}">
                  <a16:creationId xmlns:a16="http://schemas.microsoft.com/office/drawing/2014/main" id="{225E1971-105E-4454-9838-10039D155D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" y="1166"/>
              <a:ext cx="46" cy="46"/>
            </a:xfrm>
            <a:custGeom>
              <a:avLst/>
              <a:gdLst>
                <a:gd name="T0" fmla="*/ 0 w 32"/>
                <a:gd name="T1" fmla="*/ 32 h 32"/>
                <a:gd name="T2" fmla="*/ 32 w 32"/>
                <a:gd name="T3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" h="32">
                  <a:moveTo>
                    <a:pt x="0" y="32"/>
                  </a:moveTo>
                  <a:cubicBezTo>
                    <a:pt x="0" y="14"/>
                    <a:pt x="14" y="0"/>
                    <a:pt x="32" y="0"/>
                  </a:cubicBezTo>
                </a:path>
              </a:pathLst>
            </a:custGeom>
            <a:noFill/>
            <a:ln w="9525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3" name="Rectangle 90">
              <a:extLst>
                <a:ext uri="{FF2B5EF4-FFF2-40B4-BE49-F238E27FC236}">
                  <a16:creationId xmlns:a16="http://schemas.microsoft.com/office/drawing/2014/main" id="{099043D6-4133-4FC0-9F44-1C848AC6F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1" y="1436"/>
              <a:ext cx="25" cy="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4" name="Rectangle 91">
              <a:extLst>
                <a:ext uri="{FF2B5EF4-FFF2-40B4-BE49-F238E27FC236}">
                  <a16:creationId xmlns:a16="http://schemas.microsoft.com/office/drawing/2014/main" id="{465188DE-EF20-493B-ACAC-C56E7EB08F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4" y="1436"/>
              <a:ext cx="40" cy="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5" name="Freeform 92">
              <a:extLst>
                <a:ext uri="{FF2B5EF4-FFF2-40B4-BE49-F238E27FC236}">
                  <a16:creationId xmlns:a16="http://schemas.microsoft.com/office/drawing/2014/main" id="{543F2EC4-789D-4B8E-852A-E028D0BCEE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99" y="731"/>
              <a:ext cx="211" cy="196"/>
            </a:xfrm>
            <a:custGeom>
              <a:avLst/>
              <a:gdLst>
                <a:gd name="T0" fmla="*/ 145 w 145"/>
                <a:gd name="T1" fmla="*/ 106 h 135"/>
                <a:gd name="T2" fmla="*/ 143 w 145"/>
                <a:gd name="T3" fmla="*/ 106 h 135"/>
                <a:gd name="T4" fmla="*/ 61 w 145"/>
                <a:gd name="T5" fmla="*/ 107 h 135"/>
                <a:gd name="T6" fmla="*/ 59 w 145"/>
                <a:gd name="T7" fmla="*/ 108 h 135"/>
                <a:gd name="T8" fmla="*/ 35 w 145"/>
                <a:gd name="T9" fmla="*/ 135 h 135"/>
                <a:gd name="T10" fmla="*/ 34 w 145"/>
                <a:gd name="T11" fmla="*/ 135 h 135"/>
                <a:gd name="T12" fmla="*/ 34 w 145"/>
                <a:gd name="T13" fmla="*/ 135 h 135"/>
                <a:gd name="T14" fmla="*/ 34 w 145"/>
                <a:gd name="T15" fmla="*/ 134 h 135"/>
                <a:gd name="T16" fmla="*/ 34 w 145"/>
                <a:gd name="T17" fmla="*/ 109 h 135"/>
                <a:gd name="T18" fmla="*/ 32 w 145"/>
                <a:gd name="T19" fmla="*/ 107 h 135"/>
                <a:gd name="T20" fmla="*/ 15 w 145"/>
                <a:gd name="T21" fmla="*/ 108 h 135"/>
                <a:gd name="T22" fmla="*/ 1 w 145"/>
                <a:gd name="T23" fmla="*/ 95 h 135"/>
                <a:gd name="T24" fmla="*/ 0 w 145"/>
                <a:gd name="T25" fmla="*/ 3 h 135"/>
                <a:gd name="T26" fmla="*/ 0 w 145"/>
                <a:gd name="T27" fmla="*/ 2 h 135"/>
                <a:gd name="T28" fmla="*/ 1 w 145"/>
                <a:gd name="T29" fmla="*/ 2 h 135"/>
                <a:gd name="T30" fmla="*/ 130 w 145"/>
                <a:gd name="T31" fmla="*/ 0 h 135"/>
                <a:gd name="T32" fmla="*/ 143 w 145"/>
                <a:gd name="T33" fmla="*/ 11 h 135"/>
                <a:gd name="T34" fmla="*/ 144 w 145"/>
                <a:gd name="T35" fmla="*/ 13 h 135"/>
                <a:gd name="T36" fmla="*/ 145 w 145"/>
                <a:gd name="T37" fmla="*/ 105 h 135"/>
                <a:gd name="T38" fmla="*/ 145 w 145"/>
                <a:gd name="T39" fmla="*/ 106 h 135"/>
                <a:gd name="T40" fmla="*/ 125 w 145"/>
                <a:gd name="T41" fmla="*/ 14 h 135"/>
                <a:gd name="T42" fmla="*/ 125 w 145"/>
                <a:gd name="T43" fmla="*/ 14 h 135"/>
                <a:gd name="T44" fmla="*/ 111 w 145"/>
                <a:gd name="T45" fmla="*/ 19 h 135"/>
                <a:gd name="T46" fmla="*/ 94 w 145"/>
                <a:gd name="T47" fmla="*/ 32 h 135"/>
                <a:gd name="T48" fmla="*/ 86 w 145"/>
                <a:gd name="T49" fmla="*/ 57 h 135"/>
                <a:gd name="T50" fmla="*/ 86 w 145"/>
                <a:gd name="T51" fmla="*/ 85 h 135"/>
                <a:gd name="T52" fmla="*/ 91 w 145"/>
                <a:gd name="T53" fmla="*/ 90 h 135"/>
                <a:gd name="T54" fmla="*/ 122 w 145"/>
                <a:gd name="T55" fmla="*/ 89 h 135"/>
                <a:gd name="T56" fmla="*/ 126 w 145"/>
                <a:gd name="T57" fmla="*/ 85 h 135"/>
                <a:gd name="T58" fmla="*/ 126 w 145"/>
                <a:gd name="T59" fmla="*/ 59 h 135"/>
                <a:gd name="T60" fmla="*/ 121 w 145"/>
                <a:gd name="T61" fmla="*/ 54 h 135"/>
                <a:gd name="T62" fmla="*/ 106 w 145"/>
                <a:gd name="T63" fmla="*/ 54 h 135"/>
                <a:gd name="T64" fmla="*/ 105 w 145"/>
                <a:gd name="T65" fmla="*/ 54 h 135"/>
                <a:gd name="T66" fmla="*/ 103 w 145"/>
                <a:gd name="T67" fmla="*/ 53 h 135"/>
                <a:gd name="T68" fmla="*/ 103 w 145"/>
                <a:gd name="T69" fmla="*/ 50 h 135"/>
                <a:gd name="T70" fmla="*/ 112 w 145"/>
                <a:gd name="T71" fmla="*/ 34 h 135"/>
                <a:gd name="T72" fmla="*/ 125 w 145"/>
                <a:gd name="T73" fmla="*/ 28 h 135"/>
                <a:gd name="T74" fmla="*/ 126 w 145"/>
                <a:gd name="T75" fmla="*/ 26 h 135"/>
                <a:gd name="T76" fmla="*/ 125 w 145"/>
                <a:gd name="T77" fmla="*/ 15 h 135"/>
                <a:gd name="T78" fmla="*/ 125 w 145"/>
                <a:gd name="T79" fmla="*/ 14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45" h="135">
                  <a:moveTo>
                    <a:pt x="145" y="106"/>
                  </a:moveTo>
                  <a:cubicBezTo>
                    <a:pt x="144" y="106"/>
                    <a:pt x="144" y="106"/>
                    <a:pt x="143" y="106"/>
                  </a:cubicBezTo>
                  <a:cubicBezTo>
                    <a:pt x="116" y="106"/>
                    <a:pt x="89" y="107"/>
                    <a:pt x="61" y="107"/>
                  </a:cubicBezTo>
                  <a:cubicBezTo>
                    <a:pt x="60" y="107"/>
                    <a:pt x="60" y="107"/>
                    <a:pt x="59" y="108"/>
                  </a:cubicBezTo>
                  <a:cubicBezTo>
                    <a:pt x="51" y="117"/>
                    <a:pt x="43" y="126"/>
                    <a:pt x="35" y="135"/>
                  </a:cubicBezTo>
                  <a:cubicBezTo>
                    <a:pt x="35" y="135"/>
                    <a:pt x="34" y="135"/>
                    <a:pt x="34" y="135"/>
                  </a:cubicBezTo>
                  <a:cubicBezTo>
                    <a:pt x="34" y="135"/>
                    <a:pt x="34" y="135"/>
                    <a:pt x="34" y="135"/>
                  </a:cubicBezTo>
                  <a:cubicBezTo>
                    <a:pt x="34" y="135"/>
                    <a:pt x="34" y="134"/>
                    <a:pt x="34" y="134"/>
                  </a:cubicBezTo>
                  <a:cubicBezTo>
                    <a:pt x="34" y="126"/>
                    <a:pt x="34" y="117"/>
                    <a:pt x="34" y="109"/>
                  </a:cubicBezTo>
                  <a:cubicBezTo>
                    <a:pt x="34" y="108"/>
                    <a:pt x="33" y="107"/>
                    <a:pt x="32" y="107"/>
                  </a:cubicBezTo>
                  <a:cubicBezTo>
                    <a:pt x="27" y="108"/>
                    <a:pt x="21" y="108"/>
                    <a:pt x="15" y="108"/>
                  </a:cubicBezTo>
                  <a:cubicBezTo>
                    <a:pt x="7" y="108"/>
                    <a:pt x="1" y="102"/>
                    <a:pt x="1" y="95"/>
                  </a:cubicBezTo>
                  <a:cubicBezTo>
                    <a:pt x="1" y="64"/>
                    <a:pt x="0" y="34"/>
                    <a:pt x="0" y="3"/>
                  </a:cubicBezTo>
                  <a:cubicBezTo>
                    <a:pt x="0" y="3"/>
                    <a:pt x="0" y="2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44" y="1"/>
                    <a:pt x="87" y="1"/>
                    <a:pt x="130" y="0"/>
                  </a:cubicBezTo>
                  <a:cubicBezTo>
                    <a:pt x="136" y="0"/>
                    <a:pt x="142" y="5"/>
                    <a:pt x="143" y="11"/>
                  </a:cubicBezTo>
                  <a:cubicBezTo>
                    <a:pt x="143" y="12"/>
                    <a:pt x="144" y="12"/>
                    <a:pt x="144" y="13"/>
                  </a:cubicBezTo>
                  <a:cubicBezTo>
                    <a:pt x="144" y="44"/>
                    <a:pt x="144" y="74"/>
                    <a:pt x="145" y="105"/>
                  </a:cubicBezTo>
                  <a:cubicBezTo>
                    <a:pt x="145" y="105"/>
                    <a:pt x="145" y="105"/>
                    <a:pt x="145" y="106"/>
                  </a:cubicBezTo>
                  <a:close/>
                  <a:moveTo>
                    <a:pt x="125" y="14"/>
                  </a:moveTo>
                  <a:cubicBezTo>
                    <a:pt x="125" y="14"/>
                    <a:pt x="125" y="14"/>
                    <a:pt x="125" y="14"/>
                  </a:cubicBezTo>
                  <a:cubicBezTo>
                    <a:pt x="120" y="15"/>
                    <a:pt x="115" y="16"/>
                    <a:pt x="111" y="19"/>
                  </a:cubicBezTo>
                  <a:cubicBezTo>
                    <a:pt x="104" y="22"/>
                    <a:pt x="98" y="26"/>
                    <a:pt x="94" y="32"/>
                  </a:cubicBezTo>
                  <a:cubicBezTo>
                    <a:pt x="88" y="39"/>
                    <a:pt x="86" y="48"/>
                    <a:pt x="86" y="57"/>
                  </a:cubicBezTo>
                  <a:cubicBezTo>
                    <a:pt x="86" y="67"/>
                    <a:pt x="86" y="76"/>
                    <a:pt x="86" y="85"/>
                  </a:cubicBezTo>
                  <a:cubicBezTo>
                    <a:pt x="87" y="88"/>
                    <a:pt x="88" y="90"/>
                    <a:pt x="91" y="90"/>
                  </a:cubicBezTo>
                  <a:cubicBezTo>
                    <a:pt x="101" y="90"/>
                    <a:pt x="112" y="89"/>
                    <a:pt x="122" y="89"/>
                  </a:cubicBezTo>
                  <a:cubicBezTo>
                    <a:pt x="125" y="89"/>
                    <a:pt x="127" y="88"/>
                    <a:pt x="126" y="85"/>
                  </a:cubicBezTo>
                  <a:cubicBezTo>
                    <a:pt x="126" y="76"/>
                    <a:pt x="126" y="67"/>
                    <a:pt x="126" y="59"/>
                  </a:cubicBezTo>
                  <a:cubicBezTo>
                    <a:pt x="126" y="55"/>
                    <a:pt x="125" y="54"/>
                    <a:pt x="121" y="54"/>
                  </a:cubicBezTo>
                  <a:cubicBezTo>
                    <a:pt x="116" y="54"/>
                    <a:pt x="111" y="54"/>
                    <a:pt x="106" y="54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4" y="54"/>
                    <a:pt x="103" y="53"/>
                    <a:pt x="103" y="53"/>
                  </a:cubicBezTo>
                  <a:cubicBezTo>
                    <a:pt x="103" y="52"/>
                    <a:pt x="103" y="51"/>
                    <a:pt x="103" y="50"/>
                  </a:cubicBezTo>
                  <a:cubicBezTo>
                    <a:pt x="104" y="44"/>
                    <a:pt x="107" y="39"/>
                    <a:pt x="112" y="34"/>
                  </a:cubicBezTo>
                  <a:cubicBezTo>
                    <a:pt x="116" y="31"/>
                    <a:pt x="120" y="29"/>
                    <a:pt x="125" y="28"/>
                  </a:cubicBezTo>
                  <a:cubicBezTo>
                    <a:pt x="125" y="28"/>
                    <a:pt x="126" y="27"/>
                    <a:pt x="126" y="26"/>
                  </a:cubicBezTo>
                  <a:cubicBezTo>
                    <a:pt x="126" y="23"/>
                    <a:pt x="126" y="19"/>
                    <a:pt x="125" y="15"/>
                  </a:cubicBezTo>
                  <a:cubicBezTo>
                    <a:pt x="125" y="15"/>
                    <a:pt x="125" y="14"/>
                    <a:pt x="125" y="14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6" name="Freeform 93">
              <a:extLst>
                <a:ext uri="{FF2B5EF4-FFF2-40B4-BE49-F238E27FC236}">
                  <a16:creationId xmlns:a16="http://schemas.microsoft.com/office/drawing/2014/main" id="{E5DA7278-F52C-45CF-87D6-0F82DFDDE8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05" y="996"/>
              <a:ext cx="234" cy="184"/>
            </a:xfrm>
            <a:custGeom>
              <a:avLst/>
              <a:gdLst>
                <a:gd name="T0" fmla="*/ 161 w 161"/>
                <a:gd name="T1" fmla="*/ 127 h 127"/>
                <a:gd name="T2" fmla="*/ 160 w 161"/>
                <a:gd name="T3" fmla="*/ 127 h 127"/>
                <a:gd name="T4" fmla="*/ 18 w 161"/>
                <a:gd name="T5" fmla="*/ 127 h 127"/>
                <a:gd name="T6" fmla="*/ 0 w 161"/>
                <a:gd name="T7" fmla="*/ 112 h 127"/>
                <a:gd name="T8" fmla="*/ 0 w 161"/>
                <a:gd name="T9" fmla="*/ 109 h 127"/>
                <a:gd name="T10" fmla="*/ 0 w 161"/>
                <a:gd name="T11" fmla="*/ 1 h 127"/>
                <a:gd name="T12" fmla="*/ 0 w 161"/>
                <a:gd name="T13" fmla="*/ 0 h 127"/>
                <a:gd name="T14" fmla="*/ 1 w 161"/>
                <a:gd name="T15" fmla="*/ 0 h 127"/>
                <a:gd name="T16" fmla="*/ 143 w 161"/>
                <a:gd name="T17" fmla="*/ 0 h 127"/>
                <a:gd name="T18" fmla="*/ 161 w 161"/>
                <a:gd name="T19" fmla="*/ 13 h 127"/>
                <a:gd name="T20" fmla="*/ 161 w 161"/>
                <a:gd name="T21" fmla="*/ 18 h 127"/>
                <a:gd name="T22" fmla="*/ 161 w 161"/>
                <a:gd name="T23" fmla="*/ 126 h 127"/>
                <a:gd name="T24" fmla="*/ 161 w 161"/>
                <a:gd name="T25" fmla="*/ 127 h 127"/>
                <a:gd name="T26" fmla="*/ 15 w 161"/>
                <a:gd name="T27" fmla="*/ 21 h 127"/>
                <a:gd name="T28" fmla="*/ 15 w 161"/>
                <a:gd name="T29" fmla="*/ 21 h 127"/>
                <a:gd name="T30" fmla="*/ 15 w 161"/>
                <a:gd name="T31" fmla="*/ 22 h 127"/>
                <a:gd name="T32" fmla="*/ 15 w 161"/>
                <a:gd name="T33" fmla="*/ 37 h 127"/>
                <a:gd name="T34" fmla="*/ 16 w 161"/>
                <a:gd name="T35" fmla="*/ 39 h 127"/>
                <a:gd name="T36" fmla="*/ 62 w 161"/>
                <a:gd name="T37" fmla="*/ 84 h 127"/>
                <a:gd name="T38" fmla="*/ 66 w 161"/>
                <a:gd name="T39" fmla="*/ 87 h 127"/>
                <a:gd name="T40" fmla="*/ 99 w 161"/>
                <a:gd name="T41" fmla="*/ 84 h 127"/>
                <a:gd name="T42" fmla="*/ 146 w 161"/>
                <a:gd name="T43" fmla="*/ 39 h 127"/>
                <a:gd name="T44" fmla="*/ 146 w 161"/>
                <a:gd name="T45" fmla="*/ 37 h 127"/>
                <a:gd name="T46" fmla="*/ 146 w 161"/>
                <a:gd name="T47" fmla="*/ 22 h 127"/>
                <a:gd name="T48" fmla="*/ 146 w 161"/>
                <a:gd name="T49" fmla="*/ 21 h 127"/>
                <a:gd name="T50" fmla="*/ 146 w 161"/>
                <a:gd name="T51" fmla="*/ 21 h 127"/>
                <a:gd name="T52" fmla="*/ 92 w 161"/>
                <a:gd name="T53" fmla="*/ 73 h 127"/>
                <a:gd name="T54" fmla="*/ 68 w 161"/>
                <a:gd name="T55" fmla="*/ 73 h 127"/>
                <a:gd name="T56" fmla="*/ 22 w 161"/>
                <a:gd name="T57" fmla="*/ 28 h 127"/>
                <a:gd name="T58" fmla="*/ 15 w 161"/>
                <a:gd name="T59" fmla="*/ 21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1" h="127">
                  <a:moveTo>
                    <a:pt x="161" y="127"/>
                  </a:moveTo>
                  <a:cubicBezTo>
                    <a:pt x="161" y="127"/>
                    <a:pt x="161" y="127"/>
                    <a:pt x="160" y="127"/>
                  </a:cubicBezTo>
                  <a:cubicBezTo>
                    <a:pt x="113" y="127"/>
                    <a:pt x="65" y="127"/>
                    <a:pt x="18" y="127"/>
                  </a:cubicBezTo>
                  <a:cubicBezTo>
                    <a:pt x="9" y="127"/>
                    <a:pt x="2" y="121"/>
                    <a:pt x="0" y="112"/>
                  </a:cubicBezTo>
                  <a:cubicBezTo>
                    <a:pt x="0" y="111"/>
                    <a:pt x="0" y="110"/>
                    <a:pt x="0" y="109"/>
                  </a:cubicBezTo>
                  <a:cubicBezTo>
                    <a:pt x="0" y="73"/>
                    <a:pt x="0" y="37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48" y="0"/>
                    <a:pt x="96" y="0"/>
                    <a:pt x="143" y="0"/>
                  </a:cubicBezTo>
                  <a:cubicBezTo>
                    <a:pt x="152" y="0"/>
                    <a:pt x="159" y="6"/>
                    <a:pt x="161" y="13"/>
                  </a:cubicBezTo>
                  <a:cubicBezTo>
                    <a:pt x="161" y="15"/>
                    <a:pt x="161" y="16"/>
                    <a:pt x="161" y="18"/>
                  </a:cubicBezTo>
                  <a:cubicBezTo>
                    <a:pt x="161" y="54"/>
                    <a:pt x="161" y="90"/>
                    <a:pt x="161" y="126"/>
                  </a:cubicBezTo>
                  <a:cubicBezTo>
                    <a:pt x="161" y="126"/>
                    <a:pt x="161" y="126"/>
                    <a:pt x="161" y="127"/>
                  </a:cubicBez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21"/>
                    <a:pt x="15" y="22"/>
                    <a:pt x="15" y="22"/>
                  </a:cubicBezTo>
                  <a:cubicBezTo>
                    <a:pt x="15" y="27"/>
                    <a:pt x="15" y="32"/>
                    <a:pt x="15" y="37"/>
                  </a:cubicBezTo>
                  <a:cubicBezTo>
                    <a:pt x="15" y="38"/>
                    <a:pt x="15" y="38"/>
                    <a:pt x="16" y="39"/>
                  </a:cubicBezTo>
                  <a:cubicBezTo>
                    <a:pt x="31" y="54"/>
                    <a:pt x="46" y="69"/>
                    <a:pt x="62" y="84"/>
                  </a:cubicBezTo>
                  <a:cubicBezTo>
                    <a:pt x="63" y="85"/>
                    <a:pt x="65" y="86"/>
                    <a:pt x="66" y="87"/>
                  </a:cubicBezTo>
                  <a:cubicBezTo>
                    <a:pt x="75" y="93"/>
                    <a:pt x="90" y="93"/>
                    <a:pt x="99" y="84"/>
                  </a:cubicBezTo>
                  <a:cubicBezTo>
                    <a:pt x="114" y="69"/>
                    <a:pt x="130" y="54"/>
                    <a:pt x="146" y="39"/>
                  </a:cubicBezTo>
                  <a:cubicBezTo>
                    <a:pt x="146" y="38"/>
                    <a:pt x="146" y="38"/>
                    <a:pt x="146" y="37"/>
                  </a:cubicBezTo>
                  <a:cubicBezTo>
                    <a:pt x="146" y="32"/>
                    <a:pt x="146" y="27"/>
                    <a:pt x="146" y="22"/>
                  </a:cubicBezTo>
                  <a:cubicBezTo>
                    <a:pt x="146" y="21"/>
                    <a:pt x="146" y="21"/>
                    <a:pt x="146" y="21"/>
                  </a:cubicBezTo>
                  <a:cubicBezTo>
                    <a:pt x="146" y="21"/>
                    <a:pt x="146" y="21"/>
                    <a:pt x="146" y="21"/>
                  </a:cubicBezTo>
                  <a:cubicBezTo>
                    <a:pt x="128" y="38"/>
                    <a:pt x="110" y="56"/>
                    <a:pt x="92" y="73"/>
                  </a:cubicBezTo>
                  <a:cubicBezTo>
                    <a:pt x="85" y="80"/>
                    <a:pt x="74" y="79"/>
                    <a:pt x="68" y="73"/>
                  </a:cubicBezTo>
                  <a:cubicBezTo>
                    <a:pt x="53" y="58"/>
                    <a:pt x="37" y="43"/>
                    <a:pt x="22" y="28"/>
                  </a:cubicBezTo>
                  <a:cubicBezTo>
                    <a:pt x="20" y="25"/>
                    <a:pt x="17" y="23"/>
                    <a:pt x="15" y="21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7" name="Freeform 94">
              <a:extLst>
                <a:ext uri="{FF2B5EF4-FFF2-40B4-BE49-F238E27FC236}">
                  <a16:creationId xmlns:a16="http://schemas.microsoft.com/office/drawing/2014/main" id="{E149453F-71AC-46DA-8AFF-E813569923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1" y="2505"/>
              <a:ext cx="301" cy="202"/>
            </a:xfrm>
            <a:custGeom>
              <a:avLst/>
              <a:gdLst>
                <a:gd name="T0" fmla="*/ 0 w 207"/>
                <a:gd name="T1" fmla="*/ 139 h 139"/>
                <a:gd name="T2" fmla="*/ 196 w 207"/>
                <a:gd name="T3" fmla="*/ 82 h 139"/>
                <a:gd name="T4" fmla="*/ 205 w 207"/>
                <a:gd name="T5" fmla="*/ 63 h 139"/>
                <a:gd name="T6" fmla="*/ 195 w 207"/>
                <a:gd name="T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7" h="139">
                  <a:moveTo>
                    <a:pt x="0" y="139"/>
                  </a:moveTo>
                  <a:cubicBezTo>
                    <a:pt x="0" y="139"/>
                    <a:pt x="186" y="84"/>
                    <a:pt x="196" y="82"/>
                  </a:cubicBezTo>
                  <a:cubicBezTo>
                    <a:pt x="206" y="79"/>
                    <a:pt x="207" y="74"/>
                    <a:pt x="205" y="63"/>
                  </a:cubicBezTo>
                  <a:cubicBezTo>
                    <a:pt x="203" y="51"/>
                    <a:pt x="195" y="0"/>
                    <a:pt x="195" y="0"/>
                  </a:cubicBezTo>
                </a:path>
              </a:pathLst>
            </a:custGeom>
            <a:noFill/>
            <a:ln w="19050" cap="rnd">
              <a:solidFill>
                <a:srgbClr val="FF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8" name="Freeform 95">
              <a:extLst>
                <a:ext uri="{FF2B5EF4-FFF2-40B4-BE49-F238E27FC236}">
                  <a16:creationId xmlns:a16="http://schemas.microsoft.com/office/drawing/2014/main" id="{BFC6913A-1933-435F-B8D2-D34EAC751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4" y="1212"/>
              <a:ext cx="33" cy="230"/>
            </a:xfrm>
            <a:custGeom>
              <a:avLst/>
              <a:gdLst>
                <a:gd name="T0" fmla="*/ 33 w 33"/>
                <a:gd name="T1" fmla="*/ 2 h 230"/>
                <a:gd name="T2" fmla="*/ 0 w 33"/>
                <a:gd name="T3" fmla="*/ 0 h 230"/>
                <a:gd name="T4" fmla="*/ 0 w 33"/>
                <a:gd name="T5" fmla="*/ 23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230">
                  <a:moveTo>
                    <a:pt x="33" y="2"/>
                  </a:moveTo>
                  <a:lnTo>
                    <a:pt x="0" y="0"/>
                  </a:lnTo>
                  <a:lnTo>
                    <a:pt x="0" y="230"/>
                  </a:lnTo>
                </a:path>
              </a:pathLst>
            </a:custGeom>
            <a:noFill/>
            <a:ln w="19050" cap="rnd">
              <a:solidFill>
                <a:srgbClr val="085EB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9" name="Line 96">
              <a:extLst>
                <a:ext uri="{FF2B5EF4-FFF2-40B4-BE49-F238E27FC236}">
                  <a16:creationId xmlns:a16="http://schemas.microsoft.com/office/drawing/2014/main" id="{EB2F2C0D-B184-44A0-B564-25D2138ABF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4" y="980"/>
              <a:ext cx="0" cy="27"/>
            </a:xfrm>
            <a:prstGeom prst="line">
              <a:avLst/>
            </a:prstGeom>
            <a:noFill/>
            <a:ln w="19050" cap="rnd">
              <a:solidFill>
                <a:srgbClr val="085EB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0" name="Line 97">
              <a:extLst>
                <a:ext uri="{FF2B5EF4-FFF2-40B4-BE49-F238E27FC236}">
                  <a16:creationId xmlns:a16="http://schemas.microsoft.com/office/drawing/2014/main" id="{C58CBB92-AF2A-494E-B065-8C9C3A4B5C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9" y="1020"/>
              <a:ext cx="0" cy="454"/>
            </a:xfrm>
            <a:prstGeom prst="line">
              <a:avLst/>
            </a:prstGeom>
            <a:noFill/>
            <a:ln w="19050" cap="rnd">
              <a:solidFill>
                <a:srgbClr val="085EB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1" name="Freeform 98">
              <a:extLst>
                <a:ext uri="{FF2B5EF4-FFF2-40B4-BE49-F238E27FC236}">
                  <a16:creationId xmlns:a16="http://schemas.microsoft.com/office/drawing/2014/main" id="{468808E1-1399-4AC0-9F5F-95548FC24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582"/>
              <a:ext cx="115" cy="109"/>
            </a:xfrm>
            <a:custGeom>
              <a:avLst/>
              <a:gdLst>
                <a:gd name="T0" fmla="*/ 115 w 115"/>
                <a:gd name="T1" fmla="*/ 109 h 109"/>
                <a:gd name="T2" fmla="*/ 0 w 115"/>
                <a:gd name="T3" fmla="*/ 95 h 109"/>
                <a:gd name="T4" fmla="*/ 15 w 115"/>
                <a:gd name="T5" fmla="*/ 0 h 109"/>
                <a:gd name="T6" fmla="*/ 102 w 115"/>
                <a:gd name="T7" fmla="*/ 8 h 109"/>
                <a:gd name="T8" fmla="*/ 115 w 115"/>
                <a:gd name="T9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09">
                  <a:moveTo>
                    <a:pt x="115" y="109"/>
                  </a:moveTo>
                  <a:lnTo>
                    <a:pt x="0" y="95"/>
                  </a:lnTo>
                  <a:lnTo>
                    <a:pt x="15" y="0"/>
                  </a:lnTo>
                  <a:lnTo>
                    <a:pt x="102" y="8"/>
                  </a:lnTo>
                  <a:lnTo>
                    <a:pt x="115" y="10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" name="Oval 99">
              <a:extLst>
                <a:ext uri="{FF2B5EF4-FFF2-40B4-BE49-F238E27FC236}">
                  <a16:creationId xmlns:a16="http://schemas.microsoft.com/office/drawing/2014/main" id="{7A7D2870-C704-49F5-A770-A01F364A1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2" y="800"/>
              <a:ext cx="47" cy="46"/>
            </a:xfrm>
            <a:prstGeom prst="ellipse">
              <a:avLst/>
            </a:prstGeom>
            <a:solidFill>
              <a:srgbClr val="085E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3" name="Freeform 100">
              <a:extLst>
                <a:ext uri="{FF2B5EF4-FFF2-40B4-BE49-F238E27FC236}">
                  <a16:creationId xmlns:a16="http://schemas.microsoft.com/office/drawing/2014/main" id="{EA7E4F35-CDCE-4609-9DAB-E20C39F38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2" y="801"/>
              <a:ext cx="28" cy="42"/>
            </a:xfrm>
            <a:custGeom>
              <a:avLst/>
              <a:gdLst>
                <a:gd name="T0" fmla="*/ 11 w 19"/>
                <a:gd name="T1" fmla="*/ 0 h 29"/>
                <a:gd name="T2" fmla="*/ 0 w 19"/>
                <a:gd name="T3" fmla="*/ 15 h 29"/>
                <a:gd name="T4" fmla="*/ 9 w 19"/>
                <a:gd name="T5" fmla="*/ 29 h 29"/>
                <a:gd name="T6" fmla="*/ 10 w 19"/>
                <a:gd name="T7" fmla="*/ 26 h 29"/>
                <a:gd name="T8" fmla="*/ 11 w 19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9">
                  <a:moveTo>
                    <a:pt x="11" y="0"/>
                  </a:moveTo>
                  <a:cubicBezTo>
                    <a:pt x="5" y="2"/>
                    <a:pt x="0" y="8"/>
                    <a:pt x="0" y="15"/>
                  </a:cubicBezTo>
                  <a:cubicBezTo>
                    <a:pt x="0" y="21"/>
                    <a:pt x="4" y="27"/>
                    <a:pt x="9" y="29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9" y="24"/>
                    <a:pt x="19" y="2"/>
                    <a:pt x="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4" name="Freeform 101">
              <a:extLst>
                <a:ext uri="{FF2B5EF4-FFF2-40B4-BE49-F238E27FC236}">
                  <a16:creationId xmlns:a16="http://schemas.microsoft.com/office/drawing/2014/main" id="{293C7BED-8B40-44C7-9B00-8D2AAA83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5" y="746"/>
              <a:ext cx="77" cy="65"/>
            </a:xfrm>
            <a:custGeom>
              <a:avLst/>
              <a:gdLst>
                <a:gd name="T0" fmla="*/ 32 w 53"/>
                <a:gd name="T1" fmla="*/ 38 h 45"/>
                <a:gd name="T2" fmla="*/ 28 w 53"/>
                <a:gd name="T3" fmla="*/ 38 h 45"/>
                <a:gd name="T4" fmla="*/ 19 w 53"/>
                <a:gd name="T5" fmla="*/ 36 h 45"/>
                <a:gd name="T6" fmla="*/ 5 w 53"/>
                <a:gd name="T7" fmla="*/ 21 h 45"/>
                <a:gd name="T8" fmla="*/ 4 w 53"/>
                <a:gd name="T9" fmla="*/ 5 h 45"/>
                <a:gd name="T10" fmla="*/ 9 w 53"/>
                <a:gd name="T11" fmla="*/ 0 h 45"/>
                <a:gd name="T12" fmla="*/ 17 w 53"/>
                <a:gd name="T13" fmla="*/ 8 h 45"/>
                <a:gd name="T14" fmla="*/ 19 w 53"/>
                <a:gd name="T15" fmla="*/ 6 h 45"/>
                <a:gd name="T16" fmla="*/ 20 w 53"/>
                <a:gd name="T17" fmla="*/ 6 h 45"/>
                <a:gd name="T18" fmla="*/ 26 w 53"/>
                <a:gd name="T19" fmla="*/ 5 h 45"/>
                <a:gd name="T20" fmla="*/ 32 w 53"/>
                <a:gd name="T21" fmla="*/ 7 h 45"/>
                <a:gd name="T22" fmla="*/ 33 w 53"/>
                <a:gd name="T23" fmla="*/ 9 h 45"/>
                <a:gd name="T24" fmla="*/ 44 w 53"/>
                <a:gd name="T25" fmla="*/ 22 h 45"/>
                <a:gd name="T26" fmla="*/ 51 w 53"/>
                <a:gd name="T27" fmla="*/ 28 h 45"/>
                <a:gd name="T28" fmla="*/ 53 w 53"/>
                <a:gd name="T29" fmla="*/ 29 h 45"/>
                <a:gd name="T30" fmla="*/ 38 w 53"/>
                <a:gd name="T31" fmla="*/ 45 h 45"/>
                <a:gd name="T32" fmla="*/ 32 w 53"/>
                <a:gd name="T33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45">
                  <a:moveTo>
                    <a:pt x="32" y="38"/>
                  </a:moveTo>
                  <a:cubicBezTo>
                    <a:pt x="31" y="38"/>
                    <a:pt x="29" y="38"/>
                    <a:pt x="28" y="38"/>
                  </a:cubicBezTo>
                  <a:cubicBezTo>
                    <a:pt x="24" y="38"/>
                    <a:pt x="21" y="37"/>
                    <a:pt x="19" y="36"/>
                  </a:cubicBezTo>
                  <a:cubicBezTo>
                    <a:pt x="16" y="33"/>
                    <a:pt x="5" y="21"/>
                    <a:pt x="5" y="21"/>
                  </a:cubicBezTo>
                  <a:cubicBezTo>
                    <a:pt x="4" y="21"/>
                    <a:pt x="0" y="14"/>
                    <a:pt x="4" y="5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6"/>
                    <a:pt x="23" y="5"/>
                    <a:pt x="26" y="5"/>
                  </a:cubicBezTo>
                  <a:cubicBezTo>
                    <a:pt x="29" y="5"/>
                    <a:pt x="30" y="6"/>
                    <a:pt x="32" y="7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8" y="14"/>
                    <a:pt x="43" y="20"/>
                    <a:pt x="44" y="22"/>
                  </a:cubicBezTo>
                  <a:cubicBezTo>
                    <a:pt x="45" y="24"/>
                    <a:pt x="49" y="26"/>
                    <a:pt x="51" y="28"/>
                  </a:cubicBezTo>
                  <a:cubicBezTo>
                    <a:pt x="53" y="29"/>
                    <a:pt x="53" y="29"/>
                    <a:pt x="53" y="29"/>
                  </a:cubicBezTo>
                  <a:cubicBezTo>
                    <a:pt x="38" y="45"/>
                    <a:pt x="38" y="45"/>
                    <a:pt x="38" y="45"/>
                  </a:cubicBezTo>
                  <a:lnTo>
                    <a:pt x="32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5" name="Freeform 102">
              <a:extLst>
                <a:ext uri="{FF2B5EF4-FFF2-40B4-BE49-F238E27FC236}">
                  <a16:creationId xmlns:a16="http://schemas.microsoft.com/office/drawing/2014/main" id="{E4C589F0-FE8B-483A-8CCD-76216FB983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10" y="741"/>
              <a:ext cx="86" cy="73"/>
            </a:xfrm>
            <a:custGeom>
              <a:avLst/>
              <a:gdLst>
                <a:gd name="T0" fmla="*/ 12 w 59"/>
                <a:gd name="T1" fmla="*/ 6 h 50"/>
                <a:gd name="T2" fmla="*/ 20 w 59"/>
                <a:gd name="T3" fmla="*/ 13 h 50"/>
                <a:gd name="T4" fmla="*/ 23 w 59"/>
                <a:gd name="T5" fmla="*/ 11 h 50"/>
                <a:gd name="T6" fmla="*/ 29 w 59"/>
                <a:gd name="T7" fmla="*/ 10 h 50"/>
                <a:gd name="T8" fmla="*/ 33 w 59"/>
                <a:gd name="T9" fmla="*/ 11 h 50"/>
                <a:gd name="T10" fmla="*/ 46 w 59"/>
                <a:gd name="T11" fmla="*/ 26 h 50"/>
                <a:gd name="T12" fmla="*/ 53 w 59"/>
                <a:gd name="T13" fmla="*/ 32 h 50"/>
                <a:gd name="T14" fmla="*/ 41 w 59"/>
                <a:gd name="T15" fmla="*/ 45 h 50"/>
                <a:gd name="T16" fmla="*/ 35 w 59"/>
                <a:gd name="T17" fmla="*/ 39 h 50"/>
                <a:gd name="T18" fmla="*/ 31 w 59"/>
                <a:gd name="T19" fmla="*/ 39 h 50"/>
                <a:gd name="T20" fmla="*/ 23 w 59"/>
                <a:gd name="T21" fmla="*/ 37 h 50"/>
                <a:gd name="T22" fmla="*/ 9 w 59"/>
                <a:gd name="T23" fmla="*/ 23 h 50"/>
                <a:gd name="T24" fmla="*/ 9 w 59"/>
                <a:gd name="T25" fmla="*/ 9 h 50"/>
                <a:gd name="T26" fmla="*/ 12 w 59"/>
                <a:gd name="T27" fmla="*/ 6 h 50"/>
                <a:gd name="T28" fmla="*/ 11 w 59"/>
                <a:gd name="T29" fmla="*/ 0 h 50"/>
                <a:gd name="T30" fmla="*/ 9 w 59"/>
                <a:gd name="T31" fmla="*/ 3 h 50"/>
                <a:gd name="T32" fmla="*/ 6 w 59"/>
                <a:gd name="T33" fmla="*/ 7 h 50"/>
                <a:gd name="T34" fmla="*/ 6 w 59"/>
                <a:gd name="T35" fmla="*/ 7 h 50"/>
                <a:gd name="T36" fmla="*/ 6 w 59"/>
                <a:gd name="T37" fmla="*/ 7 h 50"/>
                <a:gd name="T38" fmla="*/ 6 w 59"/>
                <a:gd name="T39" fmla="*/ 25 h 50"/>
                <a:gd name="T40" fmla="*/ 6 w 59"/>
                <a:gd name="T41" fmla="*/ 25 h 50"/>
                <a:gd name="T42" fmla="*/ 6 w 59"/>
                <a:gd name="T43" fmla="*/ 25 h 50"/>
                <a:gd name="T44" fmla="*/ 21 w 59"/>
                <a:gd name="T45" fmla="*/ 40 h 50"/>
                <a:gd name="T46" fmla="*/ 31 w 59"/>
                <a:gd name="T47" fmla="*/ 43 h 50"/>
                <a:gd name="T48" fmla="*/ 34 w 59"/>
                <a:gd name="T49" fmla="*/ 43 h 50"/>
                <a:gd name="T50" fmla="*/ 38 w 59"/>
                <a:gd name="T51" fmla="*/ 47 h 50"/>
                <a:gd name="T52" fmla="*/ 41 w 59"/>
                <a:gd name="T53" fmla="*/ 50 h 50"/>
                <a:gd name="T54" fmla="*/ 44 w 59"/>
                <a:gd name="T55" fmla="*/ 47 h 50"/>
                <a:gd name="T56" fmla="*/ 56 w 59"/>
                <a:gd name="T57" fmla="*/ 35 h 50"/>
                <a:gd name="T58" fmla="*/ 59 w 59"/>
                <a:gd name="T59" fmla="*/ 32 h 50"/>
                <a:gd name="T60" fmla="*/ 55 w 59"/>
                <a:gd name="T61" fmla="*/ 29 h 50"/>
                <a:gd name="T62" fmla="*/ 49 w 59"/>
                <a:gd name="T63" fmla="*/ 24 h 50"/>
                <a:gd name="T64" fmla="*/ 38 w 59"/>
                <a:gd name="T65" fmla="*/ 11 h 50"/>
                <a:gd name="T66" fmla="*/ 36 w 59"/>
                <a:gd name="T67" fmla="*/ 9 h 50"/>
                <a:gd name="T68" fmla="*/ 29 w 59"/>
                <a:gd name="T69" fmla="*/ 6 h 50"/>
                <a:gd name="T70" fmla="*/ 22 w 59"/>
                <a:gd name="T71" fmla="*/ 7 h 50"/>
                <a:gd name="T72" fmla="*/ 21 w 59"/>
                <a:gd name="T73" fmla="*/ 8 h 50"/>
                <a:gd name="T74" fmla="*/ 21 w 59"/>
                <a:gd name="T75" fmla="*/ 8 h 50"/>
                <a:gd name="T76" fmla="*/ 20 w 59"/>
                <a:gd name="T77" fmla="*/ 8 h 50"/>
                <a:gd name="T78" fmla="*/ 15 w 59"/>
                <a:gd name="T79" fmla="*/ 3 h 50"/>
                <a:gd name="T80" fmla="*/ 11 w 59"/>
                <a:gd name="T8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9" h="50">
                  <a:moveTo>
                    <a:pt x="12" y="6"/>
                  </a:moveTo>
                  <a:cubicBezTo>
                    <a:pt x="20" y="13"/>
                    <a:pt x="20" y="13"/>
                    <a:pt x="20" y="13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6" y="10"/>
                    <a:pt x="29" y="10"/>
                  </a:cubicBezTo>
                  <a:cubicBezTo>
                    <a:pt x="31" y="10"/>
                    <a:pt x="32" y="10"/>
                    <a:pt x="33" y="11"/>
                  </a:cubicBezTo>
                  <a:cubicBezTo>
                    <a:pt x="36" y="14"/>
                    <a:pt x="44" y="23"/>
                    <a:pt x="46" y="26"/>
                  </a:cubicBezTo>
                  <a:cubicBezTo>
                    <a:pt x="47" y="29"/>
                    <a:pt x="53" y="32"/>
                    <a:pt x="53" y="32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39"/>
                    <a:pt x="33" y="39"/>
                    <a:pt x="31" y="39"/>
                  </a:cubicBezTo>
                  <a:cubicBezTo>
                    <a:pt x="28" y="39"/>
                    <a:pt x="25" y="39"/>
                    <a:pt x="23" y="37"/>
                  </a:cubicBezTo>
                  <a:cubicBezTo>
                    <a:pt x="21" y="34"/>
                    <a:pt x="9" y="23"/>
                    <a:pt x="9" y="23"/>
                  </a:cubicBezTo>
                  <a:cubicBezTo>
                    <a:pt x="9" y="23"/>
                    <a:pt x="5" y="17"/>
                    <a:pt x="9" y="9"/>
                  </a:cubicBezTo>
                  <a:cubicBezTo>
                    <a:pt x="12" y="6"/>
                    <a:pt x="12" y="6"/>
                    <a:pt x="12" y="6"/>
                  </a:cubicBezTo>
                  <a:moveTo>
                    <a:pt x="11" y="0"/>
                  </a:moveTo>
                  <a:cubicBezTo>
                    <a:pt x="9" y="3"/>
                    <a:pt x="9" y="3"/>
                    <a:pt x="9" y="3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0" y="18"/>
                    <a:pt x="6" y="25"/>
                    <a:pt x="6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7" y="26"/>
                    <a:pt x="18" y="37"/>
                    <a:pt x="21" y="40"/>
                  </a:cubicBezTo>
                  <a:cubicBezTo>
                    <a:pt x="23" y="42"/>
                    <a:pt x="26" y="43"/>
                    <a:pt x="31" y="43"/>
                  </a:cubicBezTo>
                  <a:cubicBezTo>
                    <a:pt x="32" y="43"/>
                    <a:pt x="33" y="43"/>
                    <a:pt x="34" y="43"/>
                  </a:cubicBezTo>
                  <a:cubicBezTo>
                    <a:pt x="38" y="47"/>
                    <a:pt x="38" y="47"/>
                    <a:pt x="38" y="47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9" y="32"/>
                    <a:pt x="59" y="32"/>
                    <a:pt x="59" y="32"/>
                  </a:cubicBezTo>
                  <a:cubicBezTo>
                    <a:pt x="55" y="29"/>
                    <a:pt x="55" y="29"/>
                    <a:pt x="55" y="29"/>
                  </a:cubicBezTo>
                  <a:cubicBezTo>
                    <a:pt x="53" y="27"/>
                    <a:pt x="50" y="25"/>
                    <a:pt x="49" y="24"/>
                  </a:cubicBezTo>
                  <a:cubicBezTo>
                    <a:pt x="48" y="22"/>
                    <a:pt x="44" y="18"/>
                    <a:pt x="38" y="11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5" y="7"/>
                    <a:pt x="32" y="6"/>
                    <a:pt x="29" y="6"/>
                  </a:cubicBezTo>
                  <a:cubicBezTo>
                    <a:pt x="26" y="6"/>
                    <a:pt x="22" y="7"/>
                    <a:pt x="22" y="7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1" y="0"/>
                    <a:pt x="11" y="0"/>
                    <a:pt x="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6" name="Freeform 103">
              <a:extLst>
                <a:ext uri="{FF2B5EF4-FFF2-40B4-BE49-F238E27FC236}">
                  <a16:creationId xmlns:a16="http://schemas.microsoft.com/office/drawing/2014/main" id="{F0675F48-97EF-4BC3-829D-2B4377374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0" y="676"/>
              <a:ext cx="53" cy="45"/>
            </a:xfrm>
            <a:custGeom>
              <a:avLst/>
              <a:gdLst>
                <a:gd name="T0" fmla="*/ 0 w 53"/>
                <a:gd name="T1" fmla="*/ 25 h 45"/>
                <a:gd name="T2" fmla="*/ 17 w 53"/>
                <a:gd name="T3" fmla="*/ 45 h 45"/>
                <a:gd name="T4" fmla="*/ 43 w 53"/>
                <a:gd name="T5" fmla="*/ 45 h 45"/>
                <a:gd name="T6" fmla="*/ 53 w 53"/>
                <a:gd name="T7" fmla="*/ 19 h 45"/>
                <a:gd name="T8" fmla="*/ 45 w 53"/>
                <a:gd name="T9" fmla="*/ 12 h 45"/>
                <a:gd name="T10" fmla="*/ 33 w 53"/>
                <a:gd name="T11" fmla="*/ 0 h 45"/>
                <a:gd name="T12" fmla="*/ 0 w 53"/>
                <a:gd name="T13" fmla="*/ 2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45">
                  <a:moveTo>
                    <a:pt x="0" y="25"/>
                  </a:moveTo>
                  <a:lnTo>
                    <a:pt x="17" y="45"/>
                  </a:lnTo>
                  <a:lnTo>
                    <a:pt x="43" y="45"/>
                  </a:lnTo>
                  <a:lnTo>
                    <a:pt x="53" y="19"/>
                  </a:lnTo>
                  <a:lnTo>
                    <a:pt x="45" y="12"/>
                  </a:lnTo>
                  <a:lnTo>
                    <a:pt x="33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FFE8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7" name="Freeform 104">
              <a:extLst>
                <a:ext uri="{FF2B5EF4-FFF2-40B4-BE49-F238E27FC236}">
                  <a16:creationId xmlns:a16="http://schemas.microsoft.com/office/drawing/2014/main" id="{4D427FE4-A90D-4BBB-B712-8DF0A794E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0" y="676"/>
              <a:ext cx="53" cy="45"/>
            </a:xfrm>
            <a:custGeom>
              <a:avLst/>
              <a:gdLst>
                <a:gd name="T0" fmla="*/ 0 w 53"/>
                <a:gd name="T1" fmla="*/ 25 h 45"/>
                <a:gd name="T2" fmla="*/ 17 w 53"/>
                <a:gd name="T3" fmla="*/ 45 h 45"/>
                <a:gd name="T4" fmla="*/ 43 w 53"/>
                <a:gd name="T5" fmla="*/ 45 h 45"/>
                <a:gd name="T6" fmla="*/ 53 w 53"/>
                <a:gd name="T7" fmla="*/ 19 h 45"/>
                <a:gd name="T8" fmla="*/ 45 w 53"/>
                <a:gd name="T9" fmla="*/ 12 h 45"/>
                <a:gd name="T10" fmla="*/ 33 w 53"/>
                <a:gd name="T11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5">
                  <a:moveTo>
                    <a:pt x="0" y="25"/>
                  </a:moveTo>
                  <a:lnTo>
                    <a:pt x="17" y="45"/>
                  </a:lnTo>
                  <a:lnTo>
                    <a:pt x="43" y="45"/>
                  </a:lnTo>
                  <a:lnTo>
                    <a:pt x="53" y="19"/>
                  </a:lnTo>
                  <a:lnTo>
                    <a:pt x="45" y="12"/>
                  </a:lnTo>
                  <a:lnTo>
                    <a:pt x="33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8" name="Freeform 105">
              <a:extLst>
                <a:ext uri="{FF2B5EF4-FFF2-40B4-BE49-F238E27FC236}">
                  <a16:creationId xmlns:a16="http://schemas.microsoft.com/office/drawing/2014/main" id="{1D61FAB8-1958-47E5-84EB-CC7EE9D68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8" y="1154"/>
              <a:ext cx="95" cy="67"/>
            </a:xfrm>
            <a:custGeom>
              <a:avLst/>
              <a:gdLst>
                <a:gd name="T0" fmla="*/ 62 w 65"/>
                <a:gd name="T1" fmla="*/ 5 h 46"/>
                <a:gd name="T2" fmla="*/ 64 w 65"/>
                <a:gd name="T3" fmla="*/ 20 h 46"/>
                <a:gd name="T4" fmla="*/ 55 w 65"/>
                <a:gd name="T5" fmla="*/ 33 h 46"/>
                <a:gd name="T6" fmla="*/ 20 w 65"/>
                <a:gd name="T7" fmla="*/ 45 h 46"/>
                <a:gd name="T8" fmla="*/ 1 w 65"/>
                <a:gd name="T9" fmla="*/ 34 h 46"/>
                <a:gd name="T10" fmla="*/ 19 w 65"/>
                <a:gd name="T11" fmla="*/ 28 h 46"/>
                <a:gd name="T12" fmla="*/ 43 w 65"/>
                <a:gd name="T1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46">
                  <a:moveTo>
                    <a:pt x="62" y="5"/>
                  </a:moveTo>
                  <a:cubicBezTo>
                    <a:pt x="62" y="5"/>
                    <a:pt x="63" y="14"/>
                    <a:pt x="64" y="20"/>
                  </a:cubicBezTo>
                  <a:cubicBezTo>
                    <a:pt x="65" y="26"/>
                    <a:pt x="65" y="30"/>
                    <a:pt x="55" y="33"/>
                  </a:cubicBezTo>
                  <a:cubicBezTo>
                    <a:pt x="46" y="35"/>
                    <a:pt x="27" y="44"/>
                    <a:pt x="20" y="45"/>
                  </a:cubicBezTo>
                  <a:cubicBezTo>
                    <a:pt x="14" y="46"/>
                    <a:pt x="0" y="37"/>
                    <a:pt x="1" y="34"/>
                  </a:cubicBezTo>
                  <a:cubicBezTo>
                    <a:pt x="3" y="30"/>
                    <a:pt x="13" y="32"/>
                    <a:pt x="19" y="28"/>
                  </a:cubicBezTo>
                  <a:cubicBezTo>
                    <a:pt x="26" y="24"/>
                    <a:pt x="35" y="17"/>
                    <a:pt x="43" y="0"/>
                  </a:cubicBezTo>
                </a:path>
              </a:pathLst>
            </a:custGeom>
            <a:solidFill>
              <a:srgbClr val="FFFFFF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9" name="Freeform 106">
              <a:extLst>
                <a:ext uri="{FF2B5EF4-FFF2-40B4-BE49-F238E27FC236}">
                  <a16:creationId xmlns:a16="http://schemas.microsoft.com/office/drawing/2014/main" id="{68B1BD2B-A6AA-4452-9AA2-7BC4E541B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8" y="1154"/>
              <a:ext cx="95" cy="67"/>
            </a:xfrm>
            <a:custGeom>
              <a:avLst/>
              <a:gdLst>
                <a:gd name="T0" fmla="*/ 62 w 65"/>
                <a:gd name="T1" fmla="*/ 5 h 46"/>
                <a:gd name="T2" fmla="*/ 64 w 65"/>
                <a:gd name="T3" fmla="*/ 20 h 46"/>
                <a:gd name="T4" fmla="*/ 55 w 65"/>
                <a:gd name="T5" fmla="*/ 33 h 46"/>
                <a:gd name="T6" fmla="*/ 20 w 65"/>
                <a:gd name="T7" fmla="*/ 45 h 46"/>
                <a:gd name="T8" fmla="*/ 1 w 65"/>
                <a:gd name="T9" fmla="*/ 34 h 46"/>
                <a:gd name="T10" fmla="*/ 19 w 65"/>
                <a:gd name="T11" fmla="*/ 28 h 46"/>
                <a:gd name="T12" fmla="*/ 43 w 65"/>
                <a:gd name="T1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46">
                  <a:moveTo>
                    <a:pt x="62" y="5"/>
                  </a:moveTo>
                  <a:cubicBezTo>
                    <a:pt x="62" y="5"/>
                    <a:pt x="63" y="14"/>
                    <a:pt x="64" y="20"/>
                  </a:cubicBezTo>
                  <a:cubicBezTo>
                    <a:pt x="65" y="26"/>
                    <a:pt x="65" y="30"/>
                    <a:pt x="55" y="33"/>
                  </a:cubicBezTo>
                  <a:cubicBezTo>
                    <a:pt x="46" y="35"/>
                    <a:pt x="27" y="44"/>
                    <a:pt x="20" y="45"/>
                  </a:cubicBezTo>
                  <a:cubicBezTo>
                    <a:pt x="14" y="46"/>
                    <a:pt x="0" y="37"/>
                    <a:pt x="1" y="34"/>
                  </a:cubicBezTo>
                  <a:cubicBezTo>
                    <a:pt x="3" y="30"/>
                    <a:pt x="13" y="32"/>
                    <a:pt x="19" y="28"/>
                  </a:cubicBezTo>
                  <a:cubicBezTo>
                    <a:pt x="26" y="24"/>
                    <a:pt x="35" y="17"/>
                    <a:pt x="43" y="0"/>
                  </a:cubicBezTo>
                </a:path>
              </a:pathLst>
            </a:cu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0" name="Freeform 107">
              <a:extLst>
                <a:ext uri="{FF2B5EF4-FFF2-40B4-BE49-F238E27FC236}">
                  <a16:creationId xmlns:a16="http://schemas.microsoft.com/office/drawing/2014/main" id="{EDCF8F47-1246-45B9-97CF-0A6F314E95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5" y="1189"/>
              <a:ext cx="58" cy="99"/>
            </a:xfrm>
            <a:custGeom>
              <a:avLst/>
              <a:gdLst>
                <a:gd name="T0" fmla="*/ 27 w 40"/>
                <a:gd name="T1" fmla="*/ 0 h 68"/>
                <a:gd name="T2" fmla="*/ 36 w 40"/>
                <a:gd name="T3" fmla="*/ 23 h 68"/>
                <a:gd name="T4" fmla="*/ 18 w 40"/>
                <a:gd name="T5" fmla="*/ 63 h 68"/>
                <a:gd name="T6" fmla="*/ 2 w 40"/>
                <a:gd name="T7" fmla="*/ 56 h 68"/>
                <a:gd name="T8" fmla="*/ 7 w 40"/>
                <a:gd name="T9" fmla="*/ 21 h 68"/>
                <a:gd name="T10" fmla="*/ 5 w 40"/>
                <a:gd name="T11" fmla="*/ 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68">
                  <a:moveTo>
                    <a:pt x="27" y="0"/>
                  </a:moveTo>
                  <a:cubicBezTo>
                    <a:pt x="36" y="7"/>
                    <a:pt x="40" y="8"/>
                    <a:pt x="36" y="23"/>
                  </a:cubicBezTo>
                  <a:cubicBezTo>
                    <a:pt x="32" y="37"/>
                    <a:pt x="25" y="59"/>
                    <a:pt x="18" y="63"/>
                  </a:cubicBezTo>
                  <a:cubicBezTo>
                    <a:pt x="11" y="68"/>
                    <a:pt x="0" y="62"/>
                    <a:pt x="2" y="56"/>
                  </a:cubicBezTo>
                  <a:cubicBezTo>
                    <a:pt x="5" y="50"/>
                    <a:pt x="7" y="28"/>
                    <a:pt x="7" y="21"/>
                  </a:cubicBezTo>
                  <a:cubicBezTo>
                    <a:pt x="7" y="14"/>
                    <a:pt x="5" y="7"/>
                    <a:pt x="5" y="7"/>
                  </a:cubicBezTo>
                </a:path>
              </a:pathLst>
            </a:custGeom>
            <a:solidFill>
              <a:srgbClr val="FFFFFF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1" name="Freeform 108">
              <a:extLst>
                <a:ext uri="{FF2B5EF4-FFF2-40B4-BE49-F238E27FC236}">
                  <a16:creationId xmlns:a16="http://schemas.microsoft.com/office/drawing/2014/main" id="{9116CB93-B7B5-4D35-8852-901924704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5" y="1189"/>
              <a:ext cx="58" cy="99"/>
            </a:xfrm>
            <a:custGeom>
              <a:avLst/>
              <a:gdLst>
                <a:gd name="T0" fmla="*/ 27 w 40"/>
                <a:gd name="T1" fmla="*/ 0 h 68"/>
                <a:gd name="T2" fmla="*/ 36 w 40"/>
                <a:gd name="T3" fmla="*/ 23 h 68"/>
                <a:gd name="T4" fmla="*/ 18 w 40"/>
                <a:gd name="T5" fmla="*/ 63 h 68"/>
                <a:gd name="T6" fmla="*/ 2 w 40"/>
                <a:gd name="T7" fmla="*/ 56 h 68"/>
                <a:gd name="T8" fmla="*/ 7 w 40"/>
                <a:gd name="T9" fmla="*/ 21 h 68"/>
                <a:gd name="T10" fmla="*/ 5 w 40"/>
                <a:gd name="T11" fmla="*/ 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68">
                  <a:moveTo>
                    <a:pt x="27" y="0"/>
                  </a:moveTo>
                  <a:cubicBezTo>
                    <a:pt x="36" y="7"/>
                    <a:pt x="40" y="8"/>
                    <a:pt x="36" y="23"/>
                  </a:cubicBezTo>
                  <a:cubicBezTo>
                    <a:pt x="32" y="37"/>
                    <a:pt x="25" y="59"/>
                    <a:pt x="18" y="63"/>
                  </a:cubicBezTo>
                  <a:cubicBezTo>
                    <a:pt x="11" y="68"/>
                    <a:pt x="0" y="62"/>
                    <a:pt x="2" y="56"/>
                  </a:cubicBezTo>
                  <a:cubicBezTo>
                    <a:pt x="5" y="50"/>
                    <a:pt x="7" y="28"/>
                    <a:pt x="7" y="21"/>
                  </a:cubicBezTo>
                  <a:cubicBezTo>
                    <a:pt x="7" y="14"/>
                    <a:pt x="5" y="7"/>
                    <a:pt x="5" y="7"/>
                  </a:cubicBezTo>
                </a:path>
              </a:pathLst>
            </a:cu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2" name="Freeform 109">
              <a:extLst>
                <a:ext uri="{FF2B5EF4-FFF2-40B4-BE49-F238E27FC236}">
                  <a16:creationId xmlns:a16="http://schemas.microsoft.com/office/drawing/2014/main" id="{9281074B-EAB4-4C67-A130-95785E0BB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0" y="688"/>
              <a:ext cx="145" cy="215"/>
            </a:xfrm>
            <a:custGeom>
              <a:avLst/>
              <a:gdLst>
                <a:gd name="T0" fmla="*/ 24 w 100"/>
                <a:gd name="T1" fmla="*/ 0 h 148"/>
                <a:gd name="T2" fmla="*/ 5 w 100"/>
                <a:gd name="T3" fmla="*/ 21 h 148"/>
                <a:gd name="T4" fmla="*/ 12 w 100"/>
                <a:gd name="T5" fmla="*/ 114 h 148"/>
                <a:gd name="T6" fmla="*/ 12 w 100"/>
                <a:gd name="T7" fmla="*/ 148 h 148"/>
                <a:gd name="T8" fmla="*/ 100 w 100"/>
                <a:gd name="T9" fmla="*/ 148 h 148"/>
                <a:gd name="T10" fmla="*/ 92 w 100"/>
                <a:gd name="T11" fmla="*/ 74 h 148"/>
                <a:gd name="T12" fmla="*/ 24 w 100"/>
                <a:gd name="T13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148">
                  <a:moveTo>
                    <a:pt x="24" y="0"/>
                  </a:moveTo>
                  <a:cubicBezTo>
                    <a:pt x="17" y="8"/>
                    <a:pt x="9" y="15"/>
                    <a:pt x="5" y="21"/>
                  </a:cubicBezTo>
                  <a:cubicBezTo>
                    <a:pt x="0" y="27"/>
                    <a:pt x="12" y="93"/>
                    <a:pt x="12" y="114"/>
                  </a:cubicBezTo>
                  <a:cubicBezTo>
                    <a:pt x="12" y="134"/>
                    <a:pt x="12" y="148"/>
                    <a:pt x="12" y="148"/>
                  </a:cubicBezTo>
                  <a:cubicBezTo>
                    <a:pt x="100" y="148"/>
                    <a:pt x="100" y="148"/>
                    <a:pt x="100" y="148"/>
                  </a:cubicBezTo>
                  <a:cubicBezTo>
                    <a:pt x="100" y="148"/>
                    <a:pt x="100" y="105"/>
                    <a:pt x="92" y="74"/>
                  </a:cubicBezTo>
                  <a:cubicBezTo>
                    <a:pt x="78" y="23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3" name="Freeform 110">
              <a:extLst>
                <a:ext uri="{FF2B5EF4-FFF2-40B4-BE49-F238E27FC236}">
                  <a16:creationId xmlns:a16="http://schemas.microsoft.com/office/drawing/2014/main" id="{14EC2EBF-1ED2-4112-A937-347E9F17A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7" y="779"/>
              <a:ext cx="96" cy="87"/>
            </a:xfrm>
            <a:custGeom>
              <a:avLst/>
              <a:gdLst>
                <a:gd name="T0" fmla="*/ 66 w 66"/>
                <a:gd name="T1" fmla="*/ 29 h 60"/>
                <a:gd name="T2" fmla="*/ 32 w 66"/>
                <a:gd name="T3" fmla="*/ 8 h 60"/>
                <a:gd name="T4" fmla="*/ 11 w 66"/>
                <a:gd name="T5" fmla="*/ 33 h 60"/>
                <a:gd name="T6" fmla="*/ 47 w 66"/>
                <a:gd name="T7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60">
                  <a:moveTo>
                    <a:pt x="66" y="29"/>
                  </a:moveTo>
                  <a:cubicBezTo>
                    <a:pt x="66" y="29"/>
                    <a:pt x="38" y="11"/>
                    <a:pt x="32" y="8"/>
                  </a:cubicBezTo>
                  <a:cubicBezTo>
                    <a:pt x="17" y="0"/>
                    <a:pt x="0" y="23"/>
                    <a:pt x="11" y="33"/>
                  </a:cubicBezTo>
                  <a:cubicBezTo>
                    <a:pt x="27" y="49"/>
                    <a:pt x="47" y="60"/>
                    <a:pt x="47" y="60"/>
                  </a:cubicBezTo>
                </a:path>
              </a:pathLst>
            </a:custGeom>
            <a:solidFill>
              <a:srgbClr val="000000"/>
            </a:solidFill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4" name="Freeform 111">
              <a:extLst>
                <a:ext uri="{FF2B5EF4-FFF2-40B4-BE49-F238E27FC236}">
                  <a16:creationId xmlns:a16="http://schemas.microsoft.com/office/drawing/2014/main" id="{1992EB68-6388-4939-A0F3-0150C8E65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7" y="779"/>
              <a:ext cx="96" cy="87"/>
            </a:xfrm>
            <a:custGeom>
              <a:avLst/>
              <a:gdLst>
                <a:gd name="T0" fmla="*/ 66 w 66"/>
                <a:gd name="T1" fmla="*/ 29 h 60"/>
                <a:gd name="T2" fmla="*/ 32 w 66"/>
                <a:gd name="T3" fmla="*/ 8 h 60"/>
                <a:gd name="T4" fmla="*/ 11 w 66"/>
                <a:gd name="T5" fmla="*/ 33 h 60"/>
                <a:gd name="T6" fmla="*/ 47 w 66"/>
                <a:gd name="T7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60">
                  <a:moveTo>
                    <a:pt x="66" y="29"/>
                  </a:moveTo>
                  <a:cubicBezTo>
                    <a:pt x="66" y="29"/>
                    <a:pt x="38" y="11"/>
                    <a:pt x="32" y="8"/>
                  </a:cubicBezTo>
                  <a:cubicBezTo>
                    <a:pt x="17" y="0"/>
                    <a:pt x="0" y="23"/>
                    <a:pt x="11" y="33"/>
                  </a:cubicBezTo>
                  <a:cubicBezTo>
                    <a:pt x="27" y="49"/>
                    <a:pt x="47" y="60"/>
                    <a:pt x="47" y="60"/>
                  </a:cubicBezTo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5" name="Freeform 112">
              <a:extLst>
                <a:ext uri="{FF2B5EF4-FFF2-40B4-BE49-F238E27FC236}">
                  <a16:creationId xmlns:a16="http://schemas.microsoft.com/office/drawing/2014/main" id="{946B4C2C-144C-4A54-A09B-75F5E8B3C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8" y="730"/>
              <a:ext cx="58" cy="58"/>
            </a:xfrm>
            <a:custGeom>
              <a:avLst/>
              <a:gdLst>
                <a:gd name="T0" fmla="*/ 58 w 58"/>
                <a:gd name="T1" fmla="*/ 51 h 58"/>
                <a:gd name="T2" fmla="*/ 50 w 58"/>
                <a:gd name="T3" fmla="*/ 58 h 58"/>
                <a:gd name="T4" fmla="*/ 0 w 58"/>
                <a:gd name="T5" fmla="*/ 7 h 58"/>
                <a:gd name="T6" fmla="*/ 7 w 58"/>
                <a:gd name="T7" fmla="*/ 0 h 58"/>
                <a:gd name="T8" fmla="*/ 58 w 58"/>
                <a:gd name="T9" fmla="*/ 51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58">
                  <a:moveTo>
                    <a:pt x="58" y="51"/>
                  </a:moveTo>
                  <a:lnTo>
                    <a:pt x="50" y="58"/>
                  </a:lnTo>
                  <a:lnTo>
                    <a:pt x="0" y="7"/>
                  </a:lnTo>
                  <a:lnTo>
                    <a:pt x="7" y="0"/>
                  </a:lnTo>
                  <a:lnTo>
                    <a:pt x="58" y="51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6" name="Freeform 113">
              <a:extLst>
                <a:ext uri="{FF2B5EF4-FFF2-40B4-BE49-F238E27FC236}">
                  <a16:creationId xmlns:a16="http://schemas.microsoft.com/office/drawing/2014/main" id="{28A9D78D-0F93-4580-8328-75D727603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1" y="720"/>
              <a:ext cx="144" cy="187"/>
            </a:xfrm>
            <a:custGeom>
              <a:avLst/>
              <a:gdLst>
                <a:gd name="T0" fmla="*/ 11 w 99"/>
                <a:gd name="T1" fmla="*/ 92 h 129"/>
                <a:gd name="T2" fmla="*/ 11 w 99"/>
                <a:gd name="T3" fmla="*/ 126 h 129"/>
                <a:gd name="T4" fmla="*/ 99 w 99"/>
                <a:gd name="T5" fmla="*/ 126 h 129"/>
                <a:gd name="T6" fmla="*/ 98 w 99"/>
                <a:gd name="T7" fmla="*/ 121 h 129"/>
                <a:gd name="T8" fmla="*/ 29 w 99"/>
                <a:gd name="T9" fmla="*/ 39 h 129"/>
                <a:gd name="T10" fmla="*/ 5 w 99"/>
                <a:gd name="T11" fmla="*/ 0 h 129"/>
                <a:gd name="T12" fmla="*/ 11 w 99"/>
                <a:gd name="T13" fmla="*/ 92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9" h="129">
                  <a:moveTo>
                    <a:pt x="11" y="92"/>
                  </a:moveTo>
                  <a:cubicBezTo>
                    <a:pt x="11" y="112"/>
                    <a:pt x="11" y="126"/>
                    <a:pt x="11" y="126"/>
                  </a:cubicBezTo>
                  <a:cubicBezTo>
                    <a:pt x="99" y="126"/>
                    <a:pt x="99" y="126"/>
                    <a:pt x="99" y="126"/>
                  </a:cubicBezTo>
                  <a:cubicBezTo>
                    <a:pt x="99" y="126"/>
                    <a:pt x="99" y="129"/>
                    <a:pt x="98" y="121"/>
                  </a:cubicBezTo>
                  <a:cubicBezTo>
                    <a:pt x="54" y="127"/>
                    <a:pt x="34" y="58"/>
                    <a:pt x="29" y="39"/>
                  </a:cubicBezTo>
                  <a:cubicBezTo>
                    <a:pt x="25" y="19"/>
                    <a:pt x="14" y="2"/>
                    <a:pt x="5" y="0"/>
                  </a:cubicBezTo>
                  <a:cubicBezTo>
                    <a:pt x="0" y="6"/>
                    <a:pt x="11" y="71"/>
                    <a:pt x="11" y="92"/>
                  </a:cubicBezTo>
                  <a:close/>
                </a:path>
              </a:pathLst>
            </a:custGeom>
            <a:solidFill>
              <a:srgbClr val="4BB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7" name="Freeform 114">
              <a:extLst>
                <a:ext uri="{FF2B5EF4-FFF2-40B4-BE49-F238E27FC236}">
                  <a16:creationId xmlns:a16="http://schemas.microsoft.com/office/drawing/2014/main" id="{0EDF96F0-39D7-446F-9D1A-AF4518ED7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1" y="893"/>
              <a:ext cx="191" cy="276"/>
            </a:xfrm>
            <a:custGeom>
              <a:avLst/>
              <a:gdLst>
                <a:gd name="T0" fmla="*/ 129 w 132"/>
                <a:gd name="T1" fmla="*/ 7 h 190"/>
                <a:gd name="T2" fmla="*/ 88 w 132"/>
                <a:gd name="T3" fmla="*/ 7 h 190"/>
                <a:gd name="T4" fmla="*/ 29 w 132"/>
                <a:gd name="T5" fmla="*/ 35 h 190"/>
                <a:gd name="T6" fmla="*/ 0 w 132"/>
                <a:gd name="T7" fmla="*/ 180 h 190"/>
                <a:gd name="T8" fmla="*/ 41 w 132"/>
                <a:gd name="T9" fmla="*/ 190 h 190"/>
                <a:gd name="T10" fmla="*/ 73 w 132"/>
                <a:gd name="T11" fmla="*/ 46 h 190"/>
                <a:gd name="T12" fmla="*/ 132 w 132"/>
                <a:gd name="T13" fmla="*/ 46 h 190"/>
                <a:gd name="T14" fmla="*/ 129 w 132"/>
                <a:gd name="T15" fmla="*/ 7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2" h="190">
                  <a:moveTo>
                    <a:pt x="129" y="7"/>
                  </a:moveTo>
                  <a:cubicBezTo>
                    <a:pt x="88" y="7"/>
                    <a:pt x="110" y="7"/>
                    <a:pt x="88" y="7"/>
                  </a:cubicBezTo>
                  <a:cubicBezTo>
                    <a:pt x="67" y="7"/>
                    <a:pt x="46" y="0"/>
                    <a:pt x="29" y="35"/>
                  </a:cubicBezTo>
                  <a:cubicBezTo>
                    <a:pt x="13" y="71"/>
                    <a:pt x="0" y="180"/>
                    <a:pt x="0" y="180"/>
                  </a:cubicBezTo>
                  <a:cubicBezTo>
                    <a:pt x="41" y="190"/>
                    <a:pt x="41" y="190"/>
                    <a:pt x="41" y="190"/>
                  </a:cubicBezTo>
                  <a:cubicBezTo>
                    <a:pt x="73" y="46"/>
                    <a:pt x="73" y="46"/>
                    <a:pt x="73" y="46"/>
                  </a:cubicBezTo>
                  <a:cubicBezTo>
                    <a:pt x="132" y="46"/>
                    <a:pt x="132" y="46"/>
                    <a:pt x="132" y="46"/>
                  </a:cubicBezTo>
                  <a:lnTo>
                    <a:pt x="129" y="7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8" name="Oval 115">
              <a:extLst>
                <a:ext uri="{FF2B5EF4-FFF2-40B4-BE49-F238E27FC236}">
                  <a16:creationId xmlns:a16="http://schemas.microsoft.com/office/drawing/2014/main" id="{23CD32D2-5D0A-4919-A311-8295F9C7D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4" y="603"/>
              <a:ext cx="101" cy="10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9" name="Freeform 116">
              <a:extLst>
                <a:ext uri="{FF2B5EF4-FFF2-40B4-BE49-F238E27FC236}">
                  <a16:creationId xmlns:a16="http://schemas.microsoft.com/office/drawing/2014/main" id="{29CF7B70-46D2-4340-A610-2C3DAF5283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61" y="600"/>
              <a:ext cx="106" cy="107"/>
            </a:xfrm>
            <a:custGeom>
              <a:avLst/>
              <a:gdLst>
                <a:gd name="T0" fmla="*/ 37 w 73"/>
                <a:gd name="T1" fmla="*/ 4 h 73"/>
                <a:gd name="T2" fmla="*/ 69 w 73"/>
                <a:gd name="T3" fmla="*/ 37 h 73"/>
                <a:gd name="T4" fmla="*/ 37 w 73"/>
                <a:gd name="T5" fmla="*/ 69 h 73"/>
                <a:gd name="T6" fmla="*/ 4 w 73"/>
                <a:gd name="T7" fmla="*/ 37 h 73"/>
                <a:gd name="T8" fmla="*/ 37 w 73"/>
                <a:gd name="T9" fmla="*/ 4 h 73"/>
                <a:gd name="T10" fmla="*/ 37 w 73"/>
                <a:gd name="T11" fmla="*/ 0 h 73"/>
                <a:gd name="T12" fmla="*/ 0 w 73"/>
                <a:gd name="T13" fmla="*/ 37 h 73"/>
                <a:gd name="T14" fmla="*/ 37 w 73"/>
                <a:gd name="T15" fmla="*/ 73 h 73"/>
                <a:gd name="T16" fmla="*/ 73 w 73"/>
                <a:gd name="T17" fmla="*/ 37 h 73"/>
                <a:gd name="T18" fmla="*/ 37 w 73"/>
                <a:gd name="T19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3" h="73">
                  <a:moveTo>
                    <a:pt x="37" y="4"/>
                  </a:moveTo>
                  <a:cubicBezTo>
                    <a:pt x="55" y="4"/>
                    <a:pt x="69" y="19"/>
                    <a:pt x="69" y="37"/>
                  </a:cubicBezTo>
                  <a:cubicBezTo>
                    <a:pt x="69" y="55"/>
                    <a:pt x="55" y="69"/>
                    <a:pt x="37" y="69"/>
                  </a:cubicBezTo>
                  <a:cubicBezTo>
                    <a:pt x="19" y="69"/>
                    <a:pt x="4" y="55"/>
                    <a:pt x="4" y="37"/>
                  </a:cubicBezTo>
                  <a:cubicBezTo>
                    <a:pt x="4" y="19"/>
                    <a:pt x="19" y="4"/>
                    <a:pt x="37" y="4"/>
                  </a:cubicBezTo>
                  <a:moveTo>
                    <a:pt x="37" y="0"/>
                  </a:moveTo>
                  <a:cubicBezTo>
                    <a:pt x="17" y="0"/>
                    <a:pt x="0" y="17"/>
                    <a:pt x="0" y="37"/>
                  </a:cubicBezTo>
                  <a:cubicBezTo>
                    <a:pt x="0" y="57"/>
                    <a:pt x="17" y="73"/>
                    <a:pt x="37" y="73"/>
                  </a:cubicBezTo>
                  <a:cubicBezTo>
                    <a:pt x="57" y="73"/>
                    <a:pt x="73" y="57"/>
                    <a:pt x="73" y="37"/>
                  </a:cubicBezTo>
                  <a:cubicBezTo>
                    <a:pt x="73" y="17"/>
                    <a:pt x="57" y="0"/>
                    <a:pt x="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0" name="Freeform 117">
              <a:extLst>
                <a:ext uri="{FF2B5EF4-FFF2-40B4-BE49-F238E27FC236}">
                  <a16:creationId xmlns:a16="http://schemas.microsoft.com/office/drawing/2014/main" id="{3EF51816-5082-4808-9924-B95FE4062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4" y="595"/>
              <a:ext cx="122" cy="82"/>
            </a:xfrm>
            <a:custGeom>
              <a:avLst/>
              <a:gdLst>
                <a:gd name="T0" fmla="*/ 2 w 84"/>
                <a:gd name="T1" fmla="*/ 41 h 57"/>
                <a:gd name="T2" fmla="*/ 26 w 84"/>
                <a:gd name="T3" fmla="*/ 44 h 57"/>
                <a:gd name="T4" fmla="*/ 40 w 84"/>
                <a:gd name="T5" fmla="*/ 35 h 57"/>
                <a:gd name="T6" fmla="*/ 44 w 84"/>
                <a:gd name="T7" fmla="*/ 47 h 57"/>
                <a:gd name="T8" fmla="*/ 63 w 84"/>
                <a:gd name="T9" fmla="*/ 56 h 57"/>
                <a:gd name="T10" fmla="*/ 42 w 84"/>
                <a:gd name="T11" fmla="*/ 7 h 57"/>
                <a:gd name="T12" fmla="*/ 2 w 84"/>
                <a:gd name="T13" fmla="*/ 4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57">
                  <a:moveTo>
                    <a:pt x="2" y="41"/>
                  </a:moveTo>
                  <a:cubicBezTo>
                    <a:pt x="0" y="30"/>
                    <a:pt x="19" y="34"/>
                    <a:pt x="26" y="44"/>
                  </a:cubicBezTo>
                  <a:cubicBezTo>
                    <a:pt x="30" y="48"/>
                    <a:pt x="33" y="34"/>
                    <a:pt x="40" y="35"/>
                  </a:cubicBezTo>
                  <a:cubicBezTo>
                    <a:pt x="46" y="37"/>
                    <a:pt x="44" y="47"/>
                    <a:pt x="44" y="47"/>
                  </a:cubicBezTo>
                  <a:cubicBezTo>
                    <a:pt x="44" y="47"/>
                    <a:pt x="49" y="57"/>
                    <a:pt x="63" y="56"/>
                  </a:cubicBezTo>
                  <a:cubicBezTo>
                    <a:pt x="63" y="56"/>
                    <a:pt x="84" y="17"/>
                    <a:pt x="42" y="7"/>
                  </a:cubicBezTo>
                  <a:cubicBezTo>
                    <a:pt x="7" y="0"/>
                    <a:pt x="0" y="29"/>
                    <a:pt x="2" y="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1" name="Freeform 118">
              <a:extLst>
                <a:ext uri="{FF2B5EF4-FFF2-40B4-BE49-F238E27FC236}">
                  <a16:creationId xmlns:a16="http://schemas.microsoft.com/office/drawing/2014/main" id="{14A4597A-E747-4932-8CB0-FDBD76FC1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903"/>
              <a:ext cx="263" cy="298"/>
            </a:xfrm>
            <a:custGeom>
              <a:avLst/>
              <a:gdLst>
                <a:gd name="T0" fmla="*/ 181 w 181"/>
                <a:gd name="T1" fmla="*/ 0 h 205"/>
                <a:gd name="T2" fmla="*/ 181 w 181"/>
                <a:gd name="T3" fmla="*/ 26 h 205"/>
                <a:gd name="T4" fmla="*/ 143 w 181"/>
                <a:gd name="T5" fmla="*/ 58 h 205"/>
                <a:gd name="T6" fmla="*/ 42 w 181"/>
                <a:gd name="T7" fmla="*/ 58 h 205"/>
                <a:gd name="T8" fmla="*/ 65 w 181"/>
                <a:gd name="T9" fmla="*/ 190 h 205"/>
                <a:gd name="T10" fmla="*/ 18 w 181"/>
                <a:gd name="T11" fmla="*/ 205 h 205"/>
                <a:gd name="T12" fmla="*/ 1 w 181"/>
                <a:gd name="T13" fmla="*/ 60 h 205"/>
                <a:gd name="T14" fmla="*/ 50 w 181"/>
                <a:gd name="T15" fmla="*/ 0 h 205"/>
                <a:gd name="T16" fmla="*/ 181 w 181"/>
                <a:gd name="T17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1" h="205">
                  <a:moveTo>
                    <a:pt x="181" y="0"/>
                  </a:moveTo>
                  <a:cubicBezTo>
                    <a:pt x="181" y="0"/>
                    <a:pt x="181" y="9"/>
                    <a:pt x="181" y="26"/>
                  </a:cubicBezTo>
                  <a:cubicBezTo>
                    <a:pt x="181" y="43"/>
                    <a:pt x="177" y="58"/>
                    <a:pt x="143" y="58"/>
                  </a:cubicBezTo>
                  <a:cubicBezTo>
                    <a:pt x="109" y="58"/>
                    <a:pt x="42" y="58"/>
                    <a:pt x="42" y="58"/>
                  </a:cubicBezTo>
                  <a:cubicBezTo>
                    <a:pt x="65" y="190"/>
                    <a:pt x="65" y="190"/>
                    <a:pt x="65" y="190"/>
                  </a:cubicBezTo>
                  <a:cubicBezTo>
                    <a:pt x="18" y="205"/>
                    <a:pt x="18" y="205"/>
                    <a:pt x="18" y="205"/>
                  </a:cubicBezTo>
                  <a:cubicBezTo>
                    <a:pt x="18" y="205"/>
                    <a:pt x="2" y="86"/>
                    <a:pt x="1" y="60"/>
                  </a:cubicBezTo>
                  <a:cubicBezTo>
                    <a:pt x="0" y="34"/>
                    <a:pt x="6" y="0"/>
                    <a:pt x="50" y="0"/>
                  </a:cubicBezTo>
                  <a:cubicBezTo>
                    <a:pt x="94" y="0"/>
                    <a:pt x="181" y="0"/>
                    <a:pt x="181" y="0"/>
                  </a:cubicBezTo>
                  <a:close/>
                </a:path>
              </a:pathLst>
            </a:custGeom>
            <a:solidFill>
              <a:srgbClr val="000000"/>
            </a:solidFill>
            <a:ln w="4763" cap="flat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2" name="Freeform 119">
              <a:extLst>
                <a:ext uri="{FF2B5EF4-FFF2-40B4-BE49-F238E27FC236}">
                  <a16:creationId xmlns:a16="http://schemas.microsoft.com/office/drawing/2014/main" id="{A853D5DD-B593-48D5-9187-BCC629EA7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0" y="885"/>
              <a:ext cx="56" cy="15"/>
            </a:xfrm>
            <a:custGeom>
              <a:avLst/>
              <a:gdLst>
                <a:gd name="T0" fmla="*/ 38 w 39"/>
                <a:gd name="T1" fmla="*/ 0 h 10"/>
                <a:gd name="T2" fmla="*/ 11 w 39"/>
                <a:gd name="T3" fmla="*/ 0 h 10"/>
                <a:gd name="T4" fmla="*/ 0 w 39"/>
                <a:gd name="T5" fmla="*/ 10 h 10"/>
                <a:gd name="T6" fmla="*/ 39 w 39"/>
                <a:gd name="T7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" h="10">
                  <a:moveTo>
                    <a:pt x="38" y="0"/>
                  </a:moveTo>
                  <a:cubicBezTo>
                    <a:pt x="25" y="0"/>
                    <a:pt x="18" y="0"/>
                    <a:pt x="11" y="0"/>
                  </a:cubicBezTo>
                  <a:cubicBezTo>
                    <a:pt x="5" y="0"/>
                    <a:pt x="1" y="5"/>
                    <a:pt x="0" y="10"/>
                  </a:cubicBezTo>
                  <a:cubicBezTo>
                    <a:pt x="39" y="10"/>
                    <a:pt x="39" y="10"/>
                    <a:pt x="39" y="10"/>
                  </a:cubicBezTo>
                </a:path>
              </a:pathLst>
            </a:custGeom>
            <a:solidFill>
              <a:srgbClr val="FFFFFF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3" name="Freeform 120">
              <a:extLst>
                <a:ext uri="{FF2B5EF4-FFF2-40B4-BE49-F238E27FC236}">
                  <a16:creationId xmlns:a16="http://schemas.microsoft.com/office/drawing/2014/main" id="{23CB6160-78F6-482F-8D51-FF1859327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0" y="885"/>
              <a:ext cx="56" cy="15"/>
            </a:xfrm>
            <a:custGeom>
              <a:avLst/>
              <a:gdLst>
                <a:gd name="T0" fmla="*/ 38 w 39"/>
                <a:gd name="T1" fmla="*/ 0 h 10"/>
                <a:gd name="T2" fmla="*/ 11 w 39"/>
                <a:gd name="T3" fmla="*/ 0 h 10"/>
                <a:gd name="T4" fmla="*/ 0 w 39"/>
                <a:gd name="T5" fmla="*/ 10 h 10"/>
                <a:gd name="T6" fmla="*/ 39 w 39"/>
                <a:gd name="T7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" h="10">
                  <a:moveTo>
                    <a:pt x="38" y="0"/>
                  </a:moveTo>
                  <a:cubicBezTo>
                    <a:pt x="25" y="0"/>
                    <a:pt x="18" y="0"/>
                    <a:pt x="11" y="0"/>
                  </a:cubicBezTo>
                  <a:cubicBezTo>
                    <a:pt x="5" y="0"/>
                    <a:pt x="1" y="5"/>
                    <a:pt x="0" y="10"/>
                  </a:cubicBezTo>
                  <a:cubicBezTo>
                    <a:pt x="39" y="10"/>
                    <a:pt x="39" y="10"/>
                    <a:pt x="39" y="10"/>
                  </a:cubicBezTo>
                </a:path>
              </a:pathLst>
            </a:cu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4" name="Line 121">
              <a:extLst>
                <a:ext uri="{FF2B5EF4-FFF2-40B4-BE49-F238E27FC236}">
                  <a16:creationId xmlns:a16="http://schemas.microsoft.com/office/drawing/2014/main" id="{EC84AD04-9A3C-43BE-B8A8-1D81269277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8" y="1003"/>
              <a:ext cx="0" cy="0"/>
            </a:xfrm>
            <a:prstGeom prst="line">
              <a:avLst/>
            </a:pr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5" name="Line 122">
              <a:extLst>
                <a:ext uri="{FF2B5EF4-FFF2-40B4-BE49-F238E27FC236}">
                  <a16:creationId xmlns:a16="http://schemas.microsoft.com/office/drawing/2014/main" id="{9A8CEFC2-217E-4B33-BF6E-BF4EC7694D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4" y="1175"/>
              <a:ext cx="0" cy="0"/>
            </a:xfrm>
            <a:prstGeom prst="line">
              <a:avLst/>
            </a:pr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6" name="Freeform 123">
              <a:extLst>
                <a:ext uri="{FF2B5EF4-FFF2-40B4-BE49-F238E27FC236}">
                  <a16:creationId xmlns:a16="http://schemas.microsoft.com/office/drawing/2014/main" id="{E607BF23-9271-4CE6-A167-A5C1C39D3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1" y="929"/>
              <a:ext cx="49" cy="208"/>
            </a:xfrm>
            <a:custGeom>
              <a:avLst/>
              <a:gdLst>
                <a:gd name="T0" fmla="*/ 34 w 34"/>
                <a:gd name="T1" fmla="*/ 0 h 143"/>
                <a:gd name="T2" fmla="*/ 0 w 34"/>
                <a:gd name="T3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4" h="143">
                  <a:moveTo>
                    <a:pt x="34" y="0"/>
                  </a:moveTo>
                  <a:cubicBezTo>
                    <a:pt x="18" y="18"/>
                    <a:pt x="0" y="143"/>
                    <a:pt x="0" y="143"/>
                  </a:cubicBezTo>
                </a:path>
              </a:pathLst>
            </a:custGeom>
            <a:noFill/>
            <a:ln w="19050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7" name="Line 124">
              <a:extLst>
                <a:ext uri="{FF2B5EF4-FFF2-40B4-BE49-F238E27FC236}">
                  <a16:creationId xmlns:a16="http://schemas.microsoft.com/office/drawing/2014/main" id="{9229C1D9-6F93-4EC5-9D64-9CA9CC9F64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6" y="1106"/>
              <a:ext cx="10" cy="76"/>
            </a:xfrm>
            <a:prstGeom prst="line">
              <a:avLst/>
            </a:prstGeom>
            <a:noFill/>
            <a:ln w="19050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8" name="Freeform 125">
              <a:extLst>
                <a:ext uri="{FF2B5EF4-FFF2-40B4-BE49-F238E27FC236}">
                  <a16:creationId xmlns:a16="http://schemas.microsoft.com/office/drawing/2014/main" id="{C4AC39FD-7E3F-4CBC-A71A-80721909DE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" y="916"/>
              <a:ext cx="233" cy="179"/>
            </a:xfrm>
            <a:custGeom>
              <a:avLst/>
              <a:gdLst>
                <a:gd name="T0" fmla="*/ 144 w 160"/>
                <a:gd name="T1" fmla="*/ 123 h 123"/>
                <a:gd name="T2" fmla="*/ 134 w 160"/>
                <a:gd name="T3" fmla="*/ 122 h 123"/>
                <a:gd name="T4" fmla="*/ 101 w 160"/>
                <a:gd name="T5" fmla="*/ 103 h 123"/>
                <a:gd name="T6" fmla="*/ 80 w 160"/>
                <a:gd name="T7" fmla="*/ 96 h 123"/>
                <a:gd name="T8" fmla="*/ 59 w 160"/>
                <a:gd name="T9" fmla="*/ 103 h 123"/>
                <a:gd name="T10" fmla="*/ 25 w 160"/>
                <a:gd name="T11" fmla="*/ 122 h 123"/>
                <a:gd name="T12" fmla="*/ 15 w 160"/>
                <a:gd name="T13" fmla="*/ 123 h 123"/>
                <a:gd name="T14" fmla="*/ 3 w 160"/>
                <a:gd name="T15" fmla="*/ 118 h 123"/>
                <a:gd name="T16" fmla="*/ 1 w 160"/>
                <a:gd name="T17" fmla="*/ 104 h 123"/>
                <a:gd name="T18" fmla="*/ 4 w 160"/>
                <a:gd name="T19" fmla="*/ 87 h 123"/>
                <a:gd name="T20" fmla="*/ 21 w 160"/>
                <a:gd name="T21" fmla="*/ 11 h 123"/>
                <a:gd name="T22" fmla="*/ 80 w 160"/>
                <a:gd name="T23" fmla="*/ 0 h 123"/>
                <a:gd name="T24" fmla="*/ 139 w 160"/>
                <a:gd name="T25" fmla="*/ 11 h 123"/>
                <a:gd name="T26" fmla="*/ 156 w 160"/>
                <a:gd name="T27" fmla="*/ 87 h 123"/>
                <a:gd name="T28" fmla="*/ 159 w 160"/>
                <a:gd name="T29" fmla="*/ 104 h 123"/>
                <a:gd name="T30" fmla="*/ 156 w 160"/>
                <a:gd name="T31" fmla="*/ 118 h 123"/>
                <a:gd name="T32" fmla="*/ 144 w 160"/>
                <a:gd name="T33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0" h="123">
                  <a:moveTo>
                    <a:pt x="144" y="123"/>
                  </a:moveTo>
                  <a:cubicBezTo>
                    <a:pt x="141" y="123"/>
                    <a:pt x="138" y="123"/>
                    <a:pt x="134" y="122"/>
                  </a:cubicBezTo>
                  <a:cubicBezTo>
                    <a:pt x="115" y="115"/>
                    <a:pt x="102" y="104"/>
                    <a:pt x="101" y="103"/>
                  </a:cubicBezTo>
                  <a:cubicBezTo>
                    <a:pt x="80" y="96"/>
                    <a:pt x="80" y="96"/>
                    <a:pt x="80" y="96"/>
                  </a:cubicBezTo>
                  <a:cubicBezTo>
                    <a:pt x="59" y="103"/>
                    <a:pt x="59" y="103"/>
                    <a:pt x="59" y="103"/>
                  </a:cubicBezTo>
                  <a:cubicBezTo>
                    <a:pt x="57" y="104"/>
                    <a:pt x="45" y="115"/>
                    <a:pt x="25" y="122"/>
                  </a:cubicBezTo>
                  <a:cubicBezTo>
                    <a:pt x="22" y="123"/>
                    <a:pt x="18" y="123"/>
                    <a:pt x="15" y="123"/>
                  </a:cubicBezTo>
                  <a:cubicBezTo>
                    <a:pt x="10" y="123"/>
                    <a:pt x="6" y="122"/>
                    <a:pt x="3" y="118"/>
                  </a:cubicBezTo>
                  <a:cubicBezTo>
                    <a:pt x="0" y="114"/>
                    <a:pt x="0" y="108"/>
                    <a:pt x="1" y="104"/>
                  </a:cubicBezTo>
                  <a:cubicBezTo>
                    <a:pt x="1" y="102"/>
                    <a:pt x="2" y="95"/>
                    <a:pt x="4" y="87"/>
                  </a:cubicBezTo>
                  <a:cubicBezTo>
                    <a:pt x="11" y="51"/>
                    <a:pt x="17" y="15"/>
                    <a:pt x="21" y="11"/>
                  </a:cubicBezTo>
                  <a:cubicBezTo>
                    <a:pt x="28" y="4"/>
                    <a:pt x="50" y="0"/>
                    <a:pt x="80" y="0"/>
                  </a:cubicBezTo>
                  <a:cubicBezTo>
                    <a:pt x="110" y="0"/>
                    <a:pt x="132" y="4"/>
                    <a:pt x="139" y="11"/>
                  </a:cubicBezTo>
                  <a:cubicBezTo>
                    <a:pt x="142" y="15"/>
                    <a:pt x="149" y="51"/>
                    <a:pt x="156" y="87"/>
                  </a:cubicBezTo>
                  <a:cubicBezTo>
                    <a:pt x="157" y="95"/>
                    <a:pt x="158" y="102"/>
                    <a:pt x="159" y="104"/>
                  </a:cubicBezTo>
                  <a:cubicBezTo>
                    <a:pt x="160" y="108"/>
                    <a:pt x="160" y="114"/>
                    <a:pt x="156" y="118"/>
                  </a:cubicBezTo>
                  <a:cubicBezTo>
                    <a:pt x="154" y="122"/>
                    <a:pt x="150" y="123"/>
                    <a:pt x="144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9" name="Freeform 126">
              <a:extLst>
                <a:ext uri="{FF2B5EF4-FFF2-40B4-BE49-F238E27FC236}">
                  <a16:creationId xmlns:a16="http://schemas.microsoft.com/office/drawing/2014/main" id="{76433AD7-A5DC-4BAE-8D79-6F7B9617B1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1" y="914"/>
              <a:ext cx="235" cy="182"/>
            </a:xfrm>
            <a:custGeom>
              <a:avLst/>
              <a:gdLst>
                <a:gd name="T0" fmla="*/ 81 w 162"/>
                <a:gd name="T1" fmla="*/ 2 h 125"/>
                <a:gd name="T2" fmla="*/ 139 w 162"/>
                <a:gd name="T3" fmla="*/ 13 h 125"/>
                <a:gd name="T4" fmla="*/ 159 w 162"/>
                <a:gd name="T5" fmla="*/ 106 h 125"/>
                <a:gd name="T6" fmla="*/ 145 w 162"/>
                <a:gd name="T7" fmla="*/ 123 h 125"/>
                <a:gd name="T8" fmla="*/ 136 w 162"/>
                <a:gd name="T9" fmla="*/ 122 h 125"/>
                <a:gd name="T10" fmla="*/ 102 w 162"/>
                <a:gd name="T11" fmla="*/ 103 h 125"/>
                <a:gd name="T12" fmla="*/ 81 w 162"/>
                <a:gd name="T13" fmla="*/ 96 h 125"/>
                <a:gd name="T14" fmla="*/ 60 w 162"/>
                <a:gd name="T15" fmla="*/ 103 h 125"/>
                <a:gd name="T16" fmla="*/ 26 w 162"/>
                <a:gd name="T17" fmla="*/ 122 h 125"/>
                <a:gd name="T18" fmla="*/ 16 w 162"/>
                <a:gd name="T19" fmla="*/ 123 h 125"/>
                <a:gd name="T20" fmla="*/ 3 w 162"/>
                <a:gd name="T21" fmla="*/ 106 h 125"/>
                <a:gd name="T22" fmla="*/ 23 w 162"/>
                <a:gd name="T23" fmla="*/ 13 h 125"/>
                <a:gd name="T24" fmla="*/ 81 w 162"/>
                <a:gd name="T25" fmla="*/ 2 h 125"/>
                <a:gd name="T26" fmla="*/ 81 w 162"/>
                <a:gd name="T27" fmla="*/ 0 h 125"/>
                <a:gd name="T28" fmla="*/ 21 w 162"/>
                <a:gd name="T29" fmla="*/ 12 h 125"/>
                <a:gd name="T30" fmla="*/ 4 w 162"/>
                <a:gd name="T31" fmla="*/ 88 h 125"/>
                <a:gd name="T32" fmla="*/ 1 w 162"/>
                <a:gd name="T33" fmla="*/ 105 h 125"/>
                <a:gd name="T34" fmla="*/ 4 w 162"/>
                <a:gd name="T35" fmla="*/ 120 h 125"/>
                <a:gd name="T36" fmla="*/ 16 w 162"/>
                <a:gd name="T37" fmla="*/ 125 h 125"/>
                <a:gd name="T38" fmla="*/ 27 w 162"/>
                <a:gd name="T39" fmla="*/ 124 h 125"/>
                <a:gd name="T40" fmla="*/ 61 w 162"/>
                <a:gd name="T41" fmla="*/ 105 h 125"/>
                <a:gd name="T42" fmla="*/ 81 w 162"/>
                <a:gd name="T43" fmla="*/ 98 h 125"/>
                <a:gd name="T44" fmla="*/ 101 w 162"/>
                <a:gd name="T45" fmla="*/ 105 h 125"/>
                <a:gd name="T46" fmla="*/ 135 w 162"/>
                <a:gd name="T47" fmla="*/ 124 h 125"/>
                <a:gd name="T48" fmla="*/ 145 w 162"/>
                <a:gd name="T49" fmla="*/ 125 h 125"/>
                <a:gd name="T50" fmla="*/ 158 w 162"/>
                <a:gd name="T51" fmla="*/ 120 h 125"/>
                <a:gd name="T52" fmla="*/ 161 w 162"/>
                <a:gd name="T53" fmla="*/ 105 h 125"/>
                <a:gd name="T54" fmla="*/ 158 w 162"/>
                <a:gd name="T55" fmla="*/ 88 h 125"/>
                <a:gd name="T56" fmla="*/ 140 w 162"/>
                <a:gd name="T57" fmla="*/ 12 h 125"/>
                <a:gd name="T58" fmla="*/ 81 w 162"/>
                <a:gd name="T59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2" h="125">
                  <a:moveTo>
                    <a:pt x="81" y="2"/>
                  </a:moveTo>
                  <a:cubicBezTo>
                    <a:pt x="116" y="2"/>
                    <a:pt x="134" y="7"/>
                    <a:pt x="139" y="13"/>
                  </a:cubicBezTo>
                  <a:cubicBezTo>
                    <a:pt x="144" y="19"/>
                    <a:pt x="157" y="97"/>
                    <a:pt x="159" y="106"/>
                  </a:cubicBezTo>
                  <a:cubicBezTo>
                    <a:pt x="161" y="113"/>
                    <a:pt x="158" y="123"/>
                    <a:pt x="145" y="123"/>
                  </a:cubicBezTo>
                  <a:cubicBezTo>
                    <a:pt x="143" y="123"/>
                    <a:pt x="139" y="123"/>
                    <a:pt x="136" y="122"/>
                  </a:cubicBezTo>
                  <a:cubicBezTo>
                    <a:pt x="115" y="115"/>
                    <a:pt x="102" y="103"/>
                    <a:pt x="102" y="103"/>
                  </a:cubicBezTo>
                  <a:cubicBezTo>
                    <a:pt x="81" y="96"/>
                    <a:pt x="81" y="96"/>
                    <a:pt x="81" y="96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0" y="103"/>
                    <a:pt x="47" y="115"/>
                    <a:pt x="26" y="122"/>
                  </a:cubicBezTo>
                  <a:cubicBezTo>
                    <a:pt x="22" y="123"/>
                    <a:pt x="19" y="123"/>
                    <a:pt x="16" y="123"/>
                  </a:cubicBezTo>
                  <a:cubicBezTo>
                    <a:pt x="4" y="123"/>
                    <a:pt x="1" y="113"/>
                    <a:pt x="3" y="106"/>
                  </a:cubicBezTo>
                  <a:cubicBezTo>
                    <a:pt x="5" y="97"/>
                    <a:pt x="18" y="19"/>
                    <a:pt x="23" y="13"/>
                  </a:cubicBezTo>
                  <a:cubicBezTo>
                    <a:pt x="28" y="7"/>
                    <a:pt x="46" y="2"/>
                    <a:pt x="81" y="2"/>
                  </a:cubicBezTo>
                  <a:moveTo>
                    <a:pt x="81" y="0"/>
                  </a:moveTo>
                  <a:cubicBezTo>
                    <a:pt x="50" y="0"/>
                    <a:pt x="28" y="4"/>
                    <a:pt x="21" y="12"/>
                  </a:cubicBezTo>
                  <a:cubicBezTo>
                    <a:pt x="18" y="16"/>
                    <a:pt x="12" y="43"/>
                    <a:pt x="4" y="88"/>
                  </a:cubicBezTo>
                  <a:cubicBezTo>
                    <a:pt x="2" y="96"/>
                    <a:pt x="1" y="103"/>
                    <a:pt x="1" y="105"/>
                  </a:cubicBezTo>
                  <a:cubicBezTo>
                    <a:pt x="0" y="109"/>
                    <a:pt x="0" y="115"/>
                    <a:pt x="4" y="120"/>
                  </a:cubicBezTo>
                  <a:cubicBezTo>
                    <a:pt x="6" y="122"/>
                    <a:pt x="9" y="125"/>
                    <a:pt x="16" y="125"/>
                  </a:cubicBezTo>
                  <a:cubicBezTo>
                    <a:pt x="19" y="125"/>
                    <a:pt x="23" y="125"/>
                    <a:pt x="27" y="124"/>
                  </a:cubicBezTo>
                  <a:cubicBezTo>
                    <a:pt x="46" y="117"/>
                    <a:pt x="58" y="107"/>
                    <a:pt x="61" y="105"/>
                  </a:cubicBezTo>
                  <a:cubicBezTo>
                    <a:pt x="81" y="98"/>
                    <a:pt x="81" y="98"/>
                    <a:pt x="81" y="98"/>
                  </a:cubicBezTo>
                  <a:cubicBezTo>
                    <a:pt x="101" y="105"/>
                    <a:pt x="101" y="105"/>
                    <a:pt x="101" y="105"/>
                  </a:cubicBezTo>
                  <a:cubicBezTo>
                    <a:pt x="103" y="107"/>
                    <a:pt x="116" y="117"/>
                    <a:pt x="135" y="124"/>
                  </a:cubicBezTo>
                  <a:cubicBezTo>
                    <a:pt x="139" y="125"/>
                    <a:pt x="142" y="125"/>
                    <a:pt x="145" y="125"/>
                  </a:cubicBezTo>
                  <a:cubicBezTo>
                    <a:pt x="152" y="125"/>
                    <a:pt x="156" y="122"/>
                    <a:pt x="158" y="120"/>
                  </a:cubicBezTo>
                  <a:cubicBezTo>
                    <a:pt x="162" y="115"/>
                    <a:pt x="162" y="109"/>
                    <a:pt x="161" y="105"/>
                  </a:cubicBezTo>
                  <a:cubicBezTo>
                    <a:pt x="160" y="103"/>
                    <a:pt x="159" y="96"/>
                    <a:pt x="158" y="88"/>
                  </a:cubicBezTo>
                  <a:cubicBezTo>
                    <a:pt x="149" y="43"/>
                    <a:pt x="144" y="16"/>
                    <a:pt x="140" y="12"/>
                  </a:cubicBezTo>
                  <a:cubicBezTo>
                    <a:pt x="133" y="4"/>
                    <a:pt x="112" y="0"/>
                    <a:pt x="8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0" name="Freeform 127">
              <a:extLst>
                <a:ext uri="{FF2B5EF4-FFF2-40B4-BE49-F238E27FC236}">
                  <a16:creationId xmlns:a16="http://schemas.microsoft.com/office/drawing/2014/main" id="{5B8F34F5-A70B-43CA-91A7-7ACA0B48A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9" y="973"/>
              <a:ext cx="38" cy="91"/>
            </a:xfrm>
            <a:custGeom>
              <a:avLst/>
              <a:gdLst>
                <a:gd name="T0" fmla="*/ 0 w 26"/>
                <a:gd name="T1" fmla="*/ 0 h 63"/>
                <a:gd name="T2" fmla="*/ 20 w 26"/>
                <a:gd name="T3" fmla="*/ 63 h 63"/>
                <a:gd name="T4" fmla="*/ 26 w 26"/>
                <a:gd name="T5" fmla="*/ 41 h 63"/>
                <a:gd name="T6" fmla="*/ 17 w 26"/>
                <a:gd name="T7" fmla="*/ 13 h 63"/>
                <a:gd name="T8" fmla="*/ 0 w 26"/>
                <a:gd name="T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63">
                  <a:moveTo>
                    <a:pt x="0" y="0"/>
                  </a:moveTo>
                  <a:cubicBezTo>
                    <a:pt x="20" y="63"/>
                    <a:pt x="20" y="63"/>
                    <a:pt x="20" y="63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19" y="20"/>
                    <a:pt x="17" y="13"/>
                  </a:cubicBezTo>
                  <a:cubicBezTo>
                    <a:pt x="14" y="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4BB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1" name="Freeform 128">
              <a:extLst>
                <a:ext uri="{FF2B5EF4-FFF2-40B4-BE49-F238E27FC236}">
                  <a16:creationId xmlns:a16="http://schemas.microsoft.com/office/drawing/2014/main" id="{3ECAA0C4-68ED-4A88-8009-3952FE2CA1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" y="919"/>
              <a:ext cx="175" cy="181"/>
            </a:xfrm>
            <a:custGeom>
              <a:avLst/>
              <a:gdLst>
                <a:gd name="T0" fmla="*/ 31 w 120"/>
                <a:gd name="T1" fmla="*/ 105 h 125"/>
                <a:gd name="T2" fmla="*/ 28 w 120"/>
                <a:gd name="T3" fmla="*/ 41 h 125"/>
                <a:gd name="T4" fmla="*/ 120 w 120"/>
                <a:gd name="T5" fmla="*/ 4 h 125"/>
                <a:gd name="T6" fmla="*/ 84 w 120"/>
                <a:gd name="T7" fmla="*/ 0 h 125"/>
                <a:gd name="T8" fmla="*/ 79 w 120"/>
                <a:gd name="T9" fmla="*/ 0 h 125"/>
                <a:gd name="T10" fmla="*/ 17 w 120"/>
                <a:gd name="T11" fmla="*/ 18 h 125"/>
                <a:gd name="T12" fmla="*/ 2 w 120"/>
                <a:gd name="T13" fmla="*/ 103 h 125"/>
                <a:gd name="T14" fmla="*/ 25 w 120"/>
                <a:gd name="T15" fmla="*/ 119 h 125"/>
                <a:gd name="T16" fmla="*/ 39 w 120"/>
                <a:gd name="T17" fmla="*/ 113 h 125"/>
                <a:gd name="T18" fmla="*/ 31 w 120"/>
                <a:gd name="T19" fmla="*/ 10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0" h="125">
                  <a:moveTo>
                    <a:pt x="31" y="105"/>
                  </a:moveTo>
                  <a:cubicBezTo>
                    <a:pt x="18" y="103"/>
                    <a:pt x="23" y="54"/>
                    <a:pt x="28" y="41"/>
                  </a:cubicBezTo>
                  <a:cubicBezTo>
                    <a:pt x="34" y="28"/>
                    <a:pt x="120" y="4"/>
                    <a:pt x="120" y="4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3" y="0"/>
                    <a:pt x="81" y="0"/>
                    <a:pt x="79" y="0"/>
                  </a:cubicBezTo>
                  <a:cubicBezTo>
                    <a:pt x="44" y="0"/>
                    <a:pt x="19" y="7"/>
                    <a:pt x="17" y="18"/>
                  </a:cubicBezTo>
                  <a:cubicBezTo>
                    <a:pt x="16" y="25"/>
                    <a:pt x="4" y="94"/>
                    <a:pt x="2" y="103"/>
                  </a:cubicBezTo>
                  <a:cubicBezTo>
                    <a:pt x="0" y="111"/>
                    <a:pt x="4" y="125"/>
                    <a:pt x="25" y="119"/>
                  </a:cubicBezTo>
                  <a:cubicBezTo>
                    <a:pt x="30" y="117"/>
                    <a:pt x="35" y="115"/>
                    <a:pt x="39" y="113"/>
                  </a:cubicBezTo>
                  <a:cubicBezTo>
                    <a:pt x="37" y="109"/>
                    <a:pt x="35" y="106"/>
                    <a:pt x="31" y="105"/>
                  </a:cubicBezTo>
                  <a:close/>
                </a:path>
              </a:pathLst>
            </a:custGeom>
            <a:solidFill>
              <a:srgbClr val="4BB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2" name="Freeform 129">
              <a:extLst>
                <a:ext uri="{FF2B5EF4-FFF2-40B4-BE49-F238E27FC236}">
                  <a16:creationId xmlns:a16="http://schemas.microsoft.com/office/drawing/2014/main" id="{C85C6FF1-A937-420F-8757-EDC4811D5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2" y="1313"/>
              <a:ext cx="100" cy="53"/>
            </a:xfrm>
            <a:custGeom>
              <a:avLst/>
              <a:gdLst>
                <a:gd name="T0" fmla="*/ 0 w 69"/>
                <a:gd name="T1" fmla="*/ 14 h 37"/>
                <a:gd name="T2" fmla="*/ 12 w 69"/>
                <a:gd name="T3" fmla="*/ 37 h 37"/>
                <a:gd name="T4" fmla="*/ 45 w 69"/>
                <a:gd name="T5" fmla="*/ 23 h 37"/>
                <a:gd name="T6" fmla="*/ 68 w 69"/>
                <a:gd name="T7" fmla="*/ 10 h 37"/>
                <a:gd name="T8" fmla="*/ 60 w 69"/>
                <a:gd name="T9" fmla="*/ 6 h 37"/>
                <a:gd name="T10" fmla="*/ 22 w 69"/>
                <a:gd name="T11" fmla="*/ 7 h 37"/>
                <a:gd name="T12" fmla="*/ 15 w 69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37">
                  <a:moveTo>
                    <a:pt x="0" y="14"/>
                  </a:moveTo>
                  <a:cubicBezTo>
                    <a:pt x="5" y="24"/>
                    <a:pt x="5" y="37"/>
                    <a:pt x="12" y="37"/>
                  </a:cubicBezTo>
                  <a:cubicBezTo>
                    <a:pt x="19" y="36"/>
                    <a:pt x="30" y="28"/>
                    <a:pt x="45" y="23"/>
                  </a:cubicBezTo>
                  <a:cubicBezTo>
                    <a:pt x="59" y="18"/>
                    <a:pt x="69" y="12"/>
                    <a:pt x="68" y="10"/>
                  </a:cubicBezTo>
                  <a:cubicBezTo>
                    <a:pt x="68" y="8"/>
                    <a:pt x="67" y="4"/>
                    <a:pt x="60" y="6"/>
                  </a:cubicBezTo>
                  <a:cubicBezTo>
                    <a:pt x="53" y="7"/>
                    <a:pt x="26" y="11"/>
                    <a:pt x="22" y="7"/>
                  </a:cubicBezTo>
                  <a:cubicBezTo>
                    <a:pt x="19" y="4"/>
                    <a:pt x="15" y="0"/>
                    <a:pt x="15" y="0"/>
                  </a:cubicBezTo>
                </a:path>
              </a:pathLst>
            </a:custGeom>
            <a:solidFill>
              <a:srgbClr val="FFFFFF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3" name="Freeform 130">
              <a:extLst>
                <a:ext uri="{FF2B5EF4-FFF2-40B4-BE49-F238E27FC236}">
                  <a16:creationId xmlns:a16="http://schemas.microsoft.com/office/drawing/2014/main" id="{8A86429F-95A9-4ABB-B487-D7816099C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2" y="1313"/>
              <a:ext cx="100" cy="53"/>
            </a:xfrm>
            <a:custGeom>
              <a:avLst/>
              <a:gdLst>
                <a:gd name="T0" fmla="*/ 0 w 69"/>
                <a:gd name="T1" fmla="*/ 14 h 37"/>
                <a:gd name="T2" fmla="*/ 12 w 69"/>
                <a:gd name="T3" fmla="*/ 37 h 37"/>
                <a:gd name="T4" fmla="*/ 45 w 69"/>
                <a:gd name="T5" fmla="*/ 23 h 37"/>
                <a:gd name="T6" fmla="*/ 68 w 69"/>
                <a:gd name="T7" fmla="*/ 10 h 37"/>
                <a:gd name="T8" fmla="*/ 60 w 69"/>
                <a:gd name="T9" fmla="*/ 6 h 37"/>
                <a:gd name="T10" fmla="*/ 22 w 69"/>
                <a:gd name="T11" fmla="*/ 7 h 37"/>
                <a:gd name="T12" fmla="*/ 15 w 69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37">
                  <a:moveTo>
                    <a:pt x="0" y="14"/>
                  </a:moveTo>
                  <a:cubicBezTo>
                    <a:pt x="5" y="24"/>
                    <a:pt x="5" y="37"/>
                    <a:pt x="12" y="37"/>
                  </a:cubicBezTo>
                  <a:cubicBezTo>
                    <a:pt x="19" y="36"/>
                    <a:pt x="30" y="28"/>
                    <a:pt x="45" y="23"/>
                  </a:cubicBezTo>
                  <a:cubicBezTo>
                    <a:pt x="59" y="18"/>
                    <a:pt x="69" y="12"/>
                    <a:pt x="68" y="10"/>
                  </a:cubicBezTo>
                  <a:cubicBezTo>
                    <a:pt x="68" y="8"/>
                    <a:pt x="67" y="4"/>
                    <a:pt x="60" y="6"/>
                  </a:cubicBezTo>
                  <a:cubicBezTo>
                    <a:pt x="53" y="7"/>
                    <a:pt x="26" y="11"/>
                    <a:pt x="22" y="7"/>
                  </a:cubicBezTo>
                  <a:cubicBezTo>
                    <a:pt x="19" y="4"/>
                    <a:pt x="15" y="0"/>
                    <a:pt x="15" y="0"/>
                  </a:cubicBezTo>
                </a:path>
              </a:pathLst>
            </a:cu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4" name="Freeform 131">
              <a:extLst>
                <a:ext uri="{FF2B5EF4-FFF2-40B4-BE49-F238E27FC236}">
                  <a16:creationId xmlns:a16="http://schemas.microsoft.com/office/drawing/2014/main" id="{BCAF2A56-4FEE-45F1-9A51-AA39E7DD0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8" y="1445"/>
              <a:ext cx="49" cy="55"/>
            </a:xfrm>
            <a:custGeom>
              <a:avLst/>
              <a:gdLst>
                <a:gd name="T0" fmla="*/ 15 w 34"/>
                <a:gd name="T1" fmla="*/ 0 h 38"/>
                <a:gd name="T2" fmla="*/ 0 w 34"/>
                <a:gd name="T3" fmla="*/ 26 h 38"/>
                <a:gd name="T4" fmla="*/ 7 w 34"/>
                <a:gd name="T5" fmla="*/ 34 h 38"/>
                <a:gd name="T6" fmla="*/ 27 w 34"/>
                <a:gd name="T7" fmla="*/ 38 h 38"/>
                <a:gd name="T8" fmla="*/ 33 w 34"/>
                <a:gd name="T9" fmla="*/ 18 h 38"/>
                <a:gd name="T10" fmla="*/ 34 w 34"/>
                <a:gd name="T11" fmla="*/ 0 h 38"/>
                <a:gd name="T12" fmla="*/ 15 w 34"/>
                <a:gd name="T13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8">
                  <a:moveTo>
                    <a:pt x="15" y="0"/>
                  </a:moveTo>
                  <a:cubicBezTo>
                    <a:pt x="13" y="5"/>
                    <a:pt x="0" y="20"/>
                    <a:pt x="0" y="26"/>
                  </a:cubicBezTo>
                  <a:cubicBezTo>
                    <a:pt x="0" y="32"/>
                    <a:pt x="1" y="32"/>
                    <a:pt x="7" y="34"/>
                  </a:cubicBezTo>
                  <a:cubicBezTo>
                    <a:pt x="15" y="37"/>
                    <a:pt x="22" y="38"/>
                    <a:pt x="27" y="38"/>
                  </a:cubicBezTo>
                  <a:cubicBezTo>
                    <a:pt x="32" y="38"/>
                    <a:pt x="34" y="22"/>
                    <a:pt x="33" y="18"/>
                  </a:cubicBezTo>
                  <a:cubicBezTo>
                    <a:pt x="32" y="15"/>
                    <a:pt x="34" y="0"/>
                    <a:pt x="34" y="0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5" name="Freeform 132">
              <a:extLst>
                <a:ext uri="{FF2B5EF4-FFF2-40B4-BE49-F238E27FC236}">
                  <a16:creationId xmlns:a16="http://schemas.microsoft.com/office/drawing/2014/main" id="{2D291A29-9FBB-4FFE-9B6E-2D2B52F8D4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2" y="1148"/>
              <a:ext cx="121" cy="307"/>
            </a:xfrm>
            <a:custGeom>
              <a:avLst/>
              <a:gdLst>
                <a:gd name="T0" fmla="*/ 54 w 121"/>
                <a:gd name="T1" fmla="*/ 31 h 307"/>
                <a:gd name="T2" fmla="*/ 0 w 121"/>
                <a:gd name="T3" fmla="*/ 297 h 307"/>
                <a:gd name="T4" fmla="*/ 55 w 121"/>
                <a:gd name="T5" fmla="*/ 307 h 307"/>
                <a:gd name="T6" fmla="*/ 121 w 121"/>
                <a:gd name="T7" fmla="*/ 28 h 307"/>
                <a:gd name="T8" fmla="*/ 77 w 121"/>
                <a:gd name="T9" fmla="*/ 0 h 307"/>
                <a:gd name="T10" fmla="*/ 54 w 121"/>
                <a:gd name="T11" fmla="*/ 27 h 307"/>
                <a:gd name="T12" fmla="*/ 54 w 121"/>
                <a:gd name="T13" fmla="*/ 31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1" h="307">
                  <a:moveTo>
                    <a:pt x="54" y="31"/>
                  </a:moveTo>
                  <a:lnTo>
                    <a:pt x="0" y="297"/>
                  </a:lnTo>
                  <a:lnTo>
                    <a:pt x="55" y="307"/>
                  </a:lnTo>
                  <a:lnTo>
                    <a:pt x="121" y="28"/>
                  </a:lnTo>
                  <a:lnTo>
                    <a:pt x="77" y="0"/>
                  </a:lnTo>
                  <a:lnTo>
                    <a:pt x="54" y="27"/>
                  </a:lnTo>
                  <a:lnTo>
                    <a:pt x="54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6" name="Freeform 133">
              <a:extLst>
                <a:ext uri="{FF2B5EF4-FFF2-40B4-BE49-F238E27FC236}">
                  <a16:creationId xmlns:a16="http://schemas.microsoft.com/office/drawing/2014/main" id="{3ECA4170-7D47-45CB-ABBD-10168DB55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2" y="1148"/>
              <a:ext cx="121" cy="307"/>
            </a:xfrm>
            <a:custGeom>
              <a:avLst/>
              <a:gdLst>
                <a:gd name="T0" fmla="*/ 54 w 121"/>
                <a:gd name="T1" fmla="*/ 31 h 307"/>
                <a:gd name="T2" fmla="*/ 0 w 121"/>
                <a:gd name="T3" fmla="*/ 297 h 307"/>
                <a:gd name="T4" fmla="*/ 55 w 121"/>
                <a:gd name="T5" fmla="*/ 307 h 307"/>
                <a:gd name="T6" fmla="*/ 121 w 121"/>
                <a:gd name="T7" fmla="*/ 28 h 307"/>
                <a:gd name="T8" fmla="*/ 77 w 121"/>
                <a:gd name="T9" fmla="*/ 0 h 307"/>
                <a:gd name="T10" fmla="*/ 54 w 121"/>
                <a:gd name="T11" fmla="*/ 2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307">
                  <a:moveTo>
                    <a:pt x="54" y="31"/>
                  </a:moveTo>
                  <a:lnTo>
                    <a:pt x="0" y="297"/>
                  </a:lnTo>
                  <a:lnTo>
                    <a:pt x="55" y="307"/>
                  </a:lnTo>
                  <a:lnTo>
                    <a:pt x="121" y="28"/>
                  </a:lnTo>
                  <a:lnTo>
                    <a:pt x="77" y="0"/>
                  </a:lnTo>
                  <a:lnTo>
                    <a:pt x="54" y="27"/>
                  </a:lnTo>
                </a:path>
              </a:pathLst>
            </a:cu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7" name="Rectangle 134">
              <a:extLst>
                <a:ext uri="{FF2B5EF4-FFF2-40B4-BE49-F238E27FC236}">
                  <a16:creationId xmlns:a16="http://schemas.microsoft.com/office/drawing/2014/main" id="{966F145C-22B9-4405-AB19-CBEB54F09F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6" y="1010"/>
              <a:ext cx="164" cy="99"/>
            </a:xfrm>
            <a:prstGeom prst="rect">
              <a:avLst/>
            </a:prstGeom>
            <a:solidFill>
              <a:srgbClr val="666666"/>
            </a:solidFill>
            <a:ln w="9525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8" name="Rectangle 135">
              <a:extLst>
                <a:ext uri="{FF2B5EF4-FFF2-40B4-BE49-F238E27FC236}">
                  <a16:creationId xmlns:a16="http://schemas.microsoft.com/office/drawing/2014/main" id="{C863A423-2189-4D17-97DE-C04FC8562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6" y="1109"/>
              <a:ext cx="164" cy="10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9" name="Freeform 136">
              <a:extLst>
                <a:ext uri="{FF2B5EF4-FFF2-40B4-BE49-F238E27FC236}">
                  <a16:creationId xmlns:a16="http://schemas.microsoft.com/office/drawing/2014/main" id="{97E0C441-BB0B-4C67-BCD2-7DA58D22B6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2" y="1087"/>
              <a:ext cx="335" cy="255"/>
            </a:xfrm>
            <a:custGeom>
              <a:avLst/>
              <a:gdLst>
                <a:gd name="T0" fmla="*/ 18 w 230"/>
                <a:gd name="T1" fmla="*/ 31 h 175"/>
                <a:gd name="T2" fmla="*/ 110 w 230"/>
                <a:gd name="T3" fmla="*/ 3 h 175"/>
                <a:gd name="T4" fmla="*/ 129 w 230"/>
                <a:gd name="T5" fmla="*/ 17 h 175"/>
                <a:gd name="T6" fmla="*/ 230 w 230"/>
                <a:gd name="T7" fmla="*/ 152 h 175"/>
                <a:gd name="T8" fmla="*/ 201 w 230"/>
                <a:gd name="T9" fmla="*/ 175 h 175"/>
                <a:gd name="T10" fmla="*/ 103 w 230"/>
                <a:gd name="T11" fmla="*/ 57 h 175"/>
                <a:gd name="T12" fmla="*/ 83 w 230"/>
                <a:gd name="T13" fmla="*/ 73 h 175"/>
                <a:gd name="T14" fmla="*/ 45 w 230"/>
                <a:gd name="T15" fmla="*/ 89 h 175"/>
                <a:gd name="T16" fmla="*/ 0 w 230"/>
                <a:gd name="T17" fmla="*/ 50 h 175"/>
                <a:gd name="T18" fmla="*/ 9 w 230"/>
                <a:gd name="T19" fmla="*/ 15 h 175"/>
                <a:gd name="T20" fmla="*/ 65 w 230"/>
                <a:gd name="T21" fmla="*/ 1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0" h="175">
                  <a:moveTo>
                    <a:pt x="18" y="31"/>
                  </a:moveTo>
                  <a:cubicBezTo>
                    <a:pt x="18" y="31"/>
                    <a:pt x="103" y="5"/>
                    <a:pt x="110" y="3"/>
                  </a:cubicBezTo>
                  <a:cubicBezTo>
                    <a:pt x="117" y="0"/>
                    <a:pt x="118" y="5"/>
                    <a:pt x="129" y="17"/>
                  </a:cubicBezTo>
                  <a:cubicBezTo>
                    <a:pt x="140" y="28"/>
                    <a:pt x="230" y="152"/>
                    <a:pt x="230" y="152"/>
                  </a:cubicBezTo>
                  <a:cubicBezTo>
                    <a:pt x="201" y="175"/>
                    <a:pt x="201" y="175"/>
                    <a:pt x="201" y="175"/>
                  </a:cubicBezTo>
                  <a:cubicBezTo>
                    <a:pt x="103" y="57"/>
                    <a:pt x="103" y="57"/>
                    <a:pt x="103" y="57"/>
                  </a:cubicBezTo>
                  <a:cubicBezTo>
                    <a:pt x="103" y="57"/>
                    <a:pt x="91" y="66"/>
                    <a:pt x="83" y="73"/>
                  </a:cubicBezTo>
                  <a:cubicBezTo>
                    <a:pt x="76" y="79"/>
                    <a:pt x="69" y="89"/>
                    <a:pt x="45" y="89"/>
                  </a:cubicBezTo>
                  <a:cubicBezTo>
                    <a:pt x="21" y="89"/>
                    <a:pt x="0" y="76"/>
                    <a:pt x="0" y="50"/>
                  </a:cubicBezTo>
                  <a:cubicBezTo>
                    <a:pt x="0" y="25"/>
                    <a:pt x="9" y="15"/>
                    <a:pt x="9" y="15"/>
                  </a:cubicBezTo>
                  <a:cubicBezTo>
                    <a:pt x="9" y="15"/>
                    <a:pt x="63" y="15"/>
                    <a:pt x="65" y="15"/>
                  </a:cubicBezTo>
                </a:path>
              </a:pathLst>
            </a:custGeom>
            <a:solidFill>
              <a:srgbClr val="000000"/>
            </a:solidFill>
            <a:ln w="4763" cap="flat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0" name="Freeform 137">
              <a:extLst>
                <a:ext uri="{FF2B5EF4-FFF2-40B4-BE49-F238E27FC236}">
                  <a16:creationId xmlns:a16="http://schemas.microsoft.com/office/drawing/2014/main" id="{1C8B47A6-488A-4FE6-ACF3-8C97FBE9D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2" y="1087"/>
              <a:ext cx="335" cy="255"/>
            </a:xfrm>
            <a:custGeom>
              <a:avLst/>
              <a:gdLst>
                <a:gd name="T0" fmla="*/ 18 w 230"/>
                <a:gd name="T1" fmla="*/ 31 h 175"/>
                <a:gd name="T2" fmla="*/ 110 w 230"/>
                <a:gd name="T3" fmla="*/ 3 h 175"/>
                <a:gd name="T4" fmla="*/ 129 w 230"/>
                <a:gd name="T5" fmla="*/ 17 h 175"/>
                <a:gd name="T6" fmla="*/ 230 w 230"/>
                <a:gd name="T7" fmla="*/ 152 h 175"/>
                <a:gd name="T8" fmla="*/ 201 w 230"/>
                <a:gd name="T9" fmla="*/ 175 h 175"/>
                <a:gd name="T10" fmla="*/ 103 w 230"/>
                <a:gd name="T11" fmla="*/ 57 h 175"/>
                <a:gd name="T12" fmla="*/ 83 w 230"/>
                <a:gd name="T13" fmla="*/ 73 h 175"/>
                <a:gd name="T14" fmla="*/ 45 w 230"/>
                <a:gd name="T15" fmla="*/ 89 h 175"/>
                <a:gd name="T16" fmla="*/ 0 w 230"/>
                <a:gd name="T17" fmla="*/ 50 h 175"/>
                <a:gd name="T18" fmla="*/ 9 w 230"/>
                <a:gd name="T19" fmla="*/ 15 h 175"/>
                <a:gd name="T20" fmla="*/ 65 w 230"/>
                <a:gd name="T21" fmla="*/ 1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0" h="175">
                  <a:moveTo>
                    <a:pt x="18" y="31"/>
                  </a:moveTo>
                  <a:cubicBezTo>
                    <a:pt x="18" y="31"/>
                    <a:pt x="103" y="5"/>
                    <a:pt x="110" y="3"/>
                  </a:cubicBezTo>
                  <a:cubicBezTo>
                    <a:pt x="117" y="0"/>
                    <a:pt x="118" y="5"/>
                    <a:pt x="129" y="17"/>
                  </a:cubicBezTo>
                  <a:cubicBezTo>
                    <a:pt x="140" y="28"/>
                    <a:pt x="230" y="152"/>
                    <a:pt x="230" y="152"/>
                  </a:cubicBezTo>
                  <a:cubicBezTo>
                    <a:pt x="201" y="175"/>
                    <a:pt x="201" y="175"/>
                    <a:pt x="201" y="175"/>
                  </a:cubicBezTo>
                  <a:cubicBezTo>
                    <a:pt x="103" y="57"/>
                    <a:pt x="103" y="57"/>
                    <a:pt x="103" y="57"/>
                  </a:cubicBezTo>
                  <a:cubicBezTo>
                    <a:pt x="103" y="57"/>
                    <a:pt x="91" y="66"/>
                    <a:pt x="83" y="73"/>
                  </a:cubicBezTo>
                  <a:cubicBezTo>
                    <a:pt x="76" y="79"/>
                    <a:pt x="69" y="89"/>
                    <a:pt x="45" y="89"/>
                  </a:cubicBezTo>
                  <a:cubicBezTo>
                    <a:pt x="21" y="89"/>
                    <a:pt x="0" y="76"/>
                    <a:pt x="0" y="50"/>
                  </a:cubicBezTo>
                  <a:cubicBezTo>
                    <a:pt x="0" y="25"/>
                    <a:pt x="9" y="15"/>
                    <a:pt x="9" y="15"/>
                  </a:cubicBezTo>
                  <a:cubicBezTo>
                    <a:pt x="9" y="15"/>
                    <a:pt x="63" y="15"/>
                    <a:pt x="65" y="15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1" name="Freeform 138">
              <a:extLst>
                <a:ext uri="{FF2B5EF4-FFF2-40B4-BE49-F238E27FC236}">
                  <a16:creationId xmlns:a16="http://schemas.microsoft.com/office/drawing/2014/main" id="{3421210B-A2A2-4087-AB7E-D8440A52D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5" y="829"/>
              <a:ext cx="81" cy="106"/>
            </a:xfrm>
            <a:custGeom>
              <a:avLst/>
              <a:gdLst>
                <a:gd name="T0" fmla="*/ 56 w 56"/>
                <a:gd name="T1" fmla="*/ 36 h 73"/>
                <a:gd name="T2" fmla="*/ 28 w 56"/>
                <a:gd name="T3" fmla="*/ 73 h 73"/>
                <a:gd name="T4" fmla="*/ 0 w 56"/>
                <a:gd name="T5" fmla="*/ 36 h 73"/>
                <a:gd name="T6" fmla="*/ 28 w 56"/>
                <a:gd name="T7" fmla="*/ 0 h 73"/>
                <a:gd name="T8" fmla="*/ 56 w 56"/>
                <a:gd name="T9" fmla="*/ 3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73">
                  <a:moveTo>
                    <a:pt x="56" y="36"/>
                  </a:moveTo>
                  <a:cubicBezTo>
                    <a:pt x="56" y="57"/>
                    <a:pt x="39" y="73"/>
                    <a:pt x="28" y="73"/>
                  </a:cubicBezTo>
                  <a:cubicBezTo>
                    <a:pt x="17" y="73"/>
                    <a:pt x="0" y="57"/>
                    <a:pt x="0" y="36"/>
                  </a:cubicBezTo>
                  <a:cubicBezTo>
                    <a:pt x="0" y="16"/>
                    <a:pt x="12" y="0"/>
                    <a:pt x="28" y="0"/>
                  </a:cubicBezTo>
                  <a:cubicBezTo>
                    <a:pt x="43" y="0"/>
                    <a:pt x="56" y="16"/>
                    <a:pt x="56" y="3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2" name="Freeform 139">
              <a:extLst>
                <a:ext uri="{FF2B5EF4-FFF2-40B4-BE49-F238E27FC236}">
                  <a16:creationId xmlns:a16="http://schemas.microsoft.com/office/drawing/2014/main" id="{B988ECC9-4EF8-4E69-8D91-ED1154033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2" y="988"/>
              <a:ext cx="6" cy="22"/>
            </a:xfrm>
            <a:custGeom>
              <a:avLst/>
              <a:gdLst>
                <a:gd name="T0" fmla="*/ 6 w 6"/>
                <a:gd name="T1" fmla="*/ 0 h 22"/>
                <a:gd name="T2" fmla="*/ 0 w 6"/>
                <a:gd name="T3" fmla="*/ 22 h 22"/>
                <a:gd name="T4" fmla="*/ 6 w 6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22">
                  <a:moveTo>
                    <a:pt x="6" y="0"/>
                  </a:moveTo>
                  <a:lnTo>
                    <a:pt x="0" y="22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3" name="Line 140">
              <a:extLst>
                <a:ext uri="{FF2B5EF4-FFF2-40B4-BE49-F238E27FC236}">
                  <a16:creationId xmlns:a16="http://schemas.microsoft.com/office/drawing/2014/main" id="{971EDAD4-C3DA-4838-A994-82B6AE5FC8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42" y="988"/>
              <a:ext cx="6" cy="22"/>
            </a:xfrm>
            <a:prstGeom prst="line">
              <a:avLst/>
            </a:pr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4" name="Freeform 141">
              <a:extLst>
                <a:ext uri="{FF2B5EF4-FFF2-40B4-BE49-F238E27FC236}">
                  <a16:creationId xmlns:a16="http://schemas.microsoft.com/office/drawing/2014/main" id="{457FD572-55B2-455B-98F1-02B3B0C22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6" y="988"/>
              <a:ext cx="6" cy="22"/>
            </a:xfrm>
            <a:custGeom>
              <a:avLst/>
              <a:gdLst>
                <a:gd name="T0" fmla="*/ 0 w 6"/>
                <a:gd name="T1" fmla="*/ 0 h 22"/>
                <a:gd name="T2" fmla="*/ 6 w 6"/>
                <a:gd name="T3" fmla="*/ 22 h 22"/>
                <a:gd name="T4" fmla="*/ 0 w 6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22">
                  <a:moveTo>
                    <a:pt x="0" y="0"/>
                  </a:moveTo>
                  <a:lnTo>
                    <a:pt x="6" y="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5" name="Line 142">
              <a:extLst>
                <a:ext uri="{FF2B5EF4-FFF2-40B4-BE49-F238E27FC236}">
                  <a16:creationId xmlns:a16="http://schemas.microsoft.com/office/drawing/2014/main" id="{F797EFD1-6212-4F2C-B8A9-74C0019B1F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6" y="988"/>
              <a:ext cx="6" cy="22"/>
            </a:xfrm>
            <a:prstGeom prst="line">
              <a:avLst/>
            </a:pr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6" name="Line 143">
              <a:extLst>
                <a:ext uri="{FF2B5EF4-FFF2-40B4-BE49-F238E27FC236}">
                  <a16:creationId xmlns:a16="http://schemas.microsoft.com/office/drawing/2014/main" id="{D7533ACE-5674-4204-B391-0E8169A85F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2" y="1170"/>
              <a:ext cx="96" cy="116"/>
            </a:xfrm>
            <a:prstGeom prst="line">
              <a:avLst/>
            </a:prstGeom>
            <a:noFill/>
            <a:ln w="19050" cap="rnd">
              <a:solidFill>
                <a:srgbClr val="4B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7" name="Line 144">
              <a:extLst>
                <a:ext uri="{FF2B5EF4-FFF2-40B4-BE49-F238E27FC236}">
                  <a16:creationId xmlns:a16="http://schemas.microsoft.com/office/drawing/2014/main" id="{5113AB6D-F6FC-47F2-8E36-FD8DCADC18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88" y="1247"/>
              <a:ext cx="25" cy="124"/>
            </a:xfrm>
            <a:prstGeom prst="line">
              <a:avLst/>
            </a:prstGeom>
            <a:noFill/>
            <a:ln w="19050" cap="rnd">
              <a:solidFill>
                <a:srgbClr val="FF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8" name="Freeform 145">
              <a:extLst>
                <a:ext uri="{FF2B5EF4-FFF2-40B4-BE49-F238E27FC236}">
                  <a16:creationId xmlns:a16="http://schemas.microsoft.com/office/drawing/2014/main" id="{E666B01F-1AA3-44D5-B9A2-A34D75A56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6" y="833"/>
              <a:ext cx="44" cy="97"/>
            </a:xfrm>
            <a:custGeom>
              <a:avLst/>
              <a:gdLst>
                <a:gd name="T0" fmla="*/ 13 w 30"/>
                <a:gd name="T1" fmla="*/ 45 h 67"/>
                <a:gd name="T2" fmla="*/ 30 w 30"/>
                <a:gd name="T3" fmla="*/ 31 h 67"/>
                <a:gd name="T4" fmla="*/ 23 w 30"/>
                <a:gd name="T5" fmla="*/ 0 h 67"/>
                <a:gd name="T6" fmla="*/ 18 w 30"/>
                <a:gd name="T7" fmla="*/ 0 h 67"/>
                <a:gd name="T8" fmla="*/ 0 w 30"/>
                <a:gd name="T9" fmla="*/ 33 h 67"/>
                <a:gd name="T10" fmla="*/ 28 w 30"/>
                <a:gd name="T11" fmla="*/ 67 h 67"/>
                <a:gd name="T12" fmla="*/ 13 w 30"/>
                <a:gd name="T13" fmla="*/ 45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67">
                  <a:moveTo>
                    <a:pt x="13" y="45"/>
                  </a:moveTo>
                  <a:cubicBezTo>
                    <a:pt x="7" y="39"/>
                    <a:pt x="9" y="31"/>
                    <a:pt x="30" y="31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5"/>
                    <a:pt x="0" y="18"/>
                    <a:pt x="0" y="33"/>
                  </a:cubicBezTo>
                  <a:cubicBezTo>
                    <a:pt x="0" y="54"/>
                    <a:pt x="17" y="67"/>
                    <a:pt x="28" y="67"/>
                  </a:cubicBezTo>
                  <a:cubicBezTo>
                    <a:pt x="14" y="66"/>
                    <a:pt x="18" y="50"/>
                    <a:pt x="13" y="45"/>
                  </a:cubicBezTo>
                  <a:close/>
                </a:path>
              </a:pathLst>
            </a:custGeom>
            <a:solidFill>
              <a:srgbClr val="4BB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9" name="Freeform 146">
              <a:extLst>
                <a:ext uri="{FF2B5EF4-FFF2-40B4-BE49-F238E27FC236}">
                  <a16:creationId xmlns:a16="http://schemas.microsoft.com/office/drawing/2014/main" id="{14F80AF6-391E-43A8-8B89-F285B6770C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5" y="829"/>
              <a:ext cx="81" cy="65"/>
            </a:xfrm>
            <a:custGeom>
              <a:avLst/>
              <a:gdLst>
                <a:gd name="T0" fmla="*/ 9 w 56"/>
                <a:gd name="T1" fmla="*/ 30 h 45"/>
                <a:gd name="T2" fmla="*/ 27 w 56"/>
                <a:gd name="T3" fmla="*/ 34 h 45"/>
                <a:gd name="T4" fmla="*/ 27 w 56"/>
                <a:gd name="T5" fmla="*/ 34 h 45"/>
                <a:gd name="T6" fmla="*/ 28 w 56"/>
                <a:gd name="T7" fmla="*/ 34 h 45"/>
                <a:gd name="T8" fmla="*/ 28 w 56"/>
                <a:gd name="T9" fmla="*/ 34 h 45"/>
                <a:gd name="T10" fmla="*/ 28 w 56"/>
                <a:gd name="T11" fmla="*/ 34 h 45"/>
                <a:gd name="T12" fmla="*/ 46 w 56"/>
                <a:gd name="T13" fmla="*/ 30 h 45"/>
                <a:gd name="T14" fmla="*/ 54 w 56"/>
                <a:gd name="T15" fmla="*/ 45 h 45"/>
                <a:gd name="T16" fmla="*/ 55 w 56"/>
                <a:gd name="T17" fmla="*/ 44 h 45"/>
                <a:gd name="T18" fmla="*/ 56 w 56"/>
                <a:gd name="T19" fmla="*/ 36 h 45"/>
                <a:gd name="T20" fmla="*/ 28 w 56"/>
                <a:gd name="T21" fmla="*/ 0 h 45"/>
                <a:gd name="T22" fmla="*/ 0 w 56"/>
                <a:gd name="T23" fmla="*/ 36 h 45"/>
                <a:gd name="T24" fmla="*/ 1 w 56"/>
                <a:gd name="T25" fmla="*/ 44 h 45"/>
                <a:gd name="T26" fmla="*/ 9 w 56"/>
                <a:gd name="T27" fmla="*/ 3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45">
                  <a:moveTo>
                    <a:pt x="9" y="30"/>
                  </a:moveTo>
                  <a:cubicBezTo>
                    <a:pt x="13" y="30"/>
                    <a:pt x="16" y="34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34"/>
                    <a:pt x="42" y="30"/>
                    <a:pt x="46" y="30"/>
                  </a:cubicBezTo>
                  <a:cubicBezTo>
                    <a:pt x="50" y="30"/>
                    <a:pt x="55" y="33"/>
                    <a:pt x="54" y="45"/>
                  </a:cubicBezTo>
                  <a:cubicBezTo>
                    <a:pt x="55" y="44"/>
                    <a:pt x="55" y="44"/>
                    <a:pt x="55" y="44"/>
                  </a:cubicBezTo>
                  <a:cubicBezTo>
                    <a:pt x="55" y="42"/>
                    <a:pt x="56" y="39"/>
                    <a:pt x="56" y="36"/>
                  </a:cubicBezTo>
                  <a:cubicBezTo>
                    <a:pt x="56" y="16"/>
                    <a:pt x="43" y="0"/>
                    <a:pt x="28" y="0"/>
                  </a:cubicBezTo>
                  <a:cubicBezTo>
                    <a:pt x="12" y="0"/>
                    <a:pt x="0" y="16"/>
                    <a:pt x="0" y="36"/>
                  </a:cubicBezTo>
                  <a:cubicBezTo>
                    <a:pt x="0" y="39"/>
                    <a:pt x="0" y="42"/>
                    <a:pt x="1" y="44"/>
                  </a:cubicBezTo>
                  <a:cubicBezTo>
                    <a:pt x="0" y="33"/>
                    <a:pt x="5" y="30"/>
                    <a:pt x="9" y="30"/>
                  </a:cubicBezTo>
                  <a:close/>
                </a:path>
              </a:pathLst>
            </a:custGeom>
            <a:solidFill>
              <a:srgbClr val="085E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0" name="Freeform 147">
              <a:extLst>
                <a:ext uri="{FF2B5EF4-FFF2-40B4-BE49-F238E27FC236}">
                  <a16:creationId xmlns:a16="http://schemas.microsoft.com/office/drawing/2014/main" id="{85C62ED7-BB99-4B7E-B6AA-D2929CED0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6" y="986"/>
              <a:ext cx="162" cy="133"/>
            </a:xfrm>
            <a:custGeom>
              <a:avLst/>
              <a:gdLst>
                <a:gd name="T0" fmla="*/ 112 w 112"/>
                <a:gd name="T1" fmla="*/ 73 h 92"/>
                <a:gd name="T2" fmla="*/ 112 w 112"/>
                <a:gd name="T3" fmla="*/ 32 h 92"/>
                <a:gd name="T4" fmla="*/ 22 w 112"/>
                <a:gd name="T5" fmla="*/ 17 h 92"/>
                <a:gd name="T6" fmla="*/ 0 w 112"/>
                <a:gd name="T7" fmla="*/ 17 h 92"/>
                <a:gd name="T8" fmla="*/ 0 w 112"/>
                <a:gd name="T9" fmla="*/ 65 h 92"/>
                <a:gd name="T10" fmla="*/ 1 w 112"/>
                <a:gd name="T11" fmla="*/ 59 h 92"/>
                <a:gd name="T12" fmla="*/ 112 w 112"/>
                <a:gd name="T13" fmla="*/ 73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" h="92">
                  <a:moveTo>
                    <a:pt x="112" y="73"/>
                  </a:moveTo>
                  <a:cubicBezTo>
                    <a:pt x="112" y="73"/>
                    <a:pt x="112" y="0"/>
                    <a:pt x="112" y="32"/>
                  </a:cubicBezTo>
                  <a:cubicBezTo>
                    <a:pt x="112" y="65"/>
                    <a:pt x="56" y="17"/>
                    <a:pt x="22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" y="63"/>
                    <a:pt x="1" y="61"/>
                    <a:pt x="1" y="59"/>
                  </a:cubicBezTo>
                  <a:cubicBezTo>
                    <a:pt x="1" y="21"/>
                    <a:pt x="112" y="92"/>
                    <a:pt x="112" y="7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1" name="Rectangle 148">
              <a:extLst>
                <a:ext uri="{FF2B5EF4-FFF2-40B4-BE49-F238E27FC236}">
                  <a16:creationId xmlns:a16="http://schemas.microsoft.com/office/drawing/2014/main" id="{44D6AE3A-92B3-42FF-8056-0B6133D4D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8" y="1054"/>
              <a:ext cx="21" cy="20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2" name="Freeform 149">
              <a:extLst>
                <a:ext uri="{FF2B5EF4-FFF2-40B4-BE49-F238E27FC236}">
                  <a16:creationId xmlns:a16="http://schemas.microsoft.com/office/drawing/2014/main" id="{840217B6-4FB9-4662-BEFF-4AF7144CD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1" y="920"/>
              <a:ext cx="38" cy="53"/>
            </a:xfrm>
            <a:custGeom>
              <a:avLst/>
              <a:gdLst>
                <a:gd name="T0" fmla="*/ 26 w 26"/>
                <a:gd name="T1" fmla="*/ 0 h 36"/>
                <a:gd name="T2" fmla="*/ 13 w 26"/>
                <a:gd name="T3" fmla="*/ 4 h 36"/>
                <a:gd name="T4" fmla="*/ 4 w 26"/>
                <a:gd name="T5" fmla="*/ 17 h 36"/>
                <a:gd name="T6" fmla="*/ 0 w 26"/>
                <a:gd name="T7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6">
                  <a:moveTo>
                    <a:pt x="26" y="0"/>
                  </a:moveTo>
                  <a:cubicBezTo>
                    <a:pt x="21" y="1"/>
                    <a:pt x="16" y="3"/>
                    <a:pt x="13" y="4"/>
                  </a:cubicBezTo>
                  <a:cubicBezTo>
                    <a:pt x="9" y="6"/>
                    <a:pt x="7" y="8"/>
                    <a:pt x="4" y="17"/>
                  </a:cubicBezTo>
                  <a:cubicBezTo>
                    <a:pt x="2" y="25"/>
                    <a:pt x="0" y="36"/>
                    <a:pt x="0" y="36"/>
                  </a:cubicBezTo>
                </a:path>
              </a:pathLst>
            </a:custGeom>
            <a:noFill/>
            <a:ln w="19050" cap="rnd">
              <a:solidFill>
                <a:srgbClr val="FF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3" name="Line 150">
              <a:extLst>
                <a:ext uri="{FF2B5EF4-FFF2-40B4-BE49-F238E27FC236}">
                  <a16:creationId xmlns:a16="http://schemas.microsoft.com/office/drawing/2014/main" id="{DC20A24C-FBCE-43FB-B891-26B2764942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9" y="1093"/>
              <a:ext cx="123" cy="39"/>
            </a:xfrm>
            <a:prstGeom prst="line">
              <a:avLst/>
            </a:prstGeom>
            <a:noFill/>
            <a:ln w="19050" cap="rnd">
              <a:solidFill>
                <a:srgbClr val="FF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4" name="Freeform 151">
              <a:extLst>
                <a:ext uri="{FF2B5EF4-FFF2-40B4-BE49-F238E27FC236}">
                  <a16:creationId xmlns:a16="http://schemas.microsoft.com/office/drawing/2014/main" id="{B87750E6-5793-487F-9D93-C0245E8D1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688"/>
              <a:ext cx="111" cy="215"/>
            </a:xfrm>
            <a:custGeom>
              <a:avLst/>
              <a:gdLst>
                <a:gd name="T0" fmla="*/ 76 w 76"/>
                <a:gd name="T1" fmla="*/ 148 h 148"/>
                <a:gd name="T2" fmla="*/ 68 w 76"/>
                <a:gd name="T3" fmla="*/ 74 h 148"/>
                <a:gd name="T4" fmla="*/ 0 w 76"/>
                <a:gd name="T5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" h="148">
                  <a:moveTo>
                    <a:pt x="76" y="148"/>
                  </a:moveTo>
                  <a:cubicBezTo>
                    <a:pt x="76" y="148"/>
                    <a:pt x="76" y="105"/>
                    <a:pt x="68" y="74"/>
                  </a:cubicBezTo>
                  <a:cubicBezTo>
                    <a:pt x="54" y="23"/>
                    <a:pt x="0" y="0"/>
                    <a:pt x="0" y="0"/>
                  </a:cubicBezTo>
                </a:path>
              </a:pathLst>
            </a:custGeom>
            <a:noFill/>
            <a:ln w="19050" cap="rnd">
              <a:solidFill>
                <a:srgbClr val="FFB4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5" name="Freeform 152">
              <a:extLst>
                <a:ext uri="{FF2B5EF4-FFF2-40B4-BE49-F238E27FC236}">
                  <a16:creationId xmlns:a16="http://schemas.microsoft.com/office/drawing/2014/main" id="{901BA39F-667B-40CD-8099-D08BCC416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5" y="731"/>
              <a:ext cx="120" cy="172"/>
            </a:xfrm>
            <a:custGeom>
              <a:avLst/>
              <a:gdLst>
                <a:gd name="T0" fmla="*/ 83 w 83"/>
                <a:gd name="T1" fmla="*/ 0 h 118"/>
                <a:gd name="T2" fmla="*/ 83 w 83"/>
                <a:gd name="T3" fmla="*/ 90 h 118"/>
                <a:gd name="T4" fmla="*/ 47 w 83"/>
                <a:gd name="T5" fmla="*/ 118 h 118"/>
                <a:gd name="T6" fmla="*/ 9 w 83"/>
                <a:gd name="T7" fmla="*/ 118 h 118"/>
                <a:gd name="T8" fmla="*/ 0 w 83"/>
                <a:gd name="T9" fmla="*/ 102 h 118"/>
                <a:gd name="T10" fmla="*/ 20 w 83"/>
                <a:gd name="T11" fmla="*/ 90 h 118"/>
                <a:gd name="T12" fmla="*/ 40 w 83"/>
                <a:gd name="T13" fmla="*/ 90 h 118"/>
                <a:gd name="T14" fmla="*/ 49 w 83"/>
                <a:gd name="T15" fmla="*/ 75 h 118"/>
                <a:gd name="T16" fmla="*/ 49 w 83"/>
                <a:gd name="T17" fmla="*/ 13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3" h="118">
                  <a:moveTo>
                    <a:pt x="83" y="0"/>
                  </a:moveTo>
                  <a:cubicBezTo>
                    <a:pt x="83" y="0"/>
                    <a:pt x="83" y="76"/>
                    <a:pt x="83" y="90"/>
                  </a:cubicBezTo>
                  <a:cubicBezTo>
                    <a:pt x="83" y="104"/>
                    <a:pt x="75" y="118"/>
                    <a:pt x="47" y="118"/>
                  </a:cubicBezTo>
                  <a:cubicBezTo>
                    <a:pt x="19" y="118"/>
                    <a:pt x="15" y="118"/>
                    <a:pt x="9" y="118"/>
                  </a:cubicBezTo>
                  <a:cubicBezTo>
                    <a:pt x="3" y="118"/>
                    <a:pt x="0" y="112"/>
                    <a:pt x="0" y="102"/>
                  </a:cubicBezTo>
                  <a:cubicBezTo>
                    <a:pt x="0" y="92"/>
                    <a:pt x="8" y="90"/>
                    <a:pt x="20" y="90"/>
                  </a:cubicBezTo>
                  <a:cubicBezTo>
                    <a:pt x="33" y="90"/>
                    <a:pt x="33" y="90"/>
                    <a:pt x="40" y="90"/>
                  </a:cubicBezTo>
                  <a:cubicBezTo>
                    <a:pt x="46" y="90"/>
                    <a:pt x="49" y="86"/>
                    <a:pt x="49" y="75"/>
                  </a:cubicBezTo>
                  <a:cubicBezTo>
                    <a:pt x="49" y="64"/>
                    <a:pt x="49" y="13"/>
                    <a:pt x="49" y="13"/>
                  </a:cubicBezTo>
                </a:path>
              </a:pathLst>
            </a:custGeom>
            <a:solidFill>
              <a:srgbClr val="FFFFFF"/>
            </a:solidFill>
            <a:ln w="4763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6" name="Freeform 153">
              <a:extLst>
                <a:ext uri="{FF2B5EF4-FFF2-40B4-BE49-F238E27FC236}">
                  <a16:creationId xmlns:a16="http://schemas.microsoft.com/office/drawing/2014/main" id="{C4C6FAF5-E6AC-42EE-B878-EE00716E8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5" y="731"/>
              <a:ext cx="120" cy="172"/>
            </a:xfrm>
            <a:custGeom>
              <a:avLst/>
              <a:gdLst>
                <a:gd name="T0" fmla="*/ 83 w 83"/>
                <a:gd name="T1" fmla="*/ 0 h 118"/>
                <a:gd name="T2" fmla="*/ 83 w 83"/>
                <a:gd name="T3" fmla="*/ 90 h 118"/>
                <a:gd name="T4" fmla="*/ 47 w 83"/>
                <a:gd name="T5" fmla="*/ 118 h 118"/>
                <a:gd name="T6" fmla="*/ 9 w 83"/>
                <a:gd name="T7" fmla="*/ 118 h 118"/>
                <a:gd name="T8" fmla="*/ 0 w 83"/>
                <a:gd name="T9" fmla="*/ 102 h 118"/>
                <a:gd name="T10" fmla="*/ 20 w 83"/>
                <a:gd name="T11" fmla="*/ 90 h 118"/>
                <a:gd name="T12" fmla="*/ 40 w 83"/>
                <a:gd name="T13" fmla="*/ 90 h 118"/>
                <a:gd name="T14" fmla="*/ 49 w 83"/>
                <a:gd name="T15" fmla="*/ 75 h 118"/>
                <a:gd name="T16" fmla="*/ 49 w 83"/>
                <a:gd name="T17" fmla="*/ 13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3" h="118">
                  <a:moveTo>
                    <a:pt x="83" y="0"/>
                  </a:moveTo>
                  <a:cubicBezTo>
                    <a:pt x="83" y="0"/>
                    <a:pt x="83" y="76"/>
                    <a:pt x="83" y="90"/>
                  </a:cubicBezTo>
                  <a:cubicBezTo>
                    <a:pt x="83" y="104"/>
                    <a:pt x="75" y="118"/>
                    <a:pt x="47" y="118"/>
                  </a:cubicBezTo>
                  <a:cubicBezTo>
                    <a:pt x="19" y="118"/>
                    <a:pt x="15" y="118"/>
                    <a:pt x="9" y="118"/>
                  </a:cubicBezTo>
                  <a:cubicBezTo>
                    <a:pt x="3" y="118"/>
                    <a:pt x="0" y="112"/>
                    <a:pt x="0" y="102"/>
                  </a:cubicBezTo>
                  <a:cubicBezTo>
                    <a:pt x="0" y="92"/>
                    <a:pt x="8" y="90"/>
                    <a:pt x="20" y="90"/>
                  </a:cubicBezTo>
                  <a:cubicBezTo>
                    <a:pt x="33" y="90"/>
                    <a:pt x="33" y="90"/>
                    <a:pt x="40" y="90"/>
                  </a:cubicBezTo>
                  <a:cubicBezTo>
                    <a:pt x="46" y="90"/>
                    <a:pt x="49" y="86"/>
                    <a:pt x="49" y="75"/>
                  </a:cubicBezTo>
                  <a:cubicBezTo>
                    <a:pt x="49" y="64"/>
                    <a:pt x="49" y="13"/>
                    <a:pt x="49" y="13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7" name="Freeform 154">
              <a:extLst>
                <a:ext uri="{FF2B5EF4-FFF2-40B4-BE49-F238E27FC236}">
                  <a16:creationId xmlns:a16="http://schemas.microsoft.com/office/drawing/2014/main" id="{72A92FAB-B1B9-47D9-9127-975A12C8AD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750"/>
              <a:ext cx="156" cy="115"/>
            </a:xfrm>
            <a:custGeom>
              <a:avLst/>
              <a:gdLst>
                <a:gd name="T0" fmla="*/ 0 w 107"/>
                <a:gd name="T1" fmla="*/ 0 h 79"/>
                <a:gd name="T2" fmla="*/ 8 w 107"/>
                <a:gd name="T3" fmla="*/ 47 h 79"/>
                <a:gd name="T4" fmla="*/ 33 w 107"/>
                <a:gd name="T5" fmla="*/ 79 h 79"/>
                <a:gd name="T6" fmla="*/ 61 w 107"/>
                <a:gd name="T7" fmla="*/ 79 h 79"/>
                <a:gd name="T8" fmla="*/ 107 w 107"/>
                <a:gd name="T9" fmla="*/ 6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" h="79">
                  <a:moveTo>
                    <a:pt x="0" y="0"/>
                  </a:moveTo>
                  <a:cubicBezTo>
                    <a:pt x="0" y="0"/>
                    <a:pt x="5" y="34"/>
                    <a:pt x="8" y="47"/>
                  </a:cubicBezTo>
                  <a:cubicBezTo>
                    <a:pt x="11" y="59"/>
                    <a:pt x="13" y="78"/>
                    <a:pt x="33" y="79"/>
                  </a:cubicBezTo>
                  <a:cubicBezTo>
                    <a:pt x="53" y="79"/>
                    <a:pt x="51" y="79"/>
                    <a:pt x="61" y="79"/>
                  </a:cubicBezTo>
                  <a:cubicBezTo>
                    <a:pt x="72" y="79"/>
                    <a:pt x="88" y="73"/>
                    <a:pt x="107" y="68"/>
                  </a:cubicBezTo>
                </a:path>
              </a:pathLst>
            </a:custGeom>
            <a:noFill/>
            <a:ln w="19050" cap="rnd">
              <a:solidFill>
                <a:srgbClr val="4BB4E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8" name="Freeform 155">
              <a:extLst>
                <a:ext uri="{FF2B5EF4-FFF2-40B4-BE49-F238E27FC236}">
                  <a16:creationId xmlns:a16="http://schemas.microsoft.com/office/drawing/2014/main" id="{65EB9696-F0D3-4FEB-B9BD-DC47722DB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4" y="609"/>
              <a:ext cx="95" cy="71"/>
            </a:xfrm>
            <a:custGeom>
              <a:avLst/>
              <a:gdLst>
                <a:gd name="T0" fmla="*/ 2 w 65"/>
                <a:gd name="T1" fmla="*/ 31 h 49"/>
                <a:gd name="T2" fmla="*/ 26 w 65"/>
                <a:gd name="T3" fmla="*/ 34 h 49"/>
                <a:gd name="T4" fmla="*/ 40 w 65"/>
                <a:gd name="T5" fmla="*/ 25 h 49"/>
                <a:gd name="T6" fmla="*/ 44 w 65"/>
                <a:gd name="T7" fmla="*/ 37 h 49"/>
                <a:gd name="T8" fmla="*/ 63 w 65"/>
                <a:gd name="T9" fmla="*/ 46 h 49"/>
                <a:gd name="T10" fmla="*/ 65 w 65"/>
                <a:gd name="T11" fmla="*/ 42 h 49"/>
                <a:gd name="T12" fmla="*/ 30 w 65"/>
                <a:gd name="T13" fmla="*/ 23 h 49"/>
                <a:gd name="T14" fmla="*/ 22 w 65"/>
                <a:gd name="T15" fmla="*/ 0 h 49"/>
                <a:gd name="T16" fmla="*/ 2 w 65"/>
                <a:gd name="T17" fmla="*/ 3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5" h="49">
                  <a:moveTo>
                    <a:pt x="2" y="31"/>
                  </a:moveTo>
                  <a:cubicBezTo>
                    <a:pt x="0" y="20"/>
                    <a:pt x="19" y="24"/>
                    <a:pt x="26" y="34"/>
                  </a:cubicBezTo>
                  <a:cubicBezTo>
                    <a:pt x="30" y="38"/>
                    <a:pt x="33" y="24"/>
                    <a:pt x="40" y="25"/>
                  </a:cubicBezTo>
                  <a:cubicBezTo>
                    <a:pt x="46" y="27"/>
                    <a:pt x="44" y="37"/>
                    <a:pt x="44" y="37"/>
                  </a:cubicBezTo>
                  <a:cubicBezTo>
                    <a:pt x="44" y="37"/>
                    <a:pt x="49" y="47"/>
                    <a:pt x="63" y="46"/>
                  </a:cubicBezTo>
                  <a:cubicBezTo>
                    <a:pt x="63" y="46"/>
                    <a:pt x="64" y="44"/>
                    <a:pt x="65" y="42"/>
                  </a:cubicBezTo>
                  <a:cubicBezTo>
                    <a:pt x="59" y="49"/>
                    <a:pt x="39" y="19"/>
                    <a:pt x="30" y="23"/>
                  </a:cubicBezTo>
                  <a:cubicBezTo>
                    <a:pt x="21" y="27"/>
                    <a:pt x="19" y="6"/>
                    <a:pt x="22" y="0"/>
                  </a:cubicBezTo>
                  <a:cubicBezTo>
                    <a:pt x="4" y="9"/>
                    <a:pt x="2" y="28"/>
                    <a:pt x="2" y="31"/>
                  </a:cubicBezTo>
                  <a:close/>
                </a:path>
              </a:pathLst>
            </a:custGeom>
            <a:solidFill>
              <a:srgbClr val="085E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9" name="Freeform 156">
              <a:extLst>
                <a:ext uri="{FF2B5EF4-FFF2-40B4-BE49-F238E27FC236}">
                  <a16:creationId xmlns:a16="http://schemas.microsoft.com/office/drawing/2014/main" id="{3904BBA8-114E-4427-91B9-CBE20790FB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0" y="590"/>
              <a:ext cx="46" cy="61"/>
            </a:xfrm>
            <a:custGeom>
              <a:avLst/>
              <a:gdLst>
                <a:gd name="T0" fmla="*/ 10 w 32"/>
                <a:gd name="T1" fmla="*/ 41 h 42"/>
                <a:gd name="T2" fmla="*/ 4 w 32"/>
                <a:gd name="T3" fmla="*/ 38 h 42"/>
                <a:gd name="T4" fmla="*/ 1 w 32"/>
                <a:gd name="T5" fmla="*/ 30 h 42"/>
                <a:gd name="T6" fmla="*/ 14 w 32"/>
                <a:gd name="T7" fmla="*/ 5 h 42"/>
                <a:gd name="T8" fmla="*/ 22 w 32"/>
                <a:gd name="T9" fmla="*/ 2 h 42"/>
                <a:gd name="T10" fmla="*/ 28 w 32"/>
                <a:gd name="T11" fmla="*/ 5 h 42"/>
                <a:gd name="T12" fmla="*/ 31 w 32"/>
                <a:gd name="T13" fmla="*/ 13 h 42"/>
                <a:gd name="T14" fmla="*/ 18 w 32"/>
                <a:gd name="T15" fmla="*/ 38 h 42"/>
                <a:gd name="T16" fmla="*/ 10 w 32"/>
                <a:gd name="T17" fmla="*/ 4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42">
                  <a:moveTo>
                    <a:pt x="10" y="41"/>
                  </a:moveTo>
                  <a:cubicBezTo>
                    <a:pt x="4" y="38"/>
                    <a:pt x="4" y="38"/>
                    <a:pt x="4" y="38"/>
                  </a:cubicBezTo>
                  <a:cubicBezTo>
                    <a:pt x="1" y="36"/>
                    <a:pt x="0" y="33"/>
                    <a:pt x="1" y="30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5" y="1"/>
                    <a:pt x="19" y="0"/>
                    <a:pt x="22" y="2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31" y="6"/>
                    <a:pt x="32" y="10"/>
                    <a:pt x="31" y="13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41"/>
                    <a:pt x="13" y="42"/>
                    <a:pt x="10" y="41"/>
                  </a:cubicBezTo>
                  <a:close/>
                </a:path>
              </a:pathLst>
            </a:custGeom>
            <a:solidFill>
              <a:srgbClr val="000000"/>
            </a:solidFill>
            <a:ln w="6350" cap="flat">
              <a:solidFill>
                <a:srgbClr val="FF79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0" name="Freeform 157">
              <a:extLst>
                <a:ext uri="{FF2B5EF4-FFF2-40B4-BE49-F238E27FC236}">
                  <a16:creationId xmlns:a16="http://schemas.microsoft.com/office/drawing/2014/main" id="{5F4D69D9-22F3-46B1-9983-5B0811F85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2" y="631"/>
              <a:ext cx="45" cy="35"/>
            </a:xfrm>
            <a:custGeom>
              <a:avLst/>
              <a:gdLst>
                <a:gd name="T0" fmla="*/ 0 w 31"/>
                <a:gd name="T1" fmla="*/ 11 h 24"/>
                <a:gd name="T2" fmla="*/ 20 w 31"/>
                <a:gd name="T3" fmla="*/ 4 h 24"/>
                <a:gd name="T4" fmla="*/ 27 w 31"/>
                <a:gd name="T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" h="24">
                  <a:moveTo>
                    <a:pt x="0" y="11"/>
                  </a:moveTo>
                  <a:cubicBezTo>
                    <a:pt x="4" y="3"/>
                    <a:pt x="13" y="0"/>
                    <a:pt x="20" y="4"/>
                  </a:cubicBezTo>
                  <a:cubicBezTo>
                    <a:pt x="28" y="8"/>
                    <a:pt x="31" y="17"/>
                    <a:pt x="27" y="24"/>
                  </a:cubicBezTo>
                </a:path>
              </a:pathLst>
            </a:custGeom>
            <a:noFill/>
            <a:ln w="9525" cap="rnd">
              <a:solidFill>
                <a:srgbClr val="FF79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1" name="Oval 158">
              <a:extLst>
                <a:ext uri="{FF2B5EF4-FFF2-40B4-BE49-F238E27FC236}">
                  <a16:creationId xmlns:a16="http://schemas.microsoft.com/office/drawing/2014/main" id="{046166D1-8747-4BD9-A4A3-8563969A8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1" y="634"/>
              <a:ext cx="43" cy="4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2" name="Oval 159">
              <a:extLst>
                <a:ext uri="{FF2B5EF4-FFF2-40B4-BE49-F238E27FC236}">
                  <a16:creationId xmlns:a16="http://schemas.microsoft.com/office/drawing/2014/main" id="{F7C976A5-5E05-455F-8804-E5380F4D7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9" y="644"/>
              <a:ext cx="26" cy="25"/>
            </a:xfrm>
            <a:prstGeom prst="ellipse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3" name="Freeform 160">
              <a:extLst>
                <a:ext uri="{FF2B5EF4-FFF2-40B4-BE49-F238E27FC236}">
                  <a16:creationId xmlns:a16="http://schemas.microsoft.com/office/drawing/2014/main" id="{7C1BF8FF-E7B8-4952-98A0-E9C48DCEC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5" y="829"/>
              <a:ext cx="45" cy="64"/>
            </a:xfrm>
            <a:custGeom>
              <a:avLst/>
              <a:gdLst>
                <a:gd name="T0" fmla="*/ 25 w 31"/>
                <a:gd name="T1" fmla="*/ 0 h 44"/>
                <a:gd name="T2" fmla="*/ 0 w 31"/>
                <a:gd name="T3" fmla="*/ 36 h 44"/>
                <a:gd name="T4" fmla="*/ 1 w 31"/>
                <a:gd name="T5" fmla="*/ 44 h 44"/>
                <a:gd name="T6" fmla="*/ 9 w 31"/>
                <a:gd name="T7" fmla="*/ 30 h 44"/>
                <a:gd name="T8" fmla="*/ 25 w 31"/>
                <a:gd name="T9" fmla="*/ 34 h 44"/>
                <a:gd name="T10" fmla="*/ 25 w 31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44">
                  <a:moveTo>
                    <a:pt x="25" y="0"/>
                  </a:moveTo>
                  <a:cubicBezTo>
                    <a:pt x="11" y="2"/>
                    <a:pt x="0" y="18"/>
                    <a:pt x="0" y="36"/>
                  </a:cubicBezTo>
                  <a:cubicBezTo>
                    <a:pt x="0" y="39"/>
                    <a:pt x="0" y="42"/>
                    <a:pt x="1" y="44"/>
                  </a:cubicBezTo>
                  <a:cubicBezTo>
                    <a:pt x="0" y="33"/>
                    <a:pt x="5" y="30"/>
                    <a:pt x="9" y="30"/>
                  </a:cubicBezTo>
                  <a:cubicBezTo>
                    <a:pt x="13" y="30"/>
                    <a:pt x="15" y="33"/>
                    <a:pt x="25" y="34"/>
                  </a:cubicBezTo>
                  <a:cubicBezTo>
                    <a:pt x="31" y="28"/>
                    <a:pt x="30" y="6"/>
                    <a:pt x="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4" name="Freeform 161">
              <a:extLst>
                <a:ext uri="{FF2B5EF4-FFF2-40B4-BE49-F238E27FC236}">
                  <a16:creationId xmlns:a16="http://schemas.microsoft.com/office/drawing/2014/main" id="{C7318775-2046-4488-860D-650519D58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798"/>
              <a:ext cx="33" cy="467"/>
            </a:xfrm>
            <a:custGeom>
              <a:avLst/>
              <a:gdLst>
                <a:gd name="T0" fmla="*/ 33 w 33"/>
                <a:gd name="T1" fmla="*/ 0 h 467"/>
                <a:gd name="T2" fmla="*/ 0 w 33"/>
                <a:gd name="T3" fmla="*/ 0 h 467"/>
                <a:gd name="T4" fmla="*/ 0 w 33"/>
                <a:gd name="T5" fmla="*/ 467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467">
                  <a:moveTo>
                    <a:pt x="33" y="0"/>
                  </a:moveTo>
                  <a:lnTo>
                    <a:pt x="0" y="0"/>
                  </a:lnTo>
                  <a:lnTo>
                    <a:pt x="0" y="467"/>
                  </a:lnTo>
                </a:path>
              </a:pathLst>
            </a:custGeom>
            <a:noFill/>
            <a:ln w="19050" cap="rnd">
              <a:solidFill>
                <a:srgbClr val="085EB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5" name="Freeform 162">
              <a:extLst>
                <a:ext uri="{FF2B5EF4-FFF2-40B4-BE49-F238E27FC236}">
                  <a16:creationId xmlns:a16="http://schemas.microsoft.com/office/drawing/2014/main" id="{5741EB1C-C8AE-405F-9E74-626FBB546C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62" y="400"/>
              <a:ext cx="378" cy="291"/>
            </a:xfrm>
            <a:custGeom>
              <a:avLst/>
              <a:gdLst>
                <a:gd name="T0" fmla="*/ 244 w 260"/>
                <a:gd name="T1" fmla="*/ 124 h 200"/>
                <a:gd name="T2" fmla="*/ 246 w 260"/>
                <a:gd name="T3" fmla="*/ 107 h 200"/>
                <a:gd name="T4" fmla="*/ 167 w 260"/>
                <a:gd name="T5" fmla="*/ 28 h 200"/>
                <a:gd name="T6" fmla="*/ 105 w 260"/>
                <a:gd name="T7" fmla="*/ 57 h 200"/>
                <a:gd name="T8" fmla="*/ 66 w 260"/>
                <a:gd name="T9" fmla="*/ 82 h 200"/>
                <a:gd name="T10" fmla="*/ 66 w 260"/>
                <a:gd name="T11" fmla="*/ 86 h 200"/>
                <a:gd name="T12" fmla="*/ 15 w 260"/>
                <a:gd name="T13" fmla="*/ 143 h 200"/>
                <a:gd name="T14" fmla="*/ 73 w 260"/>
                <a:gd name="T15" fmla="*/ 200 h 200"/>
                <a:gd name="T16" fmla="*/ 217 w 260"/>
                <a:gd name="T17" fmla="*/ 200 h 200"/>
                <a:gd name="T18" fmla="*/ 260 w 260"/>
                <a:gd name="T19" fmla="*/ 157 h 200"/>
                <a:gd name="T20" fmla="*/ 244 w 260"/>
                <a:gd name="T21" fmla="*/ 124 h 200"/>
                <a:gd name="T22" fmla="*/ 184 w 260"/>
                <a:gd name="T23" fmla="*/ 145 h 200"/>
                <a:gd name="T24" fmla="*/ 184 w 260"/>
                <a:gd name="T25" fmla="*/ 68 h 200"/>
                <a:gd name="T26" fmla="*/ 170 w 260"/>
                <a:gd name="T27" fmla="*/ 55 h 200"/>
                <a:gd name="T28" fmla="*/ 157 w 260"/>
                <a:gd name="T29" fmla="*/ 68 h 200"/>
                <a:gd name="T30" fmla="*/ 157 w 260"/>
                <a:gd name="T31" fmla="*/ 68 h 200"/>
                <a:gd name="T32" fmla="*/ 157 w 260"/>
                <a:gd name="T33" fmla="*/ 73 h 200"/>
                <a:gd name="T34" fmla="*/ 163 w 260"/>
                <a:gd name="T35" fmla="*/ 73 h 200"/>
                <a:gd name="T36" fmla="*/ 166 w 260"/>
                <a:gd name="T37" fmla="*/ 75 h 200"/>
                <a:gd name="T38" fmla="*/ 163 w 260"/>
                <a:gd name="T39" fmla="*/ 77 h 200"/>
                <a:gd name="T40" fmla="*/ 157 w 260"/>
                <a:gd name="T41" fmla="*/ 77 h 200"/>
                <a:gd name="T42" fmla="*/ 157 w 260"/>
                <a:gd name="T43" fmla="*/ 82 h 200"/>
                <a:gd name="T44" fmla="*/ 163 w 260"/>
                <a:gd name="T45" fmla="*/ 82 h 200"/>
                <a:gd name="T46" fmla="*/ 166 w 260"/>
                <a:gd name="T47" fmla="*/ 84 h 200"/>
                <a:gd name="T48" fmla="*/ 163 w 260"/>
                <a:gd name="T49" fmla="*/ 86 h 200"/>
                <a:gd name="T50" fmla="*/ 157 w 260"/>
                <a:gd name="T51" fmla="*/ 86 h 200"/>
                <a:gd name="T52" fmla="*/ 157 w 260"/>
                <a:gd name="T53" fmla="*/ 91 h 200"/>
                <a:gd name="T54" fmla="*/ 163 w 260"/>
                <a:gd name="T55" fmla="*/ 91 h 200"/>
                <a:gd name="T56" fmla="*/ 166 w 260"/>
                <a:gd name="T57" fmla="*/ 93 h 200"/>
                <a:gd name="T58" fmla="*/ 163 w 260"/>
                <a:gd name="T59" fmla="*/ 95 h 200"/>
                <a:gd name="T60" fmla="*/ 157 w 260"/>
                <a:gd name="T61" fmla="*/ 95 h 200"/>
                <a:gd name="T62" fmla="*/ 157 w 260"/>
                <a:gd name="T63" fmla="*/ 145 h 200"/>
                <a:gd name="T64" fmla="*/ 152 w 260"/>
                <a:gd name="T65" fmla="*/ 176 h 200"/>
                <a:gd name="T66" fmla="*/ 184 w 260"/>
                <a:gd name="T67" fmla="*/ 181 h 200"/>
                <a:gd name="T68" fmla="*/ 188 w 260"/>
                <a:gd name="T69" fmla="*/ 149 h 200"/>
                <a:gd name="T70" fmla="*/ 184 w 260"/>
                <a:gd name="T71" fmla="*/ 145 h 200"/>
                <a:gd name="T72" fmla="*/ 170 w 260"/>
                <a:gd name="T73" fmla="*/ 176 h 200"/>
                <a:gd name="T74" fmla="*/ 157 w 260"/>
                <a:gd name="T75" fmla="*/ 163 h 200"/>
                <a:gd name="T76" fmla="*/ 163 w 260"/>
                <a:gd name="T77" fmla="*/ 151 h 200"/>
                <a:gd name="T78" fmla="*/ 163 w 260"/>
                <a:gd name="T79" fmla="*/ 106 h 200"/>
                <a:gd name="T80" fmla="*/ 170 w 260"/>
                <a:gd name="T81" fmla="*/ 99 h 200"/>
                <a:gd name="T82" fmla="*/ 177 w 260"/>
                <a:gd name="T83" fmla="*/ 106 h 200"/>
                <a:gd name="T84" fmla="*/ 177 w 260"/>
                <a:gd name="T85" fmla="*/ 106 h 200"/>
                <a:gd name="T86" fmla="*/ 177 w 260"/>
                <a:gd name="T87" fmla="*/ 151 h 200"/>
                <a:gd name="T88" fmla="*/ 182 w 260"/>
                <a:gd name="T89" fmla="*/ 170 h 200"/>
                <a:gd name="T90" fmla="*/ 170 w 260"/>
                <a:gd name="T91" fmla="*/ 176 h 200"/>
                <a:gd name="T92" fmla="*/ 31 w 260"/>
                <a:gd name="T93" fmla="*/ 91 h 200"/>
                <a:gd name="T94" fmla="*/ 31 w 260"/>
                <a:gd name="T95" fmla="*/ 89 h 200"/>
                <a:gd name="T96" fmla="*/ 89 w 260"/>
                <a:gd name="T97" fmla="*/ 31 h 200"/>
                <a:gd name="T98" fmla="*/ 113 w 260"/>
                <a:gd name="T99" fmla="*/ 37 h 200"/>
                <a:gd name="T100" fmla="*/ 135 w 260"/>
                <a:gd name="T101" fmla="*/ 24 h 200"/>
                <a:gd name="T102" fmla="*/ 133 w 260"/>
                <a:gd name="T103" fmla="*/ 12 h 200"/>
                <a:gd name="T104" fmla="*/ 107 w 260"/>
                <a:gd name="T105" fmla="*/ 20 h 200"/>
                <a:gd name="T106" fmla="*/ 88 w 260"/>
                <a:gd name="T107" fmla="*/ 0 h 200"/>
                <a:gd name="T108" fmla="*/ 70 w 260"/>
                <a:gd name="T109" fmla="*/ 20 h 200"/>
                <a:gd name="T110" fmla="*/ 44 w 260"/>
                <a:gd name="T111" fmla="*/ 12 h 200"/>
                <a:gd name="T112" fmla="*/ 39 w 260"/>
                <a:gd name="T113" fmla="*/ 39 h 200"/>
                <a:gd name="T114" fmla="*/ 12 w 260"/>
                <a:gd name="T115" fmla="*/ 44 h 200"/>
                <a:gd name="T116" fmla="*/ 20 w 260"/>
                <a:gd name="T117" fmla="*/ 70 h 200"/>
                <a:gd name="T118" fmla="*/ 0 w 260"/>
                <a:gd name="T119" fmla="*/ 88 h 200"/>
                <a:gd name="T120" fmla="*/ 18 w 260"/>
                <a:gd name="T121" fmla="*/ 105 h 200"/>
                <a:gd name="T122" fmla="*/ 31 w 260"/>
                <a:gd name="T123" fmla="*/ 91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60" h="200">
                  <a:moveTo>
                    <a:pt x="244" y="124"/>
                  </a:moveTo>
                  <a:cubicBezTo>
                    <a:pt x="245" y="118"/>
                    <a:pt x="246" y="112"/>
                    <a:pt x="246" y="107"/>
                  </a:cubicBezTo>
                  <a:cubicBezTo>
                    <a:pt x="246" y="63"/>
                    <a:pt x="210" y="28"/>
                    <a:pt x="167" y="28"/>
                  </a:cubicBezTo>
                  <a:cubicBezTo>
                    <a:pt x="143" y="28"/>
                    <a:pt x="120" y="38"/>
                    <a:pt x="105" y="57"/>
                  </a:cubicBezTo>
                  <a:cubicBezTo>
                    <a:pt x="87" y="53"/>
                    <a:pt x="70" y="65"/>
                    <a:pt x="66" y="82"/>
                  </a:cubicBezTo>
                  <a:cubicBezTo>
                    <a:pt x="66" y="83"/>
                    <a:pt x="66" y="84"/>
                    <a:pt x="66" y="86"/>
                  </a:cubicBezTo>
                  <a:cubicBezTo>
                    <a:pt x="37" y="89"/>
                    <a:pt x="15" y="113"/>
                    <a:pt x="15" y="143"/>
                  </a:cubicBezTo>
                  <a:cubicBezTo>
                    <a:pt x="15" y="175"/>
                    <a:pt x="41" y="200"/>
                    <a:pt x="73" y="200"/>
                  </a:cubicBezTo>
                  <a:cubicBezTo>
                    <a:pt x="217" y="200"/>
                    <a:pt x="217" y="200"/>
                    <a:pt x="217" y="200"/>
                  </a:cubicBezTo>
                  <a:cubicBezTo>
                    <a:pt x="241" y="200"/>
                    <a:pt x="260" y="181"/>
                    <a:pt x="260" y="157"/>
                  </a:cubicBezTo>
                  <a:cubicBezTo>
                    <a:pt x="260" y="144"/>
                    <a:pt x="254" y="132"/>
                    <a:pt x="244" y="124"/>
                  </a:cubicBezTo>
                  <a:close/>
                  <a:moveTo>
                    <a:pt x="184" y="145"/>
                  </a:moveTo>
                  <a:cubicBezTo>
                    <a:pt x="184" y="68"/>
                    <a:pt x="184" y="68"/>
                    <a:pt x="184" y="68"/>
                  </a:cubicBezTo>
                  <a:cubicBezTo>
                    <a:pt x="184" y="61"/>
                    <a:pt x="178" y="55"/>
                    <a:pt x="170" y="55"/>
                  </a:cubicBezTo>
                  <a:cubicBezTo>
                    <a:pt x="163" y="54"/>
                    <a:pt x="157" y="60"/>
                    <a:pt x="157" y="68"/>
                  </a:cubicBezTo>
                  <a:cubicBezTo>
                    <a:pt x="157" y="68"/>
                    <a:pt x="157" y="68"/>
                    <a:pt x="157" y="68"/>
                  </a:cubicBezTo>
                  <a:cubicBezTo>
                    <a:pt x="157" y="73"/>
                    <a:pt x="157" y="73"/>
                    <a:pt x="157" y="73"/>
                  </a:cubicBezTo>
                  <a:cubicBezTo>
                    <a:pt x="163" y="73"/>
                    <a:pt x="163" y="73"/>
                    <a:pt x="163" y="73"/>
                  </a:cubicBezTo>
                  <a:cubicBezTo>
                    <a:pt x="165" y="73"/>
                    <a:pt x="166" y="74"/>
                    <a:pt x="166" y="75"/>
                  </a:cubicBezTo>
                  <a:cubicBezTo>
                    <a:pt x="166" y="76"/>
                    <a:pt x="165" y="77"/>
                    <a:pt x="163" y="77"/>
                  </a:cubicBezTo>
                  <a:cubicBezTo>
                    <a:pt x="157" y="77"/>
                    <a:pt x="157" y="77"/>
                    <a:pt x="157" y="77"/>
                  </a:cubicBezTo>
                  <a:cubicBezTo>
                    <a:pt x="157" y="82"/>
                    <a:pt x="157" y="82"/>
                    <a:pt x="157" y="82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5" y="82"/>
                    <a:pt x="166" y="83"/>
                    <a:pt x="166" y="84"/>
                  </a:cubicBezTo>
                  <a:cubicBezTo>
                    <a:pt x="166" y="85"/>
                    <a:pt x="165" y="86"/>
                    <a:pt x="163" y="86"/>
                  </a:cubicBezTo>
                  <a:cubicBezTo>
                    <a:pt x="157" y="86"/>
                    <a:pt x="157" y="86"/>
                    <a:pt x="157" y="86"/>
                  </a:cubicBezTo>
                  <a:cubicBezTo>
                    <a:pt x="157" y="91"/>
                    <a:pt x="157" y="91"/>
                    <a:pt x="157" y="91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5" y="91"/>
                    <a:pt x="166" y="92"/>
                    <a:pt x="166" y="93"/>
                  </a:cubicBezTo>
                  <a:cubicBezTo>
                    <a:pt x="166" y="94"/>
                    <a:pt x="165" y="95"/>
                    <a:pt x="163" y="95"/>
                  </a:cubicBezTo>
                  <a:cubicBezTo>
                    <a:pt x="157" y="95"/>
                    <a:pt x="157" y="95"/>
                    <a:pt x="157" y="95"/>
                  </a:cubicBezTo>
                  <a:cubicBezTo>
                    <a:pt x="157" y="145"/>
                    <a:pt x="157" y="145"/>
                    <a:pt x="157" y="145"/>
                  </a:cubicBezTo>
                  <a:cubicBezTo>
                    <a:pt x="147" y="152"/>
                    <a:pt x="145" y="166"/>
                    <a:pt x="152" y="176"/>
                  </a:cubicBezTo>
                  <a:cubicBezTo>
                    <a:pt x="160" y="186"/>
                    <a:pt x="174" y="188"/>
                    <a:pt x="184" y="181"/>
                  </a:cubicBezTo>
                  <a:cubicBezTo>
                    <a:pt x="194" y="173"/>
                    <a:pt x="196" y="159"/>
                    <a:pt x="188" y="149"/>
                  </a:cubicBezTo>
                  <a:cubicBezTo>
                    <a:pt x="187" y="147"/>
                    <a:pt x="185" y="146"/>
                    <a:pt x="184" y="145"/>
                  </a:cubicBezTo>
                  <a:close/>
                  <a:moveTo>
                    <a:pt x="170" y="176"/>
                  </a:moveTo>
                  <a:cubicBezTo>
                    <a:pt x="163" y="176"/>
                    <a:pt x="157" y="170"/>
                    <a:pt x="157" y="163"/>
                  </a:cubicBezTo>
                  <a:cubicBezTo>
                    <a:pt x="157" y="158"/>
                    <a:pt x="159" y="153"/>
                    <a:pt x="163" y="151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2"/>
                    <a:pt x="166" y="99"/>
                    <a:pt x="170" y="99"/>
                  </a:cubicBezTo>
                  <a:cubicBezTo>
                    <a:pt x="174" y="99"/>
                    <a:pt x="177" y="102"/>
                    <a:pt x="177" y="106"/>
                  </a:cubicBezTo>
                  <a:cubicBezTo>
                    <a:pt x="177" y="106"/>
                    <a:pt x="177" y="106"/>
                    <a:pt x="177" y="106"/>
                  </a:cubicBezTo>
                  <a:cubicBezTo>
                    <a:pt x="177" y="151"/>
                    <a:pt x="177" y="151"/>
                    <a:pt x="177" y="151"/>
                  </a:cubicBezTo>
                  <a:cubicBezTo>
                    <a:pt x="183" y="155"/>
                    <a:pt x="186" y="163"/>
                    <a:pt x="182" y="170"/>
                  </a:cubicBezTo>
                  <a:cubicBezTo>
                    <a:pt x="179" y="174"/>
                    <a:pt x="175" y="176"/>
                    <a:pt x="170" y="176"/>
                  </a:cubicBezTo>
                  <a:close/>
                  <a:moveTo>
                    <a:pt x="31" y="91"/>
                  </a:moveTo>
                  <a:cubicBezTo>
                    <a:pt x="31" y="90"/>
                    <a:pt x="31" y="89"/>
                    <a:pt x="31" y="89"/>
                  </a:cubicBezTo>
                  <a:cubicBezTo>
                    <a:pt x="31" y="57"/>
                    <a:pt x="57" y="31"/>
                    <a:pt x="89" y="31"/>
                  </a:cubicBezTo>
                  <a:cubicBezTo>
                    <a:pt x="97" y="31"/>
                    <a:pt x="106" y="33"/>
                    <a:pt x="113" y="37"/>
                  </a:cubicBezTo>
                  <a:cubicBezTo>
                    <a:pt x="120" y="31"/>
                    <a:pt x="127" y="27"/>
                    <a:pt x="135" y="24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70" y="20"/>
                    <a:pt x="70" y="20"/>
                    <a:pt x="70" y="2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18" y="105"/>
                    <a:pt x="18" y="105"/>
                    <a:pt x="18" y="105"/>
                  </a:cubicBezTo>
                  <a:cubicBezTo>
                    <a:pt x="22" y="99"/>
                    <a:pt x="26" y="95"/>
                    <a:pt x="31" y="91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6" name="Freeform 163">
              <a:extLst>
                <a:ext uri="{FF2B5EF4-FFF2-40B4-BE49-F238E27FC236}">
                  <a16:creationId xmlns:a16="http://schemas.microsoft.com/office/drawing/2014/main" id="{B67FA04C-461E-41A7-BA4F-B0DC0CA594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0" y="558"/>
              <a:ext cx="163" cy="163"/>
            </a:xfrm>
            <a:custGeom>
              <a:avLst/>
              <a:gdLst>
                <a:gd name="T0" fmla="*/ 56 w 112"/>
                <a:gd name="T1" fmla="*/ 0 h 112"/>
                <a:gd name="T2" fmla="*/ 0 w 112"/>
                <a:gd name="T3" fmla="*/ 56 h 112"/>
                <a:gd name="T4" fmla="*/ 56 w 112"/>
                <a:gd name="T5" fmla="*/ 112 h 112"/>
                <a:gd name="T6" fmla="*/ 112 w 112"/>
                <a:gd name="T7" fmla="*/ 56 h 112"/>
                <a:gd name="T8" fmla="*/ 56 w 112"/>
                <a:gd name="T9" fmla="*/ 0 h 112"/>
                <a:gd name="T10" fmla="*/ 52 w 112"/>
                <a:gd name="T11" fmla="*/ 79 h 112"/>
                <a:gd name="T12" fmla="*/ 43 w 112"/>
                <a:gd name="T13" fmla="*/ 79 h 112"/>
                <a:gd name="T14" fmla="*/ 43 w 112"/>
                <a:gd name="T15" fmla="*/ 78 h 112"/>
                <a:gd name="T16" fmla="*/ 33 w 112"/>
                <a:gd name="T17" fmla="*/ 68 h 112"/>
                <a:gd name="T18" fmla="*/ 33 w 112"/>
                <a:gd name="T19" fmla="*/ 59 h 112"/>
                <a:gd name="T20" fmla="*/ 52 w 112"/>
                <a:gd name="T21" fmla="*/ 78 h 112"/>
                <a:gd name="T22" fmla="*/ 52 w 112"/>
                <a:gd name="T23" fmla="*/ 79 h 112"/>
                <a:gd name="T24" fmla="*/ 69 w 112"/>
                <a:gd name="T25" fmla="*/ 79 h 112"/>
                <a:gd name="T26" fmla="*/ 60 w 112"/>
                <a:gd name="T27" fmla="*/ 79 h 112"/>
                <a:gd name="T28" fmla="*/ 60 w 112"/>
                <a:gd name="T29" fmla="*/ 78 h 112"/>
                <a:gd name="T30" fmla="*/ 33 w 112"/>
                <a:gd name="T31" fmla="*/ 51 h 112"/>
                <a:gd name="T32" fmla="*/ 33 w 112"/>
                <a:gd name="T33" fmla="*/ 42 h 112"/>
                <a:gd name="T34" fmla="*/ 69 w 112"/>
                <a:gd name="T35" fmla="*/ 78 h 112"/>
                <a:gd name="T36" fmla="*/ 69 w 112"/>
                <a:gd name="T37" fmla="*/ 79 h 112"/>
                <a:gd name="T38" fmla="*/ 87 w 112"/>
                <a:gd name="T39" fmla="*/ 79 h 112"/>
                <a:gd name="T40" fmla="*/ 77 w 112"/>
                <a:gd name="T41" fmla="*/ 79 h 112"/>
                <a:gd name="T42" fmla="*/ 77 w 112"/>
                <a:gd name="T43" fmla="*/ 78 h 112"/>
                <a:gd name="T44" fmla="*/ 33 w 112"/>
                <a:gd name="T45" fmla="*/ 34 h 112"/>
                <a:gd name="T46" fmla="*/ 33 w 112"/>
                <a:gd name="T47" fmla="*/ 34 h 112"/>
                <a:gd name="T48" fmla="*/ 33 w 112"/>
                <a:gd name="T49" fmla="*/ 25 h 112"/>
                <a:gd name="T50" fmla="*/ 87 w 112"/>
                <a:gd name="T51" fmla="*/ 78 h 112"/>
                <a:gd name="T52" fmla="*/ 87 w 112"/>
                <a:gd name="T53" fmla="*/ 79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2" h="112">
                  <a:moveTo>
                    <a:pt x="56" y="0"/>
                  </a:moveTo>
                  <a:cubicBezTo>
                    <a:pt x="25" y="0"/>
                    <a:pt x="0" y="25"/>
                    <a:pt x="0" y="56"/>
                  </a:cubicBezTo>
                  <a:cubicBezTo>
                    <a:pt x="0" y="87"/>
                    <a:pt x="25" y="112"/>
                    <a:pt x="56" y="112"/>
                  </a:cubicBezTo>
                  <a:cubicBezTo>
                    <a:pt x="87" y="112"/>
                    <a:pt x="112" y="87"/>
                    <a:pt x="112" y="56"/>
                  </a:cubicBezTo>
                  <a:cubicBezTo>
                    <a:pt x="112" y="25"/>
                    <a:pt x="87" y="0"/>
                    <a:pt x="56" y="0"/>
                  </a:cubicBezTo>
                  <a:close/>
                  <a:moveTo>
                    <a:pt x="52" y="79"/>
                  </a:moveTo>
                  <a:cubicBezTo>
                    <a:pt x="43" y="79"/>
                    <a:pt x="43" y="79"/>
                    <a:pt x="43" y="79"/>
                  </a:cubicBezTo>
                  <a:cubicBezTo>
                    <a:pt x="43" y="79"/>
                    <a:pt x="43" y="78"/>
                    <a:pt x="43" y="78"/>
                  </a:cubicBezTo>
                  <a:cubicBezTo>
                    <a:pt x="43" y="73"/>
                    <a:pt x="39" y="68"/>
                    <a:pt x="33" y="68"/>
                  </a:cubicBezTo>
                  <a:cubicBezTo>
                    <a:pt x="33" y="59"/>
                    <a:pt x="33" y="59"/>
                    <a:pt x="33" y="59"/>
                  </a:cubicBezTo>
                  <a:cubicBezTo>
                    <a:pt x="44" y="59"/>
                    <a:pt x="52" y="68"/>
                    <a:pt x="52" y="78"/>
                  </a:cubicBezTo>
                  <a:cubicBezTo>
                    <a:pt x="52" y="78"/>
                    <a:pt x="52" y="79"/>
                    <a:pt x="52" y="79"/>
                  </a:cubicBezTo>
                  <a:close/>
                  <a:moveTo>
                    <a:pt x="69" y="79"/>
                  </a:moveTo>
                  <a:cubicBezTo>
                    <a:pt x="60" y="79"/>
                    <a:pt x="60" y="79"/>
                    <a:pt x="60" y="79"/>
                  </a:cubicBezTo>
                  <a:cubicBezTo>
                    <a:pt x="60" y="79"/>
                    <a:pt x="60" y="78"/>
                    <a:pt x="60" y="78"/>
                  </a:cubicBezTo>
                  <a:cubicBezTo>
                    <a:pt x="60" y="63"/>
                    <a:pt x="48" y="51"/>
                    <a:pt x="33" y="51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53" y="42"/>
                    <a:pt x="69" y="58"/>
                    <a:pt x="69" y="78"/>
                  </a:cubicBezTo>
                  <a:cubicBezTo>
                    <a:pt x="69" y="78"/>
                    <a:pt x="69" y="79"/>
                    <a:pt x="69" y="79"/>
                  </a:cubicBezTo>
                  <a:close/>
                  <a:moveTo>
                    <a:pt x="87" y="79"/>
                  </a:moveTo>
                  <a:cubicBezTo>
                    <a:pt x="77" y="79"/>
                    <a:pt x="77" y="79"/>
                    <a:pt x="77" y="79"/>
                  </a:cubicBezTo>
                  <a:cubicBezTo>
                    <a:pt x="77" y="79"/>
                    <a:pt x="77" y="78"/>
                    <a:pt x="77" y="78"/>
                  </a:cubicBezTo>
                  <a:cubicBezTo>
                    <a:pt x="77" y="54"/>
                    <a:pt x="58" y="34"/>
                    <a:pt x="33" y="34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63" y="25"/>
                    <a:pt x="87" y="49"/>
                    <a:pt x="87" y="78"/>
                  </a:cubicBezTo>
                  <a:cubicBezTo>
                    <a:pt x="87" y="78"/>
                    <a:pt x="87" y="79"/>
                    <a:pt x="87" y="79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168448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9CEEC73C-3B8E-4869-8A38-AAC11590B6D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619672" y="206600"/>
            <a:ext cx="6267450" cy="4933951"/>
            <a:chOff x="1020" y="-37"/>
            <a:chExt cx="3948" cy="3108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462DCC51-90B5-4A35-AB44-12A87B1FECA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020" y="23"/>
              <a:ext cx="3948" cy="3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AE3E2C07-5A86-4EAA-A414-7EE73E7C89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87"/>
              <a:ext cx="3948" cy="298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FFDBE4F4-2C9A-40A9-959E-6711CF87E1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87"/>
              <a:ext cx="3948" cy="2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505FC57E-C4F3-408C-A7A2-38346A33D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-37"/>
              <a:ext cx="1007" cy="1006"/>
            </a:xfrm>
            <a:custGeom>
              <a:avLst/>
              <a:gdLst>
                <a:gd name="T0" fmla="*/ 166 w 503"/>
                <a:gd name="T1" fmla="*/ 47 h 502"/>
                <a:gd name="T2" fmla="*/ 455 w 503"/>
                <a:gd name="T3" fmla="*/ 165 h 502"/>
                <a:gd name="T4" fmla="*/ 337 w 503"/>
                <a:gd name="T5" fmla="*/ 455 h 502"/>
                <a:gd name="T6" fmla="*/ 47 w 503"/>
                <a:gd name="T7" fmla="*/ 337 h 502"/>
                <a:gd name="T8" fmla="*/ 166 w 503"/>
                <a:gd name="T9" fmla="*/ 47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3" h="502">
                  <a:moveTo>
                    <a:pt x="166" y="47"/>
                  </a:moveTo>
                  <a:cubicBezTo>
                    <a:pt x="278" y="0"/>
                    <a:pt x="408" y="52"/>
                    <a:pt x="455" y="165"/>
                  </a:cubicBezTo>
                  <a:cubicBezTo>
                    <a:pt x="503" y="278"/>
                    <a:pt x="450" y="407"/>
                    <a:pt x="337" y="455"/>
                  </a:cubicBezTo>
                  <a:cubicBezTo>
                    <a:pt x="225" y="502"/>
                    <a:pt x="95" y="449"/>
                    <a:pt x="47" y="337"/>
                  </a:cubicBezTo>
                  <a:cubicBezTo>
                    <a:pt x="0" y="224"/>
                    <a:pt x="53" y="94"/>
                    <a:pt x="166" y="47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77E7A0BA-E963-4844-B8DD-C113D3A96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4" y="129"/>
              <a:ext cx="671" cy="671"/>
            </a:xfrm>
            <a:custGeom>
              <a:avLst/>
              <a:gdLst>
                <a:gd name="T0" fmla="*/ 110 w 335"/>
                <a:gd name="T1" fmla="*/ 31 h 335"/>
                <a:gd name="T2" fmla="*/ 304 w 335"/>
                <a:gd name="T3" fmla="*/ 110 h 335"/>
                <a:gd name="T4" fmla="*/ 225 w 335"/>
                <a:gd name="T5" fmla="*/ 303 h 335"/>
                <a:gd name="T6" fmla="*/ 32 w 335"/>
                <a:gd name="T7" fmla="*/ 225 h 335"/>
                <a:gd name="T8" fmla="*/ 110 w 335"/>
                <a:gd name="T9" fmla="*/ 31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5" h="335">
                  <a:moveTo>
                    <a:pt x="110" y="31"/>
                  </a:moveTo>
                  <a:cubicBezTo>
                    <a:pt x="186" y="0"/>
                    <a:pt x="272" y="35"/>
                    <a:pt x="304" y="110"/>
                  </a:cubicBezTo>
                  <a:cubicBezTo>
                    <a:pt x="335" y="185"/>
                    <a:pt x="300" y="272"/>
                    <a:pt x="225" y="303"/>
                  </a:cubicBezTo>
                  <a:cubicBezTo>
                    <a:pt x="150" y="335"/>
                    <a:pt x="63" y="300"/>
                    <a:pt x="32" y="225"/>
                  </a:cubicBezTo>
                  <a:cubicBezTo>
                    <a:pt x="0" y="150"/>
                    <a:pt x="35" y="63"/>
                    <a:pt x="110" y="3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06D9B476-0E6B-4A3D-AC0D-79B2771FE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4" y="161"/>
              <a:ext cx="420" cy="593"/>
            </a:xfrm>
            <a:custGeom>
              <a:avLst/>
              <a:gdLst>
                <a:gd name="T0" fmla="*/ 32 w 210"/>
                <a:gd name="T1" fmla="*/ 208 h 296"/>
                <a:gd name="T2" fmla="*/ 138 w 210"/>
                <a:gd name="T3" fmla="*/ 296 h 296"/>
                <a:gd name="T4" fmla="*/ 44 w 210"/>
                <a:gd name="T5" fmla="*/ 211 h 296"/>
                <a:gd name="T6" fmla="*/ 123 w 210"/>
                <a:gd name="T7" fmla="*/ 18 h 296"/>
                <a:gd name="T8" fmla="*/ 210 w 210"/>
                <a:gd name="T9" fmla="*/ 10 h 296"/>
                <a:gd name="T10" fmla="*/ 110 w 210"/>
                <a:gd name="T11" fmla="*/ 15 h 296"/>
                <a:gd name="T12" fmla="*/ 32 w 210"/>
                <a:gd name="T13" fmla="*/ 208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0" h="296">
                  <a:moveTo>
                    <a:pt x="32" y="208"/>
                  </a:moveTo>
                  <a:cubicBezTo>
                    <a:pt x="51" y="255"/>
                    <a:pt x="92" y="286"/>
                    <a:pt x="138" y="296"/>
                  </a:cubicBezTo>
                  <a:cubicBezTo>
                    <a:pt x="97" y="283"/>
                    <a:pt x="62" y="254"/>
                    <a:pt x="44" y="211"/>
                  </a:cubicBezTo>
                  <a:cubicBezTo>
                    <a:pt x="12" y="136"/>
                    <a:pt x="48" y="50"/>
                    <a:pt x="123" y="18"/>
                  </a:cubicBezTo>
                  <a:cubicBezTo>
                    <a:pt x="151" y="6"/>
                    <a:pt x="181" y="4"/>
                    <a:pt x="210" y="10"/>
                  </a:cubicBezTo>
                  <a:cubicBezTo>
                    <a:pt x="178" y="0"/>
                    <a:pt x="143" y="1"/>
                    <a:pt x="110" y="15"/>
                  </a:cubicBezTo>
                  <a:cubicBezTo>
                    <a:pt x="35" y="47"/>
                    <a:pt x="0" y="133"/>
                    <a:pt x="32" y="208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714F0F73-7C53-47A2-A188-00FCE76F1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2" y="221"/>
              <a:ext cx="557" cy="608"/>
            </a:xfrm>
            <a:custGeom>
              <a:avLst/>
              <a:gdLst>
                <a:gd name="T0" fmla="*/ 0 w 278"/>
                <a:gd name="T1" fmla="*/ 236 h 303"/>
                <a:gd name="T2" fmla="*/ 164 w 278"/>
                <a:gd name="T3" fmla="*/ 303 h 303"/>
                <a:gd name="T4" fmla="*/ 249 w 278"/>
                <a:gd name="T5" fmla="*/ 215 h 303"/>
                <a:gd name="T6" fmla="*/ 271 w 278"/>
                <a:gd name="T7" fmla="*/ 86 h 303"/>
                <a:gd name="T8" fmla="*/ 100 w 278"/>
                <a:gd name="T9" fmla="*/ 0 h 303"/>
                <a:gd name="T10" fmla="*/ 0 w 278"/>
                <a:gd name="T11" fmla="*/ 236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8" h="303">
                  <a:moveTo>
                    <a:pt x="0" y="236"/>
                  </a:moveTo>
                  <a:cubicBezTo>
                    <a:pt x="164" y="303"/>
                    <a:pt x="164" y="303"/>
                    <a:pt x="164" y="303"/>
                  </a:cubicBezTo>
                  <a:cubicBezTo>
                    <a:pt x="164" y="303"/>
                    <a:pt x="219" y="276"/>
                    <a:pt x="249" y="215"/>
                  </a:cubicBezTo>
                  <a:cubicBezTo>
                    <a:pt x="278" y="154"/>
                    <a:pt x="271" y="86"/>
                    <a:pt x="271" y="86"/>
                  </a:cubicBezTo>
                  <a:cubicBezTo>
                    <a:pt x="100" y="0"/>
                    <a:pt x="100" y="0"/>
                    <a:pt x="100" y="0"/>
                  </a:cubicBezTo>
                  <a:lnTo>
                    <a:pt x="0" y="236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AF1A7C9-6F2C-48CA-B729-8CD0DE18F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9" y="728"/>
              <a:ext cx="143" cy="341"/>
            </a:xfrm>
            <a:custGeom>
              <a:avLst/>
              <a:gdLst>
                <a:gd name="T0" fmla="*/ 39 w 71"/>
                <a:gd name="T1" fmla="*/ 66 h 170"/>
                <a:gd name="T2" fmla="*/ 0 w 71"/>
                <a:gd name="T3" fmla="*/ 39 h 170"/>
                <a:gd name="T4" fmla="*/ 8 w 71"/>
                <a:gd name="T5" fmla="*/ 13 h 170"/>
                <a:gd name="T6" fmla="*/ 45 w 71"/>
                <a:gd name="T7" fmla="*/ 7 h 170"/>
                <a:gd name="T8" fmla="*/ 64 w 71"/>
                <a:gd name="T9" fmla="*/ 64 h 170"/>
                <a:gd name="T10" fmla="*/ 32 w 71"/>
                <a:gd name="T11" fmla="*/ 164 h 170"/>
                <a:gd name="T12" fmla="*/ 25 w 71"/>
                <a:gd name="T13" fmla="*/ 169 h 170"/>
                <a:gd name="T14" fmla="*/ 12 w 71"/>
                <a:gd name="T15" fmla="*/ 165 h 170"/>
                <a:gd name="T16" fmla="*/ 10 w 71"/>
                <a:gd name="T17" fmla="*/ 154 h 170"/>
                <a:gd name="T18" fmla="*/ 39 w 71"/>
                <a:gd name="T19" fmla="*/ 6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170">
                  <a:moveTo>
                    <a:pt x="39" y="66"/>
                  </a:moveTo>
                  <a:cubicBezTo>
                    <a:pt x="29" y="71"/>
                    <a:pt x="2" y="59"/>
                    <a:pt x="0" y="39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8" y="13"/>
                    <a:pt x="23" y="0"/>
                    <a:pt x="45" y="7"/>
                  </a:cubicBezTo>
                  <a:cubicBezTo>
                    <a:pt x="67" y="14"/>
                    <a:pt x="71" y="44"/>
                    <a:pt x="64" y="64"/>
                  </a:cubicBezTo>
                  <a:cubicBezTo>
                    <a:pt x="58" y="83"/>
                    <a:pt x="33" y="161"/>
                    <a:pt x="32" y="164"/>
                  </a:cubicBezTo>
                  <a:cubicBezTo>
                    <a:pt x="31" y="168"/>
                    <a:pt x="28" y="170"/>
                    <a:pt x="25" y="169"/>
                  </a:cubicBezTo>
                  <a:cubicBezTo>
                    <a:pt x="21" y="168"/>
                    <a:pt x="14" y="166"/>
                    <a:pt x="12" y="165"/>
                  </a:cubicBezTo>
                  <a:cubicBezTo>
                    <a:pt x="10" y="164"/>
                    <a:pt x="8" y="160"/>
                    <a:pt x="10" y="154"/>
                  </a:cubicBezTo>
                  <a:cubicBezTo>
                    <a:pt x="12" y="149"/>
                    <a:pt x="39" y="66"/>
                    <a:pt x="39" y="6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EB1C5CE9-22DA-4BA4-AD3A-EE4E5BFF5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3" y="734"/>
              <a:ext cx="145" cy="337"/>
            </a:xfrm>
            <a:custGeom>
              <a:avLst/>
              <a:gdLst>
                <a:gd name="T0" fmla="*/ 42 w 72"/>
                <a:gd name="T1" fmla="*/ 63 h 168"/>
                <a:gd name="T2" fmla="*/ 41 w 72"/>
                <a:gd name="T3" fmla="*/ 61 h 168"/>
                <a:gd name="T4" fmla="*/ 35 w 72"/>
                <a:gd name="T5" fmla="*/ 62 h 168"/>
                <a:gd name="T6" fmla="*/ 16 w 72"/>
                <a:gd name="T7" fmla="*/ 55 h 168"/>
                <a:gd name="T8" fmla="*/ 4 w 72"/>
                <a:gd name="T9" fmla="*/ 36 h 168"/>
                <a:gd name="T10" fmla="*/ 3 w 72"/>
                <a:gd name="T11" fmla="*/ 36 h 168"/>
                <a:gd name="T12" fmla="*/ 4 w 72"/>
                <a:gd name="T13" fmla="*/ 37 h 168"/>
                <a:gd name="T14" fmla="*/ 13 w 72"/>
                <a:gd name="T15" fmla="*/ 11 h 168"/>
                <a:gd name="T16" fmla="*/ 11 w 72"/>
                <a:gd name="T17" fmla="*/ 10 h 168"/>
                <a:gd name="T18" fmla="*/ 12 w 72"/>
                <a:gd name="T19" fmla="*/ 12 h 168"/>
                <a:gd name="T20" fmla="*/ 12 w 72"/>
                <a:gd name="T21" fmla="*/ 12 h 168"/>
                <a:gd name="T22" fmla="*/ 35 w 72"/>
                <a:gd name="T23" fmla="*/ 4 h 168"/>
                <a:gd name="T24" fmla="*/ 47 w 72"/>
                <a:gd name="T25" fmla="*/ 6 h 168"/>
                <a:gd name="T26" fmla="*/ 63 w 72"/>
                <a:gd name="T27" fmla="*/ 20 h 168"/>
                <a:gd name="T28" fmla="*/ 68 w 72"/>
                <a:gd name="T29" fmla="*/ 43 h 168"/>
                <a:gd name="T30" fmla="*/ 65 w 72"/>
                <a:gd name="T31" fmla="*/ 60 h 168"/>
                <a:gd name="T32" fmla="*/ 33 w 72"/>
                <a:gd name="T33" fmla="*/ 161 h 168"/>
                <a:gd name="T34" fmla="*/ 31 w 72"/>
                <a:gd name="T35" fmla="*/ 163 h 168"/>
                <a:gd name="T36" fmla="*/ 29 w 72"/>
                <a:gd name="T37" fmla="*/ 164 h 168"/>
                <a:gd name="T38" fmla="*/ 28 w 72"/>
                <a:gd name="T39" fmla="*/ 164 h 168"/>
                <a:gd name="T40" fmla="*/ 16 w 72"/>
                <a:gd name="T41" fmla="*/ 160 h 168"/>
                <a:gd name="T42" fmla="*/ 15 w 72"/>
                <a:gd name="T43" fmla="*/ 159 h 168"/>
                <a:gd name="T44" fmla="*/ 14 w 72"/>
                <a:gd name="T45" fmla="*/ 156 h 168"/>
                <a:gd name="T46" fmla="*/ 15 w 72"/>
                <a:gd name="T47" fmla="*/ 152 h 168"/>
                <a:gd name="T48" fmla="*/ 44 w 72"/>
                <a:gd name="T49" fmla="*/ 63 h 168"/>
                <a:gd name="T50" fmla="*/ 46 w 72"/>
                <a:gd name="T51" fmla="*/ 58 h 168"/>
                <a:gd name="T52" fmla="*/ 41 w 72"/>
                <a:gd name="T53" fmla="*/ 61 h 168"/>
                <a:gd name="T54" fmla="*/ 42 w 72"/>
                <a:gd name="T55" fmla="*/ 63 h 168"/>
                <a:gd name="T56" fmla="*/ 40 w 72"/>
                <a:gd name="T57" fmla="*/ 62 h 168"/>
                <a:gd name="T58" fmla="*/ 36 w 72"/>
                <a:gd name="T59" fmla="*/ 75 h 168"/>
                <a:gd name="T60" fmla="*/ 11 w 72"/>
                <a:gd name="T61" fmla="*/ 151 h 168"/>
                <a:gd name="T62" fmla="*/ 10 w 72"/>
                <a:gd name="T63" fmla="*/ 156 h 168"/>
                <a:gd name="T64" fmla="*/ 11 w 72"/>
                <a:gd name="T65" fmla="*/ 161 h 168"/>
                <a:gd name="T66" fmla="*/ 14 w 72"/>
                <a:gd name="T67" fmla="*/ 164 h 168"/>
                <a:gd name="T68" fmla="*/ 27 w 72"/>
                <a:gd name="T69" fmla="*/ 168 h 168"/>
                <a:gd name="T70" fmla="*/ 29 w 72"/>
                <a:gd name="T71" fmla="*/ 168 h 168"/>
                <a:gd name="T72" fmla="*/ 34 w 72"/>
                <a:gd name="T73" fmla="*/ 166 h 168"/>
                <a:gd name="T74" fmla="*/ 37 w 72"/>
                <a:gd name="T75" fmla="*/ 162 h 168"/>
                <a:gd name="T76" fmla="*/ 69 w 72"/>
                <a:gd name="T77" fmla="*/ 62 h 168"/>
                <a:gd name="T78" fmla="*/ 72 w 72"/>
                <a:gd name="T79" fmla="*/ 43 h 168"/>
                <a:gd name="T80" fmla="*/ 67 w 72"/>
                <a:gd name="T81" fmla="*/ 18 h 168"/>
                <a:gd name="T82" fmla="*/ 49 w 72"/>
                <a:gd name="T83" fmla="*/ 2 h 168"/>
                <a:gd name="T84" fmla="*/ 35 w 72"/>
                <a:gd name="T85" fmla="*/ 0 h 168"/>
                <a:gd name="T86" fmla="*/ 10 w 72"/>
                <a:gd name="T87" fmla="*/ 9 h 168"/>
                <a:gd name="T88" fmla="*/ 9 w 72"/>
                <a:gd name="T89" fmla="*/ 9 h 168"/>
                <a:gd name="T90" fmla="*/ 0 w 72"/>
                <a:gd name="T91" fmla="*/ 36 h 168"/>
                <a:gd name="T92" fmla="*/ 1 w 72"/>
                <a:gd name="T93" fmla="*/ 37 h 168"/>
                <a:gd name="T94" fmla="*/ 14 w 72"/>
                <a:gd name="T95" fmla="*/ 58 h 168"/>
                <a:gd name="T96" fmla="*/ 35 w 72"/>
                <a:gd name="T97" fmla="*/ 66 h 168"/>
                <a:gd name="T98" fmla="*/ 43 w 72"/>
                <a:gd name="T99" fmla="*/ 64 h 168"/>
                <a:gd name="T100" fmla="*/ 42 w 72"/>
                <a:gd name="T101" fmla="*/ 63 h 168"/>
                <a:gd name="T102" fmla="*/ 40 w 72"/>
                <a:gd name="T103" fmla="*/ 62 h 168"/>
                <a:gd name="T104" fmla="*/ 42 w 72"/>
                <a:gd name="T105" fmla="*/ 63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2" h="168">
                  <a:moveTo>
                    <a:pt x="42" y="63"/>
                  </a:moveTo>
                  <a:cubicBezTo>
                    <a:pt x="41" y="61"/>
                    <a:pt x="41" y="61"/>
                    <a:pt x="41" y="61"/>
                  </a:cubicBezTo>
                  <a:cubicBezTo>
                    <a:pt x="40" y="62"/>
                    <a:pt x="38" y="62"/>
                    <a:pt x="35" y="62"/>
                  </a:cubicBezTo>
                  <a:cubicBezTo>
                    <a:pt x="30" y="62"/>
                    <a:pt x="22" y="59"/>
                    <a:pt x="16" y="55"/>
                  </a:cubicBezTo>
                  <a:cubicBezTo>
                    <a:pt x="10" y="50"/>
                    <a:pt x="5" y="44"/>
                    <a:pt x="4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3" y="11"/>
                    <a:pt x="22" y="4"/>
                    <a:pt x="35" y="4"/>
                  </a:cubicBezTo>
                  <a:cubicBezTo>
                    <a:pt x="39" y="4"/>
                    <a:pt x="43" y="4"/>
                    <a:pt x="47" y="6"/>
                  </a:cubicBezTo>
                  <a:cubicBezTo>
                    <a:pt x="55" y="8"/>
                    <a:pt x="60" y="13"/>
                    <a:pt x="63" y="20"/>
                  </a:cubicBezTo>
                  <a:cubicBezTo>
                    <a:pt x="67" y="26"/>
                    <a:pt x="68" y="35"/>
                    <a:pt x="68" y="43"/>
                  </a:cubicBezTo>
                  <a:cubicBezTo>
                    <a:pt x="68" y="49"/>
                    <a:pt x="67" y="55"/>
                    <a:pt x="65" y="60"/>
                  </a:cubicBezTo>
                  <a:cubicBezTo>
                    <a:pt x="59" y="80"/>
                    <a:pt x="34" y="157"/>
                    <a:pt x="33" y="161"/>
                  </a:cubicBezTo>
                  <a:cubicBezTo>
                    <a:pt x="32" y="162"/>
                    <a:pt x="32" y="163"/>
                    <a:pt x="31" y="163"/>
                  </a:cubicBezTo>
                  <a:cubicBezTo>
                    <a:pt x="31" y="164"/>
                    <a:pt x="30" y="164"/>
                    <a:pt x="29" y="164"/>
                  </a:cubicBezTo>
                  <a:cubicBezTo>
                    <a:pt x="29" y="164"/>
                    <a:pt x="28" y="164"/>
                    <a:pt x="28" y="164"/>
                  </a:cubicBezTo>
                  <a:cubicBezTo>
                    <a:pt x="25" y="163"/>
                    <a:pt x="18" y="161"/>
                    <a:pt x="16" y="160"/>
                  </a:cubicBezTo>
                  <a:cubicBezTo>
                    <a:pt x="16" y="160"/>
                    <a:pt x="15" y="160"/>
                    <a:pt x="15" y="159"/>
                  </a:cubicBezTo>
                  <a:cubicBezTo>
                    <a:pt x="15" y="159"/>
                    <a:pt x="14" y="158"/>
                    <a:pt x="14" y="156"/>
                  </a:cubicBezTo>
                  <a:cubicBezTo>
                    <a:pt x="14" y="155"/>
                    <a:pt x="15" y="154"/>
                    <a:pt x="15" y="152"/>
                  </a:cubicBezTo>
                  <a:cubicBezTo>
                    <a:pt x="17" y="146"/>
                    <a:pt x="44" y="63"/>
                    <a:pt x="44" y="63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3"/>
                    <a:pt x="42" y="63"/>
                    <a:pt x="42" y="63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39" y="67"/>
                    <a:pt x="36" y="75"/>
                  </a:cubicBezTo>
                  <a:cubicBezTo>
                    <a:pt x="28" y="99"/>
                    <a:pt x="13" y="147"/>
                    <a:pt x="11" y="151"/>
                  </a:cubicBezTo>
                  <a:cubicBezTo>
                    <a:pt x="11" y="153"/>
                    <a:pt x="10" y="155"/>
                    <a:pt x="10" y="156"/>
                  </a:cubicBezTo>
                  <a:cubicBezTo>
                    <a:pt x="10" y="158"/>
                    <a:pt x="11" y="160"/>
                    <a:pt x="11" y="161"/>
                  </a:cubicBezTo>
                  <a:cubicBezTo>
                    <a:pt x="12" y="162"/>
                    <a:pt x="13" y="163"/>
                    <a:pt x="14" y="164"/>
                  </a:cubicBezTo>
                  <a:cubicBezTo>
                    <a:pt x="17" y="165"/>
                    <a:pt x="24" y="167"/>
                    <a:pt x="27" y="168"/>
                  </a:cubicBezTo>
                  <a:cubicBezTo>
                    <a:pt x="28" y="168"/>
                    <a:pt x="28" y="168"/>
                    <a:pt x="29" y="168"/>
                  </a:cubicBezTo>
                  <a:cubicBezTo>
                    <a:pt x="31" y="168"/>
                    <a:pt x="33" y="167"/>
                    <a:pt x="34" y="166"/>
                  </a:cubicBezTo>
                  <a:cubicBezTo>
                    <a:pt x="35" y="165"/>
                    <a:pt x="36" y="164"/>
                    <a:pt x="37" y="162"/>
                  </a:cubicBezTo>
                  <a:cubicBezTo>
                    <a:pt x="38" y="158"/>
                    <a:pt x="63" y="81"/>
                    <a:pt x="69" y="62"/>
                  </a:cubicBezTo>
                  <a:cubicBezTo>
                    <a:pt x="71" y="56"/>
                    <a:pt x="72" y="49"/>
                    <a:pt x="72" y="43"/>
                  </a:cubicBezTo>
                  <a:cubicBezTo>
                    <a:pt x="72" y="34"/>
                    <a:pt x="70" y="25"/>
                    <a:pt x="67" y="18"/>
                  </a:cubicBezTo>
                  <a:cubicBezTo>
                    <a:pt x="63" y="11"/>
                    <a:pt x="57" y="4"/>
                    <a:pt x="49" y="2"/>
                  </a:cubicBezTo>
                  <a:cubicBezTo>
                    <a:pt x="44" y="0"/>
                    <a:pt x="39" y="0"/>
                    <a:pt x="35" y="0"/>
                  </a:cubicBezTo>
                  <a:cubicBezTo>
                    <a:pt x="20" y="0"/>
                    <a:pt x="10" y="9"/>
                    <a:pt x="10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46"/>
                    <a:pt x="7" y="53"/>
                    <a:pt x="14" y="58"/>
                  </a:cubicBezTo>
                  <a:cubicBezTo>
                    <a:pt x="21" y="63"/>
                    <a:pt x="29" y="66"/>
                    <a:pt x="35" y="66"/>
                  </a:cubicBezTo>
                  <a:cubicBezTo>
                    <a:pt x="38" y="66"/>
                    <a:pt x="41" y="65"/>
                    <a:pt x="43" y="64"/>
                  </a:cubicBezTo>
                  <a:cubicBezTo>
                    <a:pt x="42" y="63"/>
                    <a:pt x="42" y="63"/>
                    <a:pt x="42" y="63"/>
                  </a:cubicBezTo>
                  <a:cubicBezTo>
                    <a:pt x="40" y="62"/>
                    <a:pt x="40" y="62"/>
                    <a:pt x="40" y="62"/>
                  </a:cubicBezTo>
                  <a:lnTo>
                    <a:pt x="42" y="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1A060D2B-72CF-46EE-9269-E491FC0DA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" y="648"/>
              <a:ext cx="230" cy="313"/>
            </a:xfrm>
            <a:custGeom>
              <a:avLst/>
              <a:gdLst>
                <a:gd name="T0" fmla="*/ 47 w 115"/>
                <a:gd name="T1" fmla="*/ 66 h 156"/>
                <a:gd name="T2" fmla="*/ 71 w 115"/>
                <a:gd name="T3" fmla="*/ 26 h 156"/>
                <a:gd name="T4" fmla="*/ 52 w 115"/>
                <a:gd name="T5" fmla="*/ 6 h 156"/>
                <a:gd name="T6" fmla="*/ 16 w 115"/>
                <a:gd name="T7" fmla="*/ 15 h 156"/>
                <a:gd name="T8" fmla="*/ 23 w 115"/>
                <a:gd name="T9" fmla="*/ 75 h 156"/>
                <a:gd name="T10" fmla="*/ 95 w 115"/>
                <a:gd name="T11" fmla="*/ 152 h 156"/>
                <a:gd name="T12" fmla="*/ 104 w 115"/>
                <a:gd name="T13" fmla="*/ 154 h 156"/>
                <a:gd name="T14" fmla="*/ 113 w 115"/>
                <a:gd name="T15" fmla="*/ 145 h 156"/>
                <a:gd name="T16" fmla="*/ 111 w 115"/>
                <a:gd name="T17" fmla="*/ 134 h 156"/>
                <a:gd name="T18" fmla="*/ 47 w 115"/>
                <a:gd name="T19" fmla="*/ 6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5" h="156">
                  <a:moveTo>
                    <a:pt x="47" y="66"/>
                  </a:moveTo>
                  <a:cubicBezTo>
                    <a:pt x="59" y="67"/>
                    <a:pt x="78" y="45"/>
                    <a:pt x="71" y="2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2" y="6"/>
                    <a:pt x="33" y="0"/>
                    <a:pt x="16" y="15"/>
                  </a:cubicBezTo>
                  <a:cubicBezTo>
                    <a:pt x="0" y="31"/>
                    <a:pt x="9" y="61"/>
                    <a:pt x="23" y="75"/>
                  </a:cubicBezTo>
                  <a:cubicBezTo>
                    <a:pt x="37" y="90"/>
                    <a:pt x="93" y="150"/>
                    <a:pt x="95" y="152"/>
                  </a:cubicBezTo>
                  <a:cubicBezTo>
                    <a:pt x="98" y="155"/>
                    <a:pt x="101" y="156"/>
                    <a:pt x="104" y="154"/>
                  </a:cubicBezTo>
                  <a:cubicBezTo>
                    <a:pt x="107" y="151"/>
                    <a:pt x="112" y="146"/>
                    <a:pt x="113" y="145"/>
                  </a:cubicBezTo>
                  <a:cubicBezTo>
                    <a:pt x="115" y="143"/>
                    <a:pt x="115" y="139"/>
                    <a:pt x="111" y="134"/>
                  </a:cubicBezTo>
                  <a:cubicBezTo>
                    <a:pt x="107" y="130"/>
                    <a:pt x="47" y="66"/>
                    <a:pt x="47" y="6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F6A98286-4932-426E-ACAA-DAB5CDA74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654"/>
              <a:ext cx="222" cy="309"/>
            </a:xfrm>
            <a:custGeom>
              <a:avLst/>
              <a:gdLst>
                <a:gd name="T0" fmla="*/ 42 w 111"/>
                <a:gd name="T1" fmla="*/ 63 h 154"/>
                <a:gd name="T2" fmla="*/ 41 w 111"/>
                <a:gd name="T3" fmla="*/ 65 h 154"/>
                <a:gd name="T4" fmla="*/ 42 w 111"/>
                <a:gd name="T5" fmla="*/ 65 h 154"/>
                <a:gd name="T6" fmla="*/ 52 w 111"/>
                <a:gd name="T7" fmla="*/ 62 h 154"/>
                <a:gd name="T8" fmla="*/ 64 w 111"/>
                <a:gd name="T9" fmla="*/ 49 h 154"/>
                <a:gd name="T10" fmla="*/ 70 w 111"/>
                <a:gd name="T11" fmla="*/ 31 h 154"/>
                <a:gd name="T12" fmla="*/ 68 w 111"/>
                <a:gd name="T13" fmla="*/ 22 h 154"/>
                <a:gd name="T14" fmla="*/ 68 w 111"/>
                <a:gd name="T15" fmla="*/ 22 h 154"/>
                <a:gd name="T16" fmla="*/ 49 w 111"/>
                <a:gd name="T17" fmla="*/ 1 h 154"/>
                <a:gd name="T18" fmla="*/ 48 w 111"/>
                <a:gd name="T19" fmla="*/ 1 h 154"/>
                <a:gd name="T20" fmla="*/ 39 w 111"/>
                <a:gd name="T21" fmla="*/ 0 h 154"/>
                <a:gd name="T22" fmla="*/ 10 w 111"/>
                <a:gd name="T23" fmla="*/ 11 h 154"/>
                <a:gd name="T24" fmla="*/ 0 w 111"/>
                <a:gd name="T25" fmla="*/ 35 h 154"/>
                <a:gd name="T26" fmla="*/ 17 w 111"/>
                <a:gd name="T27" fmla="*/ 74 h 154"/>
                <a:gd name="T28" fmla="*/ 89 w 111"/>
                <a:gd name="T29" fmla="*/ 151 h 154"/>
                <a:gd name="T30" fmla="*/ 96 w 111"/>
                <a:gd name="T31" fmla="*/ 154 h 154"/>
                <a:gd name="T32" fmla="*/ 100 w 111"/>
                <a:gd name="T33" fmla="*/ 152 h 154"/>
                <a:gd name="T34" fmla="*/ 110 w 111"/>
                <a:gd name="T35" fmla="*/ 143 h 154"/>
                <a:gd name="T36" fmla="*/ 111 w 111"/>
                <a:gd name="T37" fmla="*/ 139 h 154"/>
                <a:gd name="T38" fmla="*/ 107 w 111"/>
                <a:gd name="T39" fmla="*/ 130 h 154"/>
                <a:gd name="T40" fmla="*/ 43 w 111"/>
                <a:gd name="T41" fmla="*/ 62 h 154"/>
                <a:gd name="T42" fmla="*/ 42 w 111"/>
                <a:gd name="T43" fmla="*/ 63 h 154"/>
                <a:gd name="T44" fmla="*/ 41 w 111"/>
                <a:gd name="T45" fmla="*/ 65 h 154"/>
                <a:gd name="T46" fmla="*/ 42 w 111"/>
                <a:gd name="T47" fmla="*/ 63 h 154"/>
                <a:gd name="T48" fmla="*/ 40 w 111"/>
                <a:gd name="T49" fmla="*/ 65 h 154"/>
                <a:gd name="T50" fmla="*/ 50 w 111"/>
                <a:gd name="T51" fmla="*/ 75 h 154"/>
                <a:gd name="T52" fmla="*/ 104 w 111"/>
                <a:gd name="T53" fmla="*/ 133 h 154"/>
                <a:gd name="T54" fmla="*/ 107 w 111"/>
                <a:gd name="T55" fmla="*/ 139 h 154"/>
                <a:gd name="T56" fmla="*/ 107 w 111"/>
                <a:gd name="T57" fmla="*/ 140 h 154"/>
                <a:gd name="T58" fmla="*/ 98 w 111"/>
                <a:gd name="T59" fmla="*/ 149 h 154"/>
                <a:gd name="T60" fmla="*/ 96 w 111"/>
                <a:gd name="T61" fmla="*/ 150 h 154"/>
                <a:gd name="T62" fmla="*/ 92 w 111"/>
                <a:gd name="T63" fmla="*/ 148 h 154"/>
                <a:gd name="T64" fmla="*/ 20 w 111"/>
                <a:gd name="T65" fmla="*/ 71 h 154"/>
                <a:gd name="T66" fmla="*/ 4 w 111"/>
                <a:gd name="T67" fmla="*/ 35 h 154"/>
                <a:gd name="T68" fmla="*/ 13 w 111"/>
                <a:gd name="T69" fmla="*/ 14 h 154"/>
                <a:gd name="T70" fmla="*/ 39 w 111"/>
                <a:gd name="T71" fmla="*/ 4 h 154"/>
                <a:gd name="T72" fmla="*/ 45 w 111"/>
                <a:gd name="T73" fmla="*/ 4 h 154"/>
                <a:gd name="T74" fmla="*/ 46 w 111"/>
                <a:gd name="T75" fmla="*/ 4 h 154"/>
                <a:gd name="T76" fmla="*/ 47 w 111"/>
                <a:gd name="T77" fmla="*/ 5 h 154"/>
                <a:gd name="T78" fmla="*/ 47 w 111"/>
                <a:gd name="T79" fmla="*/ 5 h 154"/>
                <a:gd name="T80" fmla="*/ 47 w 111"/>
                <a:gd name="T81" fmla="*/ 3 h 154"/>
                <a:gd name="T82" fmla="*/ 46 w 111"/>
                <a:gd name="T83" fmla="*/ 4 h 154"/>
                <a:gd name="T84" fmla="*/ 65 w 111"/>
                <a:gd name="T85" fmla="*/ 24 h 154"/>
                <a:gd name="T86" fmla="*/ 66 w 111"/>
                <a:gd name="T87" fmla="*/ 23 h 154"/>
                <a:gd name="T88" fmla="*/ 64 w 111"/>
                <a:gd name="T89" fmla="*/ 23 h 154"/>
                <a:gd name="T90" fmla="*/ 66 w 111"/>
                <a:gd name="T91" fmla="*/ 31 h 154"/>
                <a:gd name="T92" fmla="*/ 57 w 111"/>
                <a:gd name="T93" fmla="*/ 52 h 154"/>
                <a:gd name="T94" fmla="*/ 50 w 111"/>
                <a:gd name="T95" fmla="*/ 59 h 154"/>
                <a:gd name="T96" fmla="*/ 42 w 111"/>
                <a:gd name="T97" fmla="*/ 61 h 154"/>
                <a:gd name="T98" fmla="*/ 42 w 111"/>
                <a:gd name="T99" fmla="*/ 61 h 154"/>
                <a:gd name="T100" fmla="*/ 37 w 111"/>
                <a:gd name="T101" fmla="*/ 61 h 154"/>
                <a:gd name="T102" fmla="*/ 40 w 111"/>
                <a:gd name="T103" fmla="*/ 65 h 154"/>
                <a:gd name="T104" fmla="*/ 42 w 111"/>
                <a:gd name="T105" fmla="*/ 63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1" h="154">
                  <a:moveTo>
                    <a:pt x="42" y="63"/>
                  </a:moveTo>
                  <a:cubicBezTo>
                    <a:pt x="41" y="65"/>
                    <a:pt x="41" y="65"/>
                    <a:pt x="41" y="65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45" y="65"/>
                    <a:pt x="49" y="64"/>
                    <a:pt x="52" y="62"/>
                  </a:cubicBezTo>
                  <a:cubicBezTo>
                    <a:pt x="56" y="59"/>
                    <a:pt x="61" y="55"/>
                    <a:pt x="64" y="49"/>
                  </a:cubicBezTo>
                  <a:cubicBezTo>
                    <a:pt x="67" y="44"/>
                    <a:pt x="70" y="37"/>
                    <a:pt x="70" y="31"/>
                  </a:cubicBezTo>
                  <a:cubicBezTo>
                    <a:pt x="70" y="28"/>
                    <a:pt x="69" y="25"/>
                    <a:pt x="68" y="22"/>
                  </a:cubicBezTo>
                  <a:cubicBezTo>
                    <a:pt x="68" y="22"/>
                    <a:pt x="68" y="22"/>
                    <a:pt x="68" y="22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48" y="1"/>
                    <a:pt x="44" y="0"/>
                    <a:pt x="39" y="0"/>
                  </a:cubicBezTo>
                  <a:cubicBezTo>
                    <a:pt x="31" y="0"/>
                    <a:pt x="20" y="2"/>
                    <a:pt x="10" y="11"/>
                  </a:cubicBezTo>
                  <a:cubicBezTo>
                    <a:pt x="3" y="17"/>
                    <a:pt x="0" y="26"/>
                    <a:pt x="0" y="35"/>
                  </a:cubicBezTo>
                  <a:cubicBezTo>
                    <a:pt x="0" y="49"/>
                    <a:pt x="8" y="64"/>
                    <a:pt x="17" y="74"/>
                  </a:cubicBezTo>
                  <a:cubicBezTo>
                    <a:pt x="31" y="89"/>
                    <a:pt x="86" y="148"/>
                    <a:pt x="89" y="151"/>
                  </a:cubicBezTo>
                  <a:cubicBezTo>
                    <a:pt x="91" y="153"/>
                    <a:pt x="93" y="154"/>
                    <a:pt x="96" y="154"/>
                  </a:cubicBezTo>
                  <a:cubicBezTo>
                    <a:pt x="97" y="154"/>
                    <a:pt x="99" y="153"/>
                    <a:pt x="100" y="152"/>
                  </a:cubicBezTo>
                  <a:cubicBezTo>
                    <a:pt x="103" y="150"/>
                    <a:pt x="108" y="145"/>
                    <a:pt x="110" y="143"/>
                  </a:cubicBezTo>
                  <a:cubicBezTo>
                    <a:pt x="111" y="142"/>
                    <a:pt x="111" y="141"/>
                    <a:pt x="111" y="139"/>
                  </a:cubicBezTo>
                  <a:cubicBezTo>
                    <a:pt x="111" y="136"/>
                    <a:pt x="110" y="133"/>
                    <a:pt x="107" y="130"/>
                  </a:cubicBezTo>
                  <a:cubicBezTo>
                    <a:pt x="103" y="126"/>
                    <a:pt x="43" y="62"/>
                    <a:pt x="43" y="62"/>
                  </a:cubicBezTo>
                  <a:cubicBezTo>
                    <a:pt x="42" y="63"/>
                    <a:pt x="42" y="63"/>
                    <a:pt x="42" y="63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2" y="63"/>
                    <a:pt x="42" y="63"/>
                    <a:pt x="42" y="63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4" y="69"/>
                    <a:pt x="50" y="75"/>
                  </a:cubicBezTo>
                  <a:cubicBezTo>
                    <a:pt x="67" y="93"/>
                    <a:pt x="101" y="129"/>
                    <a:pt x="104" y="133"/>
                  </a:cubicBezTo>
                  <a:cubicBezTo>
                    <a:pt x="107" y="135"/>
                    <a:pt x="107" y="138"/>
                    <a:pt x="107" y="139"/>
                  </a:cubicBezTo>
                  <a:cubicBezTo>
                    <a:pt x="107" y="140"/>
                    <a:pt x="107" y="140"/>
                    <a:pt x="107" y="140"/>
                  </a:cubicBezTo>
                  <a:cubicBezTo>
                    <a:pt x="105" y="142"/>
                    <a:pt x="100" y="147"/>
                    <a:pt x="98" y="149"/>
                  </a:cubicBezTo>
                  <a:cubicBezTo>
                    <a:pt x="97" y="150"/>
                    <a:pt x="96" y="150"/>
                    <a:pt x="96" y="150"/>
                  </a:cubicBezTo>
                  <a:cubicBezTo>
                    <a:pt x="94" y="150"/>
                    <a:pt x="93" y="149"/>
                    <a:pt x="92" y="148"/>
                  </a:cubicBezTo>
                  <a:cubicBezTo>
                    <a:pt x="89" y="145"/>
                    <a:pt x="34" y="86"/>
                    <a:pt x="20" y="71"/>
                  </a:cubicBezTo>
                  <a:cubicBezTo>
                    <a:pt x="11" y="62"/>
                    <a:pt x="4" y="48"/>
                    <a:pt x="4" y="35"/>
                  </a:cubicBezTo>
                  <a:cubicBezTo>
                    <a:pt x="4" y="27"/>
                    <a:pt x="7" y="19"/>
                    <a:pt x="13" y="14"/>
                  </a:cubicBezTo>
                  <a:cubicBezTo>
                    <a:pt x="22" y="5"/>
                    <a:pt x="32" y="4"/>
                    <a:pt x="39" y="4"/>
                  </a:cubicBezTo>
                  <a:cubicBezTo>
                    <a:pt x="41" y="4"/>
                    <a:pt x="43" y="4"/>
                    <a:pt x="45" y="4"/>
                  </a:cubicBezTo>
                  <a:cubicBezTo>
                    <a:pt x="45" y="4"/>
                    <a:pt x="46" y="4"/>
                    <a:pt x="46" y="4"/>
                  </a:cubicBezTo>
                  <a:cubicBezTo>
                    <a:pt x="47" y="5"/>
                    <a:pt x="47" y="5"/>
                    <a:pt x="47" y="5"/>
                  </a:cubicBezTo>
                  <a:cubicBezTo>
                    <a:pt x="47" y="5"/>
                    <a:pt x="47" y="5"/>
                    <a:pt x="47" y="5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65" y="24"/>
                    <a:pt x="65" y="24"/>
                    <a:pt x="65" y="24"/>
                  </a:cubicBezTo>
                  <a:cubicBezTo>
                    <a:pt x="66" y="23"/>
                    <a:pt x="66" y="23"/>
                    <a:pt x="66" y="23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5" y="26"/>
                    <a:pt x="66" y="28"/>
                    <a:pt x="66" y="31"/>
                  </a:cubicBezTo>
                  <a:cubicBezTo>
                    <a:pt x="66" y="38"/>
                    <a:pt x="62" y="46"/>
                    <a:pt x="57" y="52"/>
                  </a:cubicBezTo>
                  <a:cubicBezTo>
                    <a:pt x="55" y="55"/>
                    <a:pt x="52" y="57"/>
                    <a:pt x="50" y="59"/>
                  </a:cubicBezTo>
                  <a:cubicBezTo>
                    <a:pt x="47" y="60"/>
                    <a:pt x="44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40" y="65"/>
                    <a:pt x="40" y="65"/>
                    <a:pt x="40" y="65"/>
                  </a:cubicBezTo>
                  <a:lnTo>
                    <a:pt x="42" y="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CC770EB4-D3D2-41D5-B324-2D1DC907D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8" y="173"/>
              <a:ext cx="585" cy="583"/>
            </a:xfrm>
            <a:custGeom>
              <a:avLst/>
              <a:gdLst>
                <a:gd name="T0" fmla="*/ 96 w 292"/>
                <a:gd name="T1" fmla="*/ 27 h 291"/>
                <a:gd name="T2" fmla="*/ 264 w 292"/>
                <a:gd name="T3" fmla="*/ 96 h 291"/>
                <a:gd name="T4" fmla="*/ 195 w 292"/>
                <a:gd name="T5" fmla="*/ 264 h 291"/>
                <a:gd name="T6" fmla="*/ 27 w 292"/>
                <a:gd name="T7" fmla="*/ 195 h 291"/>
                <a:gd name="T8" fmla="*/ 96 w 292"/>
                <a:gd name="T9" fmla="*/ 27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2" h="291">
                  <a:moveTo>
                    <a:pt x="96" y="27"/>
                  </a:moveTo>
                  <a:cubicBezTo>
                    <a:pt x="161" y="0"/>
                    <a:pt x="237" y="30"/>
                    <a:pt x="264" y="96"/>
                  </a:cubicBezTo>
                  <a:cubicBezTo>
                    <a:pt x="292" y="161"/>
                    <a:pt x="261" y="236"/>
                    <a:pt x="195" y="264"/>
                  </a:cubicBezTo>
                  <a:cubicBezTo>
                    <a:pt x="130" y="291"/>
                    <a:pt x="55" y="261"/>
                    <a:pt x="27" y="195"/>
                  </a:cubicBezTo>
                  <a:cubicBezTo>
                    <a:pt x="0" y="130"/>
                    <a:pt x="30" y="55"/>
                    <a:pt x="96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6970D99D-CCE2-40D4-B9C9-4AE1282A5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0" y="225"/>
              <a:ext cx="479" cy="479"/>
            </a:xfrm>
            <a:custGeom>
              <a:avLst/>
              <a:gdLst>
                <a:gd name="T0" fmla="*/ 79 w 239"/>
                <a:gd name="T1" fmla="*/ 23 h 239"/>
                <a:gd name="T2" fmla="*/ 217 w 239"/>
                <a:gd name="T3" fmla="*/ 79 h 239"/>
                <a:gd name="T4" fmla="*/ 160 w 239"/>
                <a:gd name="T5" fmla="*/ 216 h 239"/>
                <a:gd name="T6" fmla="*/ 23 w 239"/>
                <a:gd name="T7" fmla="*/ 160 h 239"/>
                <a:gd name="T8" fmla="*/ 79 w 239"/>
                <a:gd name="T9" fmla="*/ 23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9" h="239">
                  <a:moveTo>
                    <a:pt x="79" y="23"/>
                  </a:moveTo>
                  <a:cubicBezTo>
                    <a:pt x="132" y="0"/>
                    <a:pt x="194" y="25"/>
                    <a:pt x="217" y="79"/>
                  </a:cubicBezTo>
                  <a:cubicBezTo>
                    <a:pt x="239" y="132"/>
                    <a:pt x="214" y="194"/>
                    <a:pt x="160" y="216"/>
                  </a:cubicBezTo>
                  <a:cubicBezTo>
                    <a:pt x="107" y="239"/>
                    <a:pt x="45" y="214"/>
                    <a:pt x="23" y="160"/>
                  </a:cubicBezTo>
                  <a:cubicBezTo>
                    <a:pt x="0" y="107"/>
                    <a:pt x="25" y="45"/>
                    <a:pt x="79" y="23"/>
                  </a:cubicBezTo>
                  <a:close/>
                </a:path>
              </a:pathLst>
            </a:custGeom>
            <a:solidFill>
              <a:srgbClr val="714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9B0CB211-C743-4C7C-AA6C-DEAB37917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4" y="658"/>
              <a:ext cx="123" cy="165"/>
            </a:xfrm>
            <a:custGeom>
              <a:avLst/>
              <a:gdLst>
                <a:gd name="T0" fmla="*/ 42 w 61"/>
                <a:gd name="T1" fmla="*/ 16 h 82"/>
                <a:gd name="T2" fmla="*/ 57 w 61"/>
                <a:gd name="T3" fmla="*/ 50 h 82"/>
                <a:gd name="T4" fmla="*/ 46 w 61"/>
                <a:gd name="T5" fmla="*/ 77 h 82"/>
                <a:gd name="T6" fmla="*/ 19 w 61"/>
                <a:gd name="T7" fmla="*/ 66 h 82"/>
                <a:gd name="T8" fmla="*/ 5 w 61"/>
                <a:gd name="T9" fmla="*/ 31 h 82"/>
                <a:gd name="T10" fmla="*/ 16 w 61"/>
                <a:gd name="T11" fmla="*/ 5 h 82"/>
                <a:gd name="T12" fmla="*/ 42 w 61"/>
                <a:gd name="T13" fmla="*/ 16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82">
                  <a:moveTo>
                    <a:pt x="42" y="16"/>
                  </a:moveTo>
                  <a:cubicBezTo>
                    <a:pt x="57" y="50"/>
                    <a:pt x="57" y="50"/>
                    <a:pt x="57" y="50"/>
                  </a:cubicBezTo>
                  <a:cubicBezTo>
                    <a:pt x="61" y="61"/>
                    <a:pt x="57" y="73"/>
                    <a:pt x="46" y="77"/>
                  </a:cubicBezTo>
                  <a:cubicBezTo>
                    <a:pt x="36" y="82"/>
                    <a:pt x="24" y="77"/>
                    <a:pt x="19" y="66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0" y="21"/>
                    <a:pt x="5" y="9"/>
                    <a:pt x="16" y="5"/>
                  </a:cubicBezTo>
                  <a:cubicBezTo>
                    <a:pt x="26" y="0"/>
                    <a:pt x="38" y="5"/>
                    <a:pt x="4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D1763725-B726-44AE-9B0F-48A0D0189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4" y="298"/>
              <a:ext cx="415" cy="402"/>
            </a:xfrm>
            <a:custGeom>
              <a:avLst/>
              <a:gdLst>
                <a:gd name="T0" fmla="*/ 85 w 207"/>
                <a:gd name="T1" fmla="*/ 109 h 201"/>
                <a:gd name="T2" fmla="*/ 0 w 207"/>
                <a:gd name="T3" fmla="*/ 141 h 201"/>
                <a:gd name="T4" fmla="*/ 129 w 207"/>
                <a:gd name="T5" fmla="*/ 181 h 201"/>
                <a:gd name="T6" fmla="*/ 185 w 207"/>
                <a:gd name="T7" fmla="*/ 43 h 201"/>
                <a:gd name="T8" fmla="*/ 151 w 207"/>
                <a:gd name="T9" fmla="*/ 0 h 201"/>
                <a:gd name="T10" fmla="*/ 85 w 207"/>
                <a:gd name="T11" fmla="*/ 109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" h="201">
                  <a:moveTo>
                    <a:pt x="85" y="109"/>
                  </a:moveTo>
                  <a:cubicBezTo>
                    <a:pt x="69" y="149"/>
                    <a:pt x="25" y="149"/>
                    <a:pt x="0" y="141"/>
                  </a:cubicBezTo>
                  <a:cubicBezTo>
                    <a:pt x="27" y="183"/>
                    <a:pt x="81" y="201"/>
                    <a:pt x="129" y="181"/>
                  </a:cubicBezTo>
                  <a:cubicBezTo>
                    <a:pt x="182" y="158"/>
                    <a:pt x="207" y="96"/>
                    <a:pt x="185" y="43"/>
                  </a:cubicBezTo>
                  <a:cubicBezTo>
                    <a:pt x="177" y="25"/>
                    <a:pt x="165" y="11"/>
                    <a:pt x="151" y="0"/>
                  </a:cubicBezTo>
                  <a:cubicBezTo>
                    <a:pt x="72" y="14"/>
                    <a:pt x="102" y="66"/>
                    <a:pt x="85" y="109"/>
                  </a:cubicBezTo>
                  <a:close/>
                </a:path>
              </a:pathLst>
            </a:custGeom>
            <a:solidFill>
              <a:srgbClr val="482E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59D89335-4625-4EFE-B181-A45643817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4" y="486"/>
              <a:ext cx="60" cy="60"/>
            </a:xfrm>
            <a:custGeom>
              <a:avLst/>
              <a:gdLst>
                <a:gd name="T0" fmla="*/ 10 w 30"/>
                <a:gd name="T1" fmla="*/ 3 h 30"/>
                <a:gd name="T2" fmla="*/ 27 w 30"/>
                <a:gd name="T3" fmla="*/ 10 h 30"/>
                <a:gd name="T4" fmla="*/ 20 w 30"/>
                <a:gd name="T5" fmla="*/ 27 h 30"/>
                <a:gd name="T6" fmla="*/ 3 w 30"/>
                <a:gd name="T7" fmla="*/ 20 h 30"/>
                <a:gd name="T8" fmla="*/ 10 w 30"/>
                <a:gd name="T9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0">
                  <a:moveTo>
                    <a:pt x="10" y="3"/>
                  </a:moveTo>
                  <a:cubicBezTo>
                    <a:pt x="17" y="0"/>
                    <a:pt x="24" y="3"/>
                    <a:pt x="27" y="10"/>
                  </a:cubicBezTo>
                  <a:cubicBezTo>
                    <a:pt x="30" y="16"/>
                    <a:pt x="27" y="24"/>
                    <a:pt x="20" y="27"/>
                  </a:cubicBezTo>
                  <a:cubicBezTo>
                    <a:pt x="14" y="30"/>
                    <a:pt x="6" y="26"/>
                    <a:pt x="3" y="20"/>
                  </a:cubicBezTo>
                  <a:cubicBezTo>
                    <a:pt x="0" y="13"/>
                    <a:pt x="3" y="5"/>
                    <a:pt x="10" y="3"/>
                  </a:cubicBezTo>
                  <a:close/>
                </a:path>
              </a:pathLst>
            </a:custGeom>
            <a:solidFill>
              <a:srgbClr val="482E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BE5054FE-A4EA-4161-A1C1-ED1B2736C0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2" y="502"/>
              <a:ext cx="40" cy="40"/>
            </a:xfrm>
            <a:custGeom>
              <a:avLst/>
              <a:gdLst>
                <a:gd name="T0" fmla="*/ 6 w 20"/>
                <a:gd name="T1" fmla="*/ 2 h 20"/>
                <a:gd name="T2" fmla="*/ 18 w 20"/>
                <a:gd name="T3" fmla="*/ 6 h 20"/>
                <a:gd name="T4" fmla="*/ 13 w 20"/>
                <a:gd name="T5" fmla="*/ 18 h 20"/>
                <a:gd name="T6" fmla="*/ 2 w 20"/>
                <a:gd name="T7" fmla="*/ 13 h 20"/>
                <a:gd name="T8" fmla="*/ 6 w 20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0">
                  <a:moveTo>
                    <a:pt x="6" y="2"/>
                  </a:moveTo>
                  <a:cubicBezTo>
                    <a:pt x="11" y="0"/>
                    <a:pt x="16" y="2"/>
                    <a:pt x="18" y="6"/>
                  </a:cubicBezTo>
                  <a:cubicBezTo>
                    <a:pt x="20" y="11"/>
                    <a:pt x="18" y="16"/>
                    <a:pt x="13" y="18"/>
                  </a:cubicBezTo>
                  <a:cubicBezTo>
                    <a:pt x="9" y="20"/>
                    <a:pt x="3" y="18"/>
                    <a:pt x="2" y="13"/>
                  </a:cubicBezTo>
                  <a:cubicBezTo>
                    <a:pt x="0" y="9"/>
                    <a:pt x="2" y="4"/>
                    <a:pt x="6" y="2"/>
                  </a:cubicBezTo>
                  <a:close/>
                </a:path>
              </a:pathLst>
            </a:custGeom>
            <a:solidFill>
              <a:srgbClr val="482E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89F74D88-DB64-4FA2-9D45-D54177AF35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2" y="446"/>
              <a:ext cx="32" cy="32"/>
            </a:xfrm>
            <a:custGeom>
              <a:avLst/>
              <a:gdLst>
                <a:gd name="T0" fmla="*/ 6 w 16"/>
                <a:gd name="T1" fmla="*/ 2 h 16"/>
                <a:gd name="T2" fmla="*/ 15 w 16"/>
                <a:gd name="T3" fmla="*/ 5 h 16"/>
                <a:gd name="T4" fmla="*/ 11 w 16"/>
                <a:gd name="T5" fmla="*/ 14 h 16"/>
                <a:gd name="T6" fmla="*/ 2 w 16"/>
                <a:gd name="T7" fmla="*/ 11 h 16"/>
                <a:gd name="T8" fmla="*/ 6 w 16"/>
                <a:gd name="T9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6" y="2"/>
                  </a:moveTo>
                  <a:cubicBezTo>
                    <a:pt x="9" y="0"/>
                    <a:pt x="13" y="2"/>
                    <a:pt x="15" y="5"/>
                  </a:cubicBezTo>
                  <a:cubicBezTo>
                    <a:pt x="16" y="9"/>
                    <a:pt x="15" y="13"/>
                    <a:pt x="11" y="14"/>
                  </a:cubicBezTo>
                  <a:cubicBezTo>
                    <a:pt x="8" y="16"/>
                    <a:pt x="3" y="14"/>
                    <a:pt x="2" y="11"/>
                  </a:cubicBezTo>
                  <a:cubicBezTo>
                    <a:pt x="0" y="7"/>
                    <a:pt x="2" y="3"/>
                    <a:pt x="6" y="2"/>
                  </a:cubicBezTo>
                  <a:close/>
                </a:path>
              </a:pathLst>
            </a:custGeom>
            <a:solidFill>
              <a:srgbClr val="482E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9426892D-BCFC-41A9-AB53-1D7DB97A5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" y="448"/>
              <a:ext cx="24" cy="24"/>
            </a:xfrm>
            <a:custGeom>
              <a:avLst/>
              <a:gdLst>
                <a:gd name="T0" fmla="*/ 4 w 12"/>
                <a:gd name="T1" fmla="*/ 1 h 12"/>
                <a:gd name="T2" fmla="*/ 11 w 12"/>
                <a:gd name="T3" fmla="*/ 4 h 12"/>
                <a:gd name="T4" fmla="*/ 8 w 12"/>
                <a:gd name="T5" fmla="*/ 11 h 12"/>
                <a:gd name="T6" fmla="*/ 1 w 12"/>
                <a:gd name="T7" fmla="*/ 8 h 12"/>
                <a:gd name="T8" fmla="*/ 4 w 12"/>
                <a:gd name="T9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4" y="1"/>
                  </a:moveTo>
                  <a:cubicBezTo>
                    <a:pt x="7" y="0"/>
                    <a:pt x="10" y="1"/>
                    <a:pt x="11" y="4"/>
                  </a:cubicBezTo>
                  <a:cubicBezTo>
                    <a:pt x="12" y="7"/>
                    <a:pt x="11" y="10"/>
                    <a:pt x="8" y="11"/>
                  </a:cubicBezTo>
                  <a:cubicBezTo>
                    <a:pt x="5" y="12"/>
                    <a:pt x="2" y="11"/>
                    <a:pt x="1" y="8"/>
                  </a:cubicBezTo>
                  <a:cubicBezTo>
                    <a:pt x="0" y="5"/>
                    <a:pt x="1" y="2"/>
                    <a:pt x="4" y="1"/>
                  </a:cubicBezTo>
                  <a:close/>
                </a:path>
              </a:pathLst>
            </a:custGeom>
            <a:solidFill>
              <a:srgbClr val="482E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5F86A476-98C6-4889-834B-85C3FC094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" y="548"/>
              <a:ext cx="20" cy="20"/>
            </a:xfrm>
            <a:custGeom>
              <a:avLst/>
              <a:gdLst>
                <a:gd name="T0" fmla="*/ 3 w 10"/>
                <a:gd name="T1" fmla="*/ 1 h 10"/>
                <a:gd name="T2" fmla="*/ 9 w 10"/>
                <a:gd name="T3" fmla="*/ 3 h 10"/>
                <a:gd name="T4" fmla="*/ 7 w 10"/>
                <a:gd name="T5" fmla="*/ 9 h 10"/>
                <a:gd name="T6" fmla="*/ 1 w 10"/>
                <a:gd name="T7" fmla="*/ 7 h 10"/>
                <a:gd name="T8" fmla="*/ 3 w 10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3" y="1"/>
                  </a:moveTo>
                  <a:cubicBezTo>
                    <a:pt x="6" y="0"/>
                    <a:pt x="8" y="1"/>
                    <a:pt x="9" y="3"/>
                  </a:cubicBezTo>
                  <a:cubicBezTo>
                    <a:pt x="10" y="6"/>
                    <a:pt x="9" y="8"/>
                    <a:pt x="7" y="9"/>
                  </a:cubicBezTo>
                  <a:cubicBezTo>
                    <a:pt x="5" y="10"/>
                    <a:pt x="2" y="9"/>
                    <a:pt x="1" y="7"/>
                  </a:cubicBezTo>
                  <a:cubicBezTo>
                    <a:pt x="0" y="5"/>
                    <a:pt x="1" y="2"/>
                    <a:pt x="3" y="1"/>
                  </a:cubicBezTo>
                  <a:close/>
                </a:path>
              </a:pathLst>
            </a:custGeom>
            <a:solidFill>
              <a:srgbClr val="482E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1016B884-B7B4-475E-8D74-FD0130AB2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" y="548"/>
              <a:ext cx="12" cy="12"/>
            </a:xfrm>
            <a:custGeom>
              <a:avLst/>
              <a:gdLst>
                <a:gd name="T0" fmla="*/ 2 w 6"/>
                <a:gd name="T1" fmla="*/ 1 h 6"/>
                <a:gd name="T2" fmla="*/ 6 w 6"/>
                <a:gd name="T3" fmla="*/ 2 h 6"/>
                <a:gd name="T4" fmla="*/ 4 w 6"/>
                <a:gd name="T5" fmla="*/ 6 h 6"/>
                <a:gd name="T6" fmla="*/ 1 w 6"/>
                <a:gd name="T7" fmla="*/ 4 h 6"/>
                <a:gd name="T8" fmla="*/ 2 w 6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2" y="1"/>
                  </a:moveTo>
                  <a:cubicBezTo>
                    <a:pt x="4" y="0"/>
                    <a:pt x="5" y="1"/>
                    <a:pt x="6" y="2"/>
                  </a:cubicBezTo>
                  <a:cubicBezTo>
                    <a:pt x="6" y="3"/>
                    <a:pt x="6" y="5"/>
                    <a:pt x="4" y="6"/>
                  </a:cubicBezTo>
                  <a:cubicBezTo>
                    <a:pt x="3" y="6"/>
                    <a:pt x="1" y="5"/>
                    <a:pt x="1" y="4"/>
                  </a:cubicBezTo>
                  <a:cubicBezTo>
                    <a:pt x="0" y="3"/>
                    <a:pt x="1" y="1"/>
                    <a:pt x="2" y="1"/>
                  </a:cubicBezTo>
                  <a:close/>
                </a:path>
              </a:pathLst>
            </a:custGeom>
            <a:solidFill>
              <a:srgbClr val="482E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31EFA529-9388-4C4C-956E-8A0456D33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4" y="508"/>
              <a:ext cx="16" cy="16"/>
            </a:xfrm>
            <a:custGeom>
              <a:avLst/>
              <a:gdLst>
                <a:gd name="T0" fmla="*/ 3 w 8"/>
                <a:gd name="T1" fmla="*/ 0 h 8"/>
                <a:gd name="T2" fmla="*/ 7 w 8"/>
                <a:gd name="T3" fmla="*/ 2 h 8"/>
                <a:gd name="T4" fmla="*/ 5 w 8"/>
                <a:gd name="T5" fmla="*/ 7 h 8"/>
                <a:gd name="T6" fmla="*/ 1 w 8"/>
                <a:gd name="T7" fmla="*/ 5 h 8"/>
                <a:gd name="T8" fmla="*/ 3 w 8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3" y="0"/>
                  </a:moveTo>
                  <a:cubicBezTo>
                    <a:pt x="4" y="0"/>
                    <a:pt x="7" y="0"/>
                    <a:pt x="7" y="2"/>
                  </a:cubicBezTo>
                  <a:cubicBezTo>
                    <a:pt x="8" y="4"/>
                    <a:pt x="7" y="6"/>
                    <a:pt x="5" y="7"/>
                  </a:cubicBezTo>
                  <a:cubicBezTo>
                    <a:pt x="4" y="8"/>
                    <a:pt x="1" y="7"/>
                    <a:pt x="1" y="5"/>
                  </a:cubicBezTo>
                  <a:cubicBezTo>
                    <a:pt x="0" y="3"/>
                    <a:pt x="1" y="1"/>
                    <a:pt x="3" y="0"/>
                  </a:cubicBezTo>
                  <a:close/>
                </a:path>
              </a:pathLst>
            </a:custGeom>
            <a:solidFill>
              <a:srgbClr val="482E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782988EF-8FF7-4346-A022-6905D6FD3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3" y="1187"/>
              <a:ext cx="2954" cy="1782"/>
            </a:xfrm>
            <a:custGeom>
              <a:avLst/>
              <a:gdLst>
                <a:gd name="T0" fmla="*/ 0 w 1475"/>
                <a:gd name="T1" fmla="*/ 0 h 889"/>
                <a:gd name="T2" fmla="*/ 0 w 1475"/>
                <a:gd name="T3" fmla="*/ 61 h 889"/>
                <a:gd name="T4" fmla="*/ 108 w 1475"/>
                <a:gd name="T5" fmla="*/ 889 h 889"/>
                <a:gd name="T6" fmla="*/ 784 w 1475"/>
                <a:gd name="T7" fmla="*/ 814 h 889"/>
                <a:gd name="T8" fmla="*/ 822 w 1475"/>
                <a:gd name="T9" fmla="*/ 801 h 889"/>
                <a:gd name="T10" fmla="*/ 1066 w 1475"/>
                <a:gd name="T11" fmla="*/ 766 h 889"/>
                <a:gd name="T12" fmla="*/ 1472 w 1475"/>
                <a:gd name="T13" fmla="*/ 733 h 889"/>
                <a:gd name="T14" fmla="*/ 1475 w 1475"/>
                <a:gd name="T15" fmla="*/ 707 h 889"/>
                <a:gd name="T16" fmla="*/ 1224 w 1475"/>
                <a:gd name="T17" fmla="*/ 86 h 889"/>
                <a:gd name="T18" fmla="*/ 402 w 1475"/>
                <a:gd name="T19" fmla="*/ 57 h 889"/>
                <a:gd name="T20" fmla="*/ 0 w 1475"/>
                <a:gd name="T21" fmla="*/ 0 h 8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75" h="889">
                  <a:moveTo>
                    <a:pt x="0" y="0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108" y="889"/>
                    <a:pt x="108" y="889"/>
                    <a:pt x="108" y="889"/>
                  </a:cubicBezTo>
                  <a:cubicBezTo>
                    <a:pt x="784" y="814"/>
                    <a:pt x="784" y="814"/>
                    <a:pt x="784" y="814"/>
                  </a:cubicBezTo>
                  <a:cubicBezTo>
                    <a:pt x="822" y="801"/>
                    <a:pt x="822" y="801"/>
                    <a:pt x="822" y="801"/>
                  </a:cubicBezTo>
                  <a:cubicBezTo>
                    <a:pt x="822" y="801"/>
                    <a:pt x="906" y="771"/>
                    <a:pt x="1066" y="766"/>
                  </a:cubicBezTo>
                  <a:cubicBezTo>
                    <a:pt x="1226" y="761"/>
                    <a:pt x="1472" y="733"/>
                    <a:pt x="1472" y="733"/>
                  </a:cubicBezTo>
                  <a:cubicBezTo>
                    <a:pt x="1475" y="707"/>
                    <a:pt x="1475" y="707"/>
                    <a:pt x="1475" y="707"/>
                  </a:cubicBezTo>
                  <a:cubicBezTo>
                    <a:pt x="1224" y="86"/>
                    <a:pt x="1224" y="86"/>
                    <a:pt x="1224" y="86"/>
                  </a:cubicBezTo>
                  <a:cubicBezTo>
                    <a:pt x="402" y="57"/>
                    <a:pt x="402" y="57"/>
                    <a:pt x="402" y="57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70F6EF2D-2DE2-4482-A409-9BACF02C0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9" y="1009"/>
              <a:ext cx="1590" cy="1902"/>
            </a:xfrm>
            <a:custGeom>
              <a:avLst/>
              <a:gdLst>
                <a:gd name="T0" fmla="*/ 0 w 1590"/>
                <a:gd name="T1" fmla="*/ 174 h 1902"/>
                <a:gd name="T2" fmla="*/ 1342 w 1590"/>
                <a:gd name="T3" fmla="*/ 0 h 1902"/>
                <a:gd name="T4" fmla="*/ 1590 w 1590"/>
                <a:gd name="T5" fmla="*/ 1749 h 1902"/>
                <a:gd name="T6" fmla="*/ 220 w 1590"/>
                <a:gd name="T7" fmla="*/ 1902 h 1902"/>
                <a:gd name="T8" fmla="*/ 0 w 1590"/>
                <a:gd name="T9" fmla="*/ 174 h 1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0" h="1902">
                  <a:moveTo>
                    <a:pt x="0" y="174"/>
                  </a:moveTo>
                  <a:lnTo>
                    <a:pt x="1342" y="0"/>
                  </a:lnTo>
                  <a:lnTo>
                    <a:pt x="1590" y="1749"/>
                  </a:lnTo>
                  <a:lnTo>
                    <a:pt x="220" y="1902"/>
                  </a:lnTo>
                  <a:lnTo>
                    <a:pt x="0" y="174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4D16F41A-EA54-456D-9337-F335079173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33" y="1003"/>
              <a:ext cx="1600" cy="1912"/>
            </a:xfrm>
            <a:custGeom>
              <a:avLst/>
              <a:gdLst>
                <a:gd name="T0" fmla="*/ 1344 w 1600"/>
                <a:gd name="T1" fmla="*/ 10 h 1912"/>
                <a:gd name="T2" fmla="*/ 1592 w 1600"/>
                <a:gd name="T3" fmla="*/ 1751 h 1912"/>
                <a:gd name="T4" fmla="*/ 230 w 1600"/>
                <a:gd name="T5" fmla="*/ 1904 h 1912"/>
                <a:gd name="T6" fmla="*/ 10 w 1600"/>
                <a:gd name="T7" fmla="*/ 184 h 1912"/>
                <a:gd name="T8" fmla="*/ 1344 w 1600"/>
                <a:gd name="T9" fmla="*/ 10 h 1912"/>
                <a:gd name="T10" fmla="*/ 1352 w 1600"/>
                <a:gd name="T11" fmla="*/ 0 h 1912"/>
                <a:gd name="T12" fmla="*/ 1344 w 1600"/>
                <a:gd name="T13" fmla="*/ 2 h 1912"/>
                <a:gd name="T14" fmla="*/ 8 w 1600"/>
                <a:gd name="T15" fmla="*/ 176 h 1912"/>
                <a:gd name="T16" fmla="*/ 0 w 1600"/>
                <a:gd name="T17" fmla="*/ 178 h 1912"/>
                <a:gd name="T18" fmla="*/ 2 w 1600"/>
                <a:gd name="T19" fmla="*/ 186 h 1912"/>
                <a:gd name="T20" fmla="*/ 222 w 1600"/>
                <a:gd name="T21" fmla="*/ 1904 h 1912"/>
                <a:gd name="T22" fmla="*/ 224 w 1600"/>
                <a:gd name="T23" fmla="*/ 1912 h 1912"/>
                <a:gd name="T24" fmla="*/ 232 w 1600"/>
                <a:gd name="T25" fmla="*/ 1912 h 1912"/>
                <a:gd name="T26" fmla="*/ 1592 w 1600"/>
                <a:gd name="T27" fmla="*/ 1759 h 1912"/>
                <a:gd name="T28" fmla="*/ 1600 w 1600"/>
                <a:gd name="T29" fmla="*/ 1759 h 1912"/>
                <a:gd name="T30" fmla="*/ 1600 w 1600"/>
                <a:gd name="T31" fmla="*/ 1751 h 1912"/>
                <a:gd name="T32" fmla="*/ 1352 w 1600"/>
                <a:gd name="T33" fmla="*/ 8 h 1912"/>
                <a:gd name="T34" fmla="*/ 1352 w 1600"/>
                <a:gd name="T35" fmla="*/ 0 h 1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00" h="1912">
                  <a:moveTo>
                    <a:pt x="1344" y="10"/>
                  </a:moveTo>
                  <a:lnTo>
                    <a:pt x="1592" y="1751"/>
                  </a:lnTo>
                  <a:lnTo>
                    <a:pt x="230" y="1904"/>
                  </a:lnTo>
                  <a:lnTo>
                    <a:pt x="10" y="184"/>
                  </a:lnTo>
                  <a:lnTo>
                    <a:pt x="1344" y="10"/>
                  </a:lnTo>
                  <a:close/>
                  <a:moveTo>
                    <a:pt x="1352" y="0"/>
                  </a:moveTo>
                  <a:lnTo>
                    <a:pt x="1344" y="2"/>
                  </a:lnTo>
                  <a:lnTo>
                    <a:pt x="8" y="176"/>
                  </a:lnTo>
                  <a:lnTo>
                    <a:pt x="0" y="178"/>
                  </a:lnTo>
                  <a:lnTo>
                    <a:pt x="2" y="186"/>
                  </a:lnTo>
                  <a:lnTo>
                    <a:pt x="222" y="1904"/>
                  </a:lnTo>
                  <a:lnTo>
                    <a:pt x="224" y="1912"/>
                  </a:lnTo>
                  <a:lnTo>
                    <a:pt x="232" y="1912"/>
                  </a:lnTo>
                  <a:lnTo>
                    <a:pt x="1592" y="1759"/>
                  </a:lnTo>
                  <a:lnTo>
                    <a:pt x="1600" y="1759"/>
                  </a:lnTo>
                  <a:lnTo>
                    <a:pt x="1600" y="1751"/>
                  </a:lnTo>
                  <a:lnTo>
                    <a:pt x="1352" y="8"/>
                  </a:lnTo>
                  <a:lnTo>
                    <a:pt x="13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1855C36B-524F-4CA4-A858-AFBD6A23E9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33" y="1003"/>
              <a:ext cx="1600" cy="1912"/>
            </a:xfrm>
            <a:custGeom>
              <a:avLst/>
              <a:gdLst>
                <a:gd name="T0" fmla="*/ 1344 w 1600"/>
                <a:gd name="T1" fmla="*/ 10 h 1912"/>
                <a:gd name="T2" fmla="*/ 1592 w 1600"/>
                <a:gd name="T3" fmla="*/ 1751 h 1912"/>
                <a:gd name="T4" fmla="*/ 230 w 1600"/>
                <a:gd name="T5" fmla="*/ 1904 h 1912"/>
                <a:gd name="T6" fmla="*/ 10 w 1600"/>
                <a:gd name="T7" fmla="*/ 184 h 1912"/>
                <a:gd name="T8" fmla="*/ 1344 w 1600"/>
                <a:gd name="T9" fmla="*/ 10 h 1912"/>
                <a:gd name="T10" fmla="*/ 1352 w 1600"/>
                <a:gd name="T11" fmla="*/ 0 h 1912"/>
                <a:gd name="T12" fmla="*/ 1344 w 1600"/>
                <a:gd name="T13" fmla="*/ 2 h 1912"/>
                <a:gd name="T14" fmla="*/ 8 w 1600"/>
                <a:gd name="T15" fmla="*/ 176 h 1912"/>
                <a:gd name="T16" fmla="*/ 0 w 1600"/>
                <a:gd name="T17" fmla="*/ 178 h 1912"/>
                <a:gd name="T18" fmla="*/ 2 w 1600"/>
                <a:gd name="T19" fmla="*/ 186 h 1912"/>
                <a:gd name="T20" fmla="*/ 222 w 1600"/>
                <a:gd name="T21" fmla="*/ 1904 h 1912"/>
                <a:gd name="T22" fmla="*/ 224 w 1600"/>
                <a:gd name="T23" fmla="*/ 1912 h 1912"/>
                <a:gd name="T24" fmla="*/ 232 w 1600"/>
                <a:gd name="T25" fmla="*/ 1912 h 1912"/>
                <a:gd name="T26" fmla="*/ 1592 w 1600"/>
                <a:gd name="T27" fmla="*/ 1759 h 1912"/>
                <a:gd name="T28" fmla="*/ 1600 w 1600"/>
                <a:gd name="T29" fmla="*/ 1759 h 1912"/>
                <a:gd name="T30" fmla="*/ 1600 w 1600"/>
                <a:gd name="T31" fmla="*/ 1751 h 1912"/>
                <a:gd name="T32" fmla="*/ 1352 w 1600"/>
                <a:gd name="T33" fmla="*/ 8 h 1912"/>
                <a:gd name="T34" fmla="*/ 1352 w 1600"/>
                <a:gd name="T35" fmla="*/ 0 h 1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00" h="1912">
                  <a:moveTo>
                    <a:pt x="1344" y="10"/>
                  </a:moveTo>
                  <a:lnTo>
                    <a:pt x="1592" y="1751"/>
                  </a:lnTo>
                  <a:lnTo>
                    <a:pt x="230" y="1904"/>
                  </a:lnTo>
                  <a:lnTo>
                    <a:pt x="10" y="184"/>
                  </a:lnTo>
                  <a:lnTo>
                    <a:pt x="1344" y="10"/>
                  </a:lnTo>
                  <a:moveTo>
                    <a:pt x="1352" y="0"/>
                  </a:moveTo>
                  <a:lnTo>
                    <a:pt x="1344" y="2"/>
                  </a:lnTo>
                  <a:lnTo>
                    <a:pt x="8" y="176"/>
                  </a:lnTo>
                  <a:lnTo>
                    <a:pt x="0" y="178"/>
                  </a:lnTo>
                  <a:lnTo>
                    <a:pt x="2" y="186"/>
                  </a:lnTo>
                  <a:lnTo>
                    <a:pt x="222" y="1904"/>
                  </a:lnTo>
                  <a:lnTo>
                    <a:pt x="224" y="1912"/>
                  </a:lnTo>
                  <a:lnTo>
                    <a:pt x="232" y="1912"/>
                  </a:lnTo>
                  <a:lnTo>
                    <a:pt x="1592" y="1759"/>
                  </a:lnTo>
                  <a:lnTo>
                    <a:pt x="1600" y="1759"/>
                  </a:lnTo>
                  <a:lnTo>
                    <a:pt x="1600" y="1751"/>
                  </a:lnTo>
                  <a:lnTo>
                    <a:pt x="1352" y="8"/>
                  </a:lnTo>
                  <a:lnTo>
                    <a:pt x="135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AC4B2056-9869-45A0-BC56-CA056DA45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" y="855"/>
              <a:ext cx="1628" cy="1909"/>
            </a:xfrm>
            <a:custGeom>
              <a:avLst/>
              <a:gdLst>
                <a:gd name="T0" fmla="*/ 0 w 813"/>
                <a:gd name="T1" fmla="*/ 79 h 953"/>
                <a:gd name="T2" fmla="*/ 7 w 813"/>
                <a:gd name="T3" fmla="*/ 61 h 953"/>
                <a:gd name="T4" fmla="*/ 260 w 813"/>
                <a:gd name="T5" fmla="*/ 0 h 953"/>
                <a:gd name="T6" fmla="*/ 379 w 813"/>
                <a:gd name="T7" fmla="*/ 8 h 953"/>
                <a:gd name="T8" fmla="*/ 653 w 813"/>
                <a:gd name="T9" fmla="*/ 37 h 953"/>
                <a:gd name="T10" fmla="*/ 655 w 813"/>
                <a:gd name="T11" fmla="*/ 37 h 953"/>
                <a:gd name="T12" fmla="*/ 657 w 813"/>
                <a:gd name="T13" fmla="*/ 37 h 953"/>
                <a:gd name="T14" fmla="*/ 813 w 813"/>
                <a:gd name="T15" fmla="*/ 874 h 953"/>
                <a:gd name="T16" fmla="*/ 811 w 813"/>
                <a:gd name="T17" fmla="*/ 875 h 953"/>
                <a:gd name="T18" fmla="*/ 465 w 813"/>
                <a:gd name="T19" fmla="*/ 901 h 953"/>
                <a:gd name="T20" fmla="*/ 420 w 813"/>
                <a:gd name="T21" fmla="*/ 902 h 953"/>
                <a:gd name="T22" fmla="*/ 127 w 813"/>
                <a:gd name="T23" fmla="*/ 950 h 953"/>
                <a:gd name="T24" fmla="*/ 124 w 813"/>
                <a:gd name="T25" fmla="*/ 953 h 953"/>
                <a:gd name="T26" fmla="*/ 0 w 813"/>
                <a:gd name="T27" fmla="*/ 79 h 9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13" h="953">
                  <a:moveTo>
                    <a:pt x="0" y="79"/>
                  </a:moveTo>
                  <a:cubicBezTo>
                    <a:pt x="0" y="73"/>
                    <a:pt x="2" y="67"/>
                    <a:pt x="7" y="61"/>
                  </a:cubicBezTo>
                  <a:cubicBezTo>
                    <a:pt x="35" y="31"/>
                    <a:pt x="130" y="0"/>
                    <a:pt x="260" y="0"/>
                  </a:cubicBezTo>
                  <a:cubicBezTo>
                    <a:pt x="299" y="0"/>
                    <a:pt x="339" y="2"/>
                    <a:pt x="379" y="8"/>
                  </a:cubicBezTo>
                  <a:cubicBezTo>
                    <a:pt x="579" y="36"/>
                    <a:pt x="642" y="37"/>
                    <a:pt x="653" y="37"/>
                  </a:cubicBezTo>
                  <a:cubicBezTo>
                    <a:pt x="654" y="37"/>
                    <a:pt x="655" y="37"/>
                    <a:pt x="655" y="37"/>
                  </a:cubicBezTo>
                  <a:cubicBezTo>
                    <a:pt x="657" y="37"/>
                    <a:pt x="657" y="37"/>
                    <a:pt x="657" y="37"/>
                  </a:cubicBezTo>
                  <a:cubicBezTo>
                    <a:pt x="813" y="874"/>
                    <a:pt x="813" y="874"/>
                    <a:pt x="813" y="874"/>
                  </a:cubicBezTo>
                  <a:cubicBezTo>
                    <a:pt x="811" y="875"/>
                    <a:pt x="811" y="875"/>
                    <a:pt x="811" y="875"/>
                  </a:cubicBezTo>
                  <a:cubicBezTo>
                    <a:pt x="809" y="875"/>
                    <a:pt x="579" y="899"/>
                    <a:pt x="465" y="901"/>
                  </a:cubicBezTo>
                  <a:cubicBezTo>
                    <a:pt x="451" y="901"/>
                    <a:pt x="436" y="902"/>
                    <a:pt x="420" y="902"/>
                  </a:cubicBezTo>
                  <a:cubicBezTo>
                    <a:pt x="310" y="903"/>
                    <a:pt x="173" y="904"/>
                    <a:pt x="127" y="950"/>
                  </a:cubicBezTo>
                  <a:cubicBezTo>
                    <a:pt x="124" y="953"/>
                    <a:pt x="124" y="953"/>
                    <a:pt x="124" y="953"/>
                  </a:cubicBezTo>
                  <a:cubicBezTo>
                    <a:pt x="0" y="79"/>
                    <a:pt x="0" y="79"/>
                    <a:pt x="0" y="79"/>
                  </a:cubicBezTo>
                </a:path>
              </a:pathLst>
            </a:custGeom>
            <a:solidFill>
              <a:srgbClr val="F6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4948FE56-D39D-4E5F-8FCA-1EFFA54B75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67" y="851"/>
              <a:ext cx="1640" cy="1921"/>
            </a:xfrm>
            <a:custGeom>
              <a:avLst/>
              <a:gdLst>
                <a:gd name="T0" fmla="*/ 263 w 819"/>
                <a:gd name="T1" fmla="*/ 4 h 959"/>
                <a:gd name="T2" fmla="*/ 382 w 819"/>
                <a:gd name="T3" fmla="*/ 12 h 959"/>
                <a:gd name="T4" fmla="*/ 656 w 819"/>
                <a:gd name="T5" fmla="*/ 41 h 959"/>
                <a:gd name="T6" fmla="*/ 658 w 819"/>
                <a:gd name="T7" fmla="*/ 41 h 959"/>
                <a:gd name="T8" fmla="*/ 814 w 819"/>
                <a:gd name="T9" fmla="*/ 875 h 959"/>
                <a:gd name="T10" fmla="*/ 468 w 819"/>
                <a:gd name="T11" fmla="*/ 901 h 959"/>
                <a:gd name="T12" fmla="*/ 129 w 819"/>
                <a:gd name="T13" fmla="*/ 950 h 959"/>
                <a:gd name="T14" fmla="*/ 5 w 819"/>
                <a:gd name="T15" fmla="*/ 81 h 959"/>
                <a:gd name="T16" fmla="*/ 263 w 819"/>
                <a:gd name="T17" fmla="*/ 4 h 959"/>
                <a:gd name="T18" fmla="*/ 263 w 819"/>
                <a:gd name="T19" fmla="*/ 0 h 959"/>
                <a:gd name="T20" fmla="*/ 263 w 819"/>
                <a:gd name="T21" fmla="*/ 4 h 959"/>
                <a:gd name="T22" fmla="*/ 263 w 819"/>
                <a:gd name="T23" fmla="*/ 0 h 959"/>
                <a:gd name="T24" fmla="*/ 9 w 819"/>
                <a:gd name="T25" fmla="*/ 62 h 959"/>
                <a:gd name="T26" fmla="*/ 1 w 819"/>
                <a:gd name="T27" fmla="*/ 81 h 959"/>
                <a:gd name="T28" fmla="*/ 125 w 819"/>
                <a:gd name="T29" fmla="*/ 951 h 959"/>
                <a:gd name="T30" fmla="*/ 126 w 819"/>
                <a:gd name="T31" fmla="*/ 959 h 959"/>
                <a:gd name="T32" fmla="*/ 132 w 819"/>
                <a:gd name="T33" fmla="*/ 953 h 959"/>
                <a:gd name="T34" fmla="*/ 423 w 819"/>
                <a:gd name="T35" fmla="*/ 906 h 959"/>
                <a:gd name="T36" fmla="*/ 468 w 819"/>
                <a:gd name="T37" fmla="*/ 905 h 959"/>
                <a:gd name="T38" fmla="*/ 814 w 819"/>
                <a:gd name="T39" fmla="*/ 878 h 959"/>
                <a:gd name="T40" fmla="*/ 819 w 819"/>
                <a:gd name="T41" fmla="*/ 878 h 959"/>
                <a:gd name="T42" fmla="*/ 818 w 819"/>
                <a:gd name="T43" fmla="*/ 874 h 959"/>
                <a:gd name="T44" fmla="*/ 662 w 819"/>
                <a:gd name="T45" fmla="*/ 40 h 959"/>
                <a:gd name="T46" fmla="*/ 661 w 819"/>
                <a:gd name="T47" fmla="*/ 37 h 959"/>
                <a:gd name="T48" fmla="*/ 658 w 819"/>
                <a:gd name="T49" fmla="*/ 37 h 959"/>
                <a:gd name="T50" fmla="*/ 656 w 819"/>
                <a:gd name="T51" fmla="*/ 37 h 959"/>
                <a:gd name="T52" fmla="*/ 383 w 819"/>
                <a:gd name="T53" fmla="*/ 8 h 959"/>
                <a:gd name="T54" fmla="*/ 263 w 819"/>
                <a:gd name="T55" fmla="*/ 0 h 9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19" h="959">
                  <a:moveTo>
                    <a:pt x="263" y="4"/>
                  </a:moveTo>
                  <a:cubicBezTo>
                    <a:pt x="300" y="4"/>
                    <a:pt x="340" y="6"/>
                    <a:pt x="382" y="12"/>
                  </a:cubicBezTo>
                  <a:cubicBezTo>
                    <a:pt x="581" y="40"/>
                    <a:pt x="644" y="41"/>
                    <a:pt x="656" y="41"/>
                  </a:cubicBezTo>
                  <a:cubicBezTo>
                    <a:pt x="657" y="41"/>
                    <a:pt x="658" y="41"/>
                    <a:pt x="658" y="41"/>
                  </a:cubicBezTo>
                  <a:cubicBezTo>
                    <a:pt x="814" y="875"/>
                    <a:pt x="814" y="875"/>
                    <a:pt x="814" y="875"/>
                  </a:cubicBezTo>
                  <a:cubicBezTo>
                    <a:pt x="814" y="875"/>
                    <a:pt x="583" y="899"/>
                    <a:pt x="468" y="901"/>
                  </a:cubicBezTo>
                  <a:cubicBezTo>
                    <a:pt x="353" y="903"/>
                    <a:pt x="181" y="898"/>
                    <a:pt x="129" y="950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1" y="50"/>
                    <a:pt x="105" y="4"/>
                    <a:pt x="263" y="4"/>
                  </a:cubicBezTo>
                  <a:moveTo>
                    <a:pt x="263" y="0"/>
                  </a:moveTo>
                  <a:cubicBezTo>
                    <a:pt x="263" y="4"/>
                    <a:pt x="263" y="4"/>
                    <a:pt x="263" y="4"/>
                  </a:cubicBezTo>
                  <a:cubicBezTo>
                    <a:pt x="263" y="0"/>
                    <a:pt x="263" y="0"/>
                    <a:pt x="263" y="0"/>
                  </a:cubicBezTo>
                  <a:cubicBezTo>
                    <a:pt x="132" y="0"/>
                    <a:pt x="36" y="31"/>
                    <a:pt x="9" y="62"/>
                  </a:cubicBezTo>
                  <a:cubicBezTo>
                    <a:pt x="3" y="69"/>
                    <a:pt x="0" y="75"/>
                    <a:pt x="1" y="81"/>
                  </a:cubicBezTo>
                  <a:cubicBezTo>
                    <a:pt x="125" y="951"/>
                    <a:pt x="125" y="951"/>
                    <a:pt x="125" y="951"/>
                  </a:cubicBezTo>
                  <a:cubicBezTo>
                    <a:pt x="126" y="959"/>
                    <a:pt x="126" y="959"/>
                    <a:pt x="126" y="959"/>
                  </a:cubicBezTo>
                  <a:cubicBezTo>
                    <a:pt x="132" y="953"/>
                    <a:pt x="132" y="953"/>
                    <a:pt x="132" y="953"/>
                  </a:cubicBezTo>
                  <a:cubicBezTo>
                    <a:pt x="176" y="908"/>
                    <a:pt x="313" y="907"/>
                    <a:pt x="423" y="906"/>
                  </a:cubicBezTo>
                  <a:cubicBezTo>
                    <a:pt x="439" y="906"/>
                    <a:pt x="454" y="905"/>
                    <a:pt x="468" y="905"/>
                  </a:cubicBezTo>
                  <a:cubicBezTo>
                    <a:pt x="582" y="903"/>
                    <a:pt x="812" y="879"/>
                    <a:pt x="814" y="878"/>
                  </a:cubicBezTo>
                  <a:cubicBezTo>
                    <a:pt x="819" y="878"/>
                    <a:pt x="819" y="878"/>
                    <a:pt x="819" y="878"/>
                  </a:cubicBezTo>
                  <a:cubicBezTo>
                    <a:pt x="818" y="874"/>
                    <a:pt x="818" y="874"/>
                    <a:pt x="818" y="874"/>
                  </a:cubicBezTo>
                  <a:cubicBezTo>
                    <a:pt x="662" y="40"/>
                    <a:pt x="662" y="40"/>
                    <a:pt x="662" y="40"/>
                  </a:cubicBezTo>
                  <a:cubicBezTo>
                    <a:pt x="661" y="37"/>
                    <a:pt x="661" y="37"/>
                    <a:pt x="661" y="37"/>
                  </a:cubicBezTo>
                  <a:cubicBezTo>
                    <a:pt x="658" y="37"/>
                    <a:pt x="658" y="37"/>
                    <a:pt x="658" y="37"/>
                  </a:cubicBezTo>
                  <a:cubicBezTo>
                    <a:pt x="658" y="37"/>
                    <a:pt x="657" y="37"/>
                    <a:pt x="656" y="37"/>
                  </a:cubicBezTo>
                  <a:cubicBezTo>
                    <a:pt x="645" y="37"/>
                    <a:pt x="582" y="36"/>
                    <a:pt x="383" y="8"/>
                  </a:cubicBezTo>
                  <a:cubicBezTo>
                    <a:pt x="342" y="2"/>
                    <a:pt x="302" y="0"/>
                    <a:pt x="26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696717A8-8429-44AE-B094-06B3B1D23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2085"/>
              <a:ext cx="783" cy="259"/>
            </a:xfrm>
            <a:custGeom>
              <a:avLst/>
              <a:gdLst>
                <a:gd name="T0" fmla="*/ 317 w 391"/>
                <a:gd name="T1" fmla="*/ 0 h 129"/>
                <a:gd name="T2" fmla="*/ 5 w 391"/>
                <a:gd name="T3" fmla="*/ 89 h 129"/>
                <a:gd name="T4" fmla="*/ 390 w 391"/>
                <a:gd name="T5" fmla="*/ 70 h 129"/>
                <a:gd name="T6" fmla="*/ 317 w 391"/>
                <a:gd name="T7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1" h="129">
                  <a:moveTo>
                    <a:pt x="317" y="0"/>
                  </a:moveTo>
                  <a:cubicBezTo>
                    <a:pt x="164" y="26"/>
                    <a:pt x="0" y="50"/>
                    <a:pt x="5" y="89"/>
                  </a:cubicBezTo>
                  <a:cubicBezTo>
                    <a:pt x="9" y="129"/>
                    <a:pt x="391" y="74"/>
                    <a:pt x="390" y="70"/>
                  </a:cubicBezTo>
                  <a:cubicBezTo>
                    <a:pt x="389" y="66"/>
                    <a:pt x="317" y="0"/>
                    <a:pt x="3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ADCEA87F-0941-40C9-AF6B-606980CE1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2285"/>
              <a:ext cx="114" cy="157"/>
            </a:xfrm>
            <a:custGeom>
              <a:avLst/>
              <a:gdLst>
                <a:gd name="T0" fmla="*/ 0 w 57"/>
                <a:gd name="T1" fmla="*/ 5 h 78"/>
                <a:gd name="T2" fmla="*/ 11 w 57"/>
                <a:gd name="T3" fmla="*/ 72 h 78"/>
                <a:gd name="T4" fmla="*/ 27 w 57"/>
                <a:gd name="T5" fmla="*/ 74 h 78"/>
                <a:gd name="T6" fmla="*/ 50 w 57"/>
                <a:gd name="T7" fmla="*/ 59 h 78"/>
                <a:gd name="T8" fmla="*/ 56 w 57"/>
                <a:gd name="T9" fmla="*/ 46 h 78"/>
                <a:gd name="T10" fmla="*/ 49 w 57"/>
                <a:gd name="T11" fmla="*/ 0 h 78"/>
                <a:gd name="T12" fmla="*/ 0 w 57"/>
                <a:gd name="T13" fmla="*/ 5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" h="78">
                  <a:moveTo>
                    <a:pt x="0" y="5"/>
                  </a:moveTo>
                  <a:cubicBezTo>
                    <a:pt x="0" y="5"/>
                    <a:pt x="8" y="66"/>
                    <a:pt x="11" y="72"/>
                  </a:cubicBezTo>
                  <a:cubicBezTo>
                    <a:pt x="14" y="78"/>
                    <a:pt x="24" y="76"/>
                    <a:pt x="27" y="74"/>
                  </a:cubicBezTo>
                  <a:cubicBezTo>
                    <a:pt x="30" y="73"/>
                    <a:pt x="47" y="62"/>
                    <a:pt x="50" y="59"/>
                  </a:cubicBezTo>
                  <a:cubicBezTo>
                    <a:pt x="54" y="57"/>
                    <a:pt x="57" y="53"/>
                    <a:pt x="56" y="46"/>
                  </a:cubicBezTo>
                  <a:cubicBezTo>
                    <a:pt x="55" y="38"/>
                    <a:pt x="49" y="0"/>
                    <a:pt x="49" y="0"/>
                  </a:cubicBezTo>
                  <a:cubicBezTo>
                    <a:pt x="49" y="0"/>
                    <a:pt x="23" y="3"/>
                    <a:pt x="0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B6A3AF1D-E744-4270-B7D4-16996335A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4" y="1454"/>
              <a:ext cx="649" cy="419"/>
            </a:xfrm>
            <a:custGeom>
              <a:avLst/>
              <a:gdLst>
                <a:gd name="T0" fmla="*/ 1 w 324"/>
                <a:gd name="T1" fmla="*/ 8 h 209"/>
                <a:gd name="T2" fmla="*/ 33 w 324"/>
                <a:gd name="T3" fmla="*/ 209 h 209"/>
                <a:gd name="T4" fmla="*/ 318 w 324"/>
                <a:gd name="T5" fmla="*/ 158 h 209"/>
                <a:gd name="T6" fmla="*/ 323 w 324"/>
                <a:gd name="T7" fmla="*/ 151 h 209"/>
                <a:gd name="T8" fmla="*/ 316 w 324"/>
                <a:gd name="T9" fmla="*/ 146 h 209"/>
                <a:gd name="T10" fmla="*/ 43 w 324"/>
                <a:gd name="T11" fmla="*/ 195 h 209"/>
                <a:gd name="T12" fmla="*/ 13 w 324"/>
                <a:gd name="T13" fmla="*/ 6 h 209"/>
                <a:gd name="T14" fmla="*/ 6 w 324"/>
                <a:gd name="T15" fmla="*/ 1 h 209"/>
                <a:gd name="T16" fmla="*/ 1 w 324"/>
                <a:gd name="T17" fmla="*/ 8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4" h="209">
                  <a:moveTo>
                    <a:pt x="1" y="8"/>
                  </a:moveTo>
                  <a:cubicBezTo>
                    <a:pt x="33" y="209"/>
                    <a:pt x="33" y="209"/>
                    <a:pt x="33" y="209"/>
                  </a:cubicBezTo>
                  <a:cubicBezTo>
                    <a:pt x="318" y="158"/>
                    <a:pt x="318" y="158"/>
                    <a:pt x="318" y="158"/>
                  </a:cubicBezTo>
                  <a:cubicBezTo>
                    <a:pt x="322" y="158"/>
                    <a:pt x="324" y="155"/>
                    <a:pt x="323" y="151"/>
                  </a:cubicBezTo>
                  <a:cubicBezTo>
                    <a:pt x="323" y="148"/>
                    <a:pt x="319" y="146"/>
                    <a:pt x="316" y="146"/>
                  </a:cubicBezTo>
                  <a:cubicBezTo>
                    <a:pt x="43" y="195"/>
                    <a:pt x="43" y="195"/>
                    <a:pt x="43" y="195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2" y="3"/>
                    <a:pt x="9" y="0"/>
                    <a:pt x="6" y="1"/>
                  </a:cubicBezTo>
                  <a:cubicBezTo>
                    <a:pt x="3" y="1"/>
                    <a:pt x="0" y="4"/>
                    <a:pt x="1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88F1FB09-EB59-4586-BD1F-02F24DE5A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" y="1598"/>
              <a:ext cx="137" cy="235"/>
            </a:xfrm>
            <a:custGeom>
              <a:avLst/>
              <a:gdLst>
                <a:gd name="T0" fmla="*/ 111 w 137"/>
                <a:gd name="T1" fmla="*/ 218 h 235"/>
                <a:gd name="T2" fmla="*/ 111 w 137"/>
                <a:gd name="T3" fmla="*/ 214 h 235"/>
                <a:gd name="T4" fmla="*/ 46 w 137"/>
                <a:gd name="T5" fmla="*/ 224 h 235"/>
                <a:gd name="T6" fmla="*/ 8 w 137"/>
                <a:gd name="T7" fmla="*/ 176 h 235"/>
                <a:gd name="T8" fmla="*/ 12 w 137"/>
                <a:gd name="T9" fmla="*/ 18 h 235"/>
                <a:gd name="T10" fmla="*/ 72 w 137"/>
                <a:gd name="T11" fmla="*/ 8 h 235"/>
                <a:gd name="T12" fmla="*/ 127 w 137"/>
                <a:gd name="T13" fmla="*/ 158 h 235"/>
                <a:gd name="T14" fmla="*/ 107 w 137"/>
                <a:gd name="T15" fmla="*/ 216 h 235"/>
                <a:gd name="T16" fmla="*/ 111 w 137"/>
                <a:gd name="T17" fmla="*/ 218 h 235"/>
                <a:gd name="T18" fmla="*/ 111 w 137"/>
                <a:gd name="T19" fmla="*/ 214 h 235"/>
                <a:gd name="T20" fmla="*/ 111 w 137"/>
                <a:gd name="T21" fmla="*/ 218 h 235"/>
                <a:gd name="T22" fmla="*/ 115 w 137"/>
                <a:gd name="T23" fmla="*/ 220 h 235"/>
                <a:gd name="T24" fmla="*/ 137 w 137"/>
                <a:gd name="T25" fmla="*/ 158 h 235"/>
                <a:gd name="T26" fmla="*/ 76 w 137"/>
                <a:gd name="T27" fmla="*/ 0 h 235"/>
                <a:gd name="T28" fmla="*/ 4 w 137"/>
                <a:gd name="T29" fmla="*/ 12 h 235"/>
                <a:gd name="T30" fmla="*/ 0 w 137"/>
                <a:gd name="T31" fmla="*/ 180 h 235"/>
                <a:gd name="T32" fmla="*/ 42 w 137"/>
                <a:gd name="T33" fmla="*/ 235 h 235"/>
                <a:gd name="T34" fmla="*/ 115 w 137"/>
                <a:gd name="T35" fmla="*/ 222 h 235"/>
                <a:gd name="T36" fmla="*/ 115 w 137"/>
                <a:gd name="T37" fmla="*/ 220 h 235"/>
                <a:gd name="T38" fmla="*/ 111 w 137"/>
                <a:gd name="T39" fmla="*/ 218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7" h="235">
                  <a:moveTo>
                    <a:pt x="111" y="218"/>
                  </a:moveTo>
                  <a:lnTo>
                    <a:pt x="111" y="214"/>
                  </a:lnTo>
                  <a:lnTo>
                    <a:pt x="46" y="224"/>
                  </a:lnTo>
                  <a:lnTo>
                    <a:pt x="8" y="176"/>
                  </a:lnTo>
                  <a:lnTo>
                    <a:pt x="12" y="18"/>
                  </a:lnTo>
                  <a:lnTo>
                    <a:pt x="72" y="8"/>
                  </a:lnTo>
                  <a:lnTo>
                    <a:pt x="127" y="158"/>
                  </a:lnTo>
                  <a:lnTo>
                    <a:pt x="107" y="216"/>
                  </a:lnTo>
                  <a:lnTo>
                    <a:pt x="111" y="218"/>
                  </a:lnTo>
                  <a:lnTo>
                    <a:pt x="111" y="214"/>
                  </a:lnTo>
                  <a:lnTo>
                    <a:pt x="111" y="218"/>
                  </a:lnTo>
                  <a:lnTo>
                    <a:pt x="115" y="220"/>
                  </a:lnTo>
                  <a:lnTo>
                    <a:pt x="137" y="158"/>
                  </a:lnTo>
                  <a:lnTo>
                    <a:pt x="76" y="0"/>
                  </a:lnTo>
                  <a:lnTo>
                    <a:pt x="4" y="12"/>
                  </a:lnTo>
                  <a:lnTo>
                    <a:pt x="0" y="180"/>
                  </a:lnTo>
                  <a:lnTo>
                    <a:pt x="42" y="235"/>
                  </a:lnTo>
                  <a:lnTo>
                    <a:pt x="115" y="222"/>
                  </a:lnTo>
                  <a:lnTo>
                    <a:pt x="115" y="220"/>
                  </a:lnTo>
                  <a:lnTo>
                    <a:pt x="111" y="2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F97A8A0E-E8FA-4636-BEF7-1C32F4580D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1897"/>
              <a:ext cx="643" cy="384"/>
            </a:xfrm>
            <a:custGeom>
              <a:avLst/>
              <a:gdLst>
                <a:gd name="T0" fmla="*/ 202 w 321"/>
                <a:gd name="T1" fmla="*/ 159 h 192"/>
                <a:gd name="T2" fmla="*/ 267 w 321"/>
                <a:gd name="T3" fmla="*/ 152 h 192"/>
                <a:gd name="T4" fmla="*/ 321 w 321"/>
                <a:gd name="T5" fmla="*/ 126 h 192"/>
                <a:gd name="T6" fmla="*/ 302 w 321"/>
                <a:gd name="T7" fmla="*/ 74 h 192"/>
                <a:gd name="T8" fmla="*/ 251 w 321"/>
                <a:gd name="T9" fmla="*/ 25 h 192"/>
                <a:gd name="T10" fmla="*/ 134 w 321"/>
                <a:gd name="T11" fmla="*/ 39 h 192"/>
                <a:gd name="T12" fmla="*/ 30 w 321"/>
                <a:gd name="T13" fmla="*/ 12 h 192"/>
                <a:gd name="T14" fmla="*/ 22 w 321"/>
                <a:gd name="T15" fmla="*/ 84 h 192"/>
                <a:gd name="T16" fmla="*/ 46 w 321"/>
                <a:gd name="T17" fmla="*/ 83 h 192"/>
                <a:gd name="T18" fmla="*/ 67 w 321"/>
                <a:gd name="T19" fmla="*/ 138 h 192"/>
                <a:gd name="T20" fmla="*/ 150 w 321"/>
                <a:gd name="T21" fmla="*/ 177 h 192"/>
                <a:gd name="T22" fmla="*/ 202 w 321"/>
                <a:gd name="T23" fmla="*/ 159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1" h="192">
                  <a:moveTo>
                    <a:pt x="202" y="159"/>
                  </a:moveTo>
                  <a:cubicBezTo>
                    <a:pt x="202" y="159"/>
                    <a:pt x="237" y="162"/>
                    <a:pt x="267" y="152"/>
                  </a:cubicBezTo>
                  <a:cubicBezTo>
                    <a:pt x="298" y="142"/>
                    <a:pt x="320" y="138"/>
                    <a:pt x="321" y="126"/>
                  </a:cubicBezTo>
                  <a:cubicBezTo>
                    <a:pt x="321" y="114"/>
                    <a:pt x="320" y="103"/>
                    <a:pt x="302" y="74"/>
                  </a:cubicBezTo>
                  <a:cubicBezTo>
                    <a:pt x="283" y="45"/>
                    <a:pt x="281" y="21"/>
                    <a:pt x="251" y="25"/>
                  </a:cubicBezTo>
                  <a:cubicBezTo>
                    <a:pt x="222" y="28"/>
                    <a:pt x="159" y="44"/>
                    <a:pt x="134" y="39"/>
                  </a:cubicBezTo>
                  <a:cubicBezTo>
                    <a:pt x="109" y="33"/>
                    <a:pt x="61" y="0"/>
                    <a:pt x="30" y="12"/>
                  </a:cubicBezTo>
                  <a:cubicBezTo>
                    <a:pt x="0" y="23"/>
                    <a:pt x="10" y="84"/>
                    <a:pt x="22" y="84"/>
                  </a:cubicBezTo>
                  <a:cubicBezTo>
                    <a:pt x="34" y="84"/>
                    <a:pt x="46" y="83"/>
                    <a:pt x="46" y="83"/>
                  </a:cubicBezTo>
                  <a:cubicBezTo>
                    <a:pt x="46" y="83"/>
                    <a:pt x="54" y="104"/>
                    <a:pt x="67" y="138"/>
                  </a:cubicBezTo>
                  <a:cubicBezTo>
                    <a:pt x="80" y="173"/>
                    <a:pt x="106" y="192"/>
                    <a:pt x="150" y="177"/>
                  </a:cubicBezTo>
                  <a:cubicBezTo>
                    <a:pt x="195" y="162"/>
                    <a:pt x="194" y="164"/>
                    <a:pt x="202" y="159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id="{D0EDEFE2-2C84-478B-8040-1A2B16BF6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0" y="2033"/>
              <a:ext cx="278" cy="168"/>
            </a:xfrm>
            <a:custGeom>
              <a:avLst/>
              <a:gdLst>
                <a:gd name="T0" fmla="*/ 5 w 139"/>
                <a:gd name="T1" fmla="*/ 14 h 84"/>
                <a:gd name="T2" fmla="*/ 55 w 139"/>
                <a:gd name="T3" fmla="*/ 8 h 84"/>
                <a:gd name="T4" fmla="*/ 74 w 139"/>
                <a:gd name="T5" fmla="*/ 9 h 84"/>
                <a:gd name="T6" fmla="*/ 85 w 139"/>
                <a:gd name="T7" fmla="*/ 13 h 84"/>
                <a:gd name="T8" fmla="*/ 94 w 139"/>
                <a:gd name="T9" fmla="*/ 22 h 84"/>
                <a:gd name="T10" fmla="*/ 103 w 139"/>
                <a:gd name="T11" fmla="*/ 43 h 84"/>
                <a:gd name="T12" fmla="*/ 132 w 139"/>
                <a:gd name="T13" fmla="*/ 83 h 84"/>
                <a:gd name="T14" fmla="*/ 138 w 139"/>
                <a:gd name="T15" fmla="*/ 82 h 84"/>
                <a:gd name="T16" fmla="*/ 137 w 139"/>
                <a:gd name="T17" fmla="*/ 76 h 84"/>
                <a:gd name="T18" fmla="*/ 137 w 139"/>
                <a:gd name="T19" fmla="*/ 76 h 84"/>
                <a:gd name="T20" fmla="*/ 110 w 139"/>
                <a:gd name="T21" fmla="*/ 40 h 84"/>
                <a:gd name="T22" fmla="*/ 98 w 139"/>
                <a:gd name="T23" fmla="*/ 13 h 84"/>
                <a:gd name="T24" fmla="*/ 88 w 139"/>
                <a:gd name="T25" fmla="*/ 5 h 84"/>
                <a:gd name="T26" fmla="*/ 75 w 139"/>
                <a:gd name="T27" fmla="*/ 1 h 84"/>
                <a:gd name="T28" fmla="*/ 55 w 139"/>
                <a:gd name="T29" fmla="*/ 0 h 84"/>
                <a:gd name="T30" fmla="*/ 4 w 139"/>
                <a:gd name="T31" fmla="*/ 6 h 84"/>
                <a:gd name="T32" fmla="*/ 1 w 139"/>
                <a:gd name="T33" fmla="*/ 11 h 84"/>
                <a:gd name="T34" fmla="*/ 5 w 139"/>
                <a:gd name="T35" fmla="*/ 1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9" h="84">
                  <a:moveTo>
                    <a:pt x="5" y="14"/>
                  </a:moveTo>
                  <a:cubicBezTo>
                    <a:pt x="22" y="10"/>
                    <a:pt x="39" y="8"/>
                    <a:pt x="55" y="8"/>
                  </a:cubicBezTo>
                  <a:cubicBezTo>
                    <a:pt x="62" y="8"/>
                    <a:pt x="68" y="8"/>
                    <a:pt x="74" y="9"/>
                  </a:cubicBezTo>
                  <a:cubicBezTo>
                    <a:pt x="78" y="10"/>
                    <a:pt x="82" y="11"/>
                    <a:pt x="85" y="13"/>
                  </a:cubicBezTo>
                  <a:cubicBezTo>
                    <a:pt x="89" y="15"/>
                    <a:pt x="91" y="17"/>
                    <a:pt x="94" y="22"/>
                  </a:cubicBezTo>
                  <a:cubicBezTo>
                    <a:pt x="97" y="27"/>
                    <a:pt x="99" y="34"/>
                    <a:pt x="103" y="43"/>
                  </a:cubicBezTo>
                  <a:cubicBezTo>
                    <a:pt x="113" y="68"/>
                    <a:pt x="132" y="82"/>
                    <a:pt x="132" y="83"/>
                  </a:cubicBezTo>
                  <a:cubicBezTo>
                    <a:pt x="134" y="84"/>
                    <a:pt x="137" y="84"/>
                    <a:pt x="138" y="82"/>
                  </a:cubicBezTo>
                  <a:cubicBezTo>
                    <a:pt x="139" y="80"/>
                    <a:pt x="139" y="77"/>
                    <a:pt x="137" y="76"/>
                  </a:cubicBezTo>
                  <a:cubicBezTo>
                    <a:pt x="137" y="76"/>
                    <a:pt x="137" y="76"/>
                    <a:pt x="137" y="76"/>
                  </a:cubicBezTo>
                  <a:cubicBezTo>
                    <a:pt x="136" y="76"/>
                    <a:pt x="119" y="62"/>
                    <a:pt x="110" y="40"/>
                  </a:cubicBezTo>
                  <a:cubicBezTo>
                    <a:pt x="105" y="28"/>
                    <a:pt x="102" y="20"/>
                    <a:pt x="98" y="13"/>
                  </a:cubicBezTo>
                  <a:cubicBezTo>
                    <a:pt x="95" y="10"/>
                    <a:pt x="92" y="7"/>
                    <a:pt x="88" y="5"/>
                  </a:cubicBezTo>
                  <a:cubicBezTo>
                    <a:pt x="85" y="3"/>
                    <a:pt x="80" y="2"/>
                    <a:pt x="75" y="1"/>
                  </a:cubicBezTo>
                  <a:cubicBezTo>
                    <a:pt x="69" y="0"/>
                    <a:pt x="62" y="0"/>
                    <a:pt x="55" y="0"/>
                  </a:cubicBezTo>
                  <a:cubicBezTo>
                    <a:pt x="38" y="0"/>
                    <a:pt x="20" y="2"/>
                    <a:pt x="4" y="6"/>
                  </a:cubicBezTo>
                  <a:cubicBezTo>
                    <a:pt x="2" y="6"/>
                    <a:pt x="0" y="9"/>
                    <a:pt x="1" y="11"/>
                  </a:cubicBezTo>
                  <a:cubicBezTo>
                    <a:pt x="1" y="13"/>
                    <a:pt x="3" y="14"/>
                    <a:pt x="5" y="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" name="Freeform 38">
              <a:extLst>
                <a:ext uri="{FF2B5EF4-FFF2-40B4-BE49-F238E27FC236}">
                  <a16:creationId xmlns:a16="http://schemas.microsoft.com/office/drawing/2014/main" id="{390E88D7-E84A-4A2F-9631-F01916AA7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2247"/>
              <a:ext cx="292" cy="273"/>
            </a:xfrm>
            <a:custGeom>
              <a:avLst/>
              <a:gdLst>
                <a:gd name="T0" fmla="*/ 4 w 146"/>
                <a:gd name="T1" fmla="*/ 136 h 136"/>
                <a:gd name="T2" fmla="*/ 6 w 146"/>
                <a:gd name="T3" fmla="*/ 132 h 136"/>
                <a:gd name="T4" fmla="*/ 35 w 146"/>
                <a:gd name="T5" fmla="*/ 73 h 136"/>
                <a:gd name="T6" fmla="*/ 52 w 146"/>
                <a:gd name="T7" fmla="*/ 40 h 136"/>
                <a:gd name="T8" fmla="*/ 58 w 146"/>
                <a:gd name="T9" fmla="*/ 29 h 136"/>
                <a:gd name="T10" fmla="*/ 62 w 146"/>
                <a:gd name="T11" fmla="*/ 22 h 136"/>
                <a:gd name="T12" fmla="*/ 72 w 146"/>
                <a:gd name="T13" fmla="*/ 13 h 136"/>
                <a:gd name="T14" fmla="*/ 85 w 146"/>
                <a:gd name="T15" fmla="*/ 8 h 136"/>
                <a:gd name="T16" fmla="*/ 97 w 146"/>
                <a:gd name="T17" fmla="*/ 5 h 136"/>
                <a:gd name="T18" fmla="*/ 106 w 146"/>
                <a:gd name="T19" fmla="*/ 4 h 136"/>
                <a:gd name="T20" fmla="*/ 107 w 146"/>
                <a:gd name="T21" fmla="*/ 4 h 136"/>
                <a:gd name="T22" fmla="*/ 107 w 146"/>
                <a:gd name="T23" fmla="*/ 4 h 136"/>
                <a:gd name="T24" fmla="*/ 107 w 146"/>
                <a:gd name="T25" fmla="*/ 4 h 136"/>
                <a:gd name="T26" fmla="*/ 108 w 146"/>
                <a:gd name="T27" fmla="*/ 3 h 136"/>
                <a:gd name="T28" fmla="*/ 107 w 146"/>
                <a:gd name="T29" fmla="*/ 4 h 136"/>
                <a:gd name="T30" fmla="*/ 107 w 146"/>
                <a:gd name="T31" fmla="*/ 4 h 136"/>
                <a:gd name="T32" fmla="*/ 108 w 146"/>
                <a:gd name="T33" fmla="*/ 3 h 136"/>
                <a:gd name="T34" fmla="*/ 107 w 146"/>
                <a:gd name="T35" fmla="*/ 4 h 136"/>
                <a:gd name="T36" fmla="*/ 108 w 146"/>
                <a:gd name="T37" fmla="*/ 3 h 136"/>
                <a:gd name="T38" fmla="*/ 107 w 146"/>
                <a:gd name="T39" fmla="*/ 3 h 136"/>
                <a:gd name="T40" fmla="*/ 107 w 146"/>
                <a:gd name="T41" fmla="*/ 4 h 136"/>
                <a:gd name="T42" fmla="*/ 108 w 146"/>
                <a:gd name="T43" fmla="*/ 3 h 136"/>
                <a:gd name="T44" fmla="*/ 107 w 146"/>
                <a:gd name="T45" fmla="*/ 3 h 136"/>
                <a:gd name="T46" fmla="*/ 108 w 146"/>
                <a:gd name="T47" fmla="*/ 6 h 136"/>
                <a:gd name="T48" fmla="*/ 127 w 146"/>
                <a:gd name="T49" fmla="*/ 76 h 136"/>
                <a:gd name="T50" fmla="*/ 137 w 146"/>
                <a:gd name="T51" fmla="*/ 116 h 136"/>
                <a:gd name="T52" fmla="*/ 142 w 146"/>
                <a:gd name="T53" fmla="*/ 134 h 136"/>
                <a:gd name="T54" fmla="*/ 146 w 146"/>
                <a:gd name="T55" fmla="*/ 133 h 136"/>
                <a:gd name="T56" fmla="*/ 129 w 146"/>
                <a:gd name="T57" fmla="*/ 68 h 136"/>
                <a:gd name="T58" fmla="*/ 117 w 146"/>
                <a:gd name="T59" fmla="*/ 24 h 136"/>
                <a:gd name="T60" fmla="*/ 113 w 146"/>
                <a:gd name="T61" fmla="*/ 9 h 136"/>
                <a:gd name="T62" fmla="*/ 111 w 146"/>
                <a:gd name="T63" fmla="*/ 4 h 136"/>
                <a:gd name="T64" fmla="*/ 111 w 146"/>
                <a:gd name="T65" fmla="*/ 3 h 136"/>
                <a:gd name="T66" fmla="*/ 111 w 146"/>
                <a:gd name="T67" fmla="*/ 2 h 136"/>
                <a:gd name="T68" fmla="*/ 108 w 146"/>
                <a:gd name="T69" fmla="*/ 0 h 136"/>
                <a:gd name="T70" fmla="*/ 106 w 146"/>
                <a:gd name="T71" fmla="*/ 0 h 136"/>
                <a:gd name="T72" fmla="*/ 96 w 146"/>
                <a:gd name="T73" fmla="*/ 1 h 136"/>
                <a:gd name="T74" fmla="*/ 84 w 146"/>
                <a:gd name="T75" fmla="*/ 4 h 136"/>
                <a:gd name="T76" fmla="*/ 70 w 146"/>
                <a:gd name="T77" fmla="*/ 9 h 136"/>
                <a:gd name="T78" fmla="*/ 58 w 146"/>
                <a:gd name="T79" fmla="*/ 20 h 136"/>
                <a:gd name="T80" fmla="*/ 54 w 146"/>
                <a:gd name="T81" fmla="*/ 28 h 136"/>
                <a:gd name="T82" fmla="*/ 0 w 146"/>
                <a:gd name="T83" fmla="*/ 135 h 136"/>
                <a:gd name="T84" fmla="*/ 4 w 146"/>
                <a:gd name="T85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6" h="136">
                  <a:moveTo>
                    <a:pt x="4" y="136"/>
                  </a:moveTo>
                  <a:cubicBezTo>
                    <a:pt x="4" y="136"/>
                    <a:pt x="4" y="135"/>
                    <a:pt x="6" y="132"/>
                  </a:cubicBezTo>
                  <a:cubicBezTo>
                    <a:pt x="11" y="122"/>
                    <a:pt x="23" y="97"/>
                    <a:pt x="35" y="73"/>
                  </a:cubicBezTo>
                  <a:cubicBezTo>
                    <a:pt x="41" y="61"/>
                    <a:pt x="47" y="49"/>
                    <a:pt x="52" y="40"/>
                  </a:cubicBezTo>
                  <a:cubicBezTo>
                    <a:pt x="54" y="36"/>
                    <a:pt x="56" y="32"/>
                    <a:pt x="58" y="29"/>
                  </a:cubicBezTo>
                  <a:cubicBezTo>
                    <a:pt x="60" y="26"/>
                    <a:pt x="61" y="23"/>
                    <a:pt x="62" y="22"/>
                  </a:cubicBezTo>
                  <a:cubicBezTo>
                    <a:pt x="65" y="17"/>
                    <a:pt x="69" y="15"/>
                    <a:pt x="72" y="13"/>
                  </a:cubicBezTo>
                  <a:cubicBezTo>
                    <a:pt x="76" y="11"/>
                    <a:pt x="80" y="10"/>
                    <a:pt x="85" y="8"/>
                  </a:cubicBezTo>
                  <a:cubicBezTo>
                    <a:pt x="90" y="7"/>
                    <a:pt x="94" y="6"/>
                    <a:pt x="97" y="5"/>
                  </a:cubicBezTo>
                  <a:cubicBezTo>
                    <a:pt x="101" y="4"/>
                    <a:pt x="104" y="4"/>
                    <a:pt x="106" y="4"/>
                  </a:cubicBezTo>
                  <a:cubicBezTo>
                    <a:pt x="106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8" y="3"/>
                    <a:pt x="108" y="3"/>
                    <a:pt x="108" y="3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8" y="3"/>
                    <a:pt x="108" y="3"/>
                    <a:pt x="108" y="3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8" y="3"/>
                    <a:pt x="108" y="3"/>
                    <a:pt x="108" y="3"/>
                  </a:cubicBezTo>
                  <a:cubicBezTo>
                    <a:pt x="107" y="3"/>
                    <a:pt x="107" y="3"/>
                    <a:pt x="107" y="3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8" y="3"/>
                    <a:pt x="108" y="3"/>
                    <a:pt x="108" y="3"/>
                  </a:cubicBezTo>
                  <a:cubicBezTo>
                    <a:pt x="107" y="3"/>
                    <a:pt x="107" y="3"/>
                    <a:pt x="107" y="3"/>
                  </a:cubicBezTo>
                  <a:cubicBezTo>
                    <a:pt x="107" y="4"/>
                    <a:pt x="107" y="4"/>
                    <a:pt x="108" y="6"/>
                  </a:cubicBezTo>
                  <a:cubicBezTo>
                    <a:pt x="110" y="14"/>
                    <a:pt x="119" y="46"/>
                    <a:pt x="127" y="76"/>
                  </a:cubicBezTo>
                  <a:cubicBezTo>
                    <a:pt x="130" y="91"/>
                    <a:pt x="134" y="105"/>
                    <a:pt x="137" y="116"/>
                  </a:cubicBezTo>
                  <a:cubicBezTo>
                    <a:pt x="140" y="127"/>
                    <a:pt x="142" y="134"/>
                    <a:pt x="142" y="134"/>
                  </a:cubicBezTo>
                  <a:cubicBezTo>
                    <a:pt x="146" y="133"/>
                    <a:pt x="146" y="133"/>
                    <a:pt x="146" y="133"/>
                  </a:cubicBezTo>
                  <a:cubicBezTo>
                    <a:pt x="146" y="133"/>
                    <a:pt x="137" y="101"/>
                    <a:pt x="129" y="68"/>
                  </a:cubicBezTo>
                  <a:cubicBezTo>
                    <a:pt x="124" y="52"/>
                    <a:pt x="120" y="36"/>
                    <a:pt x="117" y="24"/>
                  </a:cubicBezTo>
                  <a:cubicBezTo>
                    <a:pt x="115" y="18"/>
                    <a:pt x="114" y="12"/>
                    <a:pt x="113" y="9"/>
                  </a:cubicBezTo>
                  <a:cubicBezTo>
                    <a:pt x="112" y="7"/>
                    <a:pt x="112" y="5"/>
                    <a:pt x="111" y="4"/>
                  </a:cubicBezTo>
                  <a:cubicBezTo>
                    <a:pt x="111" y="3"/>
                    <a:pt x="111" y="3"/>
                    <a:pt x="111" y="3"/>
                  </a:cubicBezTo>
                  <a:cubicBezTo>
                    <a:pt x="111" y="2"/>
                    <a:pt x="111" y="2"/>
                    <a:pt x="111" y="2"/>
                  </a:cubicBezTo>
                  <a:cubicBezTo>
                    <a:pt x="110" y="1"/>
                    <a:pt x="109" y="0"/>
                    <a:pt x="108" y="0"/>
                  </a:cubicBezTo>
                  <a:cubicBezTo>
                    <a:pt x="108" y="0"/>
                    <a:pt x="107" y="0"/>
                    <a:pt x="106" y="0"/>
                  </a:cubicBezTo>
                  <a:cubicBezTo>
                    <a:pt x="103" y="0"/>
                    <a:pt x="100" y="0"/>
                    <a:pt x="96" y="1"/>
                  </a:cubicBezTo>
                  <a:cubicBezTo>
                    <a:pt x="93" y="2"/>
                    <a:pt x="88" y="3"/>
                    <a:pt x="84" y="4"/>
                  </a:cubicBezTo>
                  <a:cubicBezTo>
                    <a:pt x="79" y="6"/>
                    <a:pt x="74" y="7"/>
                    <a:pt x="70" y="9"/>
                  </a:cubicBezTo>
                  <a:cubicBezTo>
                    <a:pt x="66" y="11"/>
                    <a:pt x="62" y="15"/>
                    <a:pt x="58" y="20"/>
                  </a:cubicBezTo>
                  <a:cubicBezTo>
                    <a:pt x="57" y="21"/>
                    <a:pt x="56" y="24"/>
                    <a:pt x="54" y="28"/>
                  </a:cubicBezTo>
                  <a:cubicBezTo>
                    <a:pt x="39" y="55"/>
                    <a:pt x="0" y="135"/>
                    <a:pt x="0" y="135"/>
                  </a:cubicBezTo>
                  <a:cubicBezTo>
                    <a:pt x="4" y="136"/>
                    <a:pt x="4" y="136"/>
                    <a:pt x="4" y="13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" name="Freeform 39">
              <a:extLst>
                <a:ext uri="{FF2B5EF4-FFF2-40B4-BE49-F238E27FC236}">
                  <a16:creationId xmlns:a16="http://schemas.microsoft.com/office/drawing/2014/main" id="{C16015B0-DD23-410C-87C1-E35644BA9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4" y="2267"/>
              <a:ext cx="24" cy="181"/>
            </a:xfrm>
            <a:custGeom>
              <a:avLst/>
              <a:gdLst>
                <a:gd name="T0" fmla="*/ 16 w 24"/>
                <a:gd name="T1" fmla="*/ 0 h 181"/>
                <a:gd name="T2" fmla="*/ 0 w 24"/>
                <a:gd name="T3" fmla="*/ 181 h 181"/>
                <a:gd name="T4" fmla="*/ 8 w 24"/>
                <a:gd name="T5" fmla="*/ 181 h 181"/>
                <a:gd name="T6" fmla="*/ 24 w 24"/>
                <a:gd name="T7" fmla="*/ 0 h 181"/>
                <a:gd name="T8" fmla="*/ 16 w 24"/>
                <a:gd name="T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81">
                  <a:moveTo>
                    <a:pt x="16" y="0"/>
                  </a:moveTo>
                  <a:lnTo>
                    <a:pt x="0" y="181"/>
                  </a:lnTo>
                  <a:lnTo>
                    <a:pt x="8" y="181"/>
                  </a:lnTo>
                  <a:lnTo>
                    <a:pt x="24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" name="Freeform 40">
              <a:extLst>
                <a:ext uri="{FF2B5EF4-FFF2-40B4-BE49-F238E27FC236}">
                  <a16:creationId xmlns:a16="http://schemas.microsoft.com/office/drawing/2014/main" id="{F2508751-1B13-4C18-89FD-813B590DF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4" y="2267"/>
              <a:ext cx="24" cy="181"/>
            </a:xfrm>
            <a:custGeom>
              <a:avLst/>
              <a:gdLst>
                <a:gd name="T0" fmla="*/ 16 w 24"/>
                <a:gd name="T1" fmla="*/ 0 h 181"/>
                <a:gd name="T2" fmla="*/ 0 w 24"/>
                <a:gd name="T3" fmla="*/ 181 h 181"/>
                <a:gd name="T4" fmla="*/ 8 w 24"/>
                <a:gd name="T5" fmla="*/ 181 h 181"/>
                <a:gd name="T6" fmla="*/ 24 w 24"/>
                <a:gd name="T7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81">
                  <a:moveTo>
                    <a:pt x="16" y="0"/>
                  </a:moveTo>
                  <a:lnTo>
                    <a:pt x="0" y="181"/>
                  </a:lnTo>
                  <a:lnTo>
                    <a:pt x="8" y="181"/>
                  </a:lnTo>
                  <a:lnTo>
                    <a:pt x="2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" name="Freeform 41">
              <a:extLst>
                <a:ext uri="{FF2B5EF4-FFF2-40B4-BE49-F238E27FC236}">
                  <a16:creationId xmlns:a16="http://schemas.microsoft.com/office/drawing/2014/main" id="{33A49604-FA1B-41D6-97ED-2CE65D71E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6" y="2223"/>
              <a:ext cx="122" cy="225"/>
            </a:xfrm>
            <a:custGeom>
              <a:avLst/>
              <a:gdLst>
                <a:gd name="T0" fmla="*/ 0 w 122"/>
                <a:gd name="T1" fmla="*/ 4 h 225"/>
                <a:gd name="T2" fmla="*/ 114 w 122"/>
                <a:gd name="T3" fmla="*/ 225 h 225"/>
                <a:gd name="T4" fmla="*/ 122 w 122"/>
                <a:gd name="T5" fmla="*/ 221 h 225"/>
                <a:gd name="T6" fmla="*/ 8 w 122"/>
                <a:gd name="T7" fmla="*/ 0 h 225"/>
                <a:gd name="T8" fmla="*/ 0 w 122"/>
                <a:gd name="T9" fmla="*/ 4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2" h="225">
                  <a:moveTo>
                    <a:pt x="0" y="4"/>
                  </a:moveTo>
                  <a:lnTo>
                    <a:pt x="114" y="225"/>
                  </a:lnTo>
                  <a:lnTo>
                    <a:pt x="122" y="221"/>
                  </a:lnTo>
                  <a:lnTo>
                    <a:pt x="8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5" name="Freeform 42">
              <a:extLst>
                <a:ext uri="{FF2B5EF4-FFF2-40B4-BE49-F238E27FC236}">
                  <a16:creationId xmlns:a16="http://schemas.microsoft.com/office/drawing/2014/main" id="{81903CC7-32B7-4F69-908E-46487C185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6" y="2223"/>
              <a:ext cx="122" cy="225"/>
            </a:xfrm>
            <a:custGeom>
              <a:avLst/>
              <a:gdLst>
                <a:gd name="T0" fmla="*/ 0 w 122"/>
                <a:gd name="T1" fmla="*/ 4 h 225"/>
                <a:gd name="T2" fmla="*/ 114 w 122"/>
                <a:gd name="T3" fmla="*/ 225 h 225"/>
                <a:gd name="T4" fmla="*/ 122 w 122"/>
                <a:gd name="T5" fmla="*/ 221 h 225"/>
                <a:gd name="T6" fmla="*/ 8 w 122"/>
                <a:gd name="T7" fmla="*/ 0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" h="225">
                  <a:moveTo>
                    <a:pt x="0" y="4"/>
                  </a:moveTo>
                  <a:lnTo>
                    <a:pt x="114" y="225"/>
                  </a:lnTo>
                  <a:lnTo>
                    <a:pt x="122" y="221"/>
                  </a:lnTo>
                  <a:lnTo>
                    <a:pt x="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6" name="Freeform 43">
              <a:extLst>
                <a:ext uri="{FF2B5EF4-FFF2-40B4-BE49-F238E27FC236}">
                  <a16:creationId xmlns:a16="http://schemas.microsoft.com/office/drawing/2014/main" id="{DEC0FF81-A350-463E-977D-F16E10791B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7" y="2468"/>
              <a:ext cx="503" cy="100"/>
            </a:xfrm>
            <a:custGeom>
              <a:avLst/>
              <a:gdLst>
                <a:gd name="T0" fmla="*/ 24 w 251"/>
                <a:gd name="T1" fmla="*/ 4 h 50"/>
                <a:gd name="T2" fmla="*/ 231 w 251"/>
                <a:gd name="T3" fmla="*/ 21 h 50"/>
                <a:gd name="T4" fmla="*/ 247 w 251"/>
                <a:gd name="T5" fmla="*/ 20 h 50"/>
                <a:gd name="T6" fmla="*/ 230 w 251"/>
                <a:gd name="T7" fmla="*/ 33 h 50"/>
                <a:gd name="T8" fmla="*/ 109 w 251"/>
                <a:gd name="T9" fmla="*/ 44 h 50"/>
                <a:gd name="T10" fmla="*/ 5 w 251"/>
                <a:gd name="T11" fmla="*/ 13 h 50"/>
                <a:gd name="T12" fmla="*/ 14 w 251"/>
                <a:gd name="T13" fmla="*/ 1 h 50"/>
                <a:gd name="T14" fmla="*/ 24 w 251"/>
                <a:gd name="T15" fmla="*/ 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0">
                  <a:moveTo>
                    <a:pt x="24" y="4"/>
                  </a:moveTo>
                  <a:cubicBezTo>
                    <a:pt x="55" y="14"/>
                    <a:pt x="137" y="35"/>
                    <a:pt x="231" y="21"/>
                  </a:cubicBezTo>
                  <a:cubicBezTo>
                    <a:pt x="244" y="18"/>
                    <a:pt x="244" y="17"/>
                    <a:pt x="247" y="20"/>
                  </a:cubicBezTo>
                  <a:cubicBezTo>
                    <a:pt x="250" y="24"/>
                    <a:pt x="251" y="27"/>
                    <a:pt x="230" y="33"/>
                  </a:cubicBezTo>
                  <a:cubicBezTo>
                    <a:pt x="212" y="39"/>
                    <a:pt x="168" y="50"/>
                    <a:pt x="109" y="44"/>
                  </a:cubicBezTo>
                  <a:cubicBezTo>
                    <a:pt x="49" y="38"/>
                    <a:pt x="13" y="21"/>
                    <a:pt x="5" y="13"/>
                  </a:cubicBezTo>
                  <a:cubicBezTo>
                    <a:pt x="0" y="7"/>
                    <a:pt x="7" y="0"/>
                    <a:pt x="14" y="1"/>
                  </a:cubicBezTo>
                  <a:cubicBezTo>
                    <a:pt x="20" y="3"/>
                    <a:pt x="24" y="4"/>
                    <a:pt x="24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" name="Freeform 44">
              <a:extLst>
                <a:ext uri="{FF2B5EF4-FFF2-40B4-BE49-F238E27FC236}">
                  <a16:creationId xmlns:a16="http://schemas.microsoft.com/office/drawing/2014/main" id="{6FFCC3D6-0C3C-4155-A4F9-DFDBBB951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4" y="2416"/>
              <a:ext cx="518" cy="74"/>
            </a:xfrm>
            <a:custGeom>
              <a:avLst/>
              <a:gdLst>
                <a:gd name="T0" fmla="*/ 4 w 259"/>
                <a:gd name="T1" fmla="*/ 11 h 37"/>
                <a:gd name="T2" fmla="*/ 1 w 259"/>
                <a:gd name="T3" fmla="*/ 5 h 37"/>
                <a:gd name="T4" fmla="*/ 11 w 259"/>
                <a:gd name="T5" fmla="*/ 1 h 37"/>
                <a:gd name="T6" fmla="*/ 127 w 259"/>
                <a:gd name="T7" fmla="*/ 17 h 37"/>
                <a:gd name="T8" fmla="*/ 247 w 259"/>
                <a:gd name="T9" fmla="*/ 5 h 37"/>
                <a:gd name="T10" fmla="*/ 257 w 259"/>
                <a:gd name="T11" fmla="*/ 8 h 37"/>
                <a:gd name="T12" fmla="*/ 245 w 259"/>
                <a:gd name="T13" fmla="*/ 21 h 37"/>
                <a:gd name="T14" fmla="*/ 131 w 259"/>
                <a:gd name="T15" fmla="*/ 37 h 37"/>
                <a:gd name="T16" fmla="*/ 4 w 259"/>
                <a:gd name="T17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9" h="37">
                  <a:moveTo>
                    <a:pt x="4" y="11"/>
                  </a:moveTo>
                  <a:cubicBezTo>
                    <a:pt x="0" y="9"/>
                    <a:pt x="0" y="7"/>
                    <a:pt x="1" y="5"/>
                  </a:cubicBezTo>
                  <a:cubicBezTo>
                    <a:pt x="2" y="2"/>
                    <a:pt x="8" y="0"/>
                    <a:pt x="11" y="1"/>
                  </a:cubicBezTo>
                  <a:cubicBezTo>
                    <a:pt x="15" y="3"/>
                    <a:pt x="39" y="18"/>
                    <a:pt x="127" y="17"/>
                  </a:cubicBezTo>
                  <a:cubicBezTo>
                    <a:pt x="215" y="15"/>
                    <a:pt x="240" y="6"/>
                    <a:pt x="247" y="5"/>
                  </a:cubicBezTo>
                  <a:cubicBezTo>
                    <a:pt x="254" y="4"/>
                    <a:pt x="255" y="4"/>
                    <a:pt x="257" y="8"/>
                  </a:cubicBezTo>
                  <a:cubicBezTo>
                    <a:pt x="259" y="12"/>
                    <a:pt x="255" y="16"/>
                    <a:pt x="245" y="21"/>
                  </a:cubicBezTo>
                  <a:cubicBezTo>
                    <a:pt x="235" y="26"/>
                    <a:pt x="195" y="37"/>
                    <a:pt x="131" y="37"/>
                  </a:cubicBezTo>
                  <a:cubicBezTo>
                    <a:pt x="66" y="37"/>
                    <a:pt x="26" y="24"/>
                    <a:pt x="4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" name="Freeform 45">
              <a:extLst>
                <a:ext uri="{FF2B5EF4-FFF2-40B4-BE49-F238E27FC236}">
                  <a16:creationId xmlns:a16="http://schemas.microsoft.com/office/drawing/2014/main" id="{A9D87F16-45D3-4DB8-95BE-8928317A7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3" y="1189"/>
              <a:ext cx="899" cy="177"/>
            </a:xfrm>
            <a:custGeom>
              <a:avLst/>
              <a:gdLst>
                <a:gd name="T0" fmla="*/ 899 w 899"/>
                <a:gd name="T1" fmla="*/ 56 h 177"/>
                <a:gd name="T2" fmla="*/ 8 w 899"/>
                <a:gd name="T3" fmla="*/ 177 h 177"/>
                <a:gd name="T4" fmla="*/ 0 w 899"/>
                <a:gd name="T5" fmla="*/ 120 h 177"/>
                <a:gd name="T6" fmla="*/ 893 w 899"/>
                <a:gd name="T7" fmla="*/ 0 h 177"/>
                <a:gd name="T8" fmla="*/ 899 w 899"/>
                <a:gd name="T9" fmla="*/ 56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9" h="177">
                  <a:moveTo>
                    <a:pt x="899" y="56"/>
                  </a:moveTo>
                  <a:lnTo>
                    <a:pt x="8" y="177"/>
                  </a:lnTo>
                  <a:lnTo>
                    <a:pt x="0" y="120"/>
                  </a:lnTo>
                  <a:lnTo>
                    <a:pt x="893" y="0"/>
                  </a:lnTo>
                  <a:lnTo>
                    <a:pt x="899" y="5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" name="Freeform 46">
              <a:extLst>
                <a:ext uri="{FF2B5EF4-FFF2-40B4-BE49-F238E27FC236}">
                  <a16:creationId xmlns:a16="http://schemas.microsoft.com/office/drawing/2014/main" id="{BDB046EE-D46F-4A96-96C2-A61828E99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" y="1334"/>
              <a:ext cx="403" cy="82"/>
            </a:xfrm>
            <a:custGeom>
              <a:avLst/>
              <a:gdLst>
                <a:gd name="T0" fmla="*/ 403 w 403"/>
                <a:gd name="T1" fmla="*/ 28 h 82"/>
                <a:gd name="T2" fmla="*/ 4 w 403"/>
                <a:gd name="T3" fmla="*/ 82 h 82"/>
                <a:gd name="T4" fmla="*/ 0 w 403"/>
                <a:gd name="T5" fmla="*/ 54 h 82"/>
                <a:gd name="T6" fmla="*/ 399 w 403"/>
                <a:gd name="T7" fmla="*/ 0 h 82"/>
                <a:gd name="T8" fmla="*/ 403 w 403"/>
                <a:gd name="T9" fmla="*/ 28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3" h="82">
                  <a:moveTo>
                    <a:pt x="403" y="28"/>
                  </a:moveTo>
                  <a:lnTo>
                    <a:pt x="4" y="82"/>
                  </a:lnTo>
                  <a:lnTo>
                    <a:pt x="0" y="54"/>
                  </a:lnTo>
                  <a:lnTo>
                    <a:pt x="399" y="0"/>
                  </a:lnTo>
                  <a:lnTo>
                    <a:pt x="403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0" name="Freeform 47">
              <a:extLst>
                <a:ext uri="{FF2B5EF4-FFF2-40B4-BE49-F238E27FC236}">
                  <a16:creationId xmlns:a16="http://schemas.microsoft.com/office/drawing/2014/main" id="{3D4C5EA4-ABC8-4216-890B-5701A4476D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" y="2616"/>
              <a:ext cx="329" cy="62"/>
            </a:xfrm>
            <a:custGeom>
              <a:avLst/>
              <a:gdLst>
                <a:gd name="T0" fmla="*/ 329 w 329"/>
                <a:gd name="T1" fmla="*/ 18 h 62"/>
                <a:gd name="T2" fmla="*/ 4 w 329"/>
                <a:gd name="T3" fmla="*/ 62 h 62"/>
                <a:gd name="T4" fmla="*/ 0 w 329"/>
                <a:gd name="T5" fmla="*/ 44 h 62"/>
                <a:gd name="T6" fmla="*/ 327 w 329"/>
                <a:gd name="T7" fmla="*/ 0 h 62"/>
                <a:gd name="T8" fmla="*/ 329 w 329"/>
                <a:gd name="T9" fmla="*/ 18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9" h="62">
                  <a:moveTo>
                    <a:pt x="329" y="18"/>
                  </a:moveTo>
                  <a:lnTo>
                    <a:pt x="4" y="62"/>
                  </a:lnTo>
                  <a:lnTo>
                    <a:pt x="0" y="44"/>
                  </a:lnTo>
                  <a:lnTo>
                    <a:pt x="327" y="0"/>
                  </a:lnTo>
                  <a:lnTo>
                    <a:pt x="329" y="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1" name="Freeform 48">
              <a:extLst>
                <a:ext uri="{FF2B5EF4-FFF2-40B4-BE49-F238E27FC236}">
                  <a16:creationId xmlns:a16="http://schemas.microsoft.com/office/drawing/2014/main" id="{11BE8C13-A44A-414E-852E-D6C427204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3" y="1386"/>
              <a:ext cx="569" cy="382"/>
            </a:xfrm>
            <a:custGeom>
              <a:avLst/>
              <a:gdLst>
                <a:gd name="T0" fmla="*/ 567 w 569"/>
                <a:gd name="T1" fmla="*/ 310 h 382"/>
                <a:gd name="T2" fmla="*/ 567 w 569"/>
                <a:gd name="T3" fmla="*/ 310 h 382"/>
                <a:gd name="T4" fmla="*/ 42 w 569"/>
                <a:gd name="T5" fmla="*/ 380 h 382"/>
                <a:gd name="T6" fmla="*/ 2 w 569"/>
                <a:gd name="T7" fmla="*/ 74 h 382"/>
                <a:gd name="T8" fmla="*/ 525 w 569"/>
                <a:gd name="T9" fmla="*/ 2 h 382"/>
                <a:gd name="T10" fmla="*/ 567 w 569"/>
                <a:gd name="T11" fmla="*/ 310 h 382"/>
                <a:gd name="T12" fmla="*/ 567 w 569"/>
                <a:gd name="T13" fmla="*/ 310 h 382"/>
                <a:gd name="T14" fmla="*/ 567 w 569"/>
                <a:gd name="T15" fmla="*/ 310 h 382"/>
                <a:gd name="T16" fmla="*/ 567 w 569"/>
                <a:gd name="T17" fmla="*/ 310 h 382"/>
                <a:gd name="T18" fmla="*/ 569 w 569"/>
                <a:gd name="T19" fmla="*/ 310 h 382"/>
                <a:gd name="T20" fmla="*/ 527 w 569"/>
                <a:gd name="T21" fmla="*/ 0 h 382"/>
                <a:gd name="T22" fmla="*/ 0 w 569"/>
                <a:gd name="T23" fmla="*/ 72 h 382"/>
                <a:gd name="T24" fmla="*/ 42 w 569"/>
                <a:gd name="T25" fmla="*/ 382 h 382"/>
                <a:gd name="T26" fmla="*/ 569 w 569"/>
                <a:gd name="T27" fmla="*/ 312 h 382"/>
                <a:gd name="T28" fmla="*/ 569 w 569"/>
                <a:gd name="T29" fmla="*/ 310 h 382"/>
                <a:gd name="T30" fmla="*/ 567 w 569"/>
                <a:gd name="T31" fmla="*/ 310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69" h="382">
                  <a:moveTo>
                    <a:pt x="567" y="310"/>
                  </a:moveTo>
                  <a:lnTo>
                    <a:pt x="567" y="310"/>
                  </a:lnTo>
                  <a:lnTo>
                    <a:pt x="42" y="380"/>
                  </a:lnTo>
                  <a:lnTo>
                    <a:pt x="2" y="74"/>
                  </a:lnTo>
                  <a:lnTo>
                    <a:pt x="525" y="2"/>
                  </a:lnTo>
                  <a:lnTo>
                    <a:pt x="567" y="310"/>
                  </a:lnTo>
                  <a:lnTo>
                    <a:pt x="567" y="310"/>
                  </a:lnTo>
                  <a:lnTo>
                    <a:pt x="567" y="310"/>
                  </a:lnTo>
                  <a:lnTo>
                    <a:pt x="567" y="310"/>
                  </a:lnTo>
                  <a:lnTo>
                    <a:pt x="569" y="310"/>
                  </a:lnTo>
                  <a:lnTo>
                    <a:pt x="527" y="0"/>
                  </a:lnTo>
                  <a:lnTo>
                    <a:pt x="0" y="72"/>
                  </a:lnTo>
                  <a:lnTo>
                    <a:pt x="42" y="382"/>
                  </a:lnTo>
                  <a:lnTo>
                    <a:pt x="569" y="312"/>
                  </a:lnTo>
                  <a:lnTo>
                    <a:pt x="569" y="310"/>
                  </a:lnTo>
                  <a:lnTo>
                    <a:pt x="567" y="3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2" name="Freeform 49">
              <a:extLst>
                <a:ext uri="{FF2B5EF4-FFF2-40B4-BE49-F238E27FC236}">
                  <a16:creationId xmlns:a16="http://schemas.microsoft.com/office/drawing/2014/main" id="{11F66AF8-DB01-430C-953E-FB7E3CDFA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6" y="2738"/>
              <a:ext cx="34" cy="34"/>
            </a:xfrm>
            <a:custGeom>
              <a:avLst/>
              <a:gdLst>
                <a:gd name="T0" fmla="*/ 34 w 34"/>
                <a:gd name="T1" fmla="*/ 30 h 34"/>
                <a:gd name="T2" fmla="*/ 4 w 34"/>
                <a:gd name="T3" fmla="*/ 34 h 34"/>
                <a:gd name="T4" fmla="*/ 0 w 34"/>
                <a:gd name="T5" fmla="*/ 4 h 34"/>
                <a:gd name="T6" fmla="*/ 30 w 34"/>
                <a:gd name="T7" fmla="*/ 0 h 34"/>
                <a:gd name="T8" fmla="*/ 34 w 34"/>
                <a:gd name="T9" fmla="*/ 3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34">
                  <a:moveTo>
                    <a:pt x="34" y="30"/>
                  </a:moveTo>
                  <a:lnTo>
                    <a:pt x="4" y="34"/>
                  </a:lnTo>
                  <a:lnTo>
                    <a:pt x="0" y="4"/>
                  </a:lnTo>
                  <a:lnTo>
                    <a:pt x="30" y="0"/>
                  </a:lnTo>
                  <a:lnTo>
                    <a:pt x="34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3" name="Freeform 50">
              <a:extLst>
                <a:ext uri="{FF2B5EF4-FFF2-40B4-BE49-F238E27FC236}">
                  <a16:creationId xmlns:a16="http://schemas.microsoft.com/office/drawing/2014/main" id="{A539001A-1F69-4ED3-9D63-930F69259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5" y="863"/>
              <a:ext cx="635" cy="1853"/>
            </a:xfrm>
            <a:custGeom>
              <a:avLst/>
              <a:gdLst>
                <a:gd name="T0" fmla="*/ 0 w 317"/>
                <a:gd name="T1" fmla="*/ 45 h 925"/>
                <a:gd name="T2" fmla="*/ 129 w 317"/>
                <a:gd name="T3" fmla="*/ 925 h 925"/>
                <a:gd name="T4" fmla="*/ 317 w 317"/>
                <a:gd name="T5" fmla="*/ 897 h 925"/>
                <a:gd name="T6" fmla="*/ 175 w 317"/>
                <a:gd name="T7" fmla="*/ 0 h 925"/>
                <a:gd name="T8" fmla="*/ 0 w 317"/>
                <a:gd name="T9" fmla="*/ 45 h 9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7" h="925">
                  <a:moveTo>
                    <a:pt x="0" y="45"/>
                  </a:moveTo>
                  <a:cubicBezTo>
                    <a:pt x="129" y="925"/>
                    <a:pt x="129" y="925"/>
                    <a:pt x="129" y="925"/>
                  </a:cubicBezTo>
                  <a:cubicBezTo>
                    <a:pt x="173" y="905"/>
                    <a:pt x="245" y="899"/>
                    <a:pt x="317" y="897"/>
                  </a:cubicBezTo>
                  <a:cubicBezTo>
                    <a:pt x="175" y="0"/>
                    <a:pt x="175" y="0"/>
                    <a:pt x="175" y="0"/>
                  </a:cubicBezTo>
                  <a:cubicBezTo>
                    <a:pt x="93" y="6"/>
                    <a:pt x="32" y="25"/>
                    <a:pt x="0" y="4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4" name="Freeform 51">
              <a:extLst>
                <a:ext uri="{FF2B5EF4-FFF2-40B4-BE49-F238E27FC236}">
                  <a16:creationId xmlns:a16="http://schemas.microsoft.com/office/drawing/2014/main" id="{BB8A77EC-5F12-401A-B095-429ADBCE0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3" y="2622"/>
              <a:ext cx="2738" cy="317"/>
            </a:xfrm>
            <a:custGeom>
              <a:avLst/>
              <a:gdLst>
                <a:gd name="T0" fmla="*/ 1 w 1367"/>
                <a:gd name="T1" fmla="*/ 158 h 158"/>
                <a:gd name="T2" fmla="*/ 685 w 1367"/>
                <a:gd name="T3" fmla="*/ 81 h 158"/>
                <a:gd name="T4" fmla="*/ 685 w 1367"/>
                <a:gd name="T5" fmla="*/ 80 h 158"/>
                <a:gd name="T6" fmla="*/ 685 w 1367"/>
                <a:gd name="T7" fmla="*/ 80 h 158"/>
                <a:gd name="T8" fmla="*/ 777 w 1367"/>
                <a:gd name="T9" fmla="*/ 45 h 158"/>
                <a:gd name="T10" fmla="*/ 957 w 1367"/>
                <a:gd name="T11" fmla="*/ 30 h 158"/>
                <a:gd name="T12" fmla="*/ 1183 w 1367"/>
                <a:gd name="T13" fmla="*/ 19 h 158"/>
                <a:gd name="T14" fmla="*/ 1367 w 1367"/>
                <a:gd name="T15" fmla="*/ 4 h 158"/>
                <a:gd name="T16" fmla="*/ 1367 w 1367"/>
                <a:gd name="T17" fmla="*/ 0 h 158"/>
                <a:gd name="T18" fmla="*/ 1356 w 1367"/>
                <a:gd name="T19" fmla="*/ 1 h 158"/>
                <a:gd name="T20" fmla="*/ 1183 w 1367"/>
                <a:gd name="T21" fmla="*/ 15 h 158"/>
                <a:gd name="T22" fmla="*/ 957 w 1367"/>
                <a:gd name="T23" fmla="*/ 26 h 158"/>
                <a:gd name="T24" fmla="*/ 777 w 1367"/>
                <a:gd name="T25" fmla="*/ 41 h 158"/>
                <a:gd name="T26" fmla="*/ 683 w 1367"/>
                <a:gd name="T27" fmla="*/ 77 h 158"/>
                <a:gd name="T28" fmla="*/ 684 w 1367"/>
                <a:gd name="T29" fmla="*/ 79 h 158"/>
                <a:gd name="T30" fmla="*/ 684 w 1367"/>
                <a:gd name="T31" fmla="*/ 77 h 158"/>
                <a:gd name="T32" fmla="*/ 0 w 1367"/>
                <a:gd name="T33" fmla="*/ 154 h 158"/>
                <a:gd name="T34" fmla="*/ 1 w 1367"/>
                <a:gd name="T35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67" h="158">
                  <a:moveTo>
                    <a:pt x="1" y="158"/>
                  </a:moveTo>
                  <a:cubicBezTo>
                    <a:pt x="685" y="81"/>
                    <a:pt x="685" y="81"/>
                    <a:pt x="685" y="81"/>
                  </a:cubicBezTo>
                  <a:cubicBezTo>
                    <a:pt x="685" y="80"/>
                    <a:pt x="685" y="80"/>
                    <a:pt x="685" y="80"/>
                  </a:cubicBezTo>
                  <a:cubicBezTo>
                    <a:pt x="685" y="80"/>
                    <a:pt x="685" y="80"/>
                    <a:pt x="685" y="80"/>
                  </a:cubicBezTo>
                  <a:cubicBezTo>
                    <a:pt x="687" y="79"/>
                    <a:pt x="712" y="58"/>
                    <a:pt x="777" y="45"/>
                  </a:cubicBezTo>
                  <a:cubicBezTo>
                    <a:pt x="808" y="39"/>
                    <a:pt x="879" y="34"/>
                    <a:pt x="957" y="30"/>
                  </a:cubicBezTo>
                  <a:cubicBezTo>
                    <a:pt x="1035" y="27"/>
                    <a:pt x="1121" y="23"/>
                    <a:pt x="1183" y="19"/>
                  </a:cubicBezTo>
                  <a:cubicBezTo>
                    <a:pt x="1307" y="11"/>
                    <a:pt x="1367" y="4"/>
                    <a:pt x="1367" y="4"/>
                  </a:cubicBezTo>
                  <a:cubicBezTo>
                    <a:pt x="1367" y="0"/>
                    <a:pt x="1367" y="0"/>
                    <a:pt x="1367" y="0"/>
                  </a:cubicBezTo>
                  <a:cubicBezTo>
                    <a:pt x="1367" y="0"/>
                    <a:pt x="1363" y="0"/>
                    <a:pt x="1356" y="1"/>
                  </a:cubicBezTo>
                  <a:cubicBezTo>
                    <a:pt x="1333" y="3"/>
                    <a:pt x="1276" y="9"/>
                    <a:pt x="1183" y="15"/>
                  </a:cubicBezTo>
                  <a:cubicBezTo>
                    <a:pt x="1121" y="19"/>
                    <a:pt x="1035" y="23"/>
                    <a:pt x="957" y="26"/>
                  </a:cubicBezTo>
                  <a:cubicBezTo>
                    <a:pt x="879" y="30"/>
                    <a:pt x="808" y="35"/>
                    <a:pt x="777" y="41"/>
                  </a:cubicBezTo>
                  <a:cubicBezTo>
                    <a:pt x="709" y="55"/>
                    <a:pt x="683" y="77"/>
                    <a:pt x="683" y="77"/>
                  </a:cubicBezTo>
                  <a:cubicBezTo>
                    <a:pt x="684" y="79"/>
                    <a:pt x="684" y="79"/>
                    <a:pt x="684" y="79"/>
                  </a:cubicBezTo>
                  <a:cubicBezTo>
                    <a:pt x="684" y="77"/>
                    <a:pt x="684" y="77"/>
                    <a:pt x="684" y="77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1" y="158"/>
                    <a:pt x="1" y="158"/>
                    <a:pt x="1" y="15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" name="Freeform 52">
              <a:extLst>
                <a:ext uri="{FF2B5EF4-FFF2-40B4-BE49-F238E27FC236}">
                  <a16:creationId xmlns:a16="http://schemas.microsoft.com/office/drawing/2014/main" id="{DA7084ED-B644-48E1-A852-14AF559F4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" y="2638"/>
              <a:ext cx="2742" cy="319"/>
            </a:xfrm>
            <a:custGeom>
              <a:avLst/>
              <a:gdLst>
                <a:gd name="T0" fmla="*/ 1 w 1369"/>
                <a:gd name="T1" fmla="*/ 159 h 159"/>
                <a:gd name="T2" fmla="*/ 679 w 1369"/>
                <a:gd name="T3" fmla="*/ 85 h 159"/>
                <a:gd name="T4" fmla="*/ 680 w 1369"/>
                <a:gd name="T5" fmla="*/ 84 h 159"/>
                <a:gd name="T6" fmla="*/ 682 w 1369"/>
                <a:gd name="T7" fmla="*/ 83 h 159"/>
                <a:gd name="T8" fmla="*/ 785 w 1369"/>
                <a:gd name="T9" fmla="*/ 48 h 159"/>
                <a:gd name="T10" fmla="*/ 1034 w 1369"/>
                <a:gd name="T11" fmla="*/ 32 h 159"/>
                <a:gd name="T12" fmla="*/ 1369 w 1369"/>
                <a:gd name="T13" fmla="*/ 4 h 159"/>
                <a:gd name="T14" fmla="*/ 1369 w 1369"/>
                <a:gd name="T15" fmla="*/ 0 h 159"/>
                <a:gd name="T16" fmla="*/ 1360 w 1369"/>
                <a:gd name="T17" fmla="*/ 1 h 159"/>
                <a:gd name="T18" fmla="*/ 1034 w 1369"/>
                <a:gd name="T19" fmla="*/ 28 h 159"/>
                <a:gd name="T20" fmla="*/ 784 w 1369"/>
                <a:gd name="T21" fmla="*/ 44 h 159"/>
                <a:gd name="T22" fmla="*/ 678 w 1369"/>
                <a:gd name="T23" fmla="*/ 81 h 159"/>
                <a:gd name="T24" fmla="*/ 679 w 1369"/>
                <a:gd name="T25" fmla="*/ 83 h 159"/>
                <a:gd name="T26" fmla="*/ 679 w 1369"/>
                <a:gd name="T27" fmla="*/ 81 h 159"/>
                <a:gd name="T28" fmla="*/ 0 w 1369"/>
                <a:gd name="T29" fmla="*/ 155 h 159"/>
                <a:gd name="T30" fmla="*/ 1 w 1369"/>
                <a:gd name="T31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69" h="159">
                  <a:moveTo>
                    <a:pt x="1" y="159"/>
                  </a:moveTo>
                  <a:cubicBezTo>
                    <a:pt x="679" y="85"/>
                    <a:pt x="679" y="85"/>
                    <a:pt x="679" y="85"/>
                  </a:cubicBezTo>
                  <a:cubicBezTo>
                    <a:pt x="680" y="84"/>
                    <a:pt x="680" y="84"/>
                    <a:pt x="680" y="84"/>
                  </a:cubicBezTo>
                  <a:cubicBezTo>
                    <a:pt x="680" y="84"/>
                    <a:pt x="681" y="84"/>
                    <a:pt x="682" y="83"/>
                  </a:cubicBezTo>
                  <a:cubicBezTo>
                    <a:pt x="693" y="78"/>
                    <a:pt x="740" y="56"/>
                    <a:pt x="785" y="48"/>
                  </a:cubicBezTo>
                  <a:cubicBezTo>
                    <a:pt x="836" y="39"/>
                    <a:pt x="902" y="36"/>
                    <a:pt x="1034" y="32"/>
                  </a:cubicBezTo>
                  <a:cubicBezTo>
                    <a:pt x="1167" y="28"/>
                    <a:pt x="1369" y="4"/>
                    <a:pt x="1369" y="4"/>
                  </a:cubicBezTo>
                  <a:cubicBezTo>
                    <a:pt x="1369" y="0"/>
                    <a:pt x="1369" y="0"/>
                    <a:pt x="1369" y="0"/>
                  </a:cubicBezTo>
                  <a:cubicBezTo>
                    <a:pt x="1369" y="0"/>
                    <a:pt x="1366" y="1"/>
                    <a:pt x="1360" y="1"/>
                  </a:cubicBezTo>
                  <a:cubicBezTo>
                    <a:pt x="1319" y="6"/>
                    <a:pt x="1150" y="24"/>
                    <a:pt x="1034" y="28"/>
                  </a:cubicBezTo>
                  <a:cubicBezTo>
                    <a:pt x="902" y="32"/>
                    <a:pt x="836" y="35"/>
                    <a:pt x="784" y="44"/>
                  </a:cubicBezTo>
                  <a:cubicBezTo>
                    <a:pt x="732" y="53"/>
                    <a:pt x="678" y="81"/>
                    <a:pt x="678" y="81"/>
                  </a:cubicBezTo>
                  <a:cubicBezTo>
                    <a:pt x="679" y="83"/>
                    <a:pt x="679" y="83"/>
                    <a:pt x="679" y="83"/>
                  </a:cubicBezTo>
                  <a:cubicBezTo>
                    <a:pt x="679" y="81"/>
                    <a:pt x="679" y="81"/>
                    <a:pt x="679" y="81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1" y="159"/>
                    <a:pt x="1" y="159"/>
                    <a:pt x="1" y="1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6" name="Freeform 53">
              <a:extLst>
                <a:ext uri="{FF2B5EF4-FFF2-40B4-BE49-F238E27FC236}">
                  <a16:creationId xmlns:a16="http://schemas.microsoft.com/office/drawing/2014/main" id="{C2E3BD58-F4F4-46A8-B80B-2A4E2B239D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" y="1035"/>
              <a:ext cx="1160" cy="1585"/>
            </a:xfrm>
            <a:custGeom>
              <a:avLst/>
              <a:gdLst>
                <a:gd name="T0" fmla="*/ 555 w 579"/>
                <a:gd name="T1" fmla="*/ 733 h 791"/>
                <a:gd name="T2" fmla="*/ 118 w 579"/>
                <a:gd name="T3" fmla="*/ 789 h 791"/>
                <a:gd name="T4" fmla="*/ 90 w 579"/>
                <a:gd name="T5" fmla="*/ 767 h 791"/>
                <a:gd name="T6" fmla="*/ 2 w 579"/>
                <a:gd name="T7" fmla="*/ 87 h 791"/>
                <a:gd name="T8" fmla="*/ 24 w 579"/>
                <a:gd name="T9" fmla="*/ 58 h 791"/>
                <a:gd name="T10" fmla="*/ 461 w 579"/>
                <a:gd name="T11" fmla="*/ 2 h 791"/>
                <a:gd name="T12" fmla="*/ 489 w 579"/>
                <a:gd name="T13" fmla="*/ 24 h 791"/>
                <a:gd name="T14" fmla="*/ 577 w 579"/>
                <a:gd name="T15" fmla="*/ 704 h 791"/>
                <a:gd name="T16" fmla="*/ 555 w 579"/>
                <a:gd name="T17" fmla="*/ 733 h 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9" h="791">
                  <a:moveTo>
                    <a:pt x="555" y="733"/>
                  </a:moveTo>
                  <a:cubicBezTo>
                    <a:pt x="118" y="789"/>
                    <a:pt x="118" y="789"/>
                    <a:pt x="118" y="789"/>
                  </a:cubicBezTo>
                  <a:cubicBezTo>
                    <a:pt x="104" y="791"/>
                    <a:pt x="91" y="781"/>
                    <a:pt x="90" y="767"/>
                  </a:cubicBezTo>
                  <a:cubicBezTo>
                    <a:pt x="2" y="87"/>
                    <a:pt x="2" y="87"/>
                    <a:pt x="2" y="87"/>
                  </a:cubicBezTo>
                  <a:cubicBezTo>
                    <a:pt x="0" y="73"/>
                    <a:pt x="10" y="60"/>
                    <a:pt x="24" y="58"/>
                  </a:cubicBezTo>
                  <a:cubicBezTo>
                    <a:pt x="461" y="2"/>
                    <a:pt x="461" y="2"/>
                    <a:pt x="461" y="2"/>
                  </a:cubicBezTo>
                  <a:cubicBezTo>
                    <a:pt x="475" y="0"/>
                    <a:pt x="488" y="10"/>
                    <a:pt x="489" y="24"/>
                  </a:cubicBezTo>
                  <a:cubicBezTo>
                    <a:pt x="577" y="704"/>
                    <a:pt x="577" y="704"/>
                    <a:pt x="577" y="704"/>
                  </a:cubicBezTo>
                  <a:cubicBezTo>
                    <a:pt x="579" y="718"/>
                    <a:pt x="569" y="731"/>
                    <a:pt x="555" y="733"/>
                  </a:cubicBezTo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7" name="Freeform 54">
              <a:extLst>
                <a:ext uri="{FF2B5EF4-FFF2-40B4-BE49-F238E27FC236}">
                  <a16:creationId xmlns:a16="http://schemas.microsoft.com/office/drawing/2014/main" id="{04721375-3145-4A0D-88F9-1FECC9D32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" y="1939"/>
              <a:ext cx="499" cy="1126"/>
            </a:xfrm>
            <a:custGeom>
              <a:avLst/>
              <a:gdLst>
                <a:gd name="T0" fmla="*/ 249 w 249"/>
                <a:gd name="T1" fmla="*/ 562 h 562"/>
                <a:gd name="T2" fmla="*/ 174 w 249"/>
                <a:gd name="T3" fmla="*/ 434 h 562"/>
                <a:gd name="T4" fmla="*/ 43 w 249"/>
                <a:gd name="T5" fmla="*/ 289 h 562"/>
                <a:gd name="T6" fmla="*/ 3 w 249"/>
                <a:gd name="T7" fmla="*/ 128 h 562"/>
                <a:gd name="T8" fmla="*/ 203 w 249"/>
                <a:gd name="T9" fmla="*/ 0 h 562"/>
                <a:gd name="T10" fmla="*/ 249 w 249"/>
                <a:gd name="T11" fmla="*/ 562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" h="562">
                  <a:moveTo>
                    <a:pt x="249" y="562"/>
                  </a:moveTo>
                  <a:cubicBezTo>
                    <a:pt x="249" y="562"/>
                    <a:pt x="186" y="462"/>
                    <a:pt x="174" y="434"/>
                  </a:cubicBezTo>
                  <a:cubicBezTo>
                    <a:pt x="162" y="407"/>
                    <a:pt x="86" y="380"/>
                    <a:pt x="43" y="289"/>
                  </a:cubicBezTo>
                  <a:cubicBezTo>
                    <a:pt x="0" y="198"/>
                    <a:pt x="6" y="139"/>
                    <a:pt x="3" y="128"/>
                  </a:cubicBezTo>
                  <a:cubicBezTo>
                    <a:pt x="1" y="117"/>
                    <a:pt x="203" y="0"/>
                    <a:pt x="203" y="0"/>
                  </a:cubicBezTo>
                  <a:cubicBezTo>
                    <a:pt x="249" y="562"/>
                    <a:pt x="249" y="562"/>
                    <a:pt x="249" y="56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8" name="Freeform 55">
              <a:extLst>
                <a:ext uri="{FF2B5EF4-FFF2-40B4-BE49-F238E27FC236}">
                  <a16:creationId xmlns:a16="http://schemas.microsoft.com/office/drawing/2014/main" id="{D3DD816A-362F-416D-B3C8-703BECAEF5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0" y="1935"/>
              <a:ext cx="501" cy="1132"/>
            </a:xfrm>
            <a:custGeom>
              <a:avLst/>
              <a:gdLst>
                <a:gd name="T0" fmla="*/ 250 w 250"/>
                <a:gd name="T1" fmla="*/ 563 h 565"/>
                <a:gd name="T2" fmla="*/ 247 w 250"/>
                <a:gd name="T3" fmla="*/ 558 h 565"/>
                <a:gd name="T4" fmla="*/ 211 w 250"/>
                <a:gd name="T5" fmla="*/ 498 h 565"/>
                <a:gd name="T6" fmla="*/ 175 w 250"/>
                <a:gd name="T7" fmla="*/ 436 h 565"/>
                <a:gd name="T8" fmla="*/ 155 w 250"/>
                <a:gd name="T9" fmla="*/ 413 h 565"/>
                <a:gd name="T10" fmla="*/ 44 w 250"/>
                <a:gd name="T11" fmla="*/ 290 h 565"/>
                <a:gd name="T12" fmla="*/ 9 w 250"/>
                <a:gd name="T13" fmla="*/ 180 h 565"/>
                <a:gd name="T14" fmla="*/ 5 w 250"/>
                <a:gd name="T15" fmla="*/ 147 h 565"/>
                <a:gd name="T16" fmla="*/ 5 w 250"/>
                <a:gd name="T17" fmla="*/ 136 h 565"/>
                <a:gd name="T18" fmla="*/ 4 w 250"/>
                <a:gd name="T19" fmla="*/ 130 h 565"/>
                <a:gd name="T20" fmla="*/ 3 w 250"/>
                <a:gd name="T21" fmla="*/ 130 h 565"/>
                <a:gd name="T22" fmla="*/ 4 w 250"/>
                <a:gd name="T23" fmla="*/ 130 h 565"/>
                <a:gd name="T24" fmla="*/ 4 w 250"/>
                <a:gd name="T25" fmla="*/ 130 h 565"/>
                <a:gd name="T26" fmla="*/ 3 w 250"/>
                <a:gd name="T27" fmla="*/ 130 h 565"/>
                <a:gd name="T28" fmla="*/ 4 w 250"/>
                <a:gd name="T29" fmla="*/ 130 h 565"/>
                <a:gd name="T30" fmla="*/ 4 w 250"/>
                <a:gd name="T31" fmla="*/ 130 h 565"/>
                <a:gd name="T32" fmla="*/ 4 w 250"/>
                <a:gd name="T33" fmla="*/ 130 h 565"/>
                <a:gd name="T34" fmla="*/ 4 w 250"/>
                <a:gd name="T35" fmla="*/ 130 h 565"/>
                <a:gd name="T36" fmla="*/ 4 w 250"/>
                <a:gd name="T37" fmla="*/ 130 h 565"/>
                <a:gd name="T38" fmla="*/ 4 w 250"/>
                <a:gd name="T39" fmla="*/ 130 h 565"/>
                <a:gd name="T40" fmla="*/ 4 w 250"/>
                <a:gd name="T41" fmla="*/ 130 h 565"/>
                <a:gd name="T42" fmla="*/ 7 w 250"/>
                <a:gd name="T43" fmla="*/ 127 h 565"/>
                <a:gd name="T44" fmla="*/ 48 w 250"/>
                <a:gd name="T45" fmla="*/ 97 h 565"/>
                <a:gd name="T46" fmla="*/ 148 w 250"/>
                <a:gd name="T47" fmla="*/ 36 h 565"/>
                <a:gd name="T48" fmla="*/ 187 w 250"/>
                <a:gd name="T49" fmla="*/ 13 h 565"/>
                <a:gd name="T50" fmla="*/ 199 w 250"/>
                <a:gd name="T51" fmla="*/ 6 h 565"/>
                <a:gd name="T52" fmla="*/ 203 w 250"/>
                <a:gd name="T53" fmla="*/ 3 h 565"/>
                <a:gd name="T54" fmla="*/ 201 w 250"/>
                <a:gd name="T55" fmla="*/ 0 h 565"/>
                <a:gd name="T56" fmla="*/ 101 w 250"/>
                <a:gd name="T57" fmla="*/ 60 h 565"/>
                <a:gd name="T58" fmla="*/ 32 w 250"/>
                <a:gd name="T59" fmla="*/ 103 h 565"/>
                <a:gd name="T60" fmla="*/ 10 w 250"/>
                <a:gd name="T61" fmla="*/ 119 h 565"/>
                <a:gd name="T62" fmla="*/ 3 w 250"/>
                <a:gd name="T63" fmla="*/ 125 h 565"/>
                <a:gd name="T64" fmla="*/ 1 w 250"/>
                <a:gd name="T65" fmla="*/ 127 h 565"/>
                <a:gd name="T66" fmla="*/ 0 w 250"/>
                <a:gd name="T67" fmla="*/ 130 h 565"/>
                <a:gd name="T68" fmla="*/ 0 w 250"/>
                <a:gd name="T69" fmla="*/ 131 h 565"/>
                <a:gd name="T70" fmla="*/ 1 w 250"/>
                <a:gd name="T71" fmla="*/ 137 h 565"/>
                <a:gd name="T72" fmla="*/ 7 w 250"/>
                <a:gd name="T73" fmla="*/ 191 h 565"/>
                <a:gd name="T74" fmla="*/ 40 w 250"/>
                <a:gd name="T75" fmla="*/ 292 h 565"/>
                <a:gd name="T76" fmla="*/ 118 w 250"/>
                <a:gd name="T77" fmla="*/ 389 h 565"/>
                <a:gd name="T78" fmla="*/ 152 w 250"/>
                <a:gd name="T79" fmla="*/ 416 h 565"/>
                <a:gd name="T80" fmla="*/ 171 w 250"/>
                <a:gd name="T81" fmla="*/ 437 h 565"/>
                <a:gd name="T82" fmla="*/ 188 w 250"/>
                <a:gd name="T83" fmla="*/ 469 h 565"/>
                <a:gd name="T84" fmla="*/ 247 w 250"/>
                <a:gd name="T85" fmla="*/ 565 h 565"/>
                <a:gd name="T86" fmla="*/ 250 w 250"/>
                <a:gd name="T87" fmla="*/ 563 h 565"/>
                <a:gd name="T88" fmla="*/ 250 w 250"/>
                <a:gd name="T89" fmla="*/ 563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50" h="565">
                  <a:moveTo>
                    <a:pt x="250" y="563"/>
                  </a:moveTo>
                  <a:cubicBezTo>
                    <a:pt x="250" y="563"/>
                    <a:pt x="249" y="561"/>
                    <a:pt x="247" y="558"/>
                  </a:cubicBezTo>
                  <a:cubicBezTo>
                    <a:pt x="241" y="549"/>
                    <a:pt x="226" y="524"/>
                    <a:pt x="211" y="498"/>
                  </a:cubicBezTo>
                  <a:cubicBezTo>
                    <a:pt x="195" y="473"/>
                    <a:pt x="180" y="447"/>
                    <a:pt x="175" y="436"/>
                  </a:cubicBezTo>
                  <a:cubicBezTo>
                    <a:pt x="172" y="428"/>
                    <a:pt x="164" y="421"/>
                    <a:pt x="155" y="413"/>
                  </a:cubicBezTo>
                  <a:cubicBezTo>
                    <a:pt x="126" y="390"/>
                    <a:pt x="76" y="358"/>
                    <a:pt x="44" y="290"/>
                  </a:cubicBezTo>
                  <a:cubicBezTo>
                    <a:pt x="22" y="244"/>
                    <a:pt x="13" y="207"/>
                    <a:pt x="9" y="180"/>
                  </a:cubicBezTo>
                  <a:cubicBezTo>
                    <a:pt x="7" y="166"/>
                    <a:pt x="6" y="155"/>
                    <a:pt x="5" y="147"/>
                  </a:cubicBezTo>
                  <a:cubicBezTo>
                    <a:pt x="5" y="143"/>
                    <a:pt x="5" y="139"/>
                    <a:pt x="5" y="136"/>
                  </a:cubicBezTo>
                  <a:cubicBezTo>
                    <a:pt x="5" y="133"/>
                    <a:pt x="5" y="131"/>
                    <a:pt x="4" y="130"/>
                  </a:cubicBezTo>
                  <a:cubicBezTo>
                    <a:pt x="3" y="130"/>
                    <a:pt x="3" y="130"/>
                    <a:pt x="3" y="130"/>
                  </a:cubicBezTo>
                  <a:cubicBezTo>
                    <a:pt x="4" y="130"/>
                    <a:pt x="4" y="130"/>
                    <a:pt x="4" y="130"/>
                  </a:cubicBezTo>
                  <a:cubicBezTo>
                    <a:pt x="4" y="130"/>
                    <a:pt x="4" y="130"/>
                    <a:pt x="4" y="130"/>
                  </a:cubicBezTo>
                  <a:cubicBezTo>
                    <a:pt x="3" y="130"/>
                    <a:pt x="3" y="130"/>
                    <a:pt x="3" y="130"/>
                  </a:cubicBezTo>
                  <a:cubicBezTo>
                    <a:pt x="4" y="130"/>
                    <a:pt x="4" y="130"/>
                    <a:pt x="4" y="130"/>
                  </a:cubicBezTo>
                  <a:cubicBezTo>
                    <a:pt x="4" y="130"/>
                    <a:pt x="4" y="130"/>
                    <a:pt x="4" y="130"/>
                  </a:cubicBezTo>
                  <a:cubicBezTo>
                    <a:pt x="4" y="130"/>
                    <a:pt x="4" y="130"/>
                    <a:pt x="4" y="130"/>
                  </a:cubicBezTo>
                  <a:cubicBezTo>
                    <a:pt x="4" y="130"/>
                    <a:pt x="4" y="130"/>
                    <a:pt x="4" y="130"/>
                  </a:cubicBezTo>
                  <a:cubicBezTo>
                    <a:pt x="4" y="130"/>
                    <a:pt x="4" y="130"/>
                    <a:pt x="4" y="130"/>
                  </a:cubicBezTo>
                  <a:cubicBezTo>
                    <a:pt x="4" y="130"/>
                    <a:pt x="4" y="130"/>
                    <a:pt x="4" y="130"/>
                  </a:cubicBezTo>
                  <a:cubicBezTo>
                    <a:pt x="4" y="130"/>
                    <a:pt x="4" y="130"/>
                    <a:pt x="4" y="130"/>
                  </a:cubicBezTo>
                  <a:cubicBezTo>
                    <a:pt x="4" y="130"/>
                    <a:pt x="5" y="128"/>
                    <a:pt x="7" y="127"/>
                  </a:cubicBezTo>
                  <a:cubicBezTo>
                    <a:pt x="13" y="121"/>
                    <a:pt x="29" y="110"/>
                    <a:pt x="48" y="97"/>
                  </a:cubicBezTo>
                  <a:cubicBezTo>
                    <a:pt x="78" y="78"/>
                    <a:pt x="116" y="55"/>
                    <a:pt x="148" y="36"/>
                  </a:cubicBezTo>
                  <a:cubicBezTo>
                    <a:pt x="163" y="27"/>
                    <a:pt x="177" y="18"/>
                    <a:pt x="187" y="13"/>
                  </a:cubicBezTo>
                  <a:cubicBezTo>
                    <a:pt x="192" y="10"/>
                    <a:pt x="196" y="7"/>
                    <a:pt x="199" y="6"/>
                  </a:cubicBezTo>
                  <a:cubicBezTo>
                    <a:pt x="201" y="4"/>
                    <a:pt x="203" y="3"/>
                    <a:pt x="203" y="3"/>
                  </a:cubicBezTo>
                  <a:cubicBezTo>
                    <a:pt x="201" y="0"/>
                    <a:pt x="201" y="0"/>
                    <a:pt x="201" y="0"/>
                  </a:cubicBezTo>
                  <a:cubicBezTo>
                    <a:pt x="201" y="0"/>
                    <a:pt x="151" y="29"/>
                    <a:pt x="101" y="60"/>
                  </a:cubicBezTo>
                  <a:cubicBezTo>
                    <a:pt x="76" y="75"/>
                    <a:pt x="51" y="91"/>
                    <a:pt x="32" y="103"/>
                  </a:cubicBezTo>
                  <a:cubicBezTo>
                    <a:pt x="23" y="109"/>
                    <a:pt x="15" y="115"/>
                    <a:pt x="10" y="119"/>
                  </a:cubicBezTo>
                  <a:cubicBezTo>
                    <a:pt x="7" y="122"/>
                    <a:pt x="5" y="124"/>
                    <a:pt x="3" y="125"/>
                  </a:cubicBezTo>
                  <a:cubicBezTo>
                    <a:pt x="2" y="126"/>
                    <a:pt x="2" y="127"/>
                    <a:pt x="1" y="127"/>
                  </a:cubicBezTo>
                  <a:cubicBezTo>
                    <a:pt x="1" y="128"/>
                    <a:pt x="0" y="129"/>
                    <a:pt x="0" y="130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1" y="132"/>
                    <a:pt x="1" y="134"/>
                    <a:pt x="1" y="137"/>
                  </a:cubicBezTo>
                  <a:cubicBezTo>
                    <a:pt x="1" y="146"/>
                    <a:pt x="2" y="165"/>
                    <a:pt x="7" y="191"/>
                  </a:cubicBezTo>
                  <a:cubicBezTo>
                    <a:pt x="12" y="218"/>
                    <a:pt x="21" y="252"/>
                    <a:pt x="40" y="292"/>
                  </a:cubicBezTo>
                  <a:cubicBezTo>
                    <a:pt x="62" y="337"/>
                    <a:pt x="92" y="367"/>
                    <a:pt x="118" y="389"/>
                  </a:cubicBezTo>
                  <a:cubicBezTo>
                    <a:pt x="131" y="400"/>
                    <a:pt x="143" y="409"/>
                    <a:pt x="152" y="416"/>
                  </a:cubicBezTo>
                  <a:cubicBezTo>
                    <a:pt x="162" y="424"/>
                    <a:pt x="169" y="431"/>
                    <a:pt x="171" y="437"/>
                  </a:cubicBezTo>
                  <a:cubicBezTo>
                    <a:pt x="174" y="444"/>
                    <a:pt x="181" y="456"/>
                    <a:pt x="188" y="469"/>
                  </a:cubicBezTo>
                  <a:cubicBezTo>
                    <a:pt x="211" y="509"/>
                    <a:pt x="247" y="565"/>
                    <a:pt x="247" y="565"/>
                  </a:cubicBezTo>
                  <a:cubicBezTo>
                    <a:pt x="250" y="563"/>
                    <a:pt x="250" y="563"/>
                    <a:pt x="250" y="563"/>
                  </a:cubicBezTo>
                  <a:cubicBezTo>
                    <a:pt x="250" y="563"/>
                    <a:pt x="250" y="563"/>
                    <a:pt x="250" y="563"/>
                  </a:cubicBezTo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9" name="Freeform 56">
              <a:extLst>
                <a:ext uri="{FF2B5EF4-FFF2-40B4-BE49-F238E27FC236}">
                  <a16:creationId xmlns:a16="http://schemas.microsoft.com/office/drawing/2014/main" id="{9A3496ED-D15C-4FF1-8EF2-CD602E6033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9" y="931"/>
              <a:ext cx="1182" cy="1603"/>
            </a:xfrm>
            <a:custGeom>
              <a:avLst/>
              <a:gdLst>
                <a:gd name="T0" fmla="*/ 120 w 590"/>
                <a:gd name="T1" fmla="*/ 800 h 800"/>
                <a:gd name="T2" fmla="*/ 89 w 590"/>
                <a:gd name="T3" fmla="*/ 772 h 800"/>
                <a:gd name="T4" fmla="*/ 1 w 590"/>
                <a:gd name="T5" fmla="*/ 92 h 800"/>
                <a:gd name="T6" fmla="*/ 7 w 590"/>
                <a:gd name="T7" fmla="*/ 69 h 800"/>
                <a:gd name="T8" fmla="*/ 28 w 590"/>
                <a:gd name="T9" fmla="*/ 57 h 800"/>
                <a:gd name="T10" fmla="*/ 465 w 590"/>
                <a:gd name="T11" fmla="*/ 0 h 800"/>
                <a:gd name="T12" fmla="*/ 469 w 590"/>
                <a:gd name="T13" fmla="*/ 0 h 800"/>
                <a:gd name="T14" fmla="*/ 500 w 590"/>
                <a:gd name="T15" fmla="*/ 28 h 800"/>
                <a:gd name="T16" fmla="*/ 588 w 590"/>
                <a:gd name="T17" fmla="*/ 708 h 800"/>
                <a:gd name="T18" fmla="*/ 561 w 590"/>
                <a:gd name="T19" fmla="*/ 743 h 800"/>
                <a:gd name="T20" fmla="*/ 124 w 590"/>
                <a:gd name="T21" fmla="*/ 799 h 800"/>
                <a:gd name="T22" fmla="*/ 120 w 590"/>
                <a:gd name="T23" fmla="*/ 800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90" h="800">
                  <a:moveTo>
                    <a:pt x="120" y="800"/>
                  </a:moveTo>
                  <a:cubicBezTo>
                    <a:pt x="104" y="800"/>
                    <a:pt x="91" y="788"/>
                    <a:pt x="89" y="77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0" y="84"/>
                    <a:pt x="2" y="75"/>
                    <a:pt x="7" y="69"/>
                  </a:cubicBezTo>
                  <a:cubicBezTo>
                    <a:pt x="13" y="62"/>
                    <a:pt x="20" y="58"/>
                    <a:pt x="28" y="57"/>
                  </a:cubicBezTo>
                  <a:cubicBezTo>
                    <a:pt x="465" y="0"/>
                    <a:pt x="465" y="0"/>
                    <a:pt x="465" y="0"/>
                  </a:cubicBezTo>
                  <a:cubicBezTo>
                    <a:pt x="466" y="0"/>
                    <a:pt x="468" y="0"/>
                    <a:pt x="469" y="0"/>
                  </a:cubicBezTo>
                  <a:cubicBezTo>
                    <a:pt x="485" y="0"/>
                    <a:pt x="498" y="12"/>
                    <a:pt x="500" y="28"/>
                  </a:cubicBezTo>
                  <a:cubicBezTo>
                    <a:pt x="588" y="708"/>
                    <a:pt x="588" y="708"/>
                    <a:pt x="588" y="708"/>
                  </a:cubicBezTo>
                  <a:cubicBezTo>
                    <a:pt x="590" y="725"/>
                    <a:pt x="578" y="741"/>
                    <a:pt x="561" y="743"/>
                  </a:cubicBezTo>
                  <a:cubicBezTo>
                    <a:pt x="124" y="799"/>
                    <a:pt x="124" y="799"/>
                    <a:pt x="124" y="799"/>
                  </a:cubicBezTo>
                  <a:cubicBezTo>
                    <a:pt x="123" y="800"/>
                    <a:pt x="121" y="800"/>
                    <a:pt x="120" y="8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0" name="Freeform 57">
              <a:extLst>
                <a:ext uri="{FF2B5EF4-FFF2-40B4-BE49-F238E27FC236}">
                  <a16:creationId xmlns:a16="http://schemas.microsoft.com/office/drawing/2014/main" id="{984E026C-5A1B-4C6A-B378-954138F5AC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27" y="919"/>
              <a:ext cx="1208" cy="1627"/>
            </a:xfrm>
            <a:custGeom>
              <a:avLst/>
              <a:gdLst>
                <a:gd name="T0" fmla="*/ 475 w 603"/>
                <a:gd name="T1" fmla="*/ 12 h 812"/>
                <a:gd name="T2" fmla="*/ 500 w 603"/>
                <a:gd name="T3" fmla="*/ 34 h 812"/>
                <a:gd name="T4" fmla="*/ 588 w 603"/>
                <a:gd name="T5" fmla="*/ 714 h 812"/>
                <a:gd name="T6" fmla="*/ 566 w 603"/>
                <a:gd name="T7" fmla="*/ 743 h 812"/>
                <a:gd name="T8" fmla="*/ 129 w 603"/>
                <a:gd name="T9" fmla="*/ 799 h 812"/>
                <a:gd name="T10" fmla="*/ 126 w 603"/>
                <a:gd name="T11" fmla="*/ 800 h 812"/>
                <a:gd name="T12" fmla="*/ 101 w 603"/>
                <a:gd name="T13" fmla="*/ 777 h 812"/>
                <a:gd name="T14" fmla="*/ 13 w 603"/>
                <a:gd name="T15" fmla="*/ 97 h 812"/>
                <a:gd name="T16" fmla="*/ 35 w 603"/>
                <a:gd name="T17" fmla="*/ 68 h 812"/>
                <a:gd name="T18" fmla="*/ 472 w 603"/>
                <a:gd name="T19" fmla="*/ 12 h 812"/>
                <a:gd name="T20" fmla="*/ 475 w 603"/>
                <a:gd name="T21" fmla="*/ 12 h 812"/>
                <a:gd name="T22" fmla="*/ 475 w 603"/>
                <a:gd name="T23" fmla="*/ 0 h 812"/>
                <a:gd name="T24" fmla="*/ 475 w 603"/>
                <a:gd name="T25" fmla="*/ 0 h 812"/>
                <a:gd name="T26" fmla="*/ 470 w 603"/>
                <a:gd name="T27" fmla="*/ 0 h 812"/>
                <a:gd name="T28" fmla="*/ 34 w 603"/>
                <a:gd name="T29" fmla="*/ 57 h 812"/>
                <a:gd name="T30" fmla="*/ 9 w 603"/>
                <a:gd name="T31" fmla="*/ 71 h 812"/>
                <a:gd name="T32" fmla="*/ 1 w 603"/>
                <a:gd name="T33" fmla="*/ 99 h 812"/>
                <a:gd name="T34" fmla="*/ 89 w 603"/>
                <a:gd name="T35" fmla="*/ 779 h 812"/>
                <a:gd name="T36" fmla="*/ 126 w 603"/>
                <a:gd name="T37" fmla="*/ 812 h 812"/>
                <a:gd name="T38" fmla="*/ 131 w 603"/>
                <a:gd name="T39" fmla="*/ 811 h 812"/>
                <a:gd name="T40" fmla="*/ 567 w 603"/>
                <a:gd name="T41" fmla="*/ 755 h 812"/>
                <a:gd name="T42" fmla="*/ 600 w 603"/>
                <a:gd name="T43" fmla="*/ 713 h 812"/>
                <a:gd name="T44" fmla="*/ 512 w 603"/>
                <a:gd name="T45" fmla="*/ 33 h 812"/>
                <a:gd name="T46" fmla="*/ 475 w 603"/>
                <a:gd name="T47" fmla="*/ 0 h 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03" h="812">
                  <a:moveTo>
                    <a:pt x="475" y="12"/>
                  </a:moveTo>
                  <a:cubicBezTo>
                    <a:pt x="488" y="12"/>
                    <a:pt x="499" y="22"/>
                    <a:pt x="500" y="34"/>
                  </a:cubicBezTo>
                  <a:cubicBezTo>
                    <a:pt x="588" y="714"/>
                    <a:pt x="588" y="714"/>
                    <a:pt x="588" y="714"/>
                  </a:cubicBezTo>
                  <a:cubicBezTo>
                    <a:pt x="590" y="728"/>
                    <a:pt x="580" y="741"/>
                    <a:pt x="566" y="743"/>
                  </a:cubicBezTo>
                  <a:cubicBezTo>
                    <a:pt x="129" y="799"/>
                    <a:pt x="129" y="799"/>
                    <a:pt x="129" y="799"/>
                  </a:cubicBezTo>
                  <a:cubicBezTo>
                    <a:pt x="128" y="800"/>
                    <a:pt x="127" y="800"/>
                    <a:pt x="126" y="800"/>
                  </a:cubicBezTo>
                  <a:cubicBezTo>
                    <a:pt x="113" y="800"/>
                    <a:pt x="102" y="790"/>
                    <a:pt x="101" y="777"/>
                  </a:cubicBezTo>
                  <a:cubicBezTo>
                    <a:pt x="13" y="97"/>
                    <a:pt x="13" y="97"/>
                    <a:pt x="13" y="97"/>
                  </a:cubicBezTo>
                  <a:cubicBezTo>
                    <a:pt x="11" y="83"/>
                    <a:pt x="21" y="70"/>
                    <a:pt x="35" y="68"/>
                  </a:cubicBezTo>
                  <a:cubicBezTo>
                    <a:pt x="472" y="12"/>
                    <a:pt x="472" y="12"/>
                    <a:pt x="472" y="12"/>
                  </a:cubicBezTo>
                  <a:cubicBezTo>
                    <a:pt x="473" y="12"/>
                    <a:pt x="474" y="12"/>
                    <a:pt x="475" y="12"/>
                  </a:cubicBezTo>
                  <a:moveTo>
                    <a:pt x="475" y="0"/>
                  </a:moveTo>
                  <a:cubicBezTo>
                    <a:pt x="475" y="0"/>
                    <a:pt x="475" y="0"/>
                    <a:pt x="475" y="0"/>
                  </a:cubicBezTo>
                  <a:cubicBezTo>
                    <a:pt x="473" y="0"/>
                    <a:pt x="472" y="0"/>
                    <a:pt x="470" y="0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24" y="58"/>
                    <a:pt x="15" y="63"/>
                    <a:pt x="9" y="71"/>
                  </a:cubicBezTo>
                  <a:cubicBezTo>
                    <a:pt x="3" y="79"/>
                    <a:pt x="0" y="89"/>
                    <a:pt x="1" y="99"/>
                  </a:cubicBezTo>
                  <a:cubicBezTo>
                    <a:pt x="89" y="779"/>
                    <a:pt x="89" y="779"/>
                    <a:pt x="89" y="779"/>
                  </a:cubicBezTo>
                  <a:cubicBezTo>
                    <a:pt x="91" y="798"/>
                    <a:pt x="107" y="812"/>
                    <a:pt x="126" y="812"/>
                  </a:cubicBezTo>
                  <a:cubicBezTo>
                    <a:pt x="128" y="812"/>
                    <a:pt x="129" y="812"/>
                    <a:pt x="131" y="811"/>
                  </a:cubicBezTo>
                  <a:cubicBezTo>
                    <a:pt x="567" y="755"/>
                    <a:pt x="567" y="755"/>
                    <a:pt x="567" y="755"/>
                  </a:cubicBezTo>
                  <a:cubicBezTo>
                    <a:pt x="588" y="752"/>
                    <a:pt x="603" y="734"/>
                    <a:pt x="600" y="713"/>
                  </a:cubicBezTo>
                  <a:cubicBezTo>
                    <a:pt x="512" y="33"/>
                    <a:pt x="512" y="33"/>
                    <a:pt x="512" y="33"/>
                  </a:cubicBezTo>
                  <a:cubicBezTo>
                    <a:pt x="510" y="14"/>
                    <a:pt x="494" y="0"/>
                    <a:pt x="475" y="0"/>
                  </a:cubicBezTo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1" name="Freeform 58">
              <a:extLst>
                <a:ext uri="{FF2B5EF4-FFF2-40B4-BE49-F238E27FC236}">
                  <a16:creationId xmlns:a16="http://schemas.microsoft.com/office/drawing/2014/main" id="{AF584F34-1B4B-4012-B5EE-A49F2EC35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2404"/>
              <a:ext cx="780" cy="665"/>
            </a:xfrm>
            <a:custGeom>
              <a:avLst/>
              <a:gdLst>
                <a:gd name="T0" fmla="*/ 2 w 389"/>
                <a:gd name="T1" fmla="*/ 23 h 332"/>
                <a:gd name="T2" fmla="*/ 74 w 389"/>
                <a:gd name="T3" fmla="*/ 287 h 332"/>
                <a:gd name="T4" fmla="*/ 95 w 389"/>
                <a:gd name="T5" fmla="*/ 332 h 332"/>
                <a:gd name="T6" fmla="*/ 389 w 389"/>
                <a:gd name="T7" fmla="*/ 332 h 332"/>
                <a:gd name="T8" fmla="*/ 170 w 389"/>
                <a:gd name="T9" fmla="*/ 0 h 332"/>
                <a:gd name="T10" fmla="*/ 2 w 389"/>
                <a:gd name="T11" fmla="*/ 23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9" h="332">
                  <a:moveTo>
                    <a:pt x="2" y="23"/>
                  </a:moveTo>
                  <a:cubicBezTo>
                    <a:pt x="0" y="29"/>
                    <a:pt x="46" y="197"/>
                    <a:pt x="74" y="287"/>
                  </a:cubicBezTo>
                  <a:cubicBezTo>
                    <a:pt x="95" y="332"/>
                    <a:pt x="95" y="332"/>
                    <a:pt x="95" y="332"/>
                  </a:cubicBezTo>
                  <a:cubicBezTo>
                    <a:pt x="389" y="332"/>
                    <a:pt x="389" y="332"/>
                    <a:pt x="389" y="332"/>
                  </a:cubicBezTo>
                  <a:cubicBezTo>
                    <a:pt x="378" y="319"/>
                    <a:pt x="170" y="0"/>
                    <a:pt x="170" y="0"/>
                  </a:cubicBezTo>
                  <a:lnTo>
                    <a:pt x="2" y="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2" name="Freeform 59">
              <a:extLst>
                <a:ext uri="{FF2B5EF4-FFF2-40B4-BE49-F238E27FC236}">
                  <a16:creationId xmlns:a16="http://schemas.microsoft.com/office/drawing/2014/main" id="{98B42E0A-7208-4616-BCB4-4770265EB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9" y="500"/>
              <a:ext cx="1015" cy="1928"/>
            </a:xfrm>
            <a:custGeom>
              <a:avLst/>
              <a:gdLst>
                <a:gd name="T0" fmla="*/ 507 w 507"/>
                <a:gd name="T1" fmla="*/ 384 h 962"/>
                <a:gd name="T2" fmla="*/ 489 w 507"/>
                <a:gd name="T3" fmla="*/ 243 h 962"/>
                <a:gd name="T4" fmla="*/ 460 w 507"/>
                <a:gd name="T5" fmla="*/ 221 h 962"/>
                <a:gd name="T6" fmla="*/ 24 w 507"/>
                <a:gd name="T7" fmla="*/ 277 h 962"/>
                <a:gd name="T8" fmla="*/ 2 w 507"/>
                <a:gd name="T9" fmla="*/ 306 h 962"/>
                <a:gd name="T10" fmla="*/ 53 w 507"/>
                <a:gd name="T11" fmla="*/ 701 h 962"/>
                <a:gd name="T12" fmla="*/ 55 w 507"/>
                <a:gd name="T13" fmla="*/ 705 h 962"/>
                <a:gd name="T14" fmla="*/ 507 w 507"/>
                <a:gd name="T15" fmla="*/ 384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7" h="962">
                  <a:moveTo>
                    <a:pt x="507" y="384"/>
                  </a:moveTo>
                  <a:cubicBezTo>
                    <a:pt x="489" y="243"/>
                    <a:pt x="489" y="243"/>
                    <a:pt x="489" y="243"/>
                  </a:cubicBezTo>
                  <a:cubicBezTo>
                    <a:pt x="487" y="229"/>
                    <a:pt x="474" y="219"/>
                    <a:pt x="460" y="221"/>
                  </a:cubicBezTo>
                  <a:cubicBezTo>
                    <a:pt x="24" y="277"/>
                    <a:pt x="24" y="277"/>
                    <a:pt x="24" y="277"/>
                  </a:cubicBezTo>
                  <a:cubicBezTo>
                    <a:pt x="10" y="279"/>
                    <a:pt x="0" y="292"/>
                    <a:pt x="2" y="306"/>
                  </a:cubicBezTo>
                  <a:cubicBezTo>
                    <a:pt x="53" y="701"/>
                    <a:pt x="53" y="701"/>
                    <a:pt x="53" y="701"/>
                  </a:cubicBezTo>
                  <a:cubicBezTo>
                    <a:pt x="55" y="705"/>
                    <a:pt x="55" y="705"/>
                    <a:pt x="55" y="705"/>
                  </a:cubicBezTo>
                  <a:cubicBezTo>
                    <a:pt x="86" y="962"/>
                    <a:pt x="458" y="0"/>
                    <a:pt x="507" y="384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3" name="Freeform 60">
              <a:extLst>
                <a:ext uri="{FF2B5EF4-FFF2-40B4-BE49-F238E27FC236}">
                  <a16:creationId xmlns:a16="http://schemas.microsoft.com/office/drawing/2014/main" id="{34ED6429-D962-4424-A729-427D9A3BB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7" y="981"/>
              <a:ext cx="417" cy="94"/>
            </a:xfrm>
            <a:custGeom>
              <a:avLst/>
              <a:gdLst>
                <a:gd name="T0" fmla="*/ 208 w 208"/>
                <a:gd name="T1" fmla="*/ 0 h 47"/>
                <a:gd name="T2" fmla="*/ 170 w 208"/>
                <a:gd name="T3" fmla="*/ 27 h 47"/>
                <a:gd name="T4" fmla="*/ 107 w 208"/>
                <a:gd name="T5" fmla="*/ 35 h 47"/>
                <a:gd name="T6" fmla="*/ 43 w 208"/>
                <a:gd name="T7" fmla="*/ 43 h 47"/>
                <a:gd name="T8" fmla="*/ 0 w 208"/>
                <a:gd name="T9" fmla="*/ 2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8" h="47">
                  <a:moveTo>
                    <a:pt x="208" y="0"/>
                  </a:moveTo>
                  <a:cubicBezTo>
                    <a:pt x="189" y="2"/>
                    <a:pt x="198" y="23"/>
                    <a:pt x="170" y="27"/>
                  </a:cubicBezTo>
                  <a:cubicBezTo>
                    <a:pt x="142" y="31"/>
                    <a:pt x="107" y="35"/>
                    <a:pt x="107" y="35"/>
                  </a:cubicBezTo>
                  <a:cubicBezTo>
                    <a:pt x="107" y="35"/>
                    <a:pt x="72" y="40"/>
                    <a:pt x="43" y="43"/>
                  </a:cubicBezTo>
                  <a:cubicBezTo>
                    <a:pt x="15" y="47"/>
                    <a:pt x="18" y="24"/>
                    <a:pt x="0" y="27"/>
                  </a:cubicBezTo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4" name="Freeform 61">
              <a:extLst>
                <a:ext uri="{FF2B5EF4-FFF2-40B4-BE49-F238E27FC236}">
                  <a16:creationId xmlns:a16="http://schemas.microsoft.com/office/drawing/2014/main" id="{7F591162-877E-4433-99A4-D5B82389F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2" y="1011"/>
              <a:ext cx="22" cy="24"/>
            </a:xfrm>
            <a:custGeom>
              <a:avLst/>
              <a:gdLst>
                <a:gd name="T0" fmla="*/ 8 w 11"/>
                <a:gd name="T1" fmla="*/ 11 h 12"/>
                <a:gd name="T2" fmla="*/ 4 w 11"/>
                <a:gd name="T3" fmla="*/ 11 h 12"/>
                <a:gd name="T4" fmla="*/ 0 w 11"/>
                <a:gd name="T5" fmla="*/ 9 h 12"/>
                <a:gd name="T6" fmla="*/ 0 w 11"/>
                <a:gd name="T7" fmla="*/ 4 h 12"/>
                <a:gd name="T8" fmla="*/ 3 w 11"/>
                <a:gd name="T9" fmla="*/ 1 h 12"/>
                <a:gd name="T10" fmla="*/ 7 w 11"/>
                <a:gd name="T11" fmla="*/ 0 h 12"/>
                <a:gd name="T12" fmla="*/ 11 w 11"/>
                <a:gd name="T13" fmla="*/ 3 h 12"/>
                <a:gd name="T14" fmla="*/ 11 w 11"/>
                <a:gd name="T15" fmla="*/ 7 h 12"/>
                <a:gd name="T16" fmla="*/ 8 w 11"/>
                <a:gd name="T17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12">
                  <a:moveTo>
                    <a:pt x="8" y="11"/>
                  </a:move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1" y="10"/>
                    <a:pt x="0" y="9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3"/>
                    <a:pt x="1" y="1"/>
                    <a:pt x="3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9" y="0"/>
                    <a:pt x="10" y="1"/>
                    <a:pt x="11" y="3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9"/>
                    <a:pt x="10" y="11"/>
                    <a:pt x="8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5" name="Freeform 62">
              <a:extLst>
                <a:ext uri="{FF2B5EF4-FFF2-40B4-BE49-F238E27FC236}">
                  <a16:creationId xmlns:a16="http://schemas.microsoft.com/office/drawing/2014/main" id="{3D1FE237-28A6-4031-975F-3453B83F3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" y="2556"/>
              <a:ext cx="423" cy="513"/>
            </a:xfrm>
            <a:custGeom>
              <a:avLst/>
              <a:gdLst>
                <a:gd name="T0" fmla="*/ 146 w 211"/>
                <a:gd name="T1" fmla="*/ 73 h 256"/>
                <a:gd name="T2" fmla="*/ 12 w 211"/>
                <a:gd name="T3" fmla="*/ 17 h 256"/>
                <a:gd name="T4" fmla="*/ 0 w 211"/>
                <a:gd name="T5" fmla="*/ 0 h 256"/>
                <a:gd name="T6" fmla="*/ 118 w 211"/>
                <a:gd name="T7" fmla="*/ 124 h 256"/>
                <a:gd name="T8" fmla="*/ 196 w 211"/>
                <a:gd name="T9" fmla="*/ 256 h 256"/>
                <a:gd name="T10" fmla="*/ 211 w 211"/>
                <a:gd name="T11" fmla="*/ 256 h 256"/>
                <a:gd name="T12" fmla="*/ 146 w 211"/>
                <a:gd name="T13" fmla="*/ 7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1" h="256">
                  <a:moveTo>
                    <a:pt x="146" y="73"/>
                  </a:moveTo>
                  <a:cubicBezTo>
                    <a:pt x="118" y="74"/>
                    <a:pt x="68" y="87"/>
                    <a:pt x="12" y="1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2" y="74"/>
                    <a:pt x="107" y="99"/>
                    <a:pt x="118" y="124"/>
                  </a:cubicBezTo>
                  <a:cubicBezTo>
                    <a:pt x="122" y="133"/>
                    <a:pt x="155" y="188"/>
                    <a:pt x="196" y="256"/>
                  </a:cubicBezTo>
                  <a:cubicBezTo>
                    <a:pt x="211" y="256"/>
                    <a:pt x="211" y="256"/>
                    <a:pt x="211" y="256"/>
                  </a:cubicBezTo>
                  <a:cubicBezTo>
                    <a:pt x="129" y="88"/>
                    <a:pt x="157" y="72"/>
                    <a:pt x="146" y="73"/>
                  </a:cubicBezTo>
                  <a:close/>
                </a:path>
              </a:pathLst>
            </a:custGeom>
            <a:solidFill>
              <a:srgbClr val="4BB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6" name="Freeform 63">
              <a:extLst>
                <a:ext uri="{FF2B5EF4-FFF2-40B4-BE49-F238E27FC236}">
                  <a16:creationId xmlns:a16="http://schemas.microsoft.com/office/drawing/2014/main" id="{E6E70D31-EBD0-4991-B514-94D6609CCE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4" y="2470"/>
              <a:ext cx="118" cy="68"/>
            </a:xfrm>
            <a:custGeom>
              <a:avLst/>
              <a:gdLst>
                <a:gd name="T0" fmla="*/ 55 w 59"/>
                <a:gd name="T1" fmla="*/ 0 h 34"/>
                <a:gd name="T2" fmla="*/ 0 w 59"/>
                <a:gd name="T3" fmla="*/ 7 h 34"/>
                <a:gd name="T4" fmla="*/ 7 w 59"/>
                <a:gd name="T5" fmla="*/ 23 h 34"/>
                <a:gd name="T6" fmla="*/ 12 w 59"/>
                <a:gd name="T7" fmla="*/ 34 h 34"/>
                <a:gd name="T8" fmla="*/ 59 w 59"/>
                <a:gd name="T9" fmla="*/ 28 h 34"/>
                <a:gd name="T10" fmla="*/ 55 w 59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9" h="34">
                  <a:moveTo>
                    <a:pt x="55" y="0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2" y="12"/>
                    <a:pt x="4" y="18"/>
                    <a:pt x="7" y="23"/>
                  </a:cubicBezTo>
                  <a:cubicBezTo>
                    <a:pt x="8" y="27"/>
                    <a:pt x="10" y="30"/>
                    <a:pt x="12" y="34"/>
                  </a:cubicBezTo>
                  <a:cubicBezTo>
                    <a:pt x="59" y="28"/>
                    <a:pt x="59" y="28"/>
                    <a:pt x="59" y="28"/>
                  </a:cubicBezTo>
                  <a:cubicBezTo>
                    <a:pt x="55" y="0"/>
                    <a:pt x="55" y="0"/>
                    <a:pt x="55" y="0"/>
                  </a:cubicBezTo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7" name="Freeform 64">
              <a:extLst>
                <a:ext uri="{FF2B5EF4-FFF2-40B4-BE49-F238E27FC236}">
                  <a16:creationId xmlns:a16="http://schemas.microsoft.com/office/drawing/2014/main" id="{9F457524-42A6-45BA-AEB9-60A1F974B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2484"/>
              <a:ext cx="32" cy="54"/>
            </a:xfrm>
            <a:custGeom>
              <a:avLst/>
              <a:gdLst>
                <a:gd name="T0" fmla="*/ 4 w 16"/>
                <a:gd name="T1" fmla="*/ 0 h 27"/>
                <a:gd name="T2" fmla="*/ 0 w 16"/>
                <a:gd name="T3" fmla="*/ 1 h 27"/>
                <a:gd name="T4" fmla="*/ 12 w 16"/>
                <a:gd name="T5" fmla="*/ 27 h 27"/>
                <a:gd name="T6" fmla="*/ 16 w 16"/>
                <a:gd name="T7" fmla="*/ 27 h 27"/>
                <a:gd name="T8" fmla="*/ 11 w 16"/>
                <a:gd name="T9" fmla="*/ 16 h 27"/>
                <a:gd name="T10" fmla="*/ 4 w 16"/>
                <a:gd name="T1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27">
                  <a:moveTo>
                    <a:pt x="4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4" y="11"/>
                    <a:pt x="9" y="21"/>
                    <a:pt x="12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3"/>
                    <a:pt x="12" y="20"/>
                    <a:pt x="11" y="16"/>
                  </a:cubicBezTo>
                  <a:cubicBezTo>
                    <a:pt x="8" y="11"/>
                    <a:pt x="6" y="5"/>
                    <a:pt x="4" y="0"/>
                  </a:cubicBezTo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8" name="Freeform 65">
              <a:extLst>
                <a:ext uri="{FF2B5EF4-FFF2-40B4-BE49-F238E27FC236}">
                  <a16:creationId xmlns:a16="http://schemas.microsoft.com/office/drawing/2014/main" id="{2E7175EC-35B7-447A-84C4-444FA3C66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" y="2201"/>
              <a:ext cx="356" cy="263"/>
            </a:xfrm>
            <a:custGeom>
              <a:avLst/>
              <a:gdLst>
                <a:gd name="T0" fmla="*/ 162 w 178"/>
                <a:gd name="T1" fmla="*/ 0 h 131"/>
                <a:gd name="T2" fmla="*/ 0 w 178"/>
                <a:gd name="T3" fmla="*/ 20 h 131"/>
                <a:gd name="T4" fmla="*/ 9 w 178"/>
                <a:gd name="T5" fmla="*/ 94 h 131"/>
                <a:gd name="T6" fmla="*/ 99 w 178"/>
                <a:gd name="T7" fmla="*/ 94 h 131"/>
                <a:gd name="T8" fmla="*/ 115 w 178"/>
                <a:gd name="T9" fmla="*/ 131 h 131"/>
                <a:gd name="T10" fmla="*/ 178 w 178"/>
                <a:gd name="T11" fmla="*/ 122 h 131"/>
                <a:gd name="T12" fmla="*/ 162 w 178"/>
                <a:gd name="T13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" h="131">
                  <a:moveTo>
                    <a:pt x="162" y="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99" y="94"/>
                    <a:pt x="99" y="94"/>
                    <a:pt x="99" y="94"/>
                  </a:cubicBezTo>
                  <a:cubicBezTo>
                    <a:pt x="99" y="94"/>
                    <a:pt x="106" y="111"/>
                    <a:pt x="115" y="131"/>
                  </a:cubicBezTo>
                  <a:cubicBezTo>
                    <a:pt x="178" y="122"/>
                    <a:pt x="178" y="122"/>
                    <a:pt x="178" y="122"/>
                  </a:cubicBezTo>
                  <a:cubicBezTo>
                    <a:pt x="162" y="0"/>
                    <a:pt x="162" y="0"/>
                    <a:pt x="162" y="0"/>
                  </a:cubicBezTo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9" name="Freeform 66">
              <a:extLst>
                <a:ext uri="{FF2B5EF4-FFF2-40B4-BE49-F238E27FC236}">
                  <a16:creationId xmlns:a16="http://schemas.microsoft.com/office/drawing/2014/main" id="{442DF1A1-9B61-4BBF-9D51-35B4DAE88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" y="2446"/>
              <a:ext cx="128" cy="40"/>
            </a:xfrm>
            <a:custGeom>
              <a:avLst/>
              <a:gdLst>
                <a:gd name="T0" fmla="*/ 63 w 64"/>
                <a:gd name="T1" fmla="*/ 0 h 20"/>
                <a:gd name="T2" fmla="*/ 0 w 64"/>
                <a:gd name="T3" fmla="*/ 9 h 20"/>
                <a:gd name="T4" fmla="*/ 5 w 64"/>
                <a:gd name="T5" fmla="*/ 20 h 20"/>
                <a:gd name="T6" fmla="*/ 9 w 64"/>
                <a:gd name="T7" fmla="*/ 19 h 20"/>
                <a:gd name="T8" fmla="*/ 64 w 64"/>
                <a:gd name="T9" fmla="*/ 12 h 20"/>
                <a:gd name="T10" fmla="*/ 63 w 64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20">
                  <a:moveTo>
                    <a:pt x="63" y="0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1" y="12"/>
                    <a:pt x="3" y="16"/>
                    <a:pt x="5" y="20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3" y="0"/>
                    <a:pt x="63" y="0"/>
                    <a:pt x="63" y="0"/>
                  </a:cubicBezTo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0" name="Freeform 67">
              <a:extLst>
                <a:ext uri="{FF2B5EF4-FFF2-40B4-BE49-F238E27FC236}">
                  <a16:creationId xmlns:a16="http://schemas.microsoft.com/office/drawing/2014/main" id="{1C3C2C58-EDB9-4EA9-BE53-60E722E6F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4" y="2390"/>
              <a:ext cx="246" cy="176"/>
            </a:xfrm>
            <a:custGeom>
              <a:avLst/>
              <a:gdLst>
                <a:gd name="T0" fmla="*/ 123 w 123"/>
                <a:gd name="T1" fmla="*/ 74 h 88"/>
                <a:gd name="T2" fmla="*/ 123 w 123"/>
                <a:gd name="T3" fmla="*/ 74 h 88"/>
                <a:gd name="T4" fmla="*/ 90 w 123"/>
                <a:gd name="T5" fmla="*/ 0 h 88"/>
                <a:gd name="T6" fmla="*/ 0 w 123"/>
                <a:gd name="T7" fmla="*/ 0 h 88"/>
                <a:gd name="T8" fmla="*/ 11 w 123"/>
                <a:gd name="T9" fmla="*/ 88 h 88"/>
                <a:gd name="T10" fmla="*/ 123 w 123"/>
                <a:gd name="T11" fmla="*/ 7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" h="88">
                  <a:moveTo>
                    <a:pt x="123" y="74"/>
                  </a:moveTo>
                  <a:cubicBezTo>
                    <a:pt x="123" y="74"/>
                    <a:pt x="123" y="74"/>
                    <a:pt x="123" y="74"/>
                  </a:cubicBezTo>
                  <a:cubicBezTo>
                    <a:pt x="111" y="52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88"/>
                    <a:pt x="11" y="88"/>
                    <a:pt x="11" y="88"/>
                  </a:cubicBezTo>
                  <a:lnTo>
                    <a:pt x="123" y="74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1" name="Freeform 68">
              <a:extLst>
                <a:ext uri="{FF2B5EF4-FFF2-40B4-BE49-F238E27FC236}">
                  <a16:creationId xmlns:a16="http://schemas.microsoft.com/office/drawing/2014/main" id="{3A55B7FB-B03E-40B8-BA15-E437D35794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3" y="1634"/>
              <a:ext cx="952" cy="834"/>
            </a:xfrm>
            <a:custGeom>
              <a:avLst/>
              <a:gdLst>
                <a:gd name="T0" fmla="*/ 948 w 952"/>
                <a:gd name="T1" fmla="*/ 722 h 834"/>
                <a:gd name="T2" fmla="*/ 948 w 952"/>
                <a:gd name="T3" fmla="*/ 718 h 834"/>
                <a:gd name="T4" fmla="*/ 98 w 952"/>
                <a:gd name="T5" fmla="*/ 824 h 834"/>
                <a:gd name="T6" fmla="*/ 8 w 952"/>
                <a:gd name="T7" fmla="*/ 114 h 834"/>
                <a:gd name="T8" fmla="*/ 855 w 952"/>
                <a:gd name="T9" fmla="*/ 10 h 834"/>
                <a:gd name="T10" fmla="*/ 944 w 952"/>
                <a:gd name="T11" fmla="*/ 722 h 834"/>
                <a:gd name="T12" fmla="*/ 948 w 952"/>
                <a:gd name="T13" fmla="*/ 722 h 834"/>
                <a:gd name="T14" fmla="*/ 948 w 952"/>
                <a:gd name="T15" fmla="*/ 718 h 834"/>
                <a:gd name="T16" fmla="*/ 948 w 952"/>
                <a:gd name="T17" fmla="*/ 722 h 834"/>
                <a:gd name="T18" fmla="*/ 952 w 952"/>
                <a:gd name="T19" fmla="*/ 722 h 834"/>
                <a:gd name="T20" fmla="*/ 861 w 952"/>
                <a:gd name="T21" fmla="*/ 0 h 834"/>
                <a:gd name="T22" fmla="*/ 0 w 952"/>
                <a:gd name="T23" fmla="*/ 108 h 834"/>
                <a:gd name="T24" fmla="*/ 90 w 952"/>
                <a:gd name="T25" fmla="*/ 834 h 834"/>
                <a:gd name="T26" fmla="*/ 952 w 952"/>
                <a:gd name="T27" fmla="*/ 726 h 834"/>
                <a:gd name="T28" fmla="*/ 952 w 952"/>
                <a:gd name="T29" fmla="*/ 722 h 834"/>
                <a:gd name="T30" fmla="*/ 948 w 952"/>
                <a:gd name="T31" fmla="*/ 722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52" h="834">
                  <a:moveTo>
                    <a:pt x="948" y="722"/>
                  </a:moveTo>
                  <a:lnTo>
                    <a:pt x="948" y="718"/>
                  </a:lnTo>
                  <a:lnTo>
                    <a:pt x="98" y="824"/>
                  </a:lnTo>
                  <a:lnTo>
                    <a:pt x="8" y="114"/>
                  </a:lnTo>
                  <a:lnTo>
                    <a:pt x="855" y="10"/>
                  </a:lnTo>
                  <a:lnTo>
                    <a:pt x="944" y="722"/>
                  </a:lnTo>
                  <a:lnTo>
                    <a:pt x="948" y="722"/>
                  </a:lnTo>
                  <a:lnTo>
                    <a:pt x="948" y="718"/>
                  </a:lnTo>
                  <a:lnTo>
                    <a:pt x="948" y="722"/>
                  </a:lnTo>
                  <a:lnTo>
                    <a:pt x="952" y="722"/>
                  </a:lnTo>
                  <a:lnTo>
                    <a:pt x="861" y="0"/>
                  </a:lnTo>
                  <a:lnTo>
                    <a:pt x="0" y="108"/>
                  </a:lnTo>
                  <a:lnTo>
                    <a:pt x="90" y="834"/>
                  </a:lnTo>
                  <a:lnTo>
                    <a:pt x="952" y="726"/>
                  </a:lnTo>
                  <a:lnTo>
                    <a:pt x="952" y="722"/>
                  </a:lnTo>
                  <a:lnTo>
                    <a:pt x="948" y="7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2" name="Freeform 69">
              <a:extLst>
                <a:ext uri="{FF2B5EF4-FFF2-40B4-BE49-F238E27FC236}">
                  <a16:creationId xmlns:a16="http://schemas.microsoft.com/office/drawing/2014/main" id="{02F1082C-C7BC-4F27-BF95-95CB1AB8F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1356"/>
              <a:ext cx="68" cy="136"/>
            </a:xfrm>
            <a:custGeom>
              <a:avLst/>
              <a:gdLst>
                <a:gd name="T0" fmla="*/ 1 w 34"/>
                <a:gd name="T1" fmla="*/ 3 h 68"/>
                <a:gd name="T2" fmla="*/ 30 w 34"/>
                <a:gd name="T3" fmla="*/ 66 h 68"/>
                <a:gd name="T4" fmla="*/ 33 w 34"/>
                <a:gd name="T5" fmla="*/ 67 h 68"/>
                <a:gd name="T6" fmla="*/ 34 w 34"/>
                <a:gd name="T7" fmla="*/ 65 h 68"/>
                <a:gd name="T8" fmla="*/ 4 w 34"/>
                <a:gd name="T9" fmla="*/ 1 h 68"/>
                <a:gd name="T10" fmla="*/ 2 w 34"/>
                <a:gd name="T11" fmla="*/ 0 h 68"/>
                <a:gd name="T12" fmla="*/ 1 w 34"/>
                <a:gd name="T13" fmla="*/ 3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68">
                  <a:moveTo>
                    <a:pt x="1" y="3"/>
                  </a:moveTo>
                  <a:cubicBezTo>
                    <a:pt x="30" y="66"/>
                    <a:pt x="30" y="66"/>
                    <a:pt x="30" y="66"/>
                  </a:cubicBezTo>
                  <a:cubicBezTo>
                    <a:pt x="30" y="67"/>
                    <a:pt x="32" y="68"/>
                    <a:pt x="33" y="67"/>
                  </a:cubicBezTo>
                  <a:cubicBezTo>
                    <a:pt x="34" y="67"/>
                    <a:pt x="34" y="66"/>
                    <a:pt x="34" y="65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1" y="1"/>
                    <a:pt x="0" y="2"/>
                    <a:pt x="1" y="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3" name="Freeform 70">
              <a:extLst>
                <a:ext uri="{FF2B5EF4-FFF2-40B4-BE49-F238E27FC236}">
                  <a16:creationId xmlns:a16="http://schemas.microsoft.com/office/drawing/2014/main" id="{C069668F-3D29-48BF-B7C8-DDA993F7D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" y="1961"/>
              <a:ext cx="35" cy="70"/>
            </a:xfrm>
            <a:custGeom>
              <a:avLst/>
              <a:gdLst>
                <a:gd name="T0" fmla="*/ 0 w 17"/>
                <a:gd name="T1" fmla="*/ 2 h 35"/>
                <a:gd name="T2" fmla="*/ 14 w 17"/>
                <a:gd name="T3" fmla="*/ 34 h 35"/>
                <a:gd name="T4" fmla="*/ 16 w 17"/>
                <a:gd name="T5" fmla="*/ 35 h 35"/>
                <a:gd name="T6" fmla="*/ 17 w 17"/>
                <a:gd name="T7" fmla="*/ 33 h 35"/>
                <a:gd name="T8" fmla="*/ 3 w 17"/>
                <a:gd name="T9" fmla="*/ 1 h 35"/>
                <a:gd name="T10" fmla="*/ 1 w 17"/>
                <a:gd name="T11" fmla="*/ 0 h 35"/>
                <a:gd name="T12" fmla="*/ 0 w 17"/>
                <a:gd name="T13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5">
                  <a:moveTo>
                    <a:pt x="0" y="2"/>
                  </a:moveTo>
                  <a:cubicBezTo>
                    <a:pt x="14" y="34"/>
                    <a:pt x="14" y="34"/>
                    <a:pt x="14" y="34"/>
                  </a:cubicBezTo>
                  <a:cubicBezTo>
                    <a:pt x="14" y="35"/>
                    <a:pt x="15" y="35"/>
                    <a:pt x="16" y="35"/>
                  </a:cubicBezTo>
                  <a:cubicBezTo>
                    <a:pt x="17" y="34"/>
                    <a:pt x="17" y="33"/>
                    <a:pt x="17" y="33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0" y="1"/>
                    <a:pt x="0" y="2"/>
                    <a:pt x="0" y="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4" name="Freeform 71">
              <a:extLst>
                <a:ext uri="{FF2B5EF4-FFF2-40B4-BE49-F238E27FC236}">
                  <a16:creationId xmlns:a16="http://schemas.microsoft.com/office/drawing/2014/main" id="{F5CEC36D-F0C3-45F5-873C-17FEF3208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1" y="2231"/>
              <a:ext cx="16" cy="74"/>
            </a:xfrm>
            <a:custGeom>
              <a:avLst/>
              <a:gdLst>
                <a:gd name="T0" fmla="*/ 5 w 8"/>
                <a:gd name="T1" fmla="*/ 2 h 37"/>
                <a:gd name="T2" fmla="*/ 0 w 8"/>
                <a:gd name="T3" fmla="*/ 35 h 37"/>
                <a:gd name="T4" fmla="*/ 1 w 8"/>
                <a:gd name="T5" fmla="*/ 37 h 37"/>
                <a:gd name="T6" fmla="*/ 3 w 8"/>
                <a:gd name="T7" fmla="*/ 36 h 37"/>
                <a:gd name="T8" fmla="*/ 8 w 8"/>
                <a:gd name="T9" fmla="*/ 2 h 37"/>
                <a:gd name="T10" fmla="*/ 7 w 8"/>
                <a:gd name="T11" fmla="*/ 0 h 37"/>
                <a:gd name="T12" fmla="*/ 5 w 8"/>
                <a:gd name="T13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7">
                  <a:moveTo>
                    <a:pt x="5" y="2"/>
                  </a:moveTo>
                  <a:cubicBezTo>
                    <a:pt x="0" y="35"/>
                    <a:pt x="0" y="35"/>
                    <a:pt x="0" y="35"/>
                  </a:cubicBezTo>
                  <a:cubicBezTo>
                    <a:pt x="0" y="36"/>
                    <a:pt x="0" y="37"/>
                    <a:pt x="1" y="37"/>
                  </a:cubicBezTo>
                  <a:cubicBezTo>
                    <a:pt x="2" y="37"/>
                    <a:pt x="3" y="36"/>
                    <a:pt x="3" y="36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7" y="0"/>
                  </a:cubicBezTo>
                  <a:cubicBezTo>
                    <a:pt x="6" y="0"/>
                    <a:pt x="5" y="1"/>
                    <a:pt x="5" y="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5" name="Freeform 72">
              <a:extLst>
                <a:ext uri="{FF2B5EF4-FFF2-40B4-BE49-F238E27FC236}">
                  <a16:creationId xmlns:a16="http://schemas.microsoft.com/office/drawing/2014/main" id="{794EDF7A-9F3D-4E9D-8C80-937226BE6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0" y="1857"/>
              <a:ext cx="338" cy="238"/>
            </a:xfrm>
            <a:custGeom>
              <a:avLst/>
              <a:gdLst>
                <a:gd name="T0" fmla="*/ 158 w 169"/>
                <a:gd name="T1" fmla="*/ 0 h 119"/>
                <a:gd name="T2" fmla="*/ 114 w 169"/>
                <a:gd name="T3" fmla="*/ 32 h 119"/>
                <a:gd name="T4" fmla="*/ 50 w 169"/>
                <a:gd name="T5" fmla="*/ 36 h 119"/>
                <a:gd name="T6" fmla="*/ 34 w 169"/>
                <a:gd name="T7" fmla="*/ 63 h 119"/>
                <a:gd name="T8" fmla="*/ 17 w 169"/>
                <a:gd name="T9" fmla="*/ 92 h 119"/>
                <a:gd name="T10" fmla="*/ 3 w 169"/>
                <a:gd name="T11" fmla="*/ 116 h 119"/>
                <a:gd name="T12" fmla="*/ 28 w 169"/>
                <a:gd name="T13" fmla="*/ 106 h 119"/>
                <a:gd name="T14" fmla="*/ 106 w 169"/>
                <a:gd name="T15" fmla="*/ 112 h 119"/>
                <a:gd name="T16" fmla="*/ 133 w 169"/>
                <a:gd name="T17" fmla="*/ 88 h 119"/>
                <a:gd name="T18" fmla="*/ 144 w 169"/>
                <a:gd name="T19" fmla="*/ 31 h 119"/>
                <a:gd name="T20" fmla="*/ 158 w 169"/>
                <a:gd name="T21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9" h="119">
                  <a:moveTo>
                    <a:pt x="158" y="0"/>
                  </a:moveTo>
                  <a:cubicBezTo>
                    <a:pt x="149" y="3"/>
                    <a:pt x="136" y="31"/>
                    <a:pt x="114" y="32"/>
                  </a:cubicBezTo>
                  <a:cubicBezTo>
                    <a:pt x="92" y="34"/>
                    <a:pt x="61" y="34"/>
                    <a:pt x="50" y="36"/>
                  </a:cubicBezTo>
                  <a:cubicBezTo>
                    <a:pt x="40" y="38"/>
                    <a:pt x="38" y="53"/>
                    <a:pt x="34" y="63"/>
                  </a:cubicBezTo>
                  <a:cubicBezTo>
                    <a:pt x="31" y="73"/>
                    <a:pt x="28" y="84"/>
                    <a:pt x="17" y="92"/>
                  </a:cubicBezTo>
                  <a:cubicBezTo>
                    <a:pt x="6" y="100"/>
                    <a:pt x="0" y="112"/>
                    <a:pt x="3" y="116"/>
                  </a:cubicBezTo>
                  <a:cubicBezTo>
                    <a:pt x="7" y="119"/>
                    <a:pt x="12" y="104"/>
                    <a:pt x="28" y="106"/>
                  </a:cubicBezTo>
                  <a:cubicBezTo>
                    <a:pt x="44" y="108"/>
                    <a:pt x="91" y="112"/>
                    <a:pt x="106" y="112"/>
                  </a:cubicBezTo>
                  <a:cubicBezTo>
                    <a:pt x="121" y="112"/>
                    <a:pt x="131" y="103"/>
                    <a:pt x="133" y="88"/>
                  </a:cubicBezTo>
                  <a:cubicBezTo>
                    <a:pt x="136" y="74"/>
                    <a:pt x="134" y="46"/>
                    <a:pt x="144" y="31"/>
                  </a:cubicBezTo>
                  <a:cubicBezTo>
                    <a:pt x="153" y="16"/>
                    <a:pt x="169" y="5"/>
                    <a:pt x="158" y="0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6" name="Freeform 73">
              <a:extLst>
                <a:ext uri="{FF2B5EF4-FFF2-40B4-BE49-F238E27FC236}">
                  <a16:creationId xmlns:a16="http://schemas.microsoft.com/office/drawing/2014/main" id="{246239BD-207F-4EF8-B30B-90146C8EF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0" y="2199"/>
              <a:ext cx="388" cy="84"/>
            </a:xfrm>
            <a:custGeom>
              <a:avLst/>
              <a:gdLst>
                <a:gd name="T0" fmla="*/ 4 w 194"/>
                <a:gd name="T1" fmla="*/ 26 h 42"/>
                <a:gd name="T2" fmla="*/ 2 w 194"/>
                <a:gd name="T3" fmla="*/ 31 h 42"/>
                <a:gd name="T4" fmla="*/ 87 w 194"/>
                <a:gd name="T5" fmla="*/ 35 h 42"/>
                <a:gd name="T6" fmla="*/ 188 w 194"/>
                <a:gd name="T7" fmla="*/ 6 h 42"/>
                <a:gd name="T8" fmla="*/ 185 w 194"/>
                <a:gd name="T9" fmla="*/ 1 h 42"/>
                <a:gd name="T10" fmla="*/ 86 w 194"/>
                <a:gd name="T11" fmla="*/ 25 h 42"/>
                <a:gd name="T12" fmla="*/ 4 w 194"/>
                <a:gd name="T13" fmla="*/ 2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4" h="42">
                  <a:moveTo>
                    <a:pt x="4" y="26"/>
                  </a:moveTo>
                  <a:cubicBezTo>
                    <a:pt x="1" y="26"/>
                    <a:pt x="0" y="30"/>
                    <a:pt x="2" y="31"/>
                  </a:cubicBezTo>
                  <a:cubicBezTo>
                    <a:pt x="3" y="32"/>
                    <a:pt x="34" y="42"/>
                    <a:pt x="87" y="35"/>
                  </a:cubicBezTo>
                  <a:cubicBezTo>
                    <a:pt x="140" y="28"/>
                    <a:pt x="176" y="13"/>
                    <a:pt x="188" y="6"/>
                  </a:cubicBezTo>
                  <a:cubicBezTo>
                    <a:pt x="194" y="2"/>
                    <a:pt x="187" y="0"/>
                    <a:pt x="185" y="1"/>
                  </a:cubicBezTo>
                  <a:cubicBezTo>
                    <a:pt x="183" y="1"/>
                    <a:pt x="148" y="17"/>
                    <a:pt x="86" y="25"/>
                  </a:cubicBezTo>
                  <a:cubicBezTo>
                    <a:pt x="25" y="33"/>
                    <a:pt x="4" y="26"/>
                    <a:pt x="4" y="26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7" name="Freeform 74">
              <a:extLst>
                <a:ext uri="{FF2B5EF4-FFF2-40B4-BE49-F238E27FC236}">
                  <a16:creationId xmlns:a16="http://schemas.microsoft.com/office/drawing/2014/main" id="{C9D49C8B-0980-4F35-AAC8-313CB95DF6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2167"/>
              <a:ext cx="370" cy="80"/>
            </a:xfrm>
            <a:custGeom>
              <a:avLst/>
              <a:gdLst>
                <a:gd name="T0" fmla="*/ 3 w 185"/>
                <a:gd name="T1" fmla="*/ 25 h 40"/>
                <a:gd name="T2" fmla="*/ 2 w 185"/>
                <a:gd name="T3" fmla="*/ 29 h 40"/>
                <a:gd name="T4" fmla="*/ 83 w 185"/>
                <a:gd name="T5" fmla="*/ 33 h 40"/>
                <a:gd name="T6" fmla="*/ 180 w 185"/>
                <a:gd name="T7" fmla="*/ 5 h 40"/>
                <a:gd name="T8" fmla="*/ 177 w 185"/>
                <a:gd name="T9" fmla="*/ 1 h 40"/>
                <a:gd name="T10" fmla="*/ 83 w 185"/>
                <a:gd name="T11" fmla="*/ 24 h 40"/>
                <a:gd name="T12" fmla="*/ 3 w 185"/>
                <a:gd name="T13" fmla="*/ 2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5" h="40">
                  <a:moveTo>
                    <a:pt x="3" y="25"/>
                  </a:moveTo>
                  <a:cubicBezTo>
                    <a:pt x="1" y="24"/>
                    <a:pt x="0" y="28"/>
                    <a:pt x="2" y="29"/>
                  </a:cubicBezTo>
                  <a:cubicBezTo>
                    <a:pt x="3" y="30"/>
                    <a:pt x="33" y="40"/>
                    <a:pt x="83" y="33"/>
                  </a:cubicBezTo>
                  <a:cubicBezTo>
                    <a:pt x="134" y="27"/>
                    <a:pt x="168" y="12"/>
                    <a:pt x="180" y="5"/>
                  </a:cubicBezTo>
                  <a:cubicBezTo>
                    <a:pt x="185" y="2"/>
                    <a:pt x="179" y="0"/>
                    <a:pt x="177" y="1"/>
                  </a:cubicBezTo>
                  <a:cubicBezTo>
                    <a:pt x="175" y="1"/>
                    <a:pt x="142" y="16"/>
                    <a:pt x="83" y="24"/>
                  </a:cubicBezTo>
                  <a:cubicBezTo>
                    <a:pt x="24" y="31"/>
                    <a:pt x="3" y="25"/>
                    <a:pt x="3" y="25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8" name="Freeform 75">
              <a:extLst>
                <a:ext uri="{FF2B5EF4-FFF2-40B4-BE49-F238E27FC236}">
                  <a16:creationId xmlns:a16="http://schemas.microsoft.com/office/drawing/2014/main" id="{A9F4D477-968E-4619-9540-83AADF2FC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4" y="2071"/>
              <a:ext cx="26" cy="12"/>
            </a:xfrm>
            <a:custGeom>
              <a:avLst/>
              <a:gdLst>
                <a:gd name="T0" fmla="*/ 10 w 13"/>
                <a:gd name="T1" fmla="*/ 6 h 6"/>
                <a:gd name="T2" fmla="*/ 2 w 13"/>
                <a:gd name="T3" fmla="*/ 6 h 6"/>
                <a:gd name="T4" fmla="*/ 0 w 13"/>
                <a:gd name="T5" fmla="*/ 3 h 6"/>
                <a:gd name="T6" fmla="*/ 0 w 13"/>
                <a:gd name="T7" fmla="*/ 2 h 6"/>
                <a:gd name="T8" fmla="*/ 3 w 13"/>
                <a:gd name="T9" fmla="*/ 0 h 6"/>
                <a:gd name="T10" fmla="*/ 10 w 13"/>
                <a:gd name="T11" fmla="*/ 1 h 6"/>
                <a:gd name="T12" fmla="*/ 13 w 13"/>
                <a:gd name="T13" fmla="*/ 3 h 6"/>
                <a:gd name="T14" fmla="*/ 13 w 13"/>
                <a:gd name="T15" fmla="*/ 4 h 6"/>
                <a:gd name="T16" fmla="*/ 10 w 13"/>
                <a:gd name="T1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6">
                  <a:moveTo>
                    <a:pt x="10" y="6"/>
                  </a:move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2" y="1"/>
                    <a:pt x="13" y="2"/>
                    <a:pt x="13" y="3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5"/>
                    <a:pt x="11" y="6"/>
                    <a:pt x="10" y="6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9" name="Freeform 76">
              <a:extLst>
                <a:ext uri="{FF2B5EF4-FFF2-40B4-BE49-F238E27FC236}">
                  <a16:creationId xmlns:a16="http://schemas.microsoft.com/office/drawing/2014/main" id="{3FB20830-C48C-4A72-9E75-E56CB9D21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4" y="2077"/>
              <a:ext cx="26" cy="14"/>
            </a:xfrm>
            <a:custGeom>
              <a:avLst/>
              <a:gdLst>
                <a:gd name="T0" fmla="*/ 10 w 13"/>
                <a:gd name="T1" fmla="*/ 7 h 7"/>
                <a:gd name="T2" fmla="*/ 2 w 13"/>
                <a:gd name="T3" fmla="*/ 6 h 7"/>
                <a:gd name="T4" fmla="*/ 0 w 13"/>
                <a:gd name="T5" fmla="*/ 4 h 7"/>
                <a:gd name="T6" fmla="*/ 0 w 13"/>
                <a:gd name="T7" fmla="*/ 3 h 7"/>
                <a:gd name="T8" fmla="*/ 3 w 13"/>
                <a:gd name="T9" fmla="*/ 0 h 7"/>
                <a:gd name="T10" fmla="*/ 10 w 13"/>
                <a:gd name="T11" fmla="*/ 1 h 7"/>
                <a:gd name="T12" fmla="*/ 13 w 13"/>
                <a:gd name="T13" fmla="*/ 4 h 7"/>
                <a:gd name="T14" fmla="*/ 13 w 13"/>
                <a:gd name="T15" fmla="*/ 4 h 7"/>
                <a:gd name="T16" fmla="*/ 10 w 13"/>
                <a:gd name="T17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7">
                  <a:moveTo>
                    <a:pt x="10" y="7"/>
                  </a:move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0" y="5"/>
                    <a:pt x="0" y="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2" y="1"/>
                    <a:pt x="13" y="2"/>
                    <a:pt x="13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2" y="6"/>
                    <a:pt x="11" y="7"/>
                    <a:pt x="10" y="7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0" name="Freeform 77">
              <a:extLst>
                <a:ext uri="{FF2B5EF4-FFF2-40B4-BE49-F238E27FC236}">
                  <a16:creationId xmlns:a16="http://schemas.microsoft.com/office/drawing/2014/main" id="{713AA3A7-C32F-4C3C-BAA9-E0FA39334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6" y="2077"/>
              <a:ext cx="46" cy="186"/>
            </a:xfrm>
            <a:custGeom>
              <a:avLst/>
              <a:gdLst>
                <a:gd name="T0" fmla="*/ 17 w 23"/>
                <a:gd name="T1" fmla="*/ 2 h 93"/>
                <a:gd name="T2" fmla="*/ 0 w 23"/>
                <a:gd name="T3" fmla="*/ 89 h 93"/>
                <a:gd name="T4" fmla="*/ 2 w 23"/>
                <a:gd name="T5" fmla="*/ 93 h 93"/>
                <a:gd name="T6" fmla="*/ 6 w 23"/>
                <a:gd name="T7" fmla="*/ 90 h 93"/>
                <a:gd name="T8" fmla="*/ 23 w 23"/>
                <a:gd name="T9" fmla="*/ 4 h 93"/>
                <a:gd name="T10" fmla="*/ 20 w 23"/>
                <a:gd name="T11" fmla="*/ 0 h 93"/>
                <a:gd name="T12" fmla="*/ 17 w 23"/>
                <a:gd name="T13" fmla="*/ 2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93">
                  <a:moveTo>
                    <a:pt x="17" y="2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91"/>
                    <a:pt x="1" y="92"/>
                    <a:pt x="2" y="93"/>
                  </a:cubicBezTo>
                  <a:cubicBezTo>
                    <a:pt x="4" y="93"/>
                    <a:pt x="5" y="92"/>
                    <a:pt x="6" y="9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2"/>
                    <a:pt x="22" y="0"/>
                    <a:pt x="20" y="0"/>
                  </a:cubicBezTo>
                  <a:cubicBezTo>
                    <a:pt x="19" y="0"/>
                    <a:pt x="17" y="1"/>
                    <a:pt x="17" y="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1" name="Freeform 78">
              <a:extLst>
                <a:ext uri="{FF2B5EF4-FFF2-40B4-BE49-F238E27FC236}">
                  <a16:creationId xmlns:a16="http://schemas.microsoft.com/office/drawing/2014/main" id="{F5E77DB8-2D50-4A55-B6A6-E91E013FA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6" y="2083"/>
              <a:ext cx="100" cy="156"/>
            </a:xfrm>
            <a:custGeom>
              <a:avLst/>
              <a:gdLst>
                <a:gd name="T0" fmla="*/ 1 w 50"/>
                <a:gd name="T1" fmla="*/ 5 h 78"/>
                <a:gd name="T2" fmla="*/ 44 w 50"/>
                <a:gd name="T3" fmla="*/ 76 h 78"/>
                <a:gd name="T4" fmla="*/ 48 w 50"/>
                <a:gd name="T5" fmla="*/ 77 h 78"/>
                <a:gd name="T6" fmla="*/ 49 w 50"/>
                <a:gd name="T7" fmla="*/ 73 h 78"/>
                <a:gd name="T8" fmla="*/ 6 w 50"/>
                <a:gd name="T9" fmla="*/ 2 h 78"/>
                <a:gd name="T10" fmla="*/ 2 w 50"/>
                <a:gd name="T11" fmla="*/ 1 h 78"/>
                <a:gd name="T12" fmla="*/ 1 w 50"/>
                <a:gd name="T13" fmla="*/ 5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78">
                  <a:moveTo>
                    <a:pt x="1" y="5"/>
                  </a:moveTo>
                  <a:cubicBezTo>
                    <a:pt x="44" y="76"/>
                    <a:pt x="44" y="76"/>
                    <a:pt x="44" y="76"/>
                  </a:cubicBezTo>
                  <a:cubicBezTo>
                    <a:pt x="44" y="78"/>
                    <a:pt x="46" y="78"/>
                    <a:pt x="48" y="77"/>
                  </a:cubicBezTo>
                  <a:cubicBezTo>
                    <a:pt x="49" y="76"/>
                    <a:pt x="50" y="74"/>
                    <a:pt x="49" y="73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1"/>
                    <a:pt x="4" y="0"/>
                    <a:pt x="2" y="1"/>
                  </a:cubicBezTo>
                  <a:cubicBezTo>
                    <a:pt x="1" y="2"/>
                    <a:pt x="0" y="4"/>
                    <a:pt x="1" y="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2" name="Freeform 79">
              <a:extLst>
                <a:ext uri="{FF2B5EF4-FFF2-40B4-BE49-F238E27FC236}">
                  <a16:creationId xmlns:a16="http://schemas.microsoft.com/office/drawing/2014/main" id="{99608C7D-1C16-4082-AC8B-18E76C839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5" y="1193"/>
              <a:ext cx="369" cy="211"/>
            </a:xfrm>
            <a:custGeom>
              <a:avLst/>
              <a:gdLst>
                <a:gd name="T0" fmla="*/ 119 w 184"/>
                <a:gd name="T1" fmla="*/ 82 h 105"/>
                <a:gd name="T2" fmla="*/ 155 w 184"/>
                <a:gd name="T3" fmla="*/ 75 h 105"/>
                <a:gd name="T4" fmla="*/ 183 w 184"/>
                <a:gd name="T5" fmla="*/ 58 h 105"/>
                <a:gd name="T6" fmla="*/ 171 w 184"/>
                <a:gd name="T7" fmla="*/ 30 h 105"/>
                <a:gd name="T8" fmla="*/ 140 w 184"/>
                <a:gd name="T9" fmla="*/ 5 h 105"/>
                <a:gd name="T10" fmla="*/ 75 w 184"/>
                <a:gd name="T11" fmla="*/ 18 h 105"/>
                <a:gd name="T12" fmla="*/ 16 w 184"/>
                <a:gd name="T13" fmla="*/ 7 h 105"/>
                <a:gd name="T14" fmla="*/ 15 w 184"/>
                <a:gd name="T15" fmla="*/ 48 h 105"/>
                <a:gd name="T16" fmla="*/ 28 w 184"/>
                <a:gd name="T17" fmla="*/ 46 h 105"/>
                <a:gd name="T18" fmla="*/ 43 w 184"/>
                <a:gd name="T19" fmla="*/ 76 h 105"/>
                <a:gd name="T20" fmla="*/ 91 w 184"/>
                <a:gd name="T21" fmla="*/ 94 h 105"/>
                <a:gd name="T22" fmla="*/ 119 w 184"/>
                <a:gd name="T23" fmla="*/ 82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4" h="105">
                  <a:moveTo>
                    <a:pt x="119" y="82"/>
                  </a:moveTo>
                  <a:cubicBezTo>
                    <a:pt x="119" y="82"/>
                    <a:pt x="138" y="82"/>
                    <a:pt x="155" y="75"/>
                  </a:cubicBezTo>
                  <a:cubicBezTo>
                    <a:pt x="171" y="68"/>
                    <a:pt x="184" y="65"/>
                    <a:pt x="183" y="58"/>
                  </a:cubicBezTo>
                  <a:cubicBezTo>
                    <a:pt x="183" y="51"/>
                    <a:pt x="182" y="45"/>
                    <a:pt x="171" y="30"/>
                  </a:cubicBezTo>
                  <a:cubicBezTo>
                    <a:pt x="159" y="15"/>
                    <a:pt x="156" y="1"/>
                    <a:pt x="140" y="5"/>
                  </a:cubicBezTo>
                  <a:cubicBezTo>
                    <a:pt x="124" y="8"/>
                    <a:pt x="89" y="20"/>
                    <a:pt x="75" y="18"/>
                  </a:cubicBezTo>
                  <a:cubicBezTo>
                    <a:pt x="61" y="16"/>
                    <a:pt x="33" y="0"/>
                    <a:pt x="16" y="7"/>
                  </a:cubicBezTo>
                  <a:cubicBezTo>
                    <a:pt x="0" y="15"/>
                    <a:pt x="9" y="49"/>
                    <a:pt x="15" y="48"/>
                  </a:cubicBezTo>
                  <a:cubicBezTo>
                    <a:pt x="22" y="48"/>
                    <a:pt x="28" y="46"/>
                    <a:pt x="28" y="46"/>
                  </a:cubicBezTo>
                  <a:cubicBezTo>
                    <a:pt x="28" y="46"/>
                    <a:pt x="34" y="58"/>
                    <a:pt x="43" y="76"/>
                  </a:cubicBezTo>
                  <a:cubicBezTo>
                    <a:pt x="51" y="95"/>
                    <a:pt x="67" y="105"/>
                    <a:pt x="91" y="94"/>
                  </a:cubicBezTo>
                  <a:cubicBezTo>
                    <a:pt x="115" y="84"/>
                    <a:pt x="114" y="85"/>
                    <a:pt x="119" y="82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3" name="Freeform 80">
              <a:extLst>
                <a:ext uri="{FF2B5EF4-FFF2-40B4-BE49-F238E27FC236}">
                  <a16:creationId xmlns:a16="http://schemas.microsoft.com/office/drawing/2014/main" id="{8E344AB9-A229-45C9-9F7D-CA5F2E4B1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3" y="1263"/>
              <a:ext cx="161" cy="87"/>
            </a:xfrm>
            <a:custGeom>
              <a:avLst/>
              <a:gdLst>
                <a:gd name="T0" fmla="*/ 3 w 80"/>
                <a:gd name="T1" fmla="*/ 10 h 43"/>
                <a:gd name="T2" fmla="*/ 36 w 80"/>
                <a:gd name="T3" fmla="*/ 4 h 43"/>
                <a:gd name="T4" fmla="*/ 41 w 80"/>
                <a:gd name="T5" fmla="*/ 4 h 43"/>
                <a:gd name="T6" fmla="*/ 47 w 80"/>
                <a:gd name="T7" fmla="*/ 6 h 43"/>
                <a:gd name="T8" fmla="*/ 53 w 80"/>
                <a:gd name="T9" fmla="*/ 11 h 43"/>
                <a:gd name="T10" fmla="*/ 59 w 80"/>
                <a:gd name="T11" fmla="*/ 22 h 43"/>
                <a:gd name="T12" fmla="*/ 77 w 80"/>
                <a:gd name="T13" fmla="*/ 43 h 43"/>
                <a:gd name="T14" fmla="*/ 80 w 80"/>
                <a:gd name="T15" fmla="*/ 42 h 43"/>
                <a:gd name="T16" fmla="*/ 79 w 80"/>
                <a:gd name="T17" fmla="*/ 39 h 43"/>
                <a:gd name="T18" fmla="*/ 79 w 80"/>
                <a:gd name="T19" fmla="*/ 39 h 43"/>
                <a:gd name="T20" fmla="*/ 62 w 80"/>
                <a:gd name="T21" fmla="*/ 20 h 43"/>
                <a:gd name="T22" fmla="*/ 54 w 80"/>
                <a:gd name="T23" fmla="*/ 6 h 43"/>
                <a:gd name="T24" fmla="*/ 49 w 80"/>
                <a:gd name="T25" fmla="*/ 2 h 43"/>
                <a:gd name="T26" fmla="*/ 41 w 80"/>
                <a:gd name="T27" fmla="*/ 0 h 43"/>
                <a:gd name="T28" fmla="*/ 36 w 80"/>
                <a:gd name="T29" fmla="*/ 0 h 43"/>
                <a:gd name="T30" fmla="*/ 2 w 80"/>
                <a:gd name="T31" fmla="*/ 6 h 43"/>
                <a:gd name="T32" fmla="*/ 0 w 80"/>
                <a:gd name="T33" fmla="*/ 9 h 43"/>
                <a:gd name="T34" fmla="*/ 3 w 80"/>
                <a:gd name="T35" fmla="*/ 1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0" h="43">
                  <a:moveTo>
                    <a:pt x="3" y="10"/>
                  </a:moveTo>
                  <a:cubicBezTo>
                    <a:pt x="14" y="7"/>
                    <a:pt x="26" y="4"/>
                    <a:pt x="36" y="4"/>
                  </a:cubicBezTo>
                  <a:cubicBezTo>
                    <a:pt x="38" y="4"/>
                    <a:pt x="39" y="4"/>
                    <a:pt x="41" y="4"/>
                  </a:cubicBezTo>
                  <a:cubicBezTo>
                    <a:pt x="43" y="5"/>
                    <a:pt x="45" y="5"/>
                    <a:pt x="47" y="6"/>
                  </a:cubicBezTo>
                  <a:cubicBezTo>
                    <a:pt x="49" y="7"/>
                    <a:pt x="51" y="8"/>
                    <a:pt x="53" y="11"/>
                  </a:cubicBezTo>
                  <a:cubicBezTo>
                    <a:pt x="55" y="13"/>
                    <a:pt x="56" y="17"/>
                    <a:pt x="59" y="22"/>
                  </a:cubicBezTo>
                  <a:cubicBezTo>
                    <a:pt x="65" y="35"/>
                    <a:pt x="77" y="42"/>
                    <a:pt x="77" y="43"/>
                  </a:cubicBezTo>
                  <a:cubicBezTo>
                    <a:pt x="78" y="43"/>
                    <a:pt x="79" y="43"/>
                    <a:pt x="80" y="42"/>
                  </a:cubicBezTo>
                  <a:cubicBezTo>
                    <a:pt x="80" y="41"/>
                    <a:pt x="80" y="40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8" y="38"/>
                    <a:pt x="68" y="32"/>
                    <a:pt x="62" y="20"/>
                  </a:cubicBezTo>
                  <a:cubicBezTo>
                    <a:pt x="59" y="14"/>
                    <a:pt x="57" y="9"/>
                    <a:pt x="54" y="6"/>
                  </a:cubicBezTo>
                  <a:cubicBezTo>
                    <a:pt x="53" y="4"/>
                    <a:pt x="51" y="3"/>
                    <a:pt x="49" y="2"/>
                  </a:cubicBezTo>
                  <a:cubicBezTo>
                    <a:pt x="46" y="1"/>
                    <a:pt x="44" y="1"/>
                    <a:pt x="41" y="0"/>
                  </a:cubicBezTo>
                  <a:cubicBezTo>
                    <a:pt x="40" y="0"/>
                    <a:pt x="38" y="0"/>
                    <a:pt x="36" y="0"/>
                  </a:cubicBezTo>
                  <a:cubicBezTo>
                    <a:pt x="26" y="0"/>
                    <a:pt x="13" y="3"/>
                    <a:pt x="2" y="6"/>
                  </a:cubicBezTo>
                  <a:cubicBezTo>
                    <a:pt x="1" y="6"/>
                    <a:pt x="0" y="8"/>
                    <a:pt x="0" y="9"/>
                  </a:cubicBezTo>
                  <a:cubicBezTo>
                    <a:pt x="1" y="10"/>
                    <a:pt x="2" y="10"/>
                    <a:pt x="3" y="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4" name="Freeform 81">
              <a:extLst>
                <a:ext uri="{FF2B5EF4-FFF2-40B4-BE49-F238E27FC236}">
                  <a16:creationId xmlns:a16="http://schemas.microsoft.com/office/drawing/2014/main" id="{E417598D-94D0-4F05-B545-A5F1005E5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" y="1374"/>
              <a:ext cx="164" cy="164"/>
            </a:xfrm>
            <a:custGeom>
              <a:avLst/>
              <a:gdLst>
                <a:gd name="T0" fmla="*/ 4 w 82"/>
                <a:gd name="T1" fmla="*/ 82 h 82"/>
                <a:gd name="T2" fmla="*/ 7 w 82"/>
                <a:gd name="T3" fmla="*/ 73 h 82"/>
                <a:gd name="T4" fmla="*/ 21 w 82"/>
                <a:gd name="T5" fmla="*/ 40 h 82"/>
                <a:gd name="T6" fmla="*/ 27 w 82"/>
                <a:gd name="T7" fmla="*/ 24 h 82"/>
                <a:gd name="T8" fmla="*/ 29 w 82"/>
                <a:gd name="T9" fmla="*/ 19 h 82"/>
                <a:gd name="T10" fmla="*/ 31 w 82"/>
                <a:gd name="T11" fmla="*/ 16 h 82"/>
                <a:gd name="T12" fmla="*/ 36 w 82"/>
                <a:gd name="T13" fmla="*/ 11 h 82"/>
                <a:gd name="T14" fmla="*/ 43 w 82"/>
                <a:gd name="T15" fmla="*/ 8 h 82"/>
                <a:gd name="T16" fmla="*/ 50 w 82"/>
                <a:gd name="T17" fmla="*/ 5 h 82"/>
                <a:gd name="T18" fmla="*/ 54 w 82"/>
                <a:gd name="T19" fmla="*/ 4 h 82"/>
                <a:gd name="T20" fmla="*/ 54 w 82"/>
                <a:gd name="T21" fmla="*/ 4 h 82"/>
                <a:gd name="T22" fmla="*/ 54 w 82"/>
                <a:gd name="T23" fmla="*/ 4 h 82"/>
                <a:gd name="T24" fmla="*/ 54 w 82"/>
                <a:gd name="T25" fmla="*/ 4 h 82"/>
                <a:gd name="T26" fmla="*/ 54 w 82"/>
                <a:gd name="T27" fmla="*/ 4 h 82"/>
                <a:gd name="T28" fmla="*/ 54 w 82"/>
                <a:gd name="T29" fmla="*/ 4 h 82"/>
                <a:gd name="T30" fmla="*/ 54 w 82"/>
                <a:gd name="T31" fmla="*/ 4 h 82"/>
                <a:gd name="T32" fmla="*/ 54 w 82"/>
                <a:gd name="T33" fmla="*/ 4 h 82"/>
                <a:gd name="T34" fmla="*/ 55 w 82"/>
                <a:gd name="T35" fmla="*/ 3 h 82"/>
                <a:gd name="T36" fmla="*/ 54 w 82"/>
                <a:gd name="T37" fmla="*/ 4 h 82"/>
                <a:gd name="T38" fmla="*/ 54 w 82"/>
                <a:gd name="T39" fmla="*/ 4 h 82"/>
                <a:gd name="T40" fmla="*/ 55 w 82"/>
                <a:gd name="T41" fmla="*/ 3 h 82"/>
                <a:gd name="T42" fmla="*/ 54 w 82"/>
                <a:gd name="T43" fmla="*/ 4 h 82"/>
                <a:gd name="T44" fmla="*/ 55 w 82"/>
                <a:gd name="T45" fmla="*/ 3 h 82"/>
                <a:gd name="T46" fmla="*/ 54 w 82"/>
                <a:gd name="T47" fmla="*/ 4 h 82"/>
                <a:gd name="T48" fmla="*/ 54 w 82"/>
                <a:gd name="T49" fmla="*/ 4 h 82"/>
                <a:gd name="T50" fmla="*/ 55 w 82"/>
                <a:gd name="T51" fmla="*/ 3 h 82"/>
                <a:gd name="T52" fmla="*/ 54 w 82"/>
                <a:gd name="T53" fmla="*/ 4 h 82"/>
                <a:gd name="T54" fmla="*/ 54 w 82"/>
                <a:gd name="T55" fmla="*/ 5 h 82"/>
                <a:gd name="T56" fmla="*/ 68 w 82"/>
                <a:gd name="T57" fmla="*/ 43 h 82"/>
                <a:gd name="T58" fmla="*/ 75 w 82"/>
                <a:gd name="T59" fmla="*/ 65 h 82"/>
                <a:gd name="T60" fmla="*/ 79 w 82"/>
                <a:gd name="T61" fmla="*/ 75 h 82"/>
                <a:gd name="T62" fmla="*/ 82 w 82"/>
                <a:gd name="T63" fmla="*/ 73 h 82"/>
                <a:gd name="T64" fmla="*/ 70 w 82"/>
                <a:gd name="T65" fmla="*/ 38 h 82"/>
                <a:gd name="T66" fmla="*/ 61 w 82"/>
                <a:gd name="T67" fmla="*/ 14 h 82"/>
                <a:gd name="T68" fmla="*/ 59 w 82"/>
                <a:gd name="T69" fmla="*/ 6 h 82"/>
                <a:gd name="T70" fmla="*/ 58 w 82"/>
                <a:gd name="T71" fmla="*/ 3 h 82"/>
                <a:gd name="T72" fmla="*/ 57 w 82"/>
                <a:gd name="T73" fmla="*/ 2 h 82"/>
                <a:gd name="T74" fmla="*/ 57 w 82"/>
                <a:gd name="T75" fmla="*/ 2 h 82"/>
                <a:gd name="T76" fmla="*/ 56 w 82"/>
                <a:gd name="T77" fmla="*/ 1 h 82"/>
                <a:gd name="T78" fmla="*/ 54 w 82"/>
                <a:gd name="T79" fmla="*/ 0 h 82"/>
                <a:gd name="T80" fmla="*/ 48 w 82"/>
                <a:gd name="T81" fmla="*/ 1 h 82"/>
                <a:gd name="T82" fmla="*/ 41 w 82"/>
                <a:gd name="T83" fmla="*/ 4 h 82"/>
                <a:gd name="T84" fmla="*/ 34 w 82"/>
                <a:gd name="T85" fmla="*/ 7 h 82"/>
                <a:gd name="T86" fmla="*/ 27 w 82"/>
                <a:gd name="T87" fmla="*/ 14 h 82"/>
                <a:gd name="T88" fmla="*/ 25 w 82"/>
                <a:gd name="T89" fmla="*/ 19 h 82"/>
                <a:gd name="T90" fmla="*/ 0 w 82"/>
                <a:gd name="T91" fmla="*/ 81 h 82"/>
                <a:gd name="T92" fmla="*/ 4 w 82"/>
                <a:gd name="T93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2" h="82">
                  <a:moveTo>
                    <a:pt x="4" y="82"/>
                  </a:moveTo>
                  <a:cubicBezTo>
                    <a:pt x="4" y="82"/>
                    <a:pt x="5" y="79"/>
                    <a:pt x="7" y="73"/>
                  </a:cubicBezTo>
                  <a:cubicBezTo>
                    <a:pt x="11" y="64"/>
                    <a:pt x="16" y="51"/>
                    <a:pt x="21" y="40"/>
                  </a:cubicBezTo>
                  <a:cubicBezTo>
                    <a:pt x="23" y="34"/>
                    <a:pt x="25" y="29"/>
                    <a:pt x="27" y="24"/>
                  </a:cubicBezTo>
                  <a:cubicBezTo>
                    <a:pt x="28" y="22"/>
                    <a:pt x="29" y="21"/>
                    <a:pt x="29" y="19"/>
                  </a:cubicBezTo>
                  <a:cubicBezTo>
                    <a:pt x="30" y="18"/>
                    <a:pt x="30" y="17"/>
                    <a:pt x="31" y="16"/>
                  </a:cubicBezTo>
                  <a:cubicBezTo>
                    <a:pt x="32" y="13"/>
                    <a:pt x="34" y="12"/>
                    <a:pt x="36" y="11"/>
                  </a:cubicBezTo>
                  <a:cubicBezTo>
                    <a:pt x="37" y="10"/>
                    <a:pt x="40" y="9"/>
                    <a:pt x="43" y="8"/>
                  </a:cubicBezTo>
                  <a:cubicBezTo>
                    <a:pt x="45" y="7"/>
                    <a:pt x="48" y="6"/>
                    <a:pt x="50" y="5"/>
                  </a:cubicBezTo>
                  <a:cubicBezTo>
                    <a:pt x="52" y="5"/>
                    <a:pt x="53" y="4"/>
                    <a:pt x="54" y="4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5" y="3"/>
                    <a:pt x="55" y="3"/>
                    <a:pt x="55" y="3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5" y="3"/>
                    <a:pt x="55" y="3"/>
                    <a:pt x="55" y="3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5" y="3"/>
                    <a:pt x="55" y="3"/>
                    <a:pt x="55" y="3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5" y="3"/>
                    <a:pt x="55" y="3"/>
                    <a:pt x="55" y="3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4" y="4"/>
                    <a:pt x="54" y="4"/>
                    <a:pt x="54" y="5"/>
                  </a:cubicBezTo>
                  <a:cubicBezTo>
                    <a:pt x="56" y="10"/>
                    <a:pt x="62" y="27"/>
                    <a:pt x="68" y="43"/>
                  </a:cubicBezTo>
                  <a:cubicBezTo>
                    <a:pt x="71" y="51"/>
                    <a:pt x="73" y="59"/>
                    <a:pt x="75" y="65"/>
                  </a:cubicBezTo>
                  <a:cubicBezTo>
                    <a:pt x="77" y="71"/>
                    <a:pt x="79" y="75"/>
                    <a:pt x="79" y="75"/>
                  </a:cubicBezTo>
                  <a:cubicBezTo>
                    <a:pt x="82" y="73"/>
                    <a:pt x="82" y="73"/>
                    <a:pt x="82" y="73"/>
                  </a:cubicBezTo>
                  <a:cubicBezTo>
                    <a:pt x="82" y="73"/>
                    <a:pt x="76" y="56"/>
                    <a:pt x="70" y="38"/>
                  </a:cubicBezTo>
                  <a:cubicBezTo>
                    <a:pt x="67" y="29"/>
                    <a:pt x="64" y="21"/>
                    <a:pt x="61" y="14"/>
                  </a:cubicBezTo>
                  <a:cubicBezTo>
                    <a:pt x="60" y="10"/>
                    <a:pt x="59" y="8"/>
                    <a:pt x="59" y="6"/>
                  </a:cubicBezTo>
                  <a:cubicBezTo>
                    <a:pt x="58" y="5"/>
                    <a:pt x="58" y="4"/>
                    <a:pt x="58" y="3"/>
                  </a:cubicBezTo>
                  <a:cubicBezTo>
                    <a:pt x="57" y="2"/>
                    <a:pt x="57" y="2"/>
                    <a:pt x="57" y="2"/>
                  </a:cubicBezTo>
                  <a:cubicBezTo>
                    <a:pt x="57" y="2"/>
                    <a:pt x="57" y="2"/>
                    <a:pt x="57" y="2"/>
                  </a:cubicBezTo>
                  <a:cubicBezTo>
                    <a:pt x="57" y="1"/>
                    <a:pt x="56" y="1"/>
                    <a:pt x="56" y="1"/>
                  </a:cubicBezTo>
                  <a:cubicBezTo>
                    <a:pt x="55" y="0"/>
                    <a:pt x="54" y="0"/>
                    <a:pt x="54" y="0"/>
                  </a:cubicBezTo>
                  <a:cubicBezTo>
                    <a:pt x="52" y="0"/>
                    <a:pt x="51" y="1"/>
                    <a:pt x="48" y="1"/>
                  </a:cubicBezTo>
                  <a:cubicBezTo>
                    <a:pt x="46" y="2"/>
                    <a:pt x="44" y="3"/>
                    <a:pt x="41" y="4"/>
                  </a:cubicBezTo>
                  <a:cubicBezTo>
                    <a:pt x="38" y="5"/>
                    <a:pt x="36" y="6"/>
                    <a:pt x="34" y="7"/>
                  </a:cubicBezTo>
                  <a:cubicBezTo>
                    <a:pt x="31" y="9"/>
                    <a:pt x="29" y="11"/>
                    <a:pt x="27" y="14"/>
                  </a:cubicBezTo>
                  <a:cubicBezTo>
                    <a:pt x="27" y="15"/>
                    <a:pt x="26" y="17"/>
                    <a:pt x="25" y="19"/>
                  </a:cubicBezTo>
                  <a:cubicBezTo>
                    <a:pt x="18" y="35"/>
                    <a:pt x="0" y="81"/>
                    <a:pt x="0" y="81"/>
                  </a:cubicBezTo>
                  <a:cubicBezTo>
                    <a:pt x="4" y="82"/>
                    <a:pt x="4" y="82"/>
                    <a:pt x="4" y="8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5" name="Freeform 82">
              <a:extLst>
                <a:ext uri="{FF2B5EF4-FFF2-40B4-BE49-F238E27FC236}">
                  <a16:creationId xmlns:a16="http://schemas.microsoft.com/office/drawing/2014/main" id="{C904B09F-B1FE-4E4E-AD94-D86A4432A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4" y="1388"/>
              <a:ext cx="8" cy="102"/>
            </a:xfrm>
            <a:custGeom>
              <a:avLst/>
              <a:gdLst>
                <a:gd name="T0" fmla="*/ 0 w 8"/>
                <a:gd name="T1" fmla="*/ 0 h 102"/>
                <a:gd name="T2" fmla="*/ 0 w 8"/>
                <a:gd name="T3" fmla="*/ 102 h 102"/>
                <a:gd name="T4" fmla="*/ 8 w 8"/>
                <a:gd name="T5" fmla="*/ 102 h 102"/>
                <a:gd name="T6" fmla="*/ 8 w 8"/>
                <a:gd name="T7" fmla="*/ 2 h 102"/>
                <a:gd name="T8" fmla="*/ 0 w 8"/>
                <a:gd name="T9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02">
                  <a:moveTo>
                    <a:pt x="0" y="0"/>
                  </a:moveTo>
                  <a:lnTo>
                    <a:pt x="0" y="102"/>
                  </a:lnTo>
                  <a:lnTo>
                    <a:pt x="8" y="102"/>
                  </a:lnTo>
                  <a:lnTo>
                    <a:pt x="8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6" name="Freeform 83">
              <a:extLst>
                <a:ext uri="{FF2B5EF4-FFF2-40B4-BE49-F238E27FC236}">
                  <a16:creationId xmlns:a16="http://schemas.microsoft.com/office/drawing/2014/main" id="{C6DC4969-16E5-4347-8CA0-EB2EFD9A5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4" y="1388"/>
              <a:ext cx="8" cy="102"/>
            </a:xfrm>
            <a:custGeom>
              <a:avLst/>
              <a:gdLst>
                <a:gd name="T0" fmla="*/ 0 w 8"/>
                <a:gd name="T1" fmla="*/ 0 h 102"/>
                <a:gd name="T2" fmla="*/ 0 w 8"/>
                <a:gd name="T3" fmla="*/ 102 h 102"/>
                <a:gd name="T4" fmla="*/ 8 w 8"/>
                <a:gd name="T5" fmla="*/ 102 h 102"/>
                <a:gd name="T6" fmla="*/ 8 w 8"/>
                <a:gd name="T7" fmla="*/ 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02">
                  <a:moveTo>
                    <a:pt x="0" y="0"/>
                  </a:moveTo>
                  <a:lnTo>
                    <a:pt x="0" y="102"/>
                  </a:lnTo>
                  <a:lnTo>
                    <a:pt x="8" y="102"/>
                  </a:lnTo>
                  <a:lnTo>
                    <a:pt x="8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7" name="Freeform 84">
              <a:extLst>
                <a:ext uri="{FF2B5EF4-FFF2-40B4-BE49-F238E27FC236}">
                  <a16:creationId xmlns:a16="http://schemas.microsoft.com/office/drawing/2014/main" id="{33963B8C-1B89-406A-96EE-53CC3AF7E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" y="1512"/>
              <a:ext cx="283" cy="44"/>
            </a:xfrm>
            <a:custGeom>
              <a:avLst/>
              <a:gdLst>
                <a:gd name="T0" fmla="*/ 13 w 141"/>
                <a:gd name="T1" fmla="*/ 3 h 22"/>
                <a:gd name="T2" fmla="*/ 129 w 141"/>
                <a:gd name="T3" fmla="*/ 3 h 22"/>
                <a:gd name="T4" fmla="*/ 138 w 141"/>
                <a:gd name="T5" fmla="*/ 2 h 22"/>
                <a:gd name="T6" fmla="*/ 129 w 141"/>
                <a:gd name="T7" fmla="*/ 10 h 22"/>
                <a:gd name="T8" fmla="*/ 62 w 141"/>
                <a:gd name="T9" fmla="*/ 22 h 22"/>
                <a:gd name="T10" fmla="*/ 3 w 141"/>
                <a:gd name="T11" fmla="*/ 9 h 22"/>
                <a:gd name="T12" fmla="*/ 7 w 141"/>
                <a:gd name="T13" fmla="*/ 2 h 22"/>
                <a:gd name="T14" fmla="*/ 13 w 141"/>
                <a:gd name="T15" fmla="*/ 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1" h="22">
                  <a:moveTo>
                    <a:pt x="13" y="3"/>
                  </a:moveTo>
                  <a:cubicBezTo>
                    <a:pt x="31" y="7"/>
                    <a:pt x="78" y="15"/>
                    <a:pt x="129" y="3"/>
                  </a:cubicBezTo>
                  <a:cubicBezTo>
                    <a:pt x="136" y="1"/>
                    <a:pt x="137" y="0"/>
                    <a:pt x="138" y="2"/>
                  </a:cubicBezTo>
                  <a:cubicBezTo>
                    <a:pt x="140" y="4"/>
                    <a:pt x="141" y="6"/>
                    <a:pt x="129" y="10"/>
                  </a:cubicBezTo>
                  <a:cubicBezTo>
                    <a:pt x="119" y="14"/>
                    <a:pt x="96" y="22"/>
                    <a:pt x="62" y="22"/>
                  </a:cubicBezTo>
                  <a:cubicBezTo>
                    <a:pt x="29" y="21"/>
                    <a:pt x="8" y="13"/>
                    <a:pt x="3" y="9"/>
                  </a:cubicBezTo>
                  <a:cubicBezTo>
                    <a:pt x="0" y="6"/>
                    <a:pt x="4" y="1"/>
                    <a:pt x="7" y="2"/>
                  </a:cubicBezTo>
                  <a:cubicBezTo>
                    <a:pt x="11" y="3"/>
                    <a:pt x="13" y="3"/>
                    <a:pt x="13" y="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8" name="Freeform 85">
              <a:extLst>
                <a:ext uri="{FF2B5EF4-FFF2-40B4-BE49-F238E27FC236}">
                  <a16:creationId xmlns:a16="http://schemas.microsoft.com/office/drawing/2014/main" id="{51B6F08F-D848-4CF2-88B2-6D616D480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2" y="1460"/>
              <a:ext cx="290" cy="54"/>
            </a:xfrm>
            <a:custGeom>
              <a:avLst/>
              <a:gdLst>
                <a:gd name="T0" fmla="*/ 2 w 145"/>
                <a:gd name="T1" fmla="*/ 16 h 27"/>
                <a:gd name="T2" fmla="*/ 1 w 145"/>
                <a:gd name="T3" fmla="*/ 12 h 27"/>
                <a:gd name="T4" fmla="*/ 6 w 145"/>
                <a:gd name="T5" fmla="*/ 10 h 27"/>
                <a:gd name="T6" fmla="*/ 71 w 145"/>
                <a:gd name="T7" fmla="*/ 13 h 27"/>
                <a:gd name="T8" fmla="*/ 137 w 145"/>
                <a:gd name="T9" fmla="*/ 1 h 27"/>
                <a:gd name="T10" fmla="*/ 143 w 145"/>
                <a:gd name="T11" fmla="*/ 2 h 27"/>
                <a:gd name="T12" fmla="*/ 137 w 145"/>
                <a:gd name="T13" fmla="*/ 10 h 27"/>
                <a:gd name="T14" fmla="*/ 74 w 145"/>
                <a:gd name="T15" fmla="*/ 24 h 27"/>
                <a:gd name="T16" fmla="*/ 2 w 145"/>
                <a:gd name="T17" fmla="*/ 1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5" h="27">
                  <a:moveTo>
                    <a:pt x="2" y="16"/>
                  </a:moveTo>
                  <a:cubicBezTo>
                    <a:pt x="0" y="15"/>
                    <a:pt x="0" y="14"/>
                    <a:pt x="1" y="12"/>
                  </a:cubicBezTo>
                  <a:cubicBezTo>
                    <a:pt x="1" y="11"/>
                    <a:pt x="4" y="9"/>
                    <a:pt x="6" y="10"/>
                  </a:cubicBezTo>
                  <a:cubicBezTo>
                    <a:pt x="8" y="10"/>
                    <a:pt x="22" y="18"/>
                    <a:pt x="71" y="13"/>
                  </a:cubicBezTo>
                  <a:cubicBezTo>
                    <a:pt x="120" y="8"/>
                    <a:pt x="134" y="2"/>
                    <a:pt x="137" y="1"/>
                  </a:cubicBezTo>
                  <a:cubicBezTo>
                    <a:pt x="141" y="0"/>
                    <a:pt x="142" y="0"/>
                    <a:pt x="143" y="2"/>
                  </a:cubicBezTo>
                  <a:cubicBezTo>
                    <a:pt x="145" y="5"/>
                    <a:pt x="142" y="7"/>
                    <a:pt x="137" y="10"/>
                  </a:cubicBezTo>
                  <a:cubicBezTo>
                    <a:pt x="132" y="14"/>
                    <a:pt x="110" y="21"/>
                    <a:pt x="74" y="24"/>
                  </a:cubicBezTo>
                  <a:cubicBezTo>
                    <a:pt x="38" y="27"/>
                    <a:pt x="15" y="22"/>
                    <a:pt x="2" y="1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9" name="Freeform 86">
              <a:extLst>
                <a:ext uri="{FF2B5EF4-FFF2-40B4-BE49-F238E27FC236}">
                  <a16:creationId xmlns:a16="http://schemas.microsoft.com/office/drawing/2014/main" id="{70F4C2DA-E28B-4212-8EF4-9E54B932B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9" y="1891"/>
              <a:ext cx="175" cy="98"/>
            </a:xfrm>
            <a:custGeom>
              <a:avLst/>
              <a:gdLst>
                <a:gd name="T0" fmla="*/ 56 w 87"/>
                <a:gd name="T1" fmla="*/ 39 h 49"/>
                <a:gd name="T2" fmla="*/ 74 w 87"/>
                <a:gd name="T3" fmla="*/ 35 h 49"/>
                <a:gd name="T4" fmla="*/ 87 w 87"/>
                <a:gd name="T5" fmla="*/ 27 h 49"/>
                <a:gd name="T6" fmla="*/ 81 w 87"/>
                <a:gd name="T7" fmla="*/ 14 h 49"/>
                <a:gd name="T8" fmla="*/ 67 w 87"/>
                <a:gd name="T9" fmla="*/ 2 h 49"/>
                <a:gd name="T10" fmla="*/ 36 w 87"/>
                <a:gd name="T11" fmla="*/ 8 h 49"/>
                <a:gd name="T12" fmla="*/ 8 w 87"/>
                <a:gd name="T13" fmla="*/ 3 h 49"/>
                <a:gd name="T14" fmla="*/ 7 w 87"/>
                <a:gd name="T15" fmla="*/ 23 h 49"/>
                <a:gd name="T16" fmla="*/ 13 w 87"/>
                <a:gd name="T17" fmla="*/ 22 h 49"/>
                <a:gd name="T18" fmla="*/ 20 w 87"/>
                <a:gd name="T19" fmla="*/ 36 h 49"/>
                <a:gd name="T20" fmla="*/ 43 w 87"/>
                <a:gd name="T21" fmla="*/ 45 h 49"/>
                <a:gd name="T22" fmla="*/ 56 w 87"/>
                <a:gd name="T23" fmla="*/ 3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7" h="49">
                  <a:moveTo>
                    <a:pt x="56" y="39"/>
                  </a:moveTo>
                  <a:cubicBezTo>
                    <a:pt x="56" y="39"/>
                    <a:pt x="66" y="39"/>
                    <a:pt x="74" y="35"/>
                  </a:cubicBezTo>
                  <a:cubicBezTo>
                    <a:pt x="82" y="32"/>
                    <a:pt x="87" y="31"/>
                    <a:pt x="87" y="27"/>
                  </a:cubicBezTo>
                  <a:cubicBezTo>
                    <a:pt x="87" y="24"/>
                    <a:pt x="87" y="21"/>
                    <a:pt x="81" y="14"/>
                  </a:cubicBezTo>
                  <a:cubicBezTo>
                    <a:pt x="76" y="7"/>
                    <a:pt x="74" y="1"/>
                    <a:pt x="67" y="2"/>
                  </a:cubicBezTo>
                  <a:cubicBezTo>
                    <a:pt x="59" y="4"/>
                    <a:pt x="43" y="9"/>
                    <a:pt x="36" y="8"/>
                  </a:cubicBezTo>
                  <a:cubicBezTo>
                    <a:pt x="29" y="7"/>
                    <a:pt x="16" y="0"/>
                    <a:pt x="8" y="3"/>
                  </a:cubicBezTo>
                  <a:cubicBezTo>
                    <a:pt x="0" y="7"/>
                    <a:pt x="4" y="23"/>
                    <a:pt x="7" y="23"/>
                  </a:cubicBezTo>
                  <a:cubicBezTo>
                    <a:pt x="10" y="22"/>
                    <a:pt x="13" y="22"/>
                    <a:pt x="13" y="22"/>
                  </a:cubicBezTo>
                  <a:cubicBezTo>
                    <a:pt x="13" y="22"/>
                    <a:pt x="16" y="27"/>
                    <a:pt x="20" y="36"/>
                  </a:cubicBezTo>
                  <a:cubicBezTo>
                    <a:pt x="24" y="45"/>
                    <a:pt x="32" y="49"/>
                    <a:pt x="43" y="45"/>
                  </a:cubicBezTo>
                  <a:cubicBezTo>
                    <a:pt x="55" y="40"/>
                    <a:pt x="54" y="40"/>
                    <a:pt x="56" y="3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0" name="Freeform 87">
              <a:extLst>
                <a:ext uri="{FF2B5EF4-FFF2-40B4-BE49-F238E27FC236}">
                  <a16:creationId xmlns:a16="http://schemas.microsoft.com/office/drawing/2014/main" id="{C2FD5999-C17F-4569-A4F3-5563F533B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3" y="1925"/>
              <a:ext cx="74" cy="38"/>
            </a:xfrm>
            <a:custGeom>
              <a:avLst/>
              <a:gdLst>
                <a:gd name="T0" fmla="*/ 0 w 37"/>
                <a:gd name="T1" fmla="*/ 4 h 19"/>
                <a:gd name="T2" fmla="*/ 17 w 37"/>
                <a:gd name="T3" fmla="*/ 1 h 19"/>
                <a:gd name="T4" fmla="*/ 19 w 37"/>
                <a:gd name="T5" fmla="*/ 1 h 19"/>
                <a:gd name="T6" fmla="*/ 24 w 37"/>
                <a:gd name="T7" fmla="*/ 3 h 19"/>
                <a:gd name="T8" fmla="*/ 27 w 37"/>
                <a:gd name="T9" fmla="*/ 10 h 19"/>
                <a:gd name="T10" fmla="*/ 36 w 37"/>
                <a:gd name="T11" fmla="*/ 19 h 19"/>
                <a:gd name="T12" fmla="*/ 37 w 37"/>
                <a:gd name="T13" fmla="*/ 19 h 19"/>
                <a:gd name="T14" fmla="*/ 37 w 37"/>
                <a:gd name="T15" fmla="*/ 18 h 19"/>
                <a:gd name="T16" fmla="*/ 36 w 37"/>
                <a:gd name="T17" fmla="*/ 18 h 19"/>
                <a:gd name="T18" fmla="*/ 28 w 37"/>
                <a:gd name="T19" fmla="*/ 9 h 19"/>
                <a:gd name="T20" fmla="*/ 25 w 37"/>
                <a:gd name="T21" fmla="*/ 2 h 19"/>
                <a:gd name="T22" fmla="*/ 19 w 37"/>
                <a:gd name="T23" fmla="*/ 0 h 19"/>
                <a:gd name="T24" fmla="*/ 17 w 37"/>
                <a:gd name="T25" fmla="*/ 0 h 19"/>
                <a:gd name="T26" fmla="*/ 0 w 37"/>
                <a:gd name="T27" fmla="*/ 3 h 19"/>
                <a:gd name="T28" fmla="*/ 0 w 37"/>
                <a:gd name="T29" fmla="*/ 3 h 19"/>
                <a:gd name="T30" fmla="*/ 0 w 37"/>
                <a:gd name="T31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19">
                  <a:moveTo>
                    <a:pt x="0" y="4"/>
                  </a:moveTo>
                  <a:cubicBezTo>
                    <a:pt x="6" y="2"/>
                    <a:pt x="12" y="1"/>
                    <a:pt x="17" y="1"/>
                  </a:cubicBezTo>
                  <a:cubicBezTo>
                    <a:pt x="17" y="1"/>
                    <a:pt x="18" y="1"/>
                    <a:pt x="19" y="1"/>
                  </a:cubicBezTo>
                  <a:cubicBezTo>
                    <a:pt x="21" y="1"/>
                    <a:pt x="23" y="2"/>
                    <a:pt x="24" y="3"/>
                  </a:cubicBezTo>
                  <a:cubicBezTo>
                    <a:pt x="25" y="4"/>
                    <a:pt x="26" y="7"/>
                    <a:pt x="27" y="10"/>
                  </a:cubicBezTo>
                  <a:cubicBezTo>
                    <a:pt x="31" y="16"/>
                    <a:pt x="36" y="19"/>
                    <a:pt x="36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8"/>
                    <a:pt x="36" y="18"/>
                    <a:pt x="36" y="18"/>
                  </a:cubicBezTo>
                  <a:cubicBezTo>
                    <a:pt x="34" y="17"/>
                    <a:pt x="31" y="14"/>
                    <a:pt x="28" y="9"/>
                  </a:cubicBezTo>
                  <a:cubicBezTo>
                    <a:pt x="27" y="6"/>
                    <a:pt x="26" y="4"/>
                    <a:pt x="25" y="2"/>
                  </a:cubicBezTo>
                  <a:cubicBezTo>
                    <a:pt x="23" y="1"/>
                    <a:pt x="21" y="0"/>
                    <a:pt x="19" y="0"/>
                  </a:cubicBezTo>
                  <a:cubicBezTo>
                    <a:pt x="18" y="0"/>
                    <a:pt x="17" y="0"/>
                    <a:pt x="17" y="0"/>
                  </a:cubicBezTo>
                  <a:cubicBezTo>
                    <a:pt x="11" y="0"/>
                    <a:pt x="6" y="1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1" name="Freeform 88">
              <a:extLst>
                <a:ext uri="{FF2B5EF4-FFF2-40B4-BE49-F238E27FC236}">
                  <a16:creationId xmlns:a16="http://schemas.microsoft.com/office/drawing/2014/main" id="{69D0B2F1-9C23-4502-AEAA-B2B5B27C1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1" y="1975"/>
              <a:ext cx="82" cy="82"/>
            </a:xfrm>
            <a:custGeom>
              <a:avLst/>
              <a:gdLst>
                <a:gd name="T0" fmla="*/ 3 w 41"/>
                <a:gd name="T1" fmla="*/ 40 h 41"/>
                <a:gd name="T2" fmla="*/ 9 w 41"/>
                <a:gd name="T3" fmla="*/ 25 h 41"/>
                <a:gd name="T4" fmla="*/ 14 w 41"/>
                <a:gd name="T5" fmla="*/ 15 h 41"/>
                <a:gd name="T6" fmla="*/ 15 w 41"/>
                <a:gd name="T7" fmla="*/ 11 h 41"/>
                <a:gd name="T8" fmla="*/ 16 w 41"/>
                <a:gd name="T9" fmla="*/ 9 h 41"/>
                <a:gd name="T10" fmla="*/ 18 w 41"/>
                <a:gd name="T11" fmla="*/ 6 h 41"/>
                <a:gd name="T12" fmla="*/ 22 w 41"/>
                <a:gd name="T13" fmla="*/ 5 h 41"/>
                <a:gd name="T14" fmla="*/ 25 w 41"/>
                <a:gd name="T15" fmla="*/ 4 h 41"/>
                <a:gd name="T16" fmla="*/ 27 w 41"/>
                <a:gd name="T17" fmla="*/ 3 h 41"/>
                <a:gd name="T18" fmla="*/ 27 w 41"/>
                <a:gd name="T19" fmla="*/ 3 h 41"/>
                <a:gd name="T20" fmla="*/ 27 w 41"/>
                <a:gd name="T21" fmla="*/ 2 h 41"/>
                <a:gd name="T22" fmla="*/ 27 w 41"/>
                <a:gd name="T23" fmla="*/ 3 h 41"/>
                <a:gd name="T24" fmla="*/ 27 w 41"/>
                <a:gd name="T25" fmla="*/ 3 h 41"/>
                <a:gd name="T26" fmla="*/ 27 w 41"/>
                <a:gd name="T27" fmla="*/ 2 h 41"/>
                <a:gd name="T28" fmla="*/ 27 w 41"/>
                <a:gd name="T29" fmla="*/ 3 h 41"/>
                <a:gd name="T30" fmla="*/ 27 w 41"/>
                <a:gd name="T31" fmla="*/ 2 h 41"/>
                <a:gd name="T32" fmla="*/ 26 w 41"/>
                <a:gd name="T33" fmla="*/ 3 h 41"/>
                <a:gd name="T34" fmla="*/ 27 w 41"/>
                <a:gd name="T35" fmla="*/ 3 h 41"/>
                <a:gd name="T36" fmla="*/ 27 w 41"/>
                <a:gd name="T37" fmla="*/ 2 h 41"/>
                <a:gd name="T38" fmla="*/ 26 w 41"/>
                <a:gd name="T39" fmla="*/ 3 h 41"/>
                <a:gd name="T40" fmla="*/ 27 w 41"/>
                <a:gd name="T41" fmla="*/ 2 h 41"/>
                <a:gd name="T42" fmla="*/ 26 w 41"/>
                <a:gd name="T43" fmla="*/ 3 h 41"/>
                <a:gd name="T44" fmla="*/ 26 w 41"/>
                <a:gd name="T45" fmla="*/ 3 h 41"/>
                <a:gd name="T46" fmla="*/ 27 w 41"/>
                <a:gd name="T47" fmla="*/ 2 h 41"/>
                <a:gd name="T48" fmla="*/ 26 w 41"/>
                <a:gd name="T49" fmla="*/ 3 h 41"/>
                <a:gd name="T50" fmla="*/ 27 w 41"/>
                <a:gd name="T51" fmla="*/ 4 h 41"/>
                <a:gd name="T52" fmla="*/ 33 w 41"/>
                <a:gd name="T53" fmla="*/ 23 h 41"/>
                <a:gd name="T54" fmla="*/ 38 w 41"/>
                <a:gd name="T55" fmla="*/ 36 h 41"/>
                <a:gd name="T56" fmla="*/ 40 w 41"/>
                <a:gd name="T57" fmla="*/ 37 h 41"/>
                <a:gd name="T58" fmla="*/ 41 w 41"/>
                <a:gd name="T59" fmla="*/ 35 h 41"/>
                <a:gd name="T60" fmla="*/ 35 w 41"/>
                <a:gd name="T61" fmla="*/ 19 h 41"/>
                <a:gd name="T62" fmla="*/ 31 w 41"/>
                <a:gd name="T63" fmla="*/ 7 h 41"/>
                <a:gd name="T64" fmla="*/ 29 w 41"/>
                <a:gd name="T65" fmla="*/ 3 h 41"/>
                <a:gd name="T66" fmla="*/ 29 w 41"/>
                <a:gd name="T67" fmla="*/ 2 h 41"/>
                <a:gd name="T68" fmla="*/ 29 w 41"/>
                <a:gd name="T69" fmla="*/ 2 h 41"/>
                <a:gd name="T70" fmla="*/ 29 w 41"/>
                <a:gd name="T71" fmla="*/ 1 h 41"/>
                <a:gd name="T72" fmla="*/ 28 w 41"/>
                <a:gd name="T73" fmla="*/ 0 h 41"/>
                <a:gd name="T74" fmla="*/ 27 w 41"/>
                <a:gd name="T75" fmla="*/ 0 h 41"/>
                <a:gd name="T76" fmla="*/ 24 w 41"/>
                <a:gd name="T77" fmla="*/ 1 h 41"/>
                <a:gd name="T78" fmla="*/ 21 w 41"/>
                <a:gd name="T79" fmla="*/ 2 h 41"/>
                <a:gd name="T80" fmla="*/ 17 w 41"/>
                <a:gd name="T81" fmla="*/ 4 h 41"/>
                <a:gd name="T82" fmla="*/ 14 w 41"/>
                <a:gd name="T83" fmla="*/ 7 h 41"/>
                <a:gd name="T84" fmla="*/ 12 w 41"/>
                <a:gd name="T85" fmla="*/ 9 h 41"/>
                <a:gd name="T86" fmla="*/ 1 w 41"/>
                <a:gd name="T87" fmla="*/ 39 h 41"/>
                <a:gd name="T88" fmla="*/ 1 w 41"/>
                <a:gd name="T89" fmla="*/ 41 h 41"/>
                <a:gd name="T90" fmla="*/ 3 w 41"/>
                <a:gd name="T91" fmla="*/ 4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1" h="41">
                  <a:moveTo>
                    <a:pt x="3" y="40"/>
                  </a:moveTo>
                  <a:cubicBezTo>
                    <a:pt x="3" y="40"/>
                    <a:pt x="6" y="33"/>
                    <a:pt x="9" y="25"/>
                  </a:cubicBezTo>
                  <a:cubicBezTo>
                    <a:pt x="11" y="21"/>
                    <a:pt x="12" y="18"/>
                    <a:pt x="14" y="15"/>
                  </a:cubicBezTo>
                  <a:cubicBezTo>
                    <a:pt x="14" y="13"/>
                    <a:pt x="15" y="12"/>
                    <a:pt x="15" y="11"/>
                  </a:cubicBezTo>
                  <a:cubicBezTo>
                    <a:pt x="16" y="10"/>
                    <a:pt x="16" y="9"/>
                    <a:pt x="16" y="9"/>
                  </a:cubicBezTo>
                  <a:cubicBezTo>
                    <a:pt x="17" y="7"/>
                    <a:pt x="18" y="7"/>
                    <a:pt x="18" y="6"/>
                  </a:cubicBezTo>
                  <a:cubicBezTo>
                    <a:pt x="19" y="6"/>
                    <a:pt x="20" y="5"/>
                    <a:pt x="22" y="5"/>
                  </a:cubicBezTo>
                  <a:cubicBezTo>
                    <a:pt x="23" y="4"/>
                    <a:pt x="24" y="4"/>
                    <a:pt x="25" y="4"/>
                  </a:cubicBezTo>
                  <a:cubicBezTo>
                    <a:pt x="26" y="3"/>
                    <a:pt x="27" y="3"/>
                    <a:pt x="27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3"/>
                    <a:pt x="26" y="3"/>
                    <a:pt x="27" y="4"/>
                  </a:cubicBezTo>
                  <a:cubicBezTo>
                    <a:pt x="28" y="8"/>
                    <a:pt x="31" y="16"/>
                    <a:pt x="33" y="23"/>
                  </a:cubicBezTo>
                  <a:cubicBezTo>
                    <a:pt x="36" y="30"/>
                    <a:pt x="38" y="36"/>
                    <a:pt x="38" y="36"/>
                  </a:cubicBezTo>
                  <a:cubicBezTo>
                    <a:pt x="38" y="37"/>
                    <a:pt x="39" y="37"/>
                    <a:pt x="40" y="37"/>
                  </a:cubicBezTo>
                  <a:cubicBezTo>
                    <a:pt x="41" y="37"/>
                    <a:pt x="41" y="36"/>
                    <a:pt x="41" y="35"/>
                  </a:cubicBezTo>
                  <a:cubicBezTo>
                    <a:pt x="41" y="35"/>
                    <a:pt x="38" y="27"/>
                    <a:pt x="35" y="19"/>
                  </a:cubicBezTo>
                  <a:cubicBezTo>
                    <a:pt x="34" y="14"/>
                    <a:pt x="32" y="10"/>
                    <a:pt x="31" y="7"/>
                  </a:cubicBezTo>
                  <a:cubicBezTo>
                    <a:pt x="30" y="5"/>
                    <a:pt x="30" y="4"/>
                    <a:pt x="29" y="3"/>
                  </a:cubicBezTo>
                  <a:cubicBezTo>
                    <a:pt x="29" y="3"/>
                    <a:pt x="29" y="2"/>
                    <a:pt x="29" y="2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8" y="1"/>
                    <a:pt x="28" y="0"/>
                    <a:pt x="28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6" y="0"/>
                    <a:pt x="25" y="0"/>
                    <a:pt x="24" y="1"/>
                  </a:cubicBezTo>
                  <a:cubicBezTo>
                    <a:pt x="23" y="1"/>
                    <a:pt x="22" y="1"/>
                    <a:pt x="21" y="2"/>
                  </a:cubicBezTo>
                  <a:cubicBezTo>
                    <a:pt x="19" y="3"/>
                    <a:pt x="18" y="3"/>
                    <a:pt x="17" y="4"/>
                  </a:cubicBezTo>
                  <a:cubicBezTo>
                    <a:pt x="16" y="4"/>
                    <a:pt x="15" y="5"/>
                    <a:pt x="14" y="7"/>
                  </a:cubicBezTo>
                  <a:cubicBezTo>
                    <a:pt x="13" y="8"/>
                    <a:pt x="13" y="8"/>
                    <a:pt x="12" y="9"/>
                  </a:cubicBezTo>
                  <a:cubicBezTo>
                    <a:pt x="9" y="17"/>
                    <a:pt x="1" y="39"/>
                    <a:pt x="1" y="39"/>
                  </a:cubicBezTo>
                  <a:cubicBezTo>
                    <a:pt x="0" y="40"/>
                    <a:pt x="1" y="40"/>
                    <a:pt x="1" y="41"/>
                  </a:cubicBezTo>
                  <a:cubicBezTo>
                    <a:pt x="2" y="41"/>
                    <a:pt x="3" y="41"/>
                    <a:pt x="3" y="4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2" name="Freeform 89">
              <a:extLst>
                <a:ext uri="{FF2B5EF4-FFF2-40B4-BE49-F238E27FC236}">
                  <a16:creationId xmlns:a16="http://schemas.microsoft.com/office/drawing/2014/main" id="{C9EE657B-2457-40E7-9F4A-E826E200D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7" y="1981"/>
              <a:ext cx="6" cy="54"/>
            </a:xfrm>
            <a:custGeom>
              <a:avLst/>
              <a:gdLst>
                <a:gd name="T0" fmla="*/ 0 w 3"/>
                <a:gd name="T1" fmla="*/ 1 h 27"/>
                <a:gd name="T2" fmla="*/ 0 w 3"/>
                <a:gd name="T3" fmla="*/ 25 h 27"/>
                <a:gd name="T4" fmla="*/ 1 w 3"/>
                <a:gd name="T5" fmla="*/ 27 h 27"/>
                <a:gd name="T6" fmla="*/ 3 w 3"/>
                <a:gd name="T7" fmla="*/ 25 h 27"/>
                <a:gd name="T8" fmla="*/ 3 w 3"/>
                <a:gd name="T9" fmla="*/ 1 h 27"/>
                <a:gd name="T10" fmla="*/ 2 w 3"/>
                <a:gd name="T11" fmla="*/ 0 h 27"/>
                <a:gd name="T12" fmla="*/ 0 w 3"/>
                <a:gd name="T13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27">
                  <a:moveTo>
                    <a:pt x="0" y="1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26"/>
                    <a:pt x="1" y="27"/>
                    <a:pt x="1" y="27"/>
                  </a:cubicBezTo>
                  <a:cubicBezTo>
                    <a:pt x="2" y="27"/>
                    <a:pt x="3" y="26"/>
                    <a:pt x="3" y="25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3" name="Freeform 90">
              <a:extLst>
                <a:ext uri="{FF2B5EF4-FFF2-40B4-BE49-F238E27FC236}">
                  <a16:creationId xmlns:a16="http://schemas.microsoft.com/office/drawing/2014/main" id="{E9C3D19A-1B96-4D07-9023-19775D028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3" y="2041"/>
              <a:ext cx="134" cy="22"/>
            </a:xfrm>
            <a:custGeom>
              <a:avLst/>
              <a:gdLst>
                <a:gd name="T0" fmla="*/ 6 w 67"/>
                <a:gd name="T1" fmla="*/ 2 h 11"/>
                <a:gd name="T2" fmla="*/ 62 w 67"/>
                <a:gd name="T3" fmla="*/ 2 h 11"/>
                <a:gd name="T4" fmla="*/ 66 w 67"/>
                <a:gd name="T5" fmla="*/ 1 h 11"/>
                <a:gd name="T6" fmla="*/ 62 w 67"/>
                <a:gd name="T7" fmla="*/ 5 h 11"/>
                <a:gd name="T8" fmla="*/ 30 w 67"/>
                <a:gd name="T9" fmla="*/ 11 h 11"/>
                <a:gd name="T10" fmla="*/ 2 w 67"/>
                <a:gd name="T11" fmla="*/ 4 h 11"/>
                <a:gd name="T12" fmla="*/ 4 w 67"/>
                <a:gd name="T13" fmla="*/ 1 h 11"/>
                <a:gd name="T14" fmla="*/ 6 w 67"/>
                <a:gd name="T15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11">
                  <a:moveTo>
                    <a:pt x="6" y="2"/>
                  </a:moveTo>
                  <a:cubicBezTo>
                    <a:pt x="15" y="4"/>
                    <a:pt x="37" y="8"/>
                    <a:pt x="62" y="2"/>
                  </a:cubicBezTo>
                  <a:cubicBezTo>
                    <a:pt x="65" y="1"/>
                    <a:pt x="65" y="0"/>
                    <a:pt x="66" y="1"/>
                  </a:cubicBezTo>
                  <a:cubicBezTo>
                    <a:pt x="67" y="2"/>
                    <a:pt x="67" y="3"/>
                    <a:pt x="62" y="5"/>
                  </a:cubicBezTo>
                  <a:cubicBezTo>
                    <a:pt x="57" y="7"/>
                    <a:pt x="46" y="11"/>
                    <a:pt x="30" y="11"/>
                  </a:cubicBezTo>
                  <a:cubicBezTo>
                    <a:pt x="14" y="10"/>
                    <a:pt x="4" y="7"/>
                    <a:pt x="2" y="4"/>
                  </a:cubicBezTo>
                  <a:cubicBezTo>
                    <a:pt x="0" y="3"/>
                    <a:pt x="2" y="1"/>
                    <a:pt x="4" y="1"/>
                  </a:cubicBezTo>
                  <a:cubicBezTo>
                    <a:pt x="5" y="2"/>
                    <a:pt x="6" y="2"/>
                    <a:pt x="6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4" name="Freeform 91">
              <a:extLst>
                <a:ext uri="{FF2B5EF4-FFF2-40B4-BE49-F238E27FC236}">
                  <a16:creationId xmlns:a16="http://schemas.microsoft.com/office/drawing/2014/main" id="{F4E0683F-A104-4938-95DD-A68614DF7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" y="2017"/>
              <a:ext cx="139" cy="26"/>
            </a:xfrm>
            <a:custGeom>
              <a:avLst/>
              <a:gdLst>
                <a:gd name="T0" fmla="*/ 1 w 69"/>
                <a:gd name="T1" fmla="*/ 7 h 13"/>
                <a:gd name="T2" fmla="*/ 0 w 69"/>
                <a:gd name="T3" fmla="*/ 6 h 13"/>
                <a:gd name="T4" fmla="*/ 3 w 69"/>
                <a:gd name="T5" fmla="*/ 5 h 13"/>
                <a:gd name="T6" fmla="*/ 34 w 69"/>
                <a:gd name="T7" fmla="*/ 6 h 13"/>
                <a:gd name="T8" fmla="*/ 65 w 69"/>
                <a:gd name="T9" fmla="*/ 1 h 13"/>
                <a:gd name="T10" fmla="*/ 68 w 69"/>
                <a:gd name="T11" fmla="*/ 1 h 13"/>
                <a:gd name="T12" fmla="*/ 65 w 69"/>
                <a:gd name="T13" fmla="*/ 5 h 13"/>
                <a:gd name="T14" fmla="*/ 35 w 69"/>
                <a:gd name="T15" fmla="*/ 12 h 13"/>
                <a:gd name="T16" fmla="*/ 1 w 69"/>
                <a:gd name="T17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" h="13">
                  <a:moveTo>
                    <a:pt x="1" y="7"/>
                  </a:moveTo>
                  <a:cubicBezTo>
                    <a:pt x="0" y="7"/>
                    <a:pt x="0" y="6"/>
                    <a:pt x="0" y="6"/>
                  </a:cubicBezTo>
                  <a:cubicBezTo>
                    <a:pt x="0" y="5"/>
                    <a:pt x="2" y="4"/>
                    <a:pt x="3" y="5"/>
                  </a:cubicBezTo>
                  <a:cubicBezTo>
                    <a:pt x="4" y="5"/>
                    <a:pt x="10" y="8"/>
                    <a:pt x="34" y="6"/>
                  </a:cubicBezTo>
                  <a:cubicBezTo>
                    <a:pt x="57" y="4"/>
                    <a:pt x="63" y="1"/>
                    <a:pt x="65" y="1"/>
                  </a:cubicBezTo>
                  <a:cubicBezTo>
                    <a:pt x="67" y="0"/>
                    <a:pt x="67" y="0"/>
                    <a:pt x="68" y="1"/>
                  </a:cubicBezTo>
                  <a:cubicBezTo>
                    <a:pt x="69" y="2"/>
                    <a:pt x="68" y="3"/>
                    <a:pt x="65" y="5"/>
                  </a:cubicBezTo>
                  <a:cubicBezTo>
                    <a:pt x="62" y="6"/>
                    <a:pt x="52" y="10"/>
                    <a:pt x="35" y="12"/>
                  </a:cubicBezTo>
                  <a:cubicBezTo>
                    <a:pt x="18" y="13"/>
                    <a:pt x="7" y="10"/>
                    <a:pt x="1" y="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5" name="Freeform 92">
              <a:extLst>
                <a:ext uri="{FF2B5EF4-FFF2-40B4-BE49-F238E27FC236}">
                  <a16:creationId xmlns:a16="http://schemas.microsoft.com/office/drawing/2014/main" id="{8B43D79F-1919-4338-B59E-A50FA2335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" y="2139"/>
              <a:ext cx="161" cy="104"/>
            </a:xfrm>
            <a:custGeom>
              <a:avLst/>
              <a:gdLst>
                <a:gd name="T0" fmla="*/ 33 w 80"/>
                <a:gd name="T1" fmla="*/ 47 h 52"/>
                <a:gd name="T2" fmla="*/ 16 w 80"/>
                <a:gd name="T3" fmla="*/ 48 h 52"/>
                <a:gd name="T4" fmla="*/ 1 w 80"/>
                <a:gd name="T5" fmla="*/ 44 h 52"/>
                <a:gd name="T6" fmla="*/ 4 w 80"/>
                <a:gd name="T7" fmla="*/ 30 h 52"/>
                <a:gd name="T8" fmla="*/ 15 w 80"/>
                <a:gd name="T9" fmla="*/ 14 h 52"/>
                <a:gd name="T10" fmla="*/ 46 w 80"/>
                <a:gd name="T11" fmla="*/ 13 h 52"/>
                <a:gd name="T12" fmla="*/ 72 w 80"/>
                <a:gd name="T13" fmla="*/ 1 h 52"/>
                <a:gd name="T14" fmla="*/ 77 w 80"/>
                <a:gd name="T15" fmla="*/ 20 h 52"/>
                <a:gd name="T16" fmla="*/ 71 w 80"/>
                <a:gd name="T17" fmla="*/ 21 h 52"/>
                <a:gd name="T18" fmla="*/ 68 w 80"/>
                <a:gd name="T19" fmla="*/ 36 h 52"/>
                <a:gd name="T20" fmla="*/ 48 w 80"/>
                <a:gd name="T21" fmla="*/ 50 h 52"/>
                <a:gd name="T22" fmla="*/ 33 w 80"/>
                <a:gd name="T23" fmla="*/ 47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0" h="52">
                  <a:moveTo>
                    <a:pt x="33" y="47"/>
                  </a:moveTo>
                  <a:cubicBezTo>
                    <a:pt x="33" y="47"/>
                    <a:pt x="24" y="50"/>
                    <a:pt x="16" y="48"/>
                  </a:cubicBezTo>
                  <a:cubicBezTo>
                    <a:pt x="8" y="47"/>
                    <a:pt x="2" y="47"/>
                    <a:pt x="1" y="44"/>
                  </a:cubicBezTo>
                  <a:cubicBezTo>
                    <a:pt x="0" y="41"/>
                    <a:pt x="0" y="38"/>
                    <a:pt x="4" y="30"/>
                  </a:cubicBezTo>
                  <a:cubicBezTo>
                    <a:pt x="7" y="21"/>
                    <a:pt x="7" y="15"/>
                    <a:pt x="15" y="14"/>
                  </a:cubicBezTo>
                  <a:cubicBezTo>
                    <a:pt x="23" y="14"/>
                    <a:pt x="40" y="15"/>
                    <a:pt x="46" y="13"/>
                  </a:cubicBezTo>
                  <a:cubicBezTo>
                    <a:pt x="52" y="10"/>
                    <a:pt x="63" y="0"/>
                    <a:pt x="72" y="1"/>
                  </a:cubicBezTo>
                  <a:cubicBezTo>
                    <a:pt x="80" y="3"/>
                    <a:pt x="80" y="19"/>
                    <a:pt x="77" y="20"/>
                  </a:cubicBezTo>
                  <a:cubicBezTo>
                    <a:pt x="74" y="20"/>
                    <a:pt x="71" y="21"/>
                    <a:pt x="71" y="21"/>
                  </a:cubicBezTo>
                  <a:cubicBezTo>
                    <a:pt x="71" y="21"/>
                    <a:pt x="70" y="26"/>
                    <a:pt x="68" y="36"/>
                  </a:cubicBezTo>
                  <a:cubicBezTo>
                    <a:pt x="66" y="46"/>
                    <a:pt x="60" y="52"/>
                    <a:pt x="48" y="50"/>
                  </a:cubicBezTo>
                  <a:cubicBezTo>
                    <a:pt x="35" y="48"/>
                    <a:pt x="36" y="48"/>
                    <a:pt x="33" y="4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6" name="Freeform 93">
              <a:extLst>
                <a:ext uri="{FF2B5EF4-FFF2-40B4-BE49-F238E27FC236}">
                  <a16:creationId xmlns:a16="http://schemas.microsoft.com/office/drawing/2014/main" id="{0D1A38E5-0A84-41A9-A388-67BFB4687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" y="2177"/>
              <a:ext cx="63" cy="50"/>
            </a:xfrm>
            <a:custGeom>
              <a:avLst/>
              <a:gdLst>
                <a:gd name="T0" fmla="*/ 31 w 31"/>
                <a:gd name="T1" fmla="*/ 0 h 25"/>
                <a:gd name="T2" fmla="*/ 27 w 31"/>
                <a:gd name="T3" fmla="*/ 0 h 25"/>
                <a:gd name="T4" fmla="*/ 12 w 31"/>
                <a:gd name="T5" fmla="*/ 2 h 25"/>
                <a:gd name="T6" fmla="*/ 7 w 31"/>
                <a:gd name="T7" fmla="*/ 6 h 25"/>
                <a:gd name="T8" fmla="*/ 5 w 31"/>
                <a:gd name="T9" fmla="*/ 14 h 25"/>
                <a:gd name="T10" fmla="*/ 2 w 31"/>
                <a:gd name="T11" fmla="*/ 21 h 25"/>
                <a:gd name="T12" fmla="*/ 0 w 31"/>
                <a:gd name="T13" fmla="*/ 24 h 25"/>
                <a:gd name="T14" fmla="*/ 0 w 31"/>
                <a:gd name="T15" fmla="*/ 24 h 25"/>
                <a:gd name="T16" fmla="*/ 0 w 31"/>
                <a:gd name="T17" fmla="*/ 25 h 25"/>
                <a:gd name="T18" fmla="*/ 0 w 31"/>
                <a:gd name="T19" fmla="*/ 25 h 25"/>
                <a:gd name="T20" fmla="*/ 6 w 31"/>
                <a:gd name="T21" fmla="*/ 14 h 25"/>
                <a:gd name="T22" fmla="*/ 8 w 31"/>
                <a:gd name="T23" fmla="*/ 7 h 25"/>
                <a:gd name="T24" fmla="*/ 13 w 31"/>
                <a:gd name="T25" fmla="*/ 3 h 25"/>
                <a:gd name="T26" fmla="*/ 27 w 31"/>
                <a:gd name="T27" fmla="*/ 1 h 25"/>
                <a:gd name="T28" fmla="*/ 31 w 31"/>
                <a:gd name="T29" fmla="*/ 1 h 25"/>
                <a:gd name="T30" fmla="*/ 31 w 31"/>
                <a:gd name="T31" fmla="*/ 1 h 25"/>
                <a:gd name="T32" fmla="*/ 31 w 31"/>
                <a:gd name="T3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25">
                  <a:moveTo>
                    <a:pt x="31" y="0"/>
                  </a:moveTo>
                  <a:cubicBezTo>
                    <a:pt x="30" y="0"/>
                    <a:pt x="29" y="0"/>
                    <a:pt x="27" y="0"/>
                  </a:cubicBezTo>
                  <a:cubicBezTo>
                    <a:pt x="22" y="0"/>
                    <a:pt x="17" y="1"/>
                    <a:pt x="12" y="2"/>
                  </a:cubicBezTo>
                  <a:cubicBezTo>
                    <a:pt x="10" y="3"/>
                    <a:pt x="8" y="4"/>
                    <a:pt x="7" y="6"/>
                  </a:cubicBezTo>
                  <a:cubicBezTo>
                    <a:pt x="6" y="8"/>
                    <a:pt x="6" y="10"/>
                    <a:pt x="5" y="14"/>
                  </a:cubicBezTo>
                  <a:cubicBezTo>
                    <a:pt x="4" y="17"/>
                    <a:pt x="3" y="20"/>
                    <a:pt x="2" y="21"/>
                  </a:cubicBezTo>
                  <a:cubicBezTo>
                    <a:pt x="1" y="22"/>
                    <a:pt x="1" y="23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5" y="21"/>
                    <a:pt x="6" y="14"/>
                  </a:cubicBezTo>
                  <a:cubicBezTo>
                    <a:pt x="7" y="10"/>
                    <a:pt x="7" y="8"/>
                    <a:pt x="8" y="7"/>
                  </a:cubicBezTo>
                  <a:cubicBezTo>
                    <a:pt x="9" y="5"/>
                    <a:pt x="10" y="4"/>
                    <a:pt x="13" y="3"/>
                  </a:cubicBezTo>
                  <a:cubicBezTo>
                    <a:pt x="17" y="2"/>
                    <a:pt x="22" y="1"/>
                    <a:pt x="27" y="1"/>
                  </a:cubicBezTo>
                  <a:cubicBezTo>
                    <a:pt x="29" y="1"/>
                    <a:pt x="30" y="1"/>
                    <a:pt x="31" y="1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1" y="0"/>
                    <a:pt x="31" y="0"/>
                    <a:pt x="31" y="0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7" name="Freeform 94">
              <a:extLst>
                <a:ext uri="{FF2B5EF4-FFF2-40B4-BE49-F238E27FC236}">
                  <a16:creationId xmlns:a16="http://schemas.microsoft.com/office/drawing/2014/main" id="{FBFD15E1-766D-4539-9FC3-4E22ED24D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9" y="2239"/>
              <a:ext cx="81" cy="78"/>
            </a:xfrm>
            <a:custGeom>
              <a:avLst/>
              <a:gdLst>
                <a:gd name="T0" fmla="*/ 40 w 40"/>
                <a:gd name="T1" fmla="*/ 31 h 39"/>
                <a:gd name="T2" fmla="*/ 31 w 40"/>
                <a:gd name="T3" fmla="*/ 18 h 39"/>
                <a:gd name="T4" fmla="*/ 24 w 40"/>
                <a:gd name="T5" fmla="*/ 9 h 39"/>
                <a:gd name="T6" fmla="*/ 21 w 40"/>
                <a:gd name="T7" fmla="*/ 5 h 39"/>
                <a:gd name="T8" fmla="*/ 19 w 40"/>
                <a:gd name="T9" fmla="*/ 3 h 39"/>
                <a:gd name="T10" fmla="*/ 15 w 40"/>
                <a:gd name="T11" fmla="*/ 1 h 39"/>
                <a:gd name="T12" fmla="*/ 11 w 40"/>
                <a:gd name="T13" fmla="*/ 0 h 39"/>
                <a:gd name="T14" fmla="*/ 7 w 40"/>
                <a:gd name="T15" fmla="*/ 0 h 39"/>
                <a:gd name="T16" fmla="*/ 5 w 40"/>
                <a:gd name="T17" fmla="*/ 0 h 39"/>
                <a:gd name="T18" fmla="*/ 4 w 40"/>
                <a:gd name="T19" fmla="*/ 0 h 39"/>
                <a:gd name="T20" fmla="*/ 3 w 40"/>
                <a:gd name="T21" fmla="*/ 1 h 39"/>
                <a:gd name="T22" fmla="*/ 3 w 40"/>
                <a:gd name="T23" fmla="*/ 2 h 39"/>
                <a:gd name="T24" fmla="*/ 1 w 40"/>
                <a:gd name="T25" fmla="*/ 21 h 39"/>
                <a:gd name="T26" fmla="*/ 0 w 40"/>
                <a:gd name="T27" fmla="*/ 37 h 39"/>
                <a:gd name="T28" fmla="*/ 1 w 40"/>
                <a:gd name="T29" fmla="*/ 39 h 39"/>
                <a:gd name="T30" fmla="*/ 3 w 40"/>
                <a:gd name="T31" fmla="*/ 37 h 39"/>
                <a:gd name="T32" fmla="*/ 5 w 40"/>
                <a:gd name="T33" fmla="*/ 20 h 39"/>
                <a:gd name="T34" fmla="*/ 6 w 40"/>
                <a:gd name="T35" fmla="*/ 8 h 39"/>
                <a:gd name="T36" fmla="*/ 6 w 40"/>
                <a:gd name="T37" fmla="*/ 4 h 39"/>
                <a:gd name="T38" fmla="*/ 6 w 40"/>
                <a:gd name="T39" fmla="*/ 2 h 39"/>
                <a:gd name="T40" fmla="*/ 6 w 40"/>
                <a:gd name="T41" fmla="*/ 2 h 39"/>
                <a:gd name="T42" fmla="*/ 6 w 40"/>
                <a:gd name="T43" fmla="*/ 2 h 39"/>
                <a:gd name="T44" fmla="*/ 5 w 40"/>
                <a:gd name="T45" fmla="*/ 2 h 39"/>
                <a:gd name="T46" fmla="*/ 6 w 40"/>
                <a:gd name="T47" fmla="*/ 2 h 39"/>
                <a:gd name="T48" fmla="*/ 6 w 40"/>
                <a:gd name="T49" fmla="*/ 2 h 39"/>
                <a:gd name="T50" fmla="*/ 5 w 40"/>
                <a:gd name="T51" fmla="*/ 2 h 39"/>
                <a:gd name="T52" fmla="*/ 6 w 40"/>
                <a:gd name="T53" fmla="*/ 2 h 39"/>
                <a:gd name="T54" fmla="*/ 5 w 40"/>
                <a:gd name="T55" fmla="*/ 2 h 39"/>
                <a:gd name="T56" fmla="*/ 6 w 40"/>
                <a:gd name="T57" fmla="*/ 3 h 39"/>
                <a:gd name="T58" fmla="*/ 6 w 40"/>
                <a:gd name="T59" fmla="*/ 2 h 39"/>
                <a:gd name="T60" fmla="*/ 5 w 40"/>
                <a:gd name="T61" fmla="*/ 2 h 39"/>
                <a:gd name="T62" fmla="*/ 6 w 40"/>
                <a:gd name="T63" fmla="*/ 3 h 39"/>
                <a:gd name="T64" fmla="*/ 5 w 40"/>
                <a:gd name="T65" fmla="*/ 2 h 39"/>
                <a:gd name="T66" fmla="*/ 6 w 40"/>
                <a:gd name="T67" fmla="*/ 3 h 39"/>
                <a:gd name="T68" fmla="*/ 6 w 40"/>
                <a:gd name="T69" fmla="*/ 3 h 39"/>
                <a:gd name="T70" fmla="*/ 5 w 40"/>
                <a:gd name="T71" fmla="*/ 2 h 39"/>
                <a:gd name="T72" fmla="*/ 6 w 40"/>
                <a:gd name="T73" fmla="*/ 3 h 39"/>
                <a:gd name="T74" fmla="*/ 6 w 40"/>
                <a:gd name="T75" fmla="*/ 3 h 39"/>
                <a:gd name="T76" fmla="*/ 6 w 40"/>
                <a:gd name="T77" fmla="*/ 3 h 39"/>
                <a:gd name="T78" fmla="*/ 6 w 40"/>
                <a:gd name="T79" fmla="*/ 3 h 39"/>
                <a:gd name="T80" fmla="*/ 6 w 40"/>
                <a:gd name="T81" fmla="*/ 3 h 39"/>
                <a:gd name="T82" fmla="*/ 6 w 40"/>
                <a:gd name="T83" fmla="*/ 3 h 39"/>
                <a:gd name="T84" fmla="*/ 7 w 40"/>
                <a:gd name="T85" fmla="*/ 3 h 39"/>
                <a:gd name="T86" fmla="*/ 11 w 40"/>
                <a:gd name="T87" fmla="*/ 3 h 39"/>
                <a:gd name="T88" fmla="*/ 15 w 40"/>
                <a:gd name="T89" fmla="*/ 4 h 39"/>
                <a:gd name="T90" fmla="*/ 17 w 40"/>
                <a:gd name="T91" fmla="*/ 5 h 39"/>
                <a:gd name="T92" fmla="*/ 19 w 40"/>
                <a:gd name="T93" fmla="*/ 7 h 39"/>
                <a:gd name="T94" fmla="*/ 30 w 40"/>
                <a:gd name="T95" fmla="*/ 22 h 39"/>
                <a:gd name="T96" fmla="*/ 37 w 40"/>
                <a:gd name="T97" fmla="*/ 33 h 39"/>
                <a:gd name="T98" fmla="*/ 40 w 40"/>
                <a:gd name="T99" fmla="*/ 33 h 39"/>
                <a:gd name="T100" fmla="*/ 40 w 40"/>
                <a:gd name="T101" fmla="*/ 3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0" h="39">
                  <a:moveTo>
                    <a:pt x="40" y="31"/>
                  </a:moveTo>
                  <a:cubicBezTo>
                    <a:pt x="40" y="31"/>
                    <a:pt x="35" y="25"/>
                    <a:pt x="31" y="18"/>
                  </a:cubicBezTo>
                  <a:cubicBezTo>
                    <a:pt x="28" y="15"/>
                    <a:pt x="26" y="11"/>
                    <a:pt x="24" y="9"/>
                  </a:cubicBezTo>
                  <a:cubicBezTo>
                    <a:pt x="23" y="7"/>
                    <a:pt x="22" y="6"/>
                    <a:pt x="21" y="5"/>
                  </a:cubicBezTo>
                  <a:cubicBezTo>
                    <a:pt x="20" y="4"/>
                    <a:pt x="20" y="4"/>
                    <a:pt x="19" y="3"/>
                  </a:cubicBezTo>
                  <a:cubicBezTo>
                    <a:pt x="18" y="2"/>
                    <a:pt x="17" y="1"/>
                    <a:pt x="15" y="1"/>
                  </a:cubicBezTo>
                  <a:cubicBezTo>
                    <a:pt x="14" y="0"/>
                    <a:pt x="13" y="0"/>
                    <a:pt x="11" y="0"/>
                  </a:cubicBezTo>
                  <a:cubicBezTo>
                    <a:pt x="10" y="0"/>
                    <a:pt x="8" y="0"/>
                    <a:pt x="7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2" y="12"/>
                    <a:pt x="1" y="21"/>
                  </a:cubicBezTo>
                  <a:cubicBezTo>
                    <a:pt x="1" y="29"/>
                    <a:pt x="0" y="37"/>
                    <a:pt x="0" y="37"/>
                  </a:cubicBezTo>
                  <a:cubicBezTo>
                    <a:pt x="0" y="38"/>
                    <a:pt x="1" y="39"/>
                    <a:pt x="1" y="39"/>
                  </a:cubicBezTo>
                  <a:cubicBezTo>
                    <a:pt x="2" y="39"/>
                    <a:pt x="3" y="38"/>
                    <a:pt x="3" y="37"/>
                  </a:cubicBezTo>
                  <a:cubicBezTo>
                    <a:pt x="3" y="37"/>
                    <a:pt x="4" y="29"/>
                    <a:pt x="5" y="20"/>
                  </a:cubicBezTo>
                  <a:cubicBezTo>
                    <a:pt x="5" y="16"/>
                    <a:pt x="5" y="11"/>
                    <a:pt x="6" y="8"/>
                  </a:cubicBezTo>
                  <a:cubicBezTo>
                    <a:pt x="6" y="6"/>
                    <a:pt x="6" y="5"/>
                    <a:pt x="6" y="4"/>
                  </a:cubicBezTo>
                  <a:cubicBezTo>
                    <a:pt x="6" y="3"/>
                    <a:pt x="6" y="3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7" y="3"/>
                  </a:cubicBezTo>
                  <a:cubicBezTo>
                    <a:pt x="8" y="3"/>
                    <a:pt x="9" y="3"/>
                    <a:pt x="11" y="3"/>
                  </a:cubicBezTo>
                  <a:cubicBezTo>
                    <a:pt x="13" y="3"/>
                    <a:pt x="14" y="3"/>
                    <a:pt x="15" y="4"/>
                  </a:cubicBezTo>
                  <a:cubicBezTo>
                    <a:pt x="15" y="4"/>
                    <a:pt x="16" y="4"/>
                    <a:pt x="17" y="5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1" y="10"/>
                    <a:pt x="26" y="17"/>
                    <a:pt x="30" y="22"/>
                  </a:cubicBezTo>
                  <a:cubicBezTo>
                    <a:pt x="34" y="28"/>
                    <a:pt x="37" y="33"/>
                    <a:pt x="37" y="33"/>
                  </a:cubicBezTo>
                  <a:cubicBezTo>
                    <a:pt x="38" y="33"/>
                    <a:pt x="39" y="33"/>
                    <a:pt x="40" y="33"/>
                  </a:cubicBezTo>
                  <a:cubicBezTo>
                    <a:pt x="40" y="32"/>
                    <a:pt x="40" y="32"/>
                    <a:pt x="40" y="3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8" name="Freeform 95">
              <a:extLst>
                <a:ext uri="{FF2B5EF4-FFF2-40B4-BE49-F238E27FC236}">
                  <a16:creationId xmlns:a16="http://schemas.microsoft.com/office/drawing/2014/main" id="{C415ECA8-48B6-486E-8185-FEFD3FA07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1" y="2241"/>
              <a:ext cx="20" cy="54"/>
            </a:xfrm>
            <a:custGeom>
              <a:avLst/>
              <a:gdLst>
                <a:gd name="T0" fmla="*/ 1 w 10"/>
                <a:gd name="T1" fmla="*/ 3 h 27"/>
                <a:gd name="T2" fmla="*/ 7 w 10"/>
                <a:gd name="T3" fmla="*/ 26 h 27"/>
                <a:gd name="T4" fmla="*/ 8 w 10"/>
                <a:gd name="T5" fmla="*/ 27 h 27"/>
                <a:gd name="T6" fmla="*/ 10 w 10"/>
                <a:gd name="T7" fmla="*/ 25 h 27"/>
                <a:gd name="T8" fmla="*/ 4 w 10"/>
                <a:gd name="T9" fmla="*/ 2 h 27"/>
                <a:gd name="T10" fmla="*/ 2 w 10"/>
                <a:gd name="T11" fmla="*/ 1 h 27"/>
                <a:gd name="T12" fmla="*/ 1 w 10"/>
                <a:gd name="T13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27">
                  <a:moveTo>
                    <a:pt x="1" y="3"/>
                  </a:moveTo>
                  <a:cubicBezTo>
                    <a:pt x="7" y="26"/>
                    <a:pt x="7" y="26"/>
                    <a:pt x="7" y="26"/>
                  </a:cubicBezTo>
                  <a:cubicBezTo>
                    <a:pt x="7" y="27"/>
                    <a:pt x="8" y="27"/>
                    <a:pt x="8" y="27"/>
                  </a:cubicBezTo>
                  <a:cubicBezTo>
                    <a:pt x="9" y="27"/>
                    <a:pt x="10" y="26"/>
                    <a:pt x="10" y="25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1"/>
                    <a:pt x="2" y="0"/>
                    <a:pt x="2" y="1"/>
                  </a:cubicBezTo>
                  <a:cubicBezTo>
                    <a:pt x="1" y="1"/>
                    <a:pt x="0" y="2"/>
                    <a:pt x="1" y="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9" name="Freeform 96">
              <a:extLst>
                <a:ext uri="{FF2B5EF4-FFF2-40B4-BE49-F238E27FC236}">
                  <a16:creationId xmlns:a16="http://schemas.microsoft.com/office/drawing/2014/main" id="{123263F1-7E5A-4383-BA30-8E082DE52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5" y="2283"/>
              <a:ext cx="131" cy="40"/>
            </a:xfrm>
            <a:custGeom>
              <a:avLst/>
              <a:gdLst>
                <a:gd name="T0" fmla="*/ 59 w 65"/>
                <a:gd name="T1" fmla="*/ 2 h 20"/>
                <a:gd name="T2" fmla="*/ 5 w 65"/>
                <a:gd name="T3" fmla="*/ 15 h 20"/>
                <a:gd name="T4" fmla="*/ 1 w 65"/>
                <a:gd name="T5" fmla="*/ 16 h 20"/>
                <a:gd name="T6" fmla="*/ 6 w 65"/>
                <a:gd name="T7" fmla="*/ 19 h 20"/>
                <a:gd name="T8" fmla="*/ 38 w 65"/>
                <a:gd name="T9" fmla="*/ 16 h 20"/>
                <a:gd name="T10" fmla="*/ 64 w 65"/>
                <a:gd name="T11" fmla="*/ 3 h 20"/>
                <a:gd name="T12" fmla="*/ 61 w 65"/>
                <a:gd name="T13" fmla="*/ 1 h 20"/>
                <a:gd name="T14" fmla="*/ 59 w 65"/>
                <a:gd name="T15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" h="20">
                  <a:moveTo>
                    <a:pt x="59" y="2"/>
                  </a:moveTo>
                  <a:cubicBezTo>
                    <a:pt x="51" y="6"/>
                    <a:pt x="30" y="15"/>
                    <a:pt x="5" y="15"/>
                  </a:cubicBezTo>
                  <a:cubicBezTo>
                    <a:pt x="2" y="15"/>
                    <a:pt x="1" y="15"/>
                    <a:pt x="1" y="16"/>
                  </a:cubicBezTo>
                  <a:cubicBezTo>
                    <a:pt x="0" y="17"/>
                    <a:pt x="0" y="18"/>
                    <a:pt x="6" y="19"/>
                  </a:cubicBezTo>
                  <a:cubicBezTo>
                    <a:pt x="11" y="19"/>
                    <a:pt x="23" y="20"/>
                    <a:pt x="38" y="16"/>
                  </a:cubicBezTo>
                  <a:cubicBezTo>
                    <a:pt x="54" y="12"/>
                    <a:pt x="62" y="6"/>
                    <a:pt x="64" y="3"/>
                  </a:cubicBezTo>
                  <a:cubicBezTo>
                    <a:pt x="65" y="1"/>
                    <a:pt x="63" y="0"/>
                    <a:pt x="61" y="1"/>
                  </a:cubicBezTo>
                  <a:cubicBezTo>
                    <a:pt x="59" y="1"/>
                    <a:pt x="59" y="2"/>
                    <a:pt x="59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0" name="Freeform 97">
              <a:extLst>
                <a:ext uri="{FF2B5EF4-FFF2-40B4-BE49-F238E27FC236}">
                  <a16:creationId xmlns:a16="http://schemas.microsoft.com/office/drawing/2014/main" id="{7AC4AD56-50CC-4BAB-91D5-D644768C3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1" y="2277"/>
              <a:ext cx="137" cy="36"/>
            </a:xfrm>
            <a:custGeom>
              <a:avLst/>
              <a:gdLst>
                <a:gd name="T0" fmla="*/ 67 w 68"/>
                <a:gd name="T1" fmla="*/ 3 h 18"/>
                <a:gd name="T2" fmla="*/ 67 w 68"/>
                <a:gd name="T3" fmla="*/ 1 h 18"/>
                <a:gd name="T4" fmla="*/ 65 w 68"/>
                <a:gd name="T5" fmla="*/ 1 h 18"/>
                <a:gd name="T6" fmla="*/ 35 w 68"/>
                <a:gd name="T7" fmla="*/ 10 h 18"/>
                <a:gd name="T8" fmla="*/ 3 w 68"/>
                <a:gd name="T9" fmla="*/ 12 h 18"/>
                <a:gd name="T10" fmla="*/ 1 w 68"/>
                <a:gd name="T11" fmla="*/ 13 h 18"/>
                <a:gd name="T12" fmla="*/ 4 w 68"/>
                <a:gd name="T13" fmla="*/ 16 h 18"/>
                <a:gd name="T14" fmla="*/ 35 w 68"/>
                <a:gd name="T15" fmla="*/ 15 h 18"/>
                <a:gd name="T16" fmla="*/ 67 w 68"/>
                <a:gd name="T17" fmla="*/ 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18">
                  <a:moveTo>
                    <a:pt x="67" y="3"/>
                  </a:moveTo>
                  <a:cubicBezTo>
                    <a:pt x="68" y="2"/>
                    <a:pt x="68" y="2"/>
                    <a:pt x="67" y="1"/>
                  </a:cubicBezTo>
                  <a:cubicBezTo>
                    <a:pt x="67" y="0"/>
                    <a:pt x="65" y="0"/>
                    <a:pt x="65" y="1"/>
                  </a:cubicBezTo>
                  <a:cubicBezTo>
                    <a:pt x="64" y="1"/>
                    <a:pt x="58" y="6"/>
                    <a:pt x="35" y="10"/>
                  </a:cubicBezTo>
                  <a:cubicBezTo>
                    <a:pt x="12" y="13"/>
                    <a:pt x="5" y="12"/>
                    <a:pt x="3" y="12"/>
                  </a:cubicBezTo>
                  <a:cubicBezTo>
                    <a:pt x="1" y="12"/>
                    <a:pt x="1" y="12"/>
                    <a:pt x="1" y="13"/>
                  </a:cubicBezTo>
                  <a:cubicBezTo>
                    <a:pt x="0" y="14"/>
                    <a:pt x="1" y="15"/>
                    <a:pt x="4" y="16"/>
                  </a:cubicBezTo>
                  <a:cubicBezTo>
                    <a:pt x="7" y="17"/>
                    <a:pt x="18" y="18"/>
                    <a:pt x="35" y="15"/>
                  </a:cubicBezTo>
                  <a:cubicBezTo>
                    <a:pt x="52" y="12"/>
                    <a:pt x="62" y="7"/>
                    <a:pt x="67" y="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1" name="Freeform 98">
              <a:extLst>
                <a:ext uri="{FF2B5EF4-FFF2-40B4-BE49-F238E27FC236}">
                  <a16:creationId xmlns:a16="http://schemas.microsoft.com/office/drawing/2014/main" id="{98F7ED43-E27E-49CC-874F-79338EDDA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1" y="1111"/>
              <a:ext cx="499" cy="497"/>
            </a:xfrm>
            <a:custGeom>
              <a:avLst/>
              <a:gdLst>
                <a:gd name="T0" fmla="*/ 497 w 499"/>
                <a:gd name="T1" fmla="*/ 441 h 497"/>
                <a:gd name="T2" fmla="*/ 497 w 499"/>
                <a:gd name="T3" fmla="*/ 439 h 497"/>
                <a:gd name="T4" fmla="*/ 60 w 499"/>
                <a:gd name="T5" fmla="*/ 493 h 497"/>
                <a:gd name="T6" fmla="*/ 6 w 499"/>
                <a:gd name="T7" fmla="*/ 58 h 497"/>
                <a:gd name="T8" fmla="*/ 441 w 499"/>
                <a:gd name="T9" fmla="*/ 4 h 497"/>
                <a:gd name="T10" fmla="*/ 495 w 499"/>
                <a:gd name="T11" fmla="*/ 441 h 497"/>
                <a:gd name="T12" fmla="*/ 497 w 499"/>
                <a:gd name="T13" fmla="*/ 441 h 497"/>
                <a:gd name="T14" fmla="*/ 497 w 499"/>
                <a:gd name="T15" fmla="*/ 439 h 497"/>
                <a:gd name="T16" fmla="*/ 497 w 499"/>
                <a:gd name="T17" fmla="*/ 441 h 497"/>
                <a:gd name="T18" fmla="*/ 499 w 499"/>
                <a:gd name="T19" fmla="*/ 441 h 497"/>
                <a:gd name="T20" fmla="*/ 443 w 499"/>
                <a:gd name="T21" fmla="*/ 0 h 497"/>
                <a:gd name="T22" fmla="*/ 0 w 499"/>
                <a:gd name="T23" fmla="*/ 54 h 497"/>
                <a:gd name="T24" fmla="*/ 56 w 499"/>
                <a:gd name="T25" fmla="*/ 497 h 497"/>
                <a:gd name="T26" fmla="*/ 499 w 499"/>
                <a:gd name="T27" fmla="*/ 443 h 497"/>
                <a:gd name="T28" fmla="*/ 499 w 499"/>
                <a:gd name="T29" fmla="*/ 441 h 497"/>
                <a:gd name="T30" fmla="*/ 497 w 499"/>
                <a:gd name="T31" fmla="*/ 441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99" h="497">
                  <a:moveTo>
                    <a:pt x="497" y="441"/>
                  </a:moveTo>
                  <a:lnTo>
                    <a:pt x="497" y="439"/>
                  </a:lnTo>
                  <a:lnTo>
                    <a:pt x="60" y="493"/>
                  </a:lnTo>
                  <a:lnTo>
                    <a:pt x="6" y="58"/>
                  </a:lnTo>
                  <a:lnTo>
                    <a:pt x="441" y="4"/>
                  </a:lnTo>
                  <a:lnTo>
                    <a:pt x="495" y="441"/>
                  </a:lnTo>
                  <a:lnTo>
                    <a:pt x="497" y="441"/>
                  </a:lnTo>
                  <a:lnTo>
                    <a:pt x="497" y="439"/>
                  </a:lnTo>
                  <a:lnTo>
                    <a:pt x="497" y="441"/>
                  </a:lnTo>
                  <a:lnTo>
                    <a:pt x="499" y="441"/>
                  </a:lnTo>
                  <a:lnTo>
                    <a:pt x="443" y="0"/>
                  </a:lnTo>
                  <a:lnTo>
                    <a:pt x="0" y="54"/>
                  </a:lnTo>
                  <a:lnTo>
                    <a:pt x="56" y="497"/>
                  </a:lnTo>
                  <a:lnTo>
                    <a:pt x="499" y="443"/>
                  </a:lnTo>
                  <a:lnTo>
                    <a:pt x="499" y="441"/>
                  </a:lnTo>
                  <a:lnTo>
                    <a:pt x="497" y="441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" name="Freeform 99">
              <a:extLst>
                <a:ext uri="{FF2B5EF4-FFF2-40B4-BE49-F238E27FC236}">
                  <a16:creationId xmlns:a16="http://schemas.microsoft.com/office/drawing/2014/main" id="{660ABABB-89E5-47CA-903E-E62894E418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1" y="1145"/>
              <a:ext cx="100" cy="112"/>
            </a:xfrm>
            <a:custGeom>
              <a:avLst/>
              <a:gdLst>
                <a:gd name="T0" fmla="*/ 17 w 50"/>
                <a:gd name="T1" fmla="*/ 49 h 56"/>
                <a:gd name="T2" fmla="*/ 13 w 50"/>
                <a:gd name="T3" fmla="*/ 16 h 56"/>
                <a:gd name="T4" fmla="*/ 44 w 50"/>
                <a:gd name="T5" fmla="*/ 13 h 56"/>
                <a:gd name="T6" fmla="*/ 49 w 50"/>
                <a:gd name="T7" fmla="*/ 6 h 56"/>
                <a:gd name="T8" fmla="*/ 43 w 50"/>
                <a:gd name="T9" fmla="*/ 1 h 56"/>
                <a:gd name="T10" fmla="*/ 0 w 50"/>
                <a:gd name="T11" fmla="*/ 6 h 56"/>
                <a:gd name="T12" fmla="*/ 5 w 50"/>
                <a:gd name="T13" fmla="*/ 50 h 56"/>
                <a:gd name="T14" fmla="*/ 12 w 50"/>
                <a:gd name="T15" fmla="*/ 56 h 56"/>
                <a:gd name="T16" fmla="*/ 17 w 50"/>
                <a:gd name="T17" fmla="*/ 4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56">
                  <a:moveTo>
                    <a:pt x="17" y="49"/>
                  </a:moveTo>
                  <a:cubicBezTo>
                    <a:pt x="13" y="16"/>
                    <a:pt x="13" y="16"/>
                    <a:pt x="13" y="16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8" y="12"/>
                    <a:pt x="50" y="9"/>
                    <a:pt x="49" y="6"/>
                  </a:cubicBezTo>
                  <a:cubicBezTo>
                    <a:pt x="49" y="3"/>
                    <a:pt x="46" y="0"/>
                    <a:pt x="43" y="1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4"/>
                    <a:pt x="9" y="56"/>
                    <a:pt x="12" y="56"/>
                  </a:cubicBezTo>
                  <a:cubicBezTo>
                    <a:pt x="15" y="55"/>
                    <a:pt x="18" y="52"/>
                    <a:pt x="17" y="49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3" name="Freeform 100">
              <a:extLst>
                <a:ext uri="{FF2B5EF4-FFF2-40B4-BE49-F238E27FC236}">
                  <a16:creationId xmlns:a16="http://schemas.microsoft.com/office/drawing/2014/main" id="{210E7DA6-3C57-422B-B12C-E54C4138C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4" y="1101"/>
              <a:ext cx="112" cy="100"/>
            </a:xfrm>
            <a:custGeom>
              <a:avLst/>
              <a:gdLst>
                <a:gd name="T0" fmla="*/ 7 w 56"/>
                <a:gd name="T1" fmla="*/ 17 h 50"/>
                <a:gd name="T2" fmla="*/ 39 w 56"/>
                <a:gd name="T3" fmla="*/ 13 h 50"/>
                <a:gd name="T4" fmla="*/ 43 w 56"/>
                <a:gd name="T5" fmla="*/ 44 h 50"/>
                <a:gd name="T6" fmla="*/ 50 w 56"/>
                <a:gd name="T7" fmla="*/ 49 h 50"/>
                <a:gd name="T8" fmla="*/ 55 w 56"/>
                <a:gd name="T9" fmla="*/ 43 h 50"/>
                <a:gd name="T10" fmla="*/ 50 w 56"/>
                <a:gd name="T11" fmla="*/ 0 h 50"/>
                <a:gd name="T12" fmla="*/ 5 w 56"/>
                <a:gd name="T13" fmla="*/ 5 h 50"/>
                <a:gd name="T14" fmla="*/ 0 w 56"/>
                <a:gd name="T15" fmla="*/ 12 h 50"/>
                <a:gd name="T16" fmla="*/ 7 w 56"/>
                <a:gd name="T17" fmla="*/ 1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0">
                  <a:moveTo>
                    <a:pt x="7" y="17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43" y="44"/>
                    <a:pt x="43" y="44"/>
                    <a:pt x="43" y="44"/>
                  </a:cubicBezTo>
                  <a:cubicBezTo>
                    <a:pt x="44" y="48"/>
                    <a:pt x="47" y="50"/>
                    <a:pt x="50" y="49"/>
                  </a:cubicBezTo>
                  <a:cubicBezTo>
                    <a:pt x="53" y="49"/>
                    <a:pt x="56" y="46"/>
                    <a:pt x="55" y="43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2" y="6"/>
                    <a:pt x="0" y="9"/>
                    <a:pt x="0" y="12"/>
                  </a:cubicBezTo>
                  <a:cubicBezTo>
                    <a:pt x="1" y="15"/>
                    <a:pt x="4" y="18"/>
                    <a:pt x="7" y="17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4" name="Freeform 101">
              <a:extLst>
                <a:ext uri="{FF2B5EF4-FFF2-40B4-BE49-F238E27FC236}">
                  <a16:creationId xmlns:a16="http://schemas.microsoft.com/office/drawing/2014/main" id="{EC64CC51-8120-45A2-B9C0-F9EB030BF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0" y="1462"/>
              <a:ext cx="100" cy="112"/>
            </a:xfrm>
            <a:custGeom>
              <a:avLst/>
              <a:gdLst>
                <a:gd name="T0" fmla="*/ 32 w 50"/>
                <a:gd name="T1" fmla="*/ 7 h 56"/>
                <a:gd name="T2" fmla="*/ 36 w 50"/>
                <a:gd name="T3" fmla="*/ 40 h 56"/>
                <a:gd name="T4" fmla="*/ 5 w 50"/>
                <a:gd name="T5" fmla="*/ 44 h 56"/>
                <a:gd name="T6" fmla="*/ 0 w 50"/>
                <a:gd name="T7" fmla="*/ 50 h 56"/>
                <a:gd name="T8" fmla="*/ 7 w 50"/>
                <a:gd name="T9" fmla="*/ 55 h 56"/>
                <a:gd name="T10" fmla="*/ 50 w 50"/>
                <a:gd name="T11" fmla="*/ 50 h 56"/>
                <a:gd name="T12" fmla="*/ 44 w 50"/>
                <a:gd name="T13" fmla="*/ 6 h 56"/>
                <a:gd name="T14" fmla="*/ 38 w 50"/>
                <a:gd name="T15" fmla="*/ 1 h 56"/>
                <a:gd name="T16" fmla="*/ 32 w 50"/>
                <a:gd name="T17" fmla="*/ 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56">
                  <a:moveTo>
                    <a:pt x="32" y="7"/>
                  </a:moveTo>
                  <a:cubicBezTo>
                    <a:pt x="36" y="40"/>
                    <a:pt x="36" y="40"/>
                    <a:pt x="36" y="4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0" y="47"/>
                    <a:pt x="0" y="50"/>
                  </a:cubicBezTo>
                  <a:cubicBezTo>
                    <a:pt x="1" y="54"/>
                    <a:pt x="4" y="56"/>
                    <a:pt x="7" y="55"/>
                  </a:cubicBezTo>
                  <a:cubicBezTo>
                    <a:pt x="50" y="50"/>
                    <a:pt x="50" y="50"/>
                    <a:pt x="50" y="50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4" y="3"/>
                    <a:pt x="41" y="0"/>
                    <a:pt x="38" y="1"/>
                  </a:cubicBezTo>
                  <a:cubicBezTo>
                    <a:pt x="34" y="1"/>
                    <a:pt x="32" y="4"/>
                    <a:pt x="32" y="7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5" name="Freeform 102">
              <a:extLst>
                <a:ext uri="{FF2B5EF4-FFF2-40B4-BE49-F238E27FC236}">
                  <a16:creationId xmlns:a16="http://schemas.microsoft.com/office/drawing/2014/main" id="{CA87463B-752F-4807-8548-E76487F0A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7" y="1518"/>
              <a:ext cx="111" cy="100"/>
            </a:xfrm>
            <a:custGeom>
              <a:avLst/>
              <a:gdLst>
                <a:gd name="T0" fmla="*/ 48 w 55"/>
                <a:gd name="T1" fmla="*/ 33 h 50"/>
                <a:gd name="T2" fmla="*/ 16 w 55"/>
                <a:gd name="T3" fmla="*/ 37 h 50"/>
                <a:gd name="T4" fmla="*/ 12 w 55"/>
                <a:gd name="T5" fmla="*/ 6 h 50"/>
                <a:gd name="T6" fmla="*/ 5 w 55"/>
                <a:gd name="T7" fmla="*/ 1 h 50"/>
                <a:gd name="T8" fmla="*/ 0 w 55"/>
                <a:gd name="T9" fmla="*/ 7 h 50"/>
                <a:gd name="T10" fmla="*/ 6 w 55"/>
                <a:gd name="T11" fmla="*/ 50 h 50"/>
                <a:gd name="T12" fmla="*/ 50 w 55"/>
                <a:gd name="T13" fmla="*/ 45 h 50"/>
                <a:gd name="T14" fmla="*/ 55 w 55"/>
                <a:gd name="T15" fmla="*/ 38 h 50"/>
                <a:gd name="T16" fmla="*/ 48 w 55"/>
                <a:gd name="T17" fmla="*/ 33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" h="50">
                  <a:moveTo>
                    <a:pt x="48" y="33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3"/>
                    <a:pt x="9" y="0"/>
                    <a:pt x="5" y="1"/>
                  </a:cubicBezTo>
                  <a:cubicBezTo>
                    <a:pt x="2" y="1"/>
                    <a:pt x="0" y="4"/>
                    <a:pt x="0" y="7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3" y="44"/>
                    <a:pt x="55" y="41"/>
                    <a:pt x="55" y="38"/>
                  </a:cubicBezTo>
                  <a:cubicBezTo>
                    <a:pt x="55" y="35"/>
                    <a:pt x="52" y="32"/>
                    <a:pt x="48" y="33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6" name="Freeform 103">
              <a:extLst>
                <a:ext uri="{FF2B5EF4-FFF2-40B4-BE49-F238E27FC236}">
                  <a16:creationId xmlns:a16="http://schemas.microsoft.com/office/drawing/2014/main" id="{C255152F-684C-4C55-BD12-E8EFA64FE9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4" y="1592"/>
              <a:ext cx="160" cy="42"/>
            </a:xfrm>
            <a:custGeom>
              <a:avLst/>
              <a:gdLst>
                <a:gd name="T0" fmla="*/ 160 w 160"/>
                <a:gd name="T1" fmla="*/ 22 h 42"/>
                <a:gd name="T2" fmla="*/ 4 w 160"/>
                <a:gd name="T3" fmla="*/ 42 h 42"/>
                <a:gd name="T4" fmla="*/ 0 w 160"/>
                <a:gd name="T5" fmla="*/ 20 h 42"/>
                <a:gd name="T6" fmla="*/ 158 w 160"/>
                <a:gd name="T7" fmla="*/ 0 h 42"/>
                <a:gd name="T8" fmla="*/ 160 w 160"/>
                <a:gd name="T9" fmla="*/ 2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42">
                  <a:moveTo>
                    <a:pt x="160" y="22"/>
                  </a:moveTo>
                  <a:lnTo>
                    <a:pt x="4" y="42"/>
                  </a:lnTo>
                  <a:lnTo>
                    <a:pt x="0" y="20"/>
                  </a:lnTo>
                  <a:lnTo>
                    <a:pt x="158" y="0"/>
                  </a:lnTo>
                  <a:lnTo>
                    <a:pt x="160" y="22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7" name="Freeform 104">
              <a:extLst>
                <a:ext uri="{FF2B5EF4-FFF2-40B4-BE49-F238E27FC236}">
                  <a16:creationId xmlns:a16="http://schemas.microsoft.com/office/drawing/2014/main" id="{A7DB7738-FCD9-4DD1-9DBB-90A04EAC9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0" y="1608"/>
              <a:ext cx="232" cy="54"/>
            </a:xfrm>
            <a:custGeom>
              <a:avLst/>
              <a:gdLst>
                <a:gd name="T0" fmla="*/ 118 w 232"/>
                <a:gd name="T1" fmla="*/ 54 h 54"/>
                <a:gd name="T2" fmla="*/ 0 w 232"/>
                <a:gd name="T3" fmla="*/ 30 h 54"/>
                <a:gd name="T4" fmla="*/ 232 w 232"/>
                <a:gd name="T5" fmla="*/ 0 h 54"/>
                <a:gd name="T6" fmla="*/ 118 w 232"/>
                <a:gd name="T7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54">
                  <a:moveTo>
                    <a:pt x="118" y="54"/>
                  </a:moveTo>
                  <a:lnTo>
                    <a:pt x="0" y="30"/>
                  </a:lnTo>
                  <a:lnTo>
                    <a:pt x="232" y="0"/>
                  </a:lnTo>
                  <a:lnTo>
                    <a:pt x="118" y="54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8" name="Freeform 105">
              <a:extLst>
                <a:ext uri="{FF2B5EF4-FFF2-40B4-BE49-F238E27FC236}">
                  <a16:creationId xmlns:a16="http://schemas.microsoft.com/office/drawing/2014/main" id="{2376FCA5-2B6E-40DA-A08D-679F1629A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7" y="1634"/>
              <a:ext cx="861" cy="162"/>
            </a:xfrm>
            <a:custGeom>
              <a:avLst/>
              <a:gdLst>
                <a:gd name="T0" fmla="*/ 861 w 861"/>
                <a:gd name="T1" fmla="*/ 56 h 162"/>
                <a:gd name="T2" fmla="*/ 6 w 861"/>
                <a:gd name="T3" fmla="*/ 162 h 162"/>
                <a:gd name="T4" fmla="*/ 0 w 861"/>
                <a:gd name="T5" fmla="*/ 108 h 162"/>
                <a:gd name="T6" fmla="*/ 853 w 861"/>
                <a:gd name="T7" fmla="*/ 0 h 162"/>
                <a:gd name="T8" fmla="*/ 861 w 861"/>
                <a:gd name="T9" fmla="*/ 56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1" h="162">
                  <a:moveTo>
                    <a:pt x="861" y="56"/>
                  </a:moveTo>
                  <a:lnTo>
                    <a:pt x="6" y="162"/>
                  </a:lnTo>
                  <a:lnTo>
                    <a:pt x="0" y="108"/>
                  </a:lnTo>
                  <a:lnTo>
                    <a:pt x="853" y="0"/>
                  </a:lnTo>
                  <a:lnTo>
                    <a:pt x="861" y="56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9" name="Freeform 106">
              <a:extLst>
                <a:ext uri="{FF2B5EF4-FFF2-40B4-BE49-F238E27FC236}">
                  <a16:creationId xmlns:a16="http://schemas.microsoft.com/office/drawing/2014/main" id="{565FFF68-21B0-49AD-9EDC-D39352C488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6" y="1694"/>
              <a:ext cx="224" cy="42"/>
            </a:xfrm>
            <a:custGeom>
              <a:avLst/>
              <a:gdLst>
                <a:gd name="T0" fmla="*/ 224 w 224"/>
                <a:gd name="T1" fmla="*/ 14 h 42"/>
                <a:gd name="T2" fmla="*/ 2 w 224"/>
                <a:gd name="T3" fmla="*/ 42 h 42"/>
                <a:gd name="T4" fmla="*/ 0 w 224"/>
                <a:gd name="T5" fmla="*/ 28 h 42"/>
                <a:gd name="T6" fmla="*/ 222 w 224"/>
                <a:gd name="T7" fmla="*/ 0 h 42"/>
                <a:gd name="T8" fmla="*/ 224 w 224"/>
                <a:gd name="T9" fmla="*/ 14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4" h="42">
                  <a:moveTo>
                    <a:pt x="224" y="14"/>
                  </a:moveTo>
                  <a:lnTo>
                    <a:pt x="2" y="42"/>
                  </a:lnTo>
                  <a:lnTo>
                    <a:pt x="0" y="28"/>
                  </a:lnTo>
                  <a:lnTo>
                    <a:pt x="222" y="0"/>
                  </a:lnTo>
                  <a:lnTo>
                    <a:pt x="224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0" name="Freeform 107">
              <a:extLst>
                <a:ext uri="{FF2B5EF4-FFF2-40B4-BE49-F238E27FC236}">
                  <a16:creationId xmlns:a16="http://schemas.microsoft.com/office/drawing/2014/main" id="{3AA00BD6-DAD8-468B-B318-C93C6B452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2" y="1652"/>
              <a:ext cx="78" cy="14"/>
            </a:xfrm>
            <a:custGeom>
              <a:avLst/>
              <a:gdLst>
                <a:gd name="T0" fmla="*/ 78 w 78"/>
                <a:gd name="T1" fmla="*/ 4 h 14"/>
                <a:gd name="T2" fmla="*/ 0 w 78"/>
                <a:gd name="T3" fmla="*/ 14 h 14"/>
                <a:gd name="T4" fmla="*/ 0 w 78"/>
                <a:gd name="T5" fmla="*/ 10 h 14"/>
                <a:gd name="T6" fmla="*/ 78 w 78"/>
                <a:gd name="T7" fmla="*/ 0 h 14"/>
                <a:gd name="T8" fmla="*/ 78 w 78"/>
                <a:gd name="T9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14">
                  <a:moveTo>
                    <a:pt x="78" y="4"/>
                  </a:moveTo>
                  <a:lnTo>
                    <a:pt x="0" y="14"/>
                  </a:lnTo>
                  <a:lnTo>
                    <a:pt x="0" y="10"/>
                  </a:lnTo>
                  <a:lnTo>
                    <a:pt x="78" y="0"/>
                  </a:lnTo>
                  <a:lnTo>
                    <a:pt x="78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1" name="Freeform 108">
              <a:extLst>
                <a:ext uri="{FF2B5EF4-FFF2-40B4-BE49-F238E27FC236}">
                  <a16:creationId xmlns:a16="http://schemas.microsoft.com/office/drawing/2014/main" id="{B7D5FA19-6F75-430F-996B-2BD597381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2" y="1664"/>
              <a:ext cx="80" cy="14"/>
            </a:xfrm>
            <a:custGeom>
              <a:avLst/>
              <a:gdLst>
                <a:gd name="T0" fmla="*/ 80 w 80"/>
                <a:gd name="T1" fmla="*/ 4 h 14"/>
                <a:gd name="T2" fmla="*/ 2 w 80"/>
                <a:gd name="T3" fmla="*/ 14 h 14"/>
                <a:gd name="T4" fmla="*/ 0 w 80"/>
                <a:gd name="T5" fmla="*/ 10 h 14"/>
                <a:gd name="T6" fmla="*/ 78 w 80"/>
                <a:gd name="T7" fmla="*/ 0 h 14"/>
                <a:gd name="T8" fmla="*/ 80 w 80"/>
                <a:gd name="T9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14">
                  <a:moveTo>
                    <a:pt x="80" y="4"/>
                  </a:moveTo>
                  <a:lnTo>
                    <a:pt x="2" y="14"/>
                  </a:lnTo>
                  <a:lnTo>
                    <a:pt x="0" y="10"/>
                  </a:lnTo>
                  <a:lnTo>
                    <a:pt x="78" y="0"/>
                  </a:lnTo>
                  <a:lnTo>
                    <a:pt x="8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2" name="Freeform 109">
              <a:extLst>
                <a:ext uri="{FF2B5EF4-FFF2-40B4-BE49-F238E27FC236}">
                  <a16:creationId xmlns:a16="http://schemas.microsoft.com/office/drawing/2014/main" id="{5795094B-B255-449C-9680-DE8BC8E52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4" y="1676"/>
              <a:ext cx="78" cy="14"/>
            </a:xfrm>
            <a:custGeom>
              <a:avLst/>
              <a:gdLst>
                <a:gd name="T0" fmla="*/ 78 w 78"/>
                <a:gd name="T1" fmla="*/ 4 h 14"/>
                <a:gd name="T2" fmla="*/ 0 w 78"/>
                <a:gd name="T3" fmla="*/ 14 h 14"/>
                <a:gd name="T4" fmla="*/ 0 w 78"/>
                <a:gd name="T5" fmla="*/ 10 h 14"/>
                <a:gd name="T6" fmla="*/ 78 w 78"/>
                <a:gd name="T7" fmla="*/ 0 h 14"/>
                <a:gd name="T8" fmla="*/ 78 w 78"/>
                <a:gd name="T9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14">
                  <a:moveTo>
                    <a:pt x="78" y="4"/>
                  </a:moveTo>
                  <a:lnTo>
                    <a:pt x="0" y="14"/>
                  </a:lnTo>
                  <a:lnTo>
                    <a:pt x="0" y="10"/>
                  </a:lnTo>
                  <a:lnTo>
                    <a:pt x="78" y="0"/>
                  </a:lnTo>
                  <a:lnTo>
                    <a:pt x="78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3" name="Freeform 110">
              <a:extLst>
                <a:ext uri="{FF2B5EF4-FFF2-40B4-BE49-F238E27FC236}">
                  <a16:creationId xmlns:a16="http://schemas.microsoft.com/office/drawing/2014/main" id="{FCA3E35B-C435-4968-A3AA-CD632F064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9" y="1798"/>
              <a:ext cx="146" cy="26"/>
            </a:xfrm>
            <a:custGeom>
              <a:avLst/>
              <a:gdLst>
                <a:gd name="T0" fmla="*/ 146 w 146"/>
                <a:gd name="T1" fmla="*/ 8 h 26"/>
                <a:gd name="T2" fmla="*/ 2 w 146"/>
                <a:gd name="T3" fmla="*/ 26 h 26"/>
                <a:gd name="T4" fmla="*/ 0 w 146"/>
                <a:gd name="T5" fmla="*/ 18 h 26"/>
                <a:gd name="T6" fmla="*/ 146 w 146"/>
                <a:gd name="T7" fmla="*/ 0 h 26"/>
                <a:gd name="T8" fmla="*/ 146 w 146"/>
                <a:gd name="T9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" h="26">
                  <a:moveTo>
                    <a:pt x="146" y="8"/>
                  </a:moveTo>
                  <a:lnTo>
                    <a:pt x="2" y="26"/>
                  </a:lnTo>
                  <a:lnTo>
                    <a:pt x="0" y="18"/>
                  </a:lnTo>
                  <a:lnTo>
                    <a:pt x="146" y="0"/>
                  </a:lnTo>
                  <a:lnTo>
                    <a:pt x="146" y="8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4" name="Freeform 111">
              <a:extLst>
                <a:ext uri="{FF2B5EF4-FFF2-40B4-BE49-F238E27FC236}">
                  <a16:creationId xmlns:a16="http://schemas.microsoft.com/office/drawing/2014/main" id="{6AB06035-117E-41AB-9DF5-773943AF9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4" y="1772"/>
              <a:ext cx="146" cy="26"/>
            </a:xfrm>
            <a:custGeom>
              <a:avLst/>
              <a:gdLst>
                <a:gd name="T0" fmla="*/ 146 w 146"/>
                <a:gd name="T1" fmla="*/ 8 h 26"/>
                <a:gd name="T2" fmla="*/ 2 w 146"/>
                <a:gd name="T3" fmla="*/ 26 h 26"/>
                <a:gd name="T4" fmla="*/ 0 w 146"/>
                <a:gd name="T5" fmla="*/ 18 h 26"/>
                <a:gd name="T6" fmla="*/ 146 w 146"/>
                <a:gd name="T7" fmla="*/ 0 h 26"/>
                <a:gd name="T8" fmla="*/ 146 w 146"/>
                <a:gd name="T9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" h="26">
                  <a:moveTo>
                    <a:pt x="146" y="8"/>
                  </a:moveTo>
                  <a:lnTo>
                    <a:pt x="2" y="26"/>
                  </a:lnTo>
                  <a:lnTo>
                    <a:pt x="0" y="18"/>
                  </a:lnTo>
                  <a:lnTo>
                    <a:pt x="146" y="0"/>
                  </a:lnTo>
                  <a:lnTo>
                    <a:pt x="146" y="8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5" name="Freeform 112">
              <a:extLst>
                <a:ext uri="{FF2B5EF4-FFF2-40B4-BE49-F238E27FC236}">
                  <a16:creationId xmlns:a16="http://schemas.microsoft.com/office/drawing/2014/main" id="{A38522EE-8170-42D9-AEDD-4087754E7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8" y="1744"/>
              <a:ext cx="146" cy="28"/>
            </a:xfrm>
            <a:custGeom>
              <a:avLst/>
              <a:gdLst>
                <a:gd name="T0" fmla="*/ 146 w 146"/>
                <a:gd name="T1" fmla="*/ 8 h 28"/>
                <a:gd name="T2" fmla="*/ 2 w 146"/>
                <a:gd name="T3" fmla="*/ 28 h 28"/>
                <a:gd name="T4" fmla="*/ 0 w 146"/>
                <a:gd name="T5" fmla="*/ 20 h 28"/>
                <a:gd name="T6" fmla="*/ 146 w 146"/>
                <a:gd name="T7" fmla="*/ 0 h 28"/>
                <a:gd name="T8" fmla="*/ 146 w 146"/>
                <a:gd name="T9" fmla="*/ 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" h="28">
                  <a:moveTo>
                    <a:pt x="146" y="8"/>
                  </a:moveTo>
                  <a:lnTo>
                    <a:pt x="2" y="28"/>
                  </a:lnTo>
                  <a:lnTo>
                    <a:pt x="0" y="20"/>
                  </a:lnTo>
                  <a:lnTo>
                    <a:pt x="146" y="0"/>
                  </a:lnTo>
                  <a:lnTo>
                    <a:pt x="146" y="8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6" name="Freeform 113">
              <a:extLst>
                <a:ext uri="{FF2B5EF4-FFF2-40B4-BE49-F238E27FC236}">
                  <a16:creationId xmlns:a16="http://schemas.microsoft.com/office/drawing/2014/main" id="{1F9217E1-E203-4BB0-8801-992FBF07B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2" y="1718"/>
              <a:ext cx="146" cy="26"/>
            </a:xfrm>
            <a:custGeom>
              <a:avLst/>
              <a:gdLst>
                <a:gd name="T0" fmla="*/ 146 w 146"/>
                <a:gd name="T1" fmla="*/ 8 h 26"/>
                <a:gd name="T2" fmla="*/ 0 w 146"/>
                <a:gd name="T3" fmla="*/ 26 h 26"/>
                <a:gd name="T4" fmla="*/ 0 w 146"/>
                <a:gd name="T5" fmla="*/ 18 h 26"/>
                <a:gd name="T6" fmla="*/ 146 w 146"/>
                <a:gd name="T7" fmla="*/ 0 h 26"/>
                <a:gd name="T8" fmla="*/ 146 w 146"/>
                <a:gd name="T9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" h="26">
                  <a:moveTo>
                    <a:pt x="146" y="8"/>
                  </a:moveTo>
                  <a:lnTo>
                    <a:pt x="0" y="26"/>
                  </a:lnTo>
                  <a:lnTo>
                    <a:pt x="0" y="18"/>
                  </a:lnTo>
                  <a:lnTo>
                    <a:pt x="146" y="0"/>
                  </a:lnTo>
                  <a:lnTo>
                    <a:pt x="146" y="8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7" name="Freeform 114">
              <a:extLst>
                <a:ext uri="{FF2B5EF4-FFF2-40B4-BE49-F238E27FC236}">
                  <a16:creationId xmlns:a16="http://schemas.microsoft.com/office/drawing/2014/main" id="{1F092DE1-9B52-4B90-858C-B7E9A194C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" y="1833"/>
              <a:ext cx="285" cy="284"/>
            </a:xfrm>
            <a:custGeom>
              <a:avLst/>
              <a:gdLst>
                <a:gd name="T0" fmla="*/ 283 w 285"/>
                <a:gd name="T1" fmla="*/ 250 h 284"/>
                <a:gd name="T2" fmla="*/ 283 w 285"/>
                <a:gd name="T3" fmla="*/ 248 h 284"/>
                <a:gd name="T4" fmla="*/ 36 w 285"/>
                <a:gd name="T5" fmla="*/ 278 h 284"/>
                <a:gd name="T6" fmla="*/ 6 w 285"/>
                <a:gd name="T7" fmla="*/ 34 h 284"/>
                <a:gd name="T8" fmla="*/ 251 w 285"/>
                <a:gd name="T9" fmla="*/ 4 h 284"/>
                <a:gd name="T10" fmla="*/ 281 w 285"/>
                <a:gd name="T11" fmla="*/ 250 h 284"/>
                <a:gd name="T12" fmla="*/ 283 w 285"/>
                <a:gd name="T13" fmla="*/ 250 h 284"/>
                <a:gd name="T14" fmla="*/ 283 w 285"/>
                <a:gd name="T15" fmla="*/ 248 h 284"/>
                <a:gd name="T16" fmla="*/ 283 w 285"/>
                <a:gd name="T17" fmla="*/ 250 h 284"/>
                <a:gd name="T18" fmla="*/ 285 w 285"/>
                <a:gd name="T19" fmla="*/ 250 h 284"/>
                <a:gd name="T20" fmla="*/ 253 w 285"/>
                <a:gd name="T21" fmla="*/ 0 h 284"/>
                <a:gd name="T22" fmla="*/ 0 w 285"/>
                <a:gd name="T23" fmla="*/ 30 h 284"/>
                <a:gd name="T24" fmla="*/ 32 w 285"/>
                <a:gd name="T25" fmla="*/ 284 h 284"/>
                <a:gd name="T26" fmla="*/ 285 w 285"/>
                <a:gd name="T27" fmla="*/ 252 h 284"/>
                <a:gd name="T28" fmla="*/ 285 w 285"/>
                <a:gd name="T29" fmla="*/ 250 h 284"/>
                <a:gd name="T30" fmla="*/ 283 w 285"/>
                <a:gd name="T31" fmla="*/ 250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5" h="284">
                  <a:moveTo>
                    <a:pt x="283" y="250"/>
                  </a:moveTo>
                  <a:lnTo>
                    <a:pt x="283" y="248"/>
                  </a:lnTo>
                  <a:lnTo>
                    <a:pt x="36" y="278"/>
                  </a:lnTo>
                  <a:lnTo>
                    <a:pt x="6" y="34"/>
                  </a:lnTo>
                  <a:lnTo>
                    <a:pt x="251" y="4"/>
                  </a:lnTo>
                  <a:lnTo>
                    <a:pt x="281" y="250"/>
                  </a:lnTo>
                  <a:lnTo>
                    <a:pt x="283" y="250"/>
                  </a:lnTo>
                  <a:lnTo>
                    <a:pt x="283" y="248"/>
                  </a:lnTo>
                  <a:lnTo>
                    <a:pt x="283" y="250"/>
                  </a:lnTo>
                  <a:lnTo>
                    <a:pt x="285" y="250"/>
                  </a:lnTo>
                  <a:lnTo>
                    <a:pt x="253" y="0"/>
                  </a:lnTo>
                  <a:lnTo>
                    <a:pt x="0" y="30"/>
                  </a:lnTo>
                  <a:lnTo>
                    <a:pt x="32" y="284"/>
                  </a:lnTo>
                  <a:lnTo>
                    <a:pt x="285" y="252"/>
                  </a:lnTo>
                  <a:lnTo>
                    <a:pt x="285" y="250"/>
                  </a:lnTo>
                  <a:lnTo>
                    <a:pt x="283" y="25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8" name="Freeform 115">
              <a:extLst>
                <a:ext uri="{FF2B5EF4-FFF2-40B4-BE49-F238E27FC236}">
                  <a16:creationId xmlns:a16="http://schemas.microsoft.com/office/drawing/2014/main" id="{268052C8-8792-41F0-A31D-9322620EF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7" y="2093"/>
              <a:ext cx="283" cy="285"/>
            </a:xfrm>
            <a:custGeom>
              <a:avLst/>
              <a:gdLst>
                <a:gd name="T0" fmla="*/ 281 w 283"/>
                <a:gd name="T1" fmla="*/ 251 h 285"/>
                <a:gd name="T2" fmla="*/ 281 w 283"/>
                <a:gd name="T3" fmla="*/ 249 h 285"/>
                <a:gd name="T4" fmla="*/ 34 w 283"/>
                <a:gd name="T5" fmla="*/ 279 h 285"/>
                <a:gd name="T6" fmla="*/ 4 w 283"/>
                <a:gd name="T7" fmla="*/ 34 h 285"/>
                <a:gd name="T8" fmla="*/ 249 w 283"/>
                <a:gd name="T9" fmla="*/ 4 h 285"/>
                <a:gd name="T10" fmla="*/ 279 w 283"/>
                <a:gd name="T11" fmla="*/ 251 h 285"/>
                <a:gd name="T12" fmla="*/ 281 w 283"/>
                <a:gd name="T13" fmla="*/ 251 h 285"/>
                <a:gd name="T14" fmla="*/ 281 w 283"/>
                <a:gd name="T15" fmla="*/ 249 h 285"/>
                <a:gd name="T16" fmla="*/ 281 w 283"/>
                <a:gd name="T17" fmla="*/ 251 h 285"/>
                <a:gd name="T18" fmla="*/ 283 w 283"/>
                <a:gd name="T19" fmla="*/ 251 h 285"/>
                <a:gd name="T20" fmla="*/ 253 w 283"/>
                <a:gd name="T21" fmla="*/ 0 h 285"/>
                <a:gd name="T22" fmla="*/ 0 w 283"/>
                <a:gd name="T23" fmla="*/ 32 h 285"/>
                <a:gd name="T24" fmla="*/ 30 w 283"/>
                <a:gd name="T25" fmla="*/ 285 h 285"/>
                <a:gd name="T26" fmla="*/ 283 w 283"/>
                <a:gd name="T27" fmla="*/ 253 h 285"/>
                <a:gd name="T28" fmla="*/ 283 w 283"/>
                <a:gd name="T29" fmla="*/ 251 h 285"/>
                <a:gd name="T30" fmla="*/ 281 w 283"/>
                <a:gd name="T31" fmla="*/ 251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3" h="285">
                  <a:moveTo>
                    <a:pt x="281" y="251"/>
                  </a:moveTo>
                  <a:lnTo>
                    <a:pt x="281" y="249"/>
                  </a:lnTo>
                  <a:lnTo>
                    <a:pt x="34" y="279"/>
                  </a:lnTo>
                  <a:lnTo>
                    <a:pt x="4" y="34"/>
                  </a:lnTo>
                  <a:lnTo>
                    <a:pt x="249" y="4"/>
                  </a:lnTo>
                  <a:lnTo>
                    <a:pt x="279" y="251"/>
                  </a:lnTo>
                  <a:lnTo>
                    <a:pt x="281" y="251"/>
                  </a:lnTo>
                  <a:lnTo>
                    <a:pt x="281" y="249"/>
                  </a:lnTo>
                  <a:lnTo>
                    <a:pt x="281" y="251"/>
                  </a:lnTo>
                  <a:lnTo>
                    <a:pt x="283" y="251"/>
                  </a:lnTo>
                  <a:lnTo>
                    <a:pt x="253" y="0"/>
                  </a:lnTo>
                  <a:lnTo>
                    <a:pt x="0" y="32"/>
                  </a:lnTo>
                  <a:lnTo>
                    <a:pt x="30" y="285"/>
                  </a:lnTo>
                  <a:lnTo>
                    <a:pt x="283" y="253"/>
                  </a:lnTo>
                  <a:lnTo>
                    <a:pt x="283" y="251"/>
                  </a:lnTo>
                  <a:lnTo>
                    <a:pt x="281" y="251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9" name="Freeform 116">
              <a:extLst>
                <a:ext uri="{FF2B5EF4-FFF2-40B4-BE49-F238E27FC236}">
                  <a16:creationId xmlns:a16="http://schemas.microsoft.com/office/drawing/2014/main" id="{FF3EB41B-9F08-49D7-9084-AE9CC768F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" y="1764"/>
              <a:ext cx="581" cy="580"/>
            </a:xfrm>
            <a:custGeom>
              <a:avLst/>
              <a:gdLst>
                <a:gd name="T0" fmla="*/ 577 w 581"/>
                <a:gd name="T1" fmla="*/ 513 h 580"/>
                <a:gd name="T2" fmla="*/ 577 w 581"/>
                <a:gd name="T3" fmla="*/ 511 h 580"/>
                <a:gd name="T4" fmla="*/ 68 w 581"/>
                <a:gd name="T5" fmla="*/ 576 h 580"/>
                <a:gd name="T6" fmla="*/ 4 w 581"/>
                <a:gd name="T7" fmla="*/ 69 h 580"/>
                <a:gd name="T8" fmla="*/ 512 w 581"/>
                <a:gd name="T9" fmla="*/ 4 h 580"/>
                <a:gd name="T10" fmla="*/ 574 w 581"/>
                <a:gd name="T11" fmla="*/ 513 h 580"/>
                <a:gd name="T12" fmla="*/ 577 w 581"/>
                <a:gd name="T13" fmla="*/ 513 h 580"/>
                <a:gd name="T14" fmla="*/ 577 w 581"/>
                <a:gd name="T15" fmla="*/ 511 h 580"/>
                <a:gd name="T16" fmla="*/ 577 w 581"/>
                <a:gd name="T17" fmla="*/ 513 h 580"/>
                <a:gd name="T18" fmla="*/ 579 w 581"/>
                <a:gd name="T19" fmla="*/ 513 h 580"/>
                <a:gd name="T20" fmla="*/ 514 w 581"/>
                <a:gd name="T21" fmla="*/ 0 h 580"/>
                <a:gd name="T22" fmla="*/ 0 w 581"/>
                <a:gd name="T23" fmla="*/ 65 h 580"/>
                <a:gd name="T24" fmla="*/ 64 w 581"/>
                <a:gd name="T25" fmla="*/ 580 h 580"/>
                <a:gd name="T26" fmla="*/ 581 w 581"/>
                <a:gd name="T27" fmla="*/ 515 h 580"/>
                <a:gd name="T28" fmla="*/ 579 w 581"/>
                <a:gd name="T29" fmla="*/ 513 h 580"/>
                <a:gd name="T30" fmla="*/ 577 w 581"/>
                <a:gd name="T31" fmla="*/ 513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1" h="580">
                  <a:moveTo>
                    <a:pt x="577" y="513"/>
                  </a:moveTo>
                  <a:lnTo>
                    <a:pt x="577" y="511"/>
                  </a:lnTo>
                  <a:lnTo>
                    <a:pt x="68" y="576"/>
                  </a:lnTo>
                  <a:lnTo>
                    <a:pt x="4" y="69"/>
                  </a:lnTo>
                  <a:lnTo>
                    <a:pt x="512" y="4"/>
                  </a:lnTo>
                  <a:lnTo>
                    <a:pt x="574" y="513"/>
                  </a:lnTo>
                  <a:lnTo>
                    <a:pt x="577" y="513"/>
                  </a:lnTo>
                  <a:lnTo>
                    <a:pt x="577" y="511"/>
                  </a:lnTo>
                  <a:lnTo>
                    <a:pt x="577" y="513"/>
                  </a:lnTo>
                  <a:lnTo>
                    <a:pt x="579" y="513"/>
                  </a:lnTo>
                  <a:lnTo>
                    <a:pt x="514" y="0"/>
                  </a:lnTo>
                  <a:lnTo>
                    <a:pt x="0" y="65"/>
                  </a:lnTo>
                  <a:lnTo>
                    <a:pt x="64" y="580"/>
                  </a:lnTo>
                  <a:lnTo>
                    <a:pt x="581" y="515"/>
                  </a:lnTo>
                  <a:lnTo>
                    <a:pt x="579" y="513"/>
                  </a:lnTo>
                  <a:lnTo>
                    <a:pt x="577" y="513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0" name="Freeform 117">
              <a:extLst>
                <a:ext uri="{FF2B5EF4-FFF2-40B4-BE49-F238E27FC236}">
                  <a16:creationId xmlns:a16="http://schemas.microsoft.com/office/drawing/2014/main" id="{C3BB78EA-1C18-4BEC-9AC5-31E885C6F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1" y="1167"/>
              <a:ext cx="58" cy="439"/>
            </a:xfrm>
            <a:custGeom>
              <a:avLst/>
              <a:gdLst>
                <a:gd name="T0" fmla="*/ 0 w 58"/>
                <a:gd name="T1" fmla="*/ 0 h 439"/>
                <a:gd name="T2" fmla="*/ 56 w 58"/>
                <a:gd name="T3" fmla="*/ 439 h 439"/>
                <a:gd name="T4" fmla="*/ 56 w 58"/>
                <a:gd name="T5" fmla="*/ 439 h 439"/>
                <a:gd name="T6" fmla="*/ 58 w 58"/>
                <a:gd name="T7" fmla="*/ 439 h 439"/>
                <a:gd name="T8" fmla="*/ 2 w 58"/>
                <a:gd name="T9" fmla="*/ 0 h 439"/>
                <a:gd name="T10" fmla="*/ 2 w 58"/>
                <a:gd name="T11" fmla="*/ 0 h 439"/>
                <a:gd name="T12" fmla="*/ 0 w 58"/>
                <a:gd name="T1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439">
                  <a:moveTo>
                    <a:pt x="0" y="0"/>
                  </a:moveTo>
                  <a:lnTo>
                    <a:pt x="56" y="439"/>
                  </a:lnTo>
                  <a:lnTo>
                    <a:pt x="56" y="439"/>
                  </a:lnTo>
                  <a:lnTo>
                    <a:pt x="58" y="439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1" name="Freeform 118">
              <a:extLst>
                <a:ext uri="{FF2B5EF4-FFF2-40B4-BE49-F238E27FC236}">
                  <a16:creationId xmlns:a16="http://schemas.microsoft.com/office/drawing/2014/main" id="{6582DC42-9008-4B6F-91CF-6BD440DB7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1" y="1167"/>
              <a:ext cx="58" cy="439"/>
            </a:xfrm>
            <a:custGeom>
              <a:avLst/>
              <a:gdLst>
                <a:gd name="T0" fmla="*/ 0 w 58"/>
                <a:gd name="T1" fmla="*/ 0 h 439"/>
                <a:gd name="T2" fmla="*/ 56 w 58"/>
                <a:gd name="T3" fmla="*/ 439 h 439"/>
                <a:gd name="T4" fmla="*/ 56 w 58"/>
                <a:gd name="T5" fmla="*/ 439 h 439"/>
                <a:gd name="T6" fmla="*/ 58 w 58"/>
                <a:gd name="T7" fmla="*/ 439 h 439"/>
                <a:gd name="T8" fmla="*/ 2 w 58"/>
                <a:gd name="T9" fmla="*/ 0 h 439"/>
                <a:gd name="T10" fmla="*/ 2 w 58"/>
                <a:gd name="T11" fmla="*/ 0 h 439"/>
                <a:gd name="T12" fmla="*/ 0 w 58"/>
                <a:gd name="T1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439">
                  <a:moveTo>
                    <a:pt x="0" y="0"/>
                  </a:moveTo>
                  <a:lnTo>
                    <a:pt x="56" y="439"/>
                  </a:lnTo>
                  <a:lnTo>
                    <a:pt x="56" y="439"/>
                  </a:lnTo>
                  <a:lnTo>
                    <a:pt x="58" y="439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2" name="Freeform 119">
              <a:extLst>
                <a:ext uri="{FF2B5EF4-FFF2-40B4-BE49-F238E27FC236}">
                  <a16:creationId xmlns:a16="http://schemas.microsoft.com/office/drawing/2014/main" id="{CD32BF6C-32B6-4807-845D-662627732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" y="1157"/>
              <a:ext cx="57" cy="441"/>
            </a:xfrm>
            <a:custGeom>
              <a:avLst/>
              <a:gdLst>
                <a:gd name="T0" fmla="*/ 0 w 57"/>
                <a:gd name="T1" fmla="*/ 2 h 441"/>
                <a:gd name="T2" fmla="*/ 55 w 57"/>
                <a:gd name="T3" fmla="*/ 439 h 441"/>
                <a:gd name="T4" fmla="*/ 57 w 57"/>
                <a:gd name="T5" fmla="*/ 441 h 441"/>
                <a:gd name="T6" fmla="*/ 57 w 57"/>
                <a:gd name="T7" fmla="*/ 439 h 441"/>
                <a:gd name="T8" fmla="*/ 2 w 57"/>
                <a:gd name="T9" fmla="*/ 2 h 441"/>
                <a:gd name="T10" fmla="*/ 0 w 57"/>
                <a:gd name="T11" fmla="*/ 0 h 441"/>
                <a:gd name="T12" fmla="*/ 0 w 57"/>
                <a:gd name="T13" fmla="*/ 2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" h="441">
                  <a:moveTo>
                    <a:pt x="0" y="2"/>
                  </a:moveTo>
                  <a:lnTo>
                    <a:pt x="55" y="439"/>
                  </a:lnTo>
                  <a:lnTo>
                    <a:pt x="57" y="441"/>
                  </a:lnTo>
                  <a:lnTo>
                    <a:pt x="57" y="439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3" name="Freeform 120">
              <a:extLst>
                <a:ext uri="{FF2B5EF4-FFF2-40B4-BE49-F238E27FC236}">
                  <a16:creationId xmlns:a16="http://schemas.microsoft.com/office/drawing/2014/main" id="{3038077C-B88A-4EDF-9657-D9E5B43403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" y="1157"/>
              <a:ext cx="57" cy="441"/>
            </a:xfrm>
            <a:custGeom>
              <a:avLst/>
              <a:gdLst>
                <a:gd name="T0" fmla="*/ 0 w 57"/>
                <a:gd name="T1" fmla="*/ 2 h 441"/>
                <a:gd name="T2" fmla="*/ 55 w 57"/>
                <a:gd name="T3" fmla="*/ 439 h 441"/>
                <a:gd name="T4" fmla="*/ 57 w 57"/>
                <a:gd name="T5" fmla="*/ 441 h 441"/>
                <a:gd name="T6" fmla="*/ 57 w 57"/>
                <a:gd name="T7" fmla="*/ 439 h 441"/>
                <a:gd name="T8" fmla="*/ 2 w 57"/>
                <a:gd name="T9" fmla="*/ 2 h 441"/>
                <a:gd name="T10" fmla="*/ 0 w 57"/>
                <a:gd name="T11" fmla="*/ 0 h 441"/>
                <a:gd name="T12" fmla="*/ 0 w 57"/>
                <a:gd name="T13" fmla="*/ 2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" h="441">
                  <a:moveTo>
                    <a:pt x="0" y="2"/>
                  </a:moveTo>
                  <a:lnTo>
                    <a:pt x="55" y="439"/>
                  </a:lnTo>
                  <a:lnTo>
                    <a:pt x="57" y="441"/>
                  </a:lnTo>
                  <a:lnTo>
                    <a:pt x="57" y="439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4" name="Freeform 121">
              <a:extLst>
                <a:ext uri="{FF2B5EF4-FFF2-40B4-BE49-F238E27FC236}">
                  <a16:creationId xmlns:a16="http://schemas.microsoft.com/office/drawing/2014/main" id="{802408A9-EECD-48CF-A081-BB9318C34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8" y="1149"/>
              <a:ext cx="58" cy="439"/>
            </a:xfrm>
            <a:custGeom>
              <a:avLst/>
              <a:gdLst>
                <a:gd name="T0" fmla="*/ 0 w 58"/>
                <a:gd name="T1" fmla="*/ 0 h 439"/>
                <a:gd name="T2" fmla="*/ 56 w 58"/>
                <a:gd name="T3" fmla="*/ 439 h 439"/>
                <a:gd name="T4" fmla="*/ 56 w 58"/>
                <a:gd name="T5" fmla="*/ 439 h 439"/>
                <a:gd name="T6" fmla="*/ 58 w 58"/>
                <a:gd name="T7" fmla="*/ 437 h 439"/>
                <a:gd name="T8" fmla="*/ 2 w 58"/>
                <a:gd name="T9" fmla="*/ 0 h 439"/>
                <a:gd name="T10" fmla="*/ 2 w 58"/>
                <a:gd name="T11" fmla="*/ 0 h 439"/>
                <a:gd name="T12" fmla="*/ 0 w 58"/>
                <a:gd name="T1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439">
                  <a:moveTo>
                    <a:pt x="0" y="0"/>
                  </a:moveTo>
                  <a:lnTo>
                    <a:pt x="56" y="439"/>
                  </a:lnTo>
                  <a:lnTo>
                    <a:pt x="56" y="439"/>
                  </a:lnTo>
                  <a:lnTo>
                    <a:pt x="58" y="437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5" name="Freeform 122">
              <a:extLst>
                <a:ext uri="{FF2B5EF4-FFF2-40B4-BE49-F238E27FC236}">
                  <a16:creationId xmlns:a16="http://schemas.microsoft.com/office/drawing/2014/main" id="{2EEDBD06-4B0C-49F2-905E-7A032A68D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8" y="1149"/>
              <a:ext cx="58" cy="439"/>
            </a:xfrm>
            <a:custGeom>
              <a:avLst/>
              <a:gdLst>
                <a:gd name="T0" fmla="*/ 0 w 58"/>
                <a:gd name="T1" fmla="*/ 0 h 439"/>
                <a:gd name="T2" fmla="*/ 56 w 58"/>
                <a:gd name="T3" fmla="*/ 439 h 439"/>
                <a:gd name="T4" fmla="*/ 56 w 58"/>
                <a:gd name="T5" fmla="*/ 439 h 439"/>
                <a:gd name="T6" fmla="*/ 58 w 58"/>
                <a:gd name="T7" fmla="*/ 437 h 439"/>
                <a:gd name="T8" fmla="*/ 2 w 58"/>
                <a:gd name="T9" fmla="*/ 0 h 439"/>
                <a:gd name="T10" fmla="*/ 2 w 58"/>
                <a:gd name="T11" fmla="*/ 0 h 439"/>
                <a:gd name="T12" fmla="*/ 0 w 58"/>
                <a:gd name="T1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439">
                  <a:moveTo>
                    <a:pt x="0" y="0"/>
                  </a:moveTo>
                  <a:lnTo>
                    <a:pt x="56" y="439"/>
                  </a:lnTo>
                  <a:lnTo>
                    <a:pt x="56" y="439"/>
                  </a:lnTo>
                  <a:lnTo>
                    <a:pt x="58" y="437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6" name="Freeform 123">
              <a:extLst>
                <a:ext uri="{FF2B5EF4-FFF2-40B4-BE49-F238E27FC236}">
                  <a16:creationId xmlns:a16="http://schemas.microsoft.com/office/drawing/2014/main" id="{0098597D-6DB3-473A-8A7E-6CEA430EC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2" y="1139"/>
              <a:ext cx="56" cy="439"/>
            </a:xfrm>
            <a:custGeom>
              <a:avLst/>
              <a:gdLst>
                <a:gd name="T0" fmla="*/ 0 w 56"/>
                <a:gd name="T1" fmla="*/ 2 h 439"/>
                <a:gd name="T2" fmla="*/ 54 w 56"/>
                <a:gd name="T3" fmla="*/ 439 h 439"/>
                <a:gd name="T4" fmla="*/ 56 w 56"/>
                <a:gd name="T5" fmla="*/ 439 h 439"/>
                <a:gd name="T6" fmla="*/ 56 w 56"/>
                <a:gd name="T7" fmla="*/ 439 h 439"/>
                <a:gd name="T8" fmla="*/ 2 w 56"/>
                <a:gd name="T9" fmla="*/ 2 h 439"/>
                <a:gd name="T10" fmla="*/ 0 w 56"/>
                <a:gd name="T11" fmla="*/ 0 h 439"/>
                <a:gd name="T12" fmla="*/ 0 w 56"/>
                <a:gd name="T13" fmla="*/ 2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439">
                  <a:moveTo>
                    <a:pt x="0" y="2"/>
                  </a:moveTo>
                  <a:lnTo>
                    <a:pt x="54" y="439"/>
                  </a:lnTo>
                  <a:lnTo>
                    <a:pt x="56" y="439"/>
                  </a:lnTo>
                  <a:lnTo>
                    <a:pt x="56" y="439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7" name="Freeform 124">
              <a:extLst>
                <a:ext uri="{FF2B5EF4-FFF2-40B4-BE49-F238E27FC236}">
                  <a16:creationId xmlns:a16="http://schemas.microsoft.com/office/drawing/2014/main" id="{1D23FE14-5302-4E38-AFB6-E19D651D8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2" y="1139"/>
              <a:ext cx="56" cy="439"/>
            </a:xfrm>
            <a:custGeom>
              <a:avLst/>
              <a:gdLst>
                <a:gd name="T0" fmla="*/ 0 w 56"/>
                <a:gd name="T1" fmla="*/ 2 h 439"/>
                <a:gd name="T2" fmla="*/ 54 w 56"/>
                <a:gd name="T3" fmla="*/ 439 h 439"/>
                <a:gd name="T4" fmla="*/ 56 w 56"/>
                <a:gd name="T5" fmla="*/ 439 h 439"/>
                <a:gd name="T6" fmla="*/ 56 w 56"/>
                <a:gd name="T7" fmla="*/ 439 h 439"/>
                <a:gd name="T8" fmla="*/ 2 w 56"/>
                <a:gd name="T9" fmla="*/ 2 h 439"/>
                <a:gd name="T10" fmla="*/ 0 w 56"/>
                <a:gd name="T11" fmla="*/ 0 h 439"/>
                <a:gd name="T12" fmla="*/ 0 w 56"/>
                <a:gd name="T13" fmla="*/ 2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439">
                  <a:moveTo>
                    <a:pt x="0" y="2"/>
                  </a:moveTo>
                  <a:lnTo>
                    <a:pt x="54" y="439"/>
                  </a:lnTo>
                  <a:lnTo>
                    <a:pt x="56" y="439"/>
                  </a:lnTo>
                  <a:lnTo>
                    <a:pt x="56" y="439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8" name="Freeform 125">
              <a:extLst>
                <a:ext uri="{FF2B5EF4-FFF2-40B4-BE49-F238E27FC236}">
                  <a16:creationId xmlns:a16="http://schemas.microsoft.com/office/drawing/2014/main" id="{A85CC788-4922-421E-B384-6CC4A6BA6D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" y="1131"/>
              <a:ext cx="58" cy="439"/>
            </a:xfrm>
            <a:custGeom>
              <a:avLst/>
              <a:gdLst>
                <a:gd name="T0" fmla="*/ 0 w 58"/>
                <a:gd name="T1" fmla="*/ 0 h 439"/>
                <a:gd name="T2" fmla="*/ 56 w 58"/>
                <a:gd name="T3" fmla="*/ 437 h 439"/>
                <a:gd name="T4" fmla="*/ 56 w 58"/>
                <a:gd name="T5" fmla="*/ 439 h 439"/>
                <a:gd name="T6" fmla="*/ 58 w 58"/>
                <a:gd name="T7" fmla="*/ 437 h 439"/>
                <a:gd name="T8" fmla="*/ 2 w 58"/>
                <a:gd name="T9" fmla="*/ 0 h 439"/>
                <a:gd name="T10" fmla="*/ 2 w 58"/>
                <a:gd name="T11" fmla="*/ 0 h 439"/>
                <a:gd name="T12" fmla="*/ 0 w 58"/>
                <a:gd name="T1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439">
                  <a:moveTo>
                    <a:pt x="0" y="0"/>
                  </a:moveTo>
                  <a:lnTo>
                    <a:pt x="56" y="437"/>
                  </a:lnTo>
                  <a:lnTo>
                    <a:pt x="56" y="439"/>
                  </a:lnTo>
                  <a:lnTo>
                    <a:pt x="58" y="437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9" name="Freeform 126">
              <a:extLst>
                <a:ext uri="{FF2B5EF4-FFF2-40B4-BE49-F238E27FC236}">
                  <a16:creationId xmlns:a16="http://schemas.microsoft.com/office/drawing/2014/main" id="{F7E0B00B-1C90-41A3-83D9-939E88239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" y="1131"/>
              <a:ext cx="58" cy="439"/>
            </a:xfrm>
            <a:custGeom>
              <a:avLst/>
              <a:gdLst>
                <a:gd name="T0" fmla="*/ 0 w 58"/>
                <a:gd name="T1" fmla="*/ 0 h 439"/>
                <a:gd name="T2" fmla="*/ 56 w 58"/>
                <a:gd name="T3" fmla="*/ 437 h 439"/>
                <a:gd name="T4" fmla="*/ 56 w 58"/>
                <a:gd name="T5" fmla="*/ 439 h 439"/>
                <a:gd name="T6" fmla="*/ 58 w 58"/>
                <a:gd name="T7" fmla="*/ 437 h 439"/>
                <a:gd name="T8" fmla="*/ 2 w 58"/>
                <a:gd name="T9" fmla="*/ 0 h 439"/>
                <a:gd name="T10" fmla="*/ 2 w 58"/>
                <a:gd name="T11" fmla="*/ 0 h 439"/>
                <a:gd name="T12" fmla="*/ 0 w 58"/>
                <a:gd name="T1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439">
                  <a:moveTo>
                    <a:pt x="0" y="0"/>
                  </a:moveTo>
                  <a:lnTo>
                    <a:pt x="56" y="437"/>
                  </a:lnTo>
                  <a:lnTo>
                    <a:pt x="56" y="439"/>
                  </a:lnTo>
                  <a:lnTo>
                    <a:pt x="58" y="437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0" name="Freeform 127">
              <a:extLst>
                <a:ext uri="{FF2B5EF4-FFF2-40B4-BE49-F238E27FC236}">
                  <a16:creationId xmlns:a16="http://schemas.microsoft.com/office/drawing/2014/main" id="{8087EDF2-D47A-4E57-8C12-9950A916A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" y="1121"/>
              <a:ext cx="56" cy="439"/>
            </a:xfrm>
            <a:custGeom>
              <a:avLst/>
              <a:gdLst>
                <a:gd name="T0" fmla="*/ 0 w 56"/>
                <a:gd name="T1" fmla="*/ 2 h 439"/>
                <a:gd name="T2" fmla="*/ 54 w 56"/>
                <a:gd name="T3" fmla="*/ 439 h 439"/>
                <a:gd name="T4" fmla="*/ 56 w 56"/>
                <a:gd name="T5" fmla="*/ 439 h 439"/>
                <a:gd name="T6" fmla="*/ 56 w 56"/>
                <a:gd name="T7" fmla="*/ 439 h 439"/>
                <a:gd name="T8" fmla="*/ 2 w 56"/>
                <a:gd name="T9" fmla="*/ 0 h 439"/>
                <a:gd name="T10" fmla="*/ 0 w 56"/>
                <a:gd name="T11" fmla="*/ 0 h 439"/>
                <a:gd name="T12" fmla="*/ 0 w 56"/>
                <a:gd name="T13" fmla="*/ 2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439">
                  <a:moveTo>
                    <a:pt x="0" y="2"/>
                  </a:moveTo>
                  <a:lnTo>
                    <a:pt x="54" y="439"/>
                  </a:lnTo>
                  <a:lnTo>
                    <a:pt x="56" y="439"/>
                  </a:lnTo>
                  <a:lnTo>
                    <a:pt x="56" y="439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1" name="Freeform 128">
              <a:extLst>
                <a:ext uri="{FF2B5EF4-FFF2-40B4-BE49-F238E27FC236}">
                  <a16:creationId xmlns:a16="http://schemas.microsoft.com/office/drawing/2014/main" id="{CFBCF025-E26F-4ADC-B553-05BC4A891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" y="1121"/>
              <a:ext cx="56" cy="439"/>
            </a:xfrm>
            <a:custGeom>
              <a:avLst/>
              <a:gdLst>
                <a:gd name="T0" fmla="*/ 0 w 56"/>
                <a:gd name="T1" fmla="*/ 2 h 439"/>
                <a:gd name="T2" fmla="*/ 54 w 56"/>
                <a:gd name="T3" fmla="*/ 439 h 439"/>
                <a:gd name="T4" fmla="*/ 56 w 56"/>
                <a:gd name="T5" fmla="*/ 439 h 439"/>
                <a:gd name="T6" fmla="*/ 56 w 56"/>
                <a:gd name="T7" fmla="*/ 439 h 439"/>
                <a:gd name="T8" fmla="*/ 2 w 56"/>
                <a:gd name="T9" fmla="*/ 0 h 439"/>
                <a:gd name="T10" fmla="*/ 0 w 56"/>
                <a:gd name="T11" fmla="*/ 0 h 439"/>
                <a:gd name="T12" fmla="*/ 0 w 56"/>
                <a:gd name="T13" fmla="*/ 2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439">
                  <a:moveTo>
                    <a:pt x="0" y="2"/>
                  </a:moveTo>
                  <a:lnTo>
                    <a:pt x="54" y="439"/>
                  </a:lnTo>
                  <a:lnTo>
                    <a:pt x="56" y="439"/>
                  </a:lnTo>
                  <a:lnTo>
                    <a:pt x="56" y="439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2" name="Freeform 129">
              <a:extLst>
                <a:ext uri="{FF2B5EF4-FFF2-40B4-BE49-F238E27FC236}">
                  <a16:creationId xmlns:a16="http://schemas.microsoft.com/office/drawing/2014/main" id="{1E0F636F-371D-48B0-A0D7-46D3230D0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0" y="1111"/>
              <a:ext cx="58" cy="441"/>
            </a:xfrm>
            <a:custGeom>
              <a:avLst/>
              <a:gdLst>
                <a:gd name="T0" fmla="*/ 0 w 58"/>
                <a:gd name="T1" fmla="*/ 2 h 441"/>
                <a:gd name="T2" fmla="*/ 56 w 58"/>
                <a:gd name="T3" fmla="*/ 439 h 441"/>
                <a:gd name="T4" fmla="*/ 56 w 58"/>
                <a:gd name="T5" fmla="*/ 441 h 441"/>
                <a:gd name="T6" fmla="*/ 58 w 58"/>
                <a:gd name="T7" fmla="*/ 439 h 441"/>
                <a:gd name="T8" fmla="*/ 2 w 58"/>
                <a:gd name="T9" fmla="*/ 2 h 441"/>
                <a:gd name="T10" fmla="*/ 2 w 58"/>
                <a:gd name="T11" fmla="*/ 0 h 441"/>
                <a:gd name="T12" fmla="*/ 0 w 58"/>
                <a:gd name="T13" fmla="*/ 2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441">
                  <a:moveTo>
                    <a:pt x="0" y="2"/>
                  </a:moveTo>
                  <a:lnTo>
                    <a:pt x="56" y="439"/>
                  </a:lnTo>
                  <a:lnTo>
                    <a:pt x="56" y="441"/>
                  </a:lnTo>
                  <a:lnTo>
                    <a:pt x="58" y="439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3" name="Freeform 130">
              <a:extLst>
                <a:ext uri="{FF2B5EF4-FFF2-40B4-BE49-F238E27FC236}">
                  <a16:creationId xmlns:a16="http://schemas.microsoft.com/office/drawing/2014/main" id="{5A1D0E14-6816-4D97-ABB1-2AB2501E4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0" y="1111"/>
              <a:ext cx="58" cy="441"/>
            </a:xfrm>
            <a:custGeom>
              <a:avLst/>
              <a:gdLst>
                <a:gd name="T0" fmla="*/ 0 w 58"/>
                <a:gd name="T1" fmla="*/ 2 h 441"/>
                <a:gd name="T2" fmla="*/ 56 w 58"/>
                <a:gd name="T3" fmla="*/ 439 h 441"/>
                <a:gd name="T4" fmla="*/ 56 w 58"/>
                <a:gd name="T5" fmla="*/ 441 h 441"/>
                <a:gd name="T6" fmla="*/ 58 w 58"/>
                <a:gd name="T7" fmla="*/ 439 h 441"/>
                <a:gd name="T8" fmla="*/ 2 w 58"/>
                <a:gd name="T9" fmla="*/ 2 h 441"/>
                <a:gd name="T10" fmla="*/ 2 w 58"/>
                <a:gd name="T11" fmla="*/ 0 h 441"/>
                <a:gd name="T12" fmla="*/ 0 w 58"/>
                <a:gd name="T13" fmla="*/ 2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441">
                  <a:moveTo>
                    <a:pt x="0" y="2"/>
                  </a:moveTo>
                  <a:lnTo>
                    <a:pt x="56" y="439"/>
                  </a:lnTo>
                  <a:lnTo>
                    <a:pt x="56" y="441"/>
                  </a:lnTo>
                  <a:lnTo>
                    <a:pt x="58" y="439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4" name="Freeform 131">
              <a:extLst>
                <a:ext uri="{FF2B5EF4-FFF2-40B4-BE49-F238E27FC236}">
                  <a16:creationId xmlns:a16="http://schemas.microsoft.com/office/drawing/2014/main" id="{9BF9A96B-6BD2-414A-B480-22A2D0780B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7" y="1550"/>
              <a:ext cx="439" cy="56"/>
            </a:xfrm>
            <a:custGeom>
              <a:avLst/>
              <a:gdLst>
                <a:gd name="T0" fmla="*/ 2 w 439"/>
                <a:gd name="T1" fmla="*/ 56 h 56"/>
                <a:gd name="T2" fmla="*/ 439 w 439"/>
                <a:gd name="T3" fmla="*/ 2 h 56"/>
                <a:gd name="T4" fmla="*/ 439 w 439"/>
                <a:gd name="T5" fmla="*/ 2 h 56"/>
                <a:gd name="T6" fmla="*/ 439 w 439"/>
                <a:gd name="T7" fmla="*/ 0 h 56"/>
                <a:gd name="T8" fmla="*/ 2 w 439"/>
                <a:gd name="T9" fmla="*/ 54 h 56"/>
                <a:gd name="T10" fmla="*/ 0 w 439"/>
                <a:gd name="T11" fmla="*/ 56 h 56"/>
                <a:gd name="T12" fmla="*/ 2 w 439"/>
                <a:gd name="T13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9" h="56">
                  <a:moveTo>
                    <a:pt x="2" y="56"/>
                  </a:moveTo>
                  <a:lnTo>
                    <a:pt x="439" y="2"/>
                  </a:lnTo>
                  <a:lnTo>
                    <a:pt x="439" y="2"/>
                  </a:lnTo>
                  <a:lnTo>
                    <a:pt x="439" y="0"/>
                  </a:lnTo>
                  <a:lnTo>
                    <a:pt x="2" y="54"/>
                  </a:lnTo>
                  <a:lnTo>
                    <a:pt x="0" y="56"/>
                  </a:lnTo>
                  <a:lnTo>
                    <a:pt x="2" y="56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5" name="Freeform 132">
              <a:extLst>
                <a:ext uri="{FF2B5EF4-FFF2-40B4-BE49-F238E27FC236}">
                  <a16:creationId xmlns:a16="http://schemas.microsoft.com/office/drawing/2014/main" id="{06F0D999-D0EC-4D74-8357-BCBDD44F3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7" y="1550"/>
              <a:ext cx="439" cy="56"/>
            </a:xfrm>
            <a:custGeom>
              <a:avLst/>
              <a:gdLst>
                <a:gd name="T0" fmla="*/ 2 w 439"/>
                <a:gd name="T1" fmla="*/ 56 h 56"/>
                <a:gd name="T2" fmla="*/ 439 w 439"/>
                <a:gd name="T3" fmla="*/ 2 h 56"/>
                <a:gd name="T4" fmla="*/ 439 w 439"/>
                <a:gd name="T5" fmla="*/ 2 h 56"/>
                <a:gd name="T6" fmla="*/ 439 w 439"/>
                <a:gd name="T7" fmla="*/ 0 h 56"/>
                <a:gd name="T8" fmla="*/ 2 w 439"/>
                <a:gd name="T9" fmla="*/ 54 h 56"/>
                <a:gd name="T10" fmla="*/ 0 w 439"/>
                <a:gd name="T11" fmla="*/ 56 h 56"/>
                <a:gd name="T12" fmla="*/ 2 w 439"/>
                <a:gd name="T13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9" h="56">
                  <a:moveTo>
                    <a:pt x="2" y="56"/>
                  </a:moveTo>
                  <a:lnTo>
                    <a:pt x="439" y="2"/>
                  </a:lnTo>
                  <a:lnTo>
                    <a:pt x="439" y="2"/>
                  </a:lnTo>
                  <a:lnTo>
                    <a:pt x="439" y="0"/>
                  </a:lnTo>
                  <a:lnTo>
                    <a:pt x="2" y="54"/>
                  </a:lnTo>
                  <a:lnTo>
                    <a:pt x="0" y="56"/>
                  </a:lnTo>
                  <a:lnTo>
                    <a:pt x="2" y="5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6" name="Freeform 133">
              <a:extLst>
                <a:ext uri="{FF2B5EF4-FFF2-40B4-BE49-F238E27FC236}">
                  <a16:creationId xmlns:a16="http://schemas.microsoft.com/office/drawing/2014/main" id="{BE3D0F3D-DE00-473A-91BB-56F777D90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9" y="1478"/>
              <a:ext cx="439" cy="56"/>
            </a:xfrm>
            <a:custGeom>
              <a:avLst/>
              <a:gdLst>
                <a:gd name="T0" fmla="*/ 0 w 439"/>
                <a:gd name="T1" fmla="*/ 56 h 56"/>
                <a:gd name="T2" fmla="*/ 437 w 439"/>
                <a:gd name="T3" fmla="*/ 2 h 56"/>
                <a:gd name="T4" fmla="*/ 439 w 439"/>
                <a:gd name="T5" fmla="*/ 0 h 56"/>
                <a:gd name="T6" fmla="*/ 437 w 439"/>
                <a:gd name="T7" fmla="*/ 0 h 56"/>
                <a:gd name="T8" fmla="*/ 0 w 439"/>
                <a:gd name="T9" fmla="*/ 54 h 56"/>
                <a:gd name="T10" fmla="*/ 0 w 439"/>
                <a:gd name="T11" fmla="*/ 56 h 56"/>
                <a:gd name="T12" fmla="*/ 0 w 439"/>
                <a:gd name="T13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9" h="56">
                  <a:moveTo>
                    <a:pt x="0" y="56"/>
                  </a:moveTo>
                  <a:lnTo>
                    <a:pt x="437" y="2"/>
                  </a:lnTo>
                  <a:lnTo>
                    <a:pt x="439" y="0"/>
                  </a:lnTo>
                  <a:lnTo>
                    <a:pt x="437" y="0"/>
                  </a:lnTo>
                  <a:lnTo>
                    <a:pt x="0" y="54"/>
                  </a:lnTo>
                  <a:lnTo>
                    <a:pt x="0" y="56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7" name="Freeform 134">
              <a:extLst>
                <a:ext uri="{FF2B5EF4-FFF2-40B4-BE49-F238E27FC236}">
                  <a16:creationId xmlns:a16="http://schemas.microsoft.com/office/drawing/2014/main" id="{82024716-B030-4640-8AEA-EC728D6C3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9" y="1478"/>
              <a:ext cx="439" cy="56"/>
            </a:xfrm>
            <a:custGeom>
              <a:avLst/>
              <a:gdLst>
                <a:gd name="T0" fmla="*/ 0 w 439"/>
                <a:gd name="T1" fmla="*/ 56 h 56"/>
                <a:gd name="T2" fmla="*/ 437 w 439"/>
                <a:gd name="T3" fmla="*/ 2 h 56"/>
                <a:gd name="T4" fmla="*/ 439 w 439"/>
                <a:gd name="T5" fmla="*/ 0 h 56"/>
                <a:gd name="T6" fmla="*/ 437 w 439"/>
                <a:gd name="T7" fmla="*/ 0 h 56"/>
                <a:gd name="T8" fmla="*/ 0 w 439"/>
                <a:gd name="T9" fmla="*/ 54 h 56"/>
                <a:gd name="T10" fmla="*/ 0 w 439"/>
                <a:gd name="T11" fmla="*/ 56 h 56"/>
                <a:gd name="T12" fmla="*/ 0 w 439"/>
                <a:gd name="T13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9" h="56">
                  <a:moveTo>
                    <a:pt x="0" y="56"/>
                  </a:moveTo>
                  <a:lnTo>
                    <a:pt x="437" y="2"/>
                  </a:lnTo>
                  <a:lnTo>
                    <a:pt x="439" y="0"/>
                  </a:lnTo>
                  <a:lnTo>
                    <a:pt x="437" y="0"/>
                  </a:lnTo>
                  <a:lnTo>
                    <a:pt x="0" y="54"/>
                  </a:lnTo>
                  <a:lnTo>
                    <a:pt x="0" y="56"/>
                  </a:lnTo>
                  <a:lnTo>
                    <a:pt x="0" y="5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8" name="Freeform 135">
              <a:extLst>
                <a:ext uri="{FF2B5EF4-FFF2-40B4-BE49-F238E27FC236}">
                  <a16:creationId xmlns:a16="http://schemas.microsoft.com/office/drawing/2014/main" id="{65A1D23A-8A9E-4AE9-8264-51EC7CF27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9" y="1404"/>
              <a:ext cx="439" cy="56"/>
            </a:xfrm>
            <a:custGeom>
              <a:avLst/>
              <a:gdLst>
                <a:gd name="T0" fmla="*/ 2 w 439"/>
                <a:gd name="T1" fmla="*/ 56 h 56"/>
                <a:gd name="T2" fmla="*/ 439 w 439"/>
                <a:gd name="T3" fmla="*/ 2 h 56"/>
                <a:gd name="T4" fmla="*/ 439 w 439"/>
                <a:gd name="T5" fmla="*/ 2 h 56"/>
                <a:gd name="T6" fmla="*/ 439 w 439"/>
                <a:gd name="T7" fmla="*/ 0 h 56"/>
                <a:gd name="T8" fmla="*/ 0 w 439"/>
                <a:gd name="T9" fmla="*/ 54 h 56"/>
                <a:gd name="T10" fmla="*/ 0 w 439"/>
                <a:gd name="T11" fmla="*/ 56 h 56"/>
                <a:gd name="T12" fmla="*/ 2 w 439"/>
                <a:gd name="T13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9" h="56">
                  <a:moveTo>
                    <a:pt x="2" y="56"/>
                  </a:moveTo>
                  <a:lnTo>
                    <a:pt x="439" y="2"/>
                  </a:lnTo>
                  <a:lnTo>
                    <a:pt x="439" y="2"/>
                  </a:lnTo>
                  <a:lnTo>
                    <a:pt x="439" y="0"/>
                  </a:lnTo>
                  <a:lnTo>
                    <a:pt x="0" y="54"/>
                  </a:lnTo>
                  <a:lnTo>
                    <a:pt x="0" y="56"/>
                  </a:lnTo>
                  <a:lnTo>
                    <a:pt x="2" y="56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9" name="Freeform 136">
              <a:extLst>
                <a:ext uri="{FF2B5EF4-FFF2-40B4-BE49-F238E27FC236}">
                  <a16:creationId xmlns:a16="http://schemas.microsoft.com/office/drawing/2014/main" id="{F9B058E1-B118-4C80-B6DE-EA2A87E235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9" y="1404"/>
              <a:ext cx="439" cy="56"/>
            </a:xfrm>
            <a:custGeom>
              <a:avLst/>
              <a:gdLst>
                <a:gd name="T0" fmla="*/ 2 w 439"/>
                <a:gd name="T1" fmla="*/ 56 h 56"/>
                <a:gd name="T2" fmla="*/ 439 w 439"/>
                <a:gd name="T3" fmla="*/ 2 h 56"/>
                <a:gd name="T4" fmla="*/ 439 w 439"/>
                <a:gd name="T5" fmla="*/ 2 h 56"/>
                <a:gd name="T6" fmla="*/ 439 w 439"/>
                <a:gd name="T7" fmla="*/ 0 h 56"/>
                <a:gd name="T8" fmla="*/ 0 w 439"/>
                <a:gd name="T9" fmla="*/ 54 h 56"/>
                <a:gd name="T10" fmla="*/ 0 w 439"/>
                <a:gd name="T11" fmla="*/ 56 h 56"/>
                <a:gd name="T12" fmla="*/ 2 w 439"/>
                <a:gd name="T13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9" h="56">
                  <a:moveTo>
                    <a:pt x="2" y="56"/>
                  </a:moveTo>
                  <a:lnTo>
                    <a:pt x="439" y="2"/>
                  </a:lnTo>
                  <a:lnTo>
                    <a:pt x="439" y="2"/>
                  </a:lnTo>
                  <a:lnTo>
                    <a:pt x="439" y="0"/>
                  </a:lnTo>
                  <a:lnTo>
                    <a:pt x="0" y="54"/>
                  </a:lnTo>
                  <a:lnTo>
                    <a:pt x="0" y="56"/>
                  </a:lnTo>
                  <a:lnTo>
                    <a:pt x="2" y="5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0" name="Freeform 137">
              <a:extLst>
                <a:ext uri="{FF2B5EF4-FFF2-40B4-BE49-F238E27FC236}">
                  <a16:creationId xmlns:a16="http://schemas.microsoft.com/office/drawing/2014/main" id="{E1FABB8D-E429-4376-B4BD-89F8CBA34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9" y="1332"/>
              <a:ext cx="441" cy="56"/>
            </a:xfrm>
            <a:custGeom>
              <a:avLst/>
              <a:gdLst>
                <a:gd name="T0" fmla="*/ 2 w 441"/>
                <a:gd name="T1" fmla="*/ 56 h 56"/>
                <a:gd name="T2" fmla="*/ 439 w 441"/>
                <a:gd name="T3" fmla="*/ 2 h 56"/>
                <a:gd name="T4" fmla="*/ 441 w 441"/>
                <a:gd name="T5" fmla="*/ 0 h 56"/>
                <a:gd name="T6" fmla="*/ 439 w 441"/>
                <a:gd name="T7" fmla="*/ 0 h 56"/>
                <a:gd name="T8" fmla="*/ 2 w 441"/>
                <a:gd name="T9" fmla="*/ 54 h 56"/>
                <a:gd name="T10" fmla="*/ 0 w 441"/>
                <a:gd name="T11" fmla="*/ 56 h 56"/>
                <a:gd name="T12" fmla="*/ 2 w 441"/>
                <a:gd name="T13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1" h="56">
                  <a:moveTo>
                    <a:pt x="2" y="56"/>
                  </a:moveTo>
                  <a:lnTo>
                    <a:pt x="439" y="2"/>
                  </a:lnTo>
                  <a:lnTo>
                    <a:pt x="441" y="0"/>
                  </a:lnTo>
                  <a:lnTo>
                    <a:pt x="439" y="0"/>
                  </a:lnTo>
                  <a:lnTo>
                    <a:pt x="2" y="54"/>
                  </a:lnTo>
                  <a:lnTo>
                    <a:pt x="0" y="56"/>
                  </a:lnTo>
                  <a:lnTo>
                    <a:pt x="2" y="56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1" name="Freeform 138">
              <a:extLst>
                <a:ext uri="{FF2B5EF4-FFF2-40B4-BE49-F238E27FC236}">
                  <a16:creationId xmlns:a16="http://schemas.microsoft.com/office/drawing/2014/main" id="{E8C07448-13C4-479A-9A4C-8B2A4C5FE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9" y="1332"/>
              <a:ext cx="441" cy="56"/>
            </a:xfrm>
            <a:custGeom>
              <a:avLst/>
              <a:gdLst>
                <a:gd name="T0" fmla="*/ 2 w 441"/>
                <a:gd name="T1" fmla="*/ 56 h 56"/>
                <a:gd name="T2" fmla="*/ 439 w 441"/>
                <a:gd name="T3" fmla="*/ 2 h 56"/>
                <a:gd name="T4" fmla="*/ 441 w 441"/>
                <a:gd name="T5" fmla="*/ 0 h 56"/>
                <a:gd name="T6" fmla="*/ 439 w 441"/>
                <a:gd name="T7" fmla="*/ 0 h 56"/>
                <a:gd name="T8" fmla="*/ 2 w 441"/>
                <a:gd name="T9" fmla="*/ 54 h 56"/>
                <a:gd name="T10" fmla="*/ 0 w 441"/>
                <a:gd name="T11" fmla="*/ 56 h 56"/>
                <a:gd name="T12" fmla="*/ 2 w 441"/>
                <a:gd name="T13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1" h="56">
                  <a:moveTo>
                    <a:pt x="2" y="56"/>
                  </a:moveTo>
                  <a:lnTo>
                    <a:pt x="439" y="2"/>
                  </a:lnTo>
                  <a:lnTo>
                    <a:pt x="441" y="0"/>
                  </a:lnTo>
                  <a:lnTo>
                    <a:pt x="439" y="0"/>
                  </a:lnTo>
                  <a:lnTo>
                    <a:pt x="2" y="54"/>
                  </a:lnTo>
                  <a:lnTo>
                    <a:pt x="0" y="56"/>
                  </a:lnTo>
                  <a:lnTo>
                    <a:pt x="2" y="5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2" name="Freeform 139">
              <a:extLst>
                <a:ext uri="{FF2B5EF4-FFF2-40B4-BE49-F238E27FC236}">
                  <a16:creationId xmlns:a16="http://schemas.microsoft.com/office/drawing/2014/main" id="{4080E74A-1C0D-4315-9F07-291A0A494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1" y="1257"/>
              <a:ext cx="439" cy="56"/>
            </a:xfrm>
            <a:custGeom>
              <a:avLst/>
              <a:gdLst>
                <a:gd name="T0" fmla="*/ 0 w 439"/>
                <a:gd name="T1" fmla="*/ 56 h 56"/>
                <a:gd name="T2" fmla="*/ 439 w 439"/>
                <a:gd name="T3" fmla="*/ 2 h 56"/>
                <a:gd name="T4" fmla="*/ 439 w 439"/>
                <a:gd name="T5" fmla="*/ 2 h 56"/>
                <a:gd name="T6" fmla="*/ 439 w 439"/>
                <a:gd name="T7" fmla="*/ 0 h 56"/>
                <a:gd name="T8" fmla="*/ 0 w 439"/>
                <a:gd name="T9" fmla="*/ 54 h 56"/>
                <a:gd name="T10" fmla="*/ 0 w 439"/>
                <a:gd name="T11" fmla="*/ 56 h 56"/>
                <a:gd name="T12" fmla="*/ 0 w 439"/>
                <a:gd name="T13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9" h="56">
                  <a:moveTo>
                    <a:pt x="0" y="56"/>
                  </a:moveTo>
                  <a:lnTo>
                    <a:pt x="439" y="2"/>
                  </a:lnTo>
                  <a:lnTo>
                    <a:pt x="439" y="2"/>
                  </a:lnTo>
                  <a:lnTo>
                    <a:pt x="439" y="0"/>
                  </a:lnTo>
                  <a:lnTo>
                    <a:pt x="0" y="54"/>
                  </a:lnTo>
                  <a:lnTo>
                    <a:pt x="0" y="56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3" name="Freeform 140">
              <a:extLst>
                <a:ext uri="{FF2B5EF4-FFF2-40B4-BE49-F238E27FC236}">
                  <a16:creationId xmlns:a16="http://schemas.microsoft.com/office/drawing/2014/main" id="{4AFF7C72-C512-4CD9-9885-C4E638A07D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1" y="1257"/>
              <a:ext cx="439" cy="56"/>
            </a:xfrm>
            <a:custGeom>
              <a:avLst/>
              <a:gdLst>
                <a:gd name="T0" fmla="*/ 0 w 439"/>
                <a:gd name="T1" fmla="*/ 56 h 56"/>
                <a:gd name="T2" fmla="*/ 439 w 439"/>
                <a:gd name="T3" fmla="*/ 2 h 56"/>
                <a:gd name="T4" fmla="*/ 439 w 439"/>
                <a:gd name="T5" fmla="*/ 2 h 56"/>
                <a:gd name="T6" fmla="*/ 439 w 439"/>
                <a:gd name="T7" fmla="*/ 0 h 56"/>
                <a:gd name="T8" fmla="*/ 0 w 439"/>
                <a:gd name="T9" fmla="*/ 54 h 56"/>
                <a:gd name="T10" fmla="*/ 0 w 439"/>
                <a:gd name="T11" fmla="*/ 56 h 56"/>
                <a:gd name="T12" fmla="*/ 0 w 439"/>
                <a:gd name="T13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9" h="56">
                  <a:moveTo>
                    <a:pt x="0" y="56"/>
                  </a:moveTo>
                  <a:lnTo>
                    <a:pt x="439" y="2"/>
                  </a:lnTo>
                  <a:lnTo>
                    <a:pt x="439" y="2"/>
                  </a:lnTo>
                  <a:lnTo>
                    <a:pt x="439" y="0"/>
                  </a:lnTo>
                  <a:lnTo>
                    <a:pt x="0" y="54"/>
                  </a:lnTo>
                  <a:lnTo>
                    <a:pt x="0" y="56"/>
                  </a:lnTo>
                  <a:lnTo>
                    <a:pt x="0" y="5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4" name="Freeform 141">
              <a:extLst>
                <a:ext uri="{FF2B5EF4-FFF2-40B4-BE49-F238E27FC236}">
                  <a16:creationId xmlns:a16="http://schemas.microsoft.com/office/drawing/2014/main" id="{B7165B16-28AC-4A4D-AC8C-E2D3C65D0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1" y="1185"/>
              <a:ext cx="441" cy="56"/>
            </a:xfrm>
            <a:custGeom>
              <a:avLst/>
              <a:gdLst>
                <a:gd name="T0" fmla="*/ 2 w 441"/>
                <a:gd name="T1" fmla="*/ 56 h 56"/>
                <a:gd name="T2" fmla="*/ 439 w 441"/>
                <a:gd name="T3" fmla="*/ 2 h 56"/>
                <a:gd name="T4" fmla="*/ 441 w 441"/>
                <a:gd name="T5" fmla="*/ 0 h 56"/>
                <a:gd name="T6" fmla="*/ 439 w 441"/>
                <a:gd name="T7" fmla="*/ 0 h 56"/>
                <a:gd name="T8" fmla="*/ 2 w 441"/>
                <a:gd name="T9" fmla="*/ 54 h 56"/>
                <a:gd name="T10" fmla="*/ 0 w 441"/>
                <a:gd name="T11" fmla="*/ 56 h 56"/>
                <a:gd name="T12" fmla="*/ 2 w 441"/>
                <a:gd name="T13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1" h="56">
                  <a:moveTo>
                    <a:pt x="2" y="56"/>
                  </a:moveTo>
                  <a:lnTo>
                    <a:pt x="439" y="2"/>
                  </a:lnTo>
                  <a:lnTo>
                    <a:pt x="441" y="0"/>
                  </a:lnTo>
                  <a:lnTo>
                    <a:pt x="439" y="0"/>
                  </a:lnTo>
                  <a:lnTo>
                    <a:pt x="2" y="54"/>
                  </a:lnTo>
                  <a:lnTo>
                    <a:pt x="0" y="56"/>
                  </a:lnTo>
                  <a:lnTo>
                    <a:pt x="2" y="56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5" name="Freeform 142">
              <a:extLst>
                <a:ext uri="{FF2B5EF4-FFF2-40B4-BE49-F238E27FC236}">
                  <a16:creationId xmlns:a16="http://schemas.microsoft.com/office/drawing/2014/main" id="{1BCBBBBD-58DF-41C5-AB4F-9C29BFEE0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1" y="1185"/>
              <a:ext cx="441" cy="56"/>
            </a:xfrm>
            <a:custGeom>
              <a:avLst/>
              <a:gdLst>
                <a:gd name="T0" fmla="*/ 2 w 441"/>
                <a:gd name="T1" fmla="*/ 56 h 56"/>
                <a:gd name="T2" fmla="*/ 439 w 441"/>
                <a:gd name="T3" fmla="*/ 2 h 56"/>
                <a:gd name="T4" fmla="*/ 441 w 441"/>
                <a:gd name="T5" fmla="*/ 0 h 56"/>
                <a:gd name="T6" fmla="*/ 439 w 441"/>
                <a:gd name="T7" fmla="*/ 0 h 56"/>
                <a:gd name="T8" fmla="*/ 2 w 441"/>
                <a:gd name="T9" fmla="*/ 54 h 56"/>
                <a:gd name="T10" fmla="*/ 0 w 441"/>
                <a:gd name="T11" fmla="*/ 56 h 56"/>
                <a:gd name="T12" fmla="*/ 2 w 441"/>
                <a:gd name="T13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1" h="56">
                  <a:moveTo>
                    <a:pt x="2" y="56"/>
                  </a:moveTo>
                  <a:lnTo>
                    <a:pt x="439" y="2"/>
                  </a:lnTo>
                  <a:lnTo>
                    <a:pt x="441" y="0"/>
                  </a:lnTo>
                  <a:lnTo>
                    <a:pt x="439" y="0"/>
                  </a:lnTo>
                  <a:lnTo>
                    <a:pt x="2" y="54"/>
                  </a:lnTo>
                  <a:lnTo>
                    <a:pt x="0" y="56"/>
                  </a:lnTo>
                  <a:lnTo>
                    <a:pt x="2" y="5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6" name="Freeform 143">
              <a:extLst>
                <a:ext uri="{FF2B5EF4-FFF2-40B4-BE49-F238E27FC236}">
                  <a16:creationId xmlns:a16="http://schemas.microsoft.com/office/drawing/2014/main" id="{DFEAEF93-229F-43A5-9D1D-200CA3F1A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" y="1111"/>
              <a:ext cx="439" cy="56"/>
            </a:xfrm>
            <a:custGeom>
              <a:avLst/>
              <a:gdLst>
                <a:gd name="T0" fmla="*/ 0 w 439"/>
                <a:gd name="T1" fmla="*/ 56 h 56"/>
                <a:gd name="T2" fmla="*/ 439 w 439"/>
                <a:gd name="T3" fmla="*/ 2 h 56"/>
                <a:gd name="T4" fmla="*/ 439 w 439"/>
                <a:gd name="T5" fmla="*/ 2 h 56"/>
                <a:gd name="T6" fmla="*/ 437 w 439"/>
                <a:gd name="T7" fmla="*/ 0 h 56"/>
                <a:gd name="T8" fmla="*/ 0 w 439"/>
                <a:gd name="T9" fmla="*/ 54 h 56"/>
                <a:gd name="T10" fmla="*/ 0 w 439"/>
                <a:gd name="T11" fmla="*/ 56 h 56"/>
                <a:gd name="T12" fmla="*/ 0 w 439"/>
                <a:gd name="T13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9" h="56">
                  <a:moveTo>
                    <a:pt x="0" y="56"/>
                  </a:moveTo>
                  <a:lnTo>
                    <a:pt x="439" y="2"/>
                  </a:lnTo>
                  <a:lnTo>
                    <a:pt x="439" y="2"/>
                  </a:lnTo>
                  <a:lnTo>
                    <a:pt x="437" y="0"/>
                  </a:lnTo>
                  <a:lnTo>
                    <a:pt x="0" y="54"/>
                  </a:lnTo>
                  <a:lnTo>
                    <a:pt x="0" y="56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7" name="Freeform 144">
              <a:extLst>
                <a:ext uri="{FF2B5EF4-FFF2-40B4-BE49-F238E27FC236}">
                  <a16:creationId xmlns:a16="http://schemas.microsoft.com/office/drawing/2014/main" id="{1748E52A-D51F-45B4-BA99-AF745BD22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" y="1111"/>
              <a:ext cx="439" cy="56"/>
            </a:xfrm>
            <a:custGeom>
              <a:avLst/>
              <a:gdLst>
                <a:gd name="T0" fmla="*/ 0 w 439"/>
                <a:gd name="T1" fmla="*/ 56 h 56"/>
                <a:gd name="T2" fmla="*/ 439 w 439"/>
                <a:gd name="T3" fmla="*/ 2 h 56"/>
                <a:gd name="T4" fmla="*/ 439 w 439"/>
                <a:gd name="T5" fmla="*/ 2 h 56"/>
                <a:gd name="T6" fmla="*/ 437 w 439"/>
                <a:gd name="T7" fmla="*/ 0 h 56"/>
                <a:gd name="T8" fmla="*/ 0 w 439"/>
                <a:gd name="T9" fmla="*/ 54 h 56"/>
                <a:gd name="T10" fmla="*/ 0 w 439"/>
                <a:gd name="T11" fmla="*/ 56 h 56"/>
                <a:gd name="T12" fmla="*/ 0 w 439"/>
                <a:gd name="T13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9" h="56">
                  <a:moveTo>
                    <a:pt x="0" y="56"/>
                  </a:moveTo>
                  <a:lnTo>
                    <a:pt x="439" y="2"/>
                  </a:lnTo>
                  <a:lnTo>
                    <a:pt x="439" y="2"/>
                  </a:lnTo>
                  <a:lnTo>
                    <a:pt x="437" y="0"/>
                  </a:lnTo>
                  <a:lnTo>
                    <a:pt x="0" y="54"/>
                  </a:lnTo>
                  <a:lnTo>
                    <a:pt x="0" y="56"/>
                  </a:lnTo>
                  <a:lnTo>
                    <a:pt x="0" y="5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8" name="Rectangle 145">
              <a:extLst>
                <a:ext uri="{FF2B5EF4-FFF2-40B4-BE49-F238E27FC236}">
                  <a16:creationId xmlns:a16="http://schemas.microsoft.com/office/drawing/2014/main" id="{93C56499-3008-4C3A-9E92-B1DCC1528C5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120000">
              <a:off x="3543" y="1807"/>
              <a:ext cx="109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3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€</a:t>
              </a:r>
              <a:endPara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9" name="Freeform 146">
              <a:extLst>
                <a:ext uri="{FF2B5EF4-FFF2-40B4-BE49-F238E27FC236}">
                  <a16:creationId xmlns:a16="http://schemas.microsoft.com/office/drawing/2014/main" id="{574471D6-3B5B-4481-A194-2B6D860156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4" y="1859"/>
              <a:ext cx="80" cy="80"/>
            </a:xfrm>
            <a:custGeom>
              <a:avLst/>
              <a:gdLst>
                <a:gd name="T0" fmla="*/ 80 w 80"/>
                <a:gd name="T1" fmla="*/ 72 h 80"/>
                <a:gd name="T2" fmla="*/ 8 w 80"/>
                <a:gd name="T3" fmla="*/ 80 h 80"/>
                <a:gd name="T4" fmla="*/ 0 w 80"/>
                <a:gd name="T5" fmla="*/ 8 h 80"/>
                <a:gd name="T6" fmla="*/ 72 w 80"/>
                <a:gd name="T7" fmla="*/ 0 h 80"/>
                <a:gd name="T8" fmla="*/ 80 w 80"/>
                <a:gd name="T9" fmla="*/ 7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80">
                  <a:moveTo>
                    <a:pt x="80" y="72"/>
                  </a:moveTo>
                  <a:lnTo>
                    <a:pt x="8" y="80"/>
                  </a:lnTo>
                  <a:lnTo>
                    <a:pt x="0" y="8"/>
                  </a:lnTo>
                  <a:lnTo>
                    <a:pt x="72" y="0"/>
                  </a:lnTo>
                  <a:lnTo>
                    <a:pt x="80" y="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0" name="Freeform 147">
              <a:extLst>
                <a:ext uri="{FF2B5EF4-FFF2-40B4-BE49-F238E27FC236}">
                  <a16:creationId xmlns:a16="http://schemas.microsoft.com/office/drawing/2014/main" id="{EE784112-6B9C-42F1-AE7A-21C4656373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1" y="1201"/>
              <a:ext cx="98" cy="80"/>
            </a:xfrm>
            <a:custGeom>
              <a:avLst/>
              <a:gdLst>
                <a:gd name="T0" fmla="*/ 38 w 49"/>
                <a:gd name="T1" fmla="*/ 9 h 40"/>
                <a:gd name="T2" fmla="*/ 11 w 49"/>
                <a:gd name="T3" fmla="*/ 12 h 40"/>
                <a:gd name="T4" fmla="*/ 11 w 49"/>
                <a:gd name="T5" fmla="*/ 10 h 40"/>
                <a:gd name="T6" fmla="*/ 9 w 49"/>
                <a:gd name="T7" fmla="*/ 9 h 40"/>
                <a:gd name="T8" fmla="*/ 5 w 49"/>
                <a:gd name="T9" fmla="*/ 9 h 40"/>
                <a:gd name="T10" fmla="*/ 4 w 49"/>
                <a:gd name="T11" fmla="*/ 11 h 40"/>
                <a:gd name="T12" fmla="*/ 4 w 49"/>
                <a:gd name="T13" fmla="*/ 13 h 40"/>
                <a:gd name="T14" fmla="*/ 0 w 49"/>
                <a:gd name="T15" fmla="*/ 13 h 40"/>
                <a:gd name="T16" fmla="*/ 3 w 49"/>
                <a:gd name="T17" fmla="*/ 37 h 40"/>
                <a:gd name="T18" fmla="*/ 6 w 49"/>
                <a:gd name="T19" fmla="*/ 39 h 40"/>
                <a:gd name="T20" fmla="*/ 44 w 49"/>
                <a:gd name="T21" fmla="*/ 35 h 40"/>
                <a:gd name="T22" fmla="*/ 41 w 49"/>
                <a:gd name="T23" fmla="*/ 11 h 40"/>
                <a:gd name="T24" fmla="*/ 38 w 49"/>
                <a:gd name="T25" fmla="*/ 9 h 40"/>
                <a:gd name="T26" fmla="*/ 12 w 49"/>
                <a:gd name="T27" fmla="*/ 18 h 40"/>
                <a:gd name="T28" fmla="*/ 11 w 49"/>
                <a:gd name="T29" fmla="*/ 20 h 40"/>
                <a:gd name="T30" fmla="*/ 7 w 49"/>
                <a:gd name="T31" fmla="*/ 20 h 40"/>
                <a:gd name="T32" fmla="*/ 5 w 49"/>
                <a:gd name="T33" fmla="*/ 19 h 40"/>
                <a:gd name="T34" fmla="*/ 5 w 49"/>
                <a:gd name="T35" fmla="*/ 18 h 40"/>
                <a:gd name="T36" fmla="*/ 6 w 49"/>
                <a:gd name="T37" fmla="*/ 16 h 40"/>
                <a:gd name="T38" fmla="*/ 10 w 49"/>
                <a:gd name="T39" fmla="*/ 16 h 40"/>
                <a:gd name="T40" fmla="*/ 12 w 49"/>
                <a:gd name="T41" fmla="*/ 17 h 40"/>
                <a:gd name="T42" fmla="*/ 12 w 49"/>
                <a:gd name="T43" fmla="*/ 18 h 40"/>
                <a:gd name="T44" fmla="*/ 26 w 49"/>
                <a:gd name="T45" fmla="*/ 33 h 40"/>
                <a:gd name="T46" fmla="*/ 16 w 49"/>
                <a:gd name="T47" fmla="*/ 25 h 40"/>
                <a:gd name="T48" fmla="*/ 24 w 49"/>
                <a:gd name="T49" fmla="*/ 15 h 40"/>
                <a:gd name="T50" fmla="*/ 34 w 49"/>
                <a:gd name="T51" fmla="*/ 23 h 40"/>
                <a:gd name="T52" fmla="*/ 26 w 49"/>
                <a:gd name="T53" fmla="*/ 33 h 40"/>
                <a:gd name="T54" fmla="*/ 37 w 49"/>
                <a:gd name="T55" fmla="*/ 6 h 40"/>
                <a:gd name="T56" fmla="*/ 37 w 49"/>
                <a:gd name="T57" fmla="*/ 7 h 40"/>
                <a:gd name="T58" fmla="*/ 42 w 49"/>
                <a:gd name="T59" fmla="*/ 11 h 40"/>
                <a:gd name="T60" fmla="*/ 43 w 49"/>
                <a:gd name="T61" fmla="*/ 11 h 40"/>
                <a:gd name="T62" fmla="*/ 37 w 49"/>
                <a:gd name="T63" fmla="*/ 6 h 40"/>
                <a:gd name="T64" fmla="*/ 37 w 49"/>
                <a:gd name="T65" fmla="*/ 3 h 40"/>
                <a:gd name="T66" fmla="*/ 37 w 49"/>
                <a:gd name="T67" fmla="*/ 5 h 40"/>
                <a:gd name="T68" fmla="*/ 45 w 49"/>
                <a:gd name="T69" fmla="*/ 11 h 40"/>
                <a:gd name="T70" fmla="*/ 46 w 49"/>
                <a:gd name="T71" fmla="*/ 11 h 40"/>
                <a:gd name="T72" fmla="*/ 37 w 49"/>
                <a:gd name="T73" fmla="*/ 3 h 40"/>
                <a:gd name="T74" fmla="*/ 45 w 49"/>
                <a:gd name="T75" fmla="*/ 3 h 40"/>
                <a:gd name="T76" fmla="*/ 37 w 49"/>
                <a:gd name="T77" fmla="*/ 0 h 40"/>
                <a:gd name="T78" fmla="*/ 37 w 49"/>
                <a:gd name="T79" fmla="*/ 2 h 40"/>
                <a:gd name="T80" fmla="*/ 48 w 49"/>
                <a:gd name="T81" fmla="*/ 10 h 40"/>
                <a:gd name="T82" fmla="*/ 49 w 49"/>
                <a:gd name="T83" fmla="*/ 10 h 40"/>
                <a:gd name="T84" fmla="*/ 45 w 49"/>
                <a:gd name="T85" fmla="*/ 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" h="40">
                  <a:moveTo>
                    <a:pt x="38" y="9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9"/>
                    <a:pt x="10" y="9"/>
                    <a:pt x="9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10"/>
                    <a:pt x="4" y="10"/>
                    <a:pt x="4" y="11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39"/>
                    <a:pt x="5" y="40"/>
                    <a:pt x="6" y="39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10"/>
                    <a:pt x="39" y="9"/>
                    <a:pt x="38" y="9"/>
                  </a:cubicBezTo>
                  <a:close/>
                  <a:moveTo>
                    <a:pt x="12" y="18"/>
                  </a:moveTo>
                  <a:cubicBezTo>
                    <a:pt x="12" y="19"/>
                    <a:pt x="12" y="20"/>
                    <a:pt x="11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6" y="20"/>
                    <a:pt x="5" y="20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7"/>
                    <a:pt x="5" y="17"/>
                    <a:pt x="6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6"/>
                    <a:pt x="12" y="16"/>
                    <a:pt x="12" y="17"/>
                  </a:cubicBezTo>
                  <a:lnTo>
                    <a:pt x="12" y="18"/>
                  </a:lnTo>
                  <a:close/>
                  <a:moveTo>
                    <a:pt x="26" y="33"/>
                  </a:moveTo>
                  <a:cubicBezTo>
                    <a:pt x="21" y="33"/>
                    <a:pt x="16" y="30"/>
                    <a:pt x="16" y="25"/>
                  </a:cubicBezTo>
                  <a:cubicBezTo>
                    <a:pt x="15" y="20"/>
                    <a:pt x="19" y="15"/>
                    <a:pt x="24" y="15"/>
                  </a:cubicBezTo>
                  <a:cubicBezTo>
                    <a:pt x="29" y="14"/>
                    <a:pt x="33" y="18"/>
                    <a:pt x="34" y="23"/>
                  </a:cubicBezTo>
                  <a:cubicBezTo>
                    <a:pt x="34" y="28"/>
                    <a:pt x="31" y="32"/>
                    <a:pt x="26" y="33"/>
                  </a:cubicBezTo>
                  <a:close/>
                  <a:moveTo>
                    <a:pt x="37" y="6"/>
                  </a:moveTo>
                  <a:cubicBezTo>
                    <a:pt x="37" y="7"/>
                    <a:pt x="37" y="7"/>
                    <a:pt x="37" y="7"/>
                  </a:cubicBezTo>
                  <a:cubicBezTo>
                    <a:pt x="40" y="7"/>
                    <a:pt x="42" y="9"/>
                    <a:pt x="42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8"/>
                    <a:pt x="40" y="6"/>
                    <a:pt x="37" y="6"/>
                  </a:cubicBezTo>
                  <a:close/>
                  <a:moveTo>
                    <a:pt x="37" y="3"/>
                  </a:moveTo>
                  <a:cubicBezTo>
                    <a:pt x="37" y="5"/>
                    <a:pt x="37" y="5"/>
                    <a:pt x="37" y="5"/>
                  </a:cubicBezTo>
                  <a:cubicBezTo>
                    <a:pt x="41" y="4"/>
                    <a:pt x="44" y="7"/>
                    <a:pt x="45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6"/>
                    <a:pt x="42" y="3"/>
                    <a:pt x="37" y="3"/>
                  </a:cubicBezTo>
                  <a:close/>
                  <a:moveTo>
                    <a:pt x="45" y="3"/>
                  </a:moveTo>
                  <a:cubicBezTo>
                    <a:pt x="42" y="1"/>
                    <a:pt x="40" y="0"/>
                    <a:pt x="37" y="0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42" y="1"/>
                    <a:pt x="47" y="5"/>
                    <a:pt x="48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7"/>
                    <a:pt x="47" y="5"/>
                    <a:pt x="45" y="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1" name="Freeform 148">
              <a:extLst>
                <a:ext uri="{FF2B5EF4-FFF2-40B4-BE49-F238E27FC236}">
                  <a16:creationId xmlns:a16="http://schemas.microsoft.com/office/drawing/2014/main" id="{AFE8BE24-82DA-42C2-9086-47FE80945A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32" y="1045"/>
              <a:ext cx="319" cy="319"/>
            </a:xfrm>
            <a:custGeom>
              <a:avLst/>
              <a:gdLst>
                <a:gd name="T0" fmla="*/ 128 w 159"/>
                <a:gd name="T1" fmla="*/ 147 h 159"/>
                <a:gd name="T2" fmla="*/ 49 w 159"/>
                <a:gd name="T3" fmla="*/ 156 h 159"/>
                <a:gd name="T4" fmla="*/ 12 w 159"/>
                <a:gd name="T5" fmla="*/ 127 h 159"/>
                <a:gd name="T6" fmla="*/ 2 w 159"/>
                <a:gd name="T7" fmla="*/ 49 h 159"/>
                <a:gd name="T8" fmla="*/ 31 w 159"/>
                <a:gd name="T9" fmla="*/ 12 h 159"/>
                <a:gd name="T10" fmla="*/ 109 w 159"/>
                <a:gd name="T11" fmla="*/ 2 h 159"/>
                <a:gd name="T12" fmla="*/ 147 w 159"/>
                <a:gd name="T13" fmla="*/ 31 h 159"/>
                <a:gd name="T14" fmla="*/ 157 w 159"/>
                <a:gd name="T15" fmla="*/ 109 h 159"/>
                <a:gd name="T16" fmla="*/ 128 w 159"/>
                <a:gd name="T17" fmla="*/ 147 h 159"/>
                <a:gd name="T18" fmla="*/ 32 w 159"/>
                <a:gd name="T19" fmla="*/ 15 h 159"/>
                <a:gd name="T20" fmla="*/ 5 w 159"/>
                <a:gd name="T21" fmla="*/ 49 h 159"/>
                <a:gd name="T22" fmla="*/ 15 w 159"/>
                <a:gd name="T23" fmla="*/ 127 h 159"/>
                <a:gd name="T24" fmla="*/ 49 w 159"/>
                <a:gd name="T25" fmla="*/ 153 h 159"/>
                <a:gd name="T26" fmla="*/ 127 w 159"/>
                <a:gd name="T27" fmla="*/ 143 h 159"/>
                <a:gd name="T28" fmla="*/ 154 w 159"/>
                <a:gd name="T29" fmla="*/ 110 h 159"/>
                <a:gd name="T30" fmla="*/ 144 w 159"/>
                <a:gd name="T31" fmla="*/ 31 h 159"/>
                <a:gd name="T32" fmla="*/ 110 w 159"/>
                <a:gd name="T33" fmla="*/ 5 h 159"/>
                <a:gd name="T34" fmla="*/ 32 w 159"/>
                <a:gd name="T35" fmla="*/ 1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9" h="159">
                  <a:moveTo>
                    <a:pt x="128" y="147"/>
                  </a:moveTo>
                  <a:cubicBezTo>
                    <a:pt x="49" y="156"/>
                    <a:pt x="49" y="156"/>
                    <a:pt x="49" y="156"/>
                  </a:cubicBezTo>
                  <a:cubicBezTo>
                    <a:pt x="31" y="159"/>
                    <a:pt x="14" y="146"/>
                    <a:pt x="12" y="127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0" y="31"/>
                    <a:pt x="13" y="14"/>
                    <a:pt x="31" y="12"/>
                  </a:cubicBezTo>
                  <a:cubicBezTo>
                    <a:pt x="109" y="2"/>
                    <a:pt x="109" y="2"/>
                    <a:pt x="109" y="2"/>
                  </a:cubicBezTo>
                  <a:cubicBezTo>
                    <a:pt x="128" y="0"/>
                    <a:pt x="145" y="13"/>
                    <a:pt x="147" y="31"/>
                  </a:cubicBezTo>
                  <a:cubicBezTo>
                    <a:pt x="157" y="109"/>
                    <a:pt x="157" y="109"/>
                    <a:pt x="157" y="109"/>
                  </a:cubicBezTo>
                  <a:cubicBezTo>
                    <a:pt x="159" y="128"/>
                    <a:pt x="146" y="144"/>
                    <a:pt x="128" y="147"/>
                  </a:cubicBezTo>
                  <a:close/>
                  <a:moveTo>
                    <a:pt x="32" y="15"/>
                  </a:moveTo>
                  <a:cubicBezTo>
                    <a:pt x="15" y="17"/>
                    <a:pt x="3" y="32"/>
                    <a:pt x="5" y="49"/>
                  </a:cubicBezTo>
                  <a:cubicBezTo>
                    <a:pt x="15" y="127"/>
                    <a:pt x="15" y="127"/>
                    <a:pt x="15" y="127"/>
                  </a:cubicBezTo>
                  <a:cubicBezTo>
                    <a:pt x="17" y="143"/>
                    <a:pt x="32" y="155"/>
                    <a:pt x="49" y="153"/>
                  </a:cubicBezTo>
                  <a:cubicBezTo>
                    <a:pt x="127" y="143"/>
                    <a:pt x="127" y="143"/>
                    <a:pt x="127" y="143"/>
                  </a:cubicBezTo>
                  <a:cubicBezTo>
                    <a:pt x="144" y="141"/>
                    <a:pt x="156" y="126"/>
                    <a:pt x="154" y="110"/>
                  </a:cubicBezTo>
                  <a:cubicBezTo>
                    <a:pt x="144" y="31"/>
                    <a:pt x="144" y="31"/>
                    <a:pt x="144" y="31"/>
                  </a:cubicBezTo>
                  <a:cubicBezTo>
                    <a:pt x="142" y="15"/>
                    <a:pt x="126" y="3"/>
                    <a:pt x="110" y="5"/>
                  </a:cubicBezTo>
                  <a:lnTo>
                    <a:pt x="32" y="15"/>
                  </a:lnTo>
                  <a:close/>
                </a:path>
              </a:pathLst>
            </a:custGeom>
            <a:solidFill>
              <a:srgbClr val="FF6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2" name="Freeform 149">
              <a:extLst>
                <a:ext uri="{FF2B5EF4-FFF2-40B4-BE49-F238E27FC236}">
                  <a16:creationId xmlns:a16="http://schemas.microsoft.com/office/drawing/2014/main" id="{BDB068AA-DE7C-4588-8B00-51DBE6E52A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8" y="1041"/>
              <a:ext cx="327" cy="327"/>
            </a:xfrm>
            <a:custGeom>
              <a:avLst/>
              <a:gdLst>
                <a:gd name="T0" fmla="*/ 130 w 163"/>
                <a:gd name="T1" fmla="*/ 149 h 163"/>
                <a:gd name="T2" fmla="*/ 129 w 163"/>
                <a:gd name="T3" fmla="*/ 145 h 163"/>
                <a:gd name="T4" fmla="*/ 51 w 163"/>
                <a:gd name="T5" fmla="*/ 154 h 163"/>
                <a:gd name="T6" fmla="*/ 47 w 163"/>
                <a:gd name="T7" fmla="*/ 155 h 163"/>
                <a:gd name="T8" fmla="*/ 18 w 163"/>
                <a:gd name="T9" fmla="*/ 129 h 163"/>
                <a:gd name="T10" fmla="*/ 8 w 163"/>
                <a:gd name="T11" fmla="*/ 51 h 163"/>
                <a:gd name="T12" fmla="*/ 8 w 163"/>
                <a:gd name="T13" fmla="*/ 47 h 163"/>
                <a:gd name="T14" fmla="*/ 34 w 163"/>
                <a:gd name="T15" fmla="*/ 18 h 163"/>
                <a:gd name="T16" fmla="*/ 112 w 163"/>
                <a:gd name="T17" fmla="*/ 8 h 163"/>
                <a:gd name="T18" fmla="*/ 116 w 163"/>
                <a:gd name="T19" fmla="*/ 8 h 163"/>
                <a:gd name="T20" fmla="*/ 145 w 163"/>
                <a:gd name="T21" fmla="*/ 33 h 163"/>
                <a:gd name="T22" fmla="*/ 155 w 163"/>
                <a:gd name="T23" fmla="*/ 112 h 163"/>
                <a:gd name="T24" fmla="*/ 155 w 163"/>
                <a:gd name="T25" fmla="*/ 115 h 163"/>
                <a:gd name="T26" fmla="*/ 129 w 163"/>
                <a:gd name="T27" fmla="*/ 145 h 163"/>
                <a:gd name="T28" fmla="*/ 130 w 163"/>
                <a:gd name="T29" fmla="*/ 149 h 163"/>
                <a:gd name="T30" fmla="*/ 130 w 163"/>
                <a:gd name="T31" fmla="*/ 153 h 163"/>
                <a:gd name="T32" fmla="*/ 163 w 163"/>
                <a:gd name="T33" fmla="*/ 115 h 163"/>
                <a:gd name="T34" fmla="*/ 163 w 163"/>
                <a:gd name="T35" fmla="*/ 111 h 163"/>
                <a:gd name="T36" fmla="*/ 153 w 163"/>
                <a:gd name="T37" fmla="*/ 33 h 163"/>
                <a:gd name="T38" fmla="*/ 116 w 163"/>
                <a:gd name="T39" fmla="*/ 0 h 163"/>
                <a:gd name="T40" fmla="*/ 111 w 163"/>
                <a:gd name="T41" fmla="*/ 0 h 163"/>
                <a:gd name="T42" fmla="*/ 33 w 163"/>
                <a:gd name="T43" fmla="*/ 10 h 163"/>
                <a:gd name="T44" fmla="*/ 0 w 163"/>
                <a:gd name="T45" fmla="*/ 47 h 163"/>
                <a:gd name="T46" fmla="*/ 0 w 163"/>
                <a:gd name="T47" fmla="*/ 52 h 163"/>
                <a:gd name="T48" fmla="*/ 10 w 163"/>
                <a:gd name="T49" fmla="*/ 130 h 163"/>
                <a:gd name="T50" fmla="*/ 47 w 163"/>
                <a:gd name="T51" fmla="*/ 163 h 163"/>
                <a:gd name="T52" fmla="*/ 52 w 163"/>
                <a:gd name="T53" fmla="*/ 162 h 163"/>
                <a:gd name="T54" fmla="*/ 130 w 163"/>
                <a:gd name="T55" fmla="*/ 153 h 163"/>
                <a:gd name="T56" fmla="*/ 130 w 163"/>
                <a:gd name="T57" fmla="*/ 149 h 163"/>
                <a:gd name="T58" fmla="*/ 34 w 163"/>
                <a:gd name="T59" fmla="*/ 17 h 163"/>
                <a:gd name="T60" fmla="*/ 33 w 163"/>
                <a:gd name="T61" fmla="*/ 13 h 163"/>
                <a:gd name="T62" fmla="*/ 3 w 163"/>
                <a:gd name="T63" fmla="*/ 47 h 163"/>
                <a:gd name="T64" fmla="*/ 3 w 163"/>
                <a:gd name="T65" fmla="*/ 51 h 163"/>
                <a:gd name="T66" fmla="*/ 13 w 163"/>
                <a:gd name="T67" fmla="*/ 129 h 163"/>
                <a:gd name="T68" fmla="*/ 47 w 163"/>
                <a:gd name="T69" fmla="*/ 159 h 163"/>
                <a:gd name="T70" fmla="*/ 52 w 163"/>
                <a:gd name="T71" fmla="*/ 159 h 163"/>
                <a:gd name="T72" fmla="*/ 130 w 163"/>
                <a:gd name="T73" fmla="*/ 149 h 163"/>
                <a:gd name="T74" fmla="*/ 160 w 163"/>
                <a:gd name="T75" fmla="*/ 115 h 163"/>
                <a:gd name="T76" fmla="*/ 160 w 163"/>
                <a:gd name="T77" fmla="*/ 111 h 163"/>
                <a:gd name="T78" fmla="*/ 150 w 163"/>
                <a:gd name="T79" fmla="*/ 33 h 163"/>
                <a:gd name="T80" fmla="*/ 116 w 163"/>
                <a:gd name="T81" fmla="*/ 3 h 163"/>
                <a:gd name="T82" fmla="*/ 111 w 163"/>
                <a:gd name="T83" fmla="*/ 3 h 163"/>
                <a:gd name="T84" fmla="*/ 33 w 163"/>
                <a:gd name="T85" fmla="*/ 13 h 163"/>
                <a:gd name="T86" fmla="*/ 34 w 163"/>
                <a:gd name="T87" fmla="*/ 17 h 163"/>
                <a:gd name="T88" fmla="*/ 34 w 163"/>
                <a:gd name="T89" fmla="*/ 21 h 163"/>
                <a:gd name="T90" fmla="*/ 112 w 163"/>
                <a:gd name="T91" fmla="*/ 11 h 163"/>
                <a:gd name="T92" fmla="*/ 116 w 163"/>
                <a:gd name="T93" fmla="*/ 11 h 163"/>
                <a:gd name="T94" fmla="*/ 142 w 163"/>
                <a:gd name="T95" fmla="*/ 34 h 163"/>
                <a:gd name="T96" fmla="*/ 152 w 163"/>
                <a:gd name="T97" fmla="*/ 112 h 163"/>
                <a:gd name="T98" fmla="*/ 152 w 163"/>
                <a:gd name="T99" fmla="*/ 115 h 163"/>
                <a:gd name="T100" fmla="*/ 129 w 163"/>
                <a:gd name="T101" fmla="*/ 141 h 163"/>
                <a:gd name="T102" fmla="*/ 51 w 163"/>
                <a:gd name="T103" fmla="*/ 151 h 163"/>
                <a:gd name="T104" fmla="*/ 47 w 163"/>
                <a:gd name="T105" fmla="*/ 151 h 163"/>
                <a:gd name="T106" fmla="*/ 21 w 163"/>
                <a:gd name="T107" fmla="*/ 128 h 163"/>
                <a:gd name="T108" fmla="*/ 11 w 163"/>
                <a:gd name="T109" fmla="*/ 50 h 163"/>
                <a:gd name="T110" fmla="*/ 11 w 163"/>
                <a:gd name="T111" fmla="*/ 47 h 163"/>
                <a:gd name="T112" fmla="*/ 34 w 163"/>
                <a:gd name="T113" fmla="*/ 21 h 163"/>
                <a:gd name="T114" fmla="*/ 34 w 163"/>
                <a:gd name="T115" fmla="*/ 17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63">
                  <a:moveTo>
                    <a:pt x="130" y="149"/>
                  </a:moveTo>
                  <a:cubicBezTo>
                    <a:pt x="129" y="145"/>
                    <a:pt x="129" y="145"/>
                    <a:pt x="129" y="145"/>
                  </a:cubicBezTo>
                  <a:cubicBezTo>
                    <a:pt x="51" y="154"/>
                    <a:pt x="51" y="154"/>
                    <a:pt x="51" y="154"/>
                  </a:cubicBezTo>
                  <a:cubicBezTo>
                    <a:pt x="50" y="155"/>
                    <a:pt x="48" y="155"/>
                    <a:pt x="47" y="155"/>
                  </a:cubicBezTo>
                  <a:cubicBezTo>
                    <a:pt x="33" y="155"/>
                    <a:pt x="20" y="144"/>
                    <a:pt x="18" y="129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49"/>
                    <a:pt x="8" y="48"/>
                    <a:pt x="8" y="47"/>
                  </a:cubicBezTo>
                  <a:cubicBezTo>
                    <a:pt x="8" y="32"/>
                    <a:pt x="19" y="19"/>
                    <a:pt x="34" y="18"/>
                  </a:cubicBezTo>
                  <a:cubicBezTo>
                    <a:pt x="112" y="8"/>
                    <a:pt x="112" y="8"/>
                    <a:pt x="112" y="8"/>
                  </a:cubicBezTo>
                  <a:cubicBezTo>
                    <a:pt x="113" y="8"/>
                    <a:pt x="114" y="8"/>
                    <a:pt x="116" y="8"/>
                  </a:cubicBezTo>
                  <a:cubicBezTo>
                    <a:pt x="130" y="8"/>
                    <a:pt x="143" y="19"/>
                    <a:pt x="145" y="33"/>
                  </a:cubicBezTo>
                  <a:cubicBezTo>
                    <a:pt x="155" y="112"/>
                    <a:pt x="155" y="112"/>
                    <a:pt x="155" y="112"/>
                  </a:cubicBezTo>
                  <a:cubicBezTo>
                    <a:pt x="155" y="113"/>
                    <a:pt x="155" y="114"/>
                    <a:pt x="155" y="115"/>
                  </a:cubicBezTo>
                  <a:cubicBezTo>
                    <a:pt x="155" y="130"/>
                    <a:pt x="144" y="143"/>
                    <a:pt x="129" y="145"/>
                  </a:cubicBezTo>
                  <a:cubicBezTo>
                    <a:pt x="130" y="149"/>
                    <a:pt x="130" y="149"/>
                    <a:pt x="130" y="149"/>
                  </a:cubicBezTo>
                  <a:cubicBezTo>
                    <a:pt x="130" y="153"/>
                    <a:pt x="130" y="153"/>
                    <a:pt x="130" y="153"/>
                  </a:cubicBezTo>
                  <a:cubicBezTo>
                    <a:pt x="149" y="150"/>
                    <a:pt x="163" y="134"/>
                    <a:pt x="163" y="115"/>
                  </a:cubicBezTo>
                  <a:cubicBezTo>
                    <a:pt x="163" y="114"/>
                    <a:pt x="163" y="112"/>
                    <a:pt x="163" y="111"/>
                  </a:cubicBezTo>
                  <a:cubicBezTo>
                    <a:pt x="153" y="33"/>
                    <a:pt x="153" y="33"/>
                    <a:pt x="153" y="33"/>
                  </a:cubicBezTo>
                  <a:cubicBezTo>
                    <a:pt x="151" y="14"/>
                    <a:pt x="134" y="0"/>
                    <a:pt x="116" y="0"/>
                  </a:cubicBezTo>
                  <a:cubicBezTo>
                    <a:pt x="114" y="0"/>
                    <a:pt x="113" y="0"/>
                    <a:pt x="111" y="0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14" y="12"/>
                    <a:pt x="0" y="28"/>
                    <a:pt x="0" y="47"/>
                  </a:cubicBezTo>
                  <a:cubicBezTo>
                    <a:pt x="0" y="48"/>
                    <a:pt x="0" y="50"/>
                    <a:pt x="0" y="52"/>
                  </a:cubicBezTo>
                  <a:cubicBezTo>
                    <a:pt x="10" y="130"/>
                    <a:pt x="10" y="130"/>
                    <a:pt x="10" y="130"/>
                  </a:cubicBezTo>
                  <a:cubicBezTo>
                    <a:pt x="12" y="149"/>
                    <a:pt x="29" y="163"/>
                    <a:pt x="47" y="163"/>
                  </a:cubicBezTo>
                  <a:cubicBezTo>
                    <a:pt x="49" y="163"/>
                    <a:pt x="50" y="163"/>
                    <a:pt x="52" y="162"/>
                  </a:cubicBezTo>
                  <a:cubicBezTo>
                    <a:pt x="130" y="153"/>
                    <a:pt x="130" y="153"/>
                    <a:pt x="130" y="153"/>
                  </a:cubicBezTo>
                  <a:lnTo>
                    <a:pt x="130" y="149"/>
                  </a:lnTo>
                  <a:close/>
                  <a:moveTo>
                    <a:pt x="34" y="17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16" y="15"/>
                    <a:pt x="3" y="30"/>
                    <a:pt x="3" y="47"/>
                  </a:cubicBezTo>
                  <a:cubicBezTo>
                    <a:pt x="3" y="48"/>
                    <a:pt x="3" y="50"/>
                    <a:pt x="3" y="51"/>
                  </a:cubicBezTo>
                  <a:cubicBezTo>
                    <a:pt x="13" y="129"/>
                    <a:pt x="13" y="129"/>
                    <a:pt x="13" y="129"/>
                  </a:cubicBezTo>
                  <a:cubicBezTo>
                    <a:pt x="15" y="147"/>
                    <a:pt x="30" y="159"/>
                    <a:pt x="47" y="159"/>
                  </a:cubicBezTo>
                  <a:cubicBezTo>
                    <a:pt x="49" y="159"/>
                    <a:pt x="50" y="159"/>
                    <a:pt x="52" y="159"/>
                  </a:cubicBezTo>
                  <a:cubicBezTo>
                    <a:pt x="130" y="149"/>
                    <a:pt x="130" y="149"/>
                    <a:pt x="130" y="149"/>
                  </a:cubicBezTo>
                  <a:cubicBezTo>
                    <a:pt x="147" y="147"/>
                    <a:pt x="160" y="132"/>
                    <a:pt x="160" y="115"/>
                  </a:cubicBezTo>
                  <a:cubicBezTo>
                    <a:pt x="160" y="114"/>
                    <a:pt x="160" y="112"/>
                    <a:pt x="160" y="111"/>
                  </a:cubicBezTo>
                  <a:cubicBezTo>
                    <a:pt x="150" y="33"/>
                    <a:pt x="150" y="33"/>
                    <a:pt x="150" y="33"/>
                  </a:cubicBezTo>
                  <a:cubicBezTo>
                    <a:pt x="148" y="16"/>
                    <a:pt x="133" y="3"/>
                    <a:pt x="116" y="3"/>
                  </a:cubicBezTo>
                  <a:cubicBezTo>
                    <a:pt x="114" y="3"/>
                    <a:pt x="113" y="3"/>
                    <a:pt x="111" y="3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34" y="17"/>
                    <a:pt x="34" y="17"/>
                    <a:pt x="34" y="17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112" y="11"/>
                    <a:pt x="112" y="11"/>
                    <a:pt x="112" y="11"/>
                  </a:cubicBezTo>
                  <a:cubicBezTo>
                    <a:pt x="113" y="11"/>
                    <a:pt x="115" y="11"/>
                    <a:pt x="116" y="11"/>
                  </a:cubicBezTo>
                  <a:cubicBezTo>
                    <a:pt x="129" y="11"/>
                    <a:pt x="140" y="21"/>
                    <a:pt x="142" y="34"/>
                  </a:cubicBezTo>
                  <a:cubicBezTo>
                    <a:pt x="152" y="112"/>
                    <a:pt x="152" y="112"/>
                    <a:pt x="152" y="112"/>
                  </a:cubicBezTo>
                  <a:cubicBezTo>
                    <a:pt x="152" y="113"/>
                    <a:pt x="152" y="114"/>
                    <a:pt x="152" y="115"/>
                  </a:cubicBezTo>
                  <a:cubicBezTo>
                    <a:pt x="152" y="128"/>
                    <a:pt x="142" y="140"/>
                    <a:pt x="129" y="141"/>
                  </a:cubicBezTo>
                  <a:cubicBezTo>
                    <a:pt x="51" y="151"/>
                    <a:pt x="51" y="151"/>
                    <a:pt x="51" y="151"/>
                  </a:cubicBezTo>
                  <a:cubicBezTo>
                    <a:pt x="49" y="151"/>
                    <a:pt x="48" y="151"/>
                    <a:pt x="47" y="151"/>
                  </a:cubicBezTo>
                  <a:cubicBezTo>
                    <a:pt x="34" y="151"/>
                    <a:pt x="23" y="142"/>
                    <a:pt x="21" y="12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9"/>
                    <a:pt x="11" y="48"/>
                    <a:pt x="11" y="47"/>
                  </a:cubicBezTo>
                  <a:cubicBezTo>
                    <a:pt x="11" y="34"/>
                    <a:pt x="21" y="22"/>
                    <a:pt x="34" y="21"/>
                  </a:cubicBezTo>
                  <a:lnTo>
                    <a:pt x="34" y="17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3" name="Freeform 150">
              <a:extLst>
                <a:ext uri="{FF2B5EF4-FFF2-40B4-BE49-F238E27FC236}">
                  <a16:creationId xmlns:a16="http://schemas.microsoft.com/office/drawing/2014/main" id="{D482F029-24DB-40AA-8C65-74DDB6FA4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2" y="1017"/>
              <a:ext cx="309" cy="284"/>
            </a:xfrm>
            <a:custGeom>
              <a:avLst/>
              <a:gdLst>
                <a:gd name="T0" fmla="*/ 114 w 309"/>
                <a:gd name="T1" fmla="*/ 284 h 284"/>
                <a:gd name="T2" fmla="*/ 0 w 309"/>
                <a:gd name="T3" fmla="*/ 196 h 284"/>
                <a:gd name="T4" fmla="*/ 34 w 309"/>
                <a:gd name="T5" fmla="*/ 152 h 284"/>
                <a:gd name="T6" fmla="*/ 104 w 309"/>
                <a:gd name="T7" fmla="*/ 204 h 284"/>
                <a:gd name="T8" fmla="*/ 263 w 309"/>
                <a:gd name="T9" fmla="*/ 0 h 284"/>
                <a:gd name="T10" fmla="*/ 309 w 309"/>
                <a:gd name="T11" fmla="*/ 34 h 284"/>
                <a:gd name="T12" fmla="*/ 114 w 309"/>
                <a:gd name="T1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9" h="284">
                  <a:moveTo>
                    <a:pt x="114" y="284"/>
                  </a:moveTo>
                  <a:lnTo>
                    <a:pt x="0" y="196"/>
                  </a:lnTo>
                  <a:lnTo>
                    <a:pt x="34" y="152"/>
                  </a:lnTo>
                  <a:lnTo>
                    <a:pt x="104" y="204"/>
                  </a:lnTo>
                  <a:lnTo>
                    <a:pt x="263" y="0"/>
                  </a:lnTo>
                  <a:lnTo>
                    <a:pt x="309" y="34"/>
                  </a:lnTo>
                  <a:lnTo>
                    <a:pt x="114" y="284"/>
                  </a:lnTo>
                  <a:close/>
                </a:path>
              </a:pathLst>
            </a:custGeom>
            <a:solidFill>
              <a:srgbClr val="50BE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4" name="Freeform 151">
              <a:extLst>
                <a:ext uri="{FF2B5EF4-FFF2-40B4-BE49-F238E27FC236}">
                  <a16:creationId xmlns:a16="http://schemas.microsoft.com/office/drawing/2014/main" id="{160B5611-839B-4C40-822F-12F1258F9D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60" y="989"/>
              <a:ext cx="357" cy="341"/>
            </a:xfrm>
            <a:custGeom>
              <a:avLst/>
              <a:gdLst>
                <a:gd name="T0" fmla="*/ 285 w 357"/>
                <a:gd name="T1" fmla="*/ 28 h 341"/>
                <a:gd name="T2" fmla="*/ 331 w 357"/>
                <a:gd name="T3" fmla="*/ 62 h 341"/>
                <a:gd name="T4" fmla="*/ 136 w 357"/>
                <a:gd name="T5" fmla="*/ 312 h 341"/>
                <a:gd name="T6" fmla="*/ 22 w 357"/>
                <a:gd name="T7" fmla="*/ 224 h 341"/>
                <a:gd name="T8" fmla="*/ 56 w 357"/>
                <a:gd name="T9" fmla="*/ 180 h 341"/>
                <a:gd name="T10" fmla="*/ 126 w 357"/>
                <a:gd name="T11" fmla="*/ 232 h 341"/>
                <a:gd name="T12" fmla="*/ 285 w 357"/>
                <a:gd name="T13" fmla="*/ 28 h 341"/>
                <a:gd name="T14" fmla="*/ 283 w 357"/>
                <a:gd name="T15" fmla="*/ 0 h 341"/>
                <a:gd name="T16" fmla="*/ 271 w 357"/>
                <a:gd name="T17" fmla="*/ 16 h 341"/>
                <a:gd name="T18" fmla="*/ 122 w 357"/>
                <a:gd name="T19" fmla="*/ 206 h 341"/>
                <a:gd name="T20" fmla="*/ 68 w 357"/>
                <a:gd name="T21" fmla="*/ 164 h 341"/>
                <a:gd name="T22" fmla="*/ 54 w 357"/>
                <a:gd name="T23" fmla="*/ 152 h 341"/>
                <a:gd name="T24" fmla="*/ 42 w 357"/>
                <a:gd name="T25" fmla="*/ 168 h 341"/>
                <a:gd name="T26" fmla="*/ 6 w 357"/>
                <a:gd name="T27" fmla="*/ 212 h 341"/>
                <a:gd name="T28" fmla="*/ 0 w 357"/>
                <a:gd name="T29" fmla="*/ 222 h 341"/>
                <a:gd name="T30" fmla="*/ 10 w 357"/>
                <a:gd name="T31" fmla="*/ 240 h 341"/>
                <a:gd name="T32" fmla="*/ 124 w 357"/>
                <a:gd name="T33" fmla="*/ 329 h 341"/>
                <a:gd name="T34" fmla="*/ 140 w 357"/>
                <a:gd name="T35" fmla="*/ 341 h 341"/>
                <a:gd name="T36" fmla="*/ 150 w 357"/>
                <a:gd name="T37" fmla="*/ 324 h 341"/>
                <a:gd name="T38" fmla="*/ 345 w 357"/>
                <a:gd name="T39" fmla="*/ 74 h 341"/>
                <a:gd name="T40" fmla="*/ 357 w 357"/>
                <a:gd name="T41" fmla="*/ 60 h 341"/>
                <a:gd name="T42" fmla="*/ 343 w 357"/>
                <a:gd name="T43" fmla="*/ 48 h 341"/>
                <a:gd name="T44" fmla="*/ 297 w 357"/>
                <a:gd name="T45" fmla="*/ 12 h 341"/>
                <a:gd name="T46" fmla="*/ 283 w 357"/>
                <a:gd name="T47" fmla="*/ 0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57" h="341">
                  <a:moveTo>
                    <a:pt x="285" y="28"/>
                  </a:moveTo>
                  <a:lnTo>
                    <a:pt x="331" y="62"/>
                  </a:lnTo>
                  <a:lnTo>
                    <a:pt x="136" y="312"/>
                  </a:lnTo>
                  <a:lnTo>
                    <a:pt x="22" y="224"/>
                  </a:lnTo>
                  <a:lnTo>
                    <a:pt x="56" y="180"/>
                  </a:lnTo>
                  <a:lnTo>
                    <a:pt x="126" y="232"/>
                  </a:lnTo>
                  <a:lnTo>
                    <a:pt x="285" y="28"/>
                  </a:lnTo>
                  <a:close/>
                  <a:moveTo>
                    <a:pt x="283" y="0"/>
                  </a:moveTo>
                  <a:lnTo>
                    <a:pt x="271" y="16"/>
                  </a:lnTo>
                  <a:lnTo>
                    <a:pt x="122" y="206"/>
                  </a:lnTo>
                  <a:lnTo>
                    <a:pt x="68" y="164"/>
                  </a:lnTo>
                  <a:lnTo>
                    <a:pt x="54" y="152"/>
                  </a:lnTo>
                  <a:lnTo>
                    <a:pt x="42" y="168"/>
                  </a:lnTo>
                  <a:lnTo>
                    <a:pt x="6" y="212"/>
                  </a:lnTo>
                  <a:lnTo>
                    <a:pt x="0" y="222"/>
                  </a:lnTo>
                  <a:lnTo>
                    <a:pt x="10" y="240"/>
                  </a:lnTo>
                  <a:lnTo>
                    <a:pt x="124" y="329"/>
                  </a:lnTo>
                  <a:lnTo>
                    <a:pt x="140" y="341"/>
                  </a:lnTo>
                  <a:lnTo>
                    <a:pt x="150" y="324"/>
                  </a:lnTo>
                  <a:lnTo>
                    <a:pt x="345" y="74"/>
                  </a:lnTo>
                  <a:lnTo>
                    <a:pt x="357" y="60"/>
                  </a:lnTo>
                  <a:lnTo>
                    <a:pt x="343" y="48"/>
                  </a:lnTo>
                  <a:lnTo>
                    <a:pt x="297" y="12"/>
                  </a:lnTo>
                  <a:lnTo>
                    <a:pt x="2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5" name="Freeform 152">
              <a:extLst>
                <a:ext uri="{FF2B5EF4-FFF2-40B4-BE49-F238E27FC236}">
                  <a16:creationId xmlns:a16="http://schemas.microsoft.com/office/drawing/2014/main" id="{F1719A04-1DC0-4383-924D-8CA43047D6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60" y="989"/>
              <a:ext cx="357" cy="341"/>
            </a:xfrm>
            <a:custGeom>
              <a:avLst/>
              <a:gdLst>
                <a:gd name="T0" fmla="*/ 285 w 357"/>
                <a:gd name="T1" fmla="*/ 28 h 341"/>
                <a:gd name="T2" fmla="*/ 331 w 357"/>
                <a:gd name="T3" fmla="*/ 62 h 341"/>
                <a:gd name="T4" fmla="*/ 136 w 357"/>
                <a:gd name="T5" fmla="*/ 312 h 341"/>
                <a:gd name="T6" fmla="*/ 22 w 357"/>
                <a:gd name="T7" fmla="*/ 224 h 341"/>
                <a:gd name="T8" fmla="*/ 56 w 357"/>
                <a:gd name="T9" fmla="*/ 180 h 341"/>
                <a:gd name="T10" fmla="*/ 126 w 357"/>
                <a:gd name="T11" fmla="*/ 232 h 341"/>
                <a:gd name="T12" fmla="*/ 285 w 357"/>
                <a:gd name="T13" fmla="*/ 28 h 341"/>
                <a:gd name="T14" fmla="*/ 283 w 357"/>
                <a:gd name="T15" fmla="*/ 0 h 341"/>
                <a:gd name="T16" fmla="*/ 271 w 357"/>
                <a:gd name="T17" fmla="*/ 16 h 341"/>
                <a:gd name="T18" fmla="*/ 122 w 357"/>
                <a:gd name="T19" fmla="*/ 206 h 341"/>
                <a:gd name="T20" fmla="*/ 68 w 357"/>
                <a:gd name="T21" fmla="*/ 164 h 341"/>
                <a:gd name="T22" fmla="*/ 54 w 357"/>
                <a:gd name="T23" fmla="*/ 152 h 341"/>
                <a:gd name="T24" fmla="*/ 42 w 357"/>
                <a:gd name="T25" fmla="*/ 168 h 341"/>
                <a:gd name="T26" fmla="*/ 6 w 357"/>
                <a:gd name="T27" fmla="*/ 212 h 341"/>
                <a:gd name="T28" fmla="*/ 0 w 357"/>
                <a:gd name="T29" fmla="*/ 222 h 341"/>
                <a:gd name="T30" fmla="*/ 10 w 357"/>
                <a:gd name="T31" fmla="*/ 240 h 341"/>
                <a:gd name="T32" fmla="*/ 124 w 357"/>
                <a:gd name="T33" fmla="*/ 329 h 341"/>
                <a:gd name="T34" fmla="*/ 140 w 357"/>
                <a:gd name="T35" fmla="*/ 341 h 341"/>
                <a:gd name="T36" fmla="*/ 150 w 357"/>
                <a:gd name="T37" fmla="*/ 324 h 341"/>
                <a:gd name="T38" fmla="*/ 345 w 357"/>
                <a:gd name="T39" fmla="*/ 74 h 341"/>
                <a:gd name="T40" fmla="*/ 357 w 357"/>
                <a:gd name="T41" fmla="*/ 60 h 341"/>
                <a:gd name="T42" fmla="*/ 343 w 357"/>
                <a:gd name="T43" fmla="*/ 48 h 341"/>
                <a:gd name="T44" fmla="*/ 297 w 357"/>
                <a:gd name="T45" fmla="*/ 12 h 341"/>
                <a:gd name="T46" fmla="*/ 283 w 357"/>
                <a:gd name="T47" fmla="*/ 0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57" h="341">
                  <a:moveTo>
                    <a:pt x="285" y="28"/>
                  </a:moveTo>
                  <a:lnTo>
                    <a:pt x="331" y="62"/>
                  </a:lnTo>
                  <a:lnTo>
                    <a:pt x="136" y="312"/>
                  </a:lnTo>
                  <a:lnTo>
                    <a:pt x="22" y="224"/>
                  </a:lnTo>
                  <a:lnTo>
                    <a:pt x="56" y="180"/>
                  </a:lnTo>
                  <a:lnTo>
                    <a:pt x="126" y="232"/>
                  </a:lnTo>
                  <a:lnTo>
                    <a:pt x="285" y="28"/>
                  </a:lnTo>
                  <a:moveTo>
                    <a:pt x="283" y="0"/>
                  </a:moveTo>
                  <a:lnTo>
                    <a:pt x="271" y="16"/>
                  </a:lnTo>
                  <a:lnTo>
                    <a:pt x="122" y="206"/>
                  </a:lnTo>
                  <a:lnTo>
                    <a:pt x="68" y="164"/>
                  </a:lnTo>
                  <a:lnTo>
                    <a:pt x="54" y="152"/>
                  </a:lnTo>
                  <a:lnTo>
                    <a:pt x="42" y="168"/>
                  </a:lnTo>
                  <a:lnTo>
                    <a:pt x="6" y="212"/>
                  </a:lnTo>
                  <a:lnTo>
                    <a:pt x="0" y="222"/>
                  </a:lnTo>
                  <a:lnTo>
                    <a:pt x="10" y="240"/>
                  </a:lnTo>
                  <a:lnTo>
                    <a:pt x="124" y="329"/>
                  </a:lnTo>
                  <a:lnTo>
                    <a:pt x="140" y="341"/>
                  </a:lnTo>
                  <a:lnTo>
                    <a:pt x="150" y="324"/>
                  </a:lnTo>
                  <a:lnTo>
                    <a:pt x="345" y="74"/>
                  </a:lnTo>
                  <a:lnTo>
                    <a:pt x="357" y="60"/>
                  </a:lnTo>
                  <a:lnTo>
                    <a:pt x="343" y="48"/>
                  </a:lnTo>
                  <a:lnTo>
                    <a:pt x="297" y="12"/>
                  </a:lnTo>
                  <a:lnTo>
                    <a:pt x="28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6" name="Freeform 153">
              <a:extLst>
                <a:ext uri="{FF2B5EF4-FFF2-40B4-BE49-F238E27FC236}">
                  <a16:creationId xmlns:a16="http://schemas.microsoft.com/office/drawing/2014/main" id="{35C46F8C-B0B2-4152-82D1-149BC97C4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5" y="1586"/>
              <a:ext cx="456" cy="1040"/>
            </a:xfrm>
            <a:custGeom>
              <a:avLst/>
              <a:gdLst>
                <a:gd name="T0" fmla="*/ 123 w 228"/>
                <a:gd name="T1" fmla="*/ 29 h 519"/>
                <a:gd name="T2" fmla="*/ 64 w 228"/>
                <a:gd name="T3" fmla="*/ 59 h 519"/>
                <a:gd name="T4" fmla="*/ 58 w 228"/>
                <a:gd name="T5" fmla="*/ 213 h 519"/>
                <a:gd name="T6" fmla="*/ 52 w 228"/>
                <a:gd name="T7" fmla="*/ 481 h 519"/>
                <a:gd name="T8" fmla="*/ 89 w 228"/>
                <a:gd name="T9" fmla="*/ 519 h 519"/>
                <a:gd name="T10" fmla="*/ 228 w 228"/>
                <a:gd name="T11" fmla="*/ 505 h 519"/>
                <a:gd name="T12" fmla="*/ 187 w 228"/>
                <a:gd name="T13" fmla="*/ 284 h 519"/>
                <a:gd name="T14" fmla="*/ 136 w 228"/>
                <a:gd name="T15" fmla="*/ 152 h 519"/>
                <a:gd name="T16" fmla="*/ 123 w 228"/>
                <a:gd name="T17" fmla="*/ 29 h 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8" h="519">
                  <a:moveTo>
                    <a:pt x="123" y="29"/>
                  </a:moveTo>
                  <a:cubicBezTo>
                    <a:pt x="122" y="12"/>
                    <a:pt x="78" y="0"/>
                    <a:pt x="64" y="59"/>
                  </a:cubicBezTo>
                  <a:cubicBezTo>
                    <a:pt x="50" y="117"/>
                    <a:pt x="50" y="165"/>
                    <a:pt x="58" y="213"/>
                  </a:cubicBezTo>
                  <a:cubicBezTo>
                    <a:pt x="60" y="228"/>
                    <a:pt x="0" y="329"/>
                    <a:pt x="52" y="481"/>
                  </a:cubicBezTo>
                  <a:cubicBezTo>
                    <a:pt x="89" y="519"/>
                    <a:pt x="89" y="519"/>
                    <a:pt x="89" y="519"/>
                  </a:cubicBezTo>
                  <a:cubicBezTo>
                    <a:pt x="166" y="512"/>
                    <a:pt x="228" y="505"/>
                    <a:pt x="228" y="505"/>
                  </a:cubicBezTo>
                  <a:cubicBezTo>
                    <a:pt x="187" y="284"/>
                    <a:pt x="187" y="284"/>
                    <a:pt x="187" y="284"/>
                  </a:cubicBezTo>
                  <a:cubicBezTo>
                    <a:pt x="162" y="246"/>
                    <a:pt x="143" y="211"/>
                    <a:pt x="136" y="152"/>
                  </a:cubicBezTo>
                  <a:cubicBezTo>
                    <a:pt x="127" y="79"/>
                    <a:pt x="125" y="46"/>
                    <a:pt x="123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7" name="Freeform 154">
              <a:extLst>
                <a:ext uri="{FF2B5EF4-FFF2-40B4-BE49-F238E27FC236}">
                  <a16:creationId xmlns:a16="http://schemas.microsoft.com/office/drawing/2014/main" id="{7854EA92-B526-47CE-B838-E0BAF25036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1470"/>
              <a:ext cx="826" cy="1593"/>
            </a:xfrm>
            <a:custGeom>
              <a:avLst/>
              <a:gdLst>
                <a:gd name="T0" fmla="*/ 412 w 412"/>
                <a:gd name="T1" fmla="*/ 795 h 795"/>
                <a:gd name="T2" fmla="*/ 250 w 412"/>
                <a:gd name="T3" fmla="*/ 580 h 795"/>
                <a:gd name="T4" fmla="*/ 206 w 412"/>
                <a:gd name="T5" fmla="*/ 314 h 795"/>
                <a:gd name="T6" fmla="*/ 136 w 412"/>
                <a:gd name="T7" fmla="*/ 152 h 795"/>
                <a:gd name="T8" fmla="*/ 123 w 412"/>
                <a:gd name="T9" fmla="*/ 29 h 795"/>
                <a:gd name="T10" fmla="*/ 63 w 412"/>
                <a:gd name="T11" fmla="*/ 59 h 795"/>
                <a:gd name="T12" fmla="*/ 58 w 412"/>
                <a:gd name="T13" fmla="*/ 213 h 795"/>
                <a:gd name="T14" fmla="*/ 52 w 412"/>
                <a:gd name="T15" fmla="*/ 482 h 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2" h="795">
                  <a:moveTo>
                    <a:pt x="412" y="795"/>
                  </a:moveTo>
                  <a:cubicBezTo>
                    <a:pt x="412" y="795"/>
                    <a:pt x="271" y="619"/>
                    <a:pt x="250" y="580"/>
                  </a:cubicBezTo>
                  <a:cubicBezTo>
                    <a:pt x="228" y="542"/>
                    <a:pt x="240" y="367"/>
                    <a:pt x="206" y="314"/>
                  </a:cubicBezTo>
                  <a:cubicBezTo>
                    <a:pt x="172" y="261"/>
                    <a:pt x="145" y="226"/>
                    <a:pt x="136" y="152"/>
                  </a:cubicBezTo>
                  <a:cubicBezTo>
                    <a:pt x="127" y="79"/>
                    <a:pt x="124" y="46"/>
                    <a:pt x="123" y="29"/>
                  </a:cubicBezTo>
                  <a:cubicBezTo>
                    <a:pt x="122" y="12"/>
                    <a:pt x="77" y="0"/>
                    <a:pt x="63" y="59"/>
                  </a:cubicBezTo>
                  <a:cubicBezTo>
                    <a:pt x="49" y="117"/>
                    <a:pt x="49" y="165"/>
                    <a:pt x="58" y="213"/>
                  </a:cubicBezTo>
                  <a:cubicBezTo>
                    <a:pt x="60" y="229"/>
                    <a:pt x="0" y="329"/>
                    <a:pt x="52" y="4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8" name="Freeform 155">
              <a:extLst>
                <a:ext uri="{FF2B5EF4-FFF2-40B4-BE49-F238E27FC236}">
                  <a16:creationId xmlns:a16="http://schemas.microsoft.com/office/drawing/2014/main" id="{3A3F3DD8-152C-42C0-AC73-73E784CE9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9" y="1496"/>
              <a:ext cx="771" cy="1569"/>
            </a:xfrm>
            <a:custGeom>
              <a:avLst/>
              <a:gdLst>
                <a:gd name="T0" fmla="*/ 385 w 385"/>
                <a:gd name="T1" fmla="*/ 781 h 783"/>
                <a:gd name="T2" fmla="*/ 379 w 385"/>
                <a:gd name="T3" fmla="*/ 773 h 783"/>
                <a:gd name="T4" fmla="*/ 297 w 385"/>
                <a:gd name="T5" fmla="*/ 669 h 783"/>
                <a:gd name="T6" fmla="*/ 251 w 385"/>
                <a:gd name="T7" fmla="*/ 608 h 783"/>
                <a:gd name="T8" fmla="*/ 222 w 385"/>
                <a:gd name="T9" fmla="*/ 566 h 783"/>
                <a:gd name="T10" fmla="*/ 216 w 385"/>
                <a:gd name="T11" fmla="*/ 547 h 783"/>
                <a:gd name="T12" fmla="*/ 204 w 385"/>
                <a:gd name="T13" fmla="*/ 419 h 783"/>
                <a:gd name="T14" fmla="*/ 196 w 385"/>
                <a:gd name="T15" fmla="*/ 350 h 783"/>
                <a:gd name="T16" fmla="*/ 179 w 385"/>
                <a:gd name="T17" fmla="*/ 300 h 783"/>
                <a:gd name="T18" fmla="*/ 134 w 385"/>
                <a:gd name="T19" fmla="*/ 227 h 783"/>
                <a:gd name="T20" fmla="*/ 109 w 385"/>
                <a:gd name="T21" fmla="*/ 139 h 783"/>
                <a:gd name="T22" fmla="*/ 96 w 385"/>
                <a:gd name="T23" fmla="*/ 16 h 783"/>
                <a:gd name="T24" fmla="*/ 89 w 385"/>
                <a:gd name="T25" fmla="*/ 5 h 783"/>
                <a:gd name="T26" fmla="*/ 74 w 385"/>
                <a:gd name="T27" fmla="*/ 0 h 783"/>
                <a:gd name="T28" fmla="*/ 50 w 385"/>
                <a:gd name="T29" fmla="*/ 10 h 783"/>
                <a:gd name="T30" fmla="*/ 32 w 385"/>
                <a:gd name="T31" fmla="*/ 45 h 783"/>
                <a:gd name="T32" fmla="*/ 21 w 385"/>
                <a:gd name="T33" fmla="*/ 137 h 783"/>
                <a:gd name="T34" fmla="*/ 27 w 385"/>
                <a:gd name="T35" fmla="*/ 201 h 783"/>
                <a:gd name="T36" fmla="*/ 29 w 385"/>
                <a:gd name="T37" fmla="*/ 200 h 783"/>
                <a:gd name="T38" fmla="*/ 27 w 385"/>
                <a:gd name="T39" fmla="*/ 201 h 783"/>
                <a:gd name="T40" fmla="*/ 27 w 385"/>
                <a:gd name="T41" fmla="*/ 201 h 783"/>
                <a:gd name="T42" fmla="*/ 26 w 385"/>
                <a:gd name="T43" fmla="*/ 207 h 783"/>
                <a:gd name="T44" fmla="*/ 11 w 385"/>
                <a:gd name="T45" fmla="*/ 257 h 783"/>
                <a:gd name="T46" fmla="*/ 0 w 385"/>
                <a:gd name="T47" fmla="*/ 345 h 783"/>
                <a:gd name="T48" fmla="*/ 21 w 385"/>
                <a:gd name="T49" fmla="*/ 469 h 783"/>
                <a:gd name="T50" fmla="*/ 25 w 385"/>
                <a:gd name="T51" fmla="*/ 468 h 783"/>
                <a:gd name="T52" fmla="*/ 4 w 385"/>
                <a:gd name="T53" fmla="*/ 345 h 783"/>
                <a:gd name="T54" fmla="*/ 17 w 385"/>
                <a:gd name="T55" fmla="*/ 248 h 783"/>
                <a:gd name="T56" fmla="*/ 26 w 385"/>
                <a:gd name="T57" fmla="*/ 218 h 783"/>
                <a:gd name="T58" fmla="*/ 29 w 385"/>
                <a:gd name="T59" fmla="*/ 208 h 783"/>
                <a:gd name="T60" fmla="*/ 31 w 385"/>
                <a:gd name="T61" fmla="*/ 201 h 783"/>
                <a:gd name="T62" fmla="*/ 31 w 385"/>
                <a:gd name="T63" fmla="*/ 200 h 783"/>
                <a:gd name="T64" fmla="*/ 31 w 385"/>
                <a:gd name="T65" fmla="*/ 200 h 783"/>
                <a:gd name="T66" fmla="*/ 31 w 385"/>
                <a:gd name="T67" fmla="*/ 200 h 783"/>
                <a:gd name="T68" fmla="*/ 25 w 385"/>
                <a:gd name="T69" fmla="*/ 137 h 783"/>
                <a:gd name="T70" fmla="*/ 36 w 385"/>
                <a:gd name="T71" fmla="*/ 46 h 783"/>
                <a:gd name="T72" fmla="*/ 53 w 385"/>
                <a:gd name="T73" fmla="*/ 13 h 783"/>
                <a:gd name="T74" fmla="*/ 74 w 385"/>
                <a:gd name="T75" fmla="*/ 4 h 783"/>
                <a:gd name="T76" fmla="*/ 87 w 385"/>
                <a:gd name="T77" fmla="*/ 8 h 783"/>
                <a:gd name="T78" fmla="*/ 92 w 385"/>
                <a:gd name="T79" fmla="*/ 16 h 783"/>
                <a:gd name="T80" fmla="*/ 105 w 385"/>
                <a:gd name="T81" fmla="*/ 140 h 783"/>
                <a:gd name="T82" fmla="*/ 131 w 385"/>
                <a:gd name="T83" fmla="*/ 229 h 783"/>
                <a:gd name="T84" fmla="*/ 175 w 385"/>
                <a:gd name="T85" fmla="*/ 302 h 783"/>
                <a:gd name="T86" fmla="*/ 193 w 385"/>
                <a:gd name="T87" fmla="*/ 360 h 783"/>
                <a:gd name="T88" fmla="*/ 204 w 385"/>
                <a:gd name="T89" fmla="*/ 480 h 783"/>
                <a:gd name="T90" fmla="*/ 210 w 385"/>
                <a:gd name="T91" fmla="*/ 533 h 783"/>
                <a:gd name="T92" fmla="*/ 219 w 385"/>
                <a:gd name="T93" fmla="*/ 568 h 783"/>
                <a:gd name="T94" fmla="*/ 253 w 385"/>
                <a:gd name="T95" fmla="*/ 618 h 783"/>
                <a:gd name="T96" fmla="*/ 382 w 385"/>
                <a:gd name="T97" fmla="*/ 783 h 783"/>
                <a:gd name="T98" fmla="*/ 385 w 385"/>
                <a:gd name="T99" fmla="*/ 781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85" h="783">
                  <a:moveTo>
                    <a:pt x="385" y="781"/>
                  </a:moveTo>
                  <a:cubicBezTo>
                    <a:pt x="385" y="781"/>
                    <a:pt x="383" y="778"/>
                    <a:pt x="379" y="773"/>
                  </a:cubicBezTo>
                  <a:cubicBezTo>
                    <a:pt x="365" y="756"/>
                    <a:pt x="331" y="713"/>
                    <a:pt x="297" y="669"/>
                  </a:cubicBezTo>
                  <a:cubicBezTo>
                    <a:pt x="281" y="648"/>
                    <a:pt x="264" y="626"/>
                    <a:pt x="251" y="608"/>
                  </a:cubicBezTo>
                  <a:cubicBezTo>
                    <a:pt x="237" y="590"/>
                    <a:pt x="227" y="575"/>
                    <a:pt x="222" y="566"/>
                  </a:cubicBezTo>
                  <a:cubicBezTo>
                    <a:pt x="220" y="562"/>
                    <a:pt x="218" y="555"/>
                    <a:pt x="216" y="547"/>
                  </a:cubicBezTo>
                  <a:cubicBezTo>
                    <a:pt x="210" y="517"/>
                    <a:pt x="208" y="467"/>
                    <a:pt x="204" y="419"/>
                  </a:cubicBezTo>
                  <a:cubicBezTo>
                    <a:pt x="202" y="395"/>
                    <a:pt x="199" y="371"/>
                    <a:pt x="196" y="350"/>
                  </a:cubicBezTo>
                  <a:cubicBezTo>
                    <a:pt x="192" y="330"/>
                    <a:pt x="186" y="312"/>
                    <a:pt x="179" y="300"/>
                  </a:cubicBezTo>
                  <a:cubicBezTo>
                    <a:pt x="162" y="274"/>
                    <a:pt x="146" y="252"/>
                    <a:pt x="134" y="227"/>
                  </a:cubicBezTo>
                  <a:cubicBezTo>
                    <a:pt x="122" y="203"/>
                    <a:pt x="113" y="176"/>
                    <a:pt x="109" y="139"/>
                  </a:cubicBezTo>
                  <a:cubicBezTo>
                    <a:pt x="100" y="66"/>
                    <a:pt x="97" y="33"/>
                    <a:pt x="96" y="16"/>
                  </a:cubicBezTo>
                  <a:cubicBezTo>
                    <a:pt x="96" y="11"/>
                    <a:pt x="93" y="7"/>
                    <a:pt x="89" y="5"/>
                  </a:cubicBezTo>
                  <a:cubicBezTo>
                    <a:pt x="85" y="2"/>
                    <a:pt x="80" y="0"/>
                    <a:pt x="74" y="0"/>
                  </a:cubicBezTo>
                  <a:cubicBezTo>
                    <a:pt x="66" y="0"/>
                    <a:pt x="58" y="3"/>
                    <a:pt x="50" y="10"/>
                  </a:cubicBezTo>
                  <a:cubicBezTo>
                    <a:pt x="43" y="17"/>
                    <a:pt x="36" y="28"/>
                    <a:pt x="32" y="45"/>
                  </a:cubicBezTo>
                  <a:cubicBezTo>
                    <a:pt x="25" y="78"/>
                    <a:pt x="21" y="108"/>
                    <a:pt x="21" y="137"/>
                  </a:cubicBezTo>
                  <a:cubicBezTo>
                    <a:pt x="21" y="158"/>
                    <a:pt x="23" y="179"/>
                    <a:pt x="27" y="201"/>
                  </a:cubicBezTo>
                  <a:cubicBezTo>
                    <a:pt x="29" y="200"/>
                    <a:pt x="29" y="200"/>
                    <a:pt x="29" y="200"/>
                  </a:cubicBezTo>
                  <a:cubicBezTo>
                    <a:pt x="27" y="201"/>
                    <a:pt x="27" y="201"/>
                    <a:pt x="27" y="201"/>
                  </a:cubicBezTo>
                  <a:cubicBezTo>
                    <a:pt x="27" y="201"/>
                    <a:pt x="27" y="201"/>
                    <a:pt x="27" y="201"/>
                  </a:cubicBezTo>
                  <a:cubicBezTo>
                    <a:pt x="27" y="203"/>
                    <a:pt x="26" y="205"/>
                    <a:pt x="26" y="207"/>
                  </a:cubicBezTo>
                  <a:cubicBezTo>
                    <a:pt x="23" y="217"/>
                    <a:pt x="17" y="234"/>
                    <a:pt x="11" y="257"/>
                  </a:cubicBezTo>
                  <a:cubicBezTo>
                    <a:pt x="5" y="280"/>
                    <a:pt x="0" y="310"/>
                    <a:pt x="0" y="345"/>
                  </a:cubicBezTo>
                  <a:cubicBezTo>
                    <a:pt x="0" y="381"/>
                    <a:pt x="5" y="423"/>
                    <a:pt x="21" y="469"/>
                  </a:cubicBezTo>
                  <a:cubicBezTo>
                    <a:pt x="25" y="468"/>
                    <a:pt x="25" y="468"/>
                    <a:pt x="25" y="468"/>
                  </a:cubicBezTo>
                  <a:cubicBezTo>
                    <a:pt x="9" y="422"/>
                    <a:pt x="4" y="380"/>
                    <a:pt x="4" y="345"/>
                  </a:cubicBezTo>
                  <a:cubicBezTo>
                    <a:pt x="4" y="305"/>
                    <a:pt x="10" y="272"/>
                    <a:pt x="17" y="248"/>
                  </a:cubicBezTo>
                  <a:cubicBezTo>
                    <a:pt x="20" y="236"/>
                    <a:pt x="24" y="226"/>
                    <a:pt x="26" y="218"/>
                  </a:cubicBezTo>
                  <a:cubicBezTo>
                    <a:pt x="28" y="214"/>
                    <a:pt x="29" y="211"/>
                    <a:pt x="29" y="208"/>
                  </a:cubicBezTo>
                  <a:cubicBezTo>
                    <a:pt x="30" y="205"/>
                    <a:pt x="31" y="203"/>
                    <a:pt x="31" y="201"/>
                  </a:cubicBezTo>
                  <a:cubicBezTo>
                    <a:pt x="31" y="201"/>
                    <a:pt x="31" y="201"/>
                    <a:pt x="31" y="200"/>
                  </a:cubicBezTo>
                  <a:cubicBezTo>
                    <a:pt x="31" y="200"/>
                    <a:pt x="31" y="200"/>
                    <a:pt x="31" y="200"/>
                  </a:cubicBezTo>
                  <a:cubicBezTo>
                    <a:pt x="31" y="200"/>
                    <a:pt x="31" y="200"/>
                    <a:pt x="31" y="200"/>
                  </a:cubicBezTo>
                  <a:cubicBezTo>
                    <a:pt x="27" y="179"/>
                    <a:pt x="25" y="158"/>
                    <a:pt x="25" y="137"/>
                  </a:cubicBezTo>
                  <a:cubicBezTo>
                    <a:pt x="25" y="108"/>
                    <a:pt x="28" y="79"/>
                    <a:pt x="36" y="46"/>
                  </a:cubicBezTo>
                  <a:cubicBezTo>
                    <a:pt x="40" y="30"/>
                    <a:pt x="46" y="19"/>
                    <a:pt x="53" y="13"/>
                  </a:cubicBezTo>
                  <a:cubicBezTo>
                    <a:pt x="60" y="7"/>
                    <a:pt x="67" y="4"/>
                    <a:pt x="74" y="4"/>
                  </a:cubicBezTo>
                  <a:cubicBezTo>
                    <a:pt x="79" y="4"/>
                    <a:pt x="84" y="6"/>
                    <a:pt x="87" y="8"/>
                  </a:cubicBezTo>
                  <a:cubicBezTo>
                    <a:pt x="90" y="10"/>
                    <a:pt x="92" y="13"/>
                    <a:pt x="92" y="16"/>
                  </a:cubicBezTo>
                  <a:cubicBezTo>
                    <a:pt x="93" y="33"/>
                    <a:pt x="96" y="66"/>
                    <a:pt x="105" y="140"/>
                  </a:cubicBezTo>
                  <a:cubicBezTo>
                    <a:pt x="109" y="177"/>
                    <a:pt x="119" y="204"/>
                    <a:pt x="131" y="229"/>
                  </a:cubicBezTo>
                  <a:cubicBezTo>
                    <a:pt x="143" y="254"/>
                    <a:pt x="158" y="276"/>
                    <a:pt x="175" y="302"/>
                  </a:cubicBezTo>
                  <a:cubicBezTo>
                    <a:pt x="184" y="315"/>
                    <a:pt x="189" y="336"/>
                    <a:pt x="193" y="360"/>
                  </a:cubicBezTo>
                  <a:cubicBezTo>
                    <a:pt x="199" y="396"/>
                    <a:pt x="202" y="441"/>
                    <a:pt x="204" y="480"/>
                  </a:cubicBezTo>
                  <a:cubicBezTo>
                    <a:pt x="206" y="500"/>
                    <a:pt x="207" y="518"/>
                    <a:pt x="210" y="533"/>
                  </a:cubicBezTo>
                  <a:cubicBezTo>
                    <a:pt x="212" y="549"/>
                    <a:pt x="215" y="561"/>
                    <a:pt x="219" y="568"/>
                  </a:cubicBezTo>
                  <a:cubicBezTo>
                    <a:pt x="224" y="578"/>
                    <a:pt x="237" y="596"/>
                    <a:pt x="253" y="618"/>
                  </a:cubicBezTo>
                  <a:cubicBezTo>
                    <a:pt x="302" y="684"/>
                    <a:pt x="382" y="783"/>
                    <a:pt x="382" y="783"/>
                  </a:cubicBezTo>
                  <a:cubicBezTo>
                    <a:pt x="385" y="781"/>
                    <a:pt x="385" y="781"/>
                    <a:pt x="385" y="781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9" name="Freeform 156">
              <a:extLst>
                <a:ext uri="{FF2B5EF4-FFF2-40B4-BE49-F238E27FC236}">
                  <a16:creationId xmlns:a16="http://schemas.microsoft.com/office/drawing/2014/main" id="{F5184EFB-0443-4D4E-B1D7-6BFEE24984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1" y="2161"/>
              <a:ext cx="367" cy="365"/>
            </a:xfrm>
            <a:custGeom>
              <a:avLst/>
              <a:gdLst>
                <a:gd name="T0" fmla="*/ 367 w 367"/>
                <a:gd name="T1" fmla="*/ 325 h 365"/>
                <a:gd name="T2" fmla="*/ 41 w 367"/>
                <a:gd name="T3" fmla="*/ 365 h 365"/>
                <a:gd name="T4" fmla="*/ 0 w 367"/>
                <a:gd name="T5" fmla="*/ 40 h 365"/>
                <a:gd name="T6" fmla="*/ 325 w 367"/>
                <a:gd name="T7" fmla="*/ 0 h 365"/>
                <a:gd name="T8" fmla="*/ 367 w 367"/>
                <a:gd name="T9" fmla="*/ 325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7" h="365">
                  <a:moveTo>
                    <a:pt x="367" y="325"/>
                  </a:moveTo>
                  <a:lnTo>
                    <a:pt x="41" y="365"/>
                  </a:lnTo>
                  <a:lnTo>
                    <a:pt x="0" y="40"/>
                  </a:lnTo>
                  <a:lnTo>
                    <a:pt x="325" y="0"/>
                  </a:lnTo>
                  <a:lnTo>
                    <a:pt x="367" y="3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0" name="Freeform 157">
              <a:extLst>
                <a:ext uri="{FF2B5EF4-FFF2-40B4-BE49-F238E27FC236}">
                  <a16:creationId xmlns:a16="http://schemas.microsoft.com/office/drawing/2014/main" id="{055F5006-0AD2-471D-B083-E9D9D7526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" y="2159"/>
              <a:ext cx="371" cy="369"/>
            </a:xfrm>
            <a:custGeom>
              <a:avLst/>
              <a:gdLst>
                <a:gd name="T0" fmla="*/ 369 w 371"/>
                <a:gd name="T1" fmla="*/ 327 h 369"/>
                <a:gd name="T2" fmla="*/ 367 w 371"/>
                <a:gd name="T3" fmla="*/ 325 h 369"/>
                <a:gd name="T4" fmla="*/ 45 w 371"/>
                <a:gd name="T5" fmla="*/ 365 h 369"/>
                <a:gd name="T6" fmla="*/ 4 w 371"/>
                <a:gd name="T7" fmla="*/ 44 h 369"/>
                <a:gd name="T8" fmla="*/ 325 w 371"/>
                <a:gd name="T9" fmla="*/ 4 h 369"/>
                <a:gd name="T10" fmla="*/ 367 w 371"/>
                <a:gd name="T11" fmla="*/ 327 h 369"/>
                <a:gd name="T12" fmla="*/ 369 w 371"/>
                <a:gd name="T13" fmla="*/ 327 h 369"/>
                <a:gd name="T14" fmla="*/ 367 w 371"/>
                <a:gd name="T15" fmla="*/ 325 h 369"/>
                <a:gd name="T16" fmla="*/ 369 w 371"/>
                <a:gd name="T17" fmla="*/ 327 h 369"/>
                <a:gd name="T18" fmla="*/ 371 w 371"/>
                <a:gd name="T19" fmla="*/ 327 h 369"/>
                <a:gd name="T20" fmla="*/ 329 w 371"/>
                <a:gd name="T21" fmla="*/ 0 h 369"/>
                <a:gd name="T22" fmla="*/ 0 w 371"/>
                <a:gd name="T23" fmla="*/ 40 h 369"/>
                <a:gd name="T24" fmla="*/ 41 w 371"/>
                <a:gd name="T25" fmla="*/ 369 h 369"/>
                <a:gd name="T26" fmla="*/ 371 w 371"/>
                <a:gd name="T27" fmla="*/ 329 h 369"/>
                <a:gd name="T28" fmla="*/ 371 w 371"/>
                <a:gd name="T29" fmla="*/ 327 h 369"/>
                <a:gd name="T30" fmla="*/ 369 w 371"/>
                <a:gd name="T31" fmla="*/ 327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1" h="369">
                  <a:moveTo>
                    <a:pt x="369" y="327"/>
                  </a:moveTo>
                  <a:lnTo>
                    <a:pt x="367" y="325"/>
                  </a:lnTo>
                  <a:lnTo>
                    <a:pt x="45" y="365"/>
                  </a:lnTo>
                  <a:lnTo>
                    <a:pt x="4" y="44"/>
                  </a:lnTo>
                  <a:lnTo>
                    <a:pt x="325" y="4"/>
                  </a:lnTo>
                  <a:lnTo>
                    <a:pt x="367" y="327"/>
                  </a:lnTo>
                  <a:lnTo>
                    <a:pt x="369" y="327"/>
                  </a:lnTo>
                  <a:lnTo>
                    <a:pt x="367" y="325"/>
                  </a:lnTo>
                  <a:lnTo>
                    <a:pt x="369" y="327"/>
                  </a:lnTo>
                  <a:lnTo>
                    <a:pt x="371" y="327"/>
                  </a:lnTo>
                  <a:lnTo>
                    <a:pt x="329" y="0"/>
                  </a:lnTo>
                  <a:lnTo>
                    <a:pt x="0" y="40"/>
                  </a:lnTo>
                  <a:lnTo>
                    <a:pt x="41" y="369"/>
                  </a:lnTo>
                  <a:lnTo>
                    <a:pt x="371" y="329"/>
                  </a:lnTo>
                  <a:lnTo>
                    <a:pt x="371" y="327"/>
                  </a:lnTo>
                  <a:lnTo>
                    <a:pt x="369" y="327"/>
                  </a:lnTo>
                  <a:close/>
                </a:path>
              </a:pathLst>
            </a:custGeom>
            <a:solidFill>
              <a:srgbClr val="50BE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1" name="Freeform 158">
              <a:extLst>
                <a:ext uri="{FF2B5EF4-FFF2-40B4-BE49-F238E27FC236}">
                  <a16:creationId xmlns:a16="http://schemas.microsoft.com/office/drawing/2014/main" id="{0A63D4DD-1A95-4C20-89C3-9B5039D3F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6" y="2117"/>
              <a:ext cx="176" cy="176"/>
            </a:xfrm>
            <a:custGeom>
              <a:avLst/>
              <a:gdLst>
                <a:gd name="T0" fmla="*/ 86 w 88"/>
                <a:gd name="T1" fmla="*/ 39 h 88"/>
                <a:gd name="T2" fmla="*/ 50 w 88"/>
                <a:gd name="T3" fmla="*/ 86 h 88"/>
                <a:gd name="T4" fmla="*/ 3 w 88"/>
                <a:gd name="T5" fmla="*/ 50 h 88"/>
                <a:gd name="T6" fmla="*/ 39 w 88"/>
                <a:gd name="T7" fmla="*/ 3 h 88"/>
                <a:gd name="T8" fmla="*/ 86 w 88"/>
                <a:gd name="T9" fmla="*/ 39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8">
                  <a:moveTo>
                    <a:pt x="86" y="39"/>
                  </a:moveTo>
                  <a:cubicBezTo>
                    <a:pt x="88" y="62"/>
                    <a:pt x="72" y="83"/>
                    <a:pt x="50" y="86"/>
                  </a:cubicBezTo>
                  <a:cubicBezTo>
                    <a:pt x="27" y="88"/>
                    <a:pt x="6" y="72"/>
                    <a:pt x="3" y="50"/>
                  </a:cubicBezTo>
                  <a:cubicBezTo>
                    <a:pt x="0" y="27"/>
                    <a:pt x="17" y="6"/>
                    <a:pt x="39" y="3"/>
                  </a:cubicBezTo>
                  <a:cubicBezTo>
                    <a:pt x="62" y="0"/>
                    <a:pt x="83" y="17"/>
                    <a:pt x="86" y="39"/>
                  </a:cubicBezTo>
                  <a:close/>
                </a:path>
              </a:pathLst>
            </a:custGeom>
            <a:solidFill>
              <a:srgbClr val="50BE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2" name="Rectangle 159">
              <a:extLst>
                <a:ext uri="{FF2B5EF4-FFF2-40B4-BE49-F238E27FC236}">
                  <a16:creationId xmlns:a16="http://schemas.microsoft.com/office/drawing/2014/main" id="{35134176-C5EF-42BF-9CF2-BC75DC78DF7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120000">
              <a:off x="3591" y="2099"/>
              <a:ext cx="141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700" b="1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3" name="Freeform 160">
              <a:extLst>
                <a:ext uri="{FF2B5EF4-FFF2-40B4-BE49-F238E27FC236}">
                  <a16:creationId xmlns:a16="http://schemas.microsoft.com/office/drawing/2014/main" id="{067A0BD2-5157-428F-900E-298B8FA113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74" y="2271"/>
              <a:ext cx="248" cy="193"/>
            </a:xfrm>
            <a:custGeom>
              <a:avLst/>
              <a:gdLst>
                <a:gd name="T0" fmla="*/ 72 w 124"/>
                <a:gd name="T1" fmla="*/ 83 h 96"/>
                <a:gd name="T2" fmla="*/ 63 w 124"/>
                <a:gd name="T3" fmla="*/ 95 h 96"/>
                <a:gd name="T4" fmla="*/ 51 w 124"/>
                <a:gd name="T5" fmla="*/ 86 h 96"/>
                <a:gd name="T6" fmla="*/ 60 w 124"/>
                <a:gd name="T7" fmla="*/ 74 h 96"/>
                <a:gd name="T8" fmla="*/ 60 w 124"/>
                <a:gd name="T9" fmla="*/ 74 h 96"/>
                <a:gd name="T10" fmla="*/ 72 w 124"/>
                <a:gd name="T11" fmla="*/ 83 h 96"/>
                <a:gd name="T12" fmla="*/ 115 w 124"/>
                <a:gd name="T13" fmla="*/ 77 h 96"/>
                <a:gd name="T14" fmla="*/ 106 w 124"/>
                <a:gd name="T15" fmla="*/ 89 h 96"/>
                <a:gd name="T16" fmla="*/ 94 w 124"/>
                <a:gd name="T17" fmla="*/ 80 h 96"/>
                <a:gd name="T18" fmla="*/ 103 w 124"/>
                <a:gd name="T19" fmla="*/ 68 h 96"/>
                <a:gd name="T20" fmla="*/ 103 w 124"/>
                <a:gd name="T21" fmla="*/ 68 h 96"/>
                <a:gd name="T22" fmla="*/ 115 w 124"/>
                <a:gd name="T23" fmla="*/ 77 h 96"/>
                <a:gd name="T24" fmla="*/ 124 w 124"/>
                <a:gd name="T25" fmla="*/ 5 h 96"/>
                <a:gd name="T26" fmla="*/ 117 w 124"/>
                <a:gd name="T27" fmla="*/ 0 h 96"/>
                <a:gd name="T28" fmla="*/ 31 w 124"/>
                <a:gd name="T29" fmla="*/ 12 h 96"/>
                <a:gd name="T30" fmla="*/ 27 w 124"/>
                <a:gd name="T31" fmla="*/ 5 h 96"/>
                <a:gd name="T32" fmla="*/ 22 w 124"/>
                <a:gd name="T33" fmla="*/ 3 h 96"/>
                <a:gd name="T34" fmla="*/ 22 w 124"/>
                <a:gd name="T35" fmla="*/ 3 h 96"/>
                <a:gd name="T36" fmla="*/ 5 w 124"/>
                <a:gd name="T37" fmla="*/ 5 h 96"/>
                <a:gd name="T38" fmla="*/ 0 w 124"/>
                <a:gd name="T39" fmla="*/ 11 h 96"/>
                <a:gd name="T40" fmla="*/ 6 w 124"/>
                <a:gd name="T41" fmla="*/ 16 h 96"/>
                <a:gd name="T42" fmla="*/ 18 w 124"/>
                <a:gd name="T43" fmla="*/ 14 h 96"/>
                <a:gd name="T44" fmla="*/ 21 w 124"/>
                <a:gd name="T45" fmla="*/ 15 h 96"/>
                <a:gd name="T46" fmla="*/ 48 w 124"/>
                <a:gd name="T47" fmla="*/ 61 h 96"/>
                <a:gd name="T48" fmla="*/ 53 w 124"/>
                <a:gd name="T49" fmla="*/ 64 h 96"/>
                <a:gd name="T50" fmla="*/ 53 w 124"/>
                <a:gd name="T51" fmla="*/ 64 h 96"/>
                <a:gd name="T52" fmla="*/ 111 w 124"/>
                <a:gd name="T53" fmla="*/ 56 h 96"/>
                <a:gd name="T54" fmla="*/ 111 w 124"/>
                <a:gd name="T55" fmla="*/ 56 h 96"/>
                <a:gd name="T56" fmla="*/ 115 w 124"/>
                <a:gd name="T57" fmla="*/ 51 h 96"/>
                <a:gd name="T58" fmla="*/ 123 w 124"/>
                <a:gd name="T59" fmla="*/ 7 h 96"/>
                <a:gd name="T60" fmla="*/ 123 w 124"/>
                <a:gd name="T61" fmla="*/ 7 h 96"/>
                <a:gd name="T62" fmla="*/ 124 w 124"/>
                <a:gd name="T63" fmla="*/ 5 h 96"/>
                <a:gd name="T64" fmla="*/ 111 w 124"/>
                <a:gd name="T65" fmla="*/ 14 h 96"/>
                <a:gd name="T66" fmla="*/ 106 w 124"/>
                <a:gd name="T67" fmla="*/ 43 h 96"/>
                <a:gd name="T68" fmla="*/ 102 w 124"/>
                <a:gd name="T69" fmla="*/ 46 h 96"/>
                <a:gd name="T70" fmla="*/ 58 w 124"/>
                <a:gd name="T71" fmla="*/ 52 h 96"/>
                <a:gd name="T72" fmla="*/ 54 w 124"/>
                <a:gd name="T73" fmla="*/ 50 h 96"/>
                <a:gd name="T74" fmla="*/ 39 w 124"/>
                <a:gd name="T75" fmla="*/ 24 h 96"/>
                <a:gd name="T76" fmla="*/ 39 w 124"/>
                <a:gd name="T77" fmla="*/ 22 h 96"/>
                <a:gd name="T78" fmla="*/ 40 w 124"/>
                <a:gd name="T79" fmla="*/ 22 h 96"/>
                <a:gd name="T80" fmla="*/ 109 w 124"/>
                <a:gd name="T81" fmla="*/ 12 h 96"/>
                <a:gd name="T82" fmla="*/ 111 w 124"/>
                <a:gd name="T83" fmla="*/ 1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4" h="96">
                  <a:moveTo>
                    <a:pt x="72" y="83"/>
                  </a:moveTo>
                  <a:cubicBezTo>
                    <a:pt x="73" y="89"/>
                    <a:pt x="69" y="94"/>
                    <a:pt x="63" y="95"/>
                  </a:cubicBezTo>
                  <a:cubicBezTo>
                    <a:pt x="57" y="96"/>
                    <a:pt x="52" y="92"/>
                    <a:pt x="51" y="86"/>
                  </a:cubicBezTo>
                  <a:cubicBezTo>
                    <a:pt x="50" y="80"/>
                    <a:pt x="54" y="75"/>
                    <a:pt x="60" y="74"/>
                  </a:cubicBezTo>
                  <a:cubicBezTo>
                    <a:pt x="60" y="74"/>
                    <a:pt x="60" y="74"/>
                    <a:pt x="60" y="74"/>
                  </a:cubicBezTo>
                  <a:cubicBezTo>
                    <a:pt x="66" y="73"/>
                    <a:pt x="72" y="77"/>
                    <a:pt x="72" y="83"/>
                  </a:cubicBezTo>
                  <a:close/>
                  <a:moveTo>
                    <a:pt x="115" y="77"/>
                  </a:moveTo>
                  <a:cubicBezTo>
                    <a:pt x="116" y="83"/>
                    <a:pt x="112" y="88"/>
                    <a:pt x="106" y="89"/>
                  </a:cubicBezTo>
                  <a:cubicBezTo>
                    <a:pt x="100" y="90"/>
                    <a:pt x="95" y="86"/>
                    <a:pt x="94" y="80"/>
                  </a:cubicBezTo>
                  <a:cubicBezTo>
                    <a:pt x="93" y="74"/>
                    <a:pt x="97" y="69"/>
                    <a:pt x="103" y="68"/>
                  </a:cubicBezTo>
                  <a:cubicBezTo>
                    <a:pt x="103" y="68"/>
                    <a:pt x="103" y="68"/>
                    <a:pt x="103" y="68"/>
                  </a:cubicBezTo>
                  <a:cubicBezTo>
                    <a:pt x="109" y="67"/>
                    <a:pt x="115" y="71"/>
                    <a:pt x="115" y="77"/>
                  </a:cubicBezTo>
                  <a:close/>
                  <a:moveTo>
                    <a:pt x="124" y="5"/>
                  </a:moveTo>
                  <a:cubicBezTo>
                    <a:pt x="123" y="2"/>
                    <a:pt x="120" y="0"/>
                    <a:pt x="117" y="0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6" y="3"/>
                    <a:pt x="24" y="2"/>
                    <a:pt x="22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2" y="5"/>
                    <a:pt x="0" y="8"/>
                    <a:pt x="0" y="11"/>
                  </a:cubicBezTo>
                  <a:cubicBezTo>
                    <a:pt x="1" y="14"/>
                    <a:pt x="3" y="16"/>
                    <a:pt x="6" y="16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9" y="14"/>
                    <a:pt x="20" y="14"/>
                    <a:pt x="21" y="15"/>
                  </a:cubicBezTo>
                  <a:cubicBezTo>
                    <a:pt x="48" y="61"/>
                    <a:pt x="48" y="61"/>
                    <a:pt x="48" y="61"/>
                  </a:cubicBezTo>
                  <a:cubicBezTo>
                    <a:pt x="49" y="63"/>
                    <a:pt x="51" y="64"/>
                    <a:pt x="53" y="64"/>
                  </a:cubicBezTo>
                  <a:cubicBezTo>
                    <a:pt x="53" y="64"/>
                    <a:pt x="53" y="64"/>
                    <a:pt x="53" y="64"/>
                  </a:cubicBezTo>
                  <a:cubicBezTo>
                    <a:pt x="111" y="56"/>
                    <a:pt x="111" y="56"/>
                    <a:pt x="111" y="56"/>
                  </a:cubicBezTo>
                  <a:cubicBezTo>
                    <a:pt x="111" y="56"/>
                    <a:pt x="111" y="56"/>
                    <a:pt x="111" y="56"/>
                  </a:cubicBezTo>
                  <a:cubicBezTo>
                    <a:pt x="113" y="55"/>
                    <a:pt x="115" y="53"/>
                    <a:pt x="115" y="51"/>
                  </a:cubicBezTo>
                  <a:cubicBezTo>
                    <a:pt x="123" y="7"/>
                    <a:pt x="123" y="7"/>
                    <a:pt x="123" y="7"/>
                  </a:cubicBezTo>
                  <a:cubicBezTo>
                    <a:pt x="123" y="7"/>
                    <a:pt x="123" y="7"/>
                    <a:pt x="123" y="7"/>
                  </a:cubicBezTo>
                  <a:cubicBezTo>
                    <a:pt x="124" y="6"/>
                    <a:pt x="124" y="6"/>
                    <a:pt x="124" y="5"/>
                  </a:cubicBezTo>
                  <a:close/>
                  <a:moveTo>
                    <a:pt x="111" y="14"/>
                  </a:moveTo>
                  <a:cubicBezTo>
                    <a:pt x="106" y="43"/>
                    <a:pt x="106" y="43"/>
                    <a:pt x="106" y="43"/>
                  </a:cubicBezTo>
                  <a:cubicBezTo>
                    <a:pt x="105" y="44"/>
                    <a:pt x="104" y="46"/>
                    <a:pt x="102" y="46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6" y="52"/>
                    <a:pt x="55" y="52"/>
                    <a:pt x="54" y="50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8" y="24"/>
                    <a:pt x="39" y="23"/>
                    <a:pt x="39" y="22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109" y="12"/>
                    <a:pt x="109" y="12"/>
                    <a:pt x="109" y="12"/>
                  </a:cubicBezTo>
                  <a:cubicBezTo>
                    <a:pt x="110" y="12"/>
                    <a:pt x="111" y="13"/>
                    <a:pt x="111" y="14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4" name="Freeform 161">
              <a:extLst>
                <a:ext uri="{FF2B5EF4-FFF2-40B4-BE49-F238E27FC236}">
                  <a16:creationId xmlns:a16="http://schemas.microsoft.com/office/drawing/2014/main" id="{802BC434-7DF1-4192-AC52-AFCE69AF93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79" y="1374"/>
              <a:ext cx="94" cy="74"/>
            </a:xfrm>
            <a:custGeom>
              <a:avLst/>
              <a:gdLst>
                <a:gd name="T0" fmla="*/ 27 w 47"/>
                <a:gd name="T1" fmla="*/ 31 h 37"/>
                <a:gd name="T2" fmla="*/ 24 w 47"/>
                <a:gd name="T3" fmla="*/ 36 h 37"/>
                <a:gd name="T4" fmla="*/ 19 w 47"/>
                <a:gd name="T5" fmla="*/ 33 h 37"/>
                <a:gd name="T6" fmla="*/ 23 w 47"/>
                <a:gd name="T7" fmla="*/ 28 h 37"/>
                <a:gd name="T8" fmla="*/ 23 w 47"/>
                <a:gd name="T9" fmla="*/ 28 h 37"/>
                <a:gd name="T10" fmla="*/ 27 w 47"/>
                <a:gd name="T11" fmla="*/ 31 h 37"/>
                <a:gd name="T12" fmla="*/ 44 w 47"/>
                <a:gd name="T13" fmla="*/ 29 h 37"/>
                <a:gd name="T14" fmla="*/ 40 w 47"/>
                <a:gd name="T15" fmla="*/ 34 h 37"/>
                <a:gd name="T16" fmla="*/ 36 w 47"/>
                <a:gd name="T17" fmla="*/ 30 h 37"/>
                <a:gd name="T18" fmla="*/ 39 w 47"/>
                <a:gd name="T19" fmla="*/ 26 h 37"/>
                <a:gd name="T20" fmla="*/ 39 w 47"/>
                <a:gd name="T21" fmla="*/ 26 h 37"/>
                <a:gd name="T22" fmla="*/ 44 w 47"/>
                <a:gd name="T23" fmla="*/ 29 h 37"/>
                <a:gd name="T24" fmla="*/ 47 w 47"/>
                <a:gd name="T25" fmla="*/ 2 h 37"/>
                <a:gd name="T26" fmla="*/ 45 w 47"/>
                <a:gd name="T27" fmla="*/ 0 h 37"/>
                <a:gd name="T28" fmla="*/ 12 w 47"/>
                <a:gd name="T29" fmla="*/ 4 h 37"/>
                <a:gd name="T30" fmla="*/ 10 w 47"/>
                <a:gd name="T31" fmla="*/ 2 h 37"/>
                <a:gd name="T32" fmla="*/ 8 w 47"/>
                <a:gd name="T33" fmla="*/ 1 h 37"/>
                <a:gd name="T34" fmla="*/ 8 w 47"/>
                <a:gd name="T35" fmla="*/ 1 h 37"/>
                <a:gd name="T36" fmla="*/ 2 w 47"/>
                <a:gd name="T37" fmla="*/ 2 h 37"/>
                <a:gd name="T38" fmla="*/ 0 w 47"/>
                <a:gd name="T39" fmla="*/ 4 h 37"/>
                <a:gd name="T40" fmla="*/ 2 w 47"/>
                <a:gd name="T41" fmla="*/ 6 h 37"/>
                <a:gd name="T42" fmla="*/ 7 w 47"/>
                <a:gd name="T43" fmla="*/ 5 h 37"/>
                <a:gd name="T44" fmla="*/ 8 w 47"/>
                <a:gd name="T45" fmla="*/ 6 h 37"/>
                <a:gd name="T46" fmla="*/ 18 w 47"/>
                <a:gd name="T47" fmla="*/ 23 h 37"/>
                <a:gd name="T48" fmla="*/ 20 w 47"/>
                <a:gd name="T49" fmla="*/ 24 h 37"/>
                <a:gd name="T50" fmla="*/ 20 w 47"/>
                <a:gd name="T51" fmla="*/ 24 h 37"/>
                <a:gd name="T52" fmla="*/ 42 w 47"/>
                <a:gd name="T53" fmla="*/ 21 h 37"/>
                <a:gd name="T54" fmla="*/ 42 w 47"/>
                <a:gd name="T55" fmla="*/ 21 h 37"/>
                <a:gd name="T56" fmla="*/ 44 w 47"/>
                <a:gd name="T57" fmla="*/ 19 h 37"/>
                <a:gd name="T58" fmla="*/ 47 w 47"/>
                <a:gd name="T59" fmla="*/ 3 h 37"/>
                <a:gd name="T60" fmla="*/ 47 w 47"/>
                <a:gd name="T61" fmla="*/ 2 h 37"/>
                <a:gd name="T62" fmla="*/ 47 w 47"/>
                <a:gd name="T63" fmla="*/ 2 h 37"/>
                <a:gd name="T64" fmla="*/ 42 w 47"/>
                <a:gd name="T65" fmla="*/ 5 h 37"/>
                <a:gd name="T66" fmla="*/ 40 w 47"/>
                <a:gd name="T67" fmla="*/ 16 h 37"/>
                <a:gd name="T68" fmla="*/ 39 w 47"/>
                <a:gd name="T69" fmla="*/ 17 h 37"/>
                <a:gd name="T70" fmla="*/ 22 w 47"/>
                <a:gd name="T71" fmla="*/ 20 h 37"/>
                <a:gd name="T72" fmla="*/ 20 w 47"/>
                <a:gd name="T73" fmla="*/ 19 h 37"/>
                <a:gd name="T74" fmla="*/ 15 w 47"/>
                <a:gd name="T75" fmla="*/ 9 h 37"/>
                <a:gd name="T76" fmla="*/ 15 w 47"/>
                <a:gd name="T77" fmla="*/ 8 h 37"/>
                <a:gd name="T78" fmla="*/ 15 w 47"/>
                <a:gd name="T79" fmla="*/ 8 h 37"/>
                <a:gd name="T80" fmla="*/ 41 w 47"/>
                <a:gd name="T81" fmla="*/ 4 h 37"/>
                <a:gd name="T82" fmla="*/ 42 w 47"/>
                <a:gd name="T83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7" h="37">
                  <a:moveTo>
                    <a:pt x="27" y="31"/>
                  </a:moveTo>
                  <a:cubicBezTo>
                    <a:pt x="28" y="34"/>
                    <a:pt x="26" y="36"/>
                    <a:pt x="24" y="36"/>
                  </a:cubicBezTo>
                  <a:cubicBezTo>
                    <a:pt x="22" y="37"/>
                    <a:pt x="20" y="35"/>
                    <a:pt x="19" y="33"/>
                  </a:cubicBezTo>
                  <a:cubicBezTo>
                    <a:pt x="19" y="30"/>
                    <a:pt x="20" y="28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5" y="28"/>
                    <a:pt x="27" y="29"/>
                    <a:pt x="27" y="31"/>
                  </a:cubicBezTo>
                  <a:close/>
                  <a:moveTo>
                    <a:pt x="44" y="29"/>
                  </a:moveTo>
                  <a:cubicBezTo>
                    <a:pt x="44" y="31"/>
                    <a:pt x="43" y="34"/>
                    <a:pt x="40" y="34"/>
                  </a:cubicBezTo>
                  <a:cubicBezTo>
                    <a:pt x="38" y="34"/>
                    <a:pt x="36" y="33"/>
                    <a:pt x="36" y="30"/>
                  </a:cubicBezTo>
                  <a:cubicBezTo>
                    <a:pt x="35" y="28"/>
                    <a:pt x="37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41" y="25"/>
                    <a:pt x="44" y="27"/>
                    <a:pt x="44" y="29"/>
                  </a:cubicBezTo>
                  <a:close/>
                  <a:moveTo>
                    <a:pt x="47" y="2"/>
                  </a:moveTo>
                  <a:cubicBezTo>
                    <a:pt x="47" y="0"/>
                    <a:pt x="46" y="0"/>
                    <a:pt x="45" y="0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1"/>
                    <a:pt x="9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5"/>
                    <a:pt x="1" y="6"/>
                    <a:pt x="2" y="6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7" y="5"/>
                    <a:pt x="8" y="6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24"/>
                    <a:pt x="19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1"/>
                    <a:pt x="44" y="20"/>
                    <a:pt x="44" y="19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2"/>
                    <a:pt x="47" y="2"/>
                    <a:pt x="47" y="2"/>
                  </a:cubicBezTo>
                  <a:close/>
                  <a:moveTo>
                    <a:pt x="42" y="5"/>
                  </a:moveTo>
                  <a:cubicBezTo>
                    <a:pt x="40" y="16"/>
                    <a:pt x="40" y="16"/>
                    <a:pt x="40" y="16"/>
                  </a:cubicBezTo>
                  <a:cubicBezTo>
                    <a:pt x="40" y="17"/>
                    <a:pt x="39" y="17"/>
                    <a:pt x="39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1" y="20"/>
                    <a:pt x="21" y="20"/>
                    <a:pt x="20" y="1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2" y="4"/>
                    <a:pt x="42" y="5"/>
                    <a:pt x="42" y="5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5" name="Freeform 162">
              <a:extLst>
                <a:ext uri="{FF2B5EF4-FFF2-40B4-BE49-F238E27FC236}">
                  <a16:creationId xmlns:a16="http://schemas.microsoft.com/office/drawing/2014/main" id="{9575A80F-B1A5-4856-9EBE-0049D1EF5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7" y="1173"/>
              <a:ext cx="138" cy="136"/>
            </a:xfrm>
            <a:custGeom>
              <a:avLst/>
              <a:gdLst>
                <a:gd name="T0" fmla="*/ 57 w 69"/>
                <a:gd name="T1" fmla="*/ 62 h 68"/>
                <a:gd name="T2" fmla="*/ 57 w 69"/>
                <a:gd name="T3" fmla="*/ 61 h 68"/>
                <a:gd name="T4" fmla="*/ 20 w 69"/>
                <a:gd name="T5" fmla="*/ 66 h 68"/>
                <a:gd name="T6" fmla="*/ 18 w 69"/>
                <a:gd name="T7" fmla="*/ 66 h 68"/>
                <a:gd name="T8" fmla="*/ 7 w 69"/>
                <a:gd name="T9" fmla="*/ 57 h 68"/>
                <a:gd name="T10" fmla="*/ 2 w 69"/>
                <a:gd name="T11" fmla="*/ 19 h 68"/>
                <a:gd name="T12" fmla="*/ 2 w 69"/>
                <a:gd name="T13" fmla="*/ 18 h 68"/>
                <a:gd name="T14" fmla="*/ 11 w 69"/>
                <a:gd name="T15" fmla="*/ 7 h 68"/>
                <a:gd name="T16" fmla="*/ 49 w 69"/>
                <a:gd name="T17" fmla="*/ 2 h 68"/>
                <a:gd name="T18" fmla="*/ 50 w 69"/>
                <a:gd name="T19" fmla="*/ 2 h 68"/>
                <a:gd name="T20" fmla="*/ 61 w 69"/>
                <a:gd name="T21" fmla="*/ 11 h 68"/>
                <a:gd name="T22" fmla="*/ 67 w 69"/>
                <a:gd name="T23" fmla="*/ 49 h 68"/>
                <a:gd name="T24" fmla="*/ 67 w 69"/>
                <a:gd name="T25" fmla="*/ 50 h 68"/>
                <a:gd name="T26" fmla="*/ 57 w 69"/>
                <a:gd name="T27" fmla="*/ 61 h 68"/>
                <a:gd name="T28" fmla="*/ 57 w 69"/>
                <a:gd name="T29" fmla="*/ 62 h 68"/>
                <a:gd name="T30" fmla="*/ 57 w 69"/>
                <a:gd name="T31" fmla="*/ 63 h 68"/>
                <a:gd name="T32" fmla="*/ 69 w 69"/>
                <a:gd name="T33" fmla="*/ 50 h 68"/>
                <a:gd name="T34" fmla="*/ 69 w 69"/>
                <a:gd name="T35" fmla="*/ 48 h 68"/>
                <a:gd name="T36" fmla="*/ 63 w 69"/>
                <a:gd name="T37" fmla="*/ 11 h 68"/>
                <a:gd name="T38" fmla="*/ 50 w 69"/>
                <a:gd name="T39" fmla="*/ 0 h 68"/>
                <a:gd name="T40" fmla="*/ 49 w 69"/>
                <a:gd name="T41" fmla="*/ 0 h 68"/>
                <a:gd name="T42" fmla="*/ 11 w 69"/>
                <a:gd name="T43" fmla="*/ 5 h 68"/>
                <a:gd name="T44" fmla="*/ 0 w 69"/>
                <a:gd name="T45" fmla="*/ 18 h 68"/>
                <a:gd name="T46" fmla="*/ 0 w 69"/>
                <a:gd name="T47" fmla="*/ 20 h 68"/>
                <a:gd name="T48" fmla="*/ 5 w 69"/>
                <a:gd name="T49" fmla="*/ 57 h 68"/>
                <a:gd name="T50" fmla="*/ 18 w 69"/>
                <a:gd name="T51" fmla="*/ 68 h 68"/>
                <a:gd name="T52" fmla="*/ 20 w 69"/>
                <a:gd name="T53" fmla="*/ 68 h 68"/>
                <a:gd name="T54" fmla="*/ 57 w 69"/>
                <a:gd name="T55" fmla="*/ 63 h 68"/>
                <a:gd name="T56" fmla="*/ 57 w 69"/>
                <a:gd name="T57" fmla="*/ 62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" h="68">
                  <a:moveTo>
                    <a:pt x="57" y="62"/>
                  </a:moveTo>
                  <a:cubicBezTo>
                    <a:pt x="57" y="61"/>
                    <a:pt x="57" y="61"/>
                    <a:pt x="57" y="61"/>
                  </a:cubicBezTo>
                  <a:cubicBezTo>
                    <a:pt x="20" y="66"/>
                    <a:pt x="20" y="66"/>
                    <a:pt x="20" y="66"/>
                  </a:cubicBezTo>
                  <a:cubicBezTo>
                    <a:pt x="19" y="66"/>
                    <a:pt x="19" y="66"/>
                    <a:pt x="18" y="66"/>
                  </a:cubicBezTo>
                  <a:cubicBezTo>
                    <a:pt x="13" y="66"/>
                    <a:pt x="8" y="62"/>
                    <a:pt x="7" y="57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12"/>
                    <a:pt x="6" y="8"/>
                    <a:pt x="11" y="7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50" y="2"/>
                    <a:pt x="50" y="2"/>
                  </a:cubicBezTo>
                  <a:cubicBezTo>
                    <a:pt x="56" y="2"/>
                    <a:pt x="61" y="6"/>
                    <a:pt x="61" y="11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67" y="49"/>
                    <a:pt x="67" y="50"/>
                    <a:pt x="67" y="50"/>
                  </a:cubicBezTo>
                  <a:cubicBezTo>
                    <a:pt x="67" y="55"/>
                    <a:pt x="63" y="60"/>
                    <a:pt x="57" y="61"/>
                  </a:cubicBezTo>
                  <a:cubicBezTo>
                    <a:pt x="57" y="62"/>
                    <a:pt x="57" y="62"/>
                    <a:pt x="57" y="62"/>
                  </a:cubicBezTo>
                  <a:cubicBezTo>
                    <a:pt x="57" y="63"/>
                    <a:pt x="57" y="63"/>
                    <a:pt x="57" y="63"/>
                  </a:cubicBezTo>
                  <a:cubicBezTo>
                    <a:pt x="64" y="62"/>
                    <a:pt x="69" y="56"/>
                    <a:pt x="69" y="50"/>
                  </a:cubicBezTo>
                  <a:cubicBezTo>
                    <a:pt x="69" y="49"/>
                    <a:pt x="69" y="49"/>
                    <a:pt x="69" y="48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2" y="4"/>
                    <a:pt x="57" y="0"/>
                    <a:pt x="50" y="0"/>
                  </a:cubicBezTo>
                  <a:cubicBezTo>
                    <a:pt x="50" y="0"/>
                    <a:pt x="49" y="0"/>
                    <a:pt x="49" y="0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5" y="6"/>
                    <a:pt x="0" y="11"/>
                    <a:pt x="0" y="18"/>
                  </a:cubicBezTo>
                  <a:cubicBezTo>
                    <a:pt x="0" y="18"/>
                    <a:pt x="0" y="19"/>
                    <a:pt x="0" y="20"/>
                  </a:cubicBezTo>
                  <a:cubicBezTo>
                    <a:pt x="5" y="57"/>
                    <a:pt x="5" y="57"/>
                    <a:pt x="5" y="57"/>
                  </a:cubicBezTo>
                  <a:cubicBezTo>
                    <a:pt x="6" y="64"/>
                    <a:pt x="12" y="68"/>
                    <a:pt x="18" y="68"/>
                  </a:cubicBezTo>
                  <a:cubicBezTo>
                    <a:pt x="19" y="68"/>
                    <a:pt x="19" y="68"/>
                    <a:pt x="20" y="68"/>
                  </a:cubicBezTo>
                  <a:cubicBezTo>
                    <a:pt x="57" y="63"/>
                    <a:pt x="57" y="63"/>
                    <a:pt x="57" y="63"/>
                  </a:cubicBezTo>
                  <a:lnTo>
                    <a:pt x="57" y="62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6" name="Freeform 163">
              <a:extLst>
                <a:ext uri="{FF2B5EF4-FFF2-40B4-BE49-F238E27FC236}">
                  <a16:creationId xmlns:a16="http://schemas.microsoft.com/office/drawing/2014/main" id="{9D8708FA-32DB-4499-9966-068EB0C2AA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" y="1334"/>
              <a:ext cx="136" cy="138"/>
            </a:xfrm>
            <a:custGeom>
              <a:avLst/>
              <a:gdLst>
                <a:gd name="T0" fmla="*/ 57 w 68"/>
                <a:gd name="T1" fmla="*/ 63 h 69"/>
                <a:gd name="T2" fmla="*/ 57 w 68"/>
                <a:gd name="T3" fmla="*/ 62 h 69"/>
                <a:gd name="T4" fmla="*/ 19 w 68"/>
                <a:gd name="T5" fmla="*/ 67 h 69"/>
                <a:gd name="T6" fmla="*/ 18 w 68"/>
                <a:gd name="T7" fmla="*/ 67 h 69"/>
                <a:gd name="T8" fmla="*/ 7 w 68"/>
                <a:gd name="T9" fmla="*/ 58 h 69"/>
                <a:gd name="T10" fmla="*/ 2 w 68"/>
                <a:gd name="T11" fmla="*/ 20 h 69"/>
                <a:gd name="T12" fmla="*/ 2 w 68"/>
                <a:gd name="T13" fmla="*/ 19 h 69"/>
                <a:gd name="T14" fmla="*/ 11 w 68"/>
                <a:gd name="T15" fmla="*/ 8 h 69"/>
                <a:gd name="T16" fmla="*/ 49 w 68"/>
                <a:gd name="T17" fmla="*/ 3 h 69"/>
                <a:gd name="T18" fmla="*/ 50 w 68"/>
                <a:gd name="T19" fmla="*/ 2 h 69"/>
                <a:gd name="T20" fmla="*/ 61 w 68"/>
                <a:gd name="T21" fmla="*/ 12 h 69"/>
                <a:gd name="T22" fmla="*/ 66 w 68"/>
                <a:gd name="T23" fmla="*/ 49 h 69"/>
                <a:gd name="T24" fmla="*/ 66 w 68"/>
                <a:gd name="T25" fmla="*/ 51 h 69"/>
                <a:gd name="T26" fmla="*/ 57 w 68"/>
                <a:gd name="T27" fmla="*/ 62 h 69"/>
                <a:gd name="T28" fmla="*/ 57 w 68"/>
                <a:gd name="T29" fmla="*/ 63 h 69"/>
                <a:gd name="T30" fmla="*/ 57 w 68"/>
                <a:gd name="T31" fmla="*/ 64 h 69"/>
                <a:gd name="T32" fmla="*/ 68 w 68"/>
                <a:gd name="T33" fmla="*/ 51 h 69"/>
                <a:gd name="T34" fmla="*/ 68 w 68"/>
                <a:gd name="T35" fmla="*/ 49 h 69"/>
                <a:gd name="T36" fmla="*/ 63 w 68"/>
                <a:gd name="T37" fmla="*/ 12 h 69"/>
                <a:gd name="T38" fmla="*/ 50 w 68"/>
                <a:gd name="T39" fmla="*/ 0 h 69"/>
                <a:gd name="T40" fmla="*/ 48 w 68"/>
                <a:gd name="T41" fmla="*/ 1 h 69"/>
                <a:gd name="T42" fmla="*/ 11 w 68"/>
                <a:gd name="T43" fmla="*/ 6 h 69"/>
                <a:gd name="T44" fmla="*/ 0 w 68"/>
                <a:gd name="T45" fmla="*/ 19 h 69"/>
                <a:gd name="T46" fmla="*/ 0 w 68"/>
                <a:gd name="T47" fmla="*/ 20 h 69"/>
                <a:gd name="T48" fmla="*/ 5 w 68"/>
                <a:gd name="T49" fmla="*/ 58 h 69"/>
                <a:gd name="T50" fmla="*/ 18 w 68"/>
                <a:gd name="T51" fmla="*/ 69 h 69"/>
                <a:gd name="T52" fmla="*/ 20 w 68"/>
                <a:gd name="T53" fmla="*/ 69 h 69"/>
                <a:gd name="T54" fmla="*/ 57 w 68"/>
                <a:gd name="T55" fmla="*/ 64 h 69"/>
                <a:gd name="T56" fmla="*/ 57 w 68"/>
                <a:gd name="T57" fmla="*/ 63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8" h="69">
                  <a:moveTo>
                    <a:pt x="57" y="63"/>
                  </a:moveTo>
                  <a:cubicBezTo>
                    <a:pt x="57" y="62"/>
                    <a:pt x="57" y="62"/>
                    <a:pt x="57" y="62"/>
                  </a:cubicBezTo>
                  <a:cubicBezTo>
                    <a:pt x="19" y="67"/>
                    <a:pt x="19" y="67"/>
                    <a:pt x="19" y="67"/>
                  </a:cubicBezTo>
                  <a:cubicBezTo>
                    <a:pt x="19" y="67"/>
                    <a:pt x="18" y="67"/>
                    <a:pt x="18" y="67"/>
                  </a:cubicBezTo>
                  <a:cubicBezTo>
                    <a:pt x="12" y="67"/>
                    <a:pt x="8" y="63"/>
                    <a:pt x="7" y="58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20"/>
                    <a:pt x="2" y="19"/>
                    <a:pt x="2" y="19"/>
                  </a:cubicBezTo>
                  <a:cubicBezTo>
                    <a:pt x="2" y="13"/>
                    <a:pt x="6" y="9"/>
                    <a:pt x="11" y="8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2"/>
                    <a:pt x="50" y="2"/>
                    <a:pt x="50" y="2"/>
                  </a:cubicBezTo>
                  <a:cubicBezTo>
                    <a:pt x="56" y="2"/>
                    <a:pt x="60" y="6"/>
                    <a:pt x="61" y="12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50"/>
                    <a:pt x="66" y="50"/>
                    <a:pt x="66" y="51"/>
                  </a:cubicBezTo>
                  <a:cubicBezTo>
                    <a:pt x="66" y="56"/>
                    <a:pt x="62" y="61"/>
                    <a:pt x="57" y="62"/>
                  </a:cubicBezTo>
                  <a:cubicBezTo>
                    <a:pt x="57" y="63"/>
                    <a:pt x="57" y="63"/>
                    <a:pt x="57" y="63"/>
                  </a:cubicBezTo>
                  <a:cubicBezTo>
                    <a:pt x="57" y="64"/>
                    <a:pt x="57" y="64"/>
                    <a:pt x="57" y="64"/>
                  </a:cubicBezTo>
                  <a:cubicBezTo>
                    <a:pt x="64" y="63"/>
                    <a:pt x="68" y="57"/>
                    <a:pt x="68" y="51"/>
                  </a:cubicBezTo>
                  <a:cubicBezTo>
                    <a:pt x="68" y="50"/>
                    <a:pt x="68" y="50"/>
                    <a:pt x="68" y="49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2" y="5"/>
                    <a:pt x="56" y="0"/>
                    <a:pt x="50" y="0"/>
                  </a:cubicBezTo>
                  <a:cubicBezTo>
                    <a:pt x="50" y="0"/>
                    <a:pt x="49" y="0"/>
                    <a:pt x="48" y="1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4" y="7"/>
                    <a:pt x="0" y="12"/>
                    <a:pt x="0" y="19"/>
                  </a:cubicBezTo>
                  <a:cubicBezTo>
                    <a:pt x="0" y="19"/>
                    <a:pt x="0" y="20"/>
                    <a:pt x="0" y="20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6" y="64"/>
                    <a:pt x="11" y="69"/>
                    <a:pt x="18" y="69"/>
                  </a:cubicBezTo>
                  <a:cubicBezTo>
                    <a:pt x="18" y="69"/>
                    <a:pt x="19" y="69"/>
                    <a:pt x="20" y="69"/>
                  </a:cubicBezTo>
                  <a:cubicBezTo>
                    <a:pt x="57" y="64"/>
                    <a:pt x="57" y="64"/>
                    <a:pt x="57" y="64"/>
                  </a:cubicBezTo>
                  <a:lnTo>
                    <a:pt x="57" y="6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7" name="Freeform 164">
              <a:extLst>
                <a:ext uri="{FF2B5EF4-FFF2-40B4-BE49-F238E27FC236}">
                  <a16:creationId xmlns:a16="http://schemas.microsoft.com/office/drawing/2014/main" id="{94BC8605-2C50-43DB-950E-F0B4F4D8ED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5" y="742"/>
              <a:ext cx="127" cy="327"/>
            </a:xfrm>
            <a:custGeom>
              <a:avLst/>
              <a:gdLst>
                <a:gd name="T0" fmla="*/ 4 w 63"/>
                <a:gd name="T1" fmla="*/ 158 h 163"/>
                <a:gd name="T2" fmla="*/ 17 w 63"/>
                <a:gd name="T3" fmla="*/ 162 h 163"/>
                <a:gd name="T4" fmla="*/ 24 w 63"/>
                <a:gd name="T5" fmla="*/ 157 h 163"/>
                <a:gd name="T6" fmla="*/ 56 w 63"/>
                <a:gd name="T7" fmla="*/ 57 h 163"/>
                <a:gd name="T8" fmla="*/ 37 w 63"/>
                <a:gd name="T9" fmla="*/ 0 h 163"/>
                <a:gd name="T10" fmla="*/ 47 w 63"/>
                <a:gd name="T11" fmla="*/ 66 h 163"/>
                <a:gd name="T12" fmla="*/ 20 w 63"/>
                <a:gd name="T13" fmla="*/ 151 h 163"/>
                <a:gd name="T14" fmla="*/ 2 w 63"/>
                <a:gd name="T15" fmla="*/ 147 h 163"/>
                <a:gd name="T16" fmla="*/ 4 w 63"/>
                <a:gd name="T17" fmla="*/ 15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3" h="163">
                  <a:moveTo>
                    <a:pt x="4" y="158"/>
                  </a:moveTo>
                  <a:cubicBezTo>
                    <a:pt x="6" y="159"/>
                    <a:pt x="13" y="161"/>
                    <a:pt x="17" y="162"/>
                  </a:cubicBezTo>
                  <a:cubicBezTo>
                    <a:pt x="20" y="163"/>
                    <a:pt x="23" y="161"/>
                    <a:pt x="24" y="157"/>
                  </a:cubicBezTo>
                  <a:cubicBezTo>
                    <a:pt x="25" y="154"/>
                    <a:pt x="50" y="76"/>
                    <a:pt x="56" y="57"/>
                  </a:cubicBezTo>
                  <a:cubicBezTo>
                    <a:pt x="63" y="37"/>
                    <a:pt x="59" y="7"/>
                    <a:pt x="37" y="0"/>
                  </a:cubicBezTo>
                  <a:cubicBezTo>
                    <a:pt x="56" y="5"/>
                    <a:pt x="54" y="45"/>
                    <a:pt x="47" y="66"/>
                  </a:cubicBezTo>
                  <a:cubicBezTo>
                    <a:pt x="40" y="88"/>
                    <a:pt x="20" y="151"/>
                    <a:pt x="20" y="151"/>
                  </a:cubicBezTo>
                  <a:cubicBezTo>
                    <a:pt x="18" y="155"/>
                    <a:pt x="2" y="147"/>
                    <a:pt x="2" y="147"/>
                  </a:cubicBezTo>
                  <a:cubicBezTo>
                    <a:pt x="0" y="153"/>
                    <a:pt x="2" y="157"/>
                    <a:pt x="4" y="158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8" name="Freeform 165">
              <a:extLst>
                <a:ext uri="{FF2B5EF4-FFF2-40B4-BE49-F238E27FC236}">
                  <a16:creationId xmlns:a16="http://schemas.microsoft.com/office/drawing/2014/main" id="{92BA7FA7-1DE8-42DB-94A2-C48599791A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9" y="682"/>
              <a:ext cx="148" cy="279"/>
            </a:xfrm>
            <a:custGeom>
              <a:avLst/>
              <a:gdLst>
                <a:gd name="T0" fmla="*/ 63 w 74"/>
                <a:gd name="T1" fmla="*/ 137 h 139"/>
                <a:gd name="T2" fmla="*/ 72 w 74"/>
                <a:gd name="T3" fmla="*/ 128 h 139"/>
                <a:gd name="T4" fmla="*/ 70 w 74"/>
                <a:gd name="T5" fmla="*/ 117 h 139"/>
                <a:gd name="T6" fmla="*/ 6 w 74"/>
                <a:gd name="T7" fmla="*/ 49 h 139"/>
                <a:gd name="T8" fmla="*/ 30 w 74"/>
                <a:gd name="T9" fmla="*/ 9 h 139"/>
                <a:gd name="T10" fmla="*/ 22 w 74"/>
                <a:gd name="T11" fmla="*/ 0 h 139"/>
                <a:gd name="T12" fmla="*/ 0 w 74"/>
                <a:gd name="T13" fmla="*/ 45 h 139"/>
                <a:gd name="T14" fmla="*/ 66 w 74"/>
                <a:gd name="T15" fmla="*/ 119 h 139"/>
                <a:gd name="T16" fmla="*/ 67 w 74"/>
                <a:gd name="T17" fmla="*/ 123 h 139"/>
                <a:gd name="T18" fmla="*/ 56 w 74"/>
                <a:gd name="T19" fmla="*/ 133 h 139"/>
                <a:gd name="T20" fmla="*/ 55 w 74"/>
                <a:gd name="T21" fmla="*/ 136 h 139"/>
                <a:gd name="T22" fmla="*/ 63 w 74"/>
                <a:gd name="T23" fmla="*/ 137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" h="139">
                  <a:moveTo>
                    <a:pt x="63" y="137"/>
                  </a:moveTo>
                  <a:cubicBezTo>
                    <a:pt x="66" y="134"/>
                    <a:pt x="71" y="129"/>
                    <a:pt x="72" y="128"/>
                  </a:cubicBezTo>
                  <a:cubicBezTo>
                    <a:pt x="74" y="126"/>
                    <a:pt x="74" y="122"/>
                    <a:pt x="70" y="117"/>
                  </a:cubicBezTo>
                  <a:cubicBezTo>
                    <a:pt x="66" y="113"/>
                    <a:pt x="6" y="49"/>
                    <a:pt x="6" y="49"/>
                  </a:cubicBezTo>
                  <a:cubicBezTo>
                    <a:pt x="18" y="50"/>
                    <a:pt x="37" y="28"/>
                    <a:pt x="30" y="9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30" y="9"/>
                    <a:pt x="23" y="44"/>
                    <a:pt x="0" y="45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6" y="119"/>
                    <a:pt x="68" y="122"/>
                    <a:pt x="67" y="123"/>
                  </a:cubicBezTo>
                  <a:cubicBezTo>
                    <a:pt x="66" y="125"/>
                    <a:pt x="57" y="133"/>
                    <a:pt x="56" y="133"/>
                  </a:cubicBezTo>
                  <a:cubicBezTo>
                    <a:pt x="55" y="134"/>
                    <a:pt x="55" y="135"/>
                    <a:pt x="55" y="136"/>
                  </a:cubicBezTo>
                  <a:cubicBezTo>
                    <a:pt x="57" y="138"/>
                    <a:pt x="61" y="139"/>
                    <a:pt x="63" y="137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9" name="Freeform 166">
              <a:extLst>
                <a:ext uri="{FF2B5EF4-FFF2-40B4-BE49-F238E27FC236}">
                  <a16:creationId xmlns:a16="http://schemas.microsoft.com/office/drawing/2014/main" id="{0A3D20B1-15CE-4BD7-A603-92F7ECF370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1" y="1524"/>
              <a:ext cx="615" cy="1545"/>
            </a:xfrm>
            <a:custGeom>
              <a:avLst/>
              <a:gdLst>
                <a:gd name="T0" fmla="*/ 142 w 307"/>
                <a:gd name="T1" fmla="*/ 553 h 771"/>
                <a:gd name="T2" fmla="*/ 98 w 307"/>
                <a:gd name="T3" fmla="*/ 287 h 771"/>
                <a:gd name="T4" fmla="*/ 28 w 307"/>
                <a:gd name="T5" fmla="*/ 125 h 771"/>
                <a:gd name="T6" fmla="*/ 16 w 307"/>
                <a:gd name="T7" fmla="*/ 2 h 771"/>
                <a:gd name="T8" fmla="*/ 15 w 307"/>
                <a:gd name="T9" fmla="*/ 0 h 771"/>
                <a:gd name="T10" fmla="*/ 13 w 307"/>
                <a:gd name="T11" fmla="*/ 0 h 771"/>
                <a:gd name="T12" fmla="*/ 50 w 307"/>
                <a:gd name="T13" fmla="*/ 244 h 771"/>
                <a:gd name="T14" fmla="*/ 122 w 307"/>
                <a:gd name="T15" fmla="*/ 603 h 771"/>
                <a:gd name="T16" fmla="*/ 275 w 307"/>
                <a:gd name="T17" fmla="*/ 771 h 771"/>
                <a:gd name="T18" fmla="*/ 307 w 307"/>
                <a:gd name="T19" fmla="*/ 771 h 771"/>
                <a:gd name="T20" fmla="*/ 142 w 307"/>
                <a:gd name="T21" fmla="*/ 553 h 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07" h="771">
                  <a:moveTo>
                    <a:pt x="142" y="553"/>
                  </a:moveTo>
                  <a:cubicBezTo>
                    <a:pt x="121" y="515"/>
                    <a:pt x="132" y="340"/>
                    <a:pt x="98" y="287"/>
                  </a:cubicBezTo>
                  <a:cubicBezTo>
                    <a:pt x="64" y="234"/>
                    <a:pt x="37" y="199"/>
                    <a:pt x="28" y="125"/>
                  </a:cubicBezTo>
                  <a:cubicBezTo>
                    <a:pt x="19" y="52"/>
                    <a:pt x="17" y="19"/>
                    <a:pt x="16" y="2"/>
                  </a:cubicBezTo>
                  <a:cubicBezTo>
                    <a:pt x="16" y="1"/>
                    <a:pt x="15" y="0"/>
                    <a:pt x="1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0" y="11"/>
                    <a:pt x="23" y="192"/>
                    <a:pt x="50" y="244"/>
                  </a:cubicBezTo>
                  <a:cubicBezTo>
                    <a:pt x="112" y="366"/>
                    <a:pt x="15" y="545"/>
                    <a:pt x="122" y="603"/>
                  </a:cubicBezTo>
                  <a:cubicBezTo>
                    <a:pt x="164" y="626"/>
                    <a:pt x="218" y="694"/>
                    <a:pt x="275" y="771"/>
                  </a:cubicBezTo>
                  <a:cubicBezTo>
                    <a:pt x="307" y="771"/>
                    <a:pt x="307" y="771"/>
                    <a:pt x="307" y="771"/>
                  </a:cubicBezTo>
                  <a:cubicBezTo>
                    <a:pt x="228" y="670"/>
                    <a:pt x="152" y="571"/>
                    <a:pt x="142" y="553"/>
                  </a:cubicBezTo>
                  <a:close/>
                </a:path>
              </a:pathLst>
            </a:custGeom>
            <a:solidFill>
              <a:srgbClr val="4BB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Texte avec illustration</a:t>
            </a:r>
          </a:p>
        </p:txBody>
      </p:sp>
    </p:spTree>
    <p:extLst>
      <p:ext uri="{BB962C8B-B14F-4D97-AF65-F5344CB8AC3E}">
        <p14:creationId xmlns:p14="http://schemas.microsoft.com/office/powerpoint/2010/main" val="118026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Texte avec illustration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E76D190-B60A-4B89-95F0-52CC8FADEBD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203848" y="-3512"/>
            <a:ext cx="5199063" cy="5145088"/>
            <a:chOff x="2018" y="-11"/>
            <a:chExt cx="3275" cy="3241"/>
          </a:xfrm>
        </p:grpSpPr>
        <p:sp>
          <p:nvSpPr>
            <p:cNvPr id="6" name="AutoShape 3">
              <a:extLst>
                <a:ext uri="{FF2B5EF4-FFF2-40B4-BE49-F238E27FC236}">
                  <a16:creationId xmlns:a16="http://schemas.microsoft.com/office/drawing/2014/main" id="{AC8786B6-E1AE-4768-AF45-EAF3D55C237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018" y="-10"/>
              <a:ext cx="3275" cy="3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grpSp>
          <p:nvGrpSpPr>
            <p:cNvPr id="7" name="Group 205">
              <a:extLst>
                <a:ext uri="{FF2B5EF4-FFF2-40B4-BE49-F238E27FC236}">
                  <a16:creationId xmlns:a16="http://schemas.microsoft.com/office/drawing/2014/main" id="{98F024E9-5DBD-4C53-B258-8DDC5638FA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49" y="-11"/>
              <a:ext cx="3244" cy="3241"/>
              <a:chOff x="2049" y="-11"/>
              <a:chExt cx="3244" cy="3241"/>
            </a:xfrm>
          </p:grpSpPr>
          <p:sp>
            <p:nvSpPr>
              <p:cNvPr id="59" name="Freeform 7">
                <a:extLst>
                  <a:ext uri="{FF2B5EF4-FFF2-40B4-BE49-F238E27FC236}">
                    <a16:creationId xmlns:a16="http://schemas.microsoft.com/office/drawing/2014/main" id="{DEF40390-2D03-4513-B4B7-E9B4DD2FF8C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283" y="1940"/>
                <a:ext cx="1771" cy="321"/>
              </a:xfrm>
              <a:custGeom>
                <a:avLst/>
                <a:gdLst>
                  <a:gd name="T0" fmla="*/ 363 w 1217"/>
                  <a:gd name="T1" fmla="*/ 196 h 220"/>
                  <a:gd name="T2" fmla="*/ 589 w 1217"/>
                  <a:gd name="T3" fmla="*/ 180 h 220"/>
                  <a:gd name="T4" fmla="*/ 160 w 1217"/>
                  <a:gd name="T5" fmla="*/ 177 h 220"/>
                  <a:gd name="T6" fmla="*/ 782 w 1217"/>
                  <a:gd name="T7" fmla="*/ 184 h 220"/>
                  <a:gd name="T8" fmla="*/ 655 w 1217"/>
                  <a:gd name="T9" fmla="*/ 187 h 220"/>
                  <a:gd name="T10" fmla="*/ 981 w 1217"/>
                  <a:gd name="T11" fmla="*/ 159 h 220"/>
                  <a:gd name="T12" fmla="*/ 640 w 1217"/>
                  <a:gd name="T13" fmla="*/ 180 h 220"/>
                  <a:gd name="T14" fmla="*/ 861 w 1217"/>
                  <a:gd name="T15" fmla="*/ 166 h 220"/>
                  <a:gd name="T16" fmla="*/ 157 w 1217"/>
                  <a:gd name="T17" fmla="*/ 165 h 220"/>
                  <a:gd name="T18" fmla="*/ 216 w 1217"/>
                  <a:gd name="T19" fmla="*/ 158 h 220"/>
                  <a:gd name="T20" fmla="*/ 1106 w 1217"/>
                  <a:gd name="T21" fmla="*/ 152 h 220"/>
                  <a:gd name="T22" fmla="*/ 1025 w 1217"/>
                  <a:gd name="T23" fmla="*/ 164 h 220"/>
                  <a:gd name="T24" fmla="*/ 990 w 1217"/>
                  <a:gd name="T25" fmla="*/ 153 h 220"/>
                  <a:gd name="T26" fmla="*/ 542 w 1217"/>
                  <a:gd name="T27" fmla="*/ 76 h 220"/>
                  <a:gd name="T28" fmla="*/ 620 w 1217"/>
                  <a:gd name="T29" fmla="*/ 132 h 220"/>
                  <a:gd name="T30" fmla="*/ 604 w 1217"/>
                  <a:gd name="T31" fmla="*/ 73 h 220"/>
                  <a:gd name="T32" fmla="*/ 332 w 1217"/>
                  <a:gd name="T33" fmla="*/ 74 h 220"/>
                  <a:gd name="T34" fmla="*/ 759 w 1217"/>
                  <a:gd name="T35" fmla="*/ 116 h 220"/>
                  <a:gd name="T36" fmla="*/ 848 w 1217"/>
                  <a:gd name="T37" fmla="*/ 118 h 220"/>
                  <a:gd name="T38" fmla="*/ 235 w 1217"/>
                  <a:gd name="T39" fmla="*/ 51 h 220"/>
                  <a:gd name="T40" fmla="*/ 191 w 1217"/>
                  <a:gd name="T41" fmla="*/ 19 h 220"/>
                  <a:gd name="T42" fmla="*/ 173 w 1217"/>
                  <a:gd name="T43" fmla="*/ 18 h 220"/>
                  <a:gd name="T44" fmla="*/ 850 w 1217"/>
                  <a:gd name="T45" fmla="*/ 13 h 220"/>
                  <a:gd name="T46" fmla="*/ 604 w 1217"/>
                  <a:gd name="T47" fmla="*/ 42 h 220"/>
                  <a:gd name="T48" fmla="*/ 247 w 1217"/>
                  <a:gd name="T49" fmla="*/ 29 h 220"/>
                  <a:gd name="T50" fmla="*/ 577 w 1217"/>
                  <a:gd name="T51" fmla="*/ 7 h 220"/>
                  <a:gd name="T52" fmla="*/ 497 w 1217"/>
                  <a:gd name="T53" fmla="*/ 7 h 220"/>
                  <a:gd name="T54" fmla="*/ 179 w 1217"/>
                  <a:gd name="T55" fmla="*/ 14 h 220"/>
                  <a:gd name="T56" fmla="*/ 230 w 1217"/>
                  <a:gd name="T57" fmla="*/ 104 h 220"/>
                  <a:gd name="T58" fmla="*/ 149 w 1217"/>
                  <a:gd name="T59" fmla="*/ 105 h 220"/>
                  <a:gd name="T60" fmla="*/ 96 w 1217"/>
                  <a:gd name="T61" fmla="*/ 105 h 220"/>
                  <a:gd name="T62" fmla="*/ 35 w 1217"/>
                  <a:gd name="T63" fmla="*/ 151 h 220"/>
                  <a:gd name="T64" fmla="*/ 240 w 1217"/>
                  <a:gd name="T65" fmla="*/ 182 h 220"/>
                  <a:gd name="T66" fmla="*/ 442 w 1217"/>
                  <a:gd name="T67" fmla="*/ 216 h 220"/>
                  <a:gd name="T68" fmla="*/ 597 w 1217"/>
                  <a:gd name="T69" fmla="*/ 206 h 220"/>
                  <a:gd name="T70" fmla="*/ 1006 w 1217"/>
                  <a:gd name="T71" fmla="*/ 182 h 220"/>
                  <a:gd name="T72" fmla="*/ 1027 w 1217"/>
                  <a:gd name="T73" fmla="*/ 186 h 220"/>
                  <a:gd name="T74" fmla="*/ 1214 w 1217"/>
                  <a:gd name="T75" fmla="*/ 144 h 220"/>
                  <a:gd name="T76" fmla="*/ 980 w 1217"/>
                  <a:gd name="T77" fmla="*/ 149 h 220"/>
                  <a:gd name="T78" fmla="*/ 528 w 1217"/>
                  <a:gd name="T79" fmla="*/ 181 h 220"/>
                  <a:gd name="T80" fmla="*/ 230 w 1217"/>
                  <a:gd name="T81" fmla="*/ 149 h 220"/>
                  <a:gd name="T82" fmla="*/ 20 w 1217"/>
                  <a:gd name="T83" fmla="*/ 107 h 220"/>
                  <a:gd name="T84" fmla="*/ 229 w 1217"/>
                  <a:gd name="T85" fmla="*/ 105 h 220"/>
                  <a:gd name="T86" fmla="*/ 293 w 1217"/>
                  <a:gd name="T87" fmla="*/ 111 h 220"/>
                  <a:gd name="T88" fmla="*/ 328 w 1217"/>
                  <a:gd name="T89" fmla="*/ 120 h 220"/>
                  <a:gd name="T90" fmla="*/ 344 w 1217"/>
                  <a:gd name="T91" fmla="*/ 145 h 220"/>
                  <a:gd name="T92" fmla="*/ 464 w 1217"/>
                  <a:gd name="T93" fmla="*/ 75 h 220"/>
                  <a:gd name="T94" fmla="*/ 488 w 1217"/>
                  <a:gd name="T95" fmla="*/ 138 h 220"/>
                  <a:gd name="T96" fmla="*/ 552 w 1217"/>
                  <a:gd name="T97" fmla="*/ 152 h 220"/>
                  <a:gd name="T98" fmla="*/ 569 w 1217"/>
                  <a:gd name="T99" fmla="*/ 145 h 220"/>
                  <a:gd name="T100" fmla="*/ 608 w 1217"/>
                  <a:gd name="T101" fmla="*/ 136 h 220"/>
                  <a:gd name="T102" fmla="*/ 636 w 1217"/>
                  <a:gd name="T103" fmla="*/ 126 h 220"/>
                  <a:gd name="T104" fmla="*/ 655 w 1217"/>
                  <a:gd name="T105" fmla="*/ 129 h 220"/>
                  <a:gd name="T106" fmla="*/ 756 w 1217"/>
                  <a:gd name="T107" fmla="*/ 105 h 220"/>
                  <a:gd name="T108" fmla="*/ 783 w 1217"/>
                  <a:gd name="T109" fmla="*/ 118 h 220"/>
                  <a:gd name="T110" fmla="*/ 789 w 1217"/>
                  <a:gd name="T111" fmla="*/ 63 h 220"/>
                  <a:gd name="T112" fmla="*/ 832 w 1217"/>
                  <a:gd name="T113" fmla="*/ 61 h 220"/>
                  <a:gd name="T114" fmla="*/ 855 w 1217"/>
                  <a:gd name="T115" fmla="*/ 141 h 220"/>
                  <a:gd name="T116" fmla="*/ 882 w 1217"/>
                  <a:gd name="T117" fmla="*/ 64 h 220"/>
                  <a:gd name="T118" fmla="*/ 896 w 1217"/>
                  <a:gd name="T119" fmla="*/ 59 h 220"/>
                  <a:gd name="T120" fmla="*/ 973 w 1217"/>
                  <a:gd name="T121" fmla="*/ 56 h 220"/>
                  <a:gd name="T122" fmla="*/ 717 w 1217"/>
                  <a:gd name="T123" fmla="*/ 0 h 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7" h="220">
                    <a:moveTo>
                      <a:pt x="589" y="180"/>
                    </a:moveTo>
                    <a:cubicBezTo>
                      <a:pt x="589" y="180"/>
                      <a:pt x="589" y="180"/>
                      <a:pt x="589" y="180"/>
                    </a:cubicBezTo>
                    <a:cubicBezTo>
                      <a:pt x="589" y="180"/>
                      <a:pt x="589" y="180"/>
                      <a:pt x="589" y="180"/>
                    </a:cubicBezTo>
                    <a:cubicBezTo>
                      <a:pt x="590" y="180"/>
                      <a:pt x="590" y="180"/>
                      <a:pt x="590" y="180"/>
                    </a:cubicBezTo>
                    <a:cubicBezTo>
                      <a:pt x="591" y="180"/>
                      <a:pt x="592" y="180"/>
                      <a:pt x="593" y="180"/>
                    </a:cubicBezTo>
                    <a:cubicBezTo>
                      <a:pt x="593" y="180"/>
                      <a:pt x="593" y="180"/>
                      <a:pt x="593" y="180"/>
                    </a:cubicBezTo>
                    <a:cubicBezTo>
                      <a:pt x="593" y="182"/>
                      <a:pt x="593" y="183"/>
                      <a:pt x="593" y="185"/>
                    </a:cubicBezTo>
                    <a:cubicBezTo>
                      <a:pt x="593" y="185"/>
                      <a:pt x="593" y="185"/>
                      <a:pt x="593" y="185"/>
                    </a:cubicBezTo>
                    <a:cubicBezTo>
                      <a:pt x="593" y="185"/>
                      <a:pt x="593" y="185"/>
                      <a:pt x="593" y="185"/>
                    </a:cubicBezTo>
                    <a:cubicBezTo>
                      <a:pt x="591" y="186"/>
                      <a:pt x="590" y="186"/>
                      <a:pt x="588" y="186"/>
                    </a:cubicBezTo>
                    <a:cubicBezTo>
                      <a:pt x="579" y="186"/>
                      <a:pt x="570" y="187"/>
                      <a:pt x="560" y="187"/>
                    </a:cubicBezTo>
                    <a:cubicBezTo>
                      <a:pt x="549" y="188"/>
                      <a:pt x="537" y="189"/>
                      <a:pt x="525" y="189"/>
                    </a:cubicBezTo>
                    <a:cubicBezTo>
                      <a:pt x="512" y="190"/>
                      <a:pt x="498" y="190"/>
                      <a:pt x="485" y="191"/>
                    </a:cubicBezTo>
                    <a:cubicBezTo>
                      <a:pt x="475" y="191"/>
                      <a:pt x="465" y="192"/>
                      <a:pt x="455" y="192"/>
                    </a:cubicBezTo>
                    <a:cubicBezTo>
                      <a:pt x="449" y="193"/>
                      <a:pt x="443" y="193"/>
                      <a:pt x="437" y="194"/>
                    </a:cubicBezTo>
                    <a:cubicBezTo>
                      <a:pt x="420" y="195"/>
                      <a:pt x="402" y="195"/>
                      <a:pt x="384" y="195"/>
                    </a:cubicBezTo>
                    <a:cubicBezTo>
                      <a:pt x="378" y="195"/>
                      <a:pt x="371" y="195"/>
                      <a:pt x="364" y="196"/>
                    </a:cubicBezTo>
                    <a:cubicBezTo>
                      <a:pt x="364" y="196"/>
                      <a:pt x="364" y="196"/>
                      <a:pt x="364" y="196"/>
                    </a:cubicBezTo>
                    <a:cubicBezTo>
                      <a:pt x="364" y="196"/>
                      <a:pt x="364" y="196"/>
                      <a:pt x="364" y="196"/>
                    </a:cubicBezTo>
                    <a:cubicBezTo>
                      <a:pt x="364" y="196"/>
                      <a:pt x="364" y="196"/>
                      <a:pt x="363" y="196"/>
                    </a:cubicBezTo>
                    <a:cubicBezTo>
                      <a:pt x="363" y="196"/>
                      <a:pt x="363" y="196"/>
                      <a:pt x="363" y="196"/>
                    </a:cubicBezTo>
                    <a:cubicBezTo>
                      <a:pt x="363" y="196"/>
                      <a:pt x="363" y="196"/>
                      <a:pt x="363" y="196"/>
                    </a:cubicBezTo>
                    <a:cubicBezTo>
                      <a:pt x="363" y="196"/>
                      <a:pt x="363" y="196"/>
                      <a:pt x="363" y="196"/>
                    </a:cubicBezTo>
                    <a:cubicBezTo>
                      <a:pt x="363" y="196"/>
                      <a:pt x="363" y="196"/>
                      <a:pt x="363" y="196"/>
                    </a:cubicBezTo>
                    <a:cubicBezTo>
                      <a:pt x="363" y="196"/>
                      <a:pt x="362" y="196"/>
                      <a:pt x="362" y="196"/>
                    </a:cubicBezTo>
                    <a:cubicBezTo>
                      <a:pt x="362" y="196"/>
                      <a:pt x="361" y="196"/>
                      <a:pt x="360" y="196"/>
                    </a:cubicBezTo>
                    <a:cubicBezTo>
                      <a:pt x="360" y="196"/>
                      <a:pt x="360" y="196"/>
                      <a:pt x="359" y="196"/>
                    </a:cubicBezTo>
                    <a:cubicBezTo>
                      <a:pt x="359" y="196"/>
                      <a:pt x="359" y="196"/>
                      <a:pt x="359" y="196"/>
                    </a:cubicBezTo>
                    <a:cubicBezTo>
                      <a:pt x="359" y="193"/>
                      <a:pt x="359" y="192"/>
                      <a:pt x="359" y="190"/>
                    </a:cubicBezTo>
                    <a:cubicBezTo>
                      <a:pt x="359" y="190"/>
                      <a:pt x="359" y="190"/>
                      <a:pt x="359" y="190"/>
                    </a:cubicBezTo>
                    <a:cubicBezTo>
                      <a:pt x="359" y="190"/>
                      <a:pt x="359" y="190"/>
                      <a:pt x="359" y="190"/>
                    </a:cubicBezTo>
                    <a:cubicBezTo>
                      <a:pt x="360" y="190"/>
                      <a:pt x="360" y="190"/>
                      <a:pt x="361" y="190"/>
                    </a:cubicBezTo>
                    <a:cubicBezTo>
                      <a:pt x="374" y="189"/>
                      <a:pt x="388" y="189"/>
                      <a:pt x="401" y="188"/>
                    </a:cubicBezTo>
                    <a:cubicBezTo>
                      <a:pt x="411" y="188"/>
                      <a:pt x="420" y="188"/>
                      <a:pt x="430" y="187"/>
                    </a:cubicBezTo>
                    <a:cubicBezTo>
                      <a:pt x="437" y="187"/>
                      <a:pt x="443" y="187"/>
                      <a:pt x="449" y="186"/>
                    </a:cubicBezTo>
                    <a:cubicBezTo>
                      <a:pt x="458" y="186"/>
                      <a:pt x="467" y="185"/>
                      <a:pt x="476" y="184"/>
                    </a:cubicBezTo>
                    <a:cubicBezTo>
                      <a:pt x="482" y="184"/>
                      <a:pt x="488" y="184"/>
                      <a:pt x="495" y="184"/>
                    </a:cubicBezTo>
                    <a:cubicBezTo>
                      <a:pt x="505" y="184"/>
                      <a:pt x="516" y="183"/>
                      <a:pt x="527" y="183"/>
                    </a:cubicBezTo>
                    <a:cubicBezTo>
                      <a:pt x="534" y="183"/>
                      <a:pt x="541" y="182"/>
                      <a:pt x="548" y="182"/>
                    </a:cubicBezTo>
                    <a:cubicBezTo>
                      <a:pt x="561" y="181"/>
                      <a:pt x="574" y="181"/>
                      <a:pt x="587" y="180"/>
                    </a:cubicBezTo>
                    <a:cubicBezTo>
                      <a:pt x="587" y="180"/>
                      <a:pt x="587" y="180"/>
                      <a:pt x="587" y="180"/>
                    </a:cubicBezTo>
                    <a:cubicBezTo>
                      <a:pt x="588" y="180"/>
                      <a:pt x="589" y="180"/>
                      <a:pt x="589" y="180"/>
                    </a:cubicBezTo>
                    <a:cubicBezTo>
                      <a:pt x="589" y="180"/>
                      <a:pt x="589" y="180"/>
                      <a:pt x="589" y="180"/>
                    </a:cubicBezTo>
                    <a:cubicBezTo>
                      <a:pt x="589" y="180"/>
                      <a:pt x="589" y="180"/>
                      <a:pt x="589" y="180"/>
                    </a:cubicBezTo>
                    <a:moveTo>
                      <a:pt x="157" y="176"/>
                    </a:moveTo>
                    <a:cubicBezTo>
                      <a:pt x="157" y="176"/>
                      <a:pt x="157" y="176"/>
                      <a:pt x="157" y="176"/>
                    </a:cubicBezTo>
                    <a:cubicBezTo>
                      <a:pt x="157" y="175"/>
                      <a:pt x="157" y="175"/>
                      <a:pt x="157" y="175"/>
                    </a:cubicBezTo>
                    <a:cubicBezTo>
                      <a:pt x="163" y="175"/>
                      <a:pt x="169" y="174"/>
                      <a:pt x="175" y="174"/>
                    </a:cubicBezTo>
                    <a:cubicBezTo>
                      <a:pt x="182" y="173"/>
                      <a:pt x="189" y="172"/>
                      <a:pt x="197" y="172"/>
                    </a:cubicBezTo>
                    <a:cubicBezTo>
                      <a:pt x="197" y="172"/>
                      <a:pt x="197" y="172"/>
                      <a:pt x="197" y="172"/>
                    </a:cubicBezTo>
                    <a:cubicBezTo>
                      <a:pt x="210" y="171"/>
                      <a:pt x="222" y="171"/>
                      <a:pt x="235" y="170"/>
                    </a:cubicBezTo>
                    <a:cubicBezTo>
                      <a:pt x="235" y="170"/>
                      <a:pt x="235" y="170"/>
                      <a:pt x="235" y="170"/>
                    </a:cubicBezTo>
                    <a:cubicBezTo>
                      <a:pt x="235" y="170"/>
                      <a:pt x="235" y="170"/>
                      <a:pt x="235" y="170"/>
                    </a:cubicBezTo>
                    <a:cubicBezTo>
                      <a:pt x="234" y="172"/>
                      <a:pt x="232" y="172"/>
                      <a:pt x="231" y="172"/>
                    </a:cubicBezTo>
                    <a:cubicBezTo>
                      <a:pt x="223" y="173"/>
                      <a:pt x="215" y="173"/>
                      <a:pt x="208" y="174"/>
                    </a:cubicBezTo>
                    <a:cubicBezTo>
                      <a:pt x="199" y="174"/>
                      <a:pt x="190" y="174"/>
                      <a:pt x="181" y="175"/>
                    </a:cubicBezTo>
                    <a:cubicBezTo>
                      <a:pt x="174" y="175"/>
                      <a:pt x="168" y="176"/>
                      <a:pt x="161" y="177"/>
                    </a:cubicBezTo>
                    <a:cubicBezTo>
                      <a:pt x="161" y="177"/>
                      <a:pt x="161" y="177"/>
                      <a:pt x="161" y="177"/>
                    </a:cubicBezTo>
                    <a:cubicBezTo>
                      <a:pt x="161" y="177"/>
                      <a:pt x="161" y="177"/>
                      <a:pt x="161" y="177"/>
                    </a:cubicBezTo>
                    <a:cubicBezTo>
                      <a:pt x="161" y="177"/>
                      <a:pt x="161" y="177"/>
                      <a:pt x="161" y="177"/>
                    </a:cubicBezTo>
                    <a:cubicBezTo>
                      <a:pt x="161" y="177"/>
                      <a:pt x="161" y="177"/>
                      <a:pt x="161" y="177"/>
                    </a:cubicBezTo>
                    <a:cubicBezTo>
                      <a:pt x="161" y="177"/>
                      <a:pt x="160" y="177"/>
                      <a:pt x="160" y="177"/>
                    </a:cubicBezTo>
                    <a:cubicBezTo>
                      <a:pt x="160" y="177"/>
                      <a:pt x="160" y="177"/>
                      <a:pt x="160" y="177"/>
                    </a:cubicBezTo>
                    <a:cubicBezTo>
                      <a:pt x="160" y="177"/>
                      <a:pt x="160" y="177"/>
                      <a:pt x="160" y="177"/>
                    </a:cubicBezTo>
                    <a:cubicBezTo>
                      <a:pt x="160" y="177"/>
                      <a:pt x="160" y="177"/>
                      <a:pt x="160" y="177"/>
                    </a:cubicBezTo>
                    <a:cubicBezTo>
                      <a:pt x="160" y="177"/>
                      <a:pt x="160" y="177"/>
                      <a:pt x="160" y="177"/>
                    </a:cubicBezTo>
                    <a:cubicBezTo>
                      <a:pt x="160" y="177"/>
                      <a:pt x="159" y="176"/>
                      <a:pt x="158" y="176"/>
                    </a:cubicBezTo>
                    <a:cubicBezTo>
                      <a:pt x="158" y="176"/>
                      <a:pt x="157" y="176"/>
                      <a:pt x="157" y="176"/>
                    </a:cubicBezTo>
                    <a:cubicBezTo>
                      <a:pt x="157" y="176"/>
                      <a:pt x="157" y="176"/>
                      <a:pt x="157" y="176"/>
                    </a:cubicBezTo>
                    <a:moveTo>
                      <a:pt x="995" y="169"/>
                    </a:moveTo>
                    <a:cubicBezTo>
                      <a:pt x="995" y="169"/>
                      <a:pt x="995" y="169"/>
                      <a:pt x="995" y="169"/>
                    </a:cubicBezTo>
                    <a:cubicBezTo>
                      <a:pt x="995" y="169"/>
                      <a:pt x="995" y="169"/>
                      <a:pt x="995" y="169"/>
                    </a:cubicBezTo>
                    <a:cubicBezTo>
                      <a:pt x="996" y="169"/>
                      <a:pt x="997" y="169"/>
                      <a:pt x="998" y="169"/>
                    </a:cubicBezTo>
                    <a:cubicBezTo>
                      <a:pt x="998" y="169"/>
                      <a:pt x="998" y="169"/>
                      <a:pt x="998" y="169"/>
                    </a:cubicBezTo>
                    <a:cubicBezTo>
                      <a:pt x="998" y="169"/>
                      <a:pt x="998" y="169"/>
                      <a:pt x="998" y="169"/>
                    </a:cubicBezTo>
                    <a:cubicBezTo>
                      <a:pt x="998" y="169"/>
                      <a:pt x="998" y="169"/>
                      <a:pt x="998" y="169"/>
                    </a:cubicBezTo>
                    <a:cubicBezTo>
                      <a:pt x="998" y="169"/>
                      <a:pt x="998" y="169"/>
                      <a:pt x="998" y="169"/>
                    </a:cubicBezTo>
                    <a:cubicBezTo>
                      <a:pt x="1000" y="170"/>
                      <a:pt x="1002" y="171"/>
                      <a:pt x="1006" y="172"/>
                    </a:cubicBezTo>
                    <a:cubicBezTo>
                      <a:pt x="1006" y="172"/>
                      <a:pt x="1006" y="172"/>
                      <a:pt x="1006" y="172"/>
                    </a:cubicBezTo>
                    <a:cubicBezTo>
                      <a:pt x="1006" y="172"/>
                      <a:pt x="1006" y="172"/>
                      <a:pt x="1006" y="172"/>
                    </a:cubicBezTo>
                    <a:cubicBezTo>
                      <a:pt x="993" y="173"/>
                      <a:pt x="982" y="173"/>
                      <a:pt x="970" y="174"/>
                    </a:cubicBezTo>
                    <a:cubicBezTo>
                      <a:pt x="962" y="174"/>
                      <a:pt x="954" y="175"/>
                      <a:pt x="946" y="175"/>
                    </a:cubicBezTo>
                    <a:cubicBezTo>
                      <a:pt x="945" y="176"/>
                      <a:pt x="945" y="176"/>
                      <a:pt x="945" y="176"/>
                    </a:cubicBezTo>
                    <a:cubicBezTo>
                      <a:pt x="938" y="176"/>
                      <a:pt x="930" y="176"/>
                      <a:pt x="922" y="177"/>
                    </a:cubicBezTo>
                    <a:cubicBezTo>
                      <a:pt x="911" y="177"/>
                      <a:pt x="901" y="177"/>
                      <a:pt x="890" y="178"/>
                    </a:cubicBezTo>
                    <a:cubicBezTo>
                      <a:pt x="880" y="178"/>
                      <a:pt x="870" y="179"/>
                      <a:pt x="859" y="180"/>
                    </a:cubicBezTo>
                    <a:cubicBezTo>
                      <a:pt x="845" y="181"/>
                      <a:pt x="830" y="181"/>
                      <a:pt x="815" y="182"/>
                    </a:cubicBezTo>
                    <a:cubicBezTo>
                      <a:pt x="804" y="183"/>
                      <a:pt x="793" y="183"/>
                      <a:pt x="782" y="184"/>
                    </a:cubicBezTo>
                    <a:cubicBezTo>
                      <a:pt x="776" y="185"/>
                      <a:pt x="770" y="185"/>
                      <a:pt x="764" y="185"/>
                    </a:cubicBezTo>
                    <a:cubicBezTo>
                      <a:pt x="756" y="186"/>
                      <a:pt x="747" y="186"/>
                      <a:pt x="739" y="186"/>
                    </a:cubicBezTo>
                    <a:cubicBezTo>
                      <a:pt x="728" y="187"/>
                      <a:pt x="718" y="188"/>
                      <a:pt x="707" y="188"/>
                    </a:cubicBezTo>
                    <a:cubicBezTo>
                      <a:pt x="693" y="189"/>
                      <a:pt x="678" y="190"/>
                      <a:pt x="664" y="191"/>
                    </a:cubicBezTo>
                    <a:cubicBezTo>
                      <a:pt x="653" y="191"/>
                      <a:pt x="642" y="192"/>
                      <a:pt x="632" y="193"/>
                    </a:cubicBezTo>
                    <a:cubicBezTo>
                      <a:pt x="621" y="193"/>
                      <a:pt x="611" y="194"/>
                      <a:pt x="601" y="195"/>
                    </a:cubicBezTo>
                    <a:cubicBezTo>
                      <a:pt x="601" y="195"/>
                      <a:pt x="601" y="195"/>
                      <a:pt x="601" y="195"/>
                    </a:cubicBezTo>
                    <a:cubicBezTo>
                      <a:pt x="601" y="195"/>
                      <a:pt x="600" y="195"/>
                      <a:pt x="600" y="195"/>
                    </a:cubicBezTo>
                    <a:cubicBezTo>
                      <a:pt x="600" y="195"/>
                      <a:pt x="600" y="195"/>
                      <a:pt x="599" y="195"/>
                    </a:cubicBezTo>
                    <a:cubicBezTo>
                      <a:pt x="599" y="195"/>
                      <a:pt x="599" y="195"/>
                      <a:pt x="599" y="195"/>
                    </a:cubicBezTo>
                    <a:cubicBezTo>
                      <a:pt x="599" y="195"/>
                      <a:pt x="599" y="195"/>
                      <a:pt x="599" y="195"/>
                    </a:cubicBezTo>
                    <a:cubicBezTo>
                      <a:pt x="599" y="195"/>
                      <a:pt x="599" y="195"/>
                      <a:pt x="599" y="195"/>
                    </a:cubicBezTo>
                    <a:cubicBezTo>
                      <a:pt x="599" y="195"/>
                      <a:pt x="599" y="195"/>
                      <a:pt x="599" y="195"/>
                    </a:cubicBezTo>
                    <a:cubicBezTo>
                      <a:pt x="599" y="195"/>
                      <a:pt x="599" y="195"/>
                      <a:pt x="598" y="195"/>
                    </a:cubicBezTo>
                    <a:cubicBezTo>
                      <a:pt x="598" y="195"/>
                      <a:pt x="597" y="195"/>
                      <a:pt x="597" y="195"/>
                    </a:cubicBezTo>
                    <a:cubicBezTo>
                      <a:pt x="597" y="193"/>
                      <a:pt x="597" y="192"/>
                      <a:pt x="597" y="191"/>
                    </a:cubicBezTo>
                    <a:cubicBezTo>
                      <a:pt x="597" y="191"/>
                      <a:pt x="597" y="191"/>
                      <a:pt x="597" y="191"/>
                    </a:cubicBezTo>
                    <a:cubicBezTo>
                      <a:pt x="597" y="191"/>
                      <a:pt x="597" y="191"/>
                      <a:pt x="597" y="191"/>
                    </a:cubicBezTo>
                    <a:cubicBezTo>
                      <a:pt x="597" y="191"/>
                      <a:pt x="597" y="191"/>
                      <a:pt x="598" y="191"/>
                    </a:cubicBezTo>
                    <a:cubicBezTo>
                      <a:pt x="605" y="190"/>
                      <a:pt x="612" y="190"/>
                      <a:pt x="619" y="190"/>
                    </a:cubicBezTo>
                    <a:cubicBezTo>
                      <a:pt x="629" y="189"/>
                      <a:pt x="639" y="188"/>
                      <a:pt x="648" y="188"/>
                    </a:cubicBezTo>
                    <a:cubicBezTo>
                      <a:pt x="651" y="187"/>
                      <a:pt x="653" y="188"/>
                      <a:pt x="655" y="187"/>
                    </a:cubicBezTo>
                    <a:cubicBezTo>
                      <a:pt x="665" y="187"/>
                      <a:pt x="674" y="187"/>
                      <a:pt x="684" y="186"/>
                    </a:cubicBezTo>
                    <a:cubicBezTo>
                      <a:pt x="697" y="185"/>
                      <a:pt x="710" y="184"/>
                      <a:pt x="723" y="184"/>
                    </a:cubicBezTo>
                    <a:cubicBezTo>
                      <a:pt x="730" y="184"/>
                      <a:pt x="737" y="183"/>
                      <a:pt x="744" y="183"/>
                    </a:cubicBezTo>
                    <a:cubicBezTo>
                      <a:pt x="756" y="182"/>
                      <a:pt x="767" y="182"/>
                      <a:pt x="778" y="181"/>
                    </a:cubicBezTo>
                    <a:cubicBezTo>
                      <a:pt x="785" y="181"/>
                      <a:pt x="792" y="180"/>
                      <a:pt x="798" y="180"/>
                    </a:cubicBezTo>
                    <a:cubicBezTo>
                      <a:pt x="808" y="179"/>
                      <a:pt x="818" y="179"/>
                      <a:pt x="827" y="178"/>
                    </a:cubicBezTo>
                    <a:cubicBezTo>
                      <a:pt x="828" y="178"/>
                      <a:pt x="829" y="178"/>
                      <a:pt x="829" y="178"/>
                    </a:cubicBezTo>
                    <a:cubicBezTo>
                      <a:pt x="838" y="178"/>
                      <a:pt x="846" y="177"/>
                      <a:pt x="855" y="177"/>
                    </a:cubicBezTo>
                    <a:cubicBezTo>
                      <a:pt x="862" y="176"/>
                      <a:pt x="869" y="176"/>
                      <a:pt x="877" y="176"/>
                    </a:cubicBezTo>
                    <a:cubicBezTo>
                      <a:pt x="884" y="175"/>
                      <a:pt x="892" y="175"/>
                      <a:pt x="900" y="175"/>
                    </a:cubicBezTo>
                    <a:cubicBezTo>
                      <a:pt x="911" y="174"/>
                      <a:pt x="922" y="173"/>
                      <a:pt x="933" y="173"/>
                    </a:cubicBezTo>
                    <a:cubicBezTo>
                      <a:pt x="939" y="172"/>
                      <a:pt x="944" y="172"/>
                      <a:pt x="950" y="172"/>
                    </a:cubicBezTo>
                    <a:cubicBezTo>
                      <a:pt x="959" y="171"/>
                      <a:pt x="968" y="171"/>
                      <a:pt x="977" y="170"/>
                    </a:cubicBezTo>
                    <a:cubicBezTo>
                      <a:pt x="983" y="170"/>
                      <a:pt x="989" y="169"/>
                      <a:pt x="995" y="169"/>
                    </a:cubicBezTo>
                    <a:cubicBezTo>
                      <a:pt x="995" y="169"/>
                      <a:pt x="995" y="169"/>
                      <a:pt x="995" y="169"/>
                    </a:cubicBezTo>
                    <a:cubicBezTo>
                      <a:pt x="995" y="169"/>
                      <a:pt x="995" y="169"/>
                      <a:pt x="995" y="169"/>
                    </a:cubicBezTo>
                    <a:cubicBezTo>
                      <a:pt x="995" y="169"/>
                      <a:pt x="995" y="169"/>
                      <a:pt x="995" y="169"/>
                    </a:cubicBezTo>
                    <a:cubicBezTo>
                      <a:pt x="995" y="169"/>
                      <a:pt x="995" y="169"/>
                      <a:pt x="995" y="169"/>
                    </a:cubicBezTo>
                    <a:cubicBezTo>
                      <a:pt x="995" y="169"/>
                      <a:pt x="995" y="169"/>
                      <a:pt x="995" y="169"/>
                    </a:cubicBezTo>
                    <a:cubicBezTo>
                      <a:pt x="995" y="169"/>
                      <a:pt x="995" y="169"/>
                      <a:pt x="995" y="169"/>
                    </a:cubicBezTo>
                    <a:moveTo>
                      <a:pt x="981" y="159"/>
                    </a:moveTo>
                    <a:cubicBezTo>
                      <a:pt x="981" y="159"/>
                      <a:pt x="981" y="159"/>
                      <a:pt x="981" y="159"/>
                    </a:cubicBezTo>
                    <a:cubicBezTo>
                      <a:pt x="981" y="159"/>
                      <a:pt x="981" y="159"/>
                      <a:pt x="981" y="159"/>
                    </a:cubicBezTo>
                    <a:cubicBezTo>
                      <a:pt x="982" y="159"/>
                      <a:pt x="984" y="159"/>
                      <a:pt x="985" y="160"/>
                    </a:cubicBezTo>
                    <a:cubicBezTo>
                      <a:pt x="985" y="160"/>
                      <a:pt x="985" y="160"/>
                      <a:pt x="985" y="160"/>
                    </a:cubicBezTo>
                    <a:cubicBezTo>
                      <a:pt x="985" y="160"/>
                      <a:pt x="985" y="160"/>
                      <a:pt x="985" y="160"/>
                    </a:cubicBezTo>
                    <a:cubicBezTo>
                      <a:pt x="985" y="160"/>
                      <a:pt x="985" y="160"/>
                      <a:pt x="985" y="160"/>
                    </a:cubicBezTo>
                    <a:cubicBezTo>
                      <a:pt x="985" y="160"/>
                      <a:pt x="985" y="160"/>
                      <a:pt x="985" y="160"/>
                    </a:cubicBezTo>
                    <a:cubicBezTo>
                      <a:pt x="985" y="160"/>
                      <a:pt x="985" y="160"/>
                      <a:pt x="985" y="160"/>
                    </a:cubicBezTo>
                    <a:cubicBezTo>
                      <a:pt x="985" y="160"/>
                      <a:pt x="985" y="160"/>
                      <a:pt x="985" y="160"/>
                    </a:cubicBezTo>
                    <a:cubicBezTo>
                      <a:pt x="981" y="161"/>
                      <a:pt x="977" y="162"/>
                      <a:pt x="974" y="162"/>
                    </a:cubicBezTo>
                    <a:cubicBezTo>
                      <a:pt x="967" y="162"/>
                      <a:pt x="961" y="163"/>
                      <a:pt x="954" y="163"/>
                    </a:cubicBezTo>
                    <a:cubicBezTo>
                      <a:pt x="942" y="164"/>
                      <a:pt x="930" y="164"/>
                      <a:pt x="918" y="165"/>
                    </a:cubicBezTo>
                    <a:cubicBezTo>
                      <a:pt x="917" y="165"/>
                      <a:pt x="916" y="165"/>
                      <a:pt x="916" y="165"/>
                    </a:cubicBezTo>
                    <a:cubicBezTo>
                      <a:pt x="906" y="165"/>
                      <a:pt x="896" y="166"/>
                      <a:pt x="886" y="166"/>
                    </a:cubicBezTo>
                    <a:cubicBezTo>
                      <a:pt x="873" y="167"/>
                      <a:pt x="859" y="168"/>
                      <a:pt x="846" y="168"/>
                    </a:cubicBezTo>
                    <a:cubicBezTo>
                      <a:pt x="839" y="169"/>
                      <a:pt x="833" y="169"/>
                      <a:pt x="826" y="169"/>
                    </a:cubicBezTo>
                    <a:cubicBezTo>
                      <a:pt x="815" y="170"/>
                      <a:pt x="803" y="171"/>
                      <a:pt x="792" y="171"/>
                    </a:cubicBezTo>
                    <a:cubicBezTo>
                      <a:pt x="778" y="172"/>
                      <a:pt x="765" y="173"/>
                      <a:pt x="751" y="174"/>
                    </a:cubicBezTo>
                    <a:cubicBezTo>
                      <a:pt x="743" y="174"/>
                      <a:pt x="735" y="175"/>
                      <a:pt x="728" y="175"/>
                    </a:cubicBezTo>
                    <a:cubicBezTo>
                      <a:pt x="727" y="176"/>
                      <a:pt x="727" y="176"/>
                      <a:pt x="727" y="176"/>
                    </a:cubicBezTo>
                    <a:cubicBezTo>
                      <a:pt x="718" y="176"/>
                      <a:pt x="710" y="176"/>
                      <a:pt x="702" y="177"/>
                    </a:cubicBezTo>
                    <a:cubicBezTo>
                      <a:pt x="692" y="177"/>
                      <a:pt x="683" y="177"/>
                      <a:pt x="674" y="178"/>
                    </a:cubicBezTo>
                    <a:cubicBezTo>
                      <a:pt x="662" y="178"/>
                      <a:pt x="651" y="179"/>
                      <a:pt x="640" y="180"/>
                    </a:cubicBezTo>
                    <a:cubicBezTo>
                      <a:pt x="627" y="181"/>
                      <a:pt x="614" y="181"/>
                      <a:pt x="601" y="182"/>
                    </a:cubicBezTo>
                    <a:cubicBezTo>
                      <a:pt x="601" y="182"/>
                      <a:pt x="600" y="182"/>
                      <a:pt x="600" y="182"/>
                    </a:cubicBezTo>
                    <a:cubicBezTo>
                      <a:pt x="600" y="182"/>
                      <a:pt x="600" y="182"/>
                      <a:pt x="600" y="182"/>
                    </a:cubicBezTo>
                    <a:cubicBezTo>
                      <a:pt x="600" y="182"/>
                      <a:pt x="600" y="182"/>
                      <a:pt x="600" y="182"/>
                    </a:cubicBezTo>
                    <a:cubicBezTo>
                      <a:pt x="600" y="182"/>
                      <a:pt x="600" y="182"/>
                      <a:pt x="600" y="182"/>
                    </a:cubicBezTo>
                    <a:cubicBezTo>
                      <a:pt x="600" y="182"/>
                      <a:pt x="600" y="182"/>
                      <a:pt x="600" y="182"/>
                    </a:cubicBezTo>
                    <a:cubicBezTo>
                      <a:pt x="599" y="182"/>
                      <a:pt x="597" y="182"/>
                      <a:pt x="596" y="181"/>
                    </a:cubicBezTo>
                    <a:cubicBezTo>
                      <a:pt x="596" y="181"/>
                      <a:pt x="596" y="181"/>
                      <a:pt x="596" y="181"/>
                    </a:cubicBezTo>
                    <a:cubicBezTo>
                      <a:pt x="596" y="181"/>
                      <a:pt x="596" y="181"/>
                      <a:pt x="596" y="181"/>
                    </a:cubicBezTo>
                    <a:cubicBezTo>
                      <a:pt x="596" y="181"/>
                      <a:pt x="596" y="181"/>
                      <a:pt x="596" y="181"/>
                    </a:cubicBezTo>
                    <a:cubicBezTo>
                      <a:pt x="596" y="181"/>
                      <a:pt x="596" y="181"/>
                      <a:pt x="596" y="181"/>
                    </a:cubicBezTo>
                    <a:cubicBezTo>
                      <a:pt x="596" y="181"/>
                      <a:pt x="596" y="181"/>
                      <a:pt x="596" y="181"/>
                    </a:cubicBezTo>
                    <a:cubicBezTo>
                      <a:pt x="596" y="181"/>
                      <a:pt x="596" y="180"/>
                      <a:pt x="597" y="180"/>
                    </a:cubicBezTo>
                    <a:cubicBezTo>
                      <a:pt x="604" y="180"/>
                      <a:pt x="610" y="179"/>
                      <a:pt x="617" y="179"/>
                    </a:cubicBezTo>
                    <a:cubicBezTo>
                      <a:pt x="626" y="178"/>
                      <a:pt x="635" y="178"/>
                      <a:pt x="644" y="177"/>
                    </a:cubicBezTo>
                    <a:cubicBezTo>
                      <a:pt x="645" y="177"/>
                      <a:pt x="645" y="177"/>
                      <a:pt x="645" y="177"/>
                    </a:cubicBezTo>
                    <a:cubicBezTo>
                      <a:pt x="656" y="177"/>
                      <a:pt x="667" y="176"/>
                      <a:pt x="677" y="176"/>
                    </a:cubicBezTo>
                    <a:cubicBezTo>
                      <a:pt x="686" y="175"/>
                      <a:pt x="695" y="175"/>
                      <a:pt x="704" y="175"/>
                    </a:cubicBezTo>
                    <a:cubicBezTo>
                      <a:pt x="715" y="174"/>
                      <a:pt x="726" y="173"/>
                      <a:pt x="737" y="173"/>
                    </a:cubicBezTo>
                    <a:cubicBezTo>
                      <a:pt x="752" y="172"/>
                      <a:pt x="768" y="171"/>
                      <a:pt x="783" y="170"/>
                    </a:cubicBezTo>
                    <a:cubicBezTo>
                      <a:pt x="794" y="170"/>
                      <a:pt x="806" y="169"/>
                      <a:pt x="817" y="168"/>
                    </a:cubicBezTo>
                    <a:cubicBezTo>
                      <a:pt x="832" y="168"/>
                      <a:pt x="846" y="167"/>
                      <a:pt x="861" y="166"/>
                    </a:cubicBezTo>
                    <a:cubicBezTo>
                      <a:pt x="869" y="166"/>
                      <a:pt x="876" y="165"/>
                      <a:pt x="884" y="164"/>
                    </a:cubicBezTo>
                    <a:cubicBezTo>
                      <a:pt x="885" y="164"/>
                      <a:pt x="885" y="164"/>
                      <a:pt x="885" y="164"/>
                    </a:cubicBezTo>
                    <a:cubicBezTo>
                      <a:pt x="893" y="164"/>
                      <a:pt x="901" y="164"/>
                      <a:pt x="909" y="163"/>
                    </a:cubicBezTo>
                    <a:cubicBezTo>
                      <a:pt x="920" y="163"/>
                      <a:pt x="931" y="162"/>
                      <a:pt x="942" y="162"/>
                    </a:cubicBezTo>
                    <a:cubicBezTo>
                      <a:pt x="954" y="161"/>
                      <a:pt x="965" y="161"/>
                      <a:pt x="976" y="160"/>
                    </a:cubicBezTo>
                    <a:cubicBezTo>
                      <a:pt x="977" y="160"/>
                      <a:pt x="977" y="160"/>
                      <a:pt x="978" y="160"/>
                    </a:cubicBezTo>
                    <a:cubicBezTo>
                      <a:pt x="979" y="159"/>
                      <a:pt x="980" y="159"/>
                      <a:pt x="981" y="159"/>
                    </a:cubicBezTo>
                    <a:cubicBezTo>
                      <a:pt x="981" y="159"/>
                      <a:pt x="981" y="159"/>
                      <a:pt x="981" y="159"/>
                    </a:cubicBezTo>
                    <a:cubicBezTo>
                      <a:pt x="981" y="159"/>
                      <a:pt x="981" y="159"/>
                      <a:pt x="981" y="159"/>
                    </a:cubicBezTo>
                    <a:moveTo>
                      <a:pt x="219" y="158"/>
                    </a:moveTo>
                    <a:cubicBezTo>
                      <a:pt x="219" y="158"/>
                      <a:pt x="219" y="158"/>
                      <a:pt x="219" y="158"/>
                    </a:cubicBezTo>
                    <a:cubicBezTo>
                      <a:pt x="219" y="158"/>
                      <a:pt x="219" y="158"/>
                      <a:pt x="219" y="158"/>
                    </a:cubicBezTo>
                    <a:cubicBezTo>
                      <a:pt x="222" y="158"/>
                      <a:pt x="225" y="158"/>
                      <a:pt x="228" y="158"/>
                    </a:cubicBezTo>
                    <a:cubicBezTo>
                      <a:pt x="229" y="158"/>
                      <a:pt x="230" y="159"/>
                      <a:pt x="231" y="160"/>
                    </a:cubicBezTo>
                    <a:cubicBezTo>
                      <a:pt x="231" y="160"/>
                      <a:pt x="231" y="160"/>
                      <a:pt x="231" y="160"/>
                    </a:cubicBezTo>
                    <a:cubicBezTo>
                      <a:pt x="231" y="160"/>
                      <a:pt x="231" y="160"/>
                      <a:pt x="231" y="160"/>
                    </a:cubicBezTo>
                    <a:cubicBezTo>
                      <a:pt x="230" y="161"/>
                      <a:pt x="230" y="161"/>
                      <a:pt x="230" y="161"/>
                    </a:cubicBezTo>
                    <a:cubicBezTo>
                      <a:pt x="222" y="161"/>
                      <a:pt x="214" y="161"/>
                      <a:pt x="206" y="162"/>
                    </a:cubicBezTo>
                    <a:cubicBezTo>
                      <a:pt x="196" y="162"/>
                      <a:pt x="185" y="163"/>
                      <a:pt x="175" y="164"/>
                    </a:cubicBezTo>
                    <a:cubicBezTo>
                      <a:pt x="172" y="164"/>
                      <a:pt x="169" y="164"/>
                      <a:pt x="167" y="164"/>
                    </a:cubicBezTo>
                    <a:cubicBezTo>
                      <a:pt x="164" y="164"/>
                      <a:pt x="161" y="165"/>
                      <a:pt x="157" y="165"/>
                    </a:cubicBezTo>
                    <a:cubicBezTo>
                      <a:pt x="157" y="165"/>
                      <a:pt x="157" y="165"/>
                      <a:pt x="157" y="165"/>
                    </a:cubicBezTo>
                    <a:cubicBezTo>
                      <a:pt x="157" y="165"/>
                      <a:pt x="157" y="165"/>
                      <a:pt x="157" y="165"/>
                    </a:cubicBezTo>
                    <a:cubicBezTo>
                      <a:pt x="156" y="165"/>
                      <a:pt x="155" y="165"/>
                      <a:pt x="155" y="165"/>
                    </a:cubicBezTo>
                    <a:cubicBezTo>
                      <a:pt x="155" y="165"/>
                      <a:pt x="155" y="165"/>
                      <a:pt x="155" y="165"/>
                    </a:cubicBezTo>
                    <a:cubicBezTo>
                      <a:pt x="155" y="165"/>
                      <a:pt x="155" y="165"/>
                      <a:pt x="155" y="165"/>
                    </a:cubicBezTo>
                    <a:cubicBezTo>
                      <a:pt x="155" y="165"/>
                      <a:pt x="155" y="165"/>
                      <a:pt x="155" y="165"/>
                    </a:cubicBezTo>
                    <a:cubicBezTo>
                      <a:pt x="155" y="165"/>
                      <a:pt x="155" y="165"/>
                      <a:pt x="155" y="165"/>
                    </a:cubicBezTo>
                    <a:cubicBezTo>
                      <a:pt x="152" y="165"/>
                      <a:pt x="150" y="165"/>
                      <a:pt x="149" y="163"/>
                    </a:cubicBezTo>
                    <a:cubicBezTo>
                      <a:pt x="149" y="163"/>
                      <a:pt x="149" y="163"/>
                      <a:pt x="149" y="163"/>
                    </a:cubicBezTo>
                    <a:cubicBezTo>
                      <a:pt x="149" y="163"/>
                      <a:pt x="149" y="163"/>
                      <a:pt x="149" y="163"/>
                    </a:cubicBezTo>
                    <a:cubicBezTo>
                      <a:pt x="149" y="163"/>
                      <a:pt x="148" y="163"/>
                      <a:pt x="148" y="163"/>
                    </a:cubicBezTo>
                    <a:cubicBezTo>
                      <a:pt x="148" y="163"/>
                      <a:pt x="148" y="163"/>
                      <a:pt x="148" y="163"/>
                    </a:cubicBezTo>
                    <a:cubicBezTo>
                      <a:pt x="148" y="163"/>
                      <a:pt x="148" y="163"/>
                      <a:pt x="148" y="163"/>
                    </a:cubicBezTo>
                    <a:cubicBezTo>
                      <a:pt x="148" y="162"/>
                      <a:pt x="148" y="162"/>
                      <a:pt x="148" y="162"/>
                    </a:cubicBezTo>
                    <a:cubicBezTo>
                      <a:pt x="148" y="162"/>
                      <a:pt x="148" y="162"/>
                      <a:pt x="148" y="162"/>
                    </a:cubicBezTo>
                    <a:cubicBezTo>
                      <a:pt x="148" y="162"/>
                      <a:pt x="148" y="162"/>
                      <a:pt x="148" y="162"/>
                    </a:cubicBezTo>
                    <a:cubicBezTo>
                      <a:pt x="148" y="162"/>
                      <a:pt x="148" y="162"/>
                      <a:pt x="148" y="162"/>
                    </a:cubicBezTo>
                    <a:cubicBezTo>
                      <a:pt x="151" y="162"/>
                      <a:pt x="154" y="161"/>
                      <a:pt x="157" y="161"/>
                    </a:cubicBezTo>
                    <a:cubicBezTo>
                      <a:pt x="166" y="161"/>
                      <a:pt x="175" y="160"/>
                      <a:pt x="183" y="160"/>
                    </a:cubicBezTo>
                    <a:cubicBezTo>
                      <a:pt x="194" y="159"/>
                      <a:pt x="205" y="159"/>
                      <a:pt x="216" y="158"/>
                    </a:cubicBezTo>
                    <a:cubicBezTo>
                      <a:pt x="216" y="158"/>
                      <a:pt x="216" y="158"/>
                      <a:pt x="216" y="158"/>
                    </a:cubicBezTo>
                    <a:cubicBezTo>
                      <a:pt x="216" y="158"/>
                      <a:pt x="216" y="158"/>
                      <a:pt x="216" y="158"/>
                    </a:cubicBezTo>
                    <a:cubicBezTo>
                      <a:pt x="216" y="158"/>
                      <a:pt x="216" y="158"/>
                      <a:pt x="216" y="158"/>
                    </a:cubicBezTo>
                    <a:cubicBezTo>
                      <a:pt x="217" y="158"/>
                      <a:pt x="218" y="158"/>
                      <a:pt x="219" y="158"/>
                    </a:cubicBezTo>
                    <a:cubicBezTo>
                      <a:pt x="219" y="158"/>
                      <a:pt x="219" y="158"/>
                      <a:pt x="219" y="158"/>
                    </a:cubicBezTo>
                    <a:cubicBezTo>
                      <a:pt x="219" y="158"/>
                      <a:pt x="219" y="158"/>
                      <a:pt x="219" y="158"/>
                    </a:cubicBezTo>
                    <a:moveTo>
                      <a:pt x="231" y="157"/>
                    </a:moveTo>
                    <a:cubicBezTo>
                      <a:pt x="231" y="157"/>
                      <a:pt x="231" y="157"/>
                      <a:pt x="231" y="157"/>
                    </a:cubicBezTo>
                    <a:cubicBezTo>
                      <a:pt x="231" y="155"/>
                      <a:pt x="231" y="154"/>
                      <a:pt x="232" y="151"/>
                    </a:cubicBezTo>
                    <a:cubicBezTo>
                      <a:pt x="236" y="153"/>
                      <a:pt x="241" y="154"/>
                      <a:pt x="245" y="155"/>
                    </a:cubicBezTo>
                    <a:cubicBezTo>
                      <a:pt x="254" y="158"/>
                      <a:pt x="263" y="160"/>
                      <a:pt x="272" y="163"/>
                    </a:cubicBezTo>
                    <a:cubicBezTo>
                      <a:pt x="279" y="165"/>
                      <a:pt x="285" y="168"/>
                      <a:pt x="292" y="170"/>
                    </a:cubicBezTo>
                    <a:cubicBezTo>
                      <a:pt x="303" y="173"/>
                      <a:pt x="314" y="176"/>
                      <a:pt x="325" y="180"/>
                    </a:cubicBezTo>
                    <a:cubicBezTo>
                      <a:pt x="335" y="183"/>
                      <a:pt x="345" y="186"/>
                      <a:pt x="354" y="188"/>
                    </a:cubicBezTo>
                    <a:cubicBezTo>
                      <a:pt x="356" y="189"/>
                      <a:pt x="357" y="190"/>
                      <a:pt x="357" y="191"/>
                    </a:cubicBezTo>
                    <a:cubicBezTo>
                      <a:pt x="357" y="192"/>
                      <a:pt x="357" y="192"/>
                      <a:pt x="357" y="193"/>
                    </a:cubicBezTo>
                    <a:cubicBezTo>
                      <a:pt x="357" y="194"/>
                      <a:pt x="357" y="194"/>
                      <a:pt x="357" y="195"/>
                    </a:cubicBezTo>
                    <a:cubicBezTo>
                      <a:pt x="314" y="183"/>
                      <a:pt x="273" y="170"/>
                      <a:pt x="231" y="157"/>
                    </a:cubicBezTo>
                    <a:cubicBezTo>
                      <a:pt x="231" y="157"/>
                      <a:pt x="231" y="157"/>
                      <a:pt x="231" y="157"/>
                    </a:cubicBezTo>
                    <a:moveTo>
                      <a:pt x="1029" y="157"/>
                    </a:moveTo>
                    <a:cubicBezTo>
                      <a:pt x="1030" y="157"/>
                      <a:pt x="1031" y="156"/>
                      <a:pt x="1032" y="156"/>
                    </a:cubicBezTo>
                    <a:cubicBezTo>
                      <a:pt x="1034" y="156"/>
                      <a:pt x="1035" y="156"/>
                      <a:pt x="1037" y="156"/>
                    </a:cubicBezTo>
                    <a:cubicBezTo>
                      <a:pt x="1045" y="155"/>
                      <a:pt x="1053" y="155"/>
                      <a:pt x="1062" y="155"/>
                    </a:cubicBezTo>
                    <a:cubicBezTo>
                      <a:pt x="1070" y="154"/>
                      <a:pt x="1079" y="154"/>
                      <a:pt x="1088" y="153"/>
                    </a:cubicBezTo>
                    <a:cubicBezTo>
                      <a:pt x="1094" y="153"/>
                      <a:pt x="1100" y="152"/>
                      <a:pt x="1106" y="152"/>
                    </a:cubicBezTo>
                    <a:cubicBezTo>
                      <a:pt x="1106" y="152"/>
                      <a:pt x="1107" y="152"/>
                      <a:pt x="1107" y="152"/>
                    </a:cubicBezTo>
                    <a:cubicBezTo>
                      <a:pt x="1116" y="151"/>
                      <a:pt x="1125" y="151"/>
                      <a:pt x="1134" y="151"/>
                    </a:cubicBezTo>
                    <a:cubicBezTo>
                      <a:pt x="1145" y="150"/>
                      <a:pt x="1156" y="150"/>
                      <a:pt x="1167" y="149"/>
                    </a:cubicBezTo>
                    <a:cubicBezTo>
                      <a:pt x="1180" y="149"/>
                      <a:pt x="1193" y="148"/>
                      <a:pt x="1207" y="147"/>
                    </a:cubicBezTo>
                    <a:cubicBezTo>
                      <a:pt x="1208" y="147"/>
                      <a:pt x="1209" y="147"/>
                      <a:pt x="1210" y="147"/>
                    </a:cubicBezTo>
                    <a:cubicBezTo>
                      <a:pt x="1210" y="149"/>
                      <a:pt x="1210" y="150"/>
                      <a:pt x="1210" y="152"/>
                    </a:cubicBezTo>
                    <a:cubicBezTo>
                      <a:pt x="1210" y="152"/>
                      <a:pt x="1210" y="152"/>
                      <a:pt x="1210" y="152"/>
                    </a:cubicBezTo>
                    <a:cubicBezTo>
                      <a:pt x="1210" y="152"/>
                      <a:pt x="1210" y="152"/>
                      <a:pt x="1210" y="152"/>
                    </a:cubicBezTo>
                    <a:cubicBezTo>
                      <a:pt x="1206" y="153"/>
                      <a:pt x="1202" y="153"/>
                      <a:pt x="1198" y="153"/>
                    </a:cubicBezTo>
                    <a:cubicBezTo>
                      <a:pt x="1189" y="154"/>
                      <a:pt x="1181" y="155"/>
                      <a:pt x="1172" y="155"/>
                    </a:cubicBezTo>
                    <a:cubicBezTo>
                      <a:pt x="1167" y="156"/>
                      <a:pt x="1162" y="155"/>
                      <a:pt x="1157" y="156"/>
                    </a:cubicBezTo>
                    <a:cubicBezTo>
                      <a:pt x="1148" y="156"/>
                      <a:pt x="1139" y="157"/>
                      <a:pt x="1129" y="158"/>
                    </a:cubicBezTo>
                    <a:cubicBezTo>
                      <a:pt x="1128" y="158"/>
                      <a:pt x="1128" y="158"/>
                      <a:pt x="1127" y="158"/>
                    </a:cubicBezTo>
                    <a:cubicBezTo>
                      <a:pt x="1118" y="158"/>
                      <a:pt x="1109" y="159"/>
                      <a:pt x="1100" y="160"/>
                    </a:cubicBezTo>
                    <a:cubicBezTo>
                      <a:pt x="1099" y="160"/>
                      <a:pt x="1099" y="160"/>
                      <a:pt x="1098" y="160"/>
                    </a:cubicBezTo>
                    <a:cubicBezTo>
                      <a:pt x="1087" y="160"/>
                      <a:pt x="1076" y="160"/>
                      <a:pt x="1064" y="161"/>
                    </a:cubicBezTo>
                    <a:cubicBezTo>
                      <a:pt x="1057" y="161"/>
                      <a:pt x="1050" y="162"/>
                      <a:pt x="1043" y="163"/>
                    </a:cubicBezTo>
                    <a:cubicBezTo>
                      <a:pt x="1038" y="163"/>
                      <a:pt x="1032" y="164"/>
                      <a:pt x="1026" y="164"/>
                    </a:cubicBezTo>
                    <a:cubicBezTo>
                      <a:pt x="1026" y="164"/>
                      <a:pt x="1026" y="164"/>
                      <a:pt x="1026" y="164"/>
                    </a:cubicBezTo>
                    <a:cubicBezTo>
                      <a:pt x="1026" y="164"/>
                      <a:pt x="1026" y="164"/>
                      <a:pt x="1026" y="164"/>
                    </a:cubicBezTo>
                    <a:cubicBezTo>
                      <a:pt x="1025" y="164"/>
                      <a:pt x="1025" y="164"/>
                      <a:pt x="1025" y="164"/>
                    </a:cubicBezTo>
                    <a:cubicBezTo>
                      <a:pt x="1025" y="164"/>
                      <a:pt x="1025" y="164"/>
                      <a:pt x="1025" y="164"/>
                    </a:cubicBezTo>
                    <a:cubicBezTo>
                      <a:pt x="1025" y="164"/>
                      <a:pt x="1025" y="164"/>
                      <a:pt x="1025" y="164"/>
                    </a:cubicBezTo>
                    <a:cubicBezTo>
                      <a:pt x="1025" y="164"/>
                      <a:pt x="1025" y="164"/>
                      <a:pt x="1025" y="164"/>
                    </a:cubicBezTo>
                    <a:cubicBezTo>
                      <a:pt x="1025" y="164"/>
                      <a:pt x="1025" y="164"/>
                      <a:pt x="1025" y="164"/>
                    </a:cubicBezTo>
                    <a:cubicBezTo>
                      <a:pt x="1023" y="164"/>
                      <a:pt x="1022" y="164"/>
                      <a:pt x="1020" y="163"/>
                    </a:cubicBezTo>
                    <a:cubicBezTo>
                      <a:pt x="1020" y="163"/>
                      <a:pt x="1020" y="163"/>
                      <a:pt x="1020" y="163"/>
                    </a:cubicBezTo>
                    <a:cubicBezTo>
                      <a:pt x="1019" y="163"/>
                      <a:pt x="1019" y="163"/>
                      <a:pt x="1019" y="163"/>
                    </a:cubicBezTo>
                    <a:cubicBezTo>
                      <a:pt x="1019" y="163"/>
                      <a:pt x="1019" y="163"/>
                      <a:pt x="1019" y="163"/>
                    </a:cubicBezTo>
                    <a:cubicBezTo>
                      <a:pt x="1016" y="161"/>
                      <a:pt x="1013" y="161"/>
                      <a:pt x="1009" y="161"/>
                    </a:cubicBezTo>
                    <a:cubicBezTo>
                      <a:pt x="1004" y="160"/>
                      <a:pt x="998" y="160"/>
                      <a:pt x="992" y="160"/>
                    </a:cubicBezTo>
                    <a:cubicBezTo>
                      <a:pt x="990" y="160"/>
                      <a:pt x="989" y="159"/>
                      <a:pt x="987" y="158"/>
                    </a:cubicBezTo>
                    <a:cubicBezTo>
                      <a:pt x="987" y="158"/>
                      <a:pt x="987" y="158"/>
                      <a:pt x="987" y="158"/>
                    </a:cubicBezTo>
                    <a:cubicBezTo>
                      <a:pt x="987" y="158"/>
                      <a:pt x="987" y="158"/>
                      <a:pt x="987" y="158"/>
                    </a:cubicBezTo>
                    <a:cubicBezTo>
                      <a:pt x="987" y="156"/>
                      <a:pt x="987" y="155"/>
                      <a:pt x="987" y="153"/>
                    </a:cubicBezTo>
                    <a:cubicBezTo>
                      <a:pt x="987" y="153"/>
                      <a:pt x="987" y="153"/>
                      <a:pt x="988" y="153"/>
                    </a:cubicBezTo>
                    <a:cubicBezTo>
                      <a:pt x="988" y="153"/>
                      <a:pt x="988" y="153"/>
                      <a:pt x="988" y="153"/>
                    </a:cubicBezTo>
                    <a:cubicBezTo>
                      <a:pt x="988" y="153"/>
                      <a:pt x="988" y="153"/>
                      <a:pt x="988" y="153"/>
                    </a:cubicBezTo>
                    <a:cubicBezTo>
                      <a:pt x="988" y="153"/>
                      <a:pt x="988" y="153"/>
                      <a:pt x="988" y="153"/>
                    </a:cubicBezTo>
                    <a:cubicBezTo>
                      <a:pt x="988" y="153"/>
                      <a:pt x="988" y="153"/>
                      <a:pt x="988" y="153"/>
                    </a:cubicBezTo>
                    <a:cubicBezTo>
                      <a:pt x="989" y="153"/>
                      <a:pt x="990" y="153"/>
                      <a:pt x="990" y="153"/>
                    </a:cubicBezTo>
                    <a:cubicBezTo>
                      <a:pt x="990" y="153"/>
                      <a:pt x="990" y="153"/>
                      <a:pt x="990" y="153"/>
                    </a:cubicBezTo>
                    <a:cubicBezTo>
                      <a:pt x="990" y="153"/>
                      <a:pt x="990" y="153"/>
                      <a:pt x="990" y="153"/>
                    </a:cubicBezTo>
                    <a:cubicBezTo>
                      <a:pt x="990" y="153"/>
                      <a:pt x="990" y="153"/>
                      <a:pt x="990" y="153"/>
                    </a:cubicBezTo>
                    <a:cubicBezTo>
                      <a:pt x="990" y="153"/>
                      <a:pt x="990" y="153"/>
                      <a:pt x="990" y="153"/>
                    </a:cubicBezTo>
                    <a:cubicBezTo>
                      <a:pt x="991" y="153"/>
                      <a:pt x="991" y="153"/>
                      <a:pt x="991" y="153"/>
                    </a:cubicBezTo>
                    <a:cubicBezTo>
                      <a:pt x="1001" y="154"/>
                      <a:pt x="1011" y="154"/>
                      <a:pt x="1020" y="157"/>
                    </a:cubicBezTo>
                    <a:cubicBezTo>
                      <a:pt x="1020" y="157"/>
                      <a:pt x="1020" y="157"/>
                      <a:pt x="1020" y="157"/>
                    </a:cubicBezTo>
                    <a:cubicBezTo>
                      <a:pt x="1020" y="157"/>
                      <a:pt x="1020" y="157"/>
                      <a:pt x="1020" y="157"/>
                    </a:cubicBezTo>
                    <a:cubicBezTo>
                      <a:pt x="1021" y="157"/>
                      <a:pt x="1022" y="157"/>
                      <a:pt x="1024" y="157"/>
                    </a:cubicBezTo>
                    <a:cubicBezTo>
                      <a:pt x="1024" y="157"/>
                      <a:pt x="1024" y="157"/>
                      <a:pt x="1024" y="157"/>
                    </a:cubicBezTo>
                    <a:cubicBezTo>
                      <a:pt x="1024" y="157"/>
                      <a:pt x="1024" y="157"/>
                      <a:pt x="1024" y="157"/>
                    </a:cubicBezTo>
                    <a:cubicBezTo>
                      <a:pt x="1025" y="157"/>
                      <a:pt x="1027" y="157"/>
                      <a:pt x="1029" y="157"/>
                    </a:cubicBezTo>
                    <a:moveTo>
                      <a:pt x="474" y="76"/>
                    </a:moveTo>
                    <a:cubicBezTo>
                      <a:pt x="474" y="76"/>
                      <a:pt x="474" y="76"/>
                      <a:pt x="474" y="75"/>
                    </a:cubicBezTo>
                    <a:cubicBezTo>
                      <a:pt x="478" y="75"/>
                      <a:pt x="481" y="75"/>
                      <a:pt x="484" y="75"/>
                    </a:cubicBezTo>
                    <a:cubicBezTo>
                      <a:pt x="485" y="77"/>
                      <a:pt x="486" y="95"/>
                      <a:pt x="486" y="111"/>
                    </a:cubicBezTo>
                    <a:cubicBezTo>
                      <a:pt x="486" y="124"/>
                      <a:pt x="485" y="136"/>
                      <a:pt x="485" y="139"/>
                    </a:cubicBezTo>
                    <a:cubicBezTo>
                      <a:pt x="482" y="139"/>
                      <a:pt x="479" y="139"/>
                      <a:pt x="476" y="139"/>
                    </a:cubicBezTo>
                    <a:cubicBezTo>
                      <a:pt x="475" y="139"/>
                      <a:pt x="475" y="139"/>
                      <a:pt x="475" y="138"/>
                    </a:cubicBezTo>
                    <a:cubicBezTo>
                      <a:pt x="474" y="118"/>
                      <a:pt x="474" y="97"/>
                      <a:pt x="474" y="76"/>
                    </a:cubicBezTo>
                    <a:cubicBezTo>
                      <a:pt x="474" y="76"/>
                      <a:pt x="474" y="76"/>
                      <a:pt x="474" y="76"/>
                    </a:cubicBezTo>
                    <a:moveTo>
                      <a:pt x="537" y="76"/>
                    </a:moveTo>
                    <a:cubicBezTo>
                      <a:pt x="537" y="75"/>
                      <a:pt x="537" y="74"/>
                      <a:pt x="537" y="73"/>
                    </a:cubicBezTo>
                    <a:cubicBezTo>
                      <a:pt x="539" y="73"/>
                      <a:pt x="540" y="73"/>
                      <a:pt x="542" y="73"/>
                    </a:cubicBezTo>
                    <a:cubicBezTo>
                      <a:pt x="542" y="74"/>
                      <a:pt x="542" y="75"/>
                      <a:pt x="542" y="76"/>
                    </a:cubicBezTo>
                    <a:cubicBezTo>
                      <a:pt x="543" y="84"/>
                      <a:pt x="543" y="93"/>
                      <a:pt x="543" y="101"/>
                    </a:cubicBezTo>
                    <a:cubicBezTo>
                      <a:pt x="544" y="116"/>
                      <a:pt x="544" y="131"/>
                      <a:pt x="545" y="147"/>
                    </a:cubicBezTo>
                    <a:cubicBezTo>
                      <a:pt x="545" y="147"/>
                      <a:pt x="545" y="147"/>
                      <a:pt x="545" y="148"/>
                    </a:cubicBezTo>
                    <a:cubicBezTo>
                      <a:pt x="545" y="148"/>
                      <a:pt x="545" y="149"/>
                      <a:pt x="545" y="150"/>
                    </a:cubicBezTo>
                    <a:cubicBezTo>
                      <a:pt x="539" y="148"/>
                      <a:pt x="539" y="148"/>
                      <a:pt x="538" y="143"/>
                    </a:cubicBezTo>
                    <a:cubicBezTo>
                      <a:pt x="538" y="134"/>
                      <a:pt x="538" y="124"/>
                      <a:pt x="538" y="114"/>
                    </a:cubicBezTo>
                    <a:cubicBezTo>
                      <a:pt x="538" y="102"/>
                      <a:pt x="538" y="90"/>
                      <a:pt x="537" y="78"/>
                    </a:cubicBezTo>
                    <a:cubicBezTo>
                      <a:pt x="537" y="77"/>
                      <a:pt x="537" y="77"/>
                      <a:pt x="537" y="76"/>
                    </a:cubicBezTo>
                    <a:moveTo>
                      <a:pt x="604" y="73"/>
                    </a:moveTo>
                    <a:cubicBezTo>
                      <a:pt x="604" y="72"/>
                      <a:pt x="604" y="71"/>
                      <a:pt x="604" y="70"/>
                    </a:cubicBezTo>
                    <a:cubicBezTo>
                      <a:pt x="612" y="70"/>
                      <a:pt x="620" y="70"/>
                      <a:pt x="628" y="70"/>
                    </a:cubicBezTo>
                    <a:cubicBezTo>
                      <a:pt x="628" y="71"/>
                      <a:pt x="628" y="72"/>
                      <a:pt x="628" y="74"/>
                    </a:cubicBezTo>
                    <a:cubicBezTo>
                      <a:pt x="628" y="88"/>
                      <a:pt x="628" y="103"/>
                      <a:pt x="628" y="117"/>
                    </a:cubicBezTo>
                    <a:cubicBezTo>
                      <a:pt x="628" y="120"/>
                      <a:pt x="629" y="122"/>
                      <a:pt x="629" y="124"/>
                    </a:cubicBezTo>
                    <a:cubicBezTo>
                      <a:pt x="629" y="125"/>
                      <a:pt x="629" y="126"/>
                      <a:pt x="629" y="127"/>
                    </a:cubicBezTo>
                    <a:cubicBezTo>
                      <a:pt x="629" y="128"/>
                      <a:pt x="629" y="130"/>
                      <a:pt x="629" y="131"/>
                    </a:cubicBezTo>
                    <a:cubicBezTo>
                      <a:pt x="629" y="131"/>
                      <a:pt x="629" y="131"/>
                      <a:pt x="629" y="131"/>
                    </a:cubicBezTo>
                    <a:cubicBezTo>
                      <a:pt x="629" y="131"/>
                      <a:pt x="629" y="131"/>
                      <a:pt x="628" y="131"/>
                    </a:cubicBezTo>
                    <a:cubicBezTo>
                      <a:pt x="628" y="131"/>
                      <a:pt x="628" y="131"/>
                      <a:pt x="628" y="131"/>
                    </a:cubicBezTo>
                    <a:cubicBezTo>
                      <a:pt x="628" y="131"/>
                      <a:pt x="628" y="131"/>
                      <a:pt x="628" y="131"/>
                    </a:cubicBezTo>
                    <a:cubicBezTo>
                      <a:pt x="627" y="131"/>
                      <a:pt x="626" y="131"/>
                      <a:pt x="624" y="132"/>
                    </a:cubicBezTo>
                    <a:cubicBezTo>
                      <a:pt x="623" y="132"/>
                      <a:pt x="621" y="132"/>
                      <a:pt x="620" y="132"/>
                    </a:cubicBezTo>
                    <a:cubicBezTo>
                      <a:pt x="619" y="132"/>
                      <a:pt x="619" y="132"/>
                      <a:pt x="618" y="132"/>
                    </a:cubicBezTo>
                    <a:cubicBezTo>
                      <a:pt x="618" y="132"/>
                      <a:pt x="618" y="132"/>
                      <a:pt x="618" y="132"/>
                    </a:cubicBezTo>
                    <a:cubicBezTo>
                      <a:pt x="618" y="132"/>
                      <a:pt x="618" y="132"/>
                      <a:pt x="618" y="132"/>
                    </a:cubicBezTo>
                    <a:cubicBezTo>
                      <a:pt x="618" y="132"/>
                      <a:pt x="618" y="132"/>
                      <a:pt x="618" y="132"/>
                    </a:cubicBezTo>
                    <a:cubicBezTo>
                      <a:pt x="618" y="132"/>
                      <a:pt x="618" y="132"/>
                      <a:pt x="618" y="132"/>
                    </a:cubicBezTo>
                    <a:cubicBezTo>
                      <a:pt x="618" y="132"/>
                      <a:pt x="618" y="132"/>
                      <a:pt x="618" y="132"/>
                    </a:cubicBezTo>
                    <a:cubicBezTo>
                      <a:pt x="617" y="132"/>
                      <a:pt x="616" y="132"/>
                      <a:pt x="615" y="132"/>
                    </a:cubicBezTo>
                    <a:cubicBezTo>
                      <a:pt x="615" y="132"/>
                      <a:pt x="615" y="132"/>
                      <a:pt x="615" y="132"/>
                    </a:cubicBezTo>
                    <a:cubicBezTo>
                      <a:pt x="615" y="132"/>
                      <a:pt x="615" y="132"/>
                      <a:pt x="615" y="132"/>
                    </a:cubicBezTo>
                    <a:cubicBezTo>
                      <a:pt x="614" y="132"/>
                      <a:pt x="613" y="132"/>
                      <a:pt x="611" y="132"/>
                    </a:cubicBezTo>
                    <a:cubicBezTo>
                      <a:pt x="611" y="132"/>
                      <a:pt x="611" y="132"/>
                      <a:pt x="611" y="132"/>
                    </a:cubicBezTo>
                    <a:cubicBezTo>
                      <a:pt x="611" y="132"/>
                      <a:pt x="611" y="132"/>
                      <a:pt x="611" y="132"/>
                    </a:cubicBezTo>
                    <a:cubicBezTo>
                      <a:pt x="610" y="132"/>
                      <a:pt x="609" y="132"/>
                      <a:pt x="608" y="132"/>
                    </a:cubicBezTo>
                    <a:cubicBezTo>
                      <a:pt x="608" y="132"/>
                      <a:pt x="608" y="132"/>
                      <a:pt x="608" y="132"/>
                    </a:cubicBezTo>
                    <a:cubicBezTo>
                      <a:pt x="608" y="132"/>
                      <a:pt x="608" y="132"/>
                      <a:pt x="608" y="132"/>
                    </a:cubicBezTo>
                    <a:cubicBezTo>
                      <a:pt x="608" y="132"/>
                      <a:pt x="608" y="132"/>
                      <a:pt x="608" y="132"/>
                    </a:cubicBezTo>
                    <a:cubicBezTo>
                      <a:pt x="608" y="132"/>
                      <a:pt x="607" y="132"/>
                      <a:pt x="607" y="132"/>
                    </a:cubicBezTo>
                    <a:cubicBezTo>
                      <a:pt x="607" y="132"/>
                      <a:pt x="607" y="132"/>
                      <a:pt x="607" y="132"/>
                    </a:cubicBezTo>
                    <a:cubicBezTo>
                      <a:pt x="607" y="128"/>
                      <a:pt x="606" y="124"/>
                      <a:pt x="606" y="120"/>
                    </a:cubicBezTo>
                    <a:cubicBezTo>
                      <a:pt x="606" y="113"/>
                      <a:pt x="605" y="106"/>
                      <a:pt x="605" y="98"/>
                    </a:cubicBezTo>
                    <a:cubicBezTo>
                      <a:pt x="605" y="90"/>
                      <a:pt x="604" y="82"/>
                      <a:pt x="604" y="75"/>
                    </a:cubicBezTo>
                    <a:cubicBezTo>
                      <a:pt x="604" y="74"/>
                      <a:pt x="604" y="74"/>
                      <a:pt x="604" y="73"/>
                    </a:cubicBezTo>
                    <a:moveTo>
                      <a:pt x="637" y="77"/>
                    </a:moveTo>
                    <a:cubicBezTo>
                      <a:pt x="637" y="74"/>
                      <a:pt x="637" y="71"/>
                      <a:pt x="638" y="69"/>
                    </a:cubicBezTo>
                    <a:cubicBezTo>
                      <a:pt x="642" y="69"/>
                      <a:pt x="646" y="69"/>
                      <a:pt x="651" y="69"/>
                    </a:cubicBezTo>
                    <a:cubicBezTo>
                      <a:pt x="651" y="72"/>
                      <a:pt x="652" y="76"/>
                      <a:pt x="652" y="80"/>
                    </a:cubicBezTo>
                    <a:cubicBezTo>
                      <a:pt x="652" y="84"/>
                      <a:pt x="652" y="88"/>
                      <a:pt x="652" y="92"/>
                    </a:cubicBezTo>
                    <a:cubicBezTo>
                      <a:pt x="652" y="94"/>
                      <a:pt x="652" y="95"/>
                      <a:pt x="652" y="97"/>
                    </a:cubicBezTo>
                    <a:cubicBezTo>
                      <a:pt x="652" y="100"/>
                      <a:pt x="652" y="103"/>
                      <a:pt x="652" y="107"/>
                    </a:cubicBezTo>
                    <a:cubicBezTo>
                      <a:pt x="652" y="111"/>
                      <a:pt x="653" y="115"/>
                      <a:pt x="653" y="119"/>
                    </a:cubicBezTo>
                    <a:cubicBezTo>
                      <a:pt x="653" y="119"/>
                      <a:pt x="653" y="120"/>
                      <a:pt x="653" y="121"/>
                    </a:cubicBezTo>
                    <a:cubicBezTo>
                      <a:pt x="653" y="123"/>
                      <a:pt x="653" y="124"/>
                      <a:pt x="653" y="126"/>
                    </a:cubicBezTo>
                    <a:cubicBezTo>
                      <a:pt x="648" y="126"/>
                      <a:pt x="644" y="126"/>
                      <a:pt x="640" y="126"/>
                    </a:cubicBezTo>
                    <a:cubicBezTo>
                      <a:pt x="640" y="110"/>
                      <a:pt x="637" y="94"/>
                      <a:pt x="637" y="77"/>
                    </a:cubicBezTo>
                    <a:moveTo>
                      <a:pt x="332" y="74"/>
                    </a:moveTo>
                    <a:cubicBezTo>
                      <a:pt x="332" y="72"/>
                      <a:pt x="332" y="70"/>
                      <a:pt x="332" y="68"/>
                    </a:cubicBezTo>
                    <a:cubicBezTo>
                      <a:pt x="334" y="69"/>
                      <a:pt x="335" y="69"/>
                      <a:pt x="336" y="69"/>
                    </a:cubicBezTo>
                    <a:cubicBezTo>
                      <a:pt x="337" y="94"/>
                      <a:pt x="337" y="118"/>
                      <a:pt x="338" y="143"/>
                    </a:cubicBezTo>
                    <a:cubicBezTo>
                      <a:pt x="338" y="143"/>
                      <a:pt x="338" y="143"/>
                      <a:pt x="338" y="143"/>
                    </a:cubicBezTo>
                    <a:cubicBezTo>
                      <a:pt x="338" y="143"/>
                      <a:pt x="338" y="143"/>
                      <a:pt x="338" y="143"/>
                    </a:cubicBezTo>
                    <a:cubicBezTo>
                      <a:pt x="333" y="141"/>
                      <a:pt x="333" y="141"/>
                      <a:pt x="333" y="137"/>
                    </a:cubicBezTo>
                    <a:cubicBezTo>
                      <a:pt x="333" y="122"/>
                      <a:pt x="333" y="108"/>
                      <a:pt x="333" y="93"/>
                    </a:cubicBezTo>
                    <a:cubicBezTo>
                      <a:pt x="333" y="87"/>
                      <a:pt x="332" y="82"/>
                      <a:pt x="332" y="77"/>
                    </a:cubicBezTo>
                    <a:cubicBezTo>
                      <a:pt x="332" y="76"/>
                      <a:pt x="332" y="75"/>
                      <a:pt x="332" y="74"/>
                    </a:cubicBezTo>
                    <a:moveTo>
                      <a:pt x="774" y="64"/>
                    </a:moveTo>
                    <a:cubicBezTo>
                      <a:pt x="774" y="64"/>
                      <a:pt x="774" y="64"/>
                      <a:pt x="774" y="64"/>
                    </a:cubicBezTo>
                    <a:cubicBezTo>
                      <a:pt x="774" y="64"/>
                      <a:pt x="774" y="64"/>
                      <a:pt x="774" y="64"/>
                    </a:cubicBezTo>
                    <a:cubicBezTo>
                      <a:pt x="775" y="64"/>
                      <a:pt x="776" y="64"/>
                      <a:pt x="777" y="64"/>
                    </a:cubicBezTo>
                    <a:cubicBezTo>
                      <a:pt x="778" y="64"/>
                      <a:pt x="779" y="64"/>
                      <a:pt x="781" y="64"/>
                    </a:cubicBezTo>
                    <a:cubicBezTo>
                      <a:pt x="781" y="64"/>
                      <a:pt x="781" y="64"/>
                      <a:pt x="781" y="64"/>
                    </a:cubicBezTo>
                    <a:cubicBezTo>
                      <a:pt x="781" y="69"/>
                      <a:pt x="781" y="75"/>
                      <a:pt x="781" y="81"/>
                    </a:cubicBezTo>
                    <a:cubicBezTo>
                      <a:pt x="781" y="82"/>
                      <a:pt x="781" y="84"/>
                      <a:pt x="781" y="86"/>
                    </a:cubicBezTo>
                    <a:cubicBezTo>
                      <a:pt x="781" y="90"/>
                      <a:pt x="781" y="94"/>
                      <a:pt x="781" y="99"/>
                    </a:cubicBezTo>
                    <a:cubicBezTo>
                      <a:pt x="781" y="101"/>
                      <a:pt x="781" y="103"/>
                      <a:pt x="781" y="106"/>
                    </a:cubicBezTo>
                    <a:cubicBezTo>
                      <a:pt x="781" y="109"/>
                      <a:pt x="781" y="113"/>
                      <a:pt x="781" y="116"/>
                    </a:cubicBezTo>
                    <a:cubicBezTo>
                      <a:pt x="781" y="116"/>
                      <a:pt x="781" y="116"/>
                      <a:pt x="781" y="116"/>
                    </a:cubicBezTo>
                    <a:cubicBezTo>
                      <a:pt x="781" y="116"/>
                      <a:pt x="781" y="116"/>
                      <a:pt x="781" y="116"/>
                    </a:cubicBezTo>
                    <a:cubicBezTo>
                      <a:pt x="781" y="116"/>
                      <a:pt x="781" y="116"/>
                      <a:pt x="781" y="116"/>
                    </a:cubicBezTo>
                    <a:cubicBezTo>
                      <a:pt x="781" y="116"/>
                      <a:pt x="781" y="116"/>
                      <a:pt x="781" y="116"/>
                    </a:cubicBezTo>
                    <a:cubicBezTo>
                      <a:pt x="778" y="117"/>
                      <a:pt x="775" y="118"/>
                      <a:pt x="771" y="118"/>
                    </a:cubicBezTo>
                    <a:cubicBezTo>
                      <a:pt x="771" y="118"/>
                      <a:pt x="771" y="118"/>
                      <a:pt x="771" y="118"/>
                    </a:cubicBezTo>
                    <a:cubicBezTo>
                      <a:pt x="771" y="118"/>
                      <a:pt x="771" y="118"/>
                      <a:pt x="771" y="118"/>
                    </a:cubicBezTo>
                    <a:cubicBezTo>
                      <a:pt x="771" y="118"/>
                      <a:pt x="771" y="118"/>
                      <a:pt x="771" y="118"/>
                    </a:cubicBezTo>
                    <a:cubicBezTo>
                      <a:pt x="771" y="118"/>
                      <a:pt x="771" y="118"/>
                      <a:pt x="771" y="118"/>
                    </a:cubicBezTo>
                    <a:cubicBezTo>
                      <a:pt x="767" y="118"/>
                      <a:pt x="763" y="117"/>
                      <a:pt x="759" y="116"/>
                    </a:cubicBezTo>
                    <a:cubicBezTo>
                      <a:pt x="759" y="116"/>
                      <a:pt x="759" y="116"/>
                      <a:pt x="759" y="116"/>
                    </a:cubicBezTo>
                    <a:cubicBezTo>
                      <a:pt x="758" y="113"/>
                      <a:pt x="758" y="109"/>
                      <a:pt x="758" y="106"/>
                    </a:cubicBezTo>
                    <a:cubicBezTo>
                      <a:pt x="758" y="102"/>
                      <a:pt x="758" y="99"/>
                      <a:pt x="758" y="96"/>
                    </a:cubicBezTo>
                    <a:cubicBezTo>
                      <a:pt x="758" y="94"/>
                      <a:pt x="759" y="92"/>
                      <a:pt x="759" y="90"/>
                    </a:cubicBezTo>
                    <a:cubicBezTo>
                      <a:pt x="759" y="87"/>
                      <a:pt x="760" y="83"/>
                      <a:pt x="760" y="79"/>
                    </a:cubicBezTo>
                    <a:cubicBezTo>
                      <a:pt x="760" y="78"/>
                      <a:pt x="760" y="78"/>
                      <a:pt x="760" y="78"/>
                    </a:cubicBezTo>
                    <a:cubicBezTo>
                      <a:pt x="760" y="76"/>
                      <a:pt x="760" y="74"/>
                      <a:pt x="759" y="72"/>
                    </a:cubicBezTo>
                    <a:cubicBezTo>
                      <a:pt x="759" y="69"/>
                      <a:pt x="759" y="67"/>
                      <a:pt x="759" y="64"/>
                    </a:cubicBezTo>
                    <a:cubicBezTo>
                      <a:pt x="759" y="64"/>
                      <a:pt x="759" y="64"/>
                      <a:pt x="759" y="64"/>
                    </a:cubicBezTo>
                    <a:cubicBezTo>
                      <a:pt x="759" y="64"/>
                      <a:pt x="759" y="64"/>
                      <a:pt x="759" y="64"/>
                    </a:cubicBezTo>
                    <a:cubicBezTo>
                      <a:pt x="763" y="64"/>
                      <a:pt x="766" y="64"/>
                      <a:pt x="770" y="64"/>
                    </a:cubicBezTo>
                    <a:cubicBezTo>
                      <a:pt x="770" y="64"/>
                      <a:pt x="771" y="64"/>
                      <a:pt x="771" y="64"/>
                    </a:cubicBezTo>
                    <a:cubicBezTo>
                      <a:pt x="772" y="64"/>
                      <a:pt x="773" y="64"/>
                      <a:pt x="774" y="64"/>
                    </a:cubicBezTo>
                    <a:cubicBezTo>
                      <a:pt x="774" y="64"/>
                      <a:pt x="774" y="64"/>
                      <a:pt x="774" y="64"/>
                    </a:cubicBezTo>
                    <a:cubicBezTo>
                      <a:pt x="774" y="64"/>
                      <a:pt x="774" y="64"/>
                      <a:pt x="774" y="64"/>
                    </a:cubicBezTo>
                    <a:moveTo>
                      <a:pt x="840" y="61"/>
                    </a:moveTo>
                    <a:cubicBezTo>
                      <a:pt x="840" y="61"/>
                      <a:pt x="840" y="61"/>
                      <a:pt x="840" y="61"/>
                    </a:cubicBezTo>
                    <a:cubicBezTo>
                      <a:pt x="842" y="61"/>
                      <a:pt x="844" y="61"/>
                      <a:pt x="846" y="61"/>
                    </a:cubicBezTo>
                    <a:cubicBezTo>
                      <a:pt x="846" y="63"/>
                      <a:pt x="846" y="64"/>
                      <a:pt x="846" y="65"/>
                    </a:cubicBezTo>
                    <a:cubicBezTo>
                      <a:pt x="846" y="66"/>
                      <a:pt x="846" y="67"/>
                      <a:pt x="846" y="68"/>
                    </a:cubicBezTo>
                    <a:cubicBezTo>
                      <a:pt x="846" y="72"/>
                      <a:pt x="846" y="75"/>
                      <a:pt x="846" y="78"/>
                    </a:cubicBezTo>
                    <a:cubicBezTo>
                      <a:pt x="846" y="81"/>
                      <a:pt x="846" y="84"/>
                      <a:pt x="846" y="87"/>
                    </a:cubicBezTo>
                    <a:cubicBezTo>
                      <a:pt x="847" y="97"/>
                      <a:pt x="847" y="108"/>
                      <a:pt x="848" y="118"/>
                    </a:cubicBezTo>
                    <a:cubicBezTo>
                      <a:pt x="848" y="123"/>
                      <a:pt x="848" y="129"/>
                      <a:pt x="848" y="135"/>
                    </a:cubicBezTo>
                    <a:cubicBezTo>
                      <a:pt x="848" y="136"/>
                      <a:pt x="848" y="136"/>
                      <a:pt x="848" y="137"/>
                    </a:cubicBezTo>
                    <a:cubicBezTo>
                      <a:pt x="846" y="136"/>
                      <a:pt x="844" y="135"/>
                      <a:pt x="843" y="134"/>
                    </a:cubicBezTo>
                    <a:cubicBezTo>
                      <a:pt x="842" y="133"/>
                      <a:pt x="842" y="131"/>
                      <a:pt x="842" y="130"/>
                    </a:cubicBezTo>
                    <a:cubicBezTo>
                      <a:pt x="842" y="129"/>
                      <a:pt x="842" y="128"/>
                      <a:pt x="842" y="128"/>
                    </a:cubicBezTo>
                    <a:cubicBezTo>
                      <a:pt x="842" y="127"/>
                      <a:pt x="842" y="126"/>
                      <a:pt x="842" y="124"/>
                    </a:cubicBezTo>
                    <a:cubicBezTo>
                      <a:pt x="842" y="124"/>
                      <a:pt x="842" y="123"/>
                      <a:pt x="842" y="122"/>
                    </a:cubicBezTo>
                    <a:cubicBezTo>
                      <a:pt x="842" y="105"/>
                      <a:pt x="841" y="88"/>
                      <a:pt x="841" y="71"/>
                    </a:cubicBezTo>
                    <a:cubicBezTo>
                      <a:pt x="841" y="68"/>
                      <a:pt x="840" y="65"/>
                      <a:pt x="840" y="61"/>
                    </a:cubicBezTo>
                    <a:cubicBezTo>
                      <a:pt x="840" y="61"/>
                      <a:pt x="840" y="61"/>
                      <a:pt x="840" y="61"/>
                    </a:cubicBezTo>
                    <a:moveTo>
                      <a:pt x="868" y="64"/>
                    </a:moveTo>
                    <a:cubicBezTo>
                      <a:pt x="868" y="63"/>
                      <a:pt x="868" y="62"/>
                      <a:pt x="868" y="60"/>
                    </a:cubicBezTo>
                    <a:cubicBezTo>
                      <a:pt x="872" y="60"/>
                      <a:pt x="876" y="60"/>
                      <a:pt x="879" y="60"/>
                    </a:cubicBezTo>
                    <a:cubicBezTo>
                      <a:pt x="880" y="62"/>
                      <a:pt x="880" y="83"/>
                      <a:pt x="880" y="101"/>
                    </a:cubicBezTo>
                    <a:cubicBezTo>
                      <a:pt x="880" y="114"/>
                      <a:pt x="880" y="126"/>
                      <a:pt x="880" y="129"/>
                    </a:cubicBezTo>
                    <a:cubicBezTo>
                      <a:pt x="876" y="129"/>
                      <a:pt x="873" y="129"/>
                      <a:pt x="870" y="129"/>
                    </a:cubicBezTo>
                    <a:cubicBezTo>
                      <a:pt x="869" y="125"/>
                      <a:pt x="869" y="120"/>
                      <a:pt x="869" y="116"/>
                    </a:cubicBezTo>
                    <a:cubicBezTo>
                      <a:pt x="869" y="102"/>
                      <a:pt x="869" y="88"/>
                      <a:pt x="868" y="74"/>
                    </a:cubicBezTo>
                    <a:cubicBezTo>
                      <a:pt x="868" y="71"/>
                      <a:pt x="868" y="68"/>
                      <a:pt x="868" y="65"/>
                    </a:cubicBezTo>
                    <a:cubicBezTo>
                      <a:pt x="868" y="64"/>
                      <a:pt x="868" y="64"/>
                      <a:pt x="868" y="64"/>
                    </a:cubicBezTo>
                    <a:moveTo>
                      <a:pt x="235" y="56"/>
                    </a:moveTo>
                    <a:cubicBezTo>
                      <a:pt x="235" y="55"/>
                      <a:pt x="235" y="53"/>
                      <a:pt x="235" y="51"/>
                    </a:cubicBezTo>
                    <a:cubicBezTo>
                      <a:pt x="236" y="51"/>
                      <a:pt x="237" y="51"/>
                      <a:pt x="238" y="51"/>
                    </a:cubicBezTo>
                    <a:cubicBezTo>
                      <a:pt x="238" y="54"/>
                      <a:pt x="238" y="57"/>
                      <a:pt x="238" y="59"/>
                    </a:cubicBezTo>
                    <a:cubicBezTo>
                      <a:pt x="238" y="67"/>
                      <a:pt x="238" y="74"/>
                      <a:pt x="238" y="81"/>
                    </a:cubicBezTo>
                    <a:cubicBezTo>
                      <a:pt x="238" y="82"/>
                      <a:pt x="238" y="83"/>
                      <a:pt x="238" y="84"/>
                    </a:cubicBezTo>
                    <a:cubicBezTo>
                      <a:pt x="238" y="92"/>
                      <a:pt x="239" y="100"/>
                      <a:pt x="239" y="109"/>
                    </a:cubicBezTo>
                    <a:cubicBezTo>
                      <a:pt x="239" y="111"/>
                      <a:pt x="239" y="113"/>
                      <a:pt x="238" y="115"/>
                    </a:cubicBezTo>
                    <a:cubicBezTo>
                      <a:pt x="236" y="114"/>
                      <a:pt x="235" y="113"/>
                      <a:pt x="235" y="111"/>
                    </a:cubicBezTo>
                    <a:cubicBezTo>
                      <a:pt x="235" y="111"/>
                      <a:pt x="235" y="111"/>
                      <a:pt x="235" y="111"/>
                    </a:cubicBezTo>
                    <a:cubicBezTo>
                      <a:pt x="235" y="108"/>
                      <a:pt x="235" y="106"/>
                      <a:pt x="235" y="103"/>
                    </a:cubicBezTo>
                    <a:cubicBezTo>
                      <a:pt x="235" y="99"/>
                      <a:pt x="235" y="95"/>
                      <a:pt x="235" y="91"/>
                    </a:cubicBezTo>
                    <a:cubicBezTo>
                      <a:pt x="235" y="85"/>
                      <a:pt x="235" y="78"/>
                      <a:pt x="235" y="72"/>
                    </a:cubicBezTo>
                    <a:cubicBezTo>
                      <a:pt x="235" y="70"/>
                      <a:pt x="235" y="68"/>
                      <a:pt x="235" y="67"/>
                    </a:cubicBezTo>
                    <a:cubicBezTo>
                      <a:pt x="235" y="64"/>
                      <a:pt x="235" y="62"/>
                      <a:pt x="235" y="59"/>
                    </a:cubicBezTo>
                    <a:cubicBezTo>
                      <a:pt x="235" y="58"/>
                      <a:pt x="235" y="57"/>
                      <a:pt x="235" y="56"/>
                    </a:cubicBezTo>
                    <a:moveTo>
                      <a:pt x="179" y="17"/>
                    </a:moveTo>
                    <a:cubicBezTo>
                      <a:pt x="179" y="17"/>
                      <a:pt x="179" y="17"/>
                      <a:pt x="179" y="17"/>
                    </a:cubicBezTo>
                    <a:cubicBezTo>
                      <a:pt x="179" y="17"/>
                      <a:pt x="179" y="17"/>
                      <a:pt x="179" y="17"/>
                    </a:cubicBezTo>
                    <a:cubicBezTo>
                      <a:pt x="183" y="17"/>
                      <a:pt x="186" y="18"/>
                      <a:pt x="190" y="19"/>
                    </a:cubicBezTo>
                    <a:cubicBezTo>
                      <a:pt x="190" y="19"/>
                      <a:pt x="190" y="19"/>
                      <a:pt x="190" y="19"/>
                    </a:cubicBezTo>
                    <a:cubicBezTo>
                      <a:pt x="190" y="19"/>
                      <a:pt x="191" y="19"/>
                      <a:pt x="191" y="19"/>
                    </a:cubicBezTo>
                    <a:cubicBezTo>
                      <a:pt x="191" y="19"/>
                      <a:pt x="191" y="19"/>
                      <a:pt x="191" y="19"/>
                    </a:cubicBezTo>
                    <a:cubicBezTo>
                      <a:pt x="191" y="19"/>
                      <a:pt x="191" y="19"/>
                      <a:pt x="191" y="19"/>
                    </a:cubicBezTo>
                    <a:cubicBezTo>
                      <a:pt x="191" y="19"/>
                      <a:pt x="192" y="19"/>
                      <a:pt x="192" y="19"/>
                    </a:cubicBezTo>
                    <a:cubicBezTo>
                      <a:pt x="192" y="19"/>
                      <a:pt x="192" y="19"/>
                      <a:pt x="192" y="19"/>
                    </a:cubicBezTo>
                    <a:cubicBezTo>
                      <a:pt x="200" y="21"/>
                      <a:pt x="209" y="23"/>
                      <a:pt x="217" y="25"/>
                    </a:cubicBezTo>
                    <a:cubicBezTo>
                      <a:pt x="227" y="28"/>
                      <a:pt x="237" y="29"/>
                      <a:pt x="246" y="31"/>
                    </a:cubicBezTo>
                    <a:cubicBezTo>
                      <a:pt x="260" y="34"/>
                      <a:pt x="274" y="36"/>
                      <a:pt x="287" y="38"/>
                    </a:cubicBezTo>
                    <a:cubicBezTo>
                      <a:pt x="303" y="41"/>
                      <a:pt x="318" y="44"/>
                      <a:pt x="333" y="46"/>
                    </a:cubicBezTo>
                    <a:cubicBezTo>
                      <a:pt x="341" y="47"/>
                      <a:pt x="348" y="47"/>
                      <a:pt x="356" y="48"/>
                    </a:cubicBezTo>
                    <a:cubicBezTo>
                      <a:pt x="361" y="49"/>
                      <a:pt x="367" y="50"/>
                      <a:pt x="372" y="51"/>
                    </a:cubicBezTo>
                    <a:cubicBezTo>
                      <a:pt x="375" y="51"/>
                      <a:pt x="377" y="51"/>
                      <a:pt x="379" y="52"/>
                    </a:cubicBezTo>
                    <a:cubicBezTo>
                      <a:pt x="380" y="54"/>
                      <a:pt x="380" y="59"/>
                      <a:pt x="380" y="64"/>
                    </a:cubicBezTo>
                    <a:cubicBezTo>
                      <a:pt x="380" y="68"/>
                      <a:pt x="380" y="72"/>
                      <a:pt x="379" y="74"/>
                    </a:cubicBezTo>
                    <a:cubicBezTo>
                      <a:pt x="368" y="72"/>
                      <a:pt x="356" y="70"/>
                      <a:pt x="344" y="68"/>
                    </a:cubicBezTo>
                    <a:cubicBezTo>
                      <a:pt x="332" y="66"/>
                      <a:pt x="320" y="64"/>
                      <a:pt x="308" y="62"/>
                    </a:cubicBezTo>
                    <a:cubicBezTo>
                      <a:pt x="296" y="59"/>
                      <a:pt x="284" y="57"/>
                      <a:pt x="272" y="55"/>
                    </a:cubicBezTo>
                    <a:cubicBezTo>
                      <a:pt x="261" y="53"/>
                      <a:pt x="249" y="51"/>
                      <a:pt x="238" y="49"/>
                    </a:cubicBezTo>
                    <a:cubicBezTo>
                      <a:pt x="226" y="47"/>
                      <a:pt x="214" y="45"/>
                      <a:pt x="202" y="42"/>
                    </a:cubicBezTo>
                    <a:cubicBezTo>
                      <a:pt x="195" y="41"/>
                      <a:pt x="188" y="40"/>
                      <a:pt x="180" y="38"/>
                    </a:cubicBezTo>
                    <a:cubicBezTo>
                      <a:pt x="178" y="38"/>
                      <a:pt x="177" y="38"/>
                      <a:pt x="175" y="37"/>
                    </a:cubicBezTo>
                    <a:cubicBezTo>
                      <a:pt x="175" y="34"/>
                      <a:pt x="174" y="31"/>
                      <a:pt x="174" y="29"/>
                    </a:cubicBezTo>
                    <a:cubicBezTo>
                      <a:pt x="173" y="25"/>
                      <a:pt x="173" y="22"/>
                      <a:pt x="173" y="18"/>
                    </a:cubicBezTo>
                    <a:cubicBezTo>
                      <a:pt x="173" y="18"/>
                      <a:pt x="173" y="18"/>
                      <a:pt x="173" y="18"/>
                    </a:cubicBezTo>
                    <a:cubicBezTo>
                      <a:pt x="173" y="18"/>
                      <a:pt x="173" y="18"/>
                      <a:pt x="173" y="18"/>
                    </a:cubicBezTo>
                    <a:cubicBezTo>
                      <a:pt x="173" y="18"/>
                      <a:pt x="173" y="18"/>
                      <a:pt x="173" y="18"/>
                    </a:cubicBezTo>
                    <a:cubicBezTo>
                      <a:pt x="173" y="18"/>
                      <a:pt x="173" y="18"/>
                      <a:pt x="173" y="18"/>
                    </a:cubicBezTo>
                    <a:cubicBezTo>
                      <a:pt x="173" y="18"/>
                      <a:pt x="174" y="18"/>
                      <a:pt x="174" y="18"/>
                    </a:cubicBezTo>
                    <a:cubicBezTo>
                      <a:pt x="175" y="18"/>
                      <a:pt x="177" y="17"/>
                      <a:pt x="179" y="17"/>
                    </a:cubicBezTo>
                    <a:cubicBezTo>
                      <a:pt x="179" y="17"/>
                      <a:pt x="179" y="17"/>
                      <a:pt x="179" y="17"/>
                    </a:cubicBezTo>
                    <a:cubicBezTo>
                      <a:pt x="179" y="17"/>
                      <a:pt x="179" y="17"/>
                      <a:pt x="179" y="17"/>
                    </a:cubicBezTo>
                    <a:moveTo>
                      <a:pt x="717" y="3"/>
                    </a:moveTo>
                    <a:cubicBezTo>
                      <a:pt x="717" y="3"/>
                      <a:pt x="717" y="3"/>
                      <a:pt x="717" y="3"/>
                    </a:cubicBezTo>
                    <a:cubicBezTo>
                      <a:pt x="717" y="3"/>
                      <a:pt x="717" y="3"/>
                      <a:pt x="717" y="3"/>
                    </a:cubicBezTo>
                    <a:cubicBezTo>
                      <a:pt x="722" y="3"/>
                      <a:pt x="727" y="3"/>
                      <a:pt x="732" y="4"/>
                    </a:cubicBezTo>
                    <a:cubicBezTo>
                      <a:pt x="732" y="4"/>
                      <a:pt x="732" y="4"/>
                      <a:pt x="732" y="4"/>
                    </a:cubicBezTo>
                    <a:cubicBezTo>
                      <a:pt x="733" y="4"/>
                      <a:pt x="733" y="4"/>
                      <a:pt x="733" y="4"/>
                    </a:cubicBezTo>
                    <a:cubicBezTo>
                      <a:pt x="733" y="4"/>
                      <a:pt x="733" y="4"/>
                      <a:pt x="733" y="4"/>
                    </a:cubicBezTo>
                    <a:cubicBezTo>
                      <a:pt x="733" y="4"/>
                      <a:pt x="733" y="4"/>
                      <a:pt x="733" y="4"/>
                    </a:cubicBezTo>
                    <a:cubicBezTo>
                      <a:pt x="733" y="4"/>
                      <a:pt x="733" y="4"/>
                      <a:pt x="733" y="4"/>
                    </a:cubicBezTo>
                    <a:cubicBezTo>
                      <a:pt x="733" y="4"/>
                      <a:pt x="733" y="4"/>
                      <a:pt x="733" y="4"/>
                    </a:cubicBezTo>
                    <a:cubicBezTo>
                      <a:pt x="738" y="5"/>
                      <a:pt x="742" y="5"/>
                      <a:pt x="747" y="6"/>
                    </a:cubicBezTo>
                    <a:cubicBezTo>
                      <a:pt x="753" y="7"/>
                      <a:pt x="759" y="7"/>
                      <a:pt x="765" y="8"/>
                    </a:cubicBezTo>
                    <a:cubicBezTo>
                      <a:pt x="775" y="9"/>
                      <a:pt x="784" y="9"/>
                      <a:pt x="794" y="9"/>
                    </a:cubicBezTo>
                    <a:cubicBezTo>
                      <a:pt x="801" y="10"/>
                      <a:pt x="808" y="10"/>
                      <a:pt x="815" y="11"/>
                    </a:cubicBezTo>
                    <a:cubicBezTo>
                      <a:pt x="820" y="11"/>
                      <a:pt x="824" y="12"/>
                      <a:pt x="829" y="12"/>
                    </a:cubicBezTo>
                    <a:cubicBezTo>
                      <a:pt x="836" y="13"/>
                      <a:pt x="843" y="13"/>
                      <a:pt x="850" y="13"/>
                    </a:cubicBezTo>
                    <a:cubicBezTo>
                      <a:pt x="858" y="14"/>
                      <a:pt x="867" y="15"/>
                      <a:pt x="876" y="15"/>
                    </a:cubicBezTo>
                    <a:cubicBezTo>
                      <a:pt x="886" y="16"/>
                      <a:pt x="896" y="17"/>
                      <a:pt x="906" y="18"/>
                    </a:cubicBezTo>
                    <a:cubicBezTo>
                      <a:pt x="911" y="18"/>
                      <a:pt x="916" y="19"/>
                      <a:pt x="921" y="19"/>
                    </a:cubicBezTo>
                    <a:cubicBezTo>
                      <a:pt x="925" y="20"/>
                      <a:pt x="929" y="20"/>
                      <a:pt x="932" y="21"/>
                    </a:cubicBezTo>
                    <a:cubicBezTo>
                      <a:pt x="940" y="21"/>
                      <a:pt x="947" y="21"/>
                      <a:pt x="954" y="22"/>
                    </a:cubicBezTo>
                    <a:cubicBezTo>
                      <a:pt x="960" y="22"/>
                      <a:pt x="966" y="23"/>
                      <a:pt x="971" y="24"/>
                    </a:cubicBezTo>
                    <a:cubicBezTo>
                      <a:pt x="975" y="24"/>
                      <a:pt x="979" y="25"/>
                      <a:pt x="983" y="25"/>
                    </a:cubicBezTo>
                    <a:cubicBezTo>
                      <a:pt x="989" y="25"/>
                      <a:pt x="996" y="25"/>
                      <a:pt x="1002" y="26"/>
                    </a:cubicBezTo>
                    <a:cubicBezTo>
                      <a:pt x="1009" y="27"/>
                      <a:pt x="1015" y="27"/>
                      <a:pt x="1022" y="30"/>
                    </a:cubicBezTo>
                    <a:cubicBezTo>
                      <a:pt x="1022" y="30"/>
                      <a:pt x="1022" y="30"/>
                      <a:pt x="1022" y="30"/>
                    </a:cubicBezTo>
                    <a:cubicBezTo>
                      <a:pt x="1022" y="30"/>
                      <a:pt x="1022" y="30"/>
                      <a:pt x="1022" y="30"/>
                    </a:cubicBezTo>
                    <a:cubicBezTo>
                      <a:pt x="1015" y="30"/>
                      <a:pt x="1010" y="31"/>
                      <a:pt x="1005" y="31"/>
                    </a:cubicBezTo>
                    <a:cubicBezTo>
                      <a:pt x="981" y="31"/>
                      <a:pt x="958" y="32"/>
                      <a:pt x="934" y="32"/>
                    </a:cubicBezTo>
                    <a:cubicBezTo>
                      <a:pt x="922" y="33"/>
                      <a:pt x="910" y="33"/>
                      <a:pt x="897" y="33"/>
                    </a:cubicBezTo>
                    <a:cubicBezTo>
                      <a:pt x="887" y="34"/>
                      <a:pt x="876" y="34"/>
                      <a:pt x="866" y="34"/>
                    </a:cubicBezTo>
                    <a:cubicBezTo>
                      <a:pt x="856" y="35"/>
                      <a:pt x="845" y="35"/>
                      <a:pt x="835" y="35"/>
                    </a:cubicBezTo>
                    <a:cubicBezTo>
                      <a:pt x="819" y="37"/>
                      <a:pt x="804" y="36"/>
                      <a:pt x="788" y="37"/>
                    </a:cubicBezTo>
                    <a:cubicBezTo>
                      <a:pt x="775" y="37"/>
                      <a:pt x="763" y="37"/>
                      <a:pt x="750" y="38"/>
                    </a:cubicBezTo>
                    <a:cubicBezTo>
                      <a:pt x="740" y="38"/>
                      <a:pt x="729" y="38"/>
                      <a:pt x="719" y="39"/>
                    </a:cubicBezTo>
                    <a:cubicBezTo>
                      <a:pt x="709" y="39"/>
                      <a:pt x="698" y="39"/>
                      <a:pt x="688" y="40"/>
                    </a:cubicBezTo>
                    <a:cubicBezTo>
                      <a:pt x="673" y="40"/>
                      <a:pt x="659" y="40"/>
                      <a:pt x="644" y="41"/>
                    </a:cubicBezTo>
                    <a:cubicBezTo>
                      <a:pt x="631" y="41"/>
                      <a:pt x="617" y="41"/>
                      <a:pt x="604" y="42"/>
                    </a:cubicBezTo>
                    <a:cubicBezTo>
                      <a:pt x="594" y="42"/>
                      <a:pt x="583" y="42"/>
                      <a:pt x="572" y="43"/>
                    </a:cubicBezTo>
                    <a:cubicBezTo>
                      <a:pt x="562" y="43"/>
                      <a:pt x="551" y="44"/>
                      <a:pt x="540" y="44"/>
                    </a:cubicBezTo>
                    <a:cubicBezTo>
                      <a:pt x="526" y="44"/>
                      <a:pt x="511" y="45"/>
                      <a:pt x="497" y="45"/>
                    </a:cubicBezTo>
                    <a:cubicBezTo>
                      <a:pt x="483" y="45"/>
                      <a:pt x="468" y="46"/>
                      <a:pt x="454" y="46"/>
                    </a:cubicBezTo>
                    <a:cubicBezTo>
                      <a:pt x="443" y="46"/>
                      <a:pt x="433" y="47"/>
                      <a:pt x="422" y="47"/>
                    </a:cubicBezTo>
                    <a:cubicBezTo>
                      <a:pt x="412" y="47"/>
                      <a:pt x="402" y="48"/>
                      <a:pt x="392" y="48"/>
                    </a:cubicBezTo>
                    <a:cubicBezTo>
                      <a:pt x="389" y="48"/>
                      <a:pt x="385" y="48"/>
                      <a:pt x="382" y="49"/>
                    </a:cubicBezTo>
                    <a:cubicBezTo>
                      <a:pt x="381" y="49"/>
                      <a:pt x="380" y="49"/>
                      <a:pt x="380" y="49"/>
                    </a:cubicBezTo>
                    <a:cubicBezTo>
                      <a:pt x="380" y="49"/>
                      <a:pt x="380" y="49"/>
                      <a:pt x="380" y="49"/>
                    </a:cubicBezTo>
                    <a:cubicBezTo>
                      <a:pt x="380" y="49"/>
                      <a:pt x="380" y="49"/>
                      <a:pt x="380" y="49"/>
                    </a:cubicBezTo>
                    <a:cubicBezTo>
                      <a:pt x="380" y="49"/>
                      <a:pt x="380" y="49"/>
                      <a:pt x="380" y="49"/>
                    </a:cubicBezTo>
                    <a:cubicBezTo>
                      <a:pt x="380" y="49"/>
                      <a:pt x="380" y="49"/>
                      <a:pt x="380" y="49"/>
                    </a:cubicBezTo>
                    <a:cubicBezTo>
                      <a:pt x="374" y="49"/>
                      <a:pt x="369" y="47"/>
                      <a:pt x="364" y="47"/>
                    </a:cubicBezTo>
                    <a:cubicBezTo>
                      <a:pt x="363" y="47"/>
                      <a:pt x="362" y="46"/>
                      <a:pt x="362" y="46"/>
                    </a:cubicBezTo>
                    <a:cubicBezTo>
                      <a:pt x="362" y="46"/>
                      <a:pt x="361" y="46"/>
                      <a:pt x="361" y="46"/>
                    </a:cubicBezTo>
                    <a:cubicBezTo>
                      <a:pt x="361" y="46"/>
                      <a:pt x="361" y="46"/>
                      <a:pt x="361" y="46"/>
                    </a:cubicBezTo>
                    <a:cubicBezTo>
                      <a:pt x="357" y="46"/>
                      <a:pt x="353" y="45"/>
                      <a:pt x="349" y="45"/>
                    </a:cubicBezTo>
                    <a:cubicBezTo>
                      <a:pt x="342" y="44"/>
                      <a:pt x="335" y="43"/>
                      <a:pt x="328" y="42"/>
                    </a:cubicBezTo>
                    <a:cubicBezTo>
                      <a:pt x="322" y="41"/>
                      <a:pt x="316" y="40"/>
                      <a:pt x="310" y="40"/>
                    </a:cubicBezTo>
                    <a:cubicBezTo>
                      <a:pt x="301" y="38"/>
                      <a:pt x="292" y="36"/>
                      <a:pt x="283" y="35"/>
                    </a:cubicBezTo>
                    <a:cubicBezTo>
                      <a:pt x="277" y="34"/>
                      <a:pt x="271" y="33"/>
                      <a:pt x="265" y="32"/>
                    </a:cubicBezTo>
                    <a:cubicBezTo>
                      <a:pt x="259" y="31"/>
                      <a:pt x="253" y="30"/>
                      <a:pt x="247" y="29"/>
                    </a:cubicBezTo>
                    <a:cubicBezTo>
                      <a:pt x="238" y="27"/>
                      <a:pt x="229" y="25"/>
                      <a:pt x="221" y="23"/>
                    </a:cubicBezTo>
                    <a:cubicBezTo>
                      <a:pt x="213" y="22"/>
                      <a:pt x="205" y="19"/>
                      <a:pt x="196" y="16"/>
                    </a:cubicBezTo>
                    <a:cubicBezTo>
                      <a:pt x="196" y="16"/>
                      <a:pt x="196" y="16"/>
                      <a:pt x="196" y="16"/>
                    </a:cubicBezTo>
                    <a:cubicBezTo>
                      <a:pt x="196" y="16"/>
                      <a:pt x="196" y="16"/>
                      <a:pt x="196" y="16"/>
                    </a:cubicBezTo>
                    <a:cubicBezTo>
                      <a:pt x="196" y="16"/>
                      <a:pt x="196" y="16"/>
                      <a:pt x="196" y="16"/>
                    </a:cubicBezTo>
                    <a:cubicBezTo>
                      <a:pt x="198" y="16"/>
                      <a:pt x="199" y="16"/>
                      <a:pt x="200" y="17"/>
                    </a:cubicBezTo>
                    <a:cubicBezTo>
                      <a:pt x="200" y="17"/>
                      <a:pt x="201" y="17"/>
                      <a:pt x="201" y="17"/>
                    </a:cubicBezTo>
                    <a:cubicBezTo>
                      <a:pt x="201" y="17"/>
                      <a:pt x="201" y="17"/>
                      <a:pt x="201" y="17"/>
                    </a:cubicBezTo>
                    <a:cubicBezTo>
                      <a:pt x="201" y="17"/>
                      <a:pt x="201" y="17"/>
                      <a:pt x="201" y="17"/>
                    </a:cubicBezTo>
                    <a:cubicBezTo>
                      <a:pt x="201" y="17"/>
                      <a:pt x="202" y="17"/>
                      <a:pt x="202" y="17"/>
                    </a:cubicBezTo>
                    <a:cubicBezTo>
                      <a:pt x="202" y="16"/>
                      <a:pt x="202" y="16"/>
                      <a:pt x="203" y="16"/>
                    </a:cubicBezTo>
                    <a:cubicBezTo>
                      <a:pt x="203" y="16"/>
                      <a:pt x="203" y="16"/>
                      <a:pt x="203" y="16"/>
                    </a:cubicBezTo>
                    <a:cubicBezTo>
                      <a:pt x="203" y="16"/>
                      <a:pt x="203" y="16"/>
                      <a:pt x="203" y="16"/>
                    </a:cubicBezTo>
                    <a:cubicBezTo>
                      <a:pt x="222" y="16"/>
                      <a:pt x="240" y="16"/>
                      <a:pt x="259" y="15"/>
                    </a:cubicBezTo>
                    <a:cubicBezTo>
                      <a:pt x="271" y="15"/>
                      <a:pt x="282" y="15"/>
                      <a:pt x="294" y="14"/>
                    </a:cubicBezTo>
                    <a:cubicBezTo>
                      <a:pt x="312" y="14"/>
                      <a:pt x="331" y="14"/>
                      <a:pt x="350" y="13"/>
                    </a:cubicBezTo>
                    <a:cubicBezTo>
                      <a:pt x="362" y="13"/>
                      <a:pt x="374" y="12"/>
                      <a:pt x="386" y="12"/>
                    </a:cubicBezTo>
                    <a:cubicBezTo>
                      <a:pt x="396" y="12"/>
                      <a:pt x="407" y="11"/>
                      <a:pt x="417" y="11"/>
                    </a:cubicBezTo>
                    <a:cubicBezTo>
                      <a:pt x="429" y="11"/>
                      <a:pt x="441" y="11"/>
                      <a:pt x="453" y="10"/>
                    </a:cubicBezTo>
                    <a:cubicBezTo>
                      <a:pt x="470" y="9"/>
                      <a:pt x="486" y="9"/>
                      <a:pt x="503" y="9"/>
                    </a:cubicBezTo>
                    <a:cubicBezTo>
                      <a:pt x="517" y="9"/>
                      <a:pt x="531" y="8"/>
                      <a:pt x="545" y="8"/>
                    </a:cubicBezTo>
                    <a:cubicBezTo>
                      <a:pt x="556" y="8"/>
                      <a:pt x="566" y="7"/>
                      <a:pt x="577" y="7"/>
                    </a:cubicBezTo>
                    <a:cubicBezTo>
                      <a:pt x="589" y="7"/>
                      <a:pt x="601" y="6"/>
                      <a:pt x="614" y="6"/>
                    </a:cubicBezTo>
                    <a:cubicBezTo>
                      <a:pt x="630" y="5"/>
                      <a:pt x="646" y="5"/>
                      <a:pt x="662" y="5"/>
                    </a:cubicBezTo>
                    <a:cubicBezTo>
                      <a:pt x="676" y="4"/>
                      <a:pt x="691" y="4"/>
                      <a:pt x="705" y="4"/>
                    </a:cubicBezTo>
                    <a:cubicBezTo>
                      <a:pt x="707" y="4"/>
                      <a:pt x="710" y="3"/>
                      <a:pt x="713" y="3"/>
                    </a:cubicBezTo>
                    <a:cubicBezTo>
                      <a:pt x="713" y="3"/>
                      <a:pt x="713" y="3"/>
                      <a:pt x="713" y="3"/>
                    </a:cubicBezTo>
                    <a:cubicBezTo>
                      <a:pt x="713" y="3"/>
                      <a:pt x="713" y="3"/>
                      <a:pt x="713" y="3"/>
                    </a:cubicBezTo>
                    <a:cubicBezTo>
                      <a:pt x="713" y="3"/>
                      <a:pt x="713" y="3"/>
                      <a:pt x="713" y="3"/>
                    </a:cubicBezTo>
                    <a:cubicBezTo>
                      <a:pt x="714" y="3"/>
                      <a:pt x="716" y="3"/>
                      <a:pt x="717" y="3"/>
                    </a:cubicBezTo>
                    <a:cubicBezTo>
                      <a:pt x="717" y="3"/>
                      <a:pt x="717" y="3"/>
                      <a:pt x="717" y="3"/>
                    </a:cubicBezTo>
                    <a:cubicBezTo>
                      <a:pt x="717" y="3"/>
                      <a:pt x="717" y="3"/>
                      <a:pt x="717" y="3"/>
                    </a:cubicBezTo>
                    <a:moveTo>
                      <a:pt x="717" y="0"/>
                    </a:moveTo>
                    <a:cubicBezTo>
                      <a:pt x="717" y="0"/>
                      <a:pt x="717" y="0"/>
                      <a:pt x="717" y="0"/>
                    </a:cubicBezTo>
                    <a:cubicBezTo>
                      <a:pt x="716" y="0"/>
                      <a:pt x="715" y="0"/>
                      <a:pt x="714" y="0"/>
                    </a:cubicBezTo>
                    <a:cubicBezTo>
                      <a:pt x="714" y="0"/>
                      <a:pt x="713" y="0"/>
                      <a:pt x="713" y="0"/>
                    </a:cubicBezTo>
                    <a:cubicBezTo>
                      <a:pt x="713" y="0"/>
                      <a:pt x="713" y="0"/>
                      <a:pt x="713" y="0"/>
                    </a:cubicBezTo>
                    <a:cubicBezTo>
                      <a:pt x="713" y="0"/>
                      <a:pt x="713" y="0"/>
                      <a:pt x="713" y="0"/>
                    </a:cubicBezTo>
                    <a:cubicBezTo>
                      <a:pt x="705" y="1"/>
                      <a:pt x="697" y="1"/>
                      <a:pt x="688" y="1"/>
                    </a:cubicBezTo>
                    <a:cubicBezTo>
                      <a:pt x="676" y="2"/>
                      <a:pt x="663" y="2"/>
                      <a:pt x="651" y="2"/>
                    </a:cubicBezTo>
                    <a:cubicBezTo>
                      <a:pt x="634" y="3"/>
                      <a:pt x="617" y="2"/>
                      <a:pt x="600" y="3"/>
                    </a:cubicBezTo>
                    <a:cubicBezTo>
                      <a:pt x="588" y="4"/>
                      <a:pt x="576" y="4"/>
                      <a:pt x="564" y="5"/>
                    </a:cubicBezTo>
                    <a:cubicBezTo>
                      <a:pt x="553" y="5"/>
                      <a:pt x="542" y="5"/>
                      <a:pt x="532" y="6"/>
                    </a:cubicBezTo>
                    <a:cubicBezTo>
                      <a:pt x="520" y="6"/>
                      <a:pt x="509" y="6"/>
                      <a:pt x="497" y="7"/>
                    </a:cubicBezTo>
                    <a:cubicBezTo>
                      <a:pt x="479" y="7"/>
                      <a:pt x="461" y="6"/>
                      <a:pt x="443" y="8"/>
                    </a:cubicBezTo>
                    <a:cubicBezTo>
                      <a:pt x="431" y="9"/>
                      <a:pt x="419" y="8"/>
                      <a:pt x="407" y="9"/>
                    </a:cubicBezTo>
                    <a:cubicBezTo>
                      <a:pt x="396" y="9"/>
                      <a:pt x="385" y="10"/>
                      <a:pt x="374" y="10"/>
                    </a:cubicBezTo>
                    <a:cubicBezTo>
                      <a:pt x="363" y="10"/>
                      <a:pt x="352" y="11"/>
                      <a:pt x="341" y="11"/>
                    </a:cubicBezTo>
                    <a:cubicBezTo>
                      <a:pt x="322" y="11"/>
                      <a:pt x="303" y="11"/>
                      <a:pt x="285" y="12"/>
                    </a:cubicBezTo>
                    <a:cubicBezTo>
                      <a:pt x="273" y="13"/>
                      <a:pt x="262" y="13"/>
                      <a:pt x="251" y="13"/>
                    </a:cubicBezTo>
                    <a:cubicBezTo>
                      <a:pt x="233" y="13"/>
                      <a:pt x="215" y="14"/>
                      <a:pt x="197" y="14"/>
                    </a:cubicBezTo>
                    <a:cubicBezTo>
                      <a:pt x="194" y="14"/>
                      <a:pt x="191" y="15"/>
                      <a:pt x="187" y="15"/>
                    </a:cubicBezTo>
                    <a:cubicBezTo>
                      <a:pt x="187" y="15"/>
                      <a:pt x="186" y="15"/>
                      <a:pt x="186" y="15"/>
                    </a:cubicBezTo>
                    <a:cubicBezTo>
                      <a:pt x="185" y="15"/>
                      <a:pt x="185" y="15"/>
                      <a:pt x="184" y="15"/>
                    </a:cubicBezTo>
                    <a:cubicBezTo>
                      <a:pt x="184" y="15"/>
                      <a:pt x="184" y="15"/>
                      <a:pt x="184" y="15"/>
                    </a:cubicBezTo>
                    <a:cubicBezTo>
                      <a:pt x="184" y="15"/>
                      <a:pt x="184" y="15"/>
                      <a:pt x="184" y="15"/>
                    </a:cubicBezTo>
                    <a:cubicBezTo>
                      <a:pt x="184" y="15"/>
                      <a:pt x="184" y="15"/>
                      <a:pt x="184" y="15"/>
                    </a:cubicBezTo>
                    <a:cubicBezTo>
                      <a:pt x="183" y="15"/>
                      <a:pt x="182" y="15"/>
                      <a:pt x="181" y="15"/>
                    </a:cubicBezTo>
                    <a:cubicBezTo>
                      <a:pt x="181" y="15"/>
                      <a:pt x="181" y="15"/>
                      <a:pt x="181" y="15"/>
                    </a:cubicBezTo>
                    <a:cubicBezTo>
                      <a:pt x="181" y="15"/>
                      <a:pt x="180" y="15"/>
                      <a:pt x="180" y="15"/>
                    </a:cubicBezTo>
                    <a:cubicBezTo>
                      <a:pt x="180" y="15"/>
                      <a:pt x="180" y="15"/>
                      <a:pt x="180" y="14"/>
                    </a:cubicBezTo>
                    <a:cubicBezTo>
                      <a:pt x="180" y="14"/>
                      <a:pt x="180" y="14"/>
                      <a:pt x="180" y="14"/>
                    </a:cubicBezTo>
                    <a:cubicBezTo>
                      <a:pt x="180" y="14"/>
                      <a:pt x="180" y="14"/>
                      <a:pt x="180" y="14"/>
                    </a:cubicBezTo>
                    <a:cubicBezTo>
                      <a:pt x="180" y="14"/>
                      <a:pt x="180" y="14"/>
                      <a:pt x="180" y="14"/>
                    </a:cubicBezTo>
                    <a:cubicBezTo>
                      <a:pt x="180" y="14"/>
                      <a:pt x="180" y="14"/>
                      <a:pt x="180" y="14"/>
                    </a:cubicBezTo>
                    <a:cubicBezTo>
                      <a:pt x="180" y="14"/>
                      <a:pt x="180" y="14"/>
                      <a:pt x="179" y="14"/>
                    </a:cubicBezTo>
                    <a:cubicBezTo>
                      <a:pt x="179" y="14"/>
                      <a:pt x="179" y="14"/>
                      <a:pt x="179" y="14"/>
                    </a:cubicBezTo>
                    <a:cubicBezTo>
                      <a:pt x="179" y="14"/>
                      <a:pt x="179" y="14"/>
                      <a:pt x="179" y="14"/>
                    </a:cubicBezTo>
                    <a:cubicBezTo>
                      <a:pt x="178" y="14"/>
                      <a:pt x="176" y="14"/>
                      <a:pt x="175" y="14"/>
                    </a:cubicBezTo>
                    <a:cubicBezTo>
                      <a:pt x="175" y="14"/>
                      <a:pt x="175" y="14"/>
                      <a:pt x="175" y="14"/>
                    </a:cubicBezTo>
                    <a:cubicBezTo>
                      <a:pt x="175" y="14"/>
                      <a:pt x="175" y="14"/>
                      <a:pt x="175" y="14"/>
                    </a:cubicBezTo>
                    <a:cubicBezTo>
                      <a:pt x="175" y="14"/>
                      <a:pt x="175" y="14"/>
                      <a:pt x="175" y="14"/>
                    </a:cubicBezTo>
                    <a:cubicBezTo>
                      <a:pt x="174" y="14"/>
                      <a:pt x="173" y="14"/>
                      <a:pt x="172" y="14"/>
                    </a:cubicBezTo>
                    <a:cubicBezTo>
                      <a:pt x="172" y="14"/>
                      <a:pt x="172" y="14"/>
                      <a:pt x="172" y="14"/>
                    </a:cubicBezTo>
                    <a:cubicBezTo>
                      <a:pt x="172" y="14"/>
                      <a:pt x="172" y="14"/>
                      <a:pt x="172" y="14"/>
                    </a:cubicBezTo>
                    <a:cubicBezTo>
                      <a:pt x="172" y="14"/>
                      <a:pt x="172" y="14"/>
                      <a:pt x="172" y="14"/>
                    </a:cubicBezTo>
                    <a:cubicBezTo>
                      <a:pt x="172" y="14"/>
                      <a:pt x="172" y="14"/>
                      <a:pt x="172" y="14"/>
                    </a:cubicBezTo>
                    <a:cubicBezTo>
                      <a:pt x="172" y="14"/>
                      <a:pt x="172" y="15"/>
                      <a:pt x="171" y="15"/>
                    </a:cubicBezTo>
                    <a:cubicBezTo>
                      <a:pt x="171" y="15"/>
                      <a:pt x="171" y="15"/>
                      <a:pt x="171" y="15"/>
                    </a:cubicBezTo>
                    <a:cubicBezTo>
                      <a:pt x="171" y="15"/>
                      <a:pt x="171" y="15"/>
                      <a:pt x="171" y="15"/>
                    </a:cubicBezTo>
                    <a:cubicBezTo>
                      <a:pt x="171" y="17"/>
                      <a:pt x="170" y="19"/>
                      <a:pt x="170" y="22"/>
                    </a:cubicBezTo>
                    <a:cubicBezTo>
                      <a:pt x="170" y="26"/>
                      <a:pt x="171" y="30"/>
                      <a:pt x="171" y="34"/>
                    </a:cubicBezTo>
                    <a:cubicBezTo>
                      <a:pt x="171" y="35"/>
                      <a:pt x="171" y="37"/>
                      <a:pt x="171" y="39"/>
                    </a:cubicBezTo>
                    <a:cubicBezTo>
                      <a:pt x="171" y="39"/>
                      <a:pt x="171" y="39"/>
                      <a:pt x="171" y="39"/>
                    </a:cubicBezTo>
                    <a:cubicBezTo>
                      <a:pt x="191" y="43"/>
                      <a:pt x="211" y="47"/>
                      <a:pt x="231" y="50"/>
                    </a:cubicBezTo>
                    <a:cubicBezTo>
                      <a:pt x="232" y="53"/>
                      <a:pt x="232" y="70"/>
                      <a:pt x="232" y="83"/>
                    </a:cubicBezTo>
                    <a:cubicBezTo>
                      <a:pt x="232" y="93"/>
                      <a:pt x="232" y="101"/>
                      <a:pt x="231" y="104"/>
                    </a:cubicBezTo>
                    <a:cubicBezTo>
                      <a:pt x="231" y="104"/>
                      <a:pt x="230" y="104"/>
                      <a:pt x="230" y="104"/>
                    </a:cubicBezTo>
                    <a:cubicBezTo>
                      <a:pt x="230" y="104"/>
                      <a:pt x="230" y="104"/>
                      <a:pt x="230" y="104"/>
                    </a:cubicBezTo>
                    <a:cubicBezTo>
                      <a:pt x="230" y="104"/>
                      <a:pt x="229" y="104"/>
                      <a:pt x="229" y="104"/>
                    </a:cubicBezTo>
                    <a:cubicBezTo>
                      <a:pt x="229" y="104"/>
                      <a:pt x="229" y="104"/>
                      <a:pt x="229" y="104"/>
                    </a:cubicBezTo>
                    <a:cubicBezTo>
                      <a:pt x="229" y="104"/>
                      <a:pt x="229" y="104"/>
                      <a:pt x="229" y="104"/>
                    </a:cubicBezTo>
                    <a:cubicBezTo>
                      <a:pt x="228" y="104"/>
                      <a:pt x="228" y="104"/>
                      <a:pt x="227" y="104"/>
                    </a:cubicBezTo>
                    <a:cubicBezTo>
                      <a:pt x="227" y="104"/>
                      <a:pt x="227" y="104"/>
                      <a:pt x="227" y="104"/>
                    </a:cubicBezTo>
                    <a:cubicBezTo>
                      <a:pt x="227" y="104"/>
                      <a:pt x="227" y="104"/>
                      <a:pt x="227" y="104"/>
                    </a:cubicBezTo>
                    <a:cubicBezTo>
                      <a:pt x="227" y="104"/>
                      <a:pt x="226" y="104"/>
                      <a:pt x="226" y="104"/>
                    </a:cubicBezTo>
                    <a:cubicBezTo>
                      <a:pt x="226" y="104"/>
                      <a:pt x="226" y="104"/>
                      <a:pt x="226" y="104"/>
                    </a:cubicBezTo>
                    <a:cubicBezTo>
                      <a:pt x="226" y="104"/>
                      <a:pt x="226" y="104"/>
                      <a:pt x="226" y="104"/>
                    </a:cubicBezTo>
                    <a:cubicBezTo>
                      <a:pt x="226" y="104"/>
                      <a:pt x="226" y="104"/>
                      <a:pt x="225" y="104"/>
                    </a:cubicBezTo>
                    <a:cubicBezTo>
                      <a:pt x="225" y="104"/>
                      <a:pt x="225" y="104"/>
                      <a:pt x="225" y="104"/>
                    </a:cubicBezTo>
                    <a:cubicBezTo>
                      <a:pt x="225" y="104"/>
                      <a:pt x="225" y="104"/>
                      <a:pt x="225" y="104"/>
                    </a:cubicBezTo>
                    <a:cubicBezTo>
                      <a:pt x="225" y="104"/>
                      <a:pt x="224" y="104"/>
                      <a:pt x="224" y="104"/>
                    </a:cubicBezTo>
                    <a:cubicBezTo>
                      <a:pt x="224" y="104"/>
                      <a:pt x="224" y="104"/>
                      <a:pt x="224" y="104"/>
                    </a:cubicBezTo>
                    <a:cubicBezTo>
                      <a:pt x="224" y="104"/>
                      <a:pt x="224" y="104"/>
                      <a:pt x="224" y="104"/>
                    </a:cubicBezTo>
                    <a:cubicBezTo>
                      <a:pt x="224" y="104"/>
                      <a:pt x="224" y="104"/>
                      <a:pt x="224" y="104"/>
                    </a:cubicBezTo>
                    <a:cubicBezTo>
                      <a:pt x="219" y="104"/>
                      <a:pt x="214" y="104"/>
                      <a:pt x="210" y="104"/>
                    </a:cubicBezTo>
                    <a:cubicBezTo>
                      <a:pt x="206" y="104"/>
                      <a:pt x="203" y="104"/>
                      <a:pt x="200" y="104"/>
                    </a:cubicBezTo>
                    <a:cubicBezTo>
                      <a:pt x="196" y="104"/>
                      <a:pt x="193" y="104"/>
                      <a:pt x="190" y="104"/>
                    </a:cubicBezTo>
                    <a:cubicBezTo>
                      <a:pt x="176" y="104"/>
                      <a:pt x="163" y="104"/>
                      <a:pt x="149" y="105"/>
                    </a:cubicBezTo>
                    <a:cubicBezTo>
                      <a:pt x="149" y="105"/>
                      <a:pt x="149" y="105"/>
                      <a:pt x="149" y="105"/>
                    </a:cubicBezTo>
                    <a:cubicBezTo>
                      <a:pt x="149" y="105"/>
                      <a:pt x="149" y="105"/>
                      <a:pt x="149" y="105"/>
                    </a:cubicBezTo>
                    <a:cubicBezTo>
                      <a:pt x="149" y="105"/>
                      <a:pt x="149" y="105"/>
                      <a:pt x="149" y="105"/>
                    </a:cubicBezTo>
                    <a:cubicBezTo>
                      <a:pt x="148" y="105"/>
                      <a:pt x="148" y="105"/>
                      <a:pt x="147" y="105"/>
                    </a:cubicBezTo>
                    <a:cubicBezTo>
                      <a:pt x="147" y="105"/>
                      <a:pt x="147" y="105"/>
                      <a:pt x="147" y="105"/>
                    </a:cubicBezTo>
                    <a:cubicBezTo>
                      <a:pt x="146" y="105"/>
                      <a:pt x="146" y="105"/>
                      <a:pt x="146" y="105"/>
                    </a:cubicBezTo>
                    <a:cubicBezTo>
                      <a:pt x="146" y="105"/>
                      <a:pt x="146" y="105"/>
                      <a:pt x="146" y="105"/>
                    </a:cubicBezTo>
                    <a:cubicBezTo>
                      <a:pt x="146" y="105"/>
                      <a:pt x="145" y="105"/>
                      <a:pt x="145" y="105"/>
                    </a:cubicBezTo>
                    <a:cubicBezTo>
                      <a:pt x="139" y="105"/>
                      <a:pt x="133" y="105"/>
                      <a:pt x="126" y="105"/>
                    </a:cubicBezTo>
                    <a:cubicBezTo>
                      <a:pt x="126" y="105"/>
                      <a:pt x="126" y="105"/>
                      <a:pt x="126" y="105"/>
                    </a:cubicBezTo>
                    <a:cubicBezTo>
                      <a:pt x="126" y="105"/>
                      <a:pt x="126" y="105"/>
                      <a:pt x="126" y="105"/>
                    </a:cubicBezTo>
                    <a:cubicBezTo>
                      <a:pt x="126" y="105"/>
                      <a:pt x="126" y="105"/>
                      <a:pt x="126" y="105"/>
                    </a:cubicBezTo>
                    <a:cubicBezTo>
                      <a:pt x="122" y="105"/>
                      <a:pt x="118" y="105"/>
                      <a:pt x="114" y="105"/>
                    </a:cubicBezTo>
                    <a:cubicBezTo>
                      <a:pt x="113" y="105"/>
                      <a:pt x="112" y="105"/>
                      <a:pt x="111" y="105"/>
                    </a:cubicBezTo>
                    <a:cubicBezTo>
                      <a:pt x="111" y="105"/>
                      <a:pt x="111" y="105"/>
                      <a:pt x="111" y="105"/>
                    </a:cubicBezTo>
                    <a:cubicBezTo>
                      <a:pt x="111" y="105"/>
                      <a:pt x="111" y="105"/>
                      <a:pt x="111" y="105"/>
                    </a:cubicBezTo>
                    <a:cubicBezTo>
                      <a:pt x="111" y="105"/>
                      <a:pt x="110" y="105"/>
                      <a:pt x="109" y="105"/>
                    </a:cubicBezTo>
                    <a:cubicBezTo>
                      <a:pt x="108" y="105"/>
                      <a:pt x="106" y="105"/>
                      <a:pt x="105" y="105"/>
                    </a:cubicBezTo>
                    <a:cubicBezTo>
                      <a:pt x="104" y="105"/>
                      <a:pt x="104" y="105"/>
                      <a:pt x="103" y="105"/>
                    </a:cubicBezTo>
                    <a:cubicBezTo>
                      <a:pt x="101" y="105"/>
                      <a:pt x="98" y="105"/>
                      <a:pt x="96" y="105"/>
                    </a:cubicBezTo>
                    <a:cubicBezTo>
                      <a:pt x="96" y="105"/>
                      <a:pt x="96" y="105"/>
                      <a:pt x="96" y="105"/>
                    </a:cubicBezTo>
                    <a:cubicBezTo>
                      <a:pt x="96" y="105"/>
                      <a:pt x="96" y="105"/>
                      <a:pt x="96" y="105"/>
                    </a:cubicBezTo>
                    <a:cubicBezTo>
                      <a:pt x="96" y="105"/>
                      <a:pt x="96" y="105"/>
                      <a:pt x="96" y="105"/>
                    </a:cubicBezTo>
                    <a:cubicBezTo>
                      <a:pt x="95" y="105"/>
                      <a:pt x="95" y="105"/>
                      <a:pt x="95" y="105"/>
                    </a:cubicBezTo>
                    <a:cubicBezTo>
                      <a:pt x="95" y="105"/>
                      <a:pt x="95" y="105"/>
                      <a:pt x="95" y="105"/>
                    </a:cubicBezTo>
                    <a:cubicBezTo>
                      <a:pt x="95" y="105"/>
                      <a:pt x="95" y="105"/>
                      <a:pt x="94" y="105"/>
                    </a:cubicBezTo>
                    <a:cubicBezTo>
                      <a:pt x="94" y="105"/>
                      <a:pt x="94" y="105"/>
                      <a:pt x="94" y="105"/>
                    </a:cubicBezTo>
                    <a:cubicBezTo>
                      <a:pt x="67" y="105"/>
                      <a:pt x="40" y="105"/>
                      <a:pt x="13" y="105"/>
                    </a:cubicBezTo>
                    <a:cubicBezTo>
                      <a:pt x="8" y="105"/>
                      <a:pt x="8" y="105"/>
                      <a:pt x="7" y="111"/>
                    </a:cubicBezTo>
                    <a:cubicBezTo>
                      <a:pt x="7" y="119"/>
                      <a:pt x="7" y="127"/>
                      <a:pt x="7" y="135"/>
                    </a:cubicBezTo>
                    <a:cubicBezTo>
                      <a:pt x="7" y="136"/>
                      <a:pt x="6" y="137"/>
                      <a:pt x="6" y="137"/>
                    </a:cubicBezTo>
                    <a:cubicBezTo>
                      <a:pt x="6" y="137"/>
                      <a:pt x="6" y="137"/>
                      <a:pt x="6" y="137"/>
                    </a:cubicBezTo>
                    <a:cubicBezTo>
                      <a:pt x="6" y="137"/>
                      <a:pt x="5" y="137"/>
                      <a:pt x="5" y="137"/>
                    </a:cubicBezTo>
                    <a:cubicBezTo>
                      <a:pt x="4" y="137"/>
                      <a:pt x="4" y="137"/>
                      <a:pt x="3" y="137"/>
                    </a:cubicBezTo>
                    <a:cubicBezTo>
                      <a:pt x="3" y="137"/>
                      <a:pt x="2" y="137"/>
                      <a:pt x="2" y="137"/>
                    </a:cubicBezTo>
                    <a:cubicBezTo>
                      <a:pt x="2" y="137"/>
                      <a:pt x="2" y="137"/>
                      <a:pt x="2" y="137"/>
                    </a:cubicBezTo>
                    <a:cubicBezTo>
                      <a:pt x="2" y="137"/>
                      <a:pt x="2" y="137"/>
                      <a:pt x="2" y="137"/>
                    </a:cubicBezTo>
                    <a:cubicBezTo>
                      <a:pt x="1" y="137"/>
                      <a:pt x="1" y="137"/>
                      <a:pt x="0" y="138"/>
                    </a:cubicBezTo>
                    <a:cubicBezTo>
                      <a:pt x="0" y="138"/>
                      <a:pt x="0" y="138"/>
                      <a:pt x="0" y="138"/>
                    </a:cubicBezTo>
                    <a:cubicBezTo>
                      <a:pt x="0" y="138"/>
                      <a:pt x="0" y="138"/>
                      <a:pt x="0" y="138"/>
                    </a:cubicBezTo>
                    <a:cubicBezTo>
                      <a:pt x="0" y="138"/>
                      <a:pt x="0" y="138"/>
                      <a:pt x="0" y="138"/>
                    </a:cubicBezTo>
                    <a:cubicBezTo>
                      <a:pt x="0" y="138"/>
                      <a:pt x="0" y="138"/>
                      <a:pt x="0" y="138"/>
                    </a:cubicBezTo>
                    <a:cubicBezTo>
                      <a:pt x="1" y="139"/>
                      <a:pt x="2" y="139"/>
                      <a:pt x="3" y="140"/>
                    </a:cubicBezTo>
                    <a:cubicBezTo>
                      <a:pt x="5" y="140"/>
                      <a:pt x="7" y="141"/>
                      <a:pt x="10" y="141"/>
                    </a:cubicBezTo>
                    <a:cubicBezTo>
                      <a:pt x="18" y="145"/>
                      <a:pt x="27" y="148"/>
                      <a:pt x="35" y="151"/>
                    </a:cubicBezTo>
                    <a:cubicBezTo>
                      <a:pt x="48" y="156"/>
                      <a:pt x="61" y="161"/>
                      <a:pt x="74" y="166"/>
                    </a:cubicBezTo>
                    <a:cubicBezTo>
                      <a:pt x="83" y="170"/>
                      <a:pt x="92" y="173"/>
                      <a:pt x="101" y="176"/>
                    </a:cubicBezTo>
                    <a:cubicBezTo>
                      <a:pt x="119" y="183"/>
                      <a:pt x="136" y="189"/>
                      <a:pt x="153" y="196"/>
                    </a:cubicBezTo>
                    <a:cubicBezTo>
                      <a:pt x="154" y="196"/>
                      <a:pt x="155" y="197"/>
                      <a:pt x="156" y="197"/>
                    </a:cubicBezTo>
                    <a:cubicBezTo>
                      <a:pt x="156" y="197"/>
                      <a:pt x="156" y="197"/>
                      <a:pt x="156" y="197"/>
                    </a:cubicBezTo>
                    <a:cubicBezTo>
                      <a:pt x="156" y="197"/>
                      <a:pt x="156" y="197"/>
                      <a:pt x="157" y="197"/>
                    </a:cubicBezTo>
                    <a:cubicBezTo>
                      <a:pt x="157" y="197"/>
                      <a:pt x="157" y="197"/>
                      <a:pt x="157" y="197"/>
                    </a:cubicBezTo>
                    <a:cubicBezTo>
                      <a:pt x="157" y="197"/>
                      <a:pt x="157" y="197"/>
                      <a:pt x="157" y="197"/>
                    </a:cubicBezTo>
                    <a:cubicBezTo>
                      <a:pt x="157" y="197"/>
                      <a:pt x="157" y="197"/>
                      <a:pt x="157" y="197"/>
                    </a:cubicBezTo>
                    <a:cubicBezTo>
                      <a:pt x="159" y="197"/>
                      <a:pt x="160" y="196"/>
                      <a:pt x="159" y="193"/>
                    </a:cubicBezTo>
                    <a:cubicBezTo>
                      <a:pt x="159" y="193"/>
                      <a:pt x="159" y="193"/>
                      <a:pt x="159" y="193"/>
                    </a:cubicBezTo>
                    <a:cubicBezTo>
                      <a:pt x="159" y="192"/>
                      <a:pt x="159" y="190"/>
                      <a:pt x="158" y="187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63" y="187"/>
                      <a:pt x="166" y="186"/>
                      <a:pt x="170" y="185"/>
                    </a:cubicBezTo>
                    <a:cubicBezTo>
                      <a:pt x="183" y="185"/>
                      <a:pt x="197" y="185"/>
                      <a:pt x="210" y="184"/>
                    </a:cubicBezTo>
                    <a:cubicBezTo>
                      <a:pt x="220" y="184"/>
                      <a:pt x="229" y="183"/>
                      <a:pt x="238" y="182"/>
                    </a:cubicBezTo>
                    <a:cubicBezTo>
                      <a:pt x="238" y="182"/>
                      <a:pt x="238" y="182"/>
                      <a:pt x="238" y="182"/>
                    </a:cubicBezTo>
                    <a:cubicBezTo>
                      <a:pt x="238" y="182"/>
                      <a:pt x="238" y="182"/>
                      <a:pt x="238" y="182"/>
                    </a:cubicBezTo>
                    <a:cubicBezTo>
                      <a:pt x="238" y="182"/>
                      <a:pt x="238" y="182"/>
                      <a:pt x="238" y="182"/>
                    </a:cubicBezTo>
                    <a:cubicBezTo>
                      <a:pt x="239" y="182"/>
                      <a:pt x="239" y="182"/>
                      <a:pt x="239" y="182"/>
                    </a:cubicBezTo>
                    <a:cubicBezTo>
                      <a:pt x="240" y="182"/>
                      <a:pt x="240" y="182"/>
                      <a:pt x="240" y="182"/>
                    </a:cubicBezTo>
                    <a:cubicBezTo>
                      <a:pt x="240" y="182"/>
                      <a:pt x="240" y="182"/>
                      <a:pt x="240" y="182"/>
                    </a:cubicBezTo>
                    <a:cubicBezTo>
                      <a:pt x="240" y="182"/>
                      <a:pt x="240" y="182"/>
                      <a:pt x="240" y="182"/>
                    </a:cubicBezTo>
                    <a:cubicBezTo>
                      <a:pt x="240" y="182"/>
                      <a:pt x="240" y="182"/>
                      <a:pt x="240" y="182"/>
                    </a:cubicBezTo>
                    <a:cubicBezTo>
                      <a:pt x="241" y="182"/>
                      <a:pt x="242" y="182"/>
                      <a:pt x="243" y="183"/>
                    </a:cubicBezTo>
                    <a:cubicBezTo>
                      <a:pt x="243" y="183"/>
                      <a:pt x="243" y="183"/>
                      <a:pt x="243" y="183"/>
                    </a:cubicBezTo>
                    <a:cubicBezTo>
                      <a:pt x="249" y="184"/>
                      <a:pt x="254" y="187"/>
                      <a:pt x="260" y="189"/>
                    </a:cubicBezTo>
                    <a:cubicBezTo>
                      <a:pt x="267" y="191"/>
                      <a:pt x="273" y="192"/>
                      <a:pt x="280" y="194"/>
                    </a:cubicBezTo>
                    <a:cubicBezTo>
                      <a:pt x="291" y="198"/>
                      <a:pt x="302" y="201"/>
                      <a:pt x="312" y="204"/>
                    </a:cubicBezTo>
                    <a:cubicBezTo>
                      <a:pt x="326" y="208"/>
                      <a:pt x="340" y="213"/>
                      <a:pt x="354" y="217"/>
                    </a:cubicBezTo>
                    <a:cubicBezTo>
                      <a:pt x="355" y="217"/>
                      <a:pt x="357" y="217"/>
                      <a:pt x="357" y="218"/>
                    </a:cubicBezTo>
                    <a:cubicBezTo>
                      <a:pt x="357" y="218"/>
                      <a:pt x="357" y="218"/>
                      <a:pt x="357" y="218"/>
                    </a:cubicBezTo>
                    <a:cubicBezTo>
                      <a:pt x="357" y="218"/>
                      <a:pt x="357" y="218"/>
                      <a:pt x="357" y="218"/>
                    </a:cubicBezTo>
                    <a:cubicBezTo>
                      <a:pt x="357" y="218"/>
                      <a:pt x="357" y="218"/>
                      <a:pt x="357" y="218"/>
                    </a:cubicBezTo>
                    <a:cubicBezTo>
                      <a:pt x="357" y="220"/>
                      <a:pt x="358" y="220"/>
                      <a:pt x="360" y="220"/>
                    </a:cubicBezTo>
                    <a:cubicBezTo>
                      <a:pt x="360" y="220"/>
                      <a:pt x="360" y="220"/>
                      <a:pt x="360" y="220"/>
                    </a:cubicBezTo>
                    <a:cubicBezTo>
                      <a:pt x="360" y="220"/>
                      <a:pt x="360" y="220"/>
                      <a:pt x="360" y="220"/>
                    </a:cubicBezTo>
                    <a:cubicBezTo>
                      <a:pt x="360" y="220"/>
                      <a:pt x="360" y="220"/>
                      <a:pt x="360" y="220"/>
                    </a:cubicBezTo>
                    <a:cubicBezTo>
                      <a:pt x="360" y="220"/>
                      <a:pt x="360" y="220"/>
                      <a:pt x="361" y="220"/>
                    </a:cubicBezTo>
                    <a:cubicBezTo>
                      <a:pt x="361" y="220"/>
                      <a:pt x="361" y="220"/>
                      <a:pt x="361" y="220"/>
                    </a:cubicBezTo>
                    <a:cubicBezTo>
                      <a:pt x="361" y="220"/>
                      <a:pt x="361" y="220"/>
                      <a:pt x="361" y="220"/>
                    </a:cubicBezTo>
                    <a:cubicBezTo>
                      <a:pt x="369" y="220"/>
                      <a:pt x="376" y="219"/>
                      <a:pt x="383" y="219"/>
                    </a:cubicBezTo>
                    <a:cubicBezTo>
                      <a:pt x="394" y="219"/>
                      <a:pt x="404" y="219"/>
                      <a:pt x="415" y="218"/>
                    </a:cubicBezTo>
                    <a:cubicBezTo>
                      <a:pt x="424" y="217"/>
                      <a:pt x="433" y="217"/>
                      <a:pt x="442" y="216"/>
                    </a:cubicBezTo>
                    <a:cubicBezTo>
                      <a:pt x="450" y="216"/>
                      <a:pt x="458" y="215"/>
                      <a:pt x="465" y="215"/>
                    </a:cubicBezTo>
                    <a:cubicBezTo>
                      <a:pt x="479" y="214"/>
                      <a:pt x="493" y="214"/>
                      <a:pt x="507" y="214"/>
                    </a:cubicBezTo>
                    <a:cubicBezTo>
                      <a:pt x="509" y="214"/>
                      <a:pt x="510" y="214"/>
                      <a:pt x="512" y="214"/>
                    </a:cubicBezTo>
                    <a:cubicBezTo>
                      <a:pt x="518" y="213"/>
                      <a:pt x="524" y="212"/>
                      <a:pt x="530" y="212"/>
                    </a:cubicBezTo>
                    <a:cubicBezTo>
                      <a:pt x="539" y="211"/>
                      <a:pt x="548" y="211"/>
                      <a:pt x="557" y="211"/>
                    </a:cubicBezTo>
                    <a:cubicBezTo>
                      <a:pt x="557" y="211"/>
                      <a:pt x="558" y="211"/>
                      <a:pt x="558" y="211"/>
                    </a:cubicBezTo>
                    <a:cubicBezTo>
                      <a:pt x="569" y="210"/>
                      <a:pt x="580" y="209"/>
                      <a:pt x="590" y="208"/>
                    </a:cubicBezTo>
                    <a:cubicBezTo>
                      <a:pt x="590" y="208"/>
                      <a:pt x="590" y="208"/>
                      <a:pt x="590" y="208"/>
                    </a:cubicBezTo>
                    <a:cubicBezTo>
                      <a:pt x="590" y="208"/>
                      <a:pt x="591" y="208"/>
                      <a:pt x="591" y="208"/>
                    </a:cubicBezTo>
                    <a:cubicBezTo>
                      <a:pt x="591" y="208"/>
                      <a:pt x="591" y="208"/>
                      <a:pt x="591" y="208"/>
                    </a:cubicBezTo>
                    <a:cubicBezTo>
                      <a:pt x="591" y="208"/>
                      <a:pt x="591" y="208"/>
                      <a:pt x="591" y="208"/>
                    </a:cubicBezTo>
                    <a:cubicBezTo>
                      <a:pt x="591" y="208"/>
                      <a:pt x="591" y="208"/>
                      <a:pt x="591" y="208"/>
                    </a:cubicBezTo>
                    <a:cubicBezTo>
                      <a:pt x="591" y="208"/>
                      <a:pt x="591" y="208"/>
                      <a:pt x="591" y="208"/>
                    </a:cubicBezTo>
                    <a:cubicBezTo>
                      <a:pt x="591" y="208"/>
                      <a:pt x="591" y="208"/>
                      <a:pt x="591" y="208"/>
                    </a:cubicBezTo>
                    <a:cubicBezTo>
                      <a:pt x="592" y="208"/>
                      <a:pt x="592" y="208"/>
                      <a:pt x="592" y="208"/>
                    </a:cubicBezTo>
                    <a:cubicBezTo>
                      <a:pt x="592" y="208"/>
                      <a:pt x="592" y="208"/>
                      <a:pt x="592" y="208"/>
                    </a:cubicBezTo>
                    <a:cubicBezTo>
                      <a:pt x="592" y="208"/>
                      <a:pt x="592" y="208"/>
                      <a:pt x="592" y="208"/>
                    </a:cubicBezTo>
                    <a:cubicBezTo>
                      <a:pt x="592" y="208"/>
                      <a:pt x="592" y="208"/>
                      <a:pt x="592" y="208"/>
                    </a:cubicBezTo>
                    <a:cubicBezTo>
                      <a:pt x="592" y="208"/>
                      <a:pt x="592" y="208"/>
                      <a:pt x="592" y="208"/>
                    </a:cubicBezTo>
                    <a:cubicBezTo>
                      <a:pt x="592" y="208"/>
                      <a:pt x="592" y="208"/>
                      <a:pt x="592" y="208"/>
                    </a:cubicBezTo>
                    <a:cubicBezTo>
                      <a:pt x="594" y="208"/>
                      <a:pt x="595" y="208"/>
                      <a:pt x="597" y="206"/>
                    </a:cubicBezTo>
                    <a:cubicBezTo>
                      <a:pt x="597" y="206"/>
                      <a:pt x="597" y="206"/>
                      <a:pt x="597" y="206"/>
                    </a:cubicBezTo>
                    <a:cubicBezTo>
                      <a:pt x="597" y="206"/>
                      <a:pt x="597" y="206"/>
                      <a:pt x="597" y="206"/>
                    </a:cubicBezTo>
                    <a:cubicBezTo>
                      <a:pt x="597" y="206"/>
                      <a:pt x="597" y="206"/>
                      <a:pt x="597" y="206"/>
                    </a:cubicBezTo>
                    <a:cubicBezTo>
                      <a:pt x="597" y="206"/>
                      <a:pt x="597" y="206"/>
                      <a:pt x="597" y="206"/>
                    </a:cubicBezTo>
                    <a:cubicBezTo>
                      <a:pt x="597" y="206"/>
                      <a:pt x="598" y="205"/>
                      <a:pt x="599" y="205"/>
                    </a:cubicBezTo>
                    <a:cubicBezTo>
                      <a:pt x="607" y="205"/>
                      <a:pt x="615" y="205"/>
                      <a:pt x="622" y="204"/>
                    </a:cubicBezTo>
                    <a:cubicBezTo>
                      <a:pt x="630" y="204"/>
                      <a:pt x="638" y="204"/>
                      <a:pt x="645" y="203"/>
                    </a:cubicBezTo>
                    <a:cubicBezTo>
                      <a:pt x="646" y="203"/>
                      <a:pt x="646" y="203"/>
                      <a:pt x="646" y="203"/>
                    </a:cubicBezTo>
                    <a:cubicBezTo>
                      <a:pt x="654" y="202"/>
                      <a:pt x="661" y="202"/>
                      <a:pt x="669" y="201"/>
                    </a:cubicBezTo>
                    <a:cubicBezTo>
                      <a:pt x="682" y="200"/>
                      <a:pt x="695" y="200"/>
                      <a:pt x="708" y="199"/>
                    </a:cubicBezTo>
                    <a:cubicBezTo>
                      <a:pt x="719" y="198"/>
                      <a:pt x="730" y="198"/>
                      <a:pt x="741" y="197"/>
                    </a:cubicBezTo>
                    <a:cubicBezTo>
                      <a:pt x="754" y="196"/>
                      <a:pt x="767" y="196"/>
                      <a:pt x="781" y="195"/>
                    </a:cubicBezTo>
                    <a:cubicBezTo>
                      <a:pt x="791" y="194"/>
                      <a:pt x="801" y="193"/>
                      <a:pt x="811" y="193"/>
                    </a:cubicBezTo>
                    <a:cubicBezTo>
                      <a:pt x="819" y="192"/>
                      <a:pt x="828" y="192"/>
                      <a:pt x="836" y="192"/>
                    </a:cubicBezTo>
                    <a:cubicBezTo>
                      <a:pt x="842" y="191"/>
                      <a:pt x="847" y="191"/>
                      <a:pt x="853" y="191"/>
                    </a:cubicBezTo>
                    <a:cubicBezTo>
                      <a:pt x="864" y="190"/>
                      <a:pt x="874" y="189"/>
                      <a:pt x="884" y="189"/>
                    </a:cubicBezTo>
                    <a:cubicBezTo>
                      <a:pt x="892" y="188"/>
                      <a:pt x="900" y="188"/>
                      <a:pt x="908" y="187"/>
                    </a:cubicBezTo>
                    <a:cubicBezTo>
                      <a:pt x="919" y="187"/>
                      <a:pt x="931" y="186"/>
                      <a:pt x="942" y="185"/>
                    </a:cubicBezTo>
                    <a:cubicBezTo>
                      <a:pt x="952" y="185"/>
                      <a:pt x="961" y="185"/>
                      <a:pt x="971" y="184"/>
                    </a:cubicBezTo>
                    <a:cubicBezTo>
                      <a:pt x="972" y="184"/>
                      <a:pt x="973" y="184"/>
                      <a:pt x="974" y="184"/>
                    </a:cubicBezTo>
                    <a:cubicBezTo>
                      <a:pt x="985" y="183"/>
                      <a:pt x="995" y="183"/>
                      <a:pt x="1006" y="182"/>
                    </a:cubicBezTo>
                    <a:cubicBezTo>
                      <a:pt x="1006" y="182"/>
                      <a:pt x="1006" y="182"/>
                      <a:pt x="1006" y="182"/>
                    </a:cubicBezTo>
                    <a:cubicBezTo>
                      <a:pt x="1006" y="182"/>
                      <a:pt x="1006" y="182"/>
                      <a:pt x="1006" y="182"/>
                    </a:cubicBezTo>
                    <a:cubicBezTo>
                      <a:pt x="1006" y="182"/>
                      <a:pt x="1006" y="182"/>
                      <a:pt x="1006" y="182"/>
                    </a:cubicBezTo>
                    <a:cubicBezTo>
                      <a:pt x="1006" y="182"/>
                      <a:pt x="1006" y="182"/>
                      <a:pt x="1006" y="182"/>
                    </a:cubicBezTo>
                    <a:cubicBezTo>
                      <a:pt x="1006" y="182"/>
                      <a:pt x="1007" y="182"/>
                      <a:pt x="1007" y="182"/>
                    </a:cubicBezTo>
                    <a:cubicBezTo>
                      <a:pt x="1007" y="182"/>
                      <a:pt x="1007" y="182"/>
                      <a:pt x="1007" y="182"/>
                    </a:cubicBezTo>
                    <a:cubicBezTo>
                      <a:pt x="1007" y="182"/>
                      <a:pt x="1007" y="182"/>
                      <a:pt x="1007" y="182"/>
                    </a:cubicBezTo>
                    <a:cubicBezTo>
                      <a:pt x="1007" y="182"/>
                      <a:pt x="1007" y="182"/>
                      <a:pt x="1007" y="182"/>
                    </a:cubicBezTo>
                    <a:cubicBezTo>
                      <a:pt x="1009" y="182"/>
                      <a:pt x="1011" y="183"/>
                      <a:pt x="1013" y="184"/>
                    </a:cubicBezTo>
                    <a:cubicBezTo>
                      <a:pt x="1013" y="184"/>
                      <a:pt x="1013" y="184"/>
                      <a:pt x="1013" y="184"/>
                    </a:cubicBezTo>
                    <a:cubicBezTo>
                      <a:pt x="1013" y="184"/>
                      <a:pt x="1013" y="184"/>
                      <a:pt x="1013" y="184"/>
                    </a:cubicBezTo>
                    <a:cubicBezTo>
                      <a:pt x="1013" y="184"/>
                      <a:pt x="1013" y="184"/>
                      <a:pt x="1013" y="184"/>
                    </a:cubicBezTo>
                    <a:cubicBezTo>
                      <a:pt x="1013" y="184"/>
                      <a:pt x="1013" y="184"/>
                      <a:pt x="1013" y="184"/>
                    </a:cubicBezTo>
                    <a:cubicBezTo>
                      <a:pt x="1013" y="184"/>
                      <a:pt x="1013" y="184"/>
                      <a:pt x="1013" y="184"/>
                    </a:cubicBezTo>
                    <a:cubicBezTo>
                      <a:pt x="1013" y="184"/>
                      <a:pt x="1013" y="184"/>
                      <a:pt x="1013" y="184"/>
                    </a:cubicBezTo>
                    <a:cubicBezTo>
                      <a:pt x="1013" y="184"/>
                      <a:pt x="1013" y="184"/>
                      <a:pt x="1013" y="184"/>
                    </a:cubicBezTo>
                    <a:cubicBezTo>
                      <a:pt x="1013" y="184"/>
                      <a:pt x="1014" y="184"/>
                      <a:pt x="1014" y="184"/>
                    </a:cubicBezTo>
                    <a:cubicBezTo>
                      <a:pt x="1016" y="186"/>
                      <a:pt x="1019" y="186"/>
                      <a:pt x="1022" y="186"/>
                    </a:cubicBezTo>
                    <a:cubicBezTo>
                      <a:pt x="1022" y="186"/>
                      <a:pt x="1022" y="186"/>
                      <a:pt x="1022" y="186"/>
                    </a:cubicBezTo>
                    <a:cubicBezTo>
                      <a:pt x="1022" y="186"/>
                      <a:pt x="1022" y="186"/>
                      <a:pt x="1022" y="186"/>
                    </a:cubicBezTo>
                    <a:cubicBezTo>
                      <a:pt x="1022" y="186"/>
                      <a:pt x="1022" y="186"/>
                      <a:pt x="1022" y="186"/>
                    </a:cubicBezTo>
                    <a:cubicBezTo>
                      <a:pt x="1023" y="186"/>
                      <a:pt x="1025" y="186"/>
                      <a:pt x="1027" y="186"/>
                    </a:cubicBezTo>
                    <a:cubicBezTo>
                      <a:pt x="1027" y="186"/>
                      <a:pt x="1027" y="186"/>
                      <a:pt x="1027" y="186"/>
                    </a:cubicBezTo>
                    <a:cubicBezTo>
                      <a:pt x="1027" y="186"/>
                      <a:pt x="1027" y="186"/>
                      <a:pt x="1027" y="186"/>
                    </a:cubicBezTo>
                    <a:cubicBezTo>
                      <a:pt x="1031" y="185"/>
                      <a:pt x="1035" y="185"/>
                      <a:pt x="1038" y="184"/>
                    </a:cubicBezTo>
                    <a:cubicBezTo>
                      <a:pt x="1048" y="184"/>
                      <a:pt x="1058" y="183"/>
                      <a:pt x="1068" y="183"/>
                    </a:cubicBezTo>
                    <a:cubicBezTo>
                      <a:pt x="1069" y="183"/>
                      <a:pt x="1069" y="183"/>
                      <a:pt x="1069" y="183"/>
                    </a:cubicBezTo>
                    <a:cubicBezTo>
                      <a:pt x="1079" y="182"/>
                      <a:pt x="1089" y="181"/>
                      <a:pt x="1099" y="180"/>
                    </a:cubicBezTo>
                    <a:cubicBezTo>
                      <a:pt x="1113" y="180"/>
                      <a:pt x="1127" y="179"/>
                      <a:pt x="1140" y="178"/>
                    </a:cubicBezTo>
                    <a:cubicBezTo>
                      <a:pt x="1151" y="177"/>
                      <a:pt x="1163" y="177"/>
                      <a:pt x="1174" y="176"/>
                    </a:cubicBezTo>
                    <a:cubicBezTo>
                      <a:pt x="1183" y="175"/>
                      <a:pt x="1192" y="175"/>
                      <a:pt x="1202" y="175"/>
                    </a:cubicBezTo>
                    <a:cubicBezTo>
                      <a:pt x="1206" y="175"/>
                      <a:pt x="1210" y="175"/>
                      <a:pt x="1214" y="175"/>
                    </a:cubicBezTo>
                    <a:cubicBezTo>
                      <a:pt x="1215" y="173"/>
                      <a:pt x="1215" y="171"/>
                      <a:pt x="1215" y="170"/>
                    </a:cubicBezTo>
                    <a:cubicBezTo>
                      <a:pt x="1215" y="168"/>
                      <a:pt x="1215" y="166"/>
                      <a:pt x="1215" y="164"/>
                    </a:cubicBezTo>
                    <a:cubicBezTo>
                      <a:pt x="1215" y="163"/>
                      <a:pt x="1215" y="161"/>
                      <a:pt x="1215" y="160"/>
                    </a:cubicBezTo>
                    <a:cubicBezTo>
                      <a:pt x="1214" y="159"/>
                      <a:pt x="1214" y="159"/>
                      <a:pt x="1214" y="158"/>
                    </a:cubicBezTo>
                    <a:cubicBezTo>
                      <a:pt x="1214" y="155"/>
                      <a:pt x="1215" y="153"/>
                      <a:pt x="1216" y="150"/>
                    </a:cubicBezTo>
                    <a:cubicBezTo>
                      <a:pt x="1216" y="149"/>
                      <a:pt x="1217" y="147"/>
                      <a:pt x="1217" y="144"/>
                    </a:cubicBezTo>
                    <a:cubicBezTo>
                      <a:pt x="1217" y="144"/>
                      <a:pt x="1217" y="144"/>
                      <a:pt x="1217" y="144"/>
                    </a:cubicBezTo>
                    <a:cubicBezTo>
                      <a:pt x="1217" y="144"/>
                      <a:pt x="1217" y="144"/>
                      <a:pt x="1217" y="144"/>
                    </a:cubicBezTo>
                    <a:cubicBezTo>
                      <a:pt x="1217" y="144"/>
                      <a:pt x="1217" y="144"/>
                      <a:pt x="1217" y="144"/>
                    </a:cubicBezTo>
                    <a:cubicBezTo>
                      <a:pt x="1217" y="144"/>
                      <a:pt x="1217" y="144"/>
                      <a:pt x="1217" y="144"/>
                    </a:cubicBezTo>
                    <a:cubicBezTo>
                      <a:pt x="1216" y="144"/>
                      <a:pt x="1216" y="144"/>
                      <a:pt x="1216" y="144"/>
                    </a:cubicBezTo>
                    <a:cubicBezTo>
                      <a:pt x="1216" y="144"/>
                      <a:pt x="1215" y="144"/>
                      <a:pt x="1214" y="144"/>
                    </a:cubicBezTo>
                    <a:cubicBezTo>
                      <a:pt x="1214" y="144"/>
                      <a:pt x="1214" y="144"/>
                      <a:pt x="1214" y="144"/>
                    </a:cubicBezTo>
                    <a:cubicBezTo>
                      <a:pt x="1214" y="144"/>
                      <a:pt x="1214" y="144"/>
                      <a:pt x="1214" y="144"/>
                    </a:cubicBezTo>
                    <a:cubicBezTo>
                      <a:pt x="1214" y="144"/>
                      <a:pt x="1214" y="144"/>
                      <a:pt x="1214" y="144"/>
                    </a:cubicBezTo>
                    <a:cubicBezTo>
                      <a:pt x="1214" y="144"/>
                      <a:pt x="1214" y="144"/>
                      <a:pt x="1214" y="144"/>
                    </a:cubicBezTo>
                    <a:cubicBezTo>
                      <a:pt x="1214" y="144"/>
                      <a:pt x="1214" y="144"/>
                      <a:pt x="1214" y="144"/>
                    </a:cubicBezTo>
                    <a:cubicBezTo>
                      <a:pt x="1207" y="144"/>
                      <a:pt x="1199" y="145"/>
                      <a:pt x="1192" y="145"/>
                    </a:cubicBezTo>
                    <a:cubicBezTo>
                      <a:pt x="1180" y="146"/>
                      <a:pt x="1167" y="146"/>
                      <a:pt x="1155" y="147"/>
                    </a:cubicBezTo>
                    <a:cubicBezTo>
                      <a:pt x="1140" y="148"/>
                      <a:pt x="1126" y="148"/>
                      <a:pt x="1111" y="149"/>
                    </a:cubicBezTo>
                    <a:cubicBezTo>
                      <a:pt x="1102" y="150"/>
                      <a:pt x="1093" y="151"/>
                      <a:pt x="1084" y="151"/>
                    </a:cubicBezTo>
                    <a:cubicBezTo>
                      <a:pt x="1074" y="152"/>
                      <a:pt x="1064" y="152"/>
                      <a:pt x="1055" y="153"/>
                    </a:cubicBezTo>
                    <a:cubicBezTo>
                      <a:pt x="1045" y="153"/>
                      <a:pt x="1036" y="154"/>
                      <a:pt x="1026" y="154"/>
                    </a:cubicBezTo>
                    <a:cubicBezTo>
                      <a:pt x="1026" y="154"/>
                      <a:pt x="1026" y="154"/>
                      <a:pt x="1026" y="154"/>
                    </a:cubicBezTo>
                    <a:cubicBezTo>
                      <a:pt x="1026" y="154"/>
                      <a:pt x="1025" y="154"/>
                      <a:pt x="1025" y="154"/>
                    </a:cubicBezTo>
                    <a:cubicBezTo>
                      <a:pt x="1025" y="154"/>
                      <a:pt x="1025" y="154"/>
                      <a:pt x="1025" y="154"/>
                    </a:cubicBezTo>
                    <a:cubicBezTo>
                      <a:pt x="1025" y="154"/>
                      <a:pt x="1025" y="154"/>
                      <a:pt x="1025" y="154"/>
                    </a:cubicBezTo>
                    <a:cubicBezTo>
                      <a:pt x="1025" y="154"/>
                      <a:pt x="1025" y="154"/>
                      <a:pt x="1025" y="154"/>
                    </a:cubicBezTo>
                    <a:cubicBezTo>
                      <a:pt x="1024" y="154"/>
                      <a:pt x="1022" y="154"/>
                      <a:pt x="1021" y="154"/>
                    </a:cubicBezTo>
                    <a:cubicBezTo>
                      <a:pt x="1021" y="154"/>
                      <a:pt x="1020" y="154"/>
                      <a:pt x="1020" y="154"/>
                    </a:cubicBezTo>
                    <a:cubicBezTo>
                      <a:pt x="1020" y="154"/>
                      <a:pt x="1020" y="154"/>
                      <a:pt x="1020" y="154"/>
                    </a:cubicBezTo>
                    <a:cubicBezTo>
                      <a:pt x="1014" y="153"/>
                      <a:pt x="1007" y="152"/>
                      <a:pt x="1000" y="151"/>
                    </a:cubicBezTo>
                    <a:cubicBezTo>
                      <a:pt x="996" y="151"/>
                      <a:pt x="992" y="151"/>
                      <a:pt x="989" y="150"/>
                    </a:cubicBezTo>
                    <a:cubicBezTo>
                      <a:pt x="986" y="149"/>
                      <a:pt x="983" y="149"/>
                      <a:pt x="980" y="149"/>
                    </a:cubicBezTo>
                    <a:cubicBezTo>
                      <a:pt x="980" y="149"/>
                      <a:pt x="980" y="149"/>
                      <a:pt x="980" y="149"/>
                    </a:cubicBezTo>
                    <a:cubicBezTo>
                      <a:pt x="980" y="149"/>
                      <a:pt x="980" y="149"/>
                      <a:pt x="980" y="149"/>
                    </a:cubicBezTo>
                    <a:cubicBezTo>
                      <a:pt x="980" y="149"/>
                      <a:pt x="980" y="149"/>
                      <a:pt x="980" y="149"/>
                    </a:cubicBezTo>
                    <a:cubicBezTo>
                      <a:pt x="978" y="149"/>
                      <a:pt x="975" y="149"/>
                      <a:pt x="972" y="149"/>
                    </a:cubicBezTo>
                    <a:cubicBezTo>
                      <a:pt x="972" y="149"/>
                      <a:pt x="972" y="149"/>
                      <a:pt x="972" y="149"/>
                    </a:cubicBezTo>
                    <a:cubicBezTo>
                      <a:pt x="964" y="150"/>
                      <a:pt x="956" y="151"/>
                      <a:pt x="948" y="151"/>
                    </a:cubicBezTo>
                    <a:cubicBezTo>
                      <a:pt x="933" y="152"/>
                      <a:pt x="917" y="153"/>
                      <a:pt x="901" y="153"/>
                    </a:cubicBezTo>
                    <a:cubicBezTo>
                      <a:pt x="889" y="154"/>
                      <a:pt x="877" y="155"/>
                      <a:pt x="864" y="155"/>
                    </a:cubicBezTo>
                    <a:cubicBezTo>
                      <a:pt x="855" y="156"/>
                      <a:pt x="846" y="156"/>
                      <a:pt x="837" y="156"/>
                    </a:cubicBezTo>
                    <a:cubicBezTo>
                      <a:pt x="829" y="157"/>
                      <a:pt x="822" y="157"/>
                      <a:pt x="814" y="158"/>
                    </a:cubicBezTo>
                    <a:cubicBezTo>
                      <a:pt x="801" y="158"/>
                      <a:pt x="789" y="159"/>
                      <a:pt x="777" y="160"/>
                    </a:cubicBezTo>
                    <a:cubicBezTo>
                      <a:pt x="760" y="160"/>
                      <a:pt x="743" y="161"/>
                      <a:pt x="727" y="162"/>
                    </a:cubicBezTo>
                    <a:cubicBezTo>
                      <a:pt x="715" y="162"/>
                      <a:pt x="703" y="163"/>
                      <a:pt x="692" y="164"/>
                    </a:cubicBezTo>
                    <a:cubicBezTo>
                      <a:pt x="683" y="164"/>
                      <a:pt x="675" y="165"/>
                      <a:pt x="666" y="165"/>
                    </a:cubicBezTo>
                    <a:cubicBezTo>
                      <a:pt x="654" y="165"/>
                      <a:pt x="643" y="166"/>
                      <a:pt x="631" y="166"/>
                    </a:cubicBezTo>
                    <a:cubicBezTo>
                      <a:pt x="630" y="166"/>
                      <a:pt x="630" y="166"/>
                      <a:pt x="630" y="166"/>
                    </a:cubicBezTo>
                    <a:cubicBezTo>
                      <a:pt x="620" y="167"/>
                      <a:pt x="610" y="168"/>
                      <a:pt x="600" y="168"/>
                    </a:cubicBezTo>
                    <a:cubicBezTo>
                      <a:pt x="591" y="169"/>
                      <a:pt x="582" y="169"/>
                      <a:pt x="574" y="169"/>
                    </a:cubicBezTo>
                    <a:cubicBezTo>
                      <a:pt x="573" y="169"/>
                      <a:pt x="572" y="170"/>
                      <a:pt x="570" y="170"/>
                    </a:cubicBezTo>
                    <a:cubicBezTo>
                      <a:pt x="570" y="170"/>
                      <a:pt x="570" y="170"/>
                      <a:pt x="570" y="170"/>
                    </a:cubicBezTo>
                    <a:cubicBezTo>
                      <a:pt x="576" y="176"/>
                      <a:pt x="584" y="174"/>
                      <a:pt x="590" y="177"/>
                    </a:cubicBezTo>
                    <a:cubicBezTo>
                      <a:pt x="590" y="177"/>
                      <a:pt x="590" y="177"/>
                      <a:pt x="590" y="177"/>
                    </a:cubicBezTo>
                    <a:cubicBezTo>
                      <a:pt x="582" y="178"/>
                      <a:pt x="575" y="178"/>
                      <a:pt x="567" y="179"/>
                    </a:cubicBezTo>
                    <a:cubicBezTo>
                      <a:pt x="554" y="180"/>
                      <a:pt x="541" y="180"/>
                      <a:pt x="528" y="181"/>
                    </a:cubicBezTo>
                    <a:cubicBezTo>
                      <a:pt x="517" y="181"/>
                      <a:pt x="507" y="182"/>
                      <a:pt x="496" y="182"/>
                    </a:cubicBezTo>
                    <a:cubicBezTo>
                      <a:pt x="483" y="182"/>
                      <a:pt x="470" y="183"/>
                      <a:pt x="457" y="183"/>
                    </a:cubicBezTo>
                    <a:cubicBezTo>
                      <a:pt x="457" y="183"/>
                      <a:pt x="456" y="183"/>
                      <a:pt x="456" y="183"/>
                    </a:cubicBezTo>
                    <a:cubicBezTo>
                      <a:pt x="447" y="184"/>
                      <a:pt x="438" y="185"/>
                      <a:pt x="429" y="185"/>
                    </a:cubicBezTo>
                    <a:cubicBezTo>
                      <a:pt x="413" y="186"/>
                      <a:pt x="397" y="186"/>
                      <a:pt x="381" y="186"/>
                    </a:cubicBezTo>
                    <a:cubicBezTo>
                      <a:pt x="380" y="186"/>
                      <a:pt x="380" y="186"/>
                      <a:pt x="379" y="187"/>
                    </a:cubicBezTo>
                    <a:cubicBezTo>
                      <a:pt x="379" y="187"/>
                      <a:pt x="379" y="187"/>
                      <a:pt x="379" y="187"/>
                    </a:cubicBezTo>
                    <a:cubicBezTo>
                      <a:pt x="375" y="187"/>
                      <a:pt x="371" y="187"/>
                      <a:pt x="367" y="187"/>
                    </a:cubicBezTo>
                    <a:cubicBezTo>
                      <a:pt x="367" y="187"/>
                      <a:pt x="367" y="187"/>
                      <a:pt x="367" y="187"/>
                    </a:cubicBezTo>
                    <a:cubicBezTo>
                      <a:pt x="367" y="187"/>
                      <a:pt x="367" y="187"/>
                      <a:pt x="367" y="187"/>
                    </a:cubicBezTo>
                    <a:cubicBezTo>
                      <a:pt x="367" y="187"/>
                      <a:pt x="367" y="187"/>
                      <a:pt x="367" y="187"/>
                    </a:cubicBezTo>
                    <a:cubicBezTo>
                      <a:pt x="359" y="187"/>
                      <a:pt x="352" y="186"/>
                      <a:pt x="345" y="183"/>
                    </a:cubicBezTo>
                    <a:cubicBezTo>
                      <a:pt x="345" y="183"/>
                      <a:pt x="345" y="183"/>
                      <a:pt x="345" y="183"/>
                    </a:cubicBezTo>
                    <a:cubicBezTo>
                      <a:pt x="345" y="183"/>
                      <a:pt x="345" y="183"/>
                      <a:pt x="345" y="183"/>
                    </a:cubicBezTo>
                    <a:cubicBezTo>
                      <a:pt x="344" y="183"/>
                      <a:pt x="343" y="182"/>
                      <a:pt x="342" y="182"/>
                    </a:cubicBezTo>
                    <a:cubicBezTo>
                      <a:pt x="321" y="176"/>
                      <a:pt x="301" y="170"/>
                      <a:pt x="281" y="164"/>
                    </a:cubicBezTo>
                    <a:cubicBezTo>
                      <a:pt x="265" y="159"/>
                      <a:pt x="250" y="154"/>
                      <a:pt x="234" y="149"/>
                    </a:cubicBezTo>
                    <a:cubicBezTo>
                      <a:pt x="234" y="149"/>
                      <a:pt x="234" y="149"/>
                      <a:pt x="234" y="149"/>
                    </a:cubicBezTo>
                    <a:cubicBezTo>
                      <a:pt x="234" y="149"/>
                      <a:pt x="234" y="149"/>
                      <a:pt x="234" y="149"/>
                    </a:cubicBezTo>
                    <a:cubicBezTo>
                      <a:pt x="233" y="149"/>
                      <a:pt x="231" y="149"/>
                      <a:pt x="230" y="149"/>
                    </a:cubicBezTo>
                    <a:cubicBezTo>
                      <a:pt x="230" y="149"/>
                      <a:pt x="230" y="149"/>
                      <a:pt x="230" y="149"/>
                    </a:cubicBezTo>
                    <a:cubicBezTo>
                      <a:pt x="230" y="149"/>
                      <a:pt x="230" y="149"/>
                      <a:pt x="230" y="149"/>
                    </a:cubicBezTo>
                    <a:cubicBezTo>
                      <a:pt x="230" y="149"/>
                      <a:pt x="230" y="149"/>
                      <a:pt x="230" y="149"/>
                    </a:cubicBezTo>
                    <a:cubicBezTo>
                      <a:pt x="230" y="149"/>
                      <a:pt x="230" y="149"/>
                      <a:pt x="230" y="149"/>
                    </a:cubicBezTo>
                    <a:cubicBezTo>
                      <a:pt x="230" y="149"/>
                      <a:pt x="230" y="149"/>
                      <a:pt x="230" y="149"/>
                    </a:cubicBezTo>
                    <a:cubicBezTo>
                      <a:pt x="222" y="149"/>
                      <a:pt x="213" y="150"/>
                      <a:pt x="205" y="150"/>
                    </a:cubicBezTo>
                    <a:cubicBezTo>
                      <a:pt x="195" y="151"/>
                      <a:pt x="186" y="151"/>
                      <a:pt x="176" y="151"/>
                    </a:cubicBezTo>
                    <a:cubicBezTo>
                      <a:pt x="167" y="152"/>
                      <a:pt x="158" y="152"/>
                      <a:pt x="150" y="152"/>
                    </a:cubicBezTo>
                    <a:cubicBezTo>
                      <a:pt x="149" y="152"/>
                      <a:pt x="149" y="152"/>
                      <a:pt x="148" y="152"/>
                    </a:cubicBezTo>
                    <a:cubicBezTo>
                      <a:pt x="147" y="152"/>
                      <a:pt x="145" y="152"/>
                      <a:pt x="144" y="152"/>
                    </a:cubicBezTo>
                    <a:cubicBezTo>
                      <a:pt x="144" y="152"/>
                      <a:pt x="144" y="152"/>
                      <a:pt x="144" y="152"/>
                    </a:cubicBezTo>
                    <a:cubicBezTo>
                      <a:pt x="144" y="152"/>
                      <a:pt x="144" y="152"/>
                      <a:pt x="144" y="152"/>
                    </a:cubicBezTo>
                    <a:cubicBezTo>
                      <a:pt x="144" y="152"/>
                      <a:pt x="144" y="152"/>
                      <a:pt x="144" y="152"/>
                    </a:cubicBezTo>
                    <a:cubicBezTo>
                      <a:pt x="142" y="152"/>
                      <a:pt x="141" y="152"/>
                      <a:pt x="139" y="152"/>
                    </a:cubicBezTo>
                    <a:cubicBezTo>
                      <a:pt x="139" y="152"/>
                      <a:pt x="139" y="152"/>
                      <a:pt x="139" y="152"/>
                    </a:cubicBezTo>
                    <a:cubicBezTo>
                      <a:pt x="139" y="152"/>
                      <a:pt x="139" y="152"/>
                      <a:pt x="139" y="152"/>
                    </a:cubicBezTo>
                    <a:cubicBezTo>
                      <a:pt x="132" y="150"/>
                      <a:pt x="126" y="147"/>
                      <a:pt x="120" y="145"/>
                    </a:cubicBezTo>
                    <a:cubicBezTo>
                      <a:pt x="115" y="143"/>
                      <a:pt x="110" y="141"/>
                      <a:pt x="105" y="139"/>
                    </a:cubicBezTo>
                    <a:cubicBezTo>
                      <a:pt x="95" y="136"/>
                      <a:pt x="86" y="133"/>
                      <a:pt x="76" y="129"/>
                    </a:cubicBezTo>
                    <a:cubicBezTo>
                      <a:pt x="74" y="128"/>
                      <a:pt x="71" y="127"/>
                      <a:pt x="68" y="127"/>
                    </a:cubicBezTo>
                    <a:cubicBezTo>
                      <a:pt x="56" y="122"/>
                      <a:pt x="44" y="119"/>
                      <a:pt x="31" y="114"/>
                    </a:cubicBezTo>
                    <a:cubicBezTo>
                      <a:pt x="26" y="113"/>
                      <a:pt x="20" y="110"/>
                      <a:pt x="13" y="108"/>
                    </a:cubicBezTo>
                    <a:cubicBezTo>
                      <a:pt x="13" y="108"/>
                      <a:pt x="13" y="108"/>
                      <a:pt x="13" y="108"/>
                    </a:cubicBezTo>
                    <a:cubicBezTo>
                      <a:pt x="16" y="108"/>
                      <a:pt x="18" y="107"/>
                      <a:pt x="20" y="107"/>
                    </a:cubicBezTo>
                    <a:cubicBezTo>
                      <a:pt x="62" y="107"/>
                      <a:pt x="105" y="108"/>
                      <a:pt x="148" y="106"/>
                    </a:cubicBezTo>
                    <a:cubicBezTo>
                      <a:pt x="149" y="106"/>
                      <a:pt x="149" y="106"/>
                      <a:pt x="149" y="106"/>
                    </a:cubicBezTo>
                    <a:cubicBezTo>
                      <a:pt x="150" y="106"/>
                      <a:pt x="150" y="106"/>
                      <a:pt x="150" y="106"/>
                    </a:cubicBezTo>
                    <a:cubicBezTo>
                      <a:pt x="159" y="106"/>
                      <a:pt x="168" y="106"/>
                      <a:pt x="177" y="106"/>
                    </a:cubicBezTo>
                    <a:cubicBezTo>
                      <a:pt x="177" y="106"/>
                      <a:pt x="177" y="106"/>
                      <a:pt x="177" y="106"/>
                    </a:cubicBezTo>
                    <a:cubicBezTo>
                      <a:pt x="177" y="106"/>
                      <a:pt x="177" y="106"/>
                      <a:pt x="177" y="106"/>
                    </a:cubicBezTo>
                    <a:cubicBezTo>
                      <a:pt x="177" y="106"/>
                      <a:pt x="177" y="106"/>
                      <a:pt x="177" y="106"/>
                    </a:cubicBezTo>
                    <a:cubicBezTo>
                      <a:pt x="181" y="106"/>
                      <a:pt x="184" y="106"/>
                      <a:pt x="188" y="106"/>
                    </a:cubicBezTo>
                    <a:cubicBezTo>
                      <a:pt x="189" y="106"/>
                      <a:pt x="190" y="106"/>
                      <a:pt x="192" y="106"/>
                    </a:cubicBezTo>
                    <a:cubicBezTo>
                      <a:pt x="194" y="106"/>
                      <a:pt x="197" y="106"/>
                      <a:pt x="199" y="106"/>
                    </a:cubicBezTo>
                    <a:cubicBezTo>
                      <a:pt x="201" y="106"/>
                      <a:pt x="204" y="106"/>
                      <a:pt x="206" y="106"/>
                    </a:cubicBezTo>
                    <a:cubicBezTo>
                      <a:pt x="206" y="106"/>
                      <a:pt x="206" y="106"/>
                      <a:pt x="206" y="106"/>
                    </a:cubicBezTo>
                    <a:cubicBezTo>
                      <a:pt x="206" y="106"/>
                      <a:pt x="206" y="106"/>
                      <a:pt x="206" y="106"/>
                    </a:cubicBezTo>
                    <a:cubicBezTo>
                      <a:pt x="206" y="106"/>
                      <a:pt x="206" y="106"/>
                      <a:pt x="206" y="106"/>
                    </a:cubicBezTo>
                    <a:cubicBezTo>
                      <a:pt x="208" y="106"/>
                      <a:pt x="209" y="106"/>
                      <a:pt x="211" y="106"/>
                    </a:cubicBezTo>
                    <a:cubicBezTo>
                      <a:pt x="212" y="106"/>
                      <a:pt x="214" y="106"/>
                      <a:pt x="215" y="106"/>
                    </a:cubicBezTo>
                    <a:cubicBezTo>
                      <a:pt x="215" y="106"/>
                      <a:pt x="215" y="106"/>
                      <a:pt x="215" y="106"/>
                    </a:cubicBezTo>
                    <a:cubicBezTo>
                      <a:pt x="219" y="106"/>
                      <a:pt x="224" y="105"/>
                      <a:pt x="228" y="105"/>
                    </a:cubicBezTo>
                    <a:cubicBezTo>
                      <a:pt x="228" y="105"/>
                      <a:pt x="228" y="105"/>
                      <a:pt x="228" y="105"/>
                    </a:cubicBezTo>
                    <a:cubicBezTo>
                      <a:pt x="228" y="105"/>
                      <a:pt x="228" y="105"/>
                      <a:pt x="228" y="105"/>
                    </a:cubicBezTo>
                    <a:cubicBezTo>
                      <a:pt x="228" y="105"/>
                      <a:pt x="229" y="105"/>
                      <a:pt x="229" y="105"/>
                    </a:cubicBezTo>
                    <a:cubicBezTo>
                      <a:pt x="229" y="105"/>
                      <a:pt x="229" y="105"/>
                      <a:pt x="229" y="105"/>
                    </a:cubicBezTo>
                    <a:cubicBezTo>
                      <a:pt x="229" y="105"/>
                      <a:pt x="229" y="105"/>
                      <a:pt x="229" y="105"/>
                    </a:cubicBezTo>
                    <a:cubicBezTo>
                      <a:pt x="229" y="105"/>
                      <a:pt x="229" y="105"/>
                      <a:pt x="229" y="105"/>
                    </a:cubicBezTo>
                    <a:cubicBezTo>
                      <a:pt x="230" y="105"/>
                      <a:pt x="230" y="105"/>
                      <a:pt x="230" y="105"/>
                    </a:cubicBezTo>
                    <a:cubicBezTo>
                      <a:pt x="231" y="105"/>
                      <a:pt x="231" y="105"/>
                      <a:pt x="232" y="105"/>
                    </a:cubicBezTo>
                    <a:cubicBezTo>
                      <a:pt x="232" y="109"/>
                      <a:pt x="232" y="112"/>
                      <a:pt x="232" y="115"/>
                    </a:cubicBezTo>
                    <a:cubicBezTo>
                      <a:pt x="232" y="115"/>
                      <a:pt x="232" y="115"/>
                      <a:pt x="233" y="115"/>
                    </a:cubicBezTo>
                    <a:cubicBezTo>
                      <a:pt x="235" y="117"/>
                      <a:pt x="238" y="118"/>
                      <a:pt x="242" y="118"/>
                    </a:cubicBezTo>
                    <a:cubicBezTo>
                      <a:pt x="242" y="118"/>
                      <a:pt x="242" y="118"/>
                      <a:pt x="242" y="118"/>
                    </a:cubicBezTo>
                    <a:cubicBezTo>
                      <a:pt x="242" y="118"/>
                      <a:pt x="242" y="118"/>
                      <a:pt x="242" y="118"/>
                    </a:cubicBezTo>
                    <a:cubicBezTo>
                      <a:pt x="242" y="118"/>
                      <a:pt x="242" y="118"/>
                      <a:pt x="242" y="118"/>
                    </a:cubicBezTo>
                    <a:cubicBezTo>
                      <a:pt x="242" y="118"/>
                      <a:pt x="243" y="118"/>
                      <a:pt x="244" y="118"/>
                    </a:cubicBezTo>
                    <a:cubicBezTo>
                      <a:pt x="248" y="117"/>
                      <a:pt x="251" y="117"/>
                      <a:pt x="255" y="117"/>
                    </a:cubicBezTo>
                    <a:cubicBezTo>
                      <a:pt x="260" y="116"/>
                      <a:pt x="261" y="116"/>
                      <a:pt x="261" y="111"/>
                    </a:cubicBezTo>
                    <a:cubicBezTo>
                      <a:pt x="261" y="111"/>
                      <a:pt x="261" y="111"/>
                      <a:pt x="261" y="111"/>
                    </a:cubicBezTo>
                    <a:cubicBezTo>
                      <a:pt x="261" y="93"/>
                      <a:pt x="261" y="76"/>
                      <a:pt x="261" y="59"/>
                    </a:cubicBezTo>
                    <a:cubicBezTo>
                      <a:pt x="261" y="59"/>
                      <a:pt x="261" y="59"/>
                      <a:pt x="261" y="59"/>
                    </a:cubicBezTo>
                    <a:cubicBezTo>
                      <a:pt x="261" y="58"/>
                      <a:pt x="261" y="57"/>
                      <a:pt x="261" y="55"/>
                    </a:cubicBezTo>
                    <a:cubicBezTo>
                      <a:pt x="272" y="57"/>
                      <a:pt x="282" y="59"/>
                      <a:pt x="292" y="61"/>
                    </a:cubicBezTo>
                    <a:cubicBezTo>
                      <a:pt x="292" y="66"/>
                      <a:pt x="292" y="71"/>
                      <a:pt x="292" y="76"/>
                    </a:cubicBezTo>
                    <a:cubicBezTo>
                      <a:pt x="292" y="79"/>
                      <a:pt x="292" y="82"/>
                      <a:pt x="292" y="85"/>
                    </a:cubicBezTo>
                    <a:cubicBezTo>
                      <a:pt x="292" y="88"/>
                      <a:pt x="292" y="91"/>
                      <a:pt x="292" y="94"/>
                    </a:cubicBezTo>
                    <a:cubicBezTo>
                      <a:pt x="292" y="100"/>
                      <a:pt x="292" y="105"/>
                      <a:pt x="293" y="111"/>
                    </a:cubicBezTo>
                    <a:cubicBezTo>
                      <a:pt x="293" y="111"/>
                      <a:pt x="293" y="111"/>
                      <a:pt x="293" y="111"/>
                    </a:cubicBezTo>
                    <a:cubicBezTo>
                      <a:pt x="293" y="111"/>
                      <a:pt x="293" y="111"/>
                      <a:pt x="293" y="111"/>
                    </a:cubicBezTo>
                    <a:cubicBezTo>
                      <a:pt x="293" y="111"/>
                      <a:pt x="293" y="111"/>
                      <a:pt x="293" y="111"/>
                    </a:cubicBezTo>
                    <a:cubicBezTo>
                      <a:pt x="293" y="111"/>
                      <a:pt x="293" y="111"/>
                      <a:pt x="293" y="111"/>
                    </a:cubicBezTo>
                    <a:cubicBezTo>
                      <a:pt x="294" y="111"/>
                      <a:pt x="295" y="111"/>
                      <a:pt x="296" y="111"/>
                    </a:cubicBezTo>
                    <a:cubicBezTo>
                      <a:pt x="296" y="111"/>
                      <a:pt x="296" y="111"/>
                      <a:pt x="296" y="111"/>
                    </a:cubicBezTo>
                    <a:cubicBezTo>
                      <a:pt x="296" y="111"/>
                      <a:pt x="296" y="111"/>
                      <a:pt x="296" y="111"/>
                    </a:cubicBezTo>
                    <a:cubicBezTo>
                      <a:pt x="296" y="111"/>
                      <a:pt x="296" y="111"/>
                      <a:pt x="296" y="111"/>
                    </a:cubicBezTo>
                    <a:cubicBezTo>
                      <a:pt x="299" y="111"/>
                      <a:pt x="301" y="112"/>
                      <a:pt x="304" y="112"/>
                    </a:cubicBezTo>
                    <a:cubicBezTo>
                      <a:pt x="304" y="112"/>
                      <a:pt x="304" y="112"/>
                      <a:pt x="304" y="112"/>
                    </a:cubicBezTo>
                    <a:cubicBezTo>
                      <a:pt x="304" y="112"/>
                      <a:pt x="304" y="113"/>
                      <a:pt x="304" y="113"/>
                    </a:cubicBezTo>
                    <a:cubicBezTo>
                      <a:pt x="304" y="113"/>
                      <a:pt x="304" y="113"/>
                      <a:pt x="304" y="113"/>
                    </a:cubicBezTo>
                    <a:cubicBezTo>
                      <a:pt x="311" y="115"/>
                      <a:pt x="319" y="118"/>
                      <a:pt x="326" y="120"/>
                    </a:cubicBezTo>
                    <a:cubicBezTo>
                      <a:pt x="326" y="120"/>
                      <a:pt x="326" y="120"/>
                      <a:pt x="326" y="120"/>
                    </a:cubicBezTo>
                    <a:cubicBezTo>
                      <a:pt x="326" y="120"/>
                      <a:pt x="326" y="120"/>
                      <a:pt x="326" y="120"/>
                    </a:cubicBezTo>
                    <a:cubicBezTo>
                      <a:pt x="326" y="120"/>
                      <a:pt x="326" y="120"/>
                      <a:pt x="326" y="120"/>
                    </a:cubicBezTo>
                    <a:cubicBezTo>
                      <a:pt x="326" y="120"/>
                      <a:pt x="326" y="120"/>
                      <a:pt x="327" y="120"/>
                    </a:cubicBezTo>
                    <a:cubicBezTo>
                      <a:pt x="327" y="120"/>
                      <a:pt x="327" y="120"/>
                      <a:pt x="327" y="120"/>
                    </a:cubicBezTo>
                    <a:cubicBezTo>
                      <a:pt x="327" y="120"/>
                      <a:pt x="327" y="120"/>
                      <a:pt x="327" y="120"/>
                    </a:cubicBezTo>
                    <a:cubicBezTo>
                      <a:pt x="327" y="120"/>
                      <a:pt x="327" y="120"/>
                      <a:pt x="327" y="120"/>
                    </a:cubicBezTo>
                    <a:cubicBezTo>
                      <a:pt x="327" y="120"/>
                      <a:pt x="327" y="120"/>
                      <a:pt x="327" y="120"/>
                    </a:cubicBezTo>
                    <a:cubicBezTo>
                      <a:pt x="328" y="120"/>
                      <a:pt x="328" y="120"/>
                      <a:pt x="328" y="120"/>
                    </a:cubicBezTo>
                    <a:cubicBezTo>
                      <a:pt x="328" y="120"/>
                      <a:pt x="328" y="120"/>
                      <a:pt x="328" y="120"/>
                    </a:cubicBezTo>
                    <a:cubicBezTo>
                      <a:pt x="328" y="120"/>
                      <a:pt x="328" y="120"/>
                      <a:pt x="328" y="120"/>
                    </a:cubicBezTo>
                    <a:cubicBezTo>
                      <a:pt x="323" y="116"/>
                      <a:pt x="317" y="115"/>
                      <a:pt x="312" y="113"/>
                    </a:cubicBezTo>
                    <a:cubicBezTo>
                      <a:pt x="306" y="111"/>
                      <a:pt x="301" y="109"/>
                      <a:pt x="295" y="107"/>
                    </a:cubicBezTo>
                    <a:cubicBezTo>
                      <a:pt x="295" y="92"/>
                      <a:pt x="295" y="77"/>
                      <a:pt x="295" y="62"/>
                    </a:cubicBezTo>
                    <a:cubicBezTo>
                      <a:pt x="295" y="62"/>
                      <a:pt x="295" y="62"/>
                      <a:pt x="295" y="62"/>
                    </a:cubicBezTo>
                    <a:cubicBezTo>
                      <a:pt x="307" y="64"/>
                      <a:pt x="318" y="65"/>
                      <a:pt x="329" y="68"/>
                    </a:cubicBezTo>
                    <a:cubicBezTo>
                      <a:pt x="330" y="80"/>
                      <a:pt x="330" y="92"/>
                      <a:pt x="330" y="103"/>
                    </a:cubicBezTo>
                    <a:cubicBezTo>
                      <a:pt x="330" y="107"/>
                      <a:pt x="330" y="111"/>
                      <a:pt x="330" y="115"/>
                    </a:cubicBezTo>
                    <a:cubicBezTo>
                      <a:pt x="330" y="122"/>
                      <a:pt x="330" y="130"/>
                      <a:pt x="330" y="137"/>
                    </a:cubicBezTo>
                    <a:cubicBezTo>
                      <a:pt x="330" y="138"/>
                      <a:pt x="330" y="138"/>
                      <a:pt x="330" y="139"/>
                    </a:cubicBezTo>
                    <a:cubicBezTo>
                      <a:pt x="330" y="141"/>
                      <a:pt x="330" y="142"/>
                      <a:pt x="330" y="143"/>
                    </a:cubicBezTo>
                    <a:cubicBezTo>
                      <a:pt x="331" y="144"/>
                      <a:pt x="331" y="144"/>
                      <a:pt x="332" y="144"/>
                    </a:cubicBezTo>
                    <a:cubicBezTo>
                      <a:pt x="332" y="144"/>
                      <a:pt x="332" y="144"/>
                      <a:pt x="332" y="144"/>
                    </a:cubicBezTo>
                    <a:cubicBezTo>
                      <a:pt x="332" y="144"/>
                      <a:pt x="332" y="144"/>
                      <a:pt x="332" y="144"/>
                    </a:cubicBezTo>
                    <a:cubicBezTo>
                      <a:pt x="332" y="144"/>
                      <a:pt x="332" y="144"/>
                      <a:pt x="332" y="144"/>
                    </a:cubicBezTo>
                    <a:cubicBezTo>
                      <a:pt x="335" y="145"/>
                      <a:pt x="338" y="146"/>
                      <a:pt x="341" y="146"/>
                    </a:cubicBezTo>
                    <a:cubicBezTo>
                      <a:pt x="341" y="146"/>
                      <a:pt x="341" y="146"/>
                      <a:pt x="341" y="146"/>
                    </a:cubicBezTo>
                    <a:cubicBezTo>
                      <a:pt x="341" y="146"/>
                      <a:pt x="341" y="146"/>
                      <a:pt x="341" y="146"/>
                    </a:cubicBezTo>
                    <a:cubicBezTo>
                      <a:pt x="341" y="146"/>
                      <a:pt x="341" y="146"/>
                      <a:pt x="341" y="146"/>
                    </a:cubicBezTo>
                    <a:cubicBezTo>
                      <a:pt x="342" y="146"/>
                      <a:pt x="343" y="146"/>
                      <a:pt x="344" y="146"/>
                    </a:cubicBezTo>
                    <a:cubicBezTo>
                      <a:pt x="344" y="146"/>
                      <a:pt x="344" y="145"/>
                      <a:pt x="344" y="145"/>
                    </a:cubicBezTo>
                    <a:cubicBezTo>
                      <a:pt x="344" y="145"/>
                      <a:pt x="344" y="145"/>
                      <a:pt x="344" y="145"/>
                    </a:cubicBezTo>
                    <a:cubicBezTo>
                      <a:pt x="350" y="145"/>
                      <a:pt x="356" y="145"/>
                      <a:pt x="362" y="145"/>
                    </a:cubicBezTo>
                    <a:cubicBezTo>
                      <a:pt x="362" y="144"/>
                      <a:pt x="362" y="142"/>
                      <a:pt x="362" y="141"/>
                    </a:cubicBezTo>
                    <a:cubicBezTo>
                      <a:pt x="362" y="136"/>
                      <a:pt x="362" y="131"/>
                      <a:pt x="362" y="127"/>
                    </a:cubicBezTo>
                    <a:cubicBezTo>
                      <a:pt x="362" y="121"/>
                      <a:pt x="362" y="115"/>
                      <a:pt x="362" y="109"/>
                    </a:cubicBezTo>
                    <a:cubicBezTo>
                      <a:pt x="362" y="108"/>
                      <a:pt x="362" y="108"/>
                      <a:pt x="362" y="107"/>
                    </a:cubicBezTo>
                    <a:cubicBezTo>
                      <a:pt x="362" y="98"/>
                      <a:pt x="361" y="89"/>
                      <a:pt x="361" y="80"/>
                    </a:cubicBezTo>
                    <a:cubicBezTo>
                      <a:pt x="361" y="78"/>
                      <a:pt x="361" y="76"/>
                      <a:pt x="361" y="74"/>
                    </a:cubicBezTo>
                    <a:cubicBezTo>
                      <a:pt x="363" y="74"/>
                      <a:pt x="363" y="74"/>
                      <a:pt x="364" y="74"/>
                    </a:cubicBezTo>
                    <a:cubicBezTo>
                      <a:pt x="364" y="74"/>
                      <a:pt x="364" y="74"/>
                      <a:pt x="364" y="74"/>
                    </a:cubicBezTo>
                    <a:cubicBezTo>
                      <a:pt x="364" y="74"/>
                      <a:pt x="364" y="74"/>
                      <a:pt x="364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374" y="76"/>
                      <a:pt x="383" y="78"/>
                      <a:pt x="391" y="78"/>
                    </a:cubicBezTo>
                    <a:cubicBezTo>
                      <a:pt x="391" y="78"/>
                      <a:pt x="391" y="78"/>
                      <a:pt x="391" y="78"/>
                    </a:cubicBezTo>
                    <a:cubicBezTo>
                      <a:pt x="391" y="78"/>
                      <a:pt x="391" y="78"/>
                      <a:pt x="391" y="78"/>
                    </a:cubicBezTo>
                    <a:cubicBezTo>
                      <a:pt x="391" y="78"/>
                      <a:pt x="391" y="78"/>
                      <a:pt x="391" y="78"/>
                    </a:cubicBezTo>
                    <a:cubicBezTo>
                      <a:pt x="393" y="78"/>
                      <a:pt x="395" y="78"/>
                      <a:pt x="397" y="78"/>
                    </a:cubicBezTo>
                    <a:cubicBezTo>
                      <a:pt x="403" y="77"/>
                      <a:pt x="408" y="77"/>
                      <a:pt x="413" y="77"/>
                    </a:cubicBezTo>
                    <a:cubicBezTo>
                      <a:pt x="427" y="76"/>
                      <a:pt x="441" y="76"/>
                      <a:pt x="455" y="76"/>
                    </a:cubicBezTo>
                    <a:cubicBezTo>
                      <a:pt x="458" y="75"/>
                      <a:pt x="461" y="75"/>
                      <a:pt x="464" y="75"/>
                    </a:cubicBezTo>
                    <a:cubicBezTo>
                      <a:pt x="464" y="75"/>
                      <a:pt x="464" y="75"/>
                      <a:pt x="464" y="75"/>
                    </a:cubicBezTo>
                    <a:cubicBezTo>
                      <a:pt x="465" y="75"/>
                      <a:pt x="465" y="75"/>
                      <a:pt x="466" y="75"/>
                    </a:cubicBezTo>
                    <a:cubicBezTo>
                      <a:pt x="466" y="75"/>
                      <a:pt x="467" y="75"/>
                      <a:pt x="468" y="75"/>
                    </a:cubicBezTo>
                    <a:cubicBezTo>
                      <a:pt x="468" y="75"/>
                      <a:pt x="468" y="75"/>
                      <a:pt x="468" y="75"/>
                    </a:cubicBezTo>
                    <a:cubicBezTo>
                      <a:pt x="468" y="75"/>
                      <a:pt x="468" y="75"/>
                      <a:pt x="468" y="75"/>
                    </a:cubicBezTo>
                    <a:cubicBezTo>
                      <a:pt x="468" y="75"/>
                      <a:pt x="468" y="75"/>
                      <a:pt x="468" y="75"/>
                    </a:cubicBezTo>
                    <a:cubicBezTo>
                      <a:pt x="469" y="75"/>
                      <a:pt x="470" y="75"/>
                      <a:pt x="470" y="75"/>
                    </a:cubicBezTo>
                    <a:cubicBezTo>
                      <a:pt x="470" y="75"/>
                      <a:pt x="470" y="75"/>
                      <a:pt x="470" y="75"/>
                    </a:cubicBezTo>
                    <a:cubicBezTo>
                      <a:pt x="471" y="81"/>
                      <a:pt x="471" y="87"/>
                      <a:pt x="472" y="92"/>
                    </a:cubicBezTo>
                    <a:cubicBezTo>
                      <a:pt x="472" y="95"/>
                      <a:pt x="472" y="97"/>
                      <a:pt x="472" y="100"/>
                    </a:cubicBezTo>
                    <a:cubicBezTo>
                      <a:pt x="472" y="102"/>
                      <a:pt x="472" y="105"/>
                      <a:pt x="472" y="107"/>
                    </a:cubicBezTo>
                    <a:cubicBezTo>
                      <a:pt x="472" y="108"/>
                      <a:pt x="472" y="108"/>
                      <a:pt x="472" y="109"/>
                    </a:cubicBezTo>
                    <a:cubicBezTo>
                      <a:pt x="472" y="109"/>
                      <a:pt x="472" y="109"/>
                      <a:pt x="472" y="109"/>
                    </a:cubicBezTo>
                    <a:cubicBezTo>
                      <a:pt x="472" y="113"/>
                      <a:pt x="472" y="116"/>
                      <a:pt x="472" y="119"/>
                    </a:cubicBezTo>
                    <a:cubicBezTo>
                      <a:pt x="472" y="121"/>
                      <a:pt x="472" y="124"/>
                      <a:pt x="472" y="126"/>
                    </a:cubicBezTo>
                    <a:cubicBezTo>
                      <a:pt x="472" y="127"/>
                      <a:pt x="472" y="128"/>
                      <a:pt x="472" y="129"/>
                    </a:cubicBezTo>
                    <a:cubicBezTo>
                      <a:pt x="472" y="132"/>
                      <a:pt x="472" y="135"/>
                      <a:pt x="472" y="139"/>
                    </a:cubicBezTo>
                    <a:cubicBezTo>
                      <a:pt x="472" y="140"/>
                      <a:pt x="472" y="141"/>
                      <a:pt x="472" y="143"/>
                    </a:cubicBezTo>
                    <a:cubicBezTo>
                      <a:pt x="476" y="142"/>
                      <a:pt x="481" y="142"/>
                      <a:pt x="485" y="142"/>
                    </a:cubicBezTo>
                    <a:cubicBezTo>
                      <a:pt x="485" y="142"/>
                      <a:pt x="486" y="142"/>
                      <a:pt x="486" y="142"/>
                    </a:cubicBezTo>
                    <a:cubicBezTo>
                      <a:pt x="488" y="142"/>
                      <a:pt x="488" y="141"/>
                      <a:pt x="488" y="139"/>
                    </a:cubicBezTo>
                    <a:cubicBezTo>
                      <a:pt x="488" y="139"/>
                      <a:pt x="488" y="139"/>
                      <a:pt x="488" y="138"/>
                    </a:cubicBezTo>
                    <a:cubicBezTo>
                      <a:pt x="488" y="136"/>
                      <a:pt x="488" y="134"/>
                      <a:pt x="488" y="131"/>
                    </a:cubicBezTo>
                    <a:cubicBezTo>
                      <a:pt x="488" y="131"/>
                      <a:pt x="488" y="131"/>
                      <a:pt x="488" y="131"/>
                    </a:cubicBezTo>
                    <a:cubicBezTo>
                      <a:pt x="488" y="126"/>
                      <a:pt x="489" y="122"/>
                      <a:pt x="489" y="117"/>
                    </a:cubicBezTo>
                    <a:cubicBezTo>
                      <a:pt x="489" y="114"/>
                      <a:pt x="489" y="110"/>
                      <a:pt x="489" y="106"/>
                    </a:cubicBezTo>
                    <a:cubicBezTo>
                      <a:pt x="489" y="101"/>
                      <a:pt x="489" y="96"/>
                      <a:pt x="489" y="92"/>
                    </a:cubicBezTo>
                    <a:cubicBezTo>
                      <a:pt x="489" y="89"/>
                      <a:pt x="488" y="87"/>
                      <a:pt x="488" y="85"/>
                    </a:cubicBezTo>
                    <a:cubicBezTo>
                      <a:pt x="488" y="83"/>
                      <a:pt x="488" y="81"/>
                      <a:pt x="488" y="79"/>
                    </a:cubicBezTo>
                    <a:cubicBezTo>
                      <a:pt x="488" y="77"/>
                      <a:pt x="488" y="76"/>
                      <a:pt x="488" y="74"/>
                    </a:cubicBezTo>
                    <a:cubicBezTo>
                      <a:pt x="504" y="73"/>
                      <a:pt x="519" y="73"/>
                      <a:pt x="535" y="73"/>
                    </a:cubicBezTo>
                    <a:cubicBezTo>
                      <a:pt x="535" y="73"/>
                      <a:pt x="535" y="73"/>
                      <a:pt x="535" y="73"/>
                    </a:cubicBezTo>
                    <a:cubicBezTo>
                      <a:pt x="535" y="74"/>
                      <a:pt x="535" y="76"/>
                      <a:pt x="535" y="77"/>
                    </a:cubicBezTo>
                    <a:cubicBezTo>
                      <a:pt x="535" y="78"/>
                      <a:pt x="535" y="79"/>
                      <a:pt x="535" y="79"/>
                    </a:cubicBezTo>
                    <a:cubicBezTo>
                      <a:pt x="535" y="102"/>
                      <a:pt x="536" y="124"/>
                      <a:pt x="536" y="147"/>
                    </a:cubicBezTo>
                    <a:cubicBezTo>
                      <a:pt x="536" y="148"/>
                      <a:pt x="536" y="149"/>
                      <a:pt x="536" y="150"/>
                    </a:cubicBezTo>
                    <a:cubicBezTo>
                      <a:pt x="536" y="150"/>
                      <a:pt x="537" y="150"/>
                      <a:pt x="537" y="150"/>
                    </a:cubicBezTo>
                    <a:cubicBezTo>
                      <a:pt x="537" y="150"/>
                      <a:pt x="537" y="150"/>
                      <a:pt x="537" y="150"/>
                    </a:cubicBezTo>
                    <a:cubicBezTo>
                      <a:pt x="537" y="150"/>
                      <a:pt x="537" y="150"/>
                      <a:pt x="537" y="150"/>
                    </a:cubicBezTo>
                    <a:cubicBezTo>
                      <a:pt x="540" y="152"/>
                      <a:pt x="543" y="153"/>
                      <a:pt x="547" y="153"/>
                    </a:cubicBezTo>
                    <a:cubicBezTo>
                      <a:pt x="547" y="153"/>
                      <a:pt x="547" y="153"/>
                      <a:pt x="547" y="153"/>
                    </a:cubicBezTo>
                    <a:cubicBezTo>
                      <a:pt x="547" y="153"/>
                      <a:pt x="547" y="153"/>
                      <a:pt x="547" y="153"/>
                    </a:cubicBezTo>
                    <a:cubicBezTo>
                      <a:pt x="547" y="153"/>
                      <a:pt x="547" y="153"/>
                      <a:pt x="547" y="153"/>
                    </a:cubicBezTo>
                    <a:cubicBezTo>
                      <a:pt x="548" y="153"/>
                      <a:pt x="550" y="153"/>
                      <a:pt x="552" y="152"/>
                    </a:cubicBezTo>
                    <a:cubicBezTo>
                      <a:pt x="552" y="152"/>
                      <a:pt x="552" y="152"/>
                      <a:pt x="552" y="152"/>
                    </a:cubicBezTo>
                    <a:cubicBezTo>
                      <a:pt x="552" y="152"/>
                      <a:pt x="552" y="152"/>
                      <a:pt x="552" y="152"/>
                    </a:cubicBezTo>
                    <a:cubicBezTo>
                      <a:pt x="552" y="152"/>
                      <a:pt x="552" y="152"/>
                      <a:pt x="552" y="152"/>
                    </a:cubicBezTo>
                    <a:cubicBezTo>
                      <a:pt x="552" y="152"/>
                      <a:pt x="552" y="152"/>
                      <a:pt x="552" y="152"/>
                    </a:cubicBezTo>
                    <a:cubicBezTo>
                      <a:pt x="552" y="152"/>
                      <a:pt x="552" y="152"/>
                      <a:pt x="552" y="152"/>
                    </a:cubicBezTo>
                    <a:cubicBezTo>
                      <a:pt x="552" y="152"/>
                      <a:pt x="552" y="152"/>
                      <a:pt x="552" y="152"/>
                    </a:cubicBezTo>
                    <a:cubicBezTo>
                      <a:pt x="552" y="152"/>
                      <a:pt x="552" y="152"/>
                      <a:pt x="552" y="152"/>
                    </a:cubicBezTo>
                    <a:cubicBezTo>
                      <a:pt x="552" y="152"/>
                      <a:pt x="552" y="152"/>
                      <a:pt x="552" y="152"/>
                    </a:cubicBezTo>
                    <a:cubicBezTo>
                      <a:pt x="553" y="152"/>
                      <a:pt x="553" y="151"/>
                      <a:pt x="554" y="151"/>
                    </a:cubicBezTo>
                    <a:cubicBezTo>
                      <a:pt x="554" y="151"/>
                      <a:pt x="554" y="151"/>
                      <a:pt x="554" y="151"/>
                    </a:cubicBezTo>
                    <a:cubicBezTo>
                      <a:pt x="554" y="151"/>
                      <a:pt x="554" y="151"/>
                      <a:pt x="554" y="151"/>
                    </a:cubicBezTo>
                    <a:cubicBezTo>
                      <a:pt x="554" y="151"/>
                      <a:pt x="554" y="151"/>
                      <a:pt x="554" y="151"/>
                    </a:cubicBezTo>
                    <a:cubicBezTo>
                      <a:pt x="554" y="151"/>
                      <a:pt x="554" y="151"/>
                      <a:pt x="554" y="151"/>
                    </a:cubicBezTo>
                    <a:cubicBezTo>
                      <a:pt x="555" y="152"/>
                      <a:pt x="555" y="152"/>
                      <a:pt x="555" y="152"/>
                    </a:cubicBezTo>
                    <a:cubicBezTo>
                      <a:pt x="555" y="152"/>
                      <a:pt x="556" y="152"/>
                      <a:pt x="556" y="152"/>
                    </a:cubicBezTo>
                    <a:cubicBezTo>
                      <a:pt x="556" y="152"/>
                      <a:pt x="556" y="152"/>
                      <a:pt x="556" y="152"/>
                    </a:cubicBezTo>
                    <a:cubicBezTo>
                      <a:pt x="556" y="152"/>
                      <a:pt x="556" y="152"/>
                      <a:pt x="556" y="152"/>
                    </a:cubicBezTo>
                    <a:cubicBezTo>
                      <a:pt x="556" y="152"/>
                      <a:pt x="556" y="152"/>
                      <a:pt x="556" y="152"/>
                    </a:cubicBezTo>
                    <a:cubicBezTo>
                      <a:pt x="559" y="152"/>
                      <a:pt x="562" y="152"/>
                      <a:pt x="565" y="151"/>
                    </a:cubicBezTo>
                    <a:cubicBezTo>
                      <a:pt x="568" y="151"/>
                      <a:pt x="569" y="151"/>
                      <a:pt x="569" y="148"/>
                    </a:cubicBezTo>
                    <a:cubicBezTo>
                      <a:pt x="569" y="147"/>
                      <a:pt x="569" y="147"/>
                      <a:pt x="569" y="147"/>
                    </a:cubicBezTo>
                    <a:cubicBezTo>
                      <a:pt x="569" y="146"/>
                      <a:pt x="569" y="146"/>
                      <a:pt x="569" y="145"/>
                    </a:cubicBezTo>
                    <a:cubicBezTo>
                      <a:pt x="569" y="129"/>
                      <a:pt x="568" y="114"/>
                      <a:pt x="568" y="98"/>
                    </a:cubicBezTo>
                    <a:cubicBezTo>
                      <a:pt x="568" y="93"/>
                      <a:pt x="567" y="88"/>
                      <a:pt x="567" y="83"/>
                    </a:cubicBezTo>
                    <a:cubicBezTo>
                      <a:pt x="567" y="82"/>
                      <a:pt x="567" y="80"/>
                      <a:pt x="567" y="79"/>
                    </a:cubicBezTo>
                    <a:cubicBezTo>
                      <a:pt x="567" y="77"/>
                      <a:pt x="567" y="74"/>
                      <a:pt x="567" y="72"/>
                    </a:cubicBezTo>
                    <a:cubicBezTo>
                      <a:pt x="567" y="72"/>
                      <a:pt x="567" y="72"/>
                      <a:pt x="567" y="72"/>
                    </a:cubicBezTo>
                    <a:cubicBezTo>
                      <a:pt x="567" y="72"/>
                      <a:pt x="568" y="72"/>
                      <a:pt x="568" y="72"/>
                    </a:cubicBezTo>
                    <a:cubicBezTo>
                      <a:pt x="568" y="72"/>
                      <a:pt x="568" y="72"/>
                      <a:pt x="568" y="72"/>
                    </a:cubicBezTo>
                    <a:cubicBezTo>
                      <a:pt x="568" y="72"/>
                      <a:pt x="568" y="72"/>
                      <a:pt x="568" y="72"/>
                    </a:cubicBezTo>
                    <a:cubicBezTo>
                      <a:pt x="568" y="72"/>
                      <a:pt x="568" y="72"/>
                      <a:pt x="569" y="72"/>
                    </a:cubicBezTo>
                    <a:cubicBezTo>
                      <a:pt x="569" y="72"/>
                      <a:pt x="569" y="72"/>
                      <a:pt x="569" y="72"/>
                    </a:cubicBezTo>
                    <a:cubicBezTo>
                      <a:pt x="577" y="71"/>
                      <a:pt x="585" y="70"/>
                      <a:pt x="593" y="70"/>
                    </a:cubicBezTo>
                    <a:cubicBezTo>
                      <a:pt x="593" y="70"/>
                      <a:pt x="593" y="70"/>
                      <a:pt x="593" y="70"/>
                    </a:cubicBezTo>
                    <a:cubicBezTo>
                      <a:pt x="593" y="70"/>
                      <a:pt x="593" y="70"/>
                      <a:pt x="593" y="70"/>
                    </a:cubicBezTo>
                    <a:cubicBezTo>
                      <a:pt x="593" y="70"/>
                      <a:pt x="593" y="70"/>
                      <a:pt x="593" y="70"/>
                    </a:cubicBezTo>
                    <a:cubicBezTo>
                      <a:pt x="596" y="70"/>
                      <a:pt x="599" y="70"/>
                      <a:pt x="601" y="71"/>
                    </a:cubicBezTo>
                    <a:cubicBezTo>
                      <a:pt x="601" y="71"/>
                      <a:pt x="601" y="71"/>
                      <a:pt x="601" y="71"/>
                    </a:cubicBezTo>
                    <a:cubicBezTo>
                      <a:pt x="602" y="79"/>
                      <a:pt x="602" y="87"/>
                      <a:pt x="603" y="95"/>
                    </a:cubicBezTo>
                    <a:cubicBezTo>
                      <a:pt x="603" y="107"/>
                      <a:pt x="603" y="119"/>
                      <a:pt x="604" y="131"/>
                    </a:cubicBezTo>
                    <a:cubicBezTo>
                      <a:pt x="604" y="131"/>
                      <a:pt x="604" y="131"/>
                      <a:pt x="604" y="131"/>
                    </a:cubicBezTo>
                    <a:cubicBezTo>
                      <a:pt x="604" y="131"/>
                      <a:pt x="604" y="131"/>
                      <a:pt x="604" y="131"/>
                    </a:cubicBezTo>
                    <a:cubicBezTo>
                      <a:pt x="604" y="135"/>
                      <a:pt x="605" y="136"/>
                      <a:pt x="608" y="136"/>
                    </a:cubicBezTo>
                    <a:cubicBezTo>
                      <a:pt x="608" y="136"/>
                      <a:pt x="608" y="136"/>
                      <a:pt x="608" y="136"/>
                    </a:cubicBezTo>
                    <a:cubicBezTo>
                      <a:pt x="608" y="136"/>
                      <a:pt x="608" y="136"/>
                      <a:pt x="608" y="136"/>
                    </a:cubicBezTo>
                    <a:cubicBezTo>
                      <a:pt x="608" y="136"/>
                      <a:pt x="608" y="136"/>
                      <a:pt x="608" y="136"/>
                    </a:cubicBezTo>
                    <a:cubicBezTo>
                      <a:pt x="608" y="136"/>
                      <a:pt x="609" y="136"/>
                      <a:pt x="609" y="136"/>
                    </a:cubicBezTo>
                    <a:cubicBezTo>
                      <a:pt x="609" y="136"/>
                      <a:pt x="609" y="136"/>
                      <a:pt x="609" y="136"/>
                    </a:cubicBezTo>
                    <a:cubicBezTo>
                      <a:pt x="609" y="136"/>
                      <a:pt x="609" y="136"/>
                      <a:pt x="609" y="136"/>
                    </a:cubicBezTo>
                    <a:cubicBezTo>
                      <a:pt x="609" y="136"/>
                      <a:pt x="609" y="136"/>
                      <a:pt x="609" y="136"/>
                    </a:cubicBezTo>
                    <a:cubicBezTo>
                      <a:pt x="609" y="136"/>
                      <a:pt x="609" y="136"/>
                      <a:pt x="609" y="136"/>
                    </a:cubicBezTo>
                    <a:cubicBezTo>
                      <a:pt x="614" y="135"/>
                      <a:pt x="618" y="135"/>
                      <a:pt x="622" y="135"/>
                    </a:cubicBezTo>
                    <a:cubicBezTo>
                      <a:pt x="625" y="135"/>
                      <a:pt x="629" y="135"/>
                      <a:pt x="632" y="134"/>
                    </a:cubicBezTo>
                    <a:cubicBezTo>
                      <a:pt x="632" y="134"/>
                      <a:pt x="632" y="133"/>
                      <a:pt x="632" y="132"/>
                    </a:cubicBezTo>
                    <a:cubicBezTo>
                      <a:pt x="632" y="125"/>
                      <a:pt x="630" y="119"/>
                      <a:pt x="630" y="113"/>
                    </a:cubicBezTo>
                    <a:cubicBezTo>
                      <a:pt x="630" y="113"/>
                      <a:pt x="630" y="113"/>
                      <a:pt x="630" y="113"/>
                    </a:cubicBezTo>
                    <a:cubicBezTo>
                      <a:pt x="630" y="110"/>
                      <a:pt x="630" y="107"/>
                      <a:pt x="630" y="104"/>
                    </a:cubicBezTo>
                    <a:cubicBezTo>
                      <a:pt x="630" y="100"/>
                      <a:pt x="630" y="95"/>
                      <a:pt x="630" y="91"/>
                    </a:cubicBezTo>
                    <a:cubicBezTo>
                      <a:pt x="630" y="84"/>
                      <a:pt x="630" y="77"/>
                      <a:pt x="630" y="69"/>
                    </a:cubicBezTo>
                    <a:cubicBezTo>
                      <a:pt x="630" y="69"/>
                      <a:pt x="630" y="69"/>
                      <a:pt x="630" y="69"/>
                    </a:cubicBezTo>
                    <a:cubicBezTo>
                      <a:pt x="632" y="69"/>
                      <a:pt x="633" y="69"/>
                      <a:pt x="635" y="69"/>
                    </a:cubicBezTo>
                    <a:cubicBezTo>
                      <a:pt x="635" y="79"/>
                      <a:pt x="636" y="89"/>
                      <a:pt x="636" y="98"/>
                    </a:cubicBezTo>
                    <a:cubicBezTo>
                      <a:pt x="636" y="106"/>
                      <a:pt x="636" y="114"/>
                      <a:pt x="636" y="123"/>
                    </a:cubicBezTo>
                    <a:cubicBezTo>
                      <a:pt x="636" y="123"/>
                      <a:pt x="636" y="123"/>
                      <a:pt x="636" y="123"/>
                    </a:cubicBezTo>
                    <a:cubicBezTo>
                      <a:pt x="636" y="124"/>
                      <a:pt x="636" y="124"/>
                      <a:pt x="636" y="124"/>
                    </a:cubicBezTo>
                    <a:cubicBezTo>
                      <a:pt x="636" y="125"/>
                      <a:pt x="636" y="126"/>
                      <a:pt x="636" y="126"/>
                    </a:cubicBezTo>
                    <a:cubicBezTo>
                      <a:pt x="636" y="126"/>
                      <a:pt x="636" y="126"/>
                      <a:pt x="636" y="126"/>
                    </a:cubicBezTo>
                    <a:cubicBezTo>
                      <a:pt x="637" y="128"/>
                      <a:pt x="638" y="129"/>
                      <a:pt x="639" y="129"/>
                    </a:cubicBezTo>
                    <a:cubicBezTo>
                      <a:pt x="639" y="129"/>
                      <a:pt x="639" y="129"/>
                      <a:pt x="639" y="129"/>
                    </a:cubicBezTo>
                    <a:cubicBezTo>
                      <a:pt x="639" y="129"/>
                      <a:pt x="639" y="129"/>
                      <a:pt x="639" y="129"/>
                    </a:cubicBezTo>
                    <a:cubicBezTo>
                      <a:pt x="639" y="129"/>
                      <a:pt x="639" y="129"/>
                      <a:pt x="639" y="129"/>
                    </a:cubicBezTo>
                    <a:cubicBezTo>
                      <a:pt x="639" y="129"/>
                      <a:pt x="639" y="129"/>
                      <a:pt x="639" y="129"/>
                    </a:cubicBezTo>
                    <a:cubicBezTo>
                      <a:pt x="641" y="129"/>
                      <a:pt x="642" y="129"/>
                      <a:pt x="643" y="129"/>
                    </a:cubicBezTo>
                    <a:cubicBezTo>
                      <a:pt x="643" y="129"/>
                      <a:pt x="643" y="129"/>
                      <a:pt x="643" y="129"/>
                    </a:cubicBezTo>
                    <a:cubicBezTo>
                      <a:pt x="643" y="129"/>
                      <a:pt x="644" y="129"/>
                      <a:pt x="644" y="129"/>
                    </a:cubicBezTo>
                    <a:cubicBezTo>
                      <a:pt x="644" y="129"/>
                      <a:pt x="645" y="129"/>
                      <a:pt x="645" y="129"/>
                    </a:cubicBezTo>
                    <a:cubicBezTo>
                      <a:pt x="645" y="129"/>
                      <a:pt x="645" y="129"/>
                      <a:pt x="645" y="129"/>
                    </a:cubicBezTo>
                    <a:cubicBezTo>
                      <a:pt x="645" y="129"/>
                      <a:pt x="645" y="129"/>
                      <a:pt x="645" y="129"/>
                    </a:cubicBezTo>
                    <a:cubicBezTo>
                      <a:pt x="645" y="129"/>
                      <a:pt x="645" y="129"/>
                      <a:pt x="645" y="129"/>
                    </a:cubicBezTo>
                    <a:cubicBezTo>
                      <a:pt x="646" y="129"/>
                      <a:pt x="647" y="129"/>
                      <a:pt x="648" y="129"/>
                    </a:cubicBezTo>
                    <a:cubicBezTo>
                      <a:pt x="650" y="129"/>
                      <a:pt x="651" y="129"/>
                      <a:pt x="652" y="129"/>
                    </a:cubicBezTo>
                    <a:cubicBezTo>
                      <a:pt x="652" y="129"/>
                      <a:pt x="652" y="129"/>
                      <a:pt x="653" y="129"/>
                    </a:cubicBezTo>
                    <a:cubicBezTo>
                      <a:pt x="653" y="129"/>
                      <a:pt x="653" y="129"/>
                      <a:pt x="653" y="129"/>
                    </a:cubicBezTo>
                    <a:cubicBezTo>
                      <a:pt x="653" y="129"/>
                      <a:pt x="653" y="129"/>
                      <a:pt x="653" y="129"/>
                    </a:cubicBezTo>
                    <a:cubicBezTo>
                      <a:pt x="653" y="129"/>
                      <a:pt x="653" y="129"/>
                      <a:pt x="653" y="129"/>
                    </a:cubicBezTo>
                    <a:cubicBezTo>
                      <a:pt x="653" y="129"/>
                      <a:pt x="653" y="129"/>
                      <a:pt x="653" y="129"/>
                    </a:cubicBezTo>
                    <a:cubicBezTo>
                      <a:pt x="653" y="129"/>
                      <a:pt x="654" y="129"/>
                      <a:pt x="654" y="129"/>
                    </a:cubicBezTo>
                    <a:cubicBezTo>
                      <a:pt x="654" y="129"/>
                      <a:pt x="655" y="129"/>
                      <a:pt x="655" y="129"/>
                    </a:cubicBezTo>
                    <a:cubicBezTo>
                      <a:pt x="655" y="129"/>
                      <a:pt x="655" y="129"/>
                      <a:pt x="655" y="129"/>
                    </a:cubicBezTo>
                    <a:cubicBezTo>
                      <a:pt x="655" y="129"/>
                      <a:pt x="655" y="129"/>
                      <a:pt x="655" y="129"/>
                    </a:cubicBezTo>
                    <a:cubicBezTo>
                      <a:pt x="655" y="123"/>
                      <a:pt x="655" y="117"/>
                      <a:pt x="655" y="110"/>
                    </a:cubicBezTo>
                    <a:cubicBezTo>
                      <a:pt x="655" y="107"/>
                      <a:pt x="655" y="103"/>
                      <a:pt x="655" y="99"/>
                    </a:cubicBezTo>
                    <a:cubicBezTo>
                      <a:pt x="655" y="98"/>
                      <a:pt x="655" y="97"/>
                      <a:pt x="655" y="97"/>
                    </a:cubicBezTo>
                    <a:cubicBezTo>
                      <a:pt x="655" y="90"/>
                      <a:pt x="654" y="82"/>
                      <a:pt x="654" y="75"/>
                    </a:cubicBezTo>
                    <a:cubicBezTo>
                      <a:pt x="654" y="73"/>
                      <a:pt x="654" y="71"/>
                      <a:pt x="655" y="69"/>
                    </a:cubicBezTo>
                    <a:cubicBezTo>
                      <a:pt x="660" y="68"/>
                      <a:pt x="665" y="68"/>
                      <a:pt x="670" y="67"/>
                    </a:cubicBezTo>
                    <a:cubicBezTo>
                      <a:pt x="678" y="67"/>
                      <a:pt x="686" y="66"/>
                      <a:pt x="694" y="66"/>
                    </a:cubicBezTo>
                    <a:cubicBezTo>
                      <a:pt x="709" y="66"/>
                      <a:pt x="723" y="65"/>
                      <a:pt x="737" y="65"/>
                    </a:cubicBezTo>
                    <a:cubicBezTo>
                      <a:pt x="741" y="65"/>
                      <a:pt x="746" y="64"/>
                      <a:pt x="750" y="64"/>
                    </a:cubicBezTo>
                    <a:cubicBezTo>
                      <a:pt x="750" y="64"/>
                      <a:pt x="750" y="64"/>
                      <a:pt x="750" y="64"/>
                    </a:cubicBezTo>
                    <a:cubicBezTo>
                      <a:pt x="750" y="64"/>
                      <a:pt x="750" y="64"/>
                      <a:pt x="750" y="64"/>
                    </a:cubicBezTo>
                    <a:cubicBezTo>
                      <a:pt x="751" y="64"/>
                      <a:pt x="752" y="64"/>
                      <a:pt x="752" y="64"/>
                    </a:cubicBezTo>
                    <a:cubicBezTo>
                      <a:pt x="752" y="64"/>
                      <a:pt x="752" y="64"/>
                      <a:pt x="752" y="64"/>
                    </a:cubicBezTo>
                    <a:cubicBezTo>
                      <a:pt x="752" y="64"/>
                      <a:pt x="752" y="64"/>
                      <a:pt x="752" y="64"/>
                    </a:cubicBezTo>
                    <a:cubicBezTo>
                      <a:pt x="752" y="64"/>
                      <a:pt x="752" y="64"/>
                      <a:pt x="752" y="64"/>
                    </a:cubicBezTo>
                    <a:cubicBezTo>
                      <a:pt x="753" y="64"/>
                      <a:pt x="754" y="64"/>
                      <a:pt x="754" y="64"/>
                    </a:cubicBezTo>
                    <a:cubicBezTo>
                      <a:pt x="755" y="64"/>
                      <a:pt x="756" y="64"/>
                      <a:pt x="757" y="64"/>
                    </a:cubicBezTo>
                    <a:cubicBezTo>
                      <a:pt x="757" y="70"/>
                      <a:pt x="757" y="75"/>
                      <a:pt x="757" y="80"/>
                    </a:cubicBezTo>
                    <a:cubicBezTo>
                      <a:pt x="757" y="84"/>
                      <a:pt x="757" y="87"/>
                      <a:pt x="756" y="90"/>
                    </a:cubicBezTo>
                    <a:cubicBezTo>
                      <a:pt x="756" y="95"/>
                      <a:pt x="756" y="100"/>
                      <a:pt x="756" y="105"/>
                    </a:cubicBezTo>
                    <a:cubicBezTo>
                      <a:pt x="756" y="107"/>
                      <a:pt x="756" y="108"/>
                      <a:pt x="756" y="110"/>
                    </a:cubicBezTo>
                    <a:cubicBezTo>
                      <a:pt x="756" y="112"/>
                      <a:pt x="756" y="114"/>
                      <a:pt x="756" y="116"/>
                    </a:cubicBezTo>
                    <a:cubicBezTo>
                      <a:pt x="756" y="116"/>
                      <a:pt x="756" y="116"/>
                      <a:pt x="756" y="116"/>
                    </a:cubicBezTo>
                    <a:cubicBezTo>
                      <a:pt x="756" y="117"/>
                      <a:pt x="756" y="118"/>
                      <a:pt x="757" y="119"/>
                    </a:cubicBezTo>
                    <a:cubicBezTo>
                      <a:pt x="757" y="119"/>
                      <a:pt x="757" y="119"/>
                      <a:pt x="757" y="119"/>
                    </a:cubicBezTo>
                    <a:cubicBezTo>
                      <a:pt x="757" y="119"/>
                      <a:pt x="758" y="119"/>
                      <a:pt x="759" y="119"/>
                    </a:cubicBezTo>
                    <a:cubicBezTo>
                      <a:pt x="759" y="119"/>
                      <a:pt x="760" y="119"/>
                      <a:pt x="760" y="119"/>
                    </a:cubicBezTo>
                    <a:cubicBezTo>
                      <a:pt x="760" y="119"/>
                      <a:pt x="760" y="119"/>
                      <a:pt x="760" y="119"/>
                    </a:cubicBezTo>
                    <a:cubicBezTo>
                      <a:pt x="760" y="119"/>
                      <a:pt x="760" y="119"/>
                      <a:pt x="760" y="119"/>
                    </a:cubicBezTo>
                    <a:cubicBezTo>
                      <a:pt x="760" y="119"/>
                      <a:pt x="760" y="119"/>
                      <a:pt x="760" y="119"/>
                    </a:cubicBezTo>
                    <a:cubicBezTo>
                      <a:pt x="761" y="119"/>
                      <a:pt x="761" y="119"/>
                      <a:pt x="762" y="119"/>
                    </a:cubicBezTo>
                    <a:cubicBezTo>
                      <a:pt x="762" y="119"/>
                      <a:pt x="762" y="119"/>
                      <a:pt x="762" y="119"/>
                    </a:cubicBezTo>
                    <a:cubicBezTo>
                      <a:pt x="765" y="119"/>
                      <a:pt x="769" y="120"/>
                      <a:pt x="772" y="120"/>
                    </a:cubicBezTo>
                    <a:cubicBezTo>
                      <a:pt x="772" y="120"/>
                      <a:pt x="772" y="120"/>
                      <a:pt x="772" y="120"/>
                    </a:cubicBezTo>
                    <a:cubicBezTo>
                      <a:pt x="772" y="120"/>
                      <a:pt x="773" y="120"/>
                      <a:pt x="773" y="120"/>
                    </a:cubicBezTo>
                    <a:cubicBezTo>
                      <a:pt x="773" y="120"/>
                      <a:pt x="773" y="120"/>
                      <a:pt x="773" y="120"/>
                    </a:cubicBezTo>
                    <a:cubicBezTo>
                      <a:pt x="773" y="120"/>
                      <a:pt x="773" y="120"/>
                      <a:pt x="773" y="120"/>
                    </a:cubicBezTo>
                    <a:cubicBezTo>
                      <a:pt x="773" y="120"/>
                      <a:pt x="773" y="120"/>
                      <a:pt x="773" y="120"/>
                    </a:cubicBezTo>
                    <a:cubicBezTo>
                      <a:pt x="776" y="120"/>
                      <a:pt x="780" y="119"/>
                      <a:pt x="783" y="118"/>
                    </a:cubicBezTo>
                    <a:cubicBezTo>
                      <a:pt x="783" y="118"/>
                      <a:pt x="783" y="118"/>
                      <a:pt x="783" y="118"/>
                    </a:cubicBezTo>
                    <a:cubicBezTo>
                      <a:pt x="783" y="118"/>
                      <a:pt x="783" y="118"/>
                      <a:pt x="783" y="118"/>
                    </a:cubicBezTo>
                    <a:cubicBezTo>
                      <a:pt x="783" y="118"/>
                      <a:pt x="783" y="118"/>
                      <a:pt x="783" y="118"/>
                    </a:cubicBezTo>
                    <a:cubicBezTo>
                      <a:pt x="783" y="118"/>
                      <a:pt x="783" y="118"/>
                      <a:pt x="783" y="118"/>
                    </a:cubicBezTo>
                    <a:cubicBezTo>
                      <a:pt x="783" y="118"/>
                      <a:pt x="784" y="118"/>
                      <a:pt x="784" y="118"/>
                    </a:cubicBezTo>
                    <a:cubicBezTo>
                      <a:pt x="784" y="118"/>
                      <a:pt x="784" y="118"/>
                      <a:pt x="784" y="118"/>
                    </a:cubicBezTo>
                    <a:cubicBezTo>
                      <a:pt x="784" y="118"/>
                      <a:pt x="784" y="118"/>
                      <a:pt x="784" y="118"/>
                    </a:cubicBezTo>
                    <a:cubicBezTo>
                      <a:pt x="784" y="113"/>
                      <a:pt x="783" y="109"/>
                      <a:pt x="783" y="104"/>
                    </a:cubicBezTo>
                    <a:cubicBezTo>
                      <a:pt x="783" y="103"/>
                      <a:pt x="783" y="101"/>
                      <a:pt x="783" y="99"/>
                    </a:cubicBezTo>
                    <a:cubicBezTo>
                      <a:pt x="783" y="96"/>
                      <a:pt x="783" y="93"/>
                      <a:pt x="783" y="91"/>
                    </a:cubicBezTo>
                    <a:cubicBezTo>
                      <a:pt x="783" y="90"/>
                      <a:pt x="783" y="90"/>
                      <a:pt x="783" y="90"/>
                    </a:cubicBezTo>
                    <a:cubicBezTo>
                      <a:pt x="783" y="88"/>
                      <a:pt x="783" y="85"/>
                      <a:pt x="783" y="82"/>
                    </a:cubicBezTo>
                    <a:cubicBezTo>
                      <a:pt x="783" y="80"/>
                      <a:pt x="783" y="79"/>
                      <a:pt x="783" y="77"/>
                    </a:cubicBezTo>
                    <a:cubicBezTo>
                      <a:pt x="783" y="77"/>
                      <a:pt x="783" y="76"/>
                      <a:pt x="783" y="76"/>
                    </a:cubicBezTo>
                    <a:cubicBezTo>
                      <a:pt x="783" y="73"/>
                      <a:pt x="783" y="71"/>
                      <a:pt x="783" y="68"/>
                    </a:cubicBezTo>
                    <a:cubicBezTo>
                      <a:pt x="783" y="67"/>
                      <a:pt x="783" y="65"/>
                      <a:pt x="783" y="63"/>
                    </a:cubicBezTo>
                    <a:cubicBezTo>
                      <a:pt x="783" y="63"/>
                      <a:pt x="783" y="63"/>
                      <a:pt x="783" y="63"/>
                    </a:cubicBezTo>
                    <a:cubicBezTo>
                      <a:pt x="784" y="63"/>
                      <a:pt x="784" y="63"/>
                      <a:pt x="784" y="63"/>
                    </a:cubicBezTo>
                    <a:cubicBezTo>
                      <a:pt x="784" y="63"/>
                      <a:pt x="784" y="63"/>
                      <a:pt x="784" y="63"/>
                    </a:cubicBezTo>
                    <a:cubicBezTo>
                      <a:pt x="784" y="63"/>
                      <a:pt x="785" y="63"/>
                      <a:pt x="785" y="63"/>
                    </a:cubicBezTo>
                    <a:cubicBezTo>
                      <a:pt x="785" y="63"/>
                      <a:pt x="785" y="63"/>
                      <a:pt x="785" y="63"/>
                    </a:cubicBezTo>
                    <a:cubicBezTo>
                      <a:pt x="785" y="63"/>
                      <a:pt x="785" y="63"/>
                      <a:pt x="785" y="63"/>
                    </a:cubicBezTo>
                    <a:cubicBezTo>
                      <a:pt x="786" y="63"/>
                      <a:pt x="786" y="63"/>
                      <a:pt x="786" y="63"/>
                    </a:cubicBezTo>
                    <a:cubicBezTo>
                      <a:pt x="787" y="63"/>
                      <a:pt x="788" y="63"/>
                      <a:pt x="788" y="63"/>
                    </a:cubicBezTo>
                    <a:cubicBezTo>
                      <a:pt x="789" y="63"/>
                      <a:pt x="789" y="63"/>
                      <a:pt x="789" y="63"/>
                    </a:cubicBezTo>
                    <a:cubicBezTo>
                      <a:pt x="789" y="63"/>
                      <a:pt x="790" y="63"/>
                      <a:pt x="790" y="63"/>
                    </a:cubicBezTo>
                    <a:cubicBezTo>
                      <a:pt x="796" y="62"/>
                      <a:pt x="802" y="62"/>
                      <a:pt x="809" y="62"/>
                    </a:cubicBezTo>
                    <a:cubicBezTo>
                      <a:pt x="809" y="62"/>
                      <a:pt x="809" y="62"/>
                      <a:pt x="809" y="62"/>
                    </a:cubicBezTo>
                    <a:cubicBezTo>
                      <a:pt x="809" y="62"/>
                      <a:pt x="809" y="62"/>
                      <a:pt x="809" y="62"/>
                    </a:cubicBezTo>
                    <a:cubicBezTo>
                      <a:pt x="809" y="62"/>
                      <a:pt x="809" y="62"/>
                      <a:pt x="809" y="62"/>
                    </a:cubicBezTo>
                    <a:cubicBezTo>
                      <a:pt x="809" y="62"/>
                      <a:pt x="810" y="62"/>
                      <a:pt x="810" y="62"/>
                    </a:cubicBezTo>
                    <a:cubicBezTo>
                      <a:pt x="810" y="62"/>
                      <a:pt x="810" y="62"/>
                      <a:pt x="810" y="62"/>
                    </a:cubicBezTo>
                    <a:cubicBezTo>
                      <a:pt x="811" y="62"/>
                      <a:pt x="811" y="62"/>
                      <a:pt x="811" y="62"/>
                    </a:cubicBezTo>
                    <a:cubicBezTo>
                      <a:pt x="811" y="62"/>
                      <a:pt x="811" y="62"/>
                      <a:pt x="811" y="62"/>
                    </a:cubicBezTo>
                    <a:cubicBezTo>
                      <a:pt x="811" y="62"/>
                      <a:pt x="811" y="62"/>
                      <a:pt x="811" y="62"/>
                    </a:cubicBezTo>
                    <a:cubicBezTo>
                      <a:pt x="811" y="62"/>
                      <a:pt x="811" y="62"/>
                      <a:pt x="811" y="62"/>
                    </a:cubicBezTo>
                    <a:cubicBezTo>
                      <a:pt x="811" y="62"/>
                      <a:pt x="811" y="62"/>
                      <a:pt x="811" y="62"/>
                    </a:cubicBezTo>
                    <a:cubicBezTo>
                      <a:pt x="814" y="62"/>
                      <a:pt x="817" y="62"/>
                      <a:pt x="820" y="62"/>
                    </a:cubicBezTo>
                    <a:cubicBezTo>
                      <a:pt x="820" y="62"/>
                      <a:pt x="820" y="62"/>
                      <a:pt x="820" y="62"/>
                    </a:cubicBezTo>
                    <a:cubicBezTo>
                      <a:pt x="820" y="62"/>
                      <a:pt x="821" y="62"/>
                      <a:pt x="821" y="62"/>
                    </a:cubicBezTo>
                    <a:cubicBezTo>
                      <a:pt x="821" y="62"/>
                      <a:pt x="821" y="61"/>
                      <a:pt x="822" y="61"/>
                    </a:cubicBezTo>
                    <a:cubicBezTo>
                      <a:pt x="822" y="61"/>
                      <a:pt x="822" y="61"/>
                      <a:pt x="822" y="61"/>
                    </a:cubicBezTo>
                    <a:cubicBezTo>
                      <a:pt x="822" y="61"/>
                      <a:pt x="822" y="61"/>
                      <a:pt x="822" y="61"/>
                    </a:cubicBezTo>
                    <a:cubicBezTo>
                      <a:pt x="822" y="61"/>
                      <a:pt x="822" y="61"/>
                      <a:pt x="822" y="61"/>
                    </a:cubicBezTo>
                    <a:cubicBezTo>
                      <a:pt x="825" y="61"/>
                      <a:pt x="829" y="61"/>
                      <a:pt x="832" y="61"/>
                    </a:cubicBezTo>
                    <a:cubicBezTo>
                      <a:pt x="832" y="61"/>
                      <a:pt x="832" y="61"/>
                      <a:pt x="832" y="61"/>
                    </a:cubicBezTo>
                    <a:cubicBezTo>
                      <a:pt x="832" y="61"/>
                      <a:pt x="832" y="61"/>
                      <a:pt x="832" y="61"/>
                    </a:cubicBezTo>
                    <a:cubicBezTo>
                      <a:pt x="832" y="61"/>
                      <a:pt x="832" y="61"/>
                      <a:pt x="832" y="61"/>
                    </a:cubicBezTo>
                    <a:cubicBezTo>
                      <a:pt x="834" y="61"/>
                      <a:pt x="836" y="61"/>
                      <a:pt x="838" y="61"/>
                    </a:cubicBezTo>
                    <a:cubicBezTo>
                      <a:pt x="838" y="61"/>
                      <a:pt x="838" y="61"/>
                      <a:pt x="838" y="61"/>
                    </a:cubicBezTo>
                    <a:cubicBezTo>
                      <a:pt x="838" y="61"/>
                      <a:pt x="838" y="61"/>
                      <a:pt x="838" y="61"/>
                    </a:cubicBezTo>
                    <a:cubicBezTo>
                      <a:pt x="838" y="65"/>
                      <a:pt x="838" y="70"/>
                      <a:pt x="838" y="74"/>
                    </a:cubicBezTo>
                    <a:cubicBezTo>
                      <a:pt x="838" y="77"/>
                      <a:pt x="838" y="80"/>
                      <a:pt x="838" y="83"/>
                    </a:cubicBezTo>
                    <a:cubicBezTo>
                      <a:pt x="838" y="85"/>
                      <a:pt x="838" y="87"/>
                      <a:pt x="838" y="89"/>
                    </a:cubicBezTo>
                    <a:cubicBezTo>
                      <a:pt x="839" y="95"/>
                      <a:pt x="839" y="101"/>
                      <a:pt x="840" y="107"/>
                    </a:cubicBezTo>
                    <a:cubicBezTo>
                      <a:pt x="840" y="108"/>
                      <a:pt x="840" y="109"/>
                      <a:pt x="840" y="109"/>
                    </a:cubicBezTo>
                    <a:cubicBezTo>
                      <a:pt x="840" y="111"/>
                      <a:pt x="840" y="112"/>
                      <a:pt x="840" y="113"/>
                    </a:cubicBezTo>
                    <a:cubicBezTo>
                      <a:pt x="839" y="116"/>
                      <a:pt x="839" y="119"/>
                      <a:pt x="839" y="122"/>
                    </a:cubicBezTo>
                    <a:cubicBezTo>
                      <a:pt x="839" y="126"/>
                      <a:pt x="839" y="131"/>
                      <a:pt x="840" y="136"/>
                    </a:cubicBezTo>
                    <a:cubicBezTo>
                      <a:pt x="840" y="136"/>
                      <a:pt x="840" y="136"/>
                      <a:pt x="840" y="136"/>
                    </a:cubicBezTo>
                    <a:cubicBezTo>
                      <a:pt x="840" y="136"/>
                      <a:pt x="840" y="136"/>
                      <a:pt x="841" y="136"/>
                    </a:cubicBezTo>
                    <a:cubicBezTo>
                      <a:pt x="842" y="137"/>
                      <a:pt x="842" y="137"/>
                      <a:pt x="843" y="138"/>
                    </a:cubicBezTo>
                    <a:cubicBezTo>
                      <a:pt x="843" y="138"/>
                      <a:pt x="843" y="138"/>
                      <a:pt x="843" y="138"/>
                    </a:cubicBezTo>
                    <a:cubicBezTo>
                      <a:pt x="844" y="138"/>
                      <a:pt x="844" y="138"/>
                      <a:pt x="844" y="138"/>
                    </a:cubicBezTo>
                    <a:cubicBezTo>
                      <a:pt x="847" y="139"/>
                      <a:pt x="849" y="141"/>
                      <a:pt x="853" y="141"/>
                    </a:cubicBezTo>
                    <a:cubicBezTo>
                      <a:pt x="853" y="141"/>
                      <a:pt x="853" y="141"/>
                      <a:pt x="853" y="141"/>
                    </a:cubicBezTo>
                    <a:cubicBezTo>
                      <a:pt x="853" y="141"/>
                      <a:pt x="853" y="141"/>
                      <a:pt x="853" y="141"/>
                    </a:cubicBezTo>
                    <a:cubicBezTo>
                      <a:pt x="853" y="141"/>
                      <a:pt x="853" y="141"/>
                      <a:pt x="853" y="141"/>
                    </a:cubicBezTo>
                    <a:cubicBezTo>
                      <a:pt x="853" y="141"/>
                      <a:pt x="854" y="141"/>
                      <a:pt x="855" y="141"/>
                    </a:cubicBezTo>
                    <a:cubicBezTo>
                      <a:pt x="855" y="141"/>
                      <a:pt x="855" y="141"/>
                      <a:pt x="855" y="141"/>
                    </a:cubicBezTo>
                    <a:cubicBezTo>
                      <a:pt x="855" y="141"/>
                      <a:pt x="855" y="141"/>
                      <a:pt x="855" y="141"/>
                    </a:cubicBezTo>
                    <a:cubicBezTo>
                      <a:pt x="855" y="141"/>
                      <a:pt x="855" y="141"/>
                      <a:pt x="855" y="141"/>
                    </a:cubicBezTo>
                    <a:cubicBezTo>
                      <a:pt x="855" y="141"/>
                      <a:pt x="855" y="141"/>
                      <a:pt x="855" y="141"/>
                    </a:cubicBezTo>
                    <a:cubicBezTo>
                      <a:pt x="855" y="140"/>
                      <a:pt x="856" y="140"/>
                      <a:pt x="857" y="140"/>
                    </a:cubicBezTo>
                    <a:cubicBezTo>
                      <a:pt x="857" y="140"/>
                      <a:pt x="857" y="140"/>
                      <a:pt x="857" y="140"/>
                    </a:cubicBezTo>
                    <a:cubicBezTo>
                      <a:pt x="857" y="140"/>
                      <a:pt x="857" y="140"/>
                      <a:pt x="857" y="140"/>
                    </a:cubicBezTo>
                    <a:cubicBezTo>
                      <a:pt x="858" y="140"/>
                      <a:pt x="859" y="140"/>
                      <a:pt x="860" y="141"/>
                    </a:cubicBezTo>
                    <a:cubicBezTo>
                      <a:pt x="862" y="141"/>
                      <a:pt x="863" y="141"/>
                      <a:pt x="864" y="141"/>
                    </a:cubicBezTo>
                    <a:cubicBezTo>
                      <a:pt x="864" y="141"/>
                      <a:pt x="864" y="141"/>
                      <a:pt x="864" y="141"/>
                    </a:cubicBezTo>
                    <a:cubicBezTo>
                      <a:pt x="864" y="141"/>
                      <a:pt x="864" y="141"/>
                      <a:pt x="864" y="141"/>
                    </a:cubicBezTo>
                    <a:cubicBezTo>
                      <a:pt x="866" y="141"/>
                      <a:pt x="868" y="140"/>
                      <a:pt x="869" y="139"/>
                    </a:cubicBezTo>
                    <a:cubicBezTo>
                      <a:pt x="869" y="139"/>
                      <a:pt x="869" y="139"/>
                      <a:pt x="870" y="139"/>
                    </a:cubicBezTo>
                    <a:cubicBezTo>
                      <a:pt x="870" y="139"/>
                      <a:pt x="870" y="139"/>
                      <a:pt x="870" y="139"/>
                    </a:cubicBezTo>
                    <a:cubicBezTo>
                      <a:pt x="870" y="139"/>
                      <a:pt x="870" y="139"/>
                      <a:pt x="870" y="139"/>
                    </a:cubicBezTo>
                    <a:cubicBezTo>
                      <a:pt x="870" y="136"/>
                      <a:pt x="870" y="134"/>
                      <a:pt x="870" y="131"/>
                    </a:cubicBezTo>
                    <a:cubicBezTo>
                      <a:pt x="870" y="131"/>
                      <a:pt x="870" y="131"/>
                      <a:pt x="870" y="131"/>
                    </a:cubicBezTo>
                    <a:cubicBezTo>
                      <a:pt x="873" y="131"/>
                      <a:pt x="877" y="131"/>
                      <a:pt x="880" y="131"/>
                    </a:cubicBezTo>
                    <a:cubicBezTo>
                      <a:pt x="882" y="130"/>
                      <a:pt x="882" y="127"/>
                      <a:pt x="882" y="125"/>
                    </a:cubicBezTo>
                    <a:cubicBezTo>
                      <a:pt x="882" y="125"/>
                      <a:pt x="882" y="125"/>
                      <a:pt x="882" y="124"/>
                    </a:cubicBezTo>
                    <a:cubicBezTo>
                      <a:pt x="882" y="105"/>
                      <a:pt x="882" y="85"/>
                      <a:pt x="882" y="66"/>
                    </a:cubicBezTo>
                    <a:cubicBezTo>
                      <a:pt x="882" y="65"/>
                      <a:pt x="882" y="65"/>
                      <a:pt x="882" y="64"/>
                    </a:cubicBezTo>
                    <a:cubicBezTo>
                      <a:pt x="882" y="63"/>
                      <a:pt x="882" y="61"/>
                      <a:pt x="882" y="60"/>
                    </a:cubicBezTo>
                    <a:cubicBezTo>
                      <a:pt x="882" y="60"/>
                      <a:pt x="882" y="60"/>
                      <a:pt x="882" y="60"/>
                    </a:cubicBezTo>
                    <a:cubicBezTo>
                      <a:pt x="882" y="60"/>
                      <a:pt x="882" y="60"/>
                      <a:pt x="882" y="60"/>
                    </a:cubicBezTo>
                    <a:cubicBezTo>
                      <a:pt x="882" y="60"/>
                      <a:pt x="882" y="60"/>
                      <a:pt x="882" y="60"/>
                    </a:cubicBezTo>
                    <a:cubicBezTo>
                      <a:pt x="883" y="60"/>
                      <a:pt x="883" y="60"/>
                      <a:pt x="883" y="60"/>
                    </a:cubicBezTo>
                    <a:cubicBezTo>
                      <a:pt x="883" y="60"/>
                      <a:pt x="884" y="60"/>
                      <a:pt x="884" y="60"/>
                    </a:cubicBezTo>
                    <a:cubicBezTo>
                      <a:pt x="884" y="60"/>
                      <a:pt x="884" y="60"/>
                      <a:pt x="884" y="60"/>
                    </a:cubicBezTo>
                    <a:cubicBezTo>
                      <a:pt x="885" y="60"/>
                      <a:pt x="887" y="60"/>
                      <a:pt x="888" y="59"/>
                    </a:cubicBezTo>
                    <a:cubicBezTo>
                      <a:pt x="888" y="59"/>
                      <a:pt x="888" y="59"/>
                      <a:pt x="888" y="59"/>
                    </a:cubicBezTo>
                    <a:cubicBezTo>
                      <a:pt x="888" y="59"/>
                      <a:pt x="888" y="59"/>
                      <a:pt x="888" y="59"/>
                    </a:cubicBezTo>
                    <a:cubicBezTo>
                      <a:pt x="890" y="59"/>
                      <a:pt x="891" y="59"/>
                      <a:pt x="893" y="59"/>
                    </a:cubicBezTo>
                    <a:cubicBezTo>
                      <a:pt x="893" y="59"/>
                      <a:pt x="893" y="59"/>
                      <a:pt x="893" y="59"/>
                    </a:cubicBezTo>
                    <a:cubicBezTo>
                      <a:pt x="893" y="59"/>
                      <a:pt x="893" y="59"/>
                      <a:pt x="893" y="59"/>
                    </a:cubicBezTo>
                    <a:cubicBezTo>
                      <a:pt x="893" y="59"/>
                      <a:pt x="893" y="59"/>
                      <a:pt x="893" y="59"/>
                    </a:cubicBezTo>
                    <a:cubicBezTo>
                      <a:pt x="893" y="59"/>
                      <a:pt x="893" y="59"/>
                      <a:pt x="893" y="59"/>
                    </a:cubicBezTo>
                    <a:cubicBezTo>
                      <a:pt x="893" y="59"/>
                      <a:pt x="893" y="59"/>
                      <a:pt x="894" y="59"/>
                    </a:cubicBezTo>
                    <a:cubicBezTo>
                      <a:pt x="894" y="59"/>
                      <a:pt x="894" y="59"/>
                      <a:pt x="894" y="59"/>
                    </a:cubicBezTo>
                    <a:cubicBezTo>
                      <a:pt x="894" y="59"/>
                      <a:pt x="895" y="59"/>
                      <a:pt x="895" y="59"/>
                    </a:cubicBezTo>
                    <a:cubicBezTo>
                      <a:pt x="895" y="59"/>
                      <a:pt x="896" y="59"/>
                      <a:pt x="896" y="59"/>
                    </a:cubicBezTo>
                    <a:cubicBezTo>
                      <a:pt x="896" y="59"/>
                      <a:pt x="896" y="59"/>
                      <a:pt x="896" y="59"/>
                    </a:cubicBezTo>
                    <a:cubicBezTo>
                      <a:pt x="896" y="59"/>
                      <a:pt x="896" y="59"/>
                      <a:pt x="896" y="59"/>
                    </a:cubicBezTo>
                    <a:cubicBezTo>
                      <a:pt x="896" y="59"/>
                      <a:pt x="896" y="59"/>
                      <a:pt x="896" y="59"/>
                    </a:cubicBezTo>
                    <a:cubicBezTo>
                      <a:pt x="896" y="59"/>
                      <a:pt x="896" y="59"/>
                      <a:pt x="896" y="59"/>
                    </a:cubicBezTo>
                    <a:cubicBezTo>
                      <a:pt x="896" y="61"/>
                      <a:pt x="896" y="63"/>
                      <a:pt x="896" y="65"/>
                    </a:cubicBezTo>
                    <a:cubicBezTo>
                      <a:pt x="896" y="65"/>
                      <a:pt x="896" y="65"/>
                      <a:pt x="896" y="65"/>
                    </a:cubicBezTo>
                    <a:cubicBezTo>
                      <a:pt x="896" y="73"/>
                      <a:pt x="896" y="80"/>
                      <a:pt x="896" y="88"/>
                    </a:cubicBezTo>
                    <a:cubicBezTo>
                      <a:pt x="896" y="97"/>
                      <a:pt x="896" y="106"/>
                      <a:pt x="896" y="115"/>
                    </a:cubicBezTo>
                    <a:cubicBezTo>
                      <a:pt x="896" y="115"/>
                      <a:pt x="896" y="115"/>
                      <a:pt x="896" y="115"/>
                    </a:cubicBezTo>
                    <a:cubicBezTo>
                      <a:pt x="896" y="116"/>
                      <a:pt x="896" y="117"/>
                      <a:pt x="896" y="118"/>
                    </a:cubicBezTo>
                    <a:cubicBezTo>
                      <a:pt x="896" y="119"/>
                      <a:pt x="896" y="120"/>
                      <a:pt x="896" y="120"/>
                    </a:cubicBezTo>
                    <a:cubicBezTo>
                      <a:pt x="902" y="120"/>
                      <a:pt x="907" y="120"/>
                      <a:pt x="912" y="120"/>
                    </a:cubicBezTo>
                    <a:cubicBezTo>
                      <a:pt x="916" y="120"/>
                      <a:pt x="921" y="120"/>
                      <a:pt x="925" y="120"/>
                    </a:cubicBezTo>
                    <a:cubicBezTo>
                      <a:pt x="926" y="118"/>
                      <a:pt x="926" y="116"/>
                      <a:pt x="926" y="115"/>
                    </a:cubicBezTo>
                    <a:cubicBezTo>
                      <a:pt x="926" y="112"/>
                      <a:pt x="925" y="109"/>
                      <a:pt x="925" y="106"/>
                    </a:cubicBezTo>
                    <a:cubicBezTo>
                      <a:pt x="925" y="105"/>
                      <a:pt x="925" y="105"/>
                      <a:pt x="926" y="104"/>
                    </a:cubicBezTo>
                    <a:cubicBezTo>
                      <a:pt x="926" y="99"/>
                      <a:pt x="926" y="94"/>
                      <a:pt x="926" y="89"/>
                    </a:cubicBezTo>
                    <a:cubicBezTo>
                      <a:pt x="927" y="88"/>
                      <a:pt x="927" y="87"/>
                      <a:pt x="927" y="86"/>
                    </a:cubicBezTo>
                    <a:cubicBezTo>
                      <a:pt x="927" y="84"/>
                      <a:pt x="926" y="81"/>
                      <a:pt x="926" y="78"/>
                    </a:cubicBezTo>
                    <a:cubicBezTo>
                      <a:pt x="926" y="77"/>
                      <a:pt x="926" y="75"/>
                      <a:pt x="927" y="73"/>
                    </a:cubicBezTo>
                    <a:cubicBezTo>
                      <a:pt x="927" y="73"/>
                      <a:pt x="927" y="73"/>
                      <a:pt x="927" y="72"/>
                    </a:cubicBezTo>
                    <a:cubicBezTo>
                      <a:pt x="927" y="68"/>
                      <a:pt x="926" y="65"/>
                      <a:pt x="926" y="61"/>
                    </a:cubicBezTo>
                    <a:cubicBezTo>
                      <a:pt x="926" y="60"/>
                      <a:pt x="926" y="59"/>
                      <a:pt x="926" y="58"/>
                    </a:cubicBezTo>
                    <a:cubicBezTo>
                      <a:pt x="931" y="58"/>
                      <a:pt x="935" y="57"/>
                      <a:pt x="939" y="57"/>
                    </a:cubicBezTo>
                    <a:cubicBezTo>
                      <a:pt x="950" y="56"/>
                      <a:pt x="961" y="56"/>
                      <a:pt x="973" y="56"/>
                    </a:cubicBezTo>
                    <a:cubicBezTo>
                      <a:pt x="988" y="55"/>
                      <a:pt x="1003" y="55"/>
                      <a:pt x="1017" y="54"/>
                    </a:cubicBezTo>
                    <a:cubicBezTo>
                      <a:pt x="1020" y="54"/>
                      <a:pt x="1023" y="54"/>
                      <a:pt x="1025" y="53"/>
                    </a:cubicBezTo>
                    <a:cubicBezTo>
                      <a:pt x="1027" y="48"/>
                      <a:pt x="1028" y="43"/>
                      <a:pt x="1028" y="38"/>
                    </a:cubicBezTo>
                    <a:cubicBezTo>
                      <a:pt x="1028" y="36"/>
                      <a:pt x="1028" y="33"/>
                      <a:pt x="1028" y="31"/>
                    </a:cubicBezTo>
                    <a:cubicBezTo>
                      <a:pt x="1026" y="30"/>
                      <a:pt x="1024" y="28"/>
                      <a:pt x="1022" y="27"/>
                    </a:cubicBezTo>
                    <a:cubicBezTo>
                      <a:pt x="1015" y="25"/>
                      <a:pt x="1009" y="25"/>
                      <a:pt x="1002" y="24"/>
                    </a:cubicBezTo>
                    <a:cubicBezTo>
                      <a:pt x="999" y="23"/>
                      <a:pt x="996" y="24"/>
                      <a:pt x="993" y="23"/>
                    </a:cubicBezTo>
                    <a:cubicBezTo>
                      <a:pt x="989" y="23"/>
                      <a:pt x="984" y="22"/>
                      <a:pt x="979" y="22"/>
                    </a:cubicBezTo>
                    <a:cubicBezTo>
                      <a:pt x="974" y="21"/>
                      <a:pt x="968" y="21"/>
                      <a:pt x="963" y="20"/>
                    </a:cubicBezTo>
                    <a:cubicBezTo>
                      <a:pt x="956" y="20"/>
                      <a:pt x="949" y="19"/>
                      <a:pt x="942" y="18"/>
                    </a:cubicBezTo>
                    <a:cubicBezTo>
                      <a:pt x="933" y="18"/>
                      <a:pt x="924" y="17"/>
                      <a:pt x="916" y="16"/>
                    </a:cubicBezTo>
                    <a:cubicBezTo>
                      <a:pt x="908" y="16"/>
                      <a:pt x="899" y="15"/>
                      <a:pt x="891" y="14"/>
                    </a:cubicBezTo>
                    <a:cubicBezTo>
                      <a:pt x="887" y="14"/>
                      <a:pt x="883" y="13"/>
                      <a:pt x="879" y="13"/>
                    </a:cubicBezTo>
                    <a:cubicBezTo>
                      <a:pt x="873" y="12"/>
                      <a:pt x="867" y="12"/>
                      <a:pt x="861" y="11"/>
                    </a:cubicBezTo>
                    <a:cubicBezTo>
                      <a:pt x="852" y="11"/>
                      <a:pt x="842" y="10"/>
                      <a:pt x="833" y="10"/>
                    </a:cubicBezTo>
                    <a:cubicBezTo>
                      <a:pt x="829" y="10"/>
                      <a:pt x="824" y="9"/>
                      <a:pt x="819" y="9"/>
                    </a:cubicBezTo>
                    <a:cubicBezTo>
                      <a:pt x="812" y="8"/>
                      <a:pt x="805" y="7"/>
                      <a:pt x="797" y="7"/>
                    </a:cubicBezTo>
                    <a:cubicBezTo>
                      <a:pt x="788" y="6"/>
                      <a:pt x="778" y="6"/>
                      <a:pt x="768" y="6"/>
                    </a:cubicBezTo>
                    <a:cubicBezTo>
                      <a:pt x="762" y="5"/>
                      <a:pt x="755" y="4"/>
                      <a:pt x="749" y="4"/>
                    </a:cubicBezTo>
                    <a:cubicBezTo>
                      <a:pt x="743" y="3"/>
                      <a:pt x="737" y="2"/>
                      <a:pt x="731" y="2"/>
                    </a:cubicBezTo>
                    <a:cubicBezTo>
                      <a:pt x="726" y="1"/>
                      <a:pt x="722" y="0"/>
                      <a:pt x="717" y="0"/>
                    </a:cubicBezTo>
                    <a:cubicBezTo>
                      <a:pt x="717" y="0"/>
                      <a:pt x="717" y="0"/>
                      <a:pt x="717" y="0"/>
                    </a:cubicBezTo>
                    <a:cubicBezTo>
                      <a:pt x="717" y="0"/>
                      <a:pt x="717" y="0"/>
                      <a:pt x="717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0" name="Freeform 8">
                <a:extLst>
                  <a:ext uri="{FF2B5EF4-FFF2-40B4-BE49-F238E27FC236}">
                    <a16:creationId xmlns:a16="http://schemas.microsoft.com/office/drawing/2014/main" id="{12E6C085-72E0-4BCF-9A10-5D59DE6E82D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44" y="630"/>
                <a:ext cx="1319" cy="1505"/>
              </a:xfrm>
              <a:custGeom>
                <a:avLst/>
                <a:gdLst>
                  <a:gd name="T0" fmla="*/ 146 w 906"/>
                  <a:gd name="T1" fmla="*/ 875 h 1034"/>
                  <a:gd name="T2" fmla="*/ 222 w 906"/>
                  <a:gd name="T3" fmla="*/ 445 h 1034"/>
                  <a:gd name="T4" fmla="*/ 318 w 906"/>
                  <a:gd name="T5" fmla="*/ 478 h 1034"/>
                  <a:gd name="T6" fmla="*/ 324 w 906"/>
                  <a:gd name="T7" fmla="*/ 711 h 1034"/>
                  <a:gd name="T8" fmla="*/ 283 w 906"/>
                  <a:gd name="T9" fmla="*/ 788 h 1034"/>
                  <a:gd name="T10" fmla="*/ 320 w 906"/>
                  <a:gd name="T11" fmla="*/ 679 h 1034"/>
                  <a:gd name="T12" fmla="*/ 173 w 906"/>
                  <a:gd name="T13" fmla="*/ 613 h 1034"/>
                  <a:gd name="T14" fmla="*/ 220 w 906"/>
                  <a:gd name="T15" fmla="*/ 449 h 1034"/>
                  <a:gd name="T16" fmla="*/ 578 w 906"/>
                  <a:gd name="T17" fmla="*/ 294 h 1034"/>
                  <a:gd name="T18" fmla="*/ 571 w 906"/>
                  <a:gd name="T19" fmla="*/ 304 h 1034"/>
                  <a:gd name="T20" fmla="*/ 585 w 906"/>
                  <a:gd name="T21" fmla="*/ 207 h 1034"/>
                  <a:gd name="T22" fmla="*/ 485 w 906"/>
                  <a:gd name="T23" fmla="*/ 212 h 1034"/>
                  <a:gd name="T24" fmla="*/ 560 w 906"/>
                  <a:gd name="T25" fmla="*/ 196 h 1034"/>
                  <a:gd name="T26" fmla="*/ 415 w 906"/>
                  <a:gd name="T27" fmla="*/ 193 h 1034"/>
                  <a:gd name="T28" fmla="*/ 464 w 906"/>
                  <a:gd name="T29" fmla="*/ 195 h 1034"/>
                  <a:gd name="T30" fmla="*/ 386 w 906"/>
                  <a:gd name="T31" fmla="*/ 216 h 1034"/>
                  <a:gd name="T32" fmla="*/ 673 w 906"/>
                  <a:gd name="T33" fmla="*/ 193 h 1034"/>
                  <a:gd name="T34" fmla="*/ 609 w 906"/>
                  <a:gd name="T35" fmla="*/ 157 h 1034"/>
                  <a:gd name="T36" fmla="*/ 609 w 906"/>
                  <a:gd name="T37" fmla="*/ 208 h 1034"/>
                  <a:gd name="T38" fmla="*/ 481 w 906"/>
                  <a:gd name="T39" fmla="*/ 211 h 1034"/>
                  <a:gd name="T40" fmla="*/ 613 w 906"/>
                  <a:gd name="T41" fmla="*/ 3 h 1034"/>
                  <a:gd name="T42" fmla="*/ 721 w 906"/>
                  <a:gd name="T43" fmla="*/ 201 h 1034"/>
                  <a:gd name="T44" fmla="*/ 515 w 906"/>
                  <a:gd name="T45" fmla="*/ 178 h 1034"/>
                  <a:gd name="T46" fmla="*/ 437 w 906"/>
                  <a:gd name="T47" fmla="*/ 192 h 1034"/>
                  <a:gd name="T48" fmla="*/ 495 w 906"/>
                  <a:gd name="T49" fmla="*/ 33 h 1034"/>
                  <a:gd name="T50" fmla="*/ 488 w 906"/>
                  <a:gd name="T51" fmla="*/ 30 h 1034"/>
                  <a:gd name="T52" fmla="*/ 386 w 906"/>
                  <a:gd name="T53" fmla="*/ 218 h 1034"/>
                  <a:gd name="T54" fmla="*/ 446 w 906"/>
                  <a:gd name="T55" fmla="*/ 211 h 1034"/>
                  <a:gd name="T56" fmla="*/ 494 w 906"/>
                  <a:gd name="T57" fmla="*/ 435 h 1034"/>
                  <a:gd name="T58" fmla="*/ 492 w 906"/>
                  <a:gd name="T59" fmla="*/ 439 h 1034"/>
                  <a:gd name="T60" fmla="*/ 519 w 906"/>
                  <a:gd name="T61" fmla="*/ 435 h 1034"/>
                  <a:gd name="T62" fmla="*/ 268 w 906"/>
                  <a:gd name="T63" fmla="*/ 462 h 1034"/>
                  <a:gd name="T64" fmla="*/ 177 w 906"/>
                  <a:gd name="T65" fmla="*/ 674 h 1034"/>
                  <a:gd name="T66" fmla="*/ 1 w 906"/>
                  <a:gd name="T67" fmla="*/ 785 h 1034"/>
                  <a:gd name="T68" fmla="*/ 262 w 906"/>
                  <a:gd name="T69" fmla="*/ 851 h 1034"/>
                  <a:gd name="T70" fmla="*/ 232 w 906"/>
                  <a:gd name="T71" fmla="*/ 852 h 1034"/>
                  <a:gd name="T72" fmla="*/ 113 w 906"/>
                  <a:gd name="T73" fmla="*/ 855 h 1034"/>
                  <a:gd name="T74" fmla="*/ 17 w 906"/>
                  <a:gd name="T75" fmla="*/ 855 h 1034"/>
                  <a:gd name="T76" fmla="*/ 120 w 906"/>
                  <a:gd name="T77" fmla="*/ 858 h 1034"/>
                  <a:gd name="T78" fmla="*/ 177 w 906"/>
                  <a:gd name="T79" fmla="*/ 921 h 1034"/>
                  <a:gd name="T80" fmla="*/ 271 w 906"/>
                  <a:gd name="T81" fmla="*/ 940 h 1034"/>
                  <a:gd name="T82" fmla="*/ 407 w 906"/>
                  <a:gd name="T83" fmla="*/ 901 h 1034"/>
                  <a:gd name="T84" fmla="*/ 238 w 906"/>
                  <a:gd name="T85" fmla="*/ 855 h 1034"/>
                  <a:gd name="T86" fmla="*/ 387 w 906"/>
                  <a:gd name="T87" fmla="*/ 853 h 1034"/>
                  <a:gd name="T88" fmla="*/ 565 w 906"/>
                  <a:gd name="T89" fmla="*/ 1008 h 1034"/>
                  <a:gd name="T90" fmla="*/ 711 w 906"/>
                  <a:gd name="T91" fmla="*/ 1034 h 1034"/>
                  <a:gd name="T92" fmla="*/ 891 w 906"/>
                  <a:gd name="T93" fmla="*/ 652 h 1034"/>
                  <a:gd name="T94" fmla="*/ 666 w 906"/>
                  <a:gd name="T95" fmla="*/ 345 h 1034"/>
                  <a:gd name="T96" fmla="*/ 644 w 906"/>
                  <a:gd name="T97" fmla="*/ 341 h 1034"/>
                  <a:gd name="T98" fmla="*/ 539 w 906"/>
                  <a:gd name="T99" fmla="*/ 470 h 1034"/>
                  <a:gd name="T100" fmla="*/ 893 w 906"/>
                  <a:gd name="T101" fmla="*/ 679 h 1034"/>
                  <a:gd name="T102" fmla="*/ 706 w 906"/>
                  <a:gd name="T103" fmla="*/ 1030 h 1034"/>
                  <a:gd name="T104" fmla="*/ 483 w 906"/>
                  <a:gd name="T105" fmla="*/ 797 h 1034"/>
                  <a:gd name="T106" fmla="*/ 377 w 906"/>
                  <a:gd name="T107" fmla="*/ 842 h 1034"/>
                  <a:gd name="T108" fmla="*/ 514 w 906"/>
                  <a:gd name="T109" fmla="*/ 488 h 1034"/>
                  <a:gd name="T110" fmla="*/ 573 w 906"/>
                  <a:gd name="T111" fmla="*/ 410 h 1034"/>
                  <a:gd name="T112" fmla="*/ 498 w 906"/>
                  <a:gd name="T113" fmla="*/ 343 h 1034"/>
                  <a:gd name="T114" fmla="*/ 586 w 906"/>
                  <a:gd name="T115" fmla="*/ 299 h 1034"/>
                  <a:gd name="T116" fmla="*/ 638 w 906"/>
                  <a:gd name="T117" fmla="*/ 323 h 1034"/>
                  <a:gd name="T118" fmla="*/ 665 w 906"/>
                  <a:gd name="T119" fmla="*/ 215 h 1034"/>
                  <a:gd name="T120" fmla="*/ 679 w 906"/>
                  <a:gd name="T121" fmla="*/ 232 h 1034"/>
                  <a:gd name="T122" fmla="*/ 676 w 906"/>
                  <a:gd name="T123" fmla="*/ 192 h 1034"/>
                  <a:gd name="T124" fmla="*/ 721 w 906"/>
                  <a:gd name="T125" fmla="*/ 115 h 10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906" h="1034">
                    <a:moveTo>
                      <a:pt x="159" y="857"/>
                    </a:moveTo>
                    <a:cubicBezTo>
                      <a:pt x="159" y="857"/>
                      <a:pt x="159" y="857"/>
                      <a:pt x="159" y="857"/>
                    </a:cubicBezTo>
                    <a:cubicBezTo>
                      <a:pt x="173" y="857"/>
                      <a:pt x="186" y="857"/>
                      <a:pt x="200" y="856"/>
                    </a:cubicBezTo>
                    <a:cubicBezTo>
                      <a:pt x="207" y="856"/>
                      <a:pt x="214" y="856"/>
                      <a:pt x="220" y="855"/>
                    </a:cubicBezTo>
                    <a:cubicBezTo>
                      <a:pt x="225" y="855"/>
                      <a:pt x="230" y="854"/>
                      <a:pt x="235" y="854"/>
                    </a:cubicBezTo>
                    <a:cubicBezTo>
                      <a:pt x="238" y="865"/>
                      <a:pt x="241" y="875"/>
                      <a:pt x="244" y="885"/>
                    </a:cubicBezTo>
                    <a:cubicBezTo>
                      <a:pt x="246" y="894"/>
                      <a:pt x="249" y="903"/>
                      <a:pt x="249" y="912"/>
                    </a:cubicBezTo>
                    <a:cubicBezTo>
                      <a:pt x="249" y="912"/>
                      <a:pt x="249" y="912"/>
                      <a:pt x="249" y="913"/>
                    </a:cubicBezTo>
                    <a:cubicBezTo>
                      <a:pt x="249" y="913"/>
                      <a:pt x="249" y="913"/>
                      <a:pt x="249" y="913"/>
                    </a:cubicBezTo>
                    <a:cubicBezTo>
                      <a:pt x="249" y="916"/>
                      <a:pt x="251" y="919"/>
                      <a:pt x="254" y="921"/>
                    </a:cubicBezTo>
                    <a:cubicBezTo>
                      <a:pt x="258" y="924"/>
                      <a:pt x="262" y="927"/>
                      <a:pt x="266" y="930"/>
                    </a:cubicBezTo>
                    <a:cubicBezTo>
                      <a:pt x="268" y="932"/>
                      <a:pt x="270" y="934"/>
                      <a:pt x="272" y="937"/>
                    </a:cubicBezTo>
                    <a:cubicBezTo>
                      <a:pt x="272" y="937"/>
                      <a:pt x="272" y="937"/>
                      <a:pt x="272" y="937"/>
                    </a:cubicBezTo>
                    <a:cubicBezTo>
                      <a:pt x="272" y="937"/>
                      <a:pt x="272" y="937"/>
                      <a:pt x="272" y="937"/>
                    </a:cubicBezTo>
                    <a:cubicBezTo>
                      <a:pt x="267" y="936"/>
                      <a:pt x="261" y="936"/>
                      <a:pt x="255" y="935"/>
                    </a:cubicBezTo>
                    <a:cubicBezTo>
                      <a:pt x="247" y="934"/>
                      <a:pt x="238" y="932"/>
                      <a:pt x="229" y="931"/>
                    </a:cubicBezTo>
                    <a:cubicBezTo>
                      <a:pt x="221" y="930"/>
                      <a:pt x="213" y="928"/>
                      <a:pt x="205" y="925"/>
                    </a:cubicBezTo>
                    <a:cubicBezTo>
                      <a:pt x="196" y="922"/>
                      <a:pt x="187" y="919"/>
                      <a:pt x="179" y="916"/>
                    </a:cubicBezTo>
                    <a:cubicBezTo>
                      <a:pt x="176" y="915"/>
                      <a:pt x="174" y="913"/>
                      <a:pt x="172" y="911"/>
                    </a:cubicBezTo>
                    <a:cubicBezTo>
                      <a:pt x="164" y="901"/>
                      <a:pt x="156" y="891"/>
                      <a:pt x="148" y="881"/>
                    </a:cubicBezTo>
                    <a:cubicBezTo>
                      <a:pt x="147" y="879"/>
                      <a:pt x="146" y="878"/>
                      <a:pt x="146" y="876"/>
                    </a:cubicBezTo>
                    <a:cubicBezTo>
                      <a:pt x="146" y="876"/>
                      <a:pt x="146" y="875"/>
                      <a:pt x="146" y="875"/>
                    </a:cubicBezTo>
                    <a:cubicBezTo>
                      <a:pt x="146" y="875"/>
                      <a:pt x="146" y="875"/>
                      <a:pt x="146" y="874"/>
                    </a:cubicBezTo>
                    <a:cubicBezTo>
                      <a:pt x="146" y="874"/>
                      <a:pt x="145" y="873"/>
                      <a:pt x="145" y="872"/>
                    </a:cubicBezTo>
                    <a:cubicBezTo>
                      <a:pt x="142" y="867"/>
                      <a:pt x="139" y="863"/>
                      <a:pt x="135" y="858"/>
                    </a:cubicBezTo>
                    <a:cubicBezTo>
                      <a:pt x="135" y="858"/>
                      <a:pt x="135" y="858"/>
                      <a:pt x="135" y="858"/>
                    </a:cubicBezTo>
                    <a:cubicBezTo>
                      <a:pt x="135" y="858"/>
                      <a:pt x="135" y="858"/>
                      <a:pt x="135" y="858"/>
                    </a:cubicBezTo>
                    <a:cubicBezTo>
                      <a:pt x="137" y="858"/>
                      <a:pt x="138" y="858"/>
                      <a:pt x="139" y="858"/>
                    </a:cubicBezTo>
                    <a:cubicBezTo>
                      <a:pt x="140" y="858"/>
                      <a:pt x="141" y="858"/>
                      <a:pt x="142" y="858"/>
                    </a:cubicBezTo>
                    <a:cubicBezTo>
                      <a:pt x="142" y="858"/>
                      <a:pt x="142" y="858"/>
                      <a:pt x="142" y="858"/>
                    </a:cubicBezTo>
                    <a:cubicBezTo>
                      <a:pt x="142" y="858"/>
                      <a:pt x="142" y="858"/>
                      <a:pt x="142" y="858"/>
                    </a:cubicBezTo>
                    <a:cubicBezTo>
                      <a:pt x="144" y="858"/>
                      <a:pt x="145" y="858"/>
                      <a:pt x="147" y="858"/>
                    </a:cubicBezTo>
                    <a:cubicBezTo>
                      <a:pt x="147" y="858"/>
                      <a:pt x="147" y="858"/>
                      <a:pt x="147" y="858"/>
                    </a:cubicBezTo>
                    <a:cubicBezTo>
                      <a:pt x="147" y="858"/>
                      <a:pt x="147" y="858"/>
                      <a:pt x="147" y="858"/>
                    </a:cubicBezTo>
                    <a:cubicBezTo>
                      <a:pt x="148" y="858"/>
                      <a:pt x="148" y="858"/>
                      <a:pt x="149" y="858"/>
                    </a:cubicBezTo>
                    <a:cubicBezTo>
                      <a:pt x="150" y="858"/>
                      <a:pt x="151" y="858"/>
                      <a:pt x="151" y="858"/>
                    </a:cubicBezTo>
                    <a:cubicBezTo>
                      <a:pt x="151" y="858"/>
                      <a:pt x="151" y="858"/>
                      <a:pt x="151" y="858"/>
                    </a:cubicBezTo>
                    <a:cubicBezTo>
                      <a:pt x="151" y="858"/>
                      <a:pt x="151" y="858"/>
                      <a:pt x="151" y="858"/>
                    </a:cubicBezTo>
                    <a:cubicBezTo>
                      <a:pt x="153" y="858"/>
                      <a:pt x="154" y="858"/>
                      <a:pt x="155" y="858"/>
                    </a:cubicBezTo>
                    <a:cubicBezTo>
                      <a:pt x="155" y="858"/>
                      <a:pt x="155" y="858"/>
                      <a:pt x="155" y="858"/>
                    </a:cubicBezTo>
                    <a:cubicBezTo>
                      <a:pt x="156" y="858"/>
                      <a:pt x="158" y="857"/>
                      <a:pt x="159" y="857"/>
                    </a:cubicBezTo>
                    <a:moveTo>
                      <a:pt x="219" y="446"/>
                    </a:moveTo>
                    <a:cubicBezTo>
                      <a:pt x="219" y="445"/>
                      <a:pt x="219" y="445"/>
                      <a:pt x="219" y="444"/>
                    </a:cubicBezTo>
                    <a:cubicBezTo>
                      <a:pt x="220" y="444"/>
                      <a:pt x="221" y="444"/>
                      <a:pt x="222" y="445"/>
                    </a:cubicBezTo>
                    <a:cubicBezTo>
                      <a:pt x="236" y="451"/>
                      <a:pt x="250" y="458"/>
                      <a:pt x="264" y="464"/>
                    </a:cubicBezTo>
                    <a:cubicBezTo>
                      <a:pt x="265" y="465"/>
                      <a:pt x="266" y="465"/>
                      <a:pt x="267" y="466"/>
                    </a:cubicBezTo>
                    <a:cubicBezTo>
                      <a:pt x="269" y="466"/>
                      <a:pt x="269" y="468"/>
                      <a:pt x="270" y="470"/>
                    </a:cubicBezTo>
                    <a:cubicBezTo>
                      <a:pt x="271" y="477"/>
                      <a:pt x="271" y="484"/>
                      <a:pt x="271" y="492"/>
                    </a:cubicBezTo>
                    <a:cubicBezTo>
                      <a:pt x="271" y="497"/>
                      <a:pt x="271" y="502"/>
                      <a:pt x="270" y="507"/>
                    </a:cubicBezTo>
                    <a:cubicBezTo>
                      <a:pt x="269" y="522"/>
                      <a:pt x="267" y="536"/>
                      <a:pt x="263" y="549"/>
                    </a:cubicBezTo>
                    <a:cubicBezTo>
                      <a:pt x="257" y="570"/>
                      <a:pt x="246" y="588"/>
                      <a:pt x="233" y="606"/>
                    </a:cubicBezTo>
                    <a:cubicBezTo>
                      <a:pt x="227" y="616"/>
                      <a:pt x="219" y="624"/>
                      <a:pt x="209" y="631"/>
                    </a:cubicBezTo>
                    <a:cubicBezTo>
                      <a:pt x="208" y="631"/>
                      <a:pt x="207" y="632"/>
                      <a:pt x="206" y="632"/>
                    </a:cubicBezTo>
                    <a:cubicBezTo>
                      <a:pt x="206" y="633"/>
                      <a:pt x="206" y="634"/>
                      <a:pt x="205" y="635"/>
                    </a:cubicBezTo>
                    <a:cubicBezTo>
                      <a:pt x="210" y="634"/>
                      <a:pt x="213" y="631"/>
                      <a:pt x="216" y="628"/>
                    </a:cubicBezTo>
                    <a:cubicBezTo>
                      <a:pt x="230" y="617"/>
                      <a:pt x="240" y="603"/>
                      <a:pt x="248" y="588"/>
                    </a:cubicBezTo>
                    <a:cubicBezTo>
                      <a:pt x="254" y="577"/>
                      <a:pt x="260" y="567"/>
                      <a:pt x="264" y="555"/>
                    </a:cubicBezTo>
                    <a:cubicBezTo>
                      <a:pt x="268" y="542"/>
                      <a:pt x="271" y="530"/>
                      <a:pt x="272" y="517"/>
                    </a:cubicBezTo>
                    <a:cubicBezTo>
                      <a:pt x="273" y="508"/>
                      <a:pt x="274" y="499"/>
                      <a:pt x="274" y="490"/>
                    </a:cubicBezTo>
                    <a:cubicBezTo>
                      <a:pt x="274" y="489"/>
                      <a:pt x="274" y="488"/>
                      <a:pt x="274" y="486"/>
                    </a:cubicBezTo>
                    <a:cubicBezTo>
                      <a:pt x="274" y="481"/>
                      <a:pt x="273" y="476"/>
                      <a:pt x="272" y="470"/>
                    </a:cubicBezTo>
                    <a:cubicBezTo>
                      <a:pt x="272" y="470"/>
                      <a:pt x="272" y="470"/>
                      <a:pt x="272" y="470"/>
                    </a:cubicBezTo>
                    <a:cubicBezTo>
                      <a:pt x="272" y="470"/>
                      <a:pt x="272" y="470"/>
                      <a:pt x="272" y="470"/>
                    </a:cubicBezTo>
                    <a:cubicBezTo>
                      <a:pt x="273" y="469"/>
                      <a:pt x="274" y="468"/>
                      <a:pt x="274" y="467"/>
                    </a:cubicBezTo>
                    <a:cubicBezTo>
                      <a:pt x="275" y="467"/>
                      <a:pt x="275" y="467"/>
                      <a:pt x="275" y="467"/>
                    </a:cubicBezTo>
                    <a:cubicBezTo>
                      <a:pt x="290" y="468"/>
                      <a:pt x="304" y="473"/>
                      <a:pt x="318" y="478"/>
                    </a:cubicBezTo>
                    <a:cubicBezTo>
                      <a:pt x="331" y="482"/>
                      <a:pt x="343" y="485"/>
                      <a:pt x="356" y="489"/>
                    </a:cubicBezTo>
                    <a:cubicBezTo>
                      <a:pt x="364" y="492"/>
                      <a:pt x="372" y="496"/>
                      <a:pt x="379" y="500"/>
                    </a:cubicBezTo>
                    <a:cubicBezTo>
                      <a:pt x="387" y="504"/>
                      <a:pt x="394" y="509"/>
                      <a:pt x="402" y="513"/>
                    </a:cubicBezTo>
                    <a:cubicBezTo>
                      <a:pt x="405" y="515"/>
                      <a:pt x="409" y="516"/>
                      <a:pt x="412" y="518"/>
                    </a:cubicBezTo>
                    <a:cubicBezTo>
                      <a:pt x="413" y="518"/>
                      <a:pt x="413" y="519"/>
                      <a:pt x="413" y="519"/>
                    </a:cubicBezTo>
                    <a:cubicBezTo>
                      <a:pt x="421" y="527"/>
                      <a:pt x="429" y="534"/>
                      <a:pt x="437" y="542"/>
                    </a:cubicBezTo>
                    <a:cubicBezTo>
                      <a:pt x="439" y="544"/>
                      <a:pt x="441" y="546"/>
                      <a:pt x="443" y="549"/>
                    </a:cubicBezTo>
                    <a:cubicBezTo>
                      <a:pt x="443" y="549"/>
                      <a:pt x="443" y="549"/>
                      <a:pt x="443" y="549"/>
                    </a:cubicBezTo>
                    <a:cubicBezTo>
                      <a:pt x="443" y="549"/>
                      <a:pt x="443" y="549"/>
                      <a:pt x="443" y="549"/>
                    </a:cubicBezTo>
                    <a:cubicBezTo>
                      <a:pt x="439" y="552"/>
                      <a:pt x="435" y="555"/>
                      <a:pt x="432" y="559"/>
                    </a:cubicBezTo>
                    <a:cubicBezTo>
                      <a:pt x="424" y="567"/>
                      <a:pt x="417" y="575"/>
                      <a:pt x="410" y="583"/>
                    </a:cubicBezTo>
                    <a:cubicBezTo>
                      <a:pt x="404" y="590"/>
                      <a:pt x="398" y="597"/>
                      <a:pt x="392" y="605"/>
                    </a:cubicBezTo>
                    <a:cubicBezTo>
                      <a:pt x="384" y="615"/>
                      <a:pt x="375" y="625"/>
                      <a:pt x="367" y="636"/>
                    </a:cubicBezTo>
                    <a:cubicBezTo>
                      <a:pt x="356" y="650"/>
                      <a:pt x="346" y="664"/>
                      <a:pt x="335" y="679"/>
                    </a:cubicBezTo>
                    <a:cubicBezTo>
                      <a:pt x="332" y="682"/>
                      <a:pt x="329" y="686"/>
                      <a:pt x="326" y="689"/>
                    </a:cubicBezTo>
                    <a:cubicBezTo>
                      <a:pt x="323" y="692"/>
                      <a:pt x="322" y="695"/>
                      <a:pt x="320" y="699"/>
                    </a:cubicBezTo>
                    <a:cubicBezTo>
                      <a:pt x="322" y="699"/>
                      <a:pt x="323" y="699"/>
                      <a:pt x="324" y="699"/>
                    </a:cubicBezTo>
                    <a:cubicBezTo>
                      <a:pt x="324" y="699"/>
                      <a:pt x="324" y="699"/>
                      <a:pt x="324" y="699"/>
                    </a:cubicBezTo>
                    <a:cubicBezTo>
                      <a:pt x="324" y="699"/>
                      <a:pt x="324" y="699"/>
                      <a:pt x="324" y="699"/>
                    </a:cubicBezTo>
                    <a:cubicBezTo>
                      <a:pt x="324" y="701"/>
                      <a:pt x="324" y="702"/>
                      <a:pt x="324" y="704"/>
                    </a:cubicBezTo>
                    <a:cubicBezTo>
                      <a:pt x="324" y="705"/>
                      <a:pt x="324" y="707"/>
                      <a:pt x="324" y="709"/>
                    </a:cubicBezTo>
                    <a:cubicBezTo>
                      <a:pt x="324" y="710"/>
                      <a:pt x="324" y="711"/>
                      <a:pt x="324" y="711"/>
                    </a:cubicBezTo>
                    <a:cubicBezTo>
                      <a:pt x="326" y="725"/>
                      <a:pt x="327" y="739"/>
                      <a:pt x="330" y="753"/>
                    </a:cubicBezTo>
                    <a:cubicBezTo>
                      <a:pt x="332" y="766"/>
                      <a:pt x="336" y="779"/>
                      <a:pt x="341" y="792"/>
                    </a:cubicBezTo>
                    <a:cubicBezTo>
                      <a:pt x="345" y="807"/>
                      <a:pt x="353" y="819"/>
                      <a:pt x="363" y="831"/>
                    </a:cubicBezTo>
                    <a:cubicBezTo>
                      <a:pt x="367" y="836"/>
                      <a:pt x="371" y="840"/>
                      <a:pt x="374" y="845"/>
                    </a:cubicBezTo>
                    <a:cubicBezTo>
                      <a:pt x="374" y="845"/>
                      <a:pt x="374" y="845"/>
                      <a:pt x="374" y="845"/>
                    </a:cubicBezTo>
                    <a:cubicBezTo>
                      <a:pt x="374" y="845"/>
                      <a:pt x="374" y="845"/>
                      <a:pt x="374" y="845"/>
                    </a:cubicBezTo>
                    <a:cubicBezTo>
                      <a:pt x="371" y="846"/>
                      <a:pt x="371" y="846"/>
                      <a:pt x="369" y="849"/>
                    </a:cubicBezTo>
                    <a:cubicBezTo>
                      <a:pt x="371" y="849"/>
                      <a:pt x="372" y="849"/>
                      <a:pt x="374" y="849"/>
                    </a:cubicBezTo>
                    <a:cubicBezTo>
                      <a:pt x="374" y="849"/>
                      <a:pt x="374" y="849"/>
                      <a:pt x="374" y="849"/>
                    </a:cubicBezTo>
                    <a:cubicBezTo>
                      <a:pt x="374" y="849"/>
                      <a:pt x="374" y="849"/>
                      <a:pt x="374" y="849"/>
                    </a:cubicBezTo>
                    <a:cubicBezTo>
                      <a:pt x="371" y="858"/>
                      <a:pt x="364" y="862"/>
                      <a:pt x="356" y="862"/>
                    </a:cubicBezTo>
                    <a:cubicBezTo>
                      <a:pt x="355" y="863"/>
                      <a:pt x="353" y="863"/>
                      <a:pt x="352" y="863"/>
                    </a:cubicBezTo>
                    <a:cubicBezTo>
                      <a:pt x="352" y="863"/>
                      <a:pt x="352" y="863"/>
                      <a:pt x="352" y="863"/>
                    </a:cubicBezTo>
                    <a:cubicBezTo>
                      <a:pt x="352" y="863"/>
                      <a:pt x="352" y="863"/>
                      <a:pt x="352" y="863"/>
                    </a:cubicBezTo>
                    <a:cubicBezTo>
                      <a:pt x="352" y="863"/>
                      <a:pt x="352" y="863"/>
                      <a:pt x="352" y="863"/>
                    </a:cubicBezTo>
                    <a:cubicBezTo>
                      <a:pt x="352" y="863"/>
                      <a:pt x="352" y="863"/>
                      <a:pt x="352" y="863"/>
                    </a:cubicBezTo>
                    <a:cubicBezTo>
                      <a:pt x="344" y="863"/>
                      <a:pt x="336" y="860"/>
                      <a:pt x="329" y="857"/>
                    </a:cubicBezTo>
                    <a:cubicBezTo>
                      <a:pt x="329" y="857"/>
                      <a:pt x="328" y="857"/>
                      <a:pt x="328" y="856"/>
                    </a:cubicBezTo>
                    <a:cubicBezTo>
                      <a:pt x="327" y="856"/>
                      <a:pt x="325" y="855"/>
                      <a:pt x="323" y="854"/>
                    </a:cubicBezTo>
                    <a:cubicBezTo>
                      <a:pt x="322" y="853"/>
                      <a:pt x="321" y="853"/>
                      <a:pt x="320" y="852"/>
                    </a:cubicBezTo>
                    <a:cubicBezTo>
                      <a:pt x="310" y="840"/>
                      <a:pt x="299" y="830"/>
                      <a:pt x="292" y="816"/>
                    </a:cubicBezTo>
                    <a:cubicBezTo>
                      <a:pt x="288" y="807"/>
                      <a:pt x="285" y="798"/>
                      <a:pt x="283" y="788"/>
                    </a:cubicBezTo>
                    <a:cubicBezTo>
                      <a:pt x="280" y="777"/>
                      <a:pt x="278" y="766"/>
                      <a:pt x="276" y="755"/>
                    </a:cubicBezTo>
                    <a:cubicBezTo>
                      <a:pt x="275" y="745"/>
                      <a:pt x="274" y="735"/>
                      <a:pt x="274" y="724"/>
                    </a:cubicBezTo>
                    <a:cubicBezTo>
                      <a:pt x="274" y="723"/>
                      <a:pt x="274" y="721"/>
                      <a:pt x="274" y="720"/>
                    </a:cubicBezTo>
                    <a:cubicBezTo>
                      <a:pt x="274" y="713"/>
                      <a:pt x="275" y="707"/>
                      <a:pt x="276" y="700"/>
                    </a:cubicBezTo>
                    <a:cubicBezTo>
                      <a:pt x="277" y="697"/>
                      <a:pt x="278" y="695"/>
                      <a:pt x="281" y="694"/>
                    </a:cubicBezTo>
                    <a:cubicBezTo>
                      <a:pt x="281" y="693"/>
                      <a:pt x="280" y="693"/>
                      <a:pt x="280" y="692"/>
                    </a:cubicBezTo>
                    <a:cubicBezTo>
                      <a:pt x="280" y="692"/>
                      <a:pt x="280" y="692"/>
                      <a:pt x="280" y="692"/>
                    </a:cubicBezTo>
                    <a:cubicBezTo>
                      <a:pt x="280" y="692"/>
                      <a:pt x="280" y="692"/>
                      <a:pt x="280" y="692"/>
                    </a:cubicBezTo>
                    <a:cubicBezTo>
                      <a:pt x="282" y="687"/>
                      <a:pt x="286" y="683"/>
                      <a:pt x="291" y="681"/>
                    </a:cubicBezTo>
                    <a:cubicBezTo>
                      <a:pt x="292" y="681"/>
                      <a:pt x="293" y="680"/>
                      <a:pt x="294" y="680"/>
                    </a:cubicBezTo>
                    <a:cubicBezTo>
                      <a:pt x="295" y="680"/>
                      <a:pt x="295" y="680"/>
                      <a:pt x="295" y="680"/>
                    </a:cubicBezTo>
                    <a:cubicBezTo>
                      <a:pt x="297" y="680"/>
                      <a:pt x="299" y="680"/>
                      <a:pt x="301" y="680"/>
                    </a:cubicBezTo>
                    <a:cubicBezTo>
                      <a:pt x="301" y="680"/>
                      <a:pt x="301" y="680"/>
                      <a:pt x="301" y="680"/>
                    </a:cubicBezTo>
                    <a:cubicBezTo>
                      <a:pt x="301" y="680"/>
                      <a:pt x="301" y="680"/>
                      <a:pt x="301" y="680"/>
                    </a:cubicBezTo>
                    <a:cubicBezTo>
                      <a:pt x="301" y="680"/>
                      <a:pt x="301" y="680"/>
                      <a:pt x="301" y="680"/>
                    </a:cubicBezTo>
                    <a:cubicBezTo>
                      <a:pt x="301" y="680"/>
                      <a:pt x="301" y="680"/>
                      <a:pt x="301" y="680"/>
                    </a:cubicBezTo>
                    <a:cubicBezTo>
                      <a:pt x="304" y="680"/>
                      <a:pt x="308" y="680"/>
                      <a:pt x="312" y="681"/>
                    </a:cubicBezTo>
                    <a:cubicBezTo>
                      <a:pt x="312" y="681"/>
                      <a:pt x="312" y="681"/>
                      <a:pt x="312" y="681"/>
                    </a:cubicBezTo>
                    <a:cubicBezTo>
                      <a:pt x="312" y="681"/>
                      <a:pt x="312" y="681"/>
                      <a:pt x="312" y="681"/>
                    </a:cubicBezTo>
                    <a:cubicBezTo>
                      <a:pt x="317" y="682"/>
                      <a:pt x="322" y="682"/>
                      <a:pt x="328" y="683"/>
                    </a:cubicBezTo>
                    <a:cubicBezTo>
                      <a:pt x="327" y="681"/>
                      <a:pt x="327" y="680"/>
                      <a:pt x="326" y="680"/>
                    </a:cubicBezTo>
                    <a:cubicBezTo>
                      <a:pt x="324" y="680"/>
                      <a:pt x="322" y="679"/>
                      <a:pt x="320" y="679"/>
                    </a:cubicBezTo>
                    <a:cubicBezTo>
                      <a:pt x="317" y="679"/>
                      <a:pt x="314" y="679"/>
                      <a:pt x="311" y="678"/>
                    </a:cubicBezTo>
                    <a:cubicBezTo>
                      <a:pt x="307" y="677"/>
                      <a:pt x="304" y="677"/>
                      <a:pt x="300" y="677"/>
                    </a:cubicBezTo>
                    <a:cubicBezTo>
                      <a:pt x="300" y="677"/>
                      <a:pt x="300" y="677"/>
                      <a:pt x="300" y="677"/>
                    </a:cubicBezTo>
                    <a:cubicBezTo>
                      <a:pt x="300" y="677"/>
                      <a:pt x="300" y="677"/>
                      <a:pt x="300" y="677"/>
                    </a:cubicBezTo>
                    <a:cubicBezTo>
                      <a:pt x="300" y="677"/>
                      <a:pt x="299" y="677"/>
                      <a:pt x="299" y="677"/>
                    </a:cubicBezTo>
                    <a:cubicBezTo>
                      <a:pt x="290" y="677"/>
                      <a:pt x="284" y="681"/>
                      <a:pt x="279" y="687"/>
                    </a:cubicBezTo>
                    <a:cubicBezTo>
                      <a:pt x="278" y="688"/>
                      <a:pt x="278" y="689"/>
                      <a:pt x="277" y="690"/>
                    </a:cubicBezTo>
                    <a:cubicBezTo>
                      <a:pt x="276" y="692"/>
                      <a:pt x="274" y="693"/>
                      <a:pt x="272" y="694"/>
                    </a:cubicBezTo>
                    <a:cubicBezTo>
                      <a:pt x="249" y="698"/>
                      <a:pt x="227" y="702"/>
                      <a:pt x="204" y="708"/>
                    </a:cubicBezTo>
                    <a:cubicBezTo>
                      <a:pt x="203" y="709"/>
                      <a:pt x="202" y="709"/>
                      <a:pt x="200" y="709"/>
                    </a:cubicBezTo>
                    <a:cubicBezTo>
                      <a:pt x="199" y="708"/>
                      <a:pt x="198" y="707"/>
                      <a:pt x="198" y="706"/>
                    </a:cubicBezTo>
                    <a:cubicBezTo>
                      <a:pt x="197" y="701"/>
                      <a:pt x="196" y="697"/>
                      <a:pt x="195" y="692"/>
                    </a:cubicBezTo>
                    <a:cubicBezTo>
                      <a:pt x="194" y="688"/>
                      <a:pt x="191" y="684"/>
                      <a:pt x="187" y="681"/>
                    </a:cubicBezTo>
                    <a:cubicBezTo>
                      <a:pt x="183" y="678"/>
                      <a:pt x="181" y="674"/>
                      <a:pt x="179" y="670"/>
                    </a:cubicBezTo>
                    <a:cubicBezTo>
                      <a:pt x="177" y="661"/>
                      <a:pt x="176" y="653"/>
                      <a:pt x="175" y="645"/>
                    </a:cubicBezTo>
                    <a:cubicBezTo>
                      <a:pt x="174" y="639"/>
                      <a:pt x="173" y="633"/>
                      <a:pt x="172" y="627"/>
                    </a:cubicBezTo>
                    <a:cubicBezTo>
                      <a:pt x="172" y="624"/>
                      <a:pt x="171" y="620"/>
                      <a:pt x="171" y="616"/>
                    </a:cubicBezTo>
                    <a:cubicBezTo>
                      <a:pt x="171" y="615"/>
                      <a:pt x="171" y="614"/>
                      <a:pt x="171" y="613"/>
                    </a:cubicBezTo>
                    <a:cubicBezTo>
                      <a:pt x="171" y="613"/>
                      <a:pt x="171" y="613"/>
                      <a:pt x="171" y="613"/>
                    </a:cubicBezTo>
                    <a:cubicBezTo>
                      <a:pt x="172" y="613"/>
                      <a:pt x="172" y="613"/>
                      <a:pt x="173" y="613"/>
                    </a:cubicBezTo>
                    <a:cubicBezTo>
                      <a:pt x="173" y="613"/>
                      <a:pt x="173" y="613"/>
                      <a:pt x="173" y="613"/>
                    </a:cubicBezTo>
                    <a:cubicBezTo>
                      <a:pt x="173" y="613"/>
                      <a:pt x="173" y="613"/>
                      <a:pt x="173" y="613"/>
                    </a:cubicBezTo>
                    <a:cubicBezTo>
                      <a:pt x="173" y="613"/>
                      <a:pt x="173" y="613"/>
                      <a:pt x="173" y="613"/>
                    </a:cubicBezTo>
                    <a:cubicBezTo>
                      <a:pt x="173" y="613"/>
                      <a:pt x="173" y="613"/>
                      <a:pt x="173" y="613"/>
                    </a:cubicBezTo>
                    <a:cubicBezTo>
                      <a:pt x="175" y="613"/>
                      <a:pt x="177" y="614"/>
                      <a:pt x="178" y="615"/>
                    </a:cubicBezTo>
                    <a:cubicBezTo>
                      <a:pt x="178" y="615"/>
                      <a:pt x="178" y="615"/>
                      <a:pt x="178" y="615"/>
                    </a:cubicBezTo>
                    <a:cubicBezTo>
                      <a:pt x="178" y="615"/>
                      <a:pt x="178" y="615"/>
                      <a:pt x="178" y="615"/>
                    </a:cubicBezTo>
                    <a:cubicBezTo>
                      <a:pt x="178" y="615"/>
                      <a:pt x="178" y="615"/>
                      <a:pt x="178" y="615"/>
                    </a:cubicBezTo>
                    <a:cubicBezTo>
                      <a:pt x="178" y="615"/>
                      <a:pt x="178" y="615"/>
                      <a:pt x="179" y="615"/>
                    </a:cubicBezTo>
                    <a:cubicBezTo>
                      <a:pt x="179" y="615"/>
                      <a:pt x="179" y="615"/>
                      <a:pt x="179" y="615"/>
                    </a:cubicBezTo>
                    <a:cubicBezTo>
                      <a:pt x="179" y="615"/>
                      <a:pt x="179" y="615"/>
                      <a:pt x="179" y="615"/>
                    </a:cubicBezTo>
                    <a:cubicBezTo>
                      <a:pt x="184" y="619"/>
                      <a:pt x="188" y="623"/>
                      <a:pt x="193" y="627"/>
                    </a:cubicBezTo>
                    <a:cubicBezTo>
                      <a:pt x="195" y="629"/>
                      <a:pt x="197" y="631"/>
                      <a:pt x="199" y="633"/>
                    </a:cubicBezTo>
                    <a:cubicBezTo>
                      <a:pt x="199" y="633"/>
                      <a:pt x="201" y="633"/>
                      <a:pt x="202" y="634"/>
                    </a:cubicBezTo>
                    <a:cubicBezTo>
                      <a:pt x="200" y="628"/>
                      <a:pt x="184" y="615"/>
                      <a:pt x="174" y="610"/>
                    </a:cubicBezTo>
                    <a:cubicBezTo>
                      <a:pt x="174" y="610"/>
                      <a:pt x="174" y="610"/>
                      <a:pt x="174" y="610"/>
                    </a:cubicBezTo>
                    <a:cubicBezTo>
                      <a:pt x="174" y="610"/>
                      <a:pt x="174" y="610"/>
                      <a:pt x="174" y="610"/>
                    </a:cubicBezTo>
                    <a:cubicBezTo>
                      <a:pt x="188" y="595"/>
                      <a:pt x="200" y="578"/>
                      <a:pt x="212" y="560"/>
                    </a:cubicBezTo>
                    <a:cubicBezTo>
                      <a:pt x="220" y="548"/>
                      <a:pt x="226" y="534"/>
                      <a:pt x="232" y="520"/>
                    </a:cubicBezTo>
                    <a:cubicBezTo>
                      <a:pt x="235" y="513"/>
                      <a:pt x="238" y="506"/>
                      <a:pt x="239" y="498"/>
                    </a:cubicBezTo>
                    <a:cubicBezTo>
                      <a:pt x="239" y="495"/>
                      <a:pt x="239" y="492"/>
                      <a:pt x="239" y="489"/>
                    </a:cubicBezTo>
                    <a:cubicBezTo>
                      <a:pt x="239" y="486"/>
                      <a:pt x="239" y="486"/>
                      <a:pt x="241" y="483"/>
                    </a:cubicBezTo>
                    <a:cubicBezTo>
                      <a:pt x="237" y="477"/>
                      <a:pt x="233" y="470"/>
                      <a:pt x="229" y="463"/>
                    </a:cubicBezTo>
                    <a:cubicBezTo>
                      <a:pt x="226" y="458"/>
                      <a:pt x="224" y="454"/>
                      <a:pt x="220" y="449"/>
                    </a:cubicBezTo>
                    <a:cubicBezTo>
                      <a:pt x="220" y="448"/>
                      <a:pt x="219" y="447"/>
                      <a:pt x="219" y="446"/>
                    </a:cubicBezTo>
                    <a:moveTo>
                      <a:pt x="501" y="341"/>
                    </a:moveTo>
                    <a:cubicBezTo>
                      <a:pt x="501" y="341"/>
                      <a:pt x="501" y="341"/>
                      <a:pt x="501" y="341"/>
                    </a:cubicBezTo>
                    <a:cubicBezTo>
                      <a:pt x="504" y="339"/>
                      <a:pt x="508" y="337"/>
                      <a:pt x="511" y="335"/>
                    </a:cubicBezTo>
                    <a:cubicBezTo>
                      <a:pt x="511" y="336"/>
                      <a:pt x="511" y="337"/>
                      <a:pt x="511" y="337"/>
                    </a:cubicBezTo>
                    <a:cubicBezTo>
                      <a:pt x="511" y="338"/>
                      <a:pt x="511" y="338"/>
                      <a:pt x="511" y="338"/>
                    </a:cubicBezTo>
                    <a:cubicBezTo>
                      <a:pt x="511" y="338"/>
                      <a:pt x="511" y="338"/>
                      <a:pt x="511" y="338"/>
                    </a:cubicBezTo>
                    <a:cubicBezTo>
                      <a:pt x="511" y="338"/>
                      <a:pt x="511" y="338"/>
                      <a:pt x="511" y="338"/>
                    </a:cubicBezTo>
                    <a:cubicBezTo>
                      <a:pt x="509" y="341"/>
                      <a:pt x="507" y="342"/>
                      <a:pt x="505" y="342"/>
                    </a:cubicBezTo>
                    <a:cubicBezTo>
                      <a:pt x="505" y="342"/>
                      <a:pt x="505" y="342"/>
                      <a:pt x="505" y="342"/>
                    </a:cubicBezTo>
                    <a:cubicBezTo>
                      <a:pt x="505" y="342"/>
                      <a:pt x="505" y="342"/>
                      <a:pt x="505" y="342"/>
                    </a:cubicBezTo>
                    <a:cubicBezTo>
                      <a:pt x="505" y="342"/>
                      <a:pt x="505" y="342"/>
                      <a:pt x="505" y="342"/>
                    </a:cubicBezTo>
                    <a:cubicBezTo>
                      <a:pt x="505" y="342"/>
                      <a:pt x="505" y="342"/>
                      <a:pt x="505" y="342"/>
                    </a:cubicBezTo>
                    <a:cubicBezTo>
                      <a:pt x="504" y="342"/>
                      <a:pt x="503" y="342"/>
                      <a:pt x="501" y="341"/>
                    </a:cubicBezTo>
                    <a:cubicBezTo>
                      <a:pt x="501" y="341"/>
                      <a:pt x="501" y="341"/>
                      <a:pt x="501" y="341"/>
                    </a:cubicBezTo>
                    <a:cubicBezTo>
                      <a:pt x="501" y="341"/>
                      <a:pt x="501" y="341"/>
                      <a:pt x="501" y="341"/>
                    </a:cubicBezTo>
                    <a:cubicBezTo>
                      <a:pt x="501" y="341"/>
                      <a:pt x="501" y="341"/>
                      <a:pt x="501" y="341"/>
                    </a:cubicBezTo>
                    <a:cubicBezTo>
                      <a:pt x="501" y="341"/>
                      <a:pt x="501" y="341"/>
                      <a:pt x="501" y="341"/>
                    </a:cubicBezTo>
                    <a:moveTo>
                      <a:pt x="526" y="326"/>
                    </a:moveTo>
                    <a:cubicBezTo>
                      <a:pt x="526" y="326"/>
                      <a:pt x="526" y="326"/>
                      <a:pt x="526" y="326"/>
                    </a:cubicBezTo>
                    <a:cubicBezTo>
                      <a:pt x="543" y="313"/>
                      <a:pt x="559" y="301"/>
                      <a:pt x="578" y="294"/>
                    </a:cubicBezTo>
                    <a:cubicBezTo>
                      <a:pt x="578" y="294"/>
                      <a:pt x="578" y="294"/>
                      <a:pt x="578" y="294"/>
                    </a:cubicBezTo>
                    <a:cubicBezTo>
                      <a:pt x="578" y="294"/>
                      <a:pt x="578" y="294"/>
                      <a:pt x="578" y="294"/>
                    </a:cubicBezTo>
                    <a:cubicBezTo>
                      <a:pt x="576" y="296"/>
                      <a:pt x="573" y="297"/>
                      <a:pt x="571" y="299"/>
                    </a:cubicBezTo>
                    <a:cubicBezTo>
                      <a:pt x="561" y="305"/>
                      <a:pt x="552" y="312"/>
                      <a:pt x="542" y="318"/>
                    </a:cubicBezTo>
                    <a:cubicBezTo>
                      <a:pt x="539" y="320"/>
                      <a:pt x="536" y="322"/>
                      <a:pt x="532" y="324"/>
                    </a:cubicBezTo>
                    <a:cubicBezTo>
                      <a:pt x="531" y="325"/>
                      <a:pt x="529" y="326"/>
                      <a:pt x="528" y="326"/>
                    </a:cubicBezTo>
                    <a:cubicBezTo>
                      <a:pt x="528" y="326"/>
                      <a:pt x="528" y="326"/>
                      <a:pt x="528" y="326"/>
                    </a:cubicBezTo>
                    <a:cubicBezTo>
                      <a:pt x="528" y="326"/>
                      <a:pt x="528" y="326"/>
                      <a:pt x="528" y="326"/>
                    </a:cubicBezTo>
                    <a:cubicBezTo>
                      <a:pt x="528" y="326"/>
                      <a:pt x="528" y="326"/>
                      <a:pt x="528" y="326"/>
                    </a:cubicBezTo>
                    <a:cubicBezTo>
                      <a:pt x="528" y="326"/>
                      <a:pt x="528" y="326"/>
                      <a:pt x="528" y="326"/>
                    </a:cubicBezTo>
                    <a:cubicBezTo>
                      <a:pt x="527" y="326"/>
                      <a:pt x="527" y="326"/>
                      <a:pt x="526" y="326"/>
                    </a:cubicBezTo>
                    <a:cubicBezTo>
                      <a:pt x="526" y="326"/>
                      <a:pt x="526" y="326"/>
                      <a:pt x="526" y="326"/>
                    </a:cubicBezTo>
                    <a:cubicBezTo>
                      <a:pt x="526" y="326"/>
                      <a:pt x="526" y="326"/>
                      <a:pt x="526" y="326"/>
                    </a:cubicBezTo>
                    <a:cubicBezTo>
                      <a:pt x="526" y="326"/>
                      <a:pt x="526" y="326"/>
                      <a:pt x="526" y="326"/>
                    </a:cubicBezTo>
                    <a:cubicBezTo>
                      <a:pt x="526" y="326"/>
                      <a:pt x="526" y="326"/>
                      <a:pt x="526" y="326"/>
                    </a:cubicBezTo>
                    <a:moveTo>
                      <a:pt x="571" y="304"/>
                    </a:moveTo>
                    <a:cubicBezTo>
                      <a:pt x="593" y="289"/>
                      <a:pt x="615" y="274"/>
                      <a:pt x="637" y="258"/>
                    </a:cubicBezTo>
                    <a:cubicBezTo>
                      <a:pt x="638" y="259"/>
                      <a:pt x="638" y="260"/>
                      <a:pt x="638" y="260"/>
                    </a:cubicBezTo>
                    <a:cubicBezTo>
                      <a:pt x="638" y="261"/>
                      <a:pt x="638" y="262"/>
                      <a:pt x="638" y="263"/>
                    </a:cubicBezTo>
                    <a:cubicBezTo>
                      <a:pt x="638" y="268"/>
                      <a:pt x="637" y="268"/>
                      <a:pt x="632" y="271"/>
                    </a:cubicBezTo>
                    <a:cubicBezTo>
                      <a:pt x="612" y="280"/>
                      <a:pt x="594" y="291"/>
                      <a:pt x="575" y="302"/>
                    </a:cubicBezTo>
                    <a:cubicBezTo>
                      <a:pt x="574" y="303"/>
                      <a:pt x="573" y="304"/>
                      <a:pt x="571" y="304"/>
                    </a:cubicBezTo>
                    <a:cubicBezTo>
                      <a:pt x="571" y="304"/>
                      <a:pt x="571" y="304"/>
                      <a:pt x="571" y="304"/>
                    </a:cubicBezTo>
                    <a:cubicBezTo>
                      <a:pt x="571" y="304"/>
                      <a:pt x="571" y="304"/>
                      <a:pt x="571" y="304"/>
                    </a:cubicBezTo>
                    <a:moveTo>
                      <a:pt x="640" y="256"/>
                    </a:moveTo>
                    <a:cubicBezTo>
                      <a:pt x="640" y="256"/>
                      <a:pt x="640" y="256"/>
                      <a:pt x="640" y="256"/>
                    </a:cubicBezTo>
                    <a:cubicBezTo>
                      <a:pt x="647" y="251"/>
                      <a:pt x="655" y="246"/>
                      <a:pt x="662" y="241"/>
                    </a:cubicBezTo>
                    <a:cubicBezTo>
                      <a:pt x="663" y="243"/>
                      <a:pt x="663" y="245"/>
                      <a:pt x="663" y="247"/>
                    </a:cubicBezTo>
                    <a:cubicBezTo>
                      <a:pt x="663" y="249"/>
                      <a:pt x="663" y="250"/>
                      <a:pt x="663" y="252"/>
                    </a:cubicBezTo>
                    <a:cubicBezTo>
                      <a:pt x="662" y="254"/>
                      <a:pt x="661" y="255"/>
                      <a:pt x="660" y="256"/>
                    </a:cubicBezTo>
                    <a:cubicBezTo>
                      <a:pt x="653" y="260"/>
                      <a:pt x="647" y="263"/>
                      <a:pt x="640" y="267"/>
                    </a:cubicBezTo>
                    <a:cubicBezTo>
                      <a:pt x="640" y="263"/>
                      <a:pt x="640" y="260"/>
                      <a:pt x="640" y="256"/>
                    </a:cubicBezTo>
                    <a:cubicBezTo>
                      <a:pt x="640" y="256"/>
                      <a:pt x="640" y="256"/>
                      <a:pt x="640" y="256"/>
                    </a:cubicBezTo>
                    <a:moveTo>
                      <a:pt x="571" y="195"/>
                    </a:moveTo>
                    <a:cubicBezTo>
                      <a:pt x="571" y="195"/>
                      <a:pt x="571" y="195"/>
                      <a:pt x="571" y="195"/>
                    </a:cubicBezTo>
                    <a:cubicBezTo>
                      <a:pt x="571" y="195"/>
                      <a:pt x="571" y="195"/>
                      <a:pt x="571" y="195"/>
                    </a:cubicBezTo>
                    <a:cubicBezTo>
                      <a:pt x="578" y="195"/>
                      <a:pt x="584" y="198"/>
                      <a:pt x="590" y="202"/>
                    </a:cubicBezTo>
                    <a:cubicBezTo>
                      <a:pt x="590" y="203"/>
                      <a:pt x="590" y="203"/>
                      <a:pt x="590" y="203"/>
                    </a:cubicBezTo>
                    <a:cubicBezTo>
                      <a:pt x="590" y="203"/>
                      <a:pt x="590" y="203"/>
                      <a:pt x="590" y="203"/>
                    </a:cubicBezTo>
                    <a:cubicBezTo>
                      <a:pt x="591" y="204"/>
                      <a:pt x="592" y="205"/>
                      <a:pt x="592" y="206"/>
                    </a:cubicBezTo>
                    <a:cubicBezTo>
                      <a:pt x="592" y="207"/>
                      <a:pt x="592" y="207"/>
                      <a:pt x="592" y="208"/>
                    </a:cubicBezTo>
                    <a:cubicBezTo>
                      <a:pt x="591" y="208"/>
                      <a:pt x="591" y="208"/>
                      <a:pt x="591" y="208"/>
                    </a:cubicBezTo>
                    <a:cubicBezTo>
                      <a:pt x="591" y="208"/>
                      <a:pt x="591" y="208"/>
                      <a:pt x="590" y="208"/>
                    </a:cubicBezTo>
                    <a:cubicBezTo>
                      <a:pt x="590" y="208"/>
                      <a:pt x="590" y="208"/>
                      <a:pt x="590" y="208"/>
                    </a:cubicBezTo>
                    <a:cubicBezTo>
                      <a:pt x="588" y="208"/>
                      <a:pt x="586" y="208"/>
                      <a:pt x="585" y="207"/>
                    </a:cubicBezTo>
                    <a:cubicBezTo>
                      <a:pt x="585" y="207"/>
                      <a:pt x="585" y="207"/>
                      <a:pt x="585" y="207"/>
                    </a:cubicBezTo>
                    <a:cubicBezTo>
                      <a:pt x="585" y="207"/>
                      <a:pt x="585" y="207"/>
                      <a:pt x="585" y="207"/>
                    </a:cubicBezTo>
                    <a:cubicBezTo>
                      <a:pt x="584" y="207"/>
                      <a:pt x="584" y="208"/>
                      <a:pt x="584" y="208"/>
                    </a:cubicBezTo>
                    <a:cubicBezTo>
                      <a:pt x="572" y="208"/>
                      <a:pt x="561" y="208"/>
                      <a:pt x="550" y="211"/>
                    </a:cubicBezTo>
                    <a:cubicBezTo>
                      <a:pt x="529" y="217"/>
                      <a:pt x="508" y="221"/>
                      <a:pt x="487" y="226"/>
                    </a:cubicBezTo>
                    <a:cubicBezTo>
                      <a:pt x="473" y="229"/>
                      <a:pt x="460" y="234"/>
                      <a:pt x="447" y="239"/>
                    </a:cubicBezTo>
                    <a:cubicBezTo>
                      <a:pt x="445" y="240"/>
                      <a:pt x="443" y="241"/>
                      <a:pt x="440" y="242"/>
                    </a:cubicBezTo>
                    <a:cubicBezTo>
                      <a:pt x="440" y="242"/>
                      <a:pt x="440" y="242"/>
                      <a:pt x="440" y="242"/>
                    </a:cubicBezTo>
                    <a:cubicBezTo>
                      <a:pt x="440" y="242"/>
                      <a:pt x="440" y="242"/>
                      <a:pt x="440" y="242"/>
                    </a:cubicBezTo>
                    <a:cubicBezTo>
                      <a:pt x="440" y="228"/>
                      <a:pt x="445" y="217"/>
                      <a:pt x="454" y="207"/>
                    </a:cubicBezTo>
                    <a:cubicBezTo>
                      <a:pt x="454" y="207"/>
                      <a:pt x="454" y="207"/>
                      <a:pt x="454" y="207"/>
                    </a:cubicBezTo>
                    <a:cubicBezTo>
                      <a:pt x="454" y="207"/>
                      <a:pt x="454" y="207"/>
                      <a:pt x="454" y="207"/>
                    </a:cubicBezTo>
                    <a:cubicBezTo>
                      <a:pt x="454" y="209"/>
                      <a:pt x="453" y="210"/>
                      <a:pt x="453" y="212"/>
                    </a:cubicBezTo>
                    <a:cubicBezTo>
                      <a:pt x="454" y="212"/>
                      <a:pt x="454" y="212"/>
                      <a:pt x="454" y="212"/>
                    </a:cubicBezTo>
                    <a:cubicBezTo>
                      <a:pt x="455" y="211"/>
                      <a:pt x="456" y="209"/>
                      <a:pt x="456" y="208"/>
                    </a:cubicBezTo>
                    <a:cubicBezTo>
                      <a:pt x="462" y="209"/>
                      <a:pt x="468" y="211"/>
                      <a:pt x="474" y="212"/>
                    </a:cubicBezTo>
                    <a:cubicBezTo>
                      <a:pt x="474" y="212"/>
                      <a:pt x="474" y="212"/>
                      <a:pt x="474" y="212"/>
                    </a:cubicBezTo>
                    <a:cubicBezTo>
                      <a:pt x="474" y="212"/>
                      <a:pt x="474" y="212"/>
                      <a:pt x="474" y="212"/>
                    </a:cubicBezTo>
                    <a:cubicBezTo>
                      <a:pt x="476" y="212"/>
                      <a:pt x="478" y="212"/>
                      <a:pt x="480" y="212"/>
                    </a:cubicBezTo>
                    <a:cubicBezTo>
                      <a:pt x="480" y="212"/>
                      <a:pt x="480" y="212"/>
                      <a:pt x="480" y="212"/>
                    </a:cubicBezTo>
                    <a:cubicBezTo>
                      <a:pt x="480" y="212"/>
                      <a:pt x="480" y="212"/>
                      <a:pt x="480" y="212"/>
                    </a:cubicBezTo>
                    <a:cubicBezTo>
                      <a:pt x="482" y="212"/>
                      <a:pt x="483" y="212"/>
                      <a:pt x="485" y="212"/>
                    </a:cubicBezTo>
                    <a:cubicBezTo>
                      <a:pt x="485" y="212"/>
                      <a:pt x="485" y="212"/>
                      <a:pt x="485" y="212"/>
                    </a:cubicBezTo>
                    <a:cubicBezTo>
                      <a:pt x="485" y="212"/>
                      <a:pt x="485" y="212"/>
                      <a:pt x="485" y="212"/>
                    </a:cubicBezTo>
                    <a:cubicBezTo>
                      <a:pt x="485" y="212"/>
                      <a:pt x="485" y="212"/>
                      <a:pt x="485" y="212"/>
                    </a:cubicBezTo>
                    <a:cubicBezTo>
                      <a:pt x="486" y="212"/>
                      <a:pt x="486" y="212"/>
                      <a:pt x="486" y="212"/>
                    </a:cubicBezTo>
                    <a:cubicBezTo>
                      <a:pt x="486" y="212"/>
                      <a:pt x="486" y="212"/>
                      <a:pt x="486" y="212"/>
                    </a:cubicBezTo>
                    <a:cubicBezTo>
                      <a:pt x="486" y="212"/>
                      <a:pt x="486" y="212"/>
                      <a:pt x="486" y="212"/>
                    </a:cubicBezTo>
                    <a:cubicBezTo>
                      <a:pt x="486" y="212"/>
                      <a:pt x="486" y="212"/>
                      <a:pt x="486" y="212"/>
                    </a:cubicBezTo>
                    <a:cubicBezTo>
                      <a:pt x="492" y="212"/>
                      <a:pt x="498" y="211"/>
                      <a:pt x="504" y="210"/>
                    </a:cubicBezTo>
                    <a:cubicBezTo>
                      <a:pt x="516" y="208"/>
                      <a:pt x="528" y="206"/>
                      <a:pt x="540" y="201"/>
                    </a:cubicBezTo>
                    <a:cubicBezTo>
                      <a:pt x="541" y="201"/>
                      <a:pt x="543" y="200"/>
                      <a:pt x="545" y="199"/>
                    </a:cubicBezTo>
                    <a:cubicBezTo>
                      <a:pt x="545" y="199"/>
                      <a:pt x="545" y="199"/>
                      <a:pt x="545" y="199"/>
                    </a:cubicBezTo>
                    <a:cubicBezTo>
                      <a:pt x="545" y="199"/>
                      <a:pt x="545" y="199"/>
                      <a:pt x="545" y="199"/>
                    </a:cubicBezTo>
                    <a:cubicBezTo>
                      <a:pt x="545" y="199"/>
                      <a:pt x="545" y="199"/>
                      <a:pt x="545" y="199"/>
                    </a:cubicBezTo>
                    <a:cubicBezTo>
                      <a:pt x="545" y="199"/>
                      <a:pt x="545" y="199"/>
                      <a:pt x="545" y="199"/>
                    </a:cubicBezTo>
                    <a:cubicBezTo>
                      <a:pt x="545" y="199"/>
                      <a:pt x="545" y="199"/>
                      <a:pt x="545" y="199"/>
                    </a:cubicBezTo>
                    <a:cubicBezTo>
                      <a:pt x="549" y="197"/>
                      <a:pt x="554" y="196"/>
                      <a:pt x="559" y="196"/>
                    </a:cubicBezTo>
                    <a:cubicBezTo>
                      <a:pt x="559" y="196"/>
                      <a:pt x="559" y="196"/>
                      <a:pt x="559" y="196"/>
                    </a:cubicBezTo>
                    <a:cubicBezTo>
                      <a:pt x="559" y="196"/>
                      <a:pt x="559" y="196"/>
                      <a:pt x="559" y="196"/>
                    </a:cubicBezTo>
                    <a:cubicBezTo>
                      <a:pt x="559" y="196"/>
                      <a:pt x="559" y="196"/>
                      <a:pt x="559" y="196"/>
                    </a:cubicBezTo>
                    <a:cubicBezTo>
                      <a:pt x="559" y="196"/>
                      <a:pt x="559" y="196"/>
                      <a:pt x="559" y="196"/>
                    </a:cubicBezTo>
                    <a:cubicBezTo>
                      <a:pt x="559" y="196"/>
                      <a:pt x="559" y="196"/>
                      <a:pt x="560" y="196"/>
                    </a:cubicBezTo>
                    <a:cubicBezTo>
                      <a:pt x="560" y="196"/>
                      <a:pt x="560" y="196"/>
                      <a:pt x="560" y="196"/>
                    </a:cubicBezTo>
                    <a:cubicBezTo>
                      <a:pt x="560" y="196"/>
                      <a:pt x="560" y="196"/>
                      <a:pt x="560" y="196"/>
                    </a:cubicBezTo>
                    <a:cubicBezTo>
                      <a:pt x="560" y="196"/>
                      <a:pt x="560" y="196"/>
                      <a:pt x="560" y="196"/>
                    </a:cubicBezTo>
                    <a:cubicBezTo>
                      <a:pt x="560" y="196"/>
                      <a:pt x="560" y="196"/>
                      <a:pt x="560" y="196"/>
                    </a:cubicBezTo>
                    <a:cubicBezTo>
                      <a:pt x="560" y="196"/>
                      <a:pt x="561" y="196"/>
                      <a:pt x="561" y="196"/>
                    </a:cubicBezTo>
                    <a:cubicBezTo>
                      <a:pt x="561" y="196"/>
                      <a:pt x="561" y="196"/>
                      <a:pt x="561" y="196"/>
                    </a:cubicBezTo>
                    <a:cubicBezTo>
                      <a:pt x="561" y="196"/>
                      <a:pt x="561" y="196"/>
                      <a:pt x="561" y="196"/>
                    </a:cubicBezTo>
                    <a:cubicBezTo>
                      <a:pt x="563" y="196"/>
                      <a:pt x="565" y="195"/>
                      <a:pt x="568" y="195"/>
                    </a:cubicBezTo>
                    <a:cubicBezTo>
                      <a:pt x="568" y="195"/>
                      <a:pt x="568" y="195"/>
                      <a:pt x="568" y="195"/>
                    </a:cubicBezTo>
                    <a:cubicBezTo>
                      <a:pt x="568" y="195"/>
                      <a:pt x="568" y="195"/>
                      <a:pt x="568" y="195"/>
                    </a:cubicBezTo>
                    <a:cubicBezTo>
                      <a:pt x="568" y="195"/>
                      <a:pt x="568" y="195"/>
                      <a:pt x="568" y="195"/>
                    </a:cubicBezTo>
                    <a:cubicBezTo>
                      <a:pt x="568" y="195"/>
                      <a:pt x="568" y="195"/>
                      <a:pt x="568" y="195"/>
                    </a:cubicBezTo>
                    <a:cubicBezTo>
                      <a:pt x="569" y="195"/>
                      <a:pt x="570" y="195"/>
                      <a:pt x="571" y="195"/>
                    </a:cubicBezTo>
                    <a:cubicBezTo>
                      <a:pt x="571" y="195"/>
                      <a:pt x="571" y="195"/>
                      <a:pt x="571" y="195"/>
                    </a:cubicBezTo>
                    <a:cubicBezTo>
                      <a:pt x="571" y="195"/>
                      <a:pt x="571" y="195"/>
                      <a:pt x="571" y="195"/>
                    </a:cubicBezTo>
                    <a:moveTo>
                      <a:pt x="412" y="192"/>
                    </a:moveTo>
                    <a:cubicBezTo>
                      <a:pt x="412" y="192"/>
                      <a:pt x="412" y="192"/>
                      <a:pt x="412" y="192"/>
                    </a:cubicBezTo>
                    <a:cubicBezTo>
                      <a:pt x="412" y="192"/>
                      <a:pt x="412" y="192"/>
                      <a:pt x="412" y="192"/>
                    </a:cubicBezTo>
                    <a:cubicBezTo>
                      <a:pt x="413" y="192"/>
                      <a:pt x="414" y="192"/>
                      <a:pt x="414" y="193"/>
                    </a:cubicBezTo>
                    <a:cubicBezTo>
                      <a:pt x="414" y="193"/>
                      <a:pt x="414" y="193"/>
                      <a:pt x="414" y="193"/>
                    </a:cubicBezTo>
                    <a:cubicBezTo>
                      <a:pt x="414" y="193"/>
                      <a:pt x="414" y="193"/>
                      <a:pt x="414" y="193"/>
                    </a:cubicBezTo>
                    <a:cubicBezTo>
                      <a:pt x="414" y="193"/>
                      <a:pt x="415" y="193"/>
                      <a:pt x="415" y="193"/>
                    </a:cubicBezTo>
                    <a:cubicBezTo>
                      <a:pt x="415" y="193"/>
                      <a:pt x="415" y="193"/>
                      <a:pt x="415" y="193"/>
                    </a:cubicBezTo>
                    <a:cubicBezTo>
                      <a:pt x="417" y="194"/>
                      <a:pt x="419" y="195"/>
                      <a:pt x="422" y="195"/>
                    </a:cubicBezTo>
                    <a:cubicBezTo>
                      <a:pt x="426" y="195"/>
                      <a:pt x="430" y="196"/>
                      <a:pt x="435" y="196"/>
                    </a:cubicBezTo>
                    <a:cubicBezTo>
                      <a:pt x="435" y="196"/>
                      <a:pt x="435" y="196"/>
                      <a:pt x="435" y="196"/>
                    </a:cubicBezTo>
                    <a:cubicBezTo>
                      <a:pt x="435" y="196"/>
                      <a:pt x="435" y="196"/>
                      <a:pt x="435" y="196"/>
                    </a:cubicBezTo>
                    <a:cubicBezTo>
                      <a:pt x="435" y="196"/>
                      <a:pt x="436" y="196"/>
                      <a:pt x="436" y="196"/>
                    </a:cubicBezTo>
                    <a:cubicBezTo>
                      <a:pt x="436" y="196"/>
                      <a:pt x="436" y="196"/>
                      <a:pt x="436" y="196"/>
                    </a:cubicBezTo>
                    <a:cubicBezTo>
                      <a:pt x="436" y="196"/>
                      <a:pt x="436" y="196"/>
                      <a:pt x="436" y="196"/>
                    </a:cubicBezTo>
                    <a:cubicBezTo>
                      <a:pt x="438" y="196"/>
                      <a:pt x="440" y="196"/>
                      <a:pt x="441" y="195"/>
                    </a:cubicBezTo>
                    <a:cubicBezTo>
                      <a:pt x="443" y="195"/>
                      <a:pt x="445" y="195"/>
                      <a:pt x="447" y="195"/>
                    </a:cubicBezTo>
                    <a:cubicBezTo>
                      <a:pt x="447" y="195"/>
                      <a:pt x="447" y="195"/>
                      <a:pt x="447" y="195"/>
                    </a:cubicBezTo>
                    <a:cubicBezTo>
                      <a:pt x="448" y="195"/>
                      <a:pt x="449" y="195"/>
                      <a:pt x="449" y="195"/>
                    </a:cubicBezTo>
                    <a:cubicBezTo>
                      <a:pt x="450" y="195"/>
                      <a:pt x="450" y="195"/>
                      <a:pt x="450" y="195"/>
                    </a:cubicBezTo>
                    <a:cubicBezTo>
                      <a:pt x="451" y="195"/>
                      <a:pt x="452" y="195"/>
                      <a:pt x="453" y="195"/>
                    </a:cubicBezTo>
                    <a:cubicBezTo>
                      <a:pt x="453" y="195"/>
                      <a:pt x="453" y="195"/>
                      <a:pt x="453" y="195"/>
                    </a:cubicBezTo>
                    <a:cubicBezTo>
                      <a:pt x="453" y="195"/>
                      <a:pt x="453" y="195"/>
                      <a:pt x="453" y="195"/>
                    </a:cubicBezTo>
                    <a:cubicBezTo>
                      <a:pt x="453" y="195"/>
                      <a:pt x="453" y="195"/>
                      <a:pt x="453" y="195"/>
                    </a:cubicBezTo>
                    <a:cubicBezTo>
                      <a:pt x="453" y="195"/>
                      <a:pt x="453" y="195"/>
                      <a:pt x="453" y="195"/>
                    </a:cubicBezTo>
                    <a:cubicBezTo>
                      <a:pt x="455" y="195"/>
                      <a:pt x="456" y="195"/>
                      <a:pt x="458" y="195"/>
                    </a:cubicBezTo>
                    <a:cubicBezTo>
                      <a:pt x="460" y="195"/>
                      <a:pt x="462" y="195"/>
                      <a:pt x="464" y="195"/>
                    </a:cubicBezTo>
                    <a:cubicBezTo>
                      <a:pt x="464" y="195"/>
                      <a:pt x="464" y="195"/>
                      <a:pt x="464" y="195"/>
                    </a:cubicBezTo>
                    <a:cubicBezTo>
                      <a:pt x="464" y="195"/>
                      <a:pt x="464" y="195"/>
                      <a:pt x="464" y="195"/>
                    </a:cubicBezTo>
                    <a:cubicBezTo>
                      <a:pt x="464" y="195"/>
                      <a:pt x="464" y="195"/>
                      <a:pt x="464" y="195"/>
                    </a:cubicBezTo>
                    <a:cubicBezTo>
                      <a:pt x="447" y="199"/>
                      <a:pt x="430" y="203"/>
                      <a:pt x="414" y="206"/>
                    </a:cubicBezTo>
                    <a:cubicBezTo>
                      <a:pt x="414" y="206"/>
                      <a:pt x="414" y="206"/>
                      <a:pt x="414" y="206"/>
                    </a:cubicBezTo>
                    <a:cubicBezTo>
                      <a:pt x="414" y="206"/>
                      <a:pt x="414" y="206"/>
                      <a:pt x="414" y="206"/>
                    </a:cubicBezTo>
                    <a:cubicBezTo>
                      <a:pt x="416" y="207"/>
                      <a:pt x="417" y="207"/>
                      <a:pt x="419" y="207"/>
                    </a:cubicBezTo>
                    <a:cubicBezTo>
                      <a:pt x="419" y="207"/>
                      <a:pt x="419" y="207"/>
                      <a:pt x="419" y="207"/>
                    </a:cubicBezTo>
                    <a:cubicBezTo>
                      <a:pt x="419" y="207"/>
                      <a:pt x="419" y="207"/>
                      <a:pt x="419" y="207"/>
                    </a:cubicBezTo>
                    <a:cubicBezTo>
                      <a:pt x="430" y="207"/>
                      <a:pt x="441" y="204"/>
                      <a:pt x="452" y="202"/>
                    </a:cubicBezTo>
                    <a:cubicBezTo>
                      <a:pt x="452" y="202"/>
                      <a:pt x="452" y="202"/>
                      <a:pt x="452" y="202"/>
                    </a:cubicBezTo>
                    <a:cubicBezTo>
                      <a:pt x="452" y="202"/>
                      <a:pt x="452" y="202"/>
                      <a:pt x="452" y="202"/>
                    </a:cubicBezTo>
                    <a:cubicBezTo>
                      <a:pt x="452" y="202"/>
                      <a:pt x="453" y="202"/>
                      <a:pt x="453" y="202"/>
                    </a:cubicBezTo>
                    <a:cubicBezTo>
                      <a:pt x="453" y="202"/>
                      <a:pt x="453" y="202"/>
                      <a:pt x="453" y="202"/>
                    </a:cubicBezTo>
                    <a:cubicBezTo>
                      <a:pt x="453" y="202"/>
                      <a:pt x="453" y="202"/>
                      <a:pt x="453" y="202"/>
                    </a:cubicBezTo>
                    <a:cubicBezTo>
                      <a:pt x="453" y="202"/>
                      <a:pt x="453" y="202"/>
                      <a:pt x="453" y="202"/>
                    </a:cubicBezTo>
                    <a:cubicBezTo>
                      <a:pt x="453" y="202"/>
                      <a:pt x="453" y="202"/>
                      <a:pt x="453" y="202"/>
                    </a:cubicBezTo>
                    <a:cubicBezTo>
                      <a:pt x="451" y="203"/>
                      <a:pt x="448" y="203"/>
                      <a:pt x="446" y="204"/>
                    </a:cubicBezTo>
                    <a:cubicBezTo>
                      <a:pt x="443" y="205"/>
                      <a:pt x="441" y="206"/>
                      <a:pt x="438" y="206"/>
                    </a:cubicBezTo>
                    <a:cubicBezTo>
                      <a:pt x="434" y="207"/>
                      <a:pt x="430" y="208"/>
                      <a:pt x="425" y="209"/>
                    </a:cubicBezTo>
                    <a:cubicBezTo>
                      <a:pt x="422" y="210"/>
                      <a:pt x="419" y="211"/>
                      <a:pt x="416" y="211"/>
                    </a:cubicBezTo>
                    <a:cubicBezTo>
                      <a:pt x="407" y="213"/>
                      <a:pt x="397" y="214"/>
                      <a:pt x="388" y="216"/>
                    </a:cubicBezTo>
                    <a:cubicBezTo>
                      <a:pt x="387" y="216"/>
                      <a:pt x="387" y="216"/>
                      <a:pt x="387" y="216"/>
                    </a:cubicBezTo>
                    <a:cubicBezTo>
                      <a:pt x="387" y="216"/>
                      <a:pt x="387" y="216"/>
                      <a:pt x="386" y="216"/>
                    </a:cubicBezTo>
                    <a:cubicBezTo>
                      <a:pt x="386" y="216"/>
                      <a:pt x="386" y="216"/>
                      <a:pt x="386" y="216"/>
                    </a:cubicBezTo>
                    <a:cubicBezTo>
                      <a:pt x="386" y="216"/>
                      <a:pt x="386" y="216"/>
                      <a:pt x="386" y="216"/>
                    </a:cubicBezTo>
                    <a:cubicBezTo>
                      <a:pt x="386" y="216"/>
                      <a:pt x="386" y="216"/>
                      <a:pt x="386" y="216"/>
                    </a:cubicBezTo>
                    <a:cubicBezTo>
                      <a:pt x="385" y="216"/>
                      <a:pt x="384" y="215"/>
                      <a:pt x="383" y="214"/>
                    </a:cubicBezTo>
                    <a:cubicBezTo>
                      <a:pt x="383" y="214"/>
                      <a:pt x="383" y="214"/>
                      <a:pt x="383" y="214"/>
                    </a:cubicBezTo>
                    <a:cubicBezTo>
                      <a:pt x="383" y="214"/>
                      <a:pt x="383" y="214"/>
                      <a:pt x="383" y="213"/>
                    </a:cubicBezTo>
                    <a:cubicBezTo>
                      <a:pt x="383" y="213"/>
                      <a:pt x="383" y="213"/>
                      <a:pt x="383" y="213"/>
                    </a:cubicBezTo>
                    <a:cubicBezTo>
                      <a:pt x="383" y="213"/>
                      <a:pt x="383" y="213"/>
                      <a:pt x="383" y="213"/>
                    </a:cubicBezTo>
                    <a:cubicBezTo>
                      <a:pt x="383" y="213"/>
                      <a:pt x="383" y="213"/>
                      <a:pt x="383" y="213"/>
                    </a:cubicBezTo>
                    <a:cubicBezTo>
                      <a:pt x="383" y="212"/>
                      <a:pt x="384" y="211"/>
                      <a:pt x="385" y="209"/>
                    </a:cubicBezTo>
                    <a:cubicBezTo>
                      <a:pt x="391" y="203"/>
                      <a:pt x="398" y="198"/>
                      <a:pt x="406" y="194"/>
                    </a:cubicBezTo>
                    <a:cubicBezTo>
                      <a:pt x="408" y="194"/>
                      <a:pt x="409" y="193"/>
                      <a:pt x="410" y="192"/>
                    </a:cubicBezTo>
                    <a:cubicBezTo>
                      <a:pt x="410" y="192"/>
                      <a:pt x="410" y="192"/>
                      <a:pt x="410" y="192"/>
                    </a:cubicBezTo>
                    <a:cubicBezTo>
                      <a:pt x="411" y="192"/>
                      <a:pt x="411" y="192"/>
                      <a:pt x="412" y="192"/>
                    </a:cubicBezTo>
                    <a:cubicBezTo>
                      <a:pt x="412" y="192"/>
                      <a:pt x="412" y="192"/>
                      <a:pt x="412" y="192"/>
                    </a:cubicBezTo>
                    <a:cubicBezTo>
                      <a:pt x="412" y="192"/>
                      <a:pt x="412" y="192"/>
                      <a:pt x="412" y="192"/>
                    </a:cubicBezTo>
                    <a:moveTo>
                      <a:pt x="683" y="236"/>
                    </a:moveTo>
                    <a:cubicBezTo>
                      <a:pt x="677" y="216"/>
                      <a:pt x="669" y="199"/>
                      <a:pt x="658" y="182"/>
                    </a:cubicBezTo>
                    <a:cubicBezTo>
                      <a:pt x="658" y="182"/>
                      <a:pt x="658" y="182"/>
                      <a:pt x="658" y="182"/>
                    </a:cubicBezTo>
                    <a:cubicBezTo>
                      <a:pt x="658" y="182"/>
                      <a:pt x="658" y="182"/>
                      <a:pt x="658" y="182"/>
                    </a:cubicBezTo>
                    <a:cubicBezTo>
                      <a:pt x="661" y="183"/>
                      <a:pt x="663" y="185"/>
                      <a:pt x="665" y="186"/>
                    </a:cubicBezTo>
                    <a:cubicBezTo>
                      <a:pt x="667" y="187"/>
                      <a:pt x="669" y="188"/>
                      <a:pt x="671" y="189"/>
                    </a:cubicBezTo>
                    <a:cubicBezTo>
                      <a:pt x="672" y="190"/>
                      <a:pt x="673" y="191"/>
                      <a:pt x="673" y="193"/>
                    </a:cubicBezTo>
                    <a:cubicBezTo>
                      <a:pt x="677" y="201"/>
                      <a:pt x="679" y="210"/>
                      <a:pt x="681" y="219"/>
                    </a:cubicBezTo>
                    <a:cubicBezTo>
                      <a:pt x="682" y="224"/>
                      <a:pt x="683" y="229"/>
                      <a:pt x="683" y="234"/>
                    </a:cubicBezTo>
                    <a:cubicBezTo>
                      <a:pt x="683" y="234"/>
                      <a:pt x="683" y="235"/>
                      <a:pt x="683" y="236"/>
                    </a:cubicBezTo>
                    <a:moveTo>
                      <a:pt x="666" y="213"/>
                    </a:moveTo>
                    <a:cubicBezTo>
                      <a:pt x="665" y="213"/>
                      <a:pt x="664" y="213"/>
                      <a:pt x="664" y="213"/>
                    </a:cubicBezTo>
                    <a:cubicBezTo>
                      <a:pt x="657" y="190"/>
                      <a:pt x="641" y="175"/>
                      <a:pt x="622" y="162"/>
                    </a:cubicBezTo>
                    <a:cubicBezTo>
                      <a:pt x="622" y="162"/>
                      <a:pt x="622" y="162"/>
                      <a:pt x="622" y="162"/>
                    </a:cubicBezTo>
                    <a:cubicBezTo>
                      <a:pt x="622" y="162"/>
                      <a:pt x="622" y="162"/>
                      <a:pt x="622" y="162"/>
                    </a:cubicBezTo>
                    <a:cubicBezTo>
                      <a:pt x="628" y="162"/>
                      <a:pt x="648" y="174"/>
                      <a:pt x="653" y="180"/>
                    </a:cubicBezTo>
                    <a:cubicBezTo>
                      <a:pt x="661" y="190"/>
                      <a:pt x="667" y="200"/>
                      <a:pt x="671" y="212"/>
                    </a:cubicBezTo>
                    <a:cubicBezTo>
                      <a:pt x="671" y="212"/>
                      <a:pt x="671" y="212"/>
                      <a:pt x="671" y="212"/>
                    </a:cubicBezTo>
                    <a:cubicBezTo>
                      <a:pt x="671" y="212"/>
                      <a:pt x="671" y="212"/>
                      <a:pt x="671" y="212"/>
                    </a:cubicBezTo>
                    <a:cubicBezTo>
                      <a:pt x="671" y="212"/>
                      <a:pt x="670" y="213"/>
                      <a:pt x="670" y="213"/>
                    </a:cubicBezTo>
                    <a:cubicBezTo>
                      <a:pt x="670" y="213"/>
                      <a:pt x="670" y="213"/>
                      <a:pt x="670" y="213"/>
                    </a:cubicBezTo>
                    <a:cubicBezTo>
                      <a:pt x="670" y="213"/>
                      <a:pt x="669" y="213"/>
                      <a:pt x="669" y="213"/>
                    </a:cubicBezTo>
                    <a:cubicBezTo>
                      <a:pt x="668" y="213"/>
                      <a:pt x="668" y="213"/>
                      <a:pt x="667" y="213"/>
                    </a:cubicBezTo>
                    <a:cubicBezTo>
                      <a:pt x="667" y="213"/>
                      <a:pt x="667" y="213"/>
                      <a:pt x="667" y="213"/>
                    </a:cubicBezTo>
                    <a:cubicBezTo>
                      <a:pt x="667" y="213"/>
                      <a:pt x="667" y="213"/>
                      <a:pt x="667" y="213"/>
                    </a:cubicBezTo>
                    <a:cubicBezTo>
                      <a:pt x="667" y="213"/>
                      <a:pt x="667" y="213"/>
                      <a:pt x="667" y="213"/>
                    </a:cubicBezTo>
                    <a:cubicBezTo>
                      <a:pt x="667" y="213"/>
                      <a:pt x="667" y="213"/>
                      <a:pt x="667" y="213"/>
                    </a:cubicBezTo>
                    <a:cubicBezTo>
                      <a:pt x="667" y="213"/>
                      <a:pt x="666" y="213"/>
                      <a:pt x="666" y="213"/>
                    </a:cubicBezTo>
                    <a:moveTo>
                      <a:pt x="609" y="157"/>
                    </a:moveTo>
                    <a:cubicBezTo>
                      <a:pt x="609" y="157"/>
                      <a:pt x="609" y="157"/>
                      <a:pt x="609" y="157"/>
                    </a:cubicBezTo>
                    <a:cubicBezTo>
                      <a:pt x="609" y="157"/>
                      <a:pt x="609" y="157"/>
                      <a:pt x="609" y="157"/>
                    </a:cubicBezTo>
                    <a:cubicBezTo>
                      <a:pt x="611" y="157"/>
                      <a:pt x="612" y="158"/>
                      <a:pt x="614" y="159"/>
                    </a:cubicBezTo>
                    <a:cubicBezTo>
                      <a:pt x="614" y="159"/>
                      <a:pt x="614" y="159"/>
                      <a:pt x="614" y="159"/>
                    </a:cubicBezTo>
                    <a:cubicBezTo>
                      <a:pt x="614" y="159"/>
                      <a:pt x="614" y="159"/>
                      <a:pt x="614" y="159"/>
                    </a:cubicBezTo>
                    <a:cubicBezTo>
                      <a:pt x="614" y="159"/>
                      <a:pt x="614" y="159"/>
                      <a:pt x="614" y="159"/>
                    </a:cubicBezTo>
                    <a:cubicBezTo>
                      <a:pt x="614" y="159"/>
                      <a:pt x="614" y="159"/>
                      <a:pt x="614" y="159"/>
                    </a:cubicBezTo>
                    <a:cubicBezTo>
                      <a:pt x="622" y="164"/>
                      <a:pt x="629" y="169"/>
                      <a:pt x="635" y="174"/>
                    </a:cubicBezTo>
                    <a:cubicBezTo>
                      <a:pt x="642" y="181"/>
                      <a:pt x="649" y="187"/>
                      <a:pt x="654" y="195"/>
                    </a:cubicBezTo>
                    <a:cubicBezTo>
                      <a:pt x="656" y="199"/>
                      <a:pt x="657" y="202"/>
                      <a:pt x="659" y="206"/>
                    </a:cubicBezTo>
                    <a:cubicBezTo>
                      <a:pt x="659" y="206"/>
                      <a:pt x="659" y="206"/>
                      <a:pt x="659" y="206"/>
                    </a:cubicBezTo>
                    <a:cubicBezTo>
                      <a:pt x="659" y="206"/>
                      <a:pt x="659" y="206"/>
                      <a:pt x="659" y="206"/>
                    </a:cubicBezTo>
                    <a:cubicBezTo>
                      <a:pt x="659" y="206"/>
                      <a:pt x="659" y="206"/>
                      <a:pt x="659" y="206"/>
                    </a:cubicBezTo>
                    <a:cubicBezTo>
                      <a:pt x="659" y="206"/>
                      <a:pt x="659" y="206"/>
                      <a:pt x="659" y="206"/>
                    </a:cubicBezTo>
                    <a:cubicBezTo>
                      <a:pt x="659" y="206"/>
                      <a:pt x="658" y="206"/>
                      <a:pt x="658" y="206"/>
                    </a:cubicBezTo>
                    <a:cubicBezTo>
                      <a:pt x="658" y="206"/>
                      <a:pt x="658" y="206"/>
                      <a:pt x="658" y="206"/>
                    </a:cubicBezTo>
                    <a:cubicBezTo>
                      <a:pt x="658" y="206"/>
                      <a:pt x="657" y="206"/>
                      <a:pt x="657" y="206"/>
                    </a:cubicBezTo>
                    <a:cubicBezTo>
                      <a:pt x="657" y="206"/>
                      <a:pt x="657" y="206"/>
                      <a:pt x="657" y="206"/>
                    </a:cubicBezTo>
                    <a:cubicBezTo>
                      <a:pt x="641" y="208"/>
                      <a:pt x="625" y="208"/>
                      <a:pt x="609" y="208"/>
                    </a:cubicBezTo>
                    <a:cubicBezTo>
                      <a:pt x="609" y="208"/>
                      <a:pt x="609" y="208"/>
                      <a:pt x="609" y="208"/>
                    </a:cubicBezTo>
                    <a:cubicBezTo>
                      <a:pt x="609" y="208"/>
                      <a:pt x="609" y="208"/>
                      <a:pt x="609" y="208"/>
                    </a:cubicBezTo>
                    <a:cubicBezTo>
                      <a:pt x="609" y="208"/>
                      <a:pt x="609" y="208"/>
                      <a:pt x="609" y="208"/>
                    </a:cubicBezTo>
                    <a:cubicBezTo>
                      <a:pt x="609" y="208"/>
                      <a:pt x="609" y="208"/>
                      <a:pt x="609" y="208"/>
                    </a:cubicBezTo>
                    <a:cubicBezTo>
                      <a:pt x="604" y="208"/>
                      <a:pt x="600" y="208"/>
                      <a:pt x="596" y="208"/>
                    </a:cubicBezTo>
                    <a:cubicBezTo>
                      <a:pt x="596" y="208"/>
                      <a:pt x="596" y="208"/>
                      <a:pt x="596" y="208"/>
                    </a:cubicBezTo>
                    <a:cubicBezTo>
                      <a:pt x="592" y="198"/>
                      <a:pt x="584" y="194"/>
                      <a:pt x="574" y="193"/>
                    </a:cubicBezTo>
                    <a:cubicBezTo>
                      <a:pt x="574" y="193"/>
                      <a:pt x="574" y="193"/>
                      <a:pt x="574" y="193"/>
                    </a:cubicBezTo>
                    <a:cubicBezTo>
                      <a:pt x="572" y="193"/>
                      <a:pt x="570" y="192"/>
                      <a:pt x="568" y="192"/>
                    </a:cubicBezTo>
                    <a:cubicBezTo>
                      <a:pt x="568" y="192"/>
                      <a:pt x="568" y="192"/>
                      <a:pt x="568" y="192"/>
                    </a:cubicBezTo>
                    <a:cubicBezTo>
                      <a:pt x="568" y="192"/>
                      <a:pt x="568" y="192"/>
                      <a:pt x="568" y="192"/>
                    </a:cubicBezTo>
                    <a:cubicBezTo>
                      <a:pt x="562" y="192"/>
                      <a:pt x="557" y="193"/>
                      <a:pt x="552" y="194"/>
                    </a:cubicBezTo>
                    <a:cubicBezTo>
                      <a:pt x="552" y="194"/>
                      <a:pt x="552" y="194"/>
                      <a:pt x="552" y="194"/>
                    </a:cubicBezTo>
                    <a:cubicBezTo>
                      <a:pt x="552" y="194"/>
                      <a:pt x="552" y="194"/>
                      <a:pt x="552" y="194"/>
                    </a:cubicBezTo>
                    <a:cubicBezTo>
                      <a:pt x="551" y="194"/>
                      <a:pt x="551" y="195"/>
                      <a:pt x="551" y="195"/>
                    </a:cubicBezTo>
                    <a:cubicBezTo>
                      <a:pt x="551" y="195"/>
                      <a:pt x="550" y="195"/>
                      <a:pt x="550" y="195"/>
                    </a:cubicBezTo>
                    <a:cubicBezTo>
                      <a:pt x="548" y="195"/>
                      <a:pt x="545" y="197"/>
                      <a:pt x="542" y="198"/>
                    </a:cubicBezTo>
                    <a:cubicBezTo>
                      <a:pt x="535" y="200"/>
                      <a:pt x="528" y="203"/>
                      <a:pt x="521" y="205"/>
                    </a:cubicBezTo>
                    <a:cubicBezTo>
                      <a:pt x="515" y="206"/>
                      <a:pt x="510" y="206"/>
                      <a:pt x="504" y="207"/>
                    </a:cubicBezTo>
                    <a:cubicBezTo>
                      <a:pt x="498" y="208"/>
                      <a:pt x="491" y="210"/>
                      <a:pt x="484" y="210"/>
                    </a:cubicBezTo>
                    <a:cubicBezTo>
                      <a:pt x="484" y="210"/>
                      <a:pt x="484" y="210"/>
                      <a:pt x="484" y="210"/>
                    </a:cubicBezTo>
                    <a:cubicBezTo>
                      <a:pt x="484" y="210"/>
                      <a:pt x="484" y="210"/>
                      <a:pt x="484" y="210"/>
                    </a:cubicBezTo>
                    <a:cubicBezTo>
                      <a:pt x="483" y="211"/>
                      <a:pt x="482" y="211"/>
                      <a:pt x="481" y="211"/>
                    </a:cubicBezTo>
                    <a:cubicBezTo>
                      <a:pt x="481" y="211"/>
                      <a:pt x="481" y="211"/>
                      <a:pt x="481" y="211"/>
                    </a:cubicBezTo>
                    <a:cubicBezTo>
                      <a:pt x="481" y="211"/>
                      <a:pt x="481" y="211"/>
                      <a:pt x="481" y="211"/>
                    </a:cubicBezTo>
                    <a:cubicBezTo>
                      <a:pt x="481" y="211"/>
                      <a:pt x="481" y="211"/>
                      <a:pt x="481" y="211"/>
                    </a:cubicBezTo>
                    <a:cubicBezTo>
                      <a:pt x="481" y="211"/>
                      <a:pt x="481" y="211"/>
                      <a:pt x="481" y="211"/>
                    </a:cubicBezTo>
                    <a:cubicBezTo>
                      <a:pt x="475" y="211"/>
                      <a:pt x="470" y="209"/>
                      <a:pt x="464" y="208"/>
                    </a:cubicBezTo>
                    <a:cubicBezTo>
                      <a:pt x="464" y="208"/>
                      <a:pt x="464" y="208"/>
                      <a:pt x="464" y="208"/>
                    </a:cubicBezTo>
                    <a:cubicBezTo>
                      <a:pt x="462" y="207"/>
                      <a:pt x="461" y="207"/>
                      <a:pt x="459" y="206"/>
                    </a:cubicBezTo>
                    <a:cubicBezTo>
                      <a:pt x="458" y="206"/>
                      <a:pt x="458" y="205"/>
                      <a:pt x="457" y="204"/>
                    </a:cubicBezTo>
                    <a:cubicBezTo>
                      <a:pt x="457" y="204"/>
                      <a:pt x="457" y="204"/>
                      <a:pt x="457" y="204"/>
                    </a:cubicBezTo>
                    <a:cubicBezTo>
                      <a:pt x="457" y="204"/>
                      <a:pt x="457" y="204"/>
                      <a:pt x="457" y="204"/>
                    </a:cubicBezTo>
                    <a:cubicBezTo>
                      <a:pt x="464" y="202"/>
                      <a:pt x="471" y="199"/>
                      <a:pt x="478" y="197"/>
                    </a:cubicBezTo>
                    <a:cubicBezTo>
                      <a:pt x="487" y="194"/>
                      <a:pt x="496" y="191"/>
                      <a:pt x="505" y="188"/>
                    </a:cubicBezTo>
                    <a:cubicBezTo>
                      <a:pt x="516" y="185"/>
                      <a:pt x="527" y="181"/>
                      <a:pt x="538" y="177"/>
                    </a:cubicBezTo>
                    <a:cubicBezTo>
                      <a:pt x="548" y="174"/>
                      <a:pt x="559" y="171"/>
                      <a:pt x="570" y="167"/>
                    </a:cubicBezTo>
                    <a:cubicBezTo>
                      <a:pt x="578" y="164"/>
                      <a:pt x="585" y="163"/>
                      <a:pt x="593" y="161"/>
                    </a:cubicBezTo>
                    <a:cubicBezTo>
                      <a:pt x="597" y="160"/>
                      <a:pt x="602" y="160"/>
                      <a:pt x="606" y="158"/>
                    </a:cubicBezTo>
                    <a:cubicBezTo>
                      <a:pt x="606" y="158"/>
                      <a:pt x="606" y="158"/>
                      <a:pt x="606" y="158"/>
                    </a:cubicBezTo>
                    <a:cubicBezTo>
                      <a:pt x="606" y="158"/>
                      <a:pt x="606" y="158"/>
                      <a:pt x="606" y="158"/>
                    </a:cubicBezTo>
                    <a:cubicBezTo>
                      <a:pt x="606" y="158"/>
                      <a:pt x="606" y="158"/>
                      <a:pt x="606" y="158"/>
                    </a:cubicBezTo>
                    <a:cubicBezTo>
                      <a:pt x="607" y="158"/>
                      <a:pt x="608" y="157"/>
                      <a:pt x="609" y="157"/>
                    </a:cubicBezTo>
                    <a:cubicBezTo>
                      <a:pt x="609" y="157"/>
                      <a:pt x="609" y="157"/>
                      <a:pt x="609" y="157"/>
                    </a:cubicBezTo>
                    <a:cubicBezTo>
                      <a:pt x="609" y="157"/>
                      <a:pt x="609" y="157"/>
                      <a:pt x="609" y="157"/>
                    </a:cubicBezTo>
                    <a:moveTo>
                      <a:pt x="613" y="3"/>
                    </a:moveTo>
                    <a:cubicBezTo>
                      <a:pt x="613" y="3"/>
                      <a:pt x="613" y="3"/>
                      <a:pt x="613" y="3"/>
                    </a:cubicBezTo>
                    <a:cubicBezTo>
                      <a:pt x="613" y="3"/>
                      <a:pt x="613" y="3"/>
                      <a:pt x="613" y="3"/>
                    </a:cubicBezTo>
                    <a:cubicBezTo>
                      <a:pt x="624" y="3"/>
                      <a:pt x="634" y="4"/>
                      <a:pt x="644" y="9"/>
                    </a:cubicBezTo>
                    <a:cubicBezTo>
                      <a:pt x="644" y="9"/>
                      <a:pt x="644" y="9"/>
                      <a:pt x="644" y="9"/>
                    </a:cubicBezTo>
                    <a:cubicBezTo>
                      <a:pt x="644" y="9"/>
                      <a:pt x="644" y="9"/>
                      <a:pt x="645" y="9"/>
                    </a:cubicBezTo>
                    <a:cubicBezTo>
                      <a:pt x="645" y="9"/>
                      <a:pt x="645" y="9"/>
                      <a:pt x="645" y="9"/>
                    </a:cubicBezTo>
                    <a:cubicBezTo>
                      <a:pt x="645" y="9"/>
                      <a:pt x="645" y="9"/>
                      <a:pt x="645" y="9"/>
                    </a:cubicBezTo>
                    <a:cubicBezTo>
                      <a:pt x="645" y="9"/>
                      <a:pt x="645" y="9"/>
                      <a:pt x="645" y="9"/>
                    </a:cubicBezTo>
                    <a:cubicBezTo>
                      <a:pt x="645" y="9"/>
                      <a:pt x="645" y="9"/>
                      <a:pt x="645" y="9"/>
                    </a:cubicBezTo>
                    <a:cubicBezTo>
                      <a:pt x="648" y="11"/>
                      <a:pt x="652" y="13"/>
                      <a:pt x="655" y="15"/>
                    </a:cubicBezTo>
                    <a:cubicBezTo>
                      <a:pt x="657" y="17"/>
                      <a:pt x="660" y="19"/>
                      <a:pt x="662" y="21"/>
                    </a:cubicBezTo>
                    <a:cubicBezTo>
                      <a:pt x="671" y="30"/>
                      <a:pt x="680" y="38"/>
                      <a:pt x="689" y="47"/>
                    </a:cubicBezTo>
                    <a:cubicBezTo>
                      <a:pt x="695" y="53"/>
                      <a:pt x="700" y="60"/>
                      <a:pt x="704" y="67"/>
                    </a:cubicBezTo>
                    <a:cubicBezTo>
                      <a:pt x="708" y="73"/>
                      <a:pt x="710" y="80"/>
                      <a:pt x="712" y="87"/>
                    </a:cubicBezTo>
                    <a:cubicBezTo>
                      <a:pt x="715" y="96"/>
                      <a:pt x="716" y="106"/>
                      <a:pt x="717" y="115"/>
                    </a:cubicBezTo>
                    <a:cubicBezTo>
                      <a:pt x="717" y="119"/>
                      <a:pt x="717" y="122"/>
                      <a:pt x="717" y="126"/>
                    </a:cubicBezTo>
                    <a:cubicBezTo>
                      <a:pt x="717" y="132"/>
                      <a:pt x="717" y="139"/>
                      <a:pt x="716" y="145"/>
                    </a:cubicBezTo>
                    <a:cubicBezTo>
                      <a:pt x="715" y="154"/>
                      <a:pt x="714" y="162"/>
                      <a:pt x="714" y="171"/>
                    </a:cubicBezTo>
                    <a:cubicBezTo>
                      <a:pt x="714" y="172"/>
                      <a:pt x="714" y="174"/>
                      <a:pt x="714" y="175"/>
                    </a:cubicBezTo>
                    <a:cubicBezTo>
                      <a:pt x="714" y="183"/>
                      <a:pt x="716" y="190"/>
                      <a:pt x="719" y="197"/>
                    </a:cubicBezTo>
                    <a:cubicBezTo>
                      <a:pt x="720" y="198"/>
                      <a:pt x="720" y="199"/>
                      <a:pt x="721" y="201"/>
                    </a:cubicBezTo>
                    <a:cubicBezTo>
                      <a:pt x="721" y="201"/>
                      <a:pt x="721" y="201"/>
                      <a:pt x="721" y="201"/>
                    </a:cubicBezTo>
                    <a:cubicBezTo>
                      <a:pt x="721" y="201"/>
                      <a:pt x="721" y="201"/>
                      <a:pt x="721" y="201"/>
                    </a:cubicBezTo>
                    <a:cubicBezTo>
                      <a:pt x="702" y="199"/>
                      <a:pt x="685" y="193"/>
                      <a:pt x="670" y="184"/>
                    </a:cubicBezTo>
                    <a:cubicBezTo>
                      <a:pt x="659" y="178"/>
                      <a:pt x="649" y="171"/>
                      <a:pt x="638" y="165"/>
                    </a:cubicBezTo>
                    <a:cubicBezTo>
                      <a:pt x="633" y="162"/>
                      <a:pt x="626" y="159"/>
                      <a:pt x="621" y="156"/>
                    </a:cubicBezTo>
                    <a:cubicBezTo>
                      <a:pt x="621" y="156"/>
                      <a:pt x="621" y="156"/>
                      <a:pt x="621" y="156"/>
                    </a:cubicBezTo>
                    <a:cubicBezTo>
                      <a:pt x="621" y="156"/>
                      <a:pt x="621" y="156"/>
                      <a:pt x="620" y="156"/>
                    </a:cubicBezTo>
                    <a:cubicBezTo>
                      <a:pt x="620" y="156"/>
                      <a:pt x="620" y="156"/>
                      <a:pt x="620" y="156"/>
                    </a:cubicBezTo>
                    <a:cubicBezTo>
                      <a:pt x="618" y="155"/>
                      <a:pt x="615" y="154"/>
                      <a:pt x="612" y="154"/>
                    </a:cubicBezTo>
                    <a:cubicBezTo>
                      <a:pt x="612" y="154"/>
                      <a:pt x="612" y="154"/>
                      <a:pt x="612" y="154"/>
                    </a:cubicBezTo>
                    <a:cubicBezTo>
                      <a:pt x="612" y="154"/>
                      <a:pt x="612" y="154"/>
                      <a:pt x="612" y="154"/>
                    </a:cubicBezTo>
                    <a:cubicBezTo>
                      <a:pt x="609" y="154"/>
                      <a:pt x="607" y="154"/>
                      <a:pt x="604" y="155"/>
                    </a:cubicBezTo>
                    <a:cubicBezTo>
                      <a:pt x="604" y="155"/>
                      <a:pt x="604" y="155"/>
                      <a:pt x="604" y="155"/>
                    </a:cubicBezTo>
                    <a:cubicBezTo>
                      <a:pt x="604" y="155"/>
                      <a:pt x="604" y="155"/>
                      <a:pt x="604" y="155"/>
                    </a:cubicBezTo>
                    <a:cubicBezTo>
                      <a:pt x="604" y="155"/>
                      <a:pt x="604" y="155"/>
                      <a:pt x="604" y="155"/>
                    </a:cubicBezTo>
                    <a:cubicBezTo>
                      <a:pt x="604" y="155"/>
                      <a:pt x="604" y="155"/>
                      <a:pt x="604" y="155"/>
                    </a:cubicBezTo>
                    <a:cubicBezTo>
                      <a:pt x="593" y="157"/>
                      <a:pt x="582" y="160"/>
                      <a:pt x="571" y="163"/>
                    </a:cubicBezTo>
                    <a:cubicBezTo>
                      <a:pt x="563" y="165"/>
                      <a:pt x="556" y="168"/>
                      <a:pt x="549" y="171"/>
                    </a:cubicBezTo>
                    <a:cubicBezTo>
                      <a:pt x="541" y="173"/>
                      <a:pt x="533" y="175"/>
                      <a:pt x="526" y="178"/>
                    </a:cubicBezTo>
                    <a:cubicBezTo>
                      <a:pt x="524" y="178"/>
                      <a:pt x="522" y="179"/>
                      <a:pt x="520" y="179"/>
                    </a:cubicBezTo>
                    <a:cubicBezTo>
                      <a:pt x="520" y="179"/>
                      <a:pt x="520" y="179"/>
                      <a:pt x="520" y="179"/>
                    </a:cubicBezTo>
                    <a:cubicBezTo>
                      <a:pt x="518" y="178"/>
                      <a:pt x="517" y="178"/>
                      <a:pt x="515" y="178"/>
                    </a:cubicBezTo>
                    <a:cubicBezTo>
                      <a:pt x="515" y="178"/>
                      <a:pt x="515" y="178"/>
                      <a:pt x="515" y="178"/>
                    </a:cubicBezTo>
                    <a:cubicBezTo>
                      <a:pt x="515" y="178"/>
                      <a:pt x="515" y="178"/>
                      <a:pt x="515" y="178"/>
                    </a:cubicBezTo>
                    <a:cubicBezTo>
                      <a:pt x="513" y="178"/>
                      <a:pt x="510" y="179"/>
                      <a:pt x="508" y="180"/>
                    </a:cubicBezTo>
                    <a:cubicBezTo>
                      <a:pt x="508" y="180"/>
                      <a:pt x="508" y="180"/>
                      <a:pt x="508" y="180"/>
                    </a:cubicBezTo>
                    <a:cubicBezTo>
                      <a:pt x="508" y="180"/>
                      <a:pt x="508" y="180"/>
                      <a:pt x="508" y="180"/>
                    </a:cubicBezTo>
                    <a:cubicBezTo>
                      <a:pt x="508" y="180"/>
                      <a:pt x="508" y="180"/>
                      <a:pt x="508" y="180"/>
                    </a:cubicBezTo>
                    <a:cubicBezTo>
                      <a:pt x="508" y="180"/>
                      <a:pt x="507" y="180"/>
                      <a:pt x="507" y="180"/>
                    </a:cubicBezTo>
                    <a:cubicBezTo>
                      <a:pt x="507" y="180"/>
                      <a:pt x="507" y="180"/>
                      <a:pt x="507" y="180"/>
                    </a:cubicBezTo>
                    <a:cubicBezTo>
                      <a:pt x="507" y="180"/>
                      <a:pt x="507" y="180"/>
                      <a:pt x="507" y="180"/>
                    </a:cubicBezTo>
                    <a:cubicBezTo>
                      <a:pt x="507" y="180"/>
                      <a:pt x="507" y="180"/>
                      <a:pt x="507" y="180"/>
                    </a:cubicBezTo>
                    <a:cubicBezTo>
                      <a:pt x="507" y="180"/>
                      <a:pt x="507" y="180"/>
                      <a:pt x="507" y="180"/>
                    </a:cubicBezTo>
                    <a:cubicBezTo>
                      <a:pt x="496" y="184"/>
                      <a:pt x="484" y="188"/>
                      <a:pt x="472" y="190"/>
                    </a:cubicBezTo>
                    <a:cubicBezTo>
                      <a:pt x="465" y="190"/>
                      <a:pt x="457" y="192"/>
                      <a:pt x="449" y="192"/>
                    </a:cubicBezTo>
                    <a:cubicBezTo>
                      <a:pt x="449" y="192"/>
                      <a:pt x="449" y="192"/>
                      <a:pt x="449" y="192"/>
                    </a:cubicBezTo>
                    <a:cubicBezTo>
                      <a:pt x="449" y="192"/>
                      <a:pt x="449" y="192"/>
                      <a:pt x="449" y="192"/>
                    </a:cubicBezTo>
                    <a:cubicBezTo>
                      <a:pt x="448" y="192"/>
                      <a:pt x="447" y="192"/>
                      <a:pt x="447" y="192"/>
                    </a:cubicBezTo>
                    <a:cubicBezTo>
                      <a:pt x="447" y="192"/>
                      <a:pt x="447" y="192"/>
                      <a:pt x="447" y="192"/>
                    </a:cubicBezTo>
                    <a:cubicBezTo>
                      <a:pt x="447" y="192"/>
                      <a:pt x="447" y="192"/>
                      <a:pt x="447" y="192"/>
                    </a:cubicBezTo>
                    <a:cubicBezTo>
                      <a:pt x="447" y="192"/>
                      <a:pt x="447" y="192"/>
                      <a:pt x="447" y="192"/>
                    </a:cubicBezTo>
                    <a:cubicBezTo>
                      <a:pt x="447" y="192"/>
                      <a:pt x="447" y="192"/>
                      <a:pt x="447" y="192"/>
                    </a:cubicBezTo>
                    <a:cubicBezTo>
                      <a:pt x="445" y="192"/>
                      <a:pt x="443" y="192"/>
                      <a:pt x="441" y="192"/>
                    </a:cubicBezTo>
                    <a:cubicBezTo>
                      <a:pt x="440" y="192"/>
                      <a:pt x="439" y="192"/>
                      <a:pt x="438" y="192"/>
                    </a:cubicBezTo>
                    <a:cubicBezTo>
                      <a:pt x="438" y="192"/>
                      <a:pt x="437" y="192"/>
                      <a:pt x="437" y="192"/>
                    </a:cubicBezTo>
                    <a:cubicBezTo>
                      <a:pt x="437" y="192"/>
                      <a:pt x="437" y="192"/>
                      <a:pt x="437" y="192"/>
                    </a:cubicBezTo>
                    <a:cubicBezTo>
                      <a:pt x="433" y="192"/>
                      <a:pt x="430" y="192"/>
                      <a:pt x="426" y="192"/>
                    </a:cubicBezTo>
                    <a:cubicBezTo>
                      <a:pt x="426" y="192"/>
                      <a:pt x="426" y="192"/>
                      <a:pt x="426" y="192"/>
                    </a:cubicBezTo>
                    <a:cubicBezTo>
                      <a:pt x="426" y="192"/>
                      <a:pt x="426" y="192"/>
                      <a:pt x="426" y="192"/>
                    </a:cubicBezTo>
                    <a:cubicBezTo>
                      <a:pt x="425" y="192"/>
                      <a:pt x="425" y="192"/>
                      <a:pt x="425" y="192"/>
                    </a:cubicBezTo>
                    <a:cubicBezTo>
                      <a:pt x="425" y="192"/>
                      <a:pt x="424" y="192"/>
                      <a:pt x="424" y="192"/>
                    </a:cubicBezTo>
                    <a:cubicBezTo>
                      <a:pt x="424" y="192"/>
                      <a:pt x="424" y="192"/>
                      <a:pt x="423" y="192"/>
                    </a:cubicBezTo>
                    <a:cubicBezTo>
                      <a:pt x="423" y="192"/>
                      <a:pt x="423" y="192"/>
                      <a:pt x="423" y="192"/>
                    </a:cubicBezTo>
                    <a:cubicBezTo>
                      <a:pt x="423" y="192"/>
                      <a:pt x="423" y="192"/>
                      <a:pt x="423" y="192"/>
                    </a:cubicBezTo>
                    <a:cubicBezTo>
                      <a:pt x="423" y="192"/>
                      <a:pt x="423" y="192"/>
                      <a:pt x="423" y="192"/>
                    </a:cubicBezTo>
                    <a:cubicBezTo>
                      <a:pt x="423" y="192"/>
                      <a:pt x="422" y="192"/>
                      <a:pt x="421" y="191"/>
                    </a:cubicBezTo>
                    <a:cubicBezTo>
                      <a:pt x="421" y="191"/>
                      <a:pt x="421" y="191"/>
                      <a:pt x="421" y="191"/>
                    </a:cubicBezTo>
                    <a:cubicBezTo>
                      <a:pt x="416" y="191"/>
                      <a:pt x="414" y="189"/>
                      <a:pt x="414" y="186"/>
                    </a:cubicBezTo>
                    <a:cubicBezTo>
                      <a:pt x="414" y="185"/>
                      <a:pt x="414" y="184"/>
                      <a:pt x="415" y="183"/>
                    </a:cubicBezTo>
                    <a:cubicBezTo>
                      <a:pt x="416" y="175"/>
                      <a:pt x="417" y="166"/>
                      <a:pt x="419" y="158"/>
                    </a:cubicBezTo>
                    <a:cubicBezTo>
                      <a:pt x="420" y="152"/>
                      <a:pt x="421" y="145"/>
                      <a:pt x="423" y="139"/>
                    </a:cubicBezTo>
                    <a:cubicBezTo>
                      <a:pt x="426" y="127"/>
                      <a:pt x="429" y="115"/>
                      <a:pt x="432" y="103"/>
                    </a:cubicBezTo>
                    <a:cubicBezTo>
                      <a:pt x="433" y="98"/>
                      <a:pt x="436" y="93"/>
                      <a:pt x="438" y="88"/>
                    </a:cubicBezTo>
                    <a:cubicBezTo>
                      <a:pt x="439" y="86"/>
                      <a:pt x="439" y="84"/>
                      <a:pt x="440" y="82"/>
                    </a:cubicBezTo>
                    <a:cubicBezTo>
                      <a:pt x="441" y="79"/>
                      <a:pt x="442" y="76"/>
                      <a:pt x="444" y="74"/>
                    </a:cubicBezTo>
                    <a:cubicBezTo>
                      <a:pt x="449" y="68"/>
                      <a:pt x="454" y="63"/>
                      <a:pt x="458" y="57"/>
                    </a:cubicBezTo>
                    <a:cubicBezTo>
                      <a:pt x="465" y="50"/>
                      <a:pt x="473" y="43"/>
                      <a:pt x="482" y="38"/>
                    </a:cubicBezTo>
                    <a:cubicBezTo>
                      <a:pt x="486" y="36"/>
                      <a:pt x="491" y="34"/>
                      <a:pt x="495" y="33"/>
                    </a:cubicBezTo>
                    <a:cubicBezTo>
                      <a:pt x="500" y="31"/>
                      <a:pt x="505" y="29"/>
                      <a:pt x="509" y="27"/>
                    </a:cubicBezTo>
                    <a:cubicBezTo>
                      <a:pt x="513" y="24"/>
                      <a:pt x="518" y="23"/>
                      <a:pt x="522" y="22"/>
                    </a:cubicBezTo>
                    <a:cubicBezTo>
                      <a:pt x="530" y="19"/>
                      <a:pt x="538" y="17"/>
                      <a:pt x="546" y="15"/>
                    </a:cubicBezTo>
                    <a:cubicBezTo>
                      <a:pt x="556" y="12"/>
                      <a:pt x="567" y="10"/>
                      <a:pt x="577" y="8"/>
                    </a:cubicBezTo>
                    <a:cubicBezTo>
                      <a:pt x="580" y="8"/>
                      <a:pt x="583" y="7"/>
                      <a:pt x="586" y="7"/>
                    </a:cubicBezTo>
                    <a:cubicBezTo>
                      <a:pt x="594" y="5"/>
                      <a:pt x="602" y="3"/>
                      <a:pt x="609" y="3"/>
                    </a:cubicBezTo>
                    <a:cubicBezTo>
                      <a:pt x="609" y="3"/>
                      <a:pt x="609" y="3"/>
                      <a:pt x="609" y="3"/>
                    </a:cubicBezTo>
                    <a:cubicBezTo>
                      <a:pt x="610" y="3"/>
                      <a:pt x="610" y="3"/>
                      <a:pt x="610" y="3"/>
                    </a:cubicBezTo>
                    <a:cubicBezTo>
                      <a:pt x="610" y="3"/>
                      <a:pt x="610" y="3"/>
                      <a:pt x="610" y="3"/>
                    </a:cubicBezTo>
                    <a:cubicBezTo>
                      <a:pt x="611" y="3"/>
                      <a:pt x="612" y="3"/>
                      <a:pt x="613" y="3"/>
                    </a:cubicBezTo>
                    <a:cubicBezTo>
                      <a:pt x="613" y="3"/>
                      <a:pt x="613" y="3"/>
                      <a:pt x="613" y="3"/>
                    </a:cubicBezTo>
                    <a:cubicBezTo>
                      <a:pt x="613" y="3"/>
                      <a:pt x="613" y="3"/>
                      <a:pt x="613" y="3"/>
                    </a:cubicBezTo>
                    <a:moveTo>
                      <a:pt x="616" y="0"/>
                    </a:moveTo>
                    <a:cubicBezTo>
                      <a:pt x="616" y="0"/>
                      <a:pt x="616" y="0"/>
                      <a:pt x="616" y="0"/>
                    </a:cubicBezTo>
                    <a:cubicBezTo>
                      <a:pt x="611" y="0"/>
                      <a:pt x="607" y="0"/>
                      <a:pt x="602" y="1"/>
                    </a:cubicBezTo>
                    <a:cubicBezTo>
                      <a:pt x="602" y="1"/>
                      <a:pt x="602" y="1"/>
                      <a:pt x="602" y="1"/>
                    </a:cubicBezTo>
                    <a:cubicBezTo>
                      <a:pt x="590" y="3"/>
                      <a:pt x="578" y="3"/>
                      <a:pt x="566" y="7"/>
                    </a:cubicBezTo>
                    <a:cubicBezTo>
                      <a:pt x="564" y="7"/>
                      <a:pt x="561" y="7"/>
                      <a:pt x="559" y="8"/>
                    </a:cubicBezTo>
                    <a:cubicBezTo>
                      <a:pt x="555" y="9"/>
                      <a:pt x="551" y="10"/>
                      <a:pt x="547" y="11"/>
                    </a:cubicBezTo>
                    <a:cubicBezTo>
                      <a:pt x="538" y="14"/>
                      <a:pt x="530" y="16"/>
                      <a:pt x="521" y="19"/>
                    </a:cubicBezTo>
                    <a:cubicBezTo>
                      <a:pt x="517" y="20"/>
                      <a:pt x="513" y="22"/>
                      <a:pt x="509" y="23"/>
                    </a:cubicBezTo>
                    <a:cubicBezTo>
                      <a:pt x="502" y="25"/>
                      <a:pt x="495" y="27"/>
                      <a:pt x="488" y="30"/>
                    </a:cubicBezTo>
                    <a:cubicBezTo>
                      <a:pt x="485" y="31"/>
                      <a:pt x="482" y="32"/>
                      <a:pt x="479" y="35"/>
                    </a:cubicBezTo>
                    <a:cubicBezTo>
                      <a:pt x="474" y="39"/>
                      <a:pt x="468" y="43"/>
                      <a:pt x="463" y="48"/>
                    </a:cubicBezTo>
                    <a:cubicBezTo>
                      <a:pt x="453" y="58"/>
                      <a:pt x="444" y="68"/>
                      <a:pt x="436" y="80"/>
                    </a:cubicBezTo>
                    <a:cubicBezTo>
                      <a:pt x="434" y="83"/>
                      <a:pt x="432" y="87"/>
                      <a:pt x="431" y="91"/>
                    </a:cubicBezTo>
                    <a:cubicBezTo>
                      <a:pt x="430" y="94"/>
                      <a:pt x="429" y="97"/>
                      <a:pt x="428" y="101"/>
                    </a:cubicBezTo>
                    <a:cubicBezTo>
                      <a:pt x="425" y="111"/>
                      <a:pt x="422" y="122"/>
                      <a:pt x="419" y="133"/>
                    </a:cubicBezTo>
                    <a:cubicBezTo>
                      <a:pt x="418" y="136"/>
                      <a:pt x="417" y="140"/>
                      <a:pt x="417" y="143"/>
                    </a:cubicBezTo>
                    <a:cubicBezTo>
                      <a:pt x="417" y="144"/>
                      <a:pt x="417" y="145"/>
                      <a:pt x="417" y="146"/>
                    </a:cubicBezTo>
                    <a:cubicBezTo>
                      <a:pt x="417" y="146"/>
                      <a:pt x="417" y="146"/>
                      <a:pt x="417" y="146"/>
                    </a:cubicBezTo>
                    <a:cubicBezTo>
                      <a:pt x="417" y="147"/>
                      <a:pt x="417" y="148"/>
                      <a:pt x="417" y="149"/>
                    </a:cubicBezTo>
                    <a:cubicBezTo>
                      <a:pt x="414" y="160"/>
                      <a:pt x="413" y="171"/>
                      <a:pt x="412" y="182"/>
                    </a:cubicBezTo>
                    <a:cubicBezTo>
                      <a:pt x="412" y="184"/>
                      <a:pt x="411" y="186"/>
                      <a:pt x="411" y="187"/>
                    </a:cubicBezTo>
                    <a:cubicBezTo>
                      <a:pt x="405" y="191"/>
                      <a:pt x="399" y="192"/>
                      <a:pt x="395" y="197"/>
                    </a:cubicBezTo>
                    <a:cubicBezTo>
                      <a:pt x="390" y="199"/>
                      <a:pt x="387" y="204"/>
                      <a:pt x="383" y="207"/>
                    </a:cubicBezTo>
                    <a:cubicBezTo>
                      <a:pt x="381" y="208"/>
                      <a:pt x="380" y="211"/>
                      <a:pt x="380" y="213"/>
                    </a:cubicBezTo>
                    <a:cubicBezTo>
                      <a:pt x="380" y="214"/>
                      <a:pt x="380" y="215"/>
                      <a:pt x="380" y="215"/>
                    </a:cubicBezTo>
                    <a:cubicBezTo>
                      <a:pt x="381" y="216"/>
                      <a:pt x="381" y="216"/>
                      <a:pt x="381" y="216"/>
                    </a:cubicBezTo>
                    <a:cubicBezTo>
                      <a:pt x="382" y="218"/>
                      <a:pt x="384" y="218"/>
                      <a:pt x="386" y="218"/>
                    </a:cubicBezTo>
                    <a:cubicBezTo>
                      <a:pt x="386" y="218"/>
                      <a:pt x="386" y="218"/>
                      <a:pt x="386" y="218"/>
                    </a:cubicBezTo>
                    <a:cubicBezTo>
                      <a:pt x="386" y="218"/>
                      <a:pt x="386" y="218"/>
                      <a:pt x="386" y="218"/>
                    </a:cubicBezTo>
                    <a:cubicBezTo>
                      <a:pt x="386" y="218"/>
                      <a:pt x="386" y="218"/>
                      <a:pt x="386" y="218"/>
                    </a:cubicBezTo>
                    <a:cubicBezTo>
                      <a:pt x="386" y="218"/>
                      <a:pt x="386" y="218"/>
                      <a:pt x="386" y="218"/>
                    </a:cubicBezTo>
                    <a:cubicBezTo>
                      <a:pt x="386" y="218"/>
                      <a:pt x="387" y="218"/>
                      <a:pt x="387" y="218"/>
                    </a:cubicBezTo>
                    <a:cubicBezTo>
                      <a:pt x="387" y="218"/>
                      <a:pt x="387" y="218"/>
                      <a:pt x="387" y="218"/>
                    </a:cubicBezTo>
                    <a:cubicBezTo>
                      <a:pt x="387" y="218"/>
                      <a:pt x="387" y="218"/>
                      <a:pt x="387" y="218"/>
                    </a:cubicBezTo>
                    <a:cubicBezTo>
                      <a:pt x="387" y="218"/>
                      <a:pt x="387" y="218"/>
                      <a:pt x="387" y="218"/>
                    </a:cubicBezTo>
                    <a:cubicBezTo>
                      <a:pt x="387" y="218"/>
                      <a:pt x="387" y="218"/>
                      <a:pt x="387" y="218"/>
                    </a:cubicBezTo>
                    <a:cubicBezTo>
                      <a:pt x="387" y="218"/>
                      <a:pt x="387" y="218"/>
                      <a:pt x="387" y="218"/>
                    </a:cubicBezTo>
                    <a:cubicBezTo>
                      <a:pt x="387" y="218"/>
                      <a:pt x="387" y="218"/>
                      <a:pt x="388" y="218"/>
                    </a:cubicBezTo>
                    <a:cubicBezTo>
                      <a:pt x="388" y="218"/>
                      <a:pt x="388" y="218"/>
                      <a:pt x="388" y="218"/>
                    </a:cubicBezTo>
                    <a:cubicBezTo>
                      <a:pt x="388" y="218"/>
                      <a:pt x="389" y="218"/>
                      <a:pt x="389" y="218"/>
                    </a:cubicBezTo>
                    <a:cubicBezTo>
                      <a:pt x="389" y="218"/>
                      <a:pt x="389" y="218"/>
                      <a:pt x="389" y="218"/>
                    </a:cubicBezTo>
                    <a:cubicBezTo>
                      <a:pt x="389" y="218"/>
                      <a:pt x="389" y="218"/>
                      <a:pt x="389" y="218"/>
                    </a:cubicBezTo>
                    <a:cubicBezTo>
                      <a:pt x="389" y="218"/>
                      <a:pt x="389" y="218"/>
                      <a:pt x="389" y="218"/>
                    </a:cubicBezTo>
                    <a:cubicBezTo>
                      <a:pt x="389" y="218"/>
                      <a:pt x="390" y="218"/>
                      <a:pt x="390" y="218"/>
                    </a:cubicBezTo>
                    <a:cubicBezTo>
                      <a:pt x="390" y="218"/>
                      <a:pt x="391" y="218"/>
                      <a:pt x="391" y="218"/>
                    </a:cubicBezTo>
                    <a:cubicBezTo>
                      <a:pt x="391" y="218"/>
                      <a:pt x="391" y="218"/>
                      <a:pt x="392" y="218"/>
                    </a:cubicBezTo>
                    <a:cubicBezTo>
                      <a:pt x="392" y="218"/>
                      <a:pt x="392" y="218"/>
                      <a:pt x="392" y="218"/>
                    </a:cubicBezTo>
                    <a:cubicBezTo>
                      <a:pt x="400" y="217"/>
                      <a:pt x="408" y="216"/>
                      <a:pt x="416" y="214"/>
                    </a:cubicBezTo>
                    <a:cubicBezTo>
                      <a:pt x="420" y="214"/>
                      <a:pt x="424" y="213"/>
                      <a:pt x="428" y="212"/>
                    </a:cubicBezTo>
                    <a:cubicBezTo>
                      <a:pt x="432" y="211"/>
                      <a:pt x="437" y="210"/>
                      <a:pt x="441" y="209"/>
                    </a:cubicBezTo>
                    <a:cubicBezTo>
                      <a:pt x="443" y="208"/>
                      <a:pt x="445" y="208"/>
                      <a:pt x="448" y="207"/>
                    </a:cubicBezTo>
                    <a:cubicBezTo>
                      <a:pt x="448" y="207"/>
                      <a:pt x="448" y="207"/>
                      <a:pt x="448" y="207"/>
                    </a:cubicBezTo>
                    <a:cubicBezTo>
                      <a:pt x="447" y="209"/>
                      <a:pt x="447" y="210"/>
                      <a:pt x="446" y="211"/>
                    </a:cubicBezTo>
                    <a:cubicBezTo>
                      <a:pt x="442" y="218"/>
                      <a:pt x="439" y="226"/>
                      <a:pt x="437" y="233"/>
                    </a:cubicBezTo>
                    <a:cubicBezTo>
                      <a:pt x="436" y="236"/>
                      <a:pt x="435" y="239"/>
                      <a:pt x="434" y="242"/>
                    </a:cubicBezTo>
                    <a:cubicBezTo>
                      <a:pt x="434" y="244"/>
                      <a:pt x="432" y="245"/>
                      <a:pt x="430" y="246"/>
                    </a:cubicBezTo>
                    <a:cubicBezTo>
                      <a:pt x="426" y="248"/>
                      <a:pt x="422" y="250"/>
                      <a:pt x="418" y="252"/>
                    </a:cubicBezTo>
                    <a:cubicBezTo>
                      <a:pt x="410" y="255"/>
                      <a:pt x="402" y="259"/>
                      <a:pt x="396" y="266"/>
                    </a:cubicBezTo>
                    <a:cubicBezTo>
                      <a:pt x="395" y="267"/>
                      <a:pt x="394" y="269"/>
                      <a:pt x="394" y="271"/>
                    </a:cubicBezTo>
                    <a:cubicBezTo>
                      <a:pt x="394" y="271"/>
                      <a:pt x="394" y="271"/>
                      <a:pt x="394" y="272"/>
                    </a:cubicBezTo>
                    <a:cubicBezTo>
                      <a:pt x="395" y="274"/>
                      <a:pt x="395" y="277"/>
                      <a:pt x="396" y="280"/>
                    </a:cubicBezTo>
                    <a:cubicBezTo>
                      <a:pt x="398" y="290"/>
                      <a:pt x="400" y="300"/>
                      <a:pt x="402" y="310"/>
                    </a:cubicBezTo>
                    <a:cubicBezTo>
                      <a:pt x="406" y="326"/>
                      <a:pt x="411" y="342"/>
                      <a:pt x="419" y="356"/>
                    </a:cubicBezTo>
                    <a:cubicBezTo>
                      <a:pt x="421" y="359"/>
                      <a:pt x="422" y="361"/>
                      <a:pt x="425" y="363"/>
                    </a:cubicBezTo>
                    <a:cubicBezTo>
                      <a:pt x="425" y="363"/>
                      <a:pt x="425" y="363"/>
                      <a:pt x="425" y="363"/>
                    </a:cubicBezTo>
                    <a:cubicBezTo>
                      <a:pt x="425" y="363"/>
                      <a:pt x="425" y="363"/>
                      <a:pt x="425" y="363"/>
                    </a:cubicBezTo>
                    <a:cubicBezTo>
                      <a:pt x="425" y="363"/>
                      <a:pt x="425" y="363"/>
                      <a:pt x="425" y="363"/>
                    </a:cubicBezTo>
                    <a:cubicBezTo>
                      <a:pt x="429" y="365"/>
                      <a:pt x="433" y="367"/>
                      <a:pt x="437" y="367"/>
                    </a:cubicBezTo>
                    <a:cubicBezTo>
                      <a:pt x="437" y="367"/>
                      <a:pt x="437" y="367"/>
                      <a:pt x="437" y="367"/>
                    </a:cubicBezTo>
                    <a:cubicBezTo>
                      <a:pt x="437" y="367"/>
                      <a:pt x="437" y="367"/>
                      <a:pt x="437" y="367"/>
                    </a:cubicBezTo>
                    <a:cubicBezTo>
                      <a:pt x="437" y="367"/>
                      <a:pt x="437" y="367"/>
                      <a:pt x="437" y="367"/>
                    </a:cubicBezTo>
                    <a:cubicBezTo>
                      <a:pt x="439" y="367"/>
                      <a:pt x="441" y="366"/>
                      <a:pt x="443" y="366"/>
                    </a:cubicBezTo>
                    <a:cubicBezTo>
                      <a:pt x="458" y="390"/>
                      <a:pt x="475" y="413"/>
                      <a:pt x="494" y="435"/>
                    </a:cubicBezTo>
                    <a:cubicBezTo>
                      <a:pt x="494" y="435"/>
                      <a:pt x="494" y="435"/>
                      <a:pt x="494" y="435"/>
                    </a:cubicBezTo>
                    <a:cubicBezTo>
                      <a:pt x="494" y="435"/>
                      <a:pt x="494" y="435"/>
                      <a:pt x="494" y="435"/>
                    </a:cubicBezTo>
                    <a:cubicBezTo>
                      <a:pt x="494" y="435"/>
                      <a:pt x="494" y="435"/>
                      <a:pt x="494" y="435"/>
                    </a:cubicBezTo>
                    <a:cubicBezTo>
                      <a:pt x="494" y="435"/>
                      <a:pt x="494" y="435"/>
                      <a:pt x="494" y="435"/>
                    </a:cubicBezTo>
                    <a:cubicBezTo>
                      <a:pt x="494" y="435"/>
                      <a:pt x="494" y="435"/>
                      <a:pt x="494" y="435"/>
                    </a:cubicBezTo>
                    <a:cubicBezTo>
                      <a:pt x="494" y="435"/>
                      <a:pt x="494" y="435"/>
                      <a:pt x="494" y="435"/>
                    </a:cubicBezTo>
                    <a:cubicBezTo>
                      <a:pt x="493" y="435"/>
                      <a:pt x="492" y="435"/>
                      <a:pt x="491" y="435"/>
                    </a:cubicBezTo>
                    <a:cubicBezTo>
                      <a:pt x="491" y="435"/>
                      <a:pt x="491" y="435"/>
                      <a:pt x="491" y="435"/>
                    </a:cubicBezTo>
                    <a:cubicBezTo>
                      <a:pt x="491" y="435"/>
                      <a:pt x="491" y="435"/>
                      <a:pt x="491" y="435"/>
                    </a:cubicBezTo>
                    <a:cubicBezTo>
                      <a:pt x="491" y="435"/>
                      <a:pt x="491" y="435"/>
                      <a:pt x="491" y="435"/>
                    </a:cubicBezTo>
                    <a:cubicBezTo>
                      <a:pt x="489" y="435"/>
                      <a:pt x="487" y="434"/>
                      <a:pt x="485" y="433"/>
                    </a:cubicBezTo>
                    <a:cubicBezTo>
                      <a:pt x="485" y="433"/>
                      <a:pt x="485" y="433"/>
                      <a:pt x="485" y="433"/>
                    </a:cubicBezTo>
                    <a:cubicBezTo>
                      <a:pt x="485" y="433"/>
                      <a:pt x="485" y="433"/>
                      <a:pt x="484" y="433"/>
                    </a:cubicBezTo>
                    <a:cubicBezTo>
                      <a:pt x="484" y="433"/>
                      <a:pt x="484" y="433"/>
                      <a:pt x="484" y="433"/>
                    </a:cubicBezTo>
                    <a:cubicBezTo>
                      <a:pt x="484" y="433"/>
                      <a:pt x="484" y="433"/>
                      <a:pt x="484" y="433"/>
                    </a:cubicBezTo>
                    <a:cubicBezTo>
                      <a:pt x="482" y="431"/>
                      <a:pt x="479" y="429"/>
                      <a:pt x="476" y="429"/>
                    </a:cubicBezTo>
                    <a:cubicBezTo>
                      <a:pt x="476" y="429"/>
                      <a:pt x="476" y="429"/>
                      <a:pt x="476" y="429"/>
                    </a:cubicBezTo>
                    <a:cubicBezTo>
                      <a:pt x="476" y="431"/>
                      <a:pt x="477" y="432"/>
                      <a:pt x="479" y="433"/>
                    </a:cubicBezTo>
                    <a:cubicBezTo>
                      <a:pt x="480" y="434"/>
                      <a:pt x="482" y="435"/>
                      <a:pt x="484" y="436"/>
                    </a:cubicBezTo>
                    <a:cubicBezTo>
                      <a:pt x="484" y="436"/>
                      <a:pt x="484" y="436"/>
                      <a:pt x="484" y="436"/>
                    </a:cubicBezTo>
                    <a:cubicBezTo>
                      <a:pt x="484" y="436"/>
                      <a:pt x="484" y="436"/>
                      <a:pt x="484" y="436"/>
                    </a:cubicBezTo>
                    <a:cubicBezTo>
                      <a:pt x="484" y="436"/>
                      <a:pt x="484" y="436"/>
                      <a:pt x="484" y="436"/>
                    </a:cubicBezTo>
                    <a:cubicBezTo>
                      <a:pt x="486" y="438"/>
                      <a:pt x="489" y="439"/>
                      <a:pt x="492" y="439"/>
                    </a:cubicBezTo>
                    <a:cubicBezTo>
                      <a:pt x="492" y="439"/>
                      <a:pt x="492" y="439"/>
                      <a:pt x="492" y="439"/>
                    </a:cubicBezTo>
                    <a:cubicBezTo>
                      <a:pt x="492" y="439"/>
                      <a:pt x="492" y="439"/>
                      <a:pt x="492" y="439"/>
                    </a:cubicBezTo>
                    <a:cubicBezTo>
                      <a:pt x="492" y="439"/>
                      <a:pt x="492" y="439"/>
                      <a:pt x="492" y="439"/>
                    </a:cubicBezTo>
                    <a:cubicBezTo>
                      <a:pt x="492" y="439"/>
                      <a:pt x="492" y="439"/>
                      <a:pt x="493" y="439"/>
                    </a:cubicBezTo>
                    <a:cubicBezTo>
                      <a:pt x="497" y="439"/>
                      <a:pt x="501" y="439"/>
                      <a:pt x="505" y="437"/>
                    </a:cubicBezTo>
                    <a:cubicBezTo>
                      <a:pt x="505" y="437"/>
                      <a:pt x="505" y="437"/>
                      <a:pt x="505" y="437"/>
                    </a:cubicBezTo>
                    <a:cubicBezTo>
                      <a:pt x="505" y="437"/>
                      <a:pt x="505" y="437"/>
                      <a:pt x="505" y="437"/>
                    </a:cubicBezTo>
                    <a:cubicBezTo>
                      <a:pt x="506" y="437"/>
                      <a:pt x="507" y="436"/>
                      <a:pt x="508" y="436"/>
                    </a:cubicBezTo>
                    <a:cubicBezTo>
                      <a:pt x="508" y="436"/>
                      <a:pt x="508" y="436"/>
                      <a:pt x="508" y="436"/>
                    </a:cubicBezTo>
                    <a:cubicBezTo>
                      <a:pt x="508" y="436"/>
                      <a:pt x="508" y="436"/>
                      <a:pt x="508" y="436"/>
                    </a:cubicBezTo>
                    <a:cubicBezTo>
                      <a:pt x="508" y="436"/>
                      <a:pt x="508" y="436"/>
                      <a:pt x="508" y="436"/>
                    </a:cubicBezTo>
                    <a:cubicBezTo>
                      <a:pt x="508" y="436"/>
                      <a:pt x="508" y="436"/>
                      <a:pt x="508" y="437"/>
                    </a:cubicBezTo>
                    <a:cubicBezTo>
                      <a:pt x="508" y="437"/>
                      <a:pt x="508" y="437"/>
                      <a:pt x="509" y="437"/>
                    </a:cubicBezTo>
                    <a:cubicBezTo>
                      <a:pt x="509" y="437"/>
                      <a:pt x="509" y="437"/>
                      <a:pt x="509" y="437"/>
                    </a:cubicBezTo>
                    <a:cubicBezTo>
                      <a:pt x="509" y="437"/>
                      <a:pt x="509" y="437"/>
                      <a:pt x="509" y="437"/>
                    </a:cubicBezTo>
                    <a:cubicBezTo>
                      <a:pt x="509" y="437"/>
                      <a:pt x="509" y="437"/>
                      <a:pt x="509" y="437"/>
                    </a:cubicBezTo>
                    <a:cubicBezTo>
                      <a:pt x="510" y="437"/>
                      <a:pt x="511" y="437"/>
                      <a:pt x="512" y="437"/>
                    </a:cubicBezTo>
                    <a:cubicBezTo>
                      <a:pt x="512" y="437"/>
                      <a:pt x="512" y="437"/>
                      <a:pt x="512" y="437"/>
                    </a:cubicBezTo>
                    <a:cubicBezTo>
                      <a:pt x="512" y="437"/>
                      <a:pt x="512" y="437"/>
                      <a:pt x="512" y="437"/>
                    </a:cubicBezTo>
                    <a:cubicBezTo>
                      <a:pt x="512" y="437"/>
                      <a:pt x="512" y="437"/>
                      <a:pt x="512" y="437"/>
                    </a:cubicBezTo>
                    <a:cubicBezTo>
                      <a:pt x="514" y="437"/>
                      <a:pt x="516" y="436"/>
                      <a:pt x="519" y="435"/>
                    </a:cubicBezTo>
                    <a:cubicBezTo>
                      <a:pt x="519" y="435"/>
                      <a:pt x="519" y="435"/>
                      <a:pt x="519" y="435"/>
                    </a:cubicBezTo>
                    <a:cubicBezTo>
                      <a:pt x="519" y="435"/>
                      <a:pt x="519" y="435"/>
                      <a:pt x="519" y="435"/>
                    </a:cubicBezTo>
                    <a:cubicBezTo>
                      <a:pt x="523" y="433"/>
                      <a:pt x="528" y="432"/>
                      <a:pt x="533" y="431"/>
                    </a:cubicBezTo>
                    <a:cubicBezTo>
                      <a:pt x="534" y="440"/>
                      <a:pt x="535" y="449"/>
                      <a:pt x="539" y="456"/>
                    </a:cubicBezTo>
                    <a:cubicBezTo>
                      <a:pt x="539" y="456"/>
                      <a:pt x="539" y="456"/>
                      <a:pt x="539" y="456"/>
                    </a:cubicBezTo>
                    <a:cubicBezTo>
                      <a:pt x="529" y="466"/>
                      <a:pt x="521" y="475"/>
                      <a:pt x="512" y="485"/>
                    </a:cubicBezTo>
                    <a:cubicBezTo>
                      <a:pt x="502" y="495"/>
                      <a:pt x="492" y="506"/>
                      <a:pt x="482" y="516"/>
                    </a:cubicBezTo>
                    <a:cubicBezTo>
                      <a:pt x="481" y="517"/>
                      <a:pt x="480" y="518"/>
                      <a:pt x="479" y="519"/>
                    </a:cubicBezTo>
                    <a:cubicBezTo>
                      <a:pt x="475" y="523"/>
                      <a:pt x="472" y="527"/>
                      <a:pt x="468" y="530"/>
                    </a:cubicBezTo>
                    <a:cubicBezTo>
                      <a:pt x="461" y="535"/>
                      <a:pt x="454" y="540"/>
                      <a:pt x="447" y="545"/>
                    </a:cubicBezTo>
                    <a:cubicBezTo>
                      <a:pt x="447" y="545"/>
                      <a:pt x="446" y="546"/>
                      <a:pt x="445" y="546"/>
                    </a:cubicBezTo>
                    <a:cubicBezTo>
                      <a:pt x="442" y="543"/>
                      <a:pt x="440" y="541"/>
                      <a:pt x="437" y="538"/>
                    </a:cubicBezTo>
                    <a:cubicBezTo>
                      <a:pt x="430" y="531"/>
                      <a:pt x="422" y="525"/>
                      <a:pt x="415" y="517"/>
                    </a:cubicBezTo>
                    <a:cubicBezTo>
                      <a:pt x="415" y="516"/>
                      <a:pt x="414" y="516"/>
                      <a:pt x="413" y="515"/>
                    </a:cubicBezTo>
                    <a:cubicBezTo>
                      <a:pt x="409" y="513"/>
                      <a:pt x="405" y="512"/>
                      <a:pt x="401" y="510"/>
                    </a:cubicBezTo>
                    <a:cubicBezTo>
                      <a:pt x="395" y="507"/>
                      <a:pt x="390" y="503"/>
                      <a:pt x="384" y="500"/>
                    </a:cubicBezTo>
                    <a:cubicBezTo>
                      <a:pt x="373" y="494"/>
                      <a:pt x="362" y="488"/>
                      <a:pt x="350" y="485"/>
                    </a:cubicBezTo>
                    <a:cubicBezTo>
                      <a:pt x="337" y="481"/>
                      <a:pt x="325" y="477"/>
                      <a:pt x="313" y="473"/>
                    </a:cubicBezTo>
                    <a:cubicBezTo>
                      <a:pt x="299" y="468"/>
                      <a:pt x="286" y="465"/>
                      <a:pt x="272" y="464"/>
                    </a:cubicBezTo>
                    <a:cubicBezTo>
                      <a:pt x="271" y="461"/>
                      <a:pt x="270" y="459"/>
                      <a:pt x="269" y="457"/>
                    </a:cubicBezTo>
                    <a:cubicBezTo>
                      <a:pt x="267" y="458"/>
                      <a:pt x="266" y="459"/>
                      <a:pt x="265" y="460"/>
                    </a:cubicBezTo>
                    <a:cubicBezTo>
                      <a:pt x="265" y="460"/>
                      <a:pt x="265" y="460"/>
                      <a:pt x="265" y="460"/>
                    </a:cubicBezTo>
                    <a:cubicBezTo>
                      <a:pt x="266" y="461"/>
                      <a:pt x="267" y="461"/>
                      <a:pt x="268" y="462"/>
                    </a:cubicBezTo>
                    <a:cubicBezTo>
                      <a:pt x="268" y="462"/>
                      <a:pt x="268" y="462"/>
                      <a:pt x="268" y="462"/>
                    </a:cubicBezTo>
                    <a:cubicBezTo>
                      <a:pt x="260" y="459"/>
                      <a:pt x="252" y="456"/>
                      <a:pt x="244" y="453"/>
                    </a:cubicBezTo>
                    <a:cubicBezTo>
                      <a:pt x="236" y="448"/>
                      <a:pt x="227" y="444"/>
                      <a:pt x="218" y="440"/>
                    </a:cubicBezTo>
                    <a:cubicBezTo>
                      <a:pt x="214" y="438"/>
                      <a:pt x="212" y="436"/>
                      <a:pt x="210" y="433"/>
                    </a:cubicBezTo>
                    <a:cubicBezTo>
                      <a:pt x="207" y="429"/>
                      <a:pt x="204" y="425"/>
                      <a:pt x="201" y="421"/>
                    </a:cubicBezTo>
                    <a:cubicBezTo>
                      <a:pt x="200" y="422"/>
                      <a:pt x="200" y="422"/>
                      <a:pt x="200" y="423"/>
                    </a:cubicBezTo>
                    <a:cubicBezTo>
                      <a:pt x="200" y="424"/>
                      <a:pt x="200" y="425"/>
                      <a:pt x="201" y="426"/>
                    </a:cubicBezTo>
                    <a:cubicBezTo>
                      <a:pt x="207" y="435"/>
                      <a:pt x="212" y="443"/>
                      <a:pt x="218" y="451"/>
                    </a:cubicBezTo>
                    <a:cubicBezTo>
                      <a:pt x="225" y="461"/>
                      <a:pt x="231" y="471"/>
                      <a:pt x="236" y="482"/>
                    </a:cubicBezTo>
                    <a:cubicBezTo>
                      <a:pt x="237" y="482"/>
                      <a:pt x="238" y="483"/>
                      <a:pt x="238" y="484"/>
                    </a:cubicBezTo>
                    <a:cubicBezTo>
                      <a:pt x="238" y="484"/>
                      <a:pt x="238" y="484"/>
                      <a:pt x="238" y="484"/>
                    </a:cubicBezTo>
                    <a:cubicBezTo>
                      <a:pt x="237" y="488"/>
                      <a:pt x="237" y="492"/>
                      <a:pt x="236" y="495"/>
                    </a:cubicBezTo>
                    <a:cubicBezTo>
                      <a:pt x="235" y="503"/>
                      <a:pt x="233" y="510"/>
                      <a:pt x="230" y="516"/>
                    </a:cubicBezTo>
                    <a:cubicBezTo>
                      <a:pt x="223" y="535"/>
                      <a:pt x="215" y="552"/>
                      <a:pt x="203" y="568"/>
                    </a:cubicBezTo>
                    <a:cubicBezTo>
                      <a:pt x="197" y="576"/>
                      <a:pt x="191" y="585"/>
                      <a:pt x="184" y="593"/>
                    </a:cubicBezTo>
                    <a:cubicBezTo>
                      <a:pt x="180" y="599"/>
                      <a:pt x="175" y="604"/>
                      <a:pt x="170" y="609"/>
                    </a:cubicBezTo>
                    <a:cubicBezTo>
                      <a:pt x="170" y="609"/>
                      <a:pt x="170" y="609"/>
                      <a:pt x="170" y="609"/>
                    </a:cubicBezTo>
                    <a:cubicBezTo>
                      <a:pt x="169" y="610"/>
                      <a:pt x="169" y="610"/>
                      <a:pt x="168" y="611"/>
                    </a:cubicBezTo>
                    <a:cubicBezTo>
                      <a:pt x="168" y="611"/>
                      <a:pt x="168" y="611"/>
                      <a:pt x="168" y="611"/>
                    </a:cubicBezTo>
                    <a:cubicBezTo>
                      <a:pt x="168" y="612"/>
                      <a:pt x="168" y="613"/>
                      <a:pt x="168" y="614"/>
                    </a:cubicBezTo>
                    <a:cubicBezTo>
                      <a:pt x="168" y="620"/>
                      <a:pt x="169" y="625"/>
                      <a:pt x="170" y="631"/>
                    </a:cubicBezTo>
                    <a:cubicBezTo>
                      <a:pt x="171" y="637"/>
                      <a:pt x="172" y="643"/>
                      <a:pt x="172" y="650"/>
                    </a:cubicBezTo>
                    <a:cubicBezTo>
                      <a:pt x="173" y="658"/>
                      <a:pt x="175" y="666"/>
                      <a:pt x="177" y="674"/>
                    </a:cubicBezTo>
                    <a:cubicBezTo>
                      <a:pt x="178" y="676"/>
                      <a:pt x="179" y="678"/>
                      <a:pt x="181" y="680"/>
                    </a:cubicBezTo>
                    <a:cubicBezTo>
                      <a:pt x="182" y="682"/>
                      <a:pt x="184" y="683"/>
                      <a:pt x="186" y="684"/>
                    </a:cubicBezTo>
                    <a:cubicBezTo>
                      <a:pt x="189" y="686"/>
                      <a:pt x="190" y="689"/>
                      <a:pt x="191" y="691"/>
                    </a:cubicBezTo>
                    <a:cubicBezTo>
                      <a:pt x="193" y="698"/>
                      <a:pt x="194" y="704"/>
                      <a:pt x="196" y="710"/>
                    </a:cubicBezTo>
                    <a:cubicBezTo>
                      <a:pt x="196" y="710"/>
                      <a:pt x="196" y="710"/>
                      <a:pt x="196" y="710"/>
                    </a:cubicBezTo>
                    <a:cubicBezTo>
                      <a:pt x="156" y="721"/>
                      <a:pt x="116" y="735"/>
                      <a:pt x="75" y="749"/>
                    </a:cubicBezTo>
                    <a:cubicBezTo>
                      <a:pt x="71" y="739"/>
                      <a:pt x="66" y="730"/>
                      <a:pt x="62" y="720"/>
                    </a:cubicBezTo>
                    <a:cubicBezTo>
                      <a:pt x="53" y="700"/>
                      <a:pt x="48" y="679"/>
                      <a:pt x="46" y="658"/>
                    </a:cubicBezTo>
                    <a:cubicBezTo>
                      <a:pt x="46" y="657"/>
                      <a:pt x="45" y="657"/>
                      <a:pt x="44" y="655"/>
                    </a:cubicBezTo>
                    <a:cubicBezTo>
                      <a:pt x="44" y="657"/>
                      <a:pt x="44" y="659"/>
                      <a:pt x="44" y="660"/>
                    </a:cubicBezTo>
                    <a:cubicBezTo>
                      <a:pt x="44" y="661"/>
                      <a:pt x="44" y="663"/>
                      <a:pt x="44" y="664"/>
                    </a:cubicBezTo>
                    <a:cubicBezTo>
                      <a:pt x="44" y="665"/>
                      <a:pt x="45" y="666"/>
                      <a:pt x="45" y="667"/>
                    </a:cubicBezTo>
                    <a:cubicBezTo>
                      <a:pt x="45" y="678"/>
                      <a:pt x="48" y="688"/>
                      <a:pt x="51" y="698"/>
                    </a:cubicBezTo>
                    <a:cubicBezTo>
                      <a:pt x="55" y="714"/>
                      <a:pt x="62" y="728"/>
                      <a:pt x="69" y="743"/>
                    </a:cubicBezTo>
                    <a:cubicBezTo>
                      <a:pt x="70" y="745"/>
                      <a:pt x="71" y="747"/>
                      <a:pt x="72" y="749"/>
                    </a:cubicBezTo>
                    <a:cubicBezTo>
                      <a:pt x="72" y="749"/>
                      <a:pt x="72" y="749"/>
                      <a:pt x="72" y="749"/>
                    </a:cubicBezTo>
                    <a:cubicBezTo>
                      <a:pt x="71" y="750"/>
                      <a:pt x="71" y="750"/>
                      <a:pt x="70" y="750"/>
                    </a:cubicBezTo>
                    <a:cubicBezTo>
                      <a:pt x="61" y="754"/>
                      <a:pt x="52" y="757"/>
                      <a:pt x="42" y="761"/>
                    </a:cubicBezTo>
                    <a:cubicBezTo>
                      <a:pt x="31" y="766"/>
                      <a:pt x="20" y="771"/>
                      <a:pt x="8" y="776"/>
                    </a:cubicBezTo>
                    <a:cubicBezTo>
                      <a:pt x="6" y="777"/>
                      <a:pt x="4" y="779"/>
                      <a:pt x="2" y="781"/>
                    </a:cubicBezTo>
                    <a:cubicBezTo>
                      <a:pt x="1" y="781"/>
                      <a:pt x="0" y="782"/>
                      <a:pt x="0" y="783"/>
                    </a:cubicBezTo>
                    <a:cubicBezTo>
                      <a:pt x="0" y="784"/>
                      <a:pt x="1" y="784"/>
                      <a:pt x="1" y="785"/>
                    </a:cubicBezTo>
                    <a:cubicBezTo>
                      <a:pt x="3" y="783"/>
                      <a:pt x="5" y="782"/>
                      <a:pt x="7" y="780"/>
                    </a:cubicBezTo>
                    <a:cubicBezTo>
                      <a:pt x="9" y="779"/>
                      <a:pt x="11" y="778"/>
                      <a:pt x="13" y="777"/>
                    </a:cubicBezTo>
                    <a:cubicBezTo>
                      <a:pt x="18" y="775"/>
                      <a:pt x="22" y="773"/>
                      <a:pt x="27" y="771"/>
                    </a:cubicBezTo>
                    <a:cubicBezTo>
                      <a:pt x="56" y="758"/>
                      <a:pt x="86" y="748"/>
                      <a:pt x="116" y="738"/>
                    </a:cubicBezTo>
                    <a:cubicBezTo>
                      <a:pt x="130" y="733"/>
                      <a:pt x="144" y="729"/>
                      <a:pt x="158" y="725"/>
                    </a:cubicBezTo>
                    <a:cubicBezTo>
                      <a:pt x="174" y="720"/>
                      <a:pt x="191" y="715"/>
                      <a:pt x="207" y="711"/>
                    </a:cubicBezTo>
                    <a:cubicBezTo>
                      <a:pt x="224" y="706"/>
                      <a:pt x="240" y="703"/>
                      <a:pt x="256" y="699"/>
                    </a:cubicBezTo>
                    <a:cubicBezTo>
                      <a:pt x="262" y="698"/>
                      <a:pt x="268" y="697"/>
                      <a:pt x="274" y="696"/>
                    </a:cubicBezTo>
                    <a:cubicBezTo>
                      <a:pt x="274" y="696"/>
                      <a:pt x="274" y="696"/>
                      <a:pt x="274" y="696"/>
                    </a:cubicBezTo>
                    <a:cubicBezTo>
                      <a:pt x="273" y="703"/>
                      <a:pt x="271" y="710"/>
                      <a:pt x="271" y="717"/>
                    </a:cubicBezTo>
                    <a:cubicBezTo>
                      <a:pt x="271" y="719"/>
                      <a:pt x="270" y="722"/>
                      <a:pt x="270" y="724"/>
                    </a:cubicBezTo>
                    <a:cubicBezTo>
                      <a:pt x="270" y="727"/>
                      <a:pt x="271" y="730"/>
                      <a:pt x="271" y="733"/>
                    </a:cubicBezTo>
                    <a:cubicBezTo>
                      <a:pt x="271" y="739"/>
                      <a:pt x="272" y="745"/>
                      <a:pt x="273" y="751"/>
                    </a:cubicBezTo>
                    <a:cubicBezTo>
                      <a:pt x="273" y="755"/>
                      <a:pt x="273" y="758"/>
                      <a:pt x="274" y="762"/>
                    </a:cubicBezTo>
                    <a:cubicBezTo>
                      <a:pt x="276" y="772"/>
                      <a:pt x="278" y="781"/>
                      <a:pt x="280" y="791"/>
                    </a:cubicBezTo>
                    <a:cubicBezTo>
                      <a:pt x="282" y="798"/>
                      <a:pt x="284" y="805"/>
                      <a:pt x="287" y="812"/>
                    </a:cubicBezTo>
                    <a:cubicBezTo>
                      <a:pt x="293" y="825"/>
                      <a:pt x="301" y="836"/>
                      <a:pt x="311" y="846"/>
                    </a:cubicBezTo>
                    <a:cubicBezTo>
                      <a:pt x="312" y="847"/>
                      <a:pt x="312" y="848"/>
                      <a:pt x="313" y="849"/>
                    </a:cubicBezTo>
                    <a:cubicBezTo>
                      <a:pt x="313" y="849"/>
                      <a:pt x="313" y="849"/>
                      <a:pt x="313" y="849"/>
                    </a:cubicBezTo>
                    <a:cubicBezTo>
                      <a:pt x="297" y="850"/>
                      <a:pt x="282" y="851"/>
                      <a:pt x="266" y="851"/>
                    </a:cubicBezTo>
                    <a:cubicBezTo>
                      <a:pt x="266" y="851"/>
                      <a:pt x="266" y="851"/>
                      <a:pt x="266" y="851"/>
                    </a:cubicBezTo>
                    <a:cubicBezTo>
                      <a:pt x="265" y="851"/>
                      <a:pt x="263" y="851"/>
                      <a:pt x="262" y="851"/>
                    </a:cubicBezTo>
                    <a:cubicBezTo>
                      <a:pt x="262" y="851"/>
                      <a:pt x="262" y="851"/>
                      <a:pt x="262" y="851"/>
                    </a:cubicBezTo>
                    <a:cubicBezTo>
                      <a:pt x="262" y="851"/>
                      <a:pt x="262" y="851"/>
                      <a:pt x="262" y="851"/>
                    </a:cubicBezTo>
                    <a:cubicBezTo>
                      <a:pt x="262" y="851"/>
                      <a:pt x="262" y="851"/>
                      <a:pt x="262" y="851"/>
                    </a:cubicBezTo>
                    <a:cubicBezTo>
                      <a:pt x="258" y="851"/>
                      <a:pt x="253" y="851"/>
                      <a:pt x="249" y="851"/>
                    </a:cubicBezTo>
                    <a:cubicBezTo>
                      <a:pt x="248" y="851"/>
                      <a:pt x="247" y="851"/>
                      <a:pt x="247" y="851"/>
                    </a:cubicBezTo>
                    <a:cubicBezTo>
                      <a:pt x="246" y="851"/>
                      <a:pt x="246" y="851"/>
                      <a:pt x="246" y="851"/>
                    </a:cubicBezTo>
                    <a:cubicBezTo>
                      <a:pt x="244" y="850"/>
                      <a:pt x="242" y="850"/>
                      <a:pt x="239" y="850"/>
                    </a:cubicBezTo>
                    <a:cubicBezTo>
                      <a:pt x="239" y="850"/>
                      <a:pt x="238" y="850"/>
                      <a:pt x="237" y="850"/>
                    </a:cubicBezTo>
                    <a:cubicBezTo>
                      <a:pt x="237" y="850"/>
                      <a:pt x="237" y="850"/>
                      <a:pt x="237" y="850"/>
                    </a:cubicBezTo>
                    <a:cubicBezTo>
                      <a:pt x="237" y="850"/>
                      <a:pt x="237" y="850"/>
                      <a:pt x="237" y="850"/>
                    </a:cubicBezTo>
                    <a:cubicBezTo>
                      <a:pt x="237" y="850"/>
                      <a:pt x="237" y="850"/>
                      <a:pt x="237" y="850"/>
                    </a:cubicBezTo>
                    <a:cubicBezTo>
                      <a:pt x="237" y="850"/>
                      <a:pt x="237" y="850"/>
                      <a:pt x="237" y="850"/>
                    </a:cubicBezTo>
                    <a:cubicBezTo>
                      <a:pt x="237" y="850"/>
                      <a:pt x="237" y="850"/>
                      <a:pt x="236" y="850"/>
                    </a:cubicBezTo>
                    <a:cubicBezTo>
                      <a:pt x="236" y="850"/>
                      <a:pt x="236" y="850"/>
                      <a:pt x="236" y="850"/>
                    </a:cubicBezTo>
                    <a:cubicBezTo>
                      <a:pt x="236" y="850"/>
                      <a:pt x="236" y="850"/>
                      <a:pt x="236" y="850"/>
                    </a:cubicBezTo>
                    <a:cubicBezTo>
                      <a:pt x="236" y="850"/>
                      <a:pt x="236" y="850"/>
                      <a:pt x="236" y="850"/>
                    </a:cubicBezTo>
                    <a:cubicBezTo>
                      <a:pt x="236" y="850"/>
                      <a:pt x="235" y="850"/>
                      <a:pt x="235" y="851"/>
                    </a:cubicBezTo>
                    <a:cubicBezTo>
                      <a:pt x="235" y="851"/>
                      <a:pt x="235" y="851"/>
                      <a:pt x="235" y="851"/>
                    </a:cubicBezTo>
                    <a:cubicBezTo>
                      <a:pt x="235" y="851"/>
                      <a:pt x="235" y="851"/>
                      <a:pt x="235" y="851"/>
                    </a:cubicBezTo>
                    <a:cubicBezTo>
                      <a:pt x="235" y="851"/>
                      <a:pt x="235" y="851"/>
                      <a:pt x="235" y="851"/>
                    </a:cubicBezTo>
                    <a:cubicBezTo>
                      <a:pt x="235" y="851"/>
                      <a:pt x="235" y="851"/>
                      <a:pt x="235" y="851"/>
                    </a:cubicBezTo>
                    <a:cubicBezTo>
                      <a:pt x="234" y="852"/>
                      <a:pt x="233" y="852"/>
                      <a:pt x="232" y="852"/>
                    </a:cubicBezTo>
                    <a:cubicBezTo>
                      <a:pt x="232" y="852"/>
                      <a:pt x="232" y="852"/>
                      <a:pt x="232" y="852"/>
                    </a:cubicBezTo>
                    <a:cubicBezTo>
                      <a:pt x="232" y="852"/>
                      <a:pt x="232" y="852"/>
                      <a:pt x="232" y="852"/>
                    </a:cubicBezTo>
                    <a:cubicBezTo>
                      <a:pt x="232" y="852"/>
                      <a:pt x="232" y="852"/>
                      <a:pt x="232" y="852"/>
                    </a:cubicBezTo>
                    <a:cubicBezTo>
                      <a:pt x="232" y="852"/>
                      <a:pt x="231" y="852"/>
                      <a:pt x="231" y="852"/>
                    </a:cubicBezTo>
                    <a:cubicBezTo>
                      <a:pt x="231" y="852"/>
                      <a:pt x="231" y="852"/>
                      <a:pt x="231" y="852"/>
                    </a:cubicBezTo>
                    <a:cubicBezTo>
                      <a:pt x="231" y="852"/>
                      <a:pt x="231" y="852"/>
                      <a:pt x="231" y="852"/>
                    </a:cubicBezTo>
                    <a:cubicBezTo>
                      <a:pt x="231" y="852"/>
                      <a:pt x="231" y="852"/>
                      <a:pt x="231" y="852"/>
                    </a:cubicBezTo>
                    <a:cubicBezTo>
                      <a:pt x="231" y="852"/>
                      <a:pt x="231" y="852"/>
                      <a:pt x="231" y="852"/>
                    </a:cubicBezTo>
                    <a:cubicBezTo>
                      <a:pt x="230" y="852"/>
                      <a:pt x="230" y="852"/>
                      <a:pt x="230" y="852"/>
                    </a:cubicBezTo>
                    <a:cubicBezTo>
                      <a:pt x="230" y="852"/>
                      <a:pt x="230" y="852"/>
                      <a:pt x="230" y="852"/>
                    </a:cubicBezTo>
                    <a:cubicBezTo>
                      <a:pt x="230" y="852"/>
                      <a:pt x="230" y="852"/>
                      <a:pt x="230" y="852"/>
                    </a:cubicBezTo>
                    <a:cubicBezTo>
                      <a:pt x="230" y="852"/>
                      <a:pt x="230" y="852"/>
                      <a:pt x="230" y="852"/>
                    </a:cubicBezTo>
                    <a:cubicBezTo>
                      <a:pt x="230" y="852"/>
                      <a:pt x="230" y="852"/>
                      <a:pt x="230" y="852"/>
                    </a:cubicBezTo>
                    <a:cubicBezTo>
                      <a:pt x="230" y="852"/>
                      <a:pt x="230" y="852"/>
                      <a:pt x="230" y="852"/>
                    </a:cubicBezTo>
                    <a:cubicBezTo>
                      <a:pt x="218" y="852"/>
                      <a:pt x="207" y="853"/>
                      <a:pt x="195" y="853"/>
                    </a:cubicBezTo>
                    <a:cubicBezTo>
                      <a:pt x="195" y="853"/>
                      <a:pt x="194" y="853"/>
                      <a:pt x="194" y="853"/>
                    </a:cubicBezTo>
                    <a:cubicBezTo>
                      <a:pt x="183" y="854"/>
                      <a:pt x="173" y="855"/>
                      <a:pt x="162" y="855"/>
                    </a:cubicBezTo>
                    <a:cubicBezTo>
                      <a:pt x="161" y="855"/>
                      <a:pt x="160" y="855"/>
                      <a:pt x="159" y="855"/>
                    </a:cubicBezTo>
                    <a:cubicBezTo>
                      <a:pt x="144" y="855"/>
                      <a:pt x="129" y="855"/>
                      <a:pt x="113" y="855"/>
                    </a:cubicBezTo>
                    <a:cubicBezTo>
                      <a:pt x="113" y="855"/>
                      <a:pt x="113" y="855"/>
                      <a:pt x="113" y="855"/>
                    </a:cubicBezTo>
                    <a:cubicBezTo>
                      <a:pt x="113" y="855"/>
                      <a:pt x="113" y="855"/>
                      <a:pt x="113" y="855"/>
                    </a:cubicBezTo>
                    <a:cubicBezTo>
                      <a:pt x="113" y="855"/>
                      <a:pt x="113" y="855"/>
                      <a:pt x="113" y="855"/>
                    </a:cubicBezTo>
                    <a:cubicBezTo>
                      <a:pt x="98" y="855"/>
                      <a:pt x="83" y="855"/>
                      <a:pt x="67" y="855"/>
                    </a:cubicBezTo>
                    <a:cubicBezTo>
                      <a:pt x="66" y="855"/>
                      <a:pt x="65" y="855"/>
                      <a:pt x="63" y="855"/>
                    </a:cubicBezTo>
                    <a:cubicBezTo>
                      <a:pt x="63" y="855"/>
                      <a:pt x="63" y="855"/>
                      <a:pt x="63" y="855"/>
                    </a:cubicBezTo>
                    <a:cubicBezTo>
                      <a:pt x="54" y="855"/>
                      <a:pt x="45" y="854"/>
                      <a:pt x="36" y="854"/>
                    </a:cubicBezTo>
                    <a:cubicBezTo>
                      <a:pt x="35" y="854"/>
                      <a:pt x="35" y="854"/>
                      <a:pt x="34" y="854"/>
                    </a:cubicBezTo>
                    <a:cubicBezTo>
                      <a:pt x="30" y="854"/>
                      <a:pt x="25" y="853"/>
                      <a:pt x="21" y="853"/>
                    </a:cubicBezTo>
                    <a:cubicBezTo>
                      <a:pt x="21" y="853"/>
                      <a:pt x="21" y="853"/>
                      <a:pt x="21" y="853"/>
                    </a:cubicBezTo>
                    <a:cubicBezTo>
                      <a:pt x="21" y="853"/>
                      <a:pt x="21" y="853"/>
                      <a:pt x="21" y="853"/>
                    </a:cubicBezTo>
                    <a:cubicBezTo>
                      <a:pt x="21" y="853"/>
                      <a:pt x="21" y="853"/>
                      <a:pt x="21" y="853"/>
                    </a:cubicBezTo>
                    <a:cubicBezTo>
                      <a:pt x="21" y="853"/>
                      <a:pt x="21" y="853"/>
                      <a:pt x="21" y="853"/>
                    </a:cubicBezTo>
                    <a:cubicBezTo>
                      <a:pt x="20" y="853"/>
                      <a:pt x="20" y="853"/>
                      <a:pt x="19" y="854"/>
                    </a:cubicBezTo>
                    <a:cubicBezTo>
                      <a:pt x="18" y="854"/>
                      <a:pt x="18" y="854"/>
                      <a:pt x="18" y="854"/>
                    </a:cubicBezTo>
                    <a:cubicBezTo>
                      <a:pt x="18" y="854"/>
                      <a:pt x="18" y="854"/>
                      <a:pt x="18" y="854"/>
                    </a:cubicBezTo>
                    <a:cubicBezTo>
                      <a:pt x="18" y="854"/>
                      <a:pt x="18" y="854"/>
                      <a:pt x="18" y="854"/>
                    </a:cubicBezTo>
                    <a:cubicBezTo>
                      <a:pt x="18" y="854"/>
                      <a:pt x="17" y="854"/>
                      <a:pt x="17" y="854"/>
                    </a:cubicBezTo>
                    <a:cubicBezTo>
                      <a:pt x="17" y="854"/>
                      <a:pt x="17" y="854"/>
                      <a:pt x="17" y="854"/>
                    </a:cubicBezTo>
                    <a:cubicBezTo>
                      <a:pt x="17" y="854"/>
                      <a:pt x="17" y="854"/>
                      <a:pt x="17" y="854"/>
                    </a:cubicBezTo>
                    <a:cubicBezTo>
                      <a:pt x="17" y="854"/>
                      <a:pt x="17" y="854"/>
                      <a:pt x="17" y="854"/>
                    </a:cubicBezTo>
                    <a:cubicBezTo>
                      <a:pt x="17" y="854"/>
                      <a:pt x="17" y="854"/>
                      <a:pt x="17" y="854"/>
                    </a:cubicBezTo>
                    <a:cubicBezTo>
                      <a:pt x="17" y="854"/>
                      <a:pt x="17" y="854"/>
                      <a:pt x="17" y="854"/>
                    </a:cubicBezTo>
                    <a:cubicBezTo>
                      <a:pt x="17" y="854"/>
                      <a:pt x="17" y="854"/>
                      <a:pt x="17" y="854"/>
                    </a:cubicBezTo>
                    <a:cubicBezTo>
                      <a:pt x="17" y="854"/>
                      <a:pt x="17" y="854"/>
                      <a:pt x="17" y="855"/>
                    </a:cubicBezTo>
                    <a:cubicBezTo>
                      <a:pt x="17" y="855"/>
                      <a:pt x="17" y="855"/>
                      <a:pt x="17" y="855"/>
                    </a:cubicBezTo>
                    <a:cubicBezTo>
                      <a:pt x="17" y="855"/>
                      <a:pt x="17" y="855"/>
                      <a:pt x="17" y="855"/>
                    </a:cubicBezTo>
                    <a:cubicBezTo>
                      <a:pt x="17" y="855"/>
                      <a:pt x="17" y="855"/>
                      <a:pt x="17" y="855"/>
                    </a:cubicBezTo>
                    <a:cubicBezTo>
                      <a:pt x="17" y="855"/>
                      <a:pt x="17" y="855"/>
                      <a:pt x="17" y="855"/>
                    </a:cubicBezTo>
                    <a:cubicBezTo>
                      <a:pt x="17" y="855"/>
                      <a:pt x="17" y="855"/>
                      <a:pt x="17" y="855"/>
                    </a:cubicBezTo>
                    <a:cubicBezTo>
                      <a:pt x="19" y="855"/>
                      <a:pt x="20" y="856"/>
                      <a:pt x="21" y="856"/>
                    </a:cubicBezTo>
                    <a:cubicBezTo>
                      <a:pt x="30" y="857"/>
                      <a:pt x="39" y="857"/>
                      <a:pt x="48" y="857"/>
                    </a:cubicBezTo>
                    <a:cubicBezTo>
                      <a:pt x="50" y="857"/>
                      <a:pt x="52" y="857"/>
                      <a:pt x="54" y="857"/>
                    </a:cubicBezTo>
                    <a:cubicBezTo>
                      <a:pt x="65" y="858"/>
                      <a:pt x="76" y="858"/>
                      <a:pt x="87" y="858"/>
                    </a:cubicBezTo>
                    <a:cubicBezTo>
                      <a:pt x="87" y="858"/>
                      <a:pt x="87" y="858"/>
                      <a:pt x="87" y="858"/>
                    </a:cubicBezTo>
                    <a:cubicBezTo>
                      <a:pt x="87" y="858"/>
                      <a:pt x="87" y="858"/>
                      <a:pt x="87" y="858"/>
                    </a:cubicBezTo>
                    <a:cubicBezTo>
                      <a:pt x="87" y="858"/>
                      <a:pt x="87" y="858"/>
                      <a:pt x="87" y="858"/>
                    </a:cubicBezTo>
                    <a:cubicBezTo>
                      <a:pt x="89" y="858"/>
                      <a:pt x="92" y="858"/>
                      <a:pt x="94" y="858"/>
                    </a:cubicBezTo>
                    <a:cubicBezTo>
                      <a:pt x="97" y="858"/>
                      <a:pt x="99" y="858"/>
                      <a:pt x="102" y="858"/>
                    </a:cubicBezTo>
                    <a:cubicBezTo>
                      <a:pt x="102" y="858"/>
                      <a:pt x="102" y="858"/>
                      <a:pt x="102" y="858"/>
                    </a:cubicBezTo>
                    <a:cubicBezTo>
                      <a:pt x="102" y="858"/>
                      <a:pt x="102" y="858"/>
                      <a:pt x="102" y="858"/>
                    </a:cubicBezTo>
                    <a:cubicBezTo>
                      <a:pt x="104" y="858"/>
                      <a:pt x="107" y="858"/>
                      <a:pt x="109" y="858"/>
                    </a:cubicBezTo>
                    <a:cubicBezTo>
                      <a:pt x="112" y="858"/>
                      <a:pt x="114" y="858"/>
                      <a:pt x="117" y="858"/>
                    </a:cubicBezTo>
                    <a:cubicBezTo>
                      <a:pt x="117" y="858"/>
                      <a:pt x="117" y="858"/>
                      <a:pt x="117" y="858"/>
                    </a:cubicBezTo>
                    <a:cubicBezTo>
                      <a:pt x="117" y="858"/>
                      <a:pt x="117" y="858"/>
                      <a:pt x="117" y="858"/>
                    </a:cubicBezTo>
                    <a:cubicBezTo>
                      <a:pt x="117" y="858"/>
                      <a:pt x="117" y="858"/>
                      <a:pt x="117" y="858"/>
                    </a:cubicBezTo>
                    <a:cubicBezTo>
                      <a:pt x="118" y="858"/>
                      <a:pt x="119" y="858"/>
                      <a:pt x="120" y="858"/>
                    </a:cubicBezTo>
                    <a:cubicBezTo>
                      <a:pt x="121" y="858"/>
                      <a:pt x="122" y="858"/>
                      <a:pt x="123" y="858"/>
                    </a:cubicBezTo>
                    <a:cubicBezTo>
                      <a:pt x="124" y="858"/>
                      <a:pt x="124" y="858"/>
                      <a:pt x="125" y="858"/>
                    </a:cubicBezTo>
                    <a:cubicBezTo>
                      <a:pt x="125" y="858"/>
                      <a:pt x="125" y="858"/>
                      <a:pt x="126" y="858"/>
                    </a:cubicBezTo>
                    <a:cubicBezTo>
                      <a:pt x="126" y="858"/>
                      <a:pt x="126" y="858"/>
                      <a:pt x="126" y="858"/>
                    </a:cubicBezTo>
                    <a:cubicBezTo>
                      <a:pt x="126" y="858"/>
                      <a:pt x="126" y="858"/>
                      <a:pt x="126" y="858"/>
                    </a:cubicBezTo>
                    <a:cubicBezTo>
                      <a:pt x="126" y="858"/>
                      <a:pt x="126" y="858"/>
                      <a:pt x="126" y="858"/>
                    </a:cubicBezTo>
                    <a:cubicBezTo>
                      <a:pt x="126" y="858"/>
                      <a:pt x="126" y="858"/>
                      <a:pt x="127" y="858"/>
                    </a:cubicBezTo>
                    <a:cubicBezTo>
                      <a:pt x="127" y="858"/>
                      <a:pt x="127" y="858"/>
                      <a:pt x="127" y="858"/>
                    </a:cubicBezTo>
                    <a:cubicBezTo>
                      <a:pt x="127" y="858"/>
                      <a:pt x="127" y="858"/>
                      <a:pt x="127" y="858"/>
                    </a:cubicBezTo>
                    <a:cubicBezTo>
                      <a:pt x="127" y="858"/>
                      <a:pt x="127" y="858"/>
                      <a:pt x="127" y="858"/>
                    </a:cubicBezTo>
                    <a:cubicBezTo>
                      <a:pt x="127" y="858"/>
                      <a:pt x="127" y="858"/>
                      <a:pt x="127" y="858"/>
                    </a:cubicBezTo>
                    <a:cubicBezTo>
                      <a:pt x="127" y="858"/>
                      <a:pt x="127" y="858"/>
                      <a:pt x="127" y="858"/>
                    </a:cubicBezTo>
                    <a:cubicBezTo>
                      <a:pt x="127" y="858"/>
                      <a:pt x="127" y="858"/>
                      <a:pt x="127" y="858"/>
                    </a:cubicBezTo>
                    <a:cubicBezTo>
                      <a:pt x="127" y="858"/>
                      <a:pt x="127" y="858"/>
                      <a:pt x="127" y="858"/>
                    </a:cubicBezTo>
                    <a:cubicBezTo>
                      <a:pt x="127" y="858"/>
                      <a:pt x="127" y="858"/>
                      <a:pt x="127" y="858"/>
                    </a:cubicBezTo>
                    <a:cubicBezTo>
                      <a:pt x="128" y="858"/>
                      <a:pt x="129" y="858"/>
                      <a:pt x="130" y="859"/>
                    </a:cubicBezTo>
                    <a:cubicBezTo>
                      <a:pt x="130" y="859"/>
                      <a:pt x="130" y="859"/>
                      <a:pt x="130" y="859"/>
                    </a:cubicBezTo>
                    <a:cubicBezTo>
                      <a:pt x="130" y="859"/>
                      <a:pt x="130" y="859"/>
                      <a:pt x="130" y="859"/>
                    </a:cubicBezTo>
                    <a:cubicBezTo>
                      <a:pt x="130" y="859"/>
                      <a:pt x="130" y="859"/>
                      <a:pt x="130" y="860"/>
                    </a:cubicBezTo>
                    <a:cubicBezTo>
                      <a:pt x="138" y="873"/>
                      <a:pt x="148" y="885"/>
                      <a:pt x="158" y="898"/>
                    </a:cubicBezTo>
                    <a:cubicBezTo>
                      <a:pt x="163" y="906"/>
                      <a:pt x="170" y="913"/>
                      <a:pt x="177" y="921"/>
                    </a:cubicBezTo>
                    <a:cubicBezTo>
                      <a:pt x="177" y="921"/>
                      <a:pt x="177" y="921"/>
                      <a:pt x="177" y="921"/>
                    </a:cubicBezTo>
                    <a:cubicBezTo>
                      <a:pt x="177" y="921"/>
                      <a:pt x="177" y="921"/>
                      <a:pt x="177" y="921"/>
                    </a:cubicBezTo>
                    <a:cubicBezTo>
                      <a:pt x="177" y="921"/>
                      <a:pt x="177" y="921"/>
                      <a:pt x="177" y="921"/>
                    </a:cubicBezTo>
                    <a:cubicBezTo>
                      <a:pt x="177" y="921"/>
                      <a:pt x="178" y="921"/>
                      <a:pt x="178" y="921"/>
                    </a:cubicBezTo>
                    <a:cubicBezTo>
                      <a:pt x="179" y="921"/>
                      <a:pt x="179" y="921"/>
                      <a:pt x="180" y="921"/>
                    </a:cubicBezTo>
                    <a:cubicBezTo>
                      <a:pt x="180" y="921"/>
                      <a:pt x="180" y="921"/>
                      <a:pt x="180" y="921"/>
                    </a:cubicBezTo>
                    <a:cubicBezTo>
                      <a:pt x="180" y="921"/>
                      <a:pt x="180" y="921"/>
                      <a:pt x="180" y="921"/>
                    </a:cubicBezTo>
                    <a:cubicBezTo>
                      <a:pt x="180" y="921"/>
                      <a:pt x="180" y="921"/>
                      <a:pt x="180" y="921"/>
                    </a:cubicBezTo>
                    <a:cubicBezTo>
                      <a:pt x="180" y="921"/>
                      <a:pt x="180" y="921"/>
                      <a:pt x="180" y="921"/>
                    </a:cubicBezTo>
                    <a:cubicBezTo>
                      <a:pt x="180" y="921"/>
                      <a:pt x="180" y="921"/>
                      <a:pt x="180" y="921"/>
                    </a:cubicBezTo>
                    <a:cubicBezTo>
                      <a:pt x="180" y="921"/>
                      <a:pt x="180" y="921"/>
                      <a:pt x="180" y="921"/>
                    </a:cubicBezTo>
                    <a:cubicBezTo>
                      <a:pt x="180" y="921"/>
                      <a:pt x="180" y="921"/>
                      <a:pt x="180" y="921"/>
                    </a:cubicBezTo>
                    <a:cubicBezTo>
                      <a:pt x="180" y="921"/>
                      <a:pt x="180" y="921"/>
                      <a:pt x="180" y="921"/>
                    </a:cubicBezTo>
                    <a:cubicBezTo>
                      <a:pt x="181" y="921"/>
                      <a:pt x="182" y="921"/>
                      <a:pt x="182" y="921"/>
                    </a:cubicBezTo>
                    <a:cubicBezTo>
                      <a:pt x="182" y="921"/>
                      <a:pt x="182" y="921"/>
                      <a:pt x="182" y="921"/>
                    </a:cubicBezTo>
                    <a:cubicBezTo>
                      <a:pt x="182" y="921"/>
                      <a:pt x="182" y="921"/>
                      <a:pt x="182" y="921"/>
                    </a:cubicBezTo>
                    <a:cubicBezTo>
                      <a:pt x="182" y="921"/>
                      <a:pt x="182" y="921"/>
                      <a:pt x="182" y="921"/>
                    </a:cubicBezTo>
                    <a:cubicBezTo>
                      <a:pt x="183" y="921"/>
                      <a:pt x="183" y="921"/>
                      <a:pt x="183" y="921"/>
                    </a:cubicBezTo>
                    <a:cubicBezTo>
                      <a:pt x="183" y="921"/>
                      <a:pt x="183" y="921"/>
                      <a:pt x="183" y="921"/>
                    </a:cubicBezTo>
                    <a:cubicBezTo>
                      <a:pt x="191" y="924"/>
                      <a:pt x="199" y="927"/>
                      <a:pt x="207" y="929"/>
                    </a:cubicBezTo>
                    <a:cubicBezTo>
                      <a:pt x="212" y="931"/>
                      <a:pt x="218" y="932"/>
                      <a:pt x="223" y="933"/>
                    </a:cubicBezTo>
                    <a:cubicBezTo>
                      <a:pt x="232" y="935"/>
                      <a:pt x="241" y="936"/>
                      <a:pt x="250" y="937"/>
                    </a:cubicBezTo>
                    <a:cubicBezTo>
                      <a:pt x="257" y="938"/>
                      <a:pt x="264" y="939"/>
                      <a:pt x="271" y="940"/>
                    </a:cubicBezTo>
                    <a:cubicBezTo>
                      <a:pt x="271" y="940"/>
                      <a:pt x="271" y="940"/>
                      <a:pt x="271" y="940"/>
                    </a:cubicBezTo>
                    <a:cubicBezTo>
                      <a:pt x="274" y="940"/>
                      <a:pt x="277" y="940"/>
                      <a:pt x="279" y="940"/>
                    </a:cubicBezTo>
                    <a:cubicBezTo>
                      <a:pt x="279" y="940"/>
                      <a:pt x="279" y="940"/>
                      <a:pt x="279" y="940"/>
                    </a:cubicBezTo>
                    <a:cubicBezTo>
                      <a:pt x="279" y="940"/>
                      <a:pt x="279" y="940"/>
                      <a:pt x="279" y="940"/>
                    </a:cubicBezTo>
                    <a:cubicBezTo>
                      <a:pt x="279" y="940"/>
                      <a:pt x="279" y="940"/>
                      <a:pt x="279" y="940"/>
                    </a:cubicBezTo>
                    <a:cubicBezTo>
                      <a:pt x="288" y="940"/>
                      <a:pt x="296" y="939"/>
                      <a:pt x="304" y="938"/>
                    </a:cubicBezTo>
                    <a:cubicBezTo>
                      <a:pt x="304" y="938"/>
                      <a:pt x="304" y="938"/>
                      <a:pt x="304" y="938"/>
                    </a:cubicBezTo>
                    <a:cubicBezTo>
                      <a:pt x="304" y="938"/>
                      <a:pt x="304" y="938"/>
                      <a:pt x="304" y="938"/>
                    </a:cubicBezTo>
                    <a:cubicBezTo>
                      <a:pt x="305" y="938"/>
                      <a:pt x="305" y="938"/>
                      <a:pt x="305" y="938"/>
                    </a:cubicBezTo>
                    <a:cubicBezTo>
                      <a:pt x="305" y="938"/>
                      <a:pt x="305" y="938"/>
                      <a:pt x="305" y="938"/>
                    </a:cubicBezTo>
                    <a:cubicBezTo>
                      <a:pt x="320" y="935"/>
                      <a:pt x="335" y="932"/>
                      <a:pt x="350" y="927"/>
                    </a:cubicBezTo>
                    <a:cubicBezTo>
                      <a:pt x="363" y="923"/>
                      <a:pt x="376" y="918"/>
                      <a:pt x="389" y="913"/>
                    </a:cubicBezTo>
                    <a:cubicBezTo>
                      <a:pt x="395" y="910"/>
                      <a:pt x="402" y="907"/>
                      <a:pt x="408" y="904"/>
                    </a:cubicBezTo>
                    <a:cubicBezTo>
                      <a:pt x="409" y="903"/>
                      <a:pt x="410" y="903"/>
                      <a:pt x="410" y="902"/>
                    </a:cubicBezTo>
                    <a:cubicBezTo>
                      <a:pt x="410" y="902"/>
                      <a:pt x="410" y="902"/>
                      <a:pt x="410" y="901"/>
                    </a:cubicBezTo>
                    <a:cubicBezTo>
                      <a:pt x="410" y="901"/>
                      <a:pt x="410" y="901"/>
                      <a:pt x="410" y="901"/>
                    </a:cubicBezTo>
                    <a:cubicBezTo>
                      <a:pt x="410" y="901"/>
                      <a:pt x="410" y="901"/>
                      <a:pt x="410" y="901"/>
                    </a:cubicBezTo>
                    <a:cubicBezTo>
                      <a:pt x="409" y="901"/>
                      <a:pt x="409" y="901"/>
                      <a:pt x="408" y="901"/>
                    </a:cubicBezTo>
                    <a:cubicBezTo>
                      <a:pt x="408" y="901"/>
                      <a:pt x="408" y="901"/>
                      <a:pt x="408" y="901"/>
                    </a:cubicBezTo>
                    <a:cubicBezTo>
                      <a:pt x="408" y="901"/>
                      <a:pt x="408" y="901"/>
                      <a:pt x="408" y="901"/>
                    </a:cubicBezTo>
                    <a:cubicBezTo>
                      <a:pt x="408" y="901"/>
                      <a:pt x="408" y="901"/>
                      <a:pt x="408" y="901"/>
                    </a:cubicBezTo>
                    <a:cubicBezTo>
                      <a:pt x="408" y="901"/>
                      <a:pt x="407" y="901"/>
                      <a:pt x="407" y="901"/>
                    </a:cubicBezTo>
                    <a:cubicBezTo>
                      <a:pt x="407" y="901"/>
                      <a:pt x="407" y="901"/>
                      <a:pt x="407" y="901"/>
                    </a:cubicBezTo>
                    <a:cubicBezTo>
                      <a:pt x="405" y="902"/>
                      <a:pt x="403" y="903"/>
                      <a:pt x="401" y="904"/>
                    </a:cubicBezTo>
                    <a:cubicBezTo>
                      <a:pt x="386" y="910"/>
                      <a:pt x="370" y="917"/>
                      <a:pt x="355" y="922"/>
                    </a:cubicBezTo>
                    <a:cubicBezTo>
                      <a:pt x="341" y="927"/>
                      <a:pt x="327" y="931"/>
                      <a:pt x="312" y="933"/>
                    </a:cubicBezTo>
                    <a:cubicBezTo>
                      <a:pt x="312" y="933"/>
                      <a:pt x="312" y="933"/>
                      <a:pt x="312" y="933"/>
                    </a:cubicBezTo>
                    <a:cubicBezTo>
                      <a:pt x="312" y="933"/>
                      <a:pt x="311" y="934"/>
                      <a:pt x="311" y="934"/>
                    </a:cubicBezTo>
                    <a:cubicBezTo>
                      <a:pt x="311" y="934"/>
                      <a:pt x="311" y="934"/>
                      <a:pt x="311" y="934"/>
                    </a:cubicBezTo>
                    <a:cubicBezTo>
                      <a:pt x="302" y="935"/>
                      <a:pt x="293" y="936"/>
                      <a:pt x="284" y="936"/>
                    </a:cubicBezTo>
                    <a:cubicBezTo>
                      <a:pt x="284" y="936"/>
                      <a:pt x="284" y="936"/>
                      <a:pt x="284" y="936"/>
                    </a:cubicBezTo>
                    <a:cubicBezTo>
                      <a:pt x="284" y="936"/>
                      <a:pt x="284" y="936"/>
                      <a:pt x="284" y="936"/>
                    </a:cubicBezTo>
                    <a:cubicBezTo>
                      <a:pt x="284" y="936"/>
                      <a:pt x="284" y="936"/>
                      <a:pt x="284" y="936"/>
                    </a:cubicBezTo>
                    <a:cubicBezTo>
                      <a:pt x="282" y="936"/>
                      <a:pt x="280" y="936"/>
                      <a:pt x="278" y="936"/>
                    </a:cubicBezTo>
                    <a:cubicBezTo>
                      <a:pt x="278" y="936"/>
                      <a:pt x="278" y="936"/>
                      <a:pt x="278" y="936"/>
                    </a:cubicBezTo>
                    <a:cubicBezTo>
                      <a:pt x="278" y="936"/>
                      <a:pt x="278" y="936"/>
                      <a:pt x="277" y="936"/>
                    </a:cubicBezTo>
                    <a:cubicBezTo>
                      <a:pt x="276" y="935"/>
                      <a:pt x="275" y="933"/>
                      <a:pt x="274" y="932"/>
                    </a:cubicBezTo>
                    <a:cubicBezTo>
                      <a:pt x="268" y="928"/>
                      <a:pt x="263" y="924"/>
                      <a:pt x="258" y="921"/>
                    </a:cubicBezTo>
                    <a:cubicBezTo>
                      <a:pt x="255" y="918"/>
                      <a:pt x="252" y="916"/>
                      <a:pt x="252" y="911"/>
                    </a:cubicBezTo>
                    <a:cubicBezTo>
                      <a:pt x="252" y="911"/>
                      <a:pt x="252" y="910"/>
                      <a:pt x="252" y="910"/>
                    </a:cubicBezTo>
                    <a:cubicBezTo>
                      <a:pt x="252" y="909"/>
                      <a:pt x="252" y="909"/>
                      <a:pt x="252" y="909"/>
                    </a:cubicBezTo>
                    <a:cubicBezTo>
                      <a:pt x="252" y="909"/>
                      <a:pt x="252" y="908"/>
                      <a:pt x="252" y="908"/>
                    </a:cubicBezTo>
                    <a:cubicBezTo>
                      <a:pt x="249" y="896"/>
                      <a:pt x="246" y="884"/>
                      <a:pt x="243" y="872"/>
                    </a:cubicBezTo>
                    <a:cubicBezTo>
                      <a:pt x="241" y="866"/>
                      <a:pt x="240" y="861"/>
                      <a:pt x="238" y="855"/>
                    </a:cubicBezTo>
                    <a:cubicBezTo>
                      <a:pt x="238" y="855"/>
                      <a:pt x="238" y="855"/>
                      <a:pt x="238" y="855"/>
                    </a:cubicBezTo>
                    <a:cubicBezTo>
                      <a:pt x="246" y="854"/>
                      <a:pt x="254" y="854"/>
                      <a:pt x="261" y="853"/>
                    </a:cubicBezTo>
                    <a:cubicBezTo>
                      <a:pt x="278" y="853"/>
                      <a:pt x="295" y="853"/>
                      <a:pt x="312" y="852"/>
                    </a:cubicBezTo>
                    <a:cubicBezTo>
                      <a:pt x="312" y="852"/>
                      <a:pt x="313" y="852"/>
                      <a:pt x="313" y="852"/>
                    </a:cubicBezTo>
                    <a:cubicBezTo>
                      <a:pt x="313" y="852"/>
                      <a:pt x="313" y="852"/>
                      <a:pt x="313" y="852"/>
                    </a:cubicBezTo>
                    <a:cubicBezTo>
                      <a:pt x="313" y="852"/>
                      <a:pt x="313" y="852"/>
                      <a:pt x="313" y="852"/>
                    </a:cubicBezTo>
                    <a:cubicBezTo>
                      <a:pt x="313" y="852"/>
                      <a:pt x="313" y="852"/>
                      <a:pt x="313" y="852"/>
                    </a:cubicBezTo>
                    <a:cubicBezTo>
                      <a:pt x="315" y="852"/>
                      <a:pt x="318" y="853"/>
                      <a:pt x="320" y="855"/>
                    </a:cubicBezTo>
                    <a:cubicBezTo>
                      <a:pt x="320" y="855"/>
                      <a:pt x="320" y="855"/>
                      <a:pt x="320" y="855"/>
                    </a:cubicBezTo>
                    <a:cubicBezTo>
                      <a:pt x="320" y="855"/>
                      <a:pt x="320" y="855"/>
                      <a:pt x="320" y="855"/>
                    </a:cubicBezTo>
                    <a:cubicBezTo>
                      <a:pt x="320" y="855"/>
                      <a:pt x="320" y="855"/>
                      <a:pt x="320" y="855"/>
                    </a:cubicBezTo>
                    <a:cubicBezTo>
                      <a:pt x="326" y="860"/>
                      <a:pt x="332" y="863"/>
                      <a:pt x="340" y="864"/>
                    </a:cubicBezTo>
                    <a:cubicBezTo>
                      <a:pt x="340" y="864"/>
                      <a:pt x="340" y="864"/>
                      <a:pt x="340" y="864"/>
                    </a:cubicBezTo>
                    <a:cubicBezTo>
                      <a:pt x="344" y="865"/>
                      <a:pt x="348" y="866"/>
                      <a:pt x="353" y="866"/>
                    </a:cubicBezTo>
                    <a:cubicBezTo>
                      <a:pt x="353" y="866"/>
                      <a:pt x="353" y="866"/>
                      <a:pt x="353" y="866"/>
                    </a:cubicBezTo>
                    <a:cubicBezTo>
                      <a:pt x="353" y="866"/>
                      <a:pt x="353" y="866"/>
                      <a:pt x="353" y="866"/>
                    </a:cubicBezTo>
                    <a:cubicBezTo>
                      <a:pt x="353" y="866"/>
                      <a:pt x="353" y="866"/>
                      <a:pt x="353" y="866"/>
                    </a:cubicBezTo>
                    <a:cubicBezTo>
                      <a:pt x="357" y="866"/>
                      <a:pt x="362" y="865"/>
                      <a:pt x="366" y="863"/>
                    </a:cubicBezTo>
                    <a:cubicBezTo>
                      <a:pt x="366" y="863"/>
                      <a:pt x="366" y="863"/>
                      <a:pt x="366" y="863"/>
                    </a:cubicBezTo>
                    <a:cubicBezTo>
                      <a:pt x="367" y="863"/>
                      <a:pt x="367" y="863"/>
                      <a:pt x="367" y="863"/>
                    </a:cubicBezTo>
                    <a:cubicBezTo>
                      <a:pt x="370" y="861"/>
                      <a:pt x="373" y="858"/>
                      <a:pt x="375" y="856"/>
                    </a:cubicBezTo>
                    <a:cubicBezTo>
                      <a:pt x="379" y="855"/>
                      <a:pt x="384" y="855"/>
                      <a:pt x="387" y="853"/>
                    </a:cubicBezTo>
                    <a:cubicBezTo>
                      <a:pt x="395" y="849"/>
                      <a:pt x="403" y="845"/>
                      <a:pt x="411" y="841"/>
                    </a:cubicBezTo>
                    <a:cubicBezTo>
                      <a:pt x="414" y="840"/>
                      <a:pt x="417" y="838"/>
                      <a:pt x="420" y="836"/>
                    </a:cubicBezTo>
                    <a:cubicBezTo>
                      <a:pt x="420" y="837"/>
                      <a:pt x="420" y="838"/>
                      <a:pt x="420" y="839"/>
                    </a:cubicBezTo>
                    <a:cubicBezTo>
                      <a:pt x="420" y="840"/>
                      <a:pt x="420" y="840"/>
                      <a:pt x="420" y="841"/>
                    </a:cubicBezTo>
                    <a:cubicBezTo>
                      <a:pt x="419" y="848"/>
                      <a:pt x="418" y="855"/>
                      <a:pt x="416" y="861"/>
                    </a:cubicBezTo>
                    <a:cubicBezTo>
                      <a:pt x="414" y="870"/>
                      <a:pt x="413" y="879"/>
                      <a:pt x="410" y="887"/>
                    </a:cubicBezTo>
                    <a:cubicBezTo>
                      <a:pt x="410" y="887"/>
                      <a:pt x="410" y="888"/>
                      <a:pt x="410" y="889"/>
                    </a:cubicBezTo>
                    <a:cubicBezTo>
                      <a:pt x="410" y="890"/>
                      <a:pt x="410" y="891"/>
                      <a:pt x="412" y="892"/>
                    </a:cubicBezTo>
                    <a:cubicBezTo>
                      <a:pt x="413" y="891"/>
                      <a:pt x="413" y="891"/>
                      <a:pt x="414" y="890"/>
                    </a:cubicBezTo>
                    <a:cubicBezTo>
                      <a:pt x="417" y="871"/>
                      <a:pt x="421" y="853"/>
                      <a:pt x="424" y="834"/>
                    </a:cubicBezTo>
                    <a:cubicBezTo>
                      <a:pt x="443" y="822"/>
                      <a:pt x="462" y="809"/>
                      <a:pt x="480" y="797"/>
                    </a:cubicBezTo>
                    <a:cubicBezTo>
                      <a:pt x="482" y="803"/>
                      <a:pt x="484" y="808"/>
                      <a:pt x="485" y="814"/>
                    </a:cubicBezTo>
                    <a:cubicBezTo>
                      <a:pt x="490" y="828"/>
                      <a:pt x="494" y="841"/>
                      <a:pt x="498" y="854"/>
                    </a:cubicBezTo>
                    <a:cubicBezTo>
                      <a:pt x="501" y="864"/>
                      <a:pt x="503" y="873"/>
                      <a:pt x="507" y="883"/>
                    </a:cubicBezTo>
                    <a:cubicBezTo>
                      <a:pt x="511" y="897"/>
                      <a:pt x="516" y="910"/>
                      <a:pt x="522" y="924"/>
                    </a:cubicBezTo>
                    <a:cubicBezTo>
                      <a:pt x="531" y="947"/>
                      <a:pt x="541" y="971"/>
                      <a:pt x="553" y="993"/>
                    </a:cubicBezTo>
                    <a:cubicBezTo>
                      <a:pt x="556" y="998"/>
                      <a:pt x="558" y="1002"/>
                      <a:pt x="562" y="1006"/>
                    </a:cubicBezTo>
                    <a:cubicBezTo>
                      <a:pt x="562" y="1006"/>
                      <a:pt x="562" y="1006"/>
                      <a:pt x="562" y="1006"/>
                    </a:cubicBezTo>
                    <a:cubicBezTo>
                      <a:pt x="562" y="1006"/>
                      <a:pt x="563" y="1007"/>
                      <a:pt x="563" y="1007"/>
                    </a:cubicBezTo>
                    <a:cubicBezTo>
                      <a:pt x="563" y="1007"/>
                      <a:pt x="563" y="1007"/>
                      <a:pt x="563" y="1007"/>
                    </a:cubicBezTo>
                    <a:cubicBezTo>
                      <a:pt x="563" y="1007"/>
                      <a:pt x="563" y="1007"/>
                      <a:pt x="563" y="1007"/>
                    </a:cubicBezTo>
                    <a:cubicBezTo>
                      <a:pt x="564" y="1008"/>
                      <a:pt x="564" y="1008"/>
                      <a:pt x="565" y="1008"/>
                    </a:cubicBezTo>
                    <a:cubicBezTo>
                      <a:pt x="578" y="1015"/>
                      <a:pt x="592" y="1019"/>
                      <a:pt x="606" y="1023"/>
                    </a:cubicBezTo>
                    <a:cubicBezTo>
                      <a:pt x="616" y="1026"/>
                      <a:pt x="627" y="1028"/>
                      <a:pt x="637" y="1029"/>
                    </a:cubicBezTo>
                    <a:cubicBezTo>
                      <a:pt x="644" y="1030"/>
                      <a:pt x="652" y="1031"/>
                      <a:pt x="660" y="1032"/>
                    </a:cubicBezTo>
                    <a:cubicBezTo>
                      <a:pt x="660" y="1032"/>
                      <a:pt x="660" y="1032"/>
                      <a:pt x="660" y="1032"/>
                    </a:cubicBezTo>
                    <a:cubicBezTo>
                      <a:pt x="661" y="1032"/>
                      <a:pt x="661" y="1032"/>
                      <a:pt x="661" y="1032"/>
                    </a:cubicBezTo>
                    <a:cubicBezTo>
                      <a:pt x="662" y="1032"/>
                      <a:pt x="663" y="1032"/>
                      <a:pt x="664" y="1032"/>
                    </a:cubicBezTo>
                    <a:cubicBezTo>
                      <a:pt x="669" y="1033"/>
                      <a:pt x="674" y="1033"/>
                      <a:pt x="680" y="1033"/>
                    </a:cubicBezTo>
                    <a:cubicBezTo>
                      <a:pt x="680" y="1033"/>
                      <a:pt x="680" y="1033"/>
                      <a:pt x="680" y="1033"/>
                    </a:cubicBezTo>
                    <a:cubicBezTo>
                      <a:pt x="680" y="1033"/>
                      <a:pt x="680" y="1033"/>
                      <a:pt x="680" y="1033"/>
                    </a:cubicBezTo>
                    <a:cubicBezTo>
                      <a:pt x="680" y="1033"/>
                      <a:pt x="680" y="1033"/>
                      <a:pt x="680" y="1033"/>
                    </a:cubicBezTo>
                    <a:cubicBezTo>
                      <a:pt x="680" y="1033"/>
                      <a:pt x="680" y="1033"/>
                      <a:pt x="680" y="1033"/>
                    </a:cubicBezTo>
                    <a:cubicBezTo>
                      <a:pt x="680" y="1033"/>
                      <a:pt x="680" y="1033"/>
                      <a:pt x="681" y="1033"/>
                    </a:cubicBezTo>
                    <a:cubicBezTo>
                      <a:pt x="681" y="1033"/>
                      <a:pt x="681" y="1033"/>
                      <a:pt x="681" y="1033"/>
                    </a:cubicBezTo>
                    <a:cubicBezTo>
                      <a:pt x="681" y="1033"/>
                      <a:pt x="681" y="1033"/>
                      <a:pt x="681" y="1033"/>
                    </a:cubicBezTo>
                    <a:cubicBezTo>
                      <a:pt x="681" y="1033"/>
                      <a:pt x="681" y="1033"/>
                      <a:pt x="681" y="1033"/>
                    </a:cubicBezTo>
                    <a:cubicBezTo>
                      <a:pt x="684" y="1033"/>
                      <a:pt x="687" y="1033"/>
                      <a:pt x="690" y="1034"/>
                    </a:cubicBezTo>
                    <a:cubicBezTo>
                      <a:pt x="691" y="1034"/>
                      <a:pt x="693" y="1034"/>
                      <a:pt x="694" y="1034"/>
                    </a:cubicBezTo>
                    <a:cubicBezTo>
                      <a:pt x="694" y="1034"/>
                      <a:pt x="694" y="1034"/>
                      <a:pt x="694" y="1034"/>
                    </a:cubicBezTo>
                    <a:cubicBezTo>
                      <a:pt x="698" y="1034"/>
                      <a:pt x="702" y="1034"/>
                      <a:pt x="705" y="1034"/>
                    </a:cubicBezTo>
                    <a:cubicBezTo>
                      <a:pt x="706" y="1034"/>
                      <a:pt x="707" y="1034"/>
                      <a:pt x="707" y="1034"/>
                    </a:cubicBezTo>
                    <a:cubicBezTo>
                      <a:pt x="707" y="1034"/>
                      <a:pt x="707" y="1034"/>
                      <a:pt x="707" y="1034"/>
                    </a:cubicBezTo>
                    <a:cubicBezTo>
                      <a:pt x="709" y="1034"/>
                      <a:pt x="710" y="1034"/>
                      <a:pt x="711" y="1034"/>
                    </a:cubicBezTo>
                    <a:cubicBezTo>
                      <a:pt x="721" y="1034"/>
                      <a:pt x="731" y="1033"/>
                      <a:pt x="740" y="1032"/>
                    </a:cubicBezTo>
                    <a:cubicBezTo>
                      <a:pt x="740" y="1032"/>
                      <a:pt x="740" y="1032"/>
                      <a:pt x="740" y="1032"/>
                    </a:cubicBezTo>
                    <a:cubicBezTo>
                      <a:pt x="741" y="1032"/>
                      <a:pt x="741" y="1032"/>
                      <a:pt x="741" y="1032"/>
                    </a:cubicBezTo>
                    <a:cubicBezTo>
                      <a:pt x="741" y="1032"/>
                      <a:pt x="741" y="1032"/>
                      <a:pt x="742" y="1032"/>
                    </a:cubicBezTo>
                    <a:cubicBezTo>
                      <a:pt x="742" y="1032"/>
                      <a:pt x="742" y="1032"/>
                      <a:pt x="742" y="1032"/>
                    </a:cubicBezTo>
                    <a:cubicBezTo>
                      <a:pt x="752" y="1030"/>
                      <a:pt x="761" y="1029"/>
                      <a:pt x="771" y="1027"/>
                    </a:cubicBezTo>
                    <a:cubicBezTo>
                      <a:pt x="783" y="1024"/>
                      <a:pt x="795" y="1020"/>
                      <a:pt x="807" y="1017"/>
                    </a:cubicBezTo>
                    <a:cubicBezTo>
                      <a:pt x="814" y="1015"/>
                      <a:pt x="821" y="1012"/>
                      <a:pt x="827" y="1009"/>
                    </a:cubicBezTo>
                    <a:cubicBezTo>
                      <a:pt x="836" y="1004"/>
                      <a:pt x="845" y="999"/>
                      <a:pt x="853" y="992"/>
                    </a:cubicBezTo>
                    <a:cubicBezTo>
                      <a:pt x="856" y="988"/>
                      <a:pt x="860" y="985"/>
                      <a:pt x="862" y="981"/>
                    </a:cubicBezTo>
                    <a:cubicBezTo>
                      <a:pt x="866" y="975"/>
                      <a:pt x="871" y="969"/>
                      <a:pt x="874" y="962"/>
                    </a:cubicBezTo>
                    <a:cubicBezTo>
                      <a:pt x="875" y="960"/>
                      <a:pt x="877" y="958"/>
                      <a:pt x="878" y="955"/>
                    </a:cubicBezTo>
                    <a:cubicBezTo>
                      <a:pt x="882" y="943"/>
                      <a:pt x="886" y="930"/>
                      <a:pt x="890" y="917"/>
                    </a:cubicBezTo>
                    <a:cubicBezTo>
                      <a:pt x="894" y="902"/>
                      <a:pt x="898" y="886"/>
                      <a:pt x="900" y="870"/>
                    </a:cubicBezTo>
                    <a:cubicBezTo>
                      <a:pt x="901" y="862"/>
                      <a:pt x="902" y="855"/>
                      <a:pt x="903" y="847"/>
                    </a:cubicBezTo>
                    <a:cubicBezTo>
                      <a:pt x="903" y="843"/>
                      <a:pt x="904" y="840"/>
                      <a:pt x="904" y="836"/>
                    </a:cubicBezTo>
                    <a:cubicBezTo>
                      <a:pt x="905" y="828"/>
                      <a:pt x="906" y="821"/>
                      <a:pt x="906" y="813"/>
                    </a:cubicBezTo>
                    <a:cubicBezTo>
                      <a:pt x="906" y="801"/>
                      <a:pt x="906" y="790"/>
                      <a:pt x="906" y="778"/>
                    </a:cubicBezTo>
                    <a:cubicBezTo>
                      <a:pt x="906" y="768"/>
                      <a:pt x="906" y="759"/>
                      <a:pt x="905" y="749"/>
                    </a:cubicBezTo>
                    <a:cubicBezTo>
                      <a:pt x="904" y="740"/>
                      <a:pt x="904" y="732"/>
                      <a:pt x="903" y="723"/>
                    </a:cubicBezTo>
                    <a:cubicBezTo>
                      <a:pt x="902" y="712"/>
                      <a:pt x="900" y="701"/>
                      <a:pt x="899" y="690"/>
                    </a:cubicBezTo>
                    <a:cubicBezTo>
                      <a:pt x="897" y="677"/>
                      <a:pt x="894" y="665"/>
                      <a:pt x="891" y="652"/>
                    </a:cubicBezTo>
                    <a:cubicBezTo>
                      <a:pt x="888" y="637"/>
                      <a:pt x="884" y="621"/>
                      <a:pt x="879" y="605"/>
                    </a:cubicBezTo>
                    <a:cubicBezTo>
                      <a:pt x="872" y="583"/>
                      <a:pt x="864" y="561"/>
                      <a:pt x="854" y="540"/>
                    </a:cubicBezTo>
                    <a:cubicBezTo>
                      <a:pt x="846" y="523"/>
                      <a:pt x="837" y="506"/>
                      <a:pt x="827" y="491"/>
                    </a:cubicBezTo>
                    <a:cubicBezTo>
                      <a:pt x="815" y="471"/>
                      <a:pt x="801" y="453"/>
                      <a:pt x="786" y="437"/>
                    </a:cubicBezTo>
                    <a:cubicBezTo>
                      <a:pt x="777" y="428"/>
                      <a:pt x="768" y="420"/>
                      <a:pt x="758" y="413"/>
                    </a:cubicBezTo>
                    <a:cubicBezTo>
                      <a:pt x="745" y="402"/>
                      <a:pt x="731" y="394"/>
                      <a:pt x="715" y="388"/>
                    </a:cubicBezTo>
                    <a:cubicBezTo>
                      <a:pt x="709" y="386"/>
                      <a:pt x="705" y="382"/>
                      <a:pt x="701" y="377"/>
                    </a:cubicBezTo>
                    <a:cubicBezTo>
                      <a:pt x="696" y="371"/>
                      <a:pt x="691" y="366"/>
                      <a:pt x="686" y="361"/>
                    </a:cubicBezTo>
                    <a:cubicBezTo>
                      <a:pt x="682" y="356"/>
                      <a:pt x="676" y="352"/>
                      <a:pt x="671" y="347"/>
                    </a:cubicBezTo>
                    <a:cubicBezTo>
                      <a:pt x="670" y="346"/>
                      <a:pt x="670" y="345"/>
                      <a:pt x="669" y="344"/>
                    </a:cubicBezTo>
                    <a:cubicBezTo>
                      <a:pt x="669" y="344"/>
                      <a:pt x="668" y="344"/>
                      <a:pt x="668" y="344"/>
                    </a:cubicBezTo>
                    <a:cubicBezTo>
                      <a:pt x="668" y="344"/>
                      <a:pt x="668" y="344"/>
                      <a:pt x="668" y="344"/>
                    </a:cubicBezTo>
                    <a:cubicBezTo>
                      <a:pt x="668" y="344"/>
                      <a:pt x="668" y="344"/>
                      <a:pt x="668" y="344"/>
                    </a:cubicBezTo>
                    <a:cubicBezTo>
                      <a:pt x="668" y="344"/>
                      <a:pt x="668" y="344"/>
                      <a:pt x="668" y="344"/>
                    </a:cubicBezTo>
                    <a:cubicBezTo>
                      <a:pt x="668" y="344"/>
                      <a:pt x="668" y="344"/>
                      <a:pt x="668" y="344"/>
                    </a:cubicBezTo>
                    <a:cubicBezTo>
                      <a:pt x="668" y="344"/>
                      <a:pt x="668" y="344"/>
                      <a:pt x="668" y="344"/>
                    </a:cubicBezTo>
                    <a:cubicBezTo>
                      <a:pt x="667" y="344"/>
                      <a:pt x="667" y="344"/>
                      <a:pt x="667" y="344"/>
                    </a:cubicBezTo>
                    <a:cubicBezTo>
                      <a:pt x="667" y="344"/>
                      <a:pt x="667" y="344"/>
                      <a:pt x="667" y="344"/>
                    </a:cubicBezTo>
                    <a:cubicBezTo>
                      <a:pt x="667" y="344"/>
                      <a:pt x="667" y="344"/>
                      <a:pt x="667" y="344"/>
                    </a:cubicBezTo>
                    <a:cubicBezTo>
                      <a:pt x="667" y="344"/>
                      <a:pt x="667" y="344"/>
                      <a:pt x="667" y="344"/>
                    </a:cubicBezTo>
                    <a:cubicBezTo>
                      <a:pt x="667" y="344"/>
                      <a:pt x="666" y="345"/>
                      <a:pt x="666" y="345"/>
                    </a:cubicBezTo>
                    <a:cubicBezTo>
                      <a:pt x="666" y="345"/>
                      <a:pt x="666" y="345"/>
                      <a:pt x="666" y="345"/>
                    </a:cubicBezTo>
                    <a:cubicBezTo>
                      <a:pt x="667" y="346"/>
                      <a:pt x="667" y="347"/>
                      <a:pt x="667" y="347"/>
                    </a:cubicBezTo>
                    <a:cubicBezTo>
                      <a:pt x="670" y="349"/>
                      <a:pt x="671" y="353"/>
                      <a:pt x="672" y="356"/>
                    </a:cubicBezTo>
                    <a:cubicBezTo>
                      <a:pt x="673" y="359"/>
                      <a:pt x="674" y="361"/>
                      <a:pt x="675" y="364"/>
                    </a:cubicBezTo>
                    <a:cubicBezTo>
                      <a:pt x="677" y="367"/>
                      <a:pt x="680" y="370"/>
                      <a:pt x="684" y="370"/>
                    </a:cubicBezTo>
                    <a:cubicBezTo>
                      <a:pt x="684" y="370"/>
                      <a:pt x="684" y="370"/>
                      <a:pt x="684" y="370"/>
                    </a:cubicBezTo>
                    <a:cubicBezTo>
                      <a:pt x="682" y="368"/>
                      <a:pt x="679" y="366"/>
                      <a:pt x="677" y="364"/>
                    </a:cubicBezTo>
                    <a:cubicBezTo>
                      <a:pt x="676" y="361"/>
                      <a:pt x="674" y="358"/>
                      <a:pt x="674" y="354"/>
                    </a:cubicBezTo>
                    <a:cubicBezTo>
                      <a:pt x="674" y="354"/>
                      <a:pt x="674" y="354"/>
                      <a:pt x="674" y="354"/>
                    </a:cubicBezTo>
                    <a:cubicBezTo>
                      <a:pt x="685" y="363"/>
                      <a:pt x="694" y="372"/>
                      <a:pt x="702" y="383"/>
                    </a:cubicBezTo>
                    <a:cubicBezTo>
                      <a:pt x="702" y="383"/>
                      <a:pt x="702" y="383"/>
                      <a:pt x="702" y="383"/>
                    </a:cubicBezTo>
                    <a:cubicBezTo>
                      <a:pt x="696" y="381"/>
                      <a:pt x="691" y="380"/>
                      <a:pt x="685" y="379"/>
                    </a:cubicBezTo>
                    <a:cubicBezTo>
                      <a:pt x="685" y="379"/>
                      <a:pt x="684" y="378"/>
                      <a:pt x="683" y="378"/>
                    </a:cubicBezTo>
                    <a:cubicBezTo>
                      <a:pt x="675" y="369"/>
                      <a:pt x="666" y="361"/>
                      <a:pt x="658" y="352"/>
                    </a:cubicBezTo>
                    <a:cubicBezTo>
                      <a:pt x="657" y="351"/>
                      <a:pt x="656" y="349"/>
                      <a:pt x="656" y="348"/>
                    </a:cubicBezTo>
                    <a:cubicBezTo>
                      <a:pt x="656" y="347"/>
                      <a:pt x="656" y="347"/>
                      <a:pt x="656" y="347"/>
                    </a:cubicBezTo>
                    <a:cubicBezTo>
                      <a:pt x="656" y="345"/>
                      <a:pt x="657" y="343"/>
                      <a:pt x="658" y="342"/>
                    </a:cubicBezTo>
                    <a:cubicBezTo>
                      <a:pt x="660" y="339"/>
                      <a:pt x="662" y="337"/>
                      <a:pt x="663" y="335"/>
                    </a:cubicBezTo>
                    <a:cubicBezTo>
                      <a:pt x="664" y="334"/>
                      <a:pt x="664" y="332"/>
                      <a:pt x="664" y="331"/>
                    </a:cubicBezTo>
                    <a:cubicBezTo>
                      <a:pt x="664" y="330"/>
                      <a:pt x="664" y="329"/>
                      <a:pt x="664" y="328"/>
                    </a:cubicBezTo>
                    <a:cubicBezTo>
                      <a:pt x="663" y="333"/>
                      <a:pt x="660" y="337"/>
                      <a:pt x="656" y="341"/>
                    </a:cubicBezTo>
                    <a:cubicBezTo>
                      <a:pt x="655" y="342"/>
                      <a:pt x="654" y="345"/>
                      <a:pt x="653" y="347"/>
                    </a:cubicBezTo>
                    <a:cubicBezTo>
                      <a:pt x="650" y="345"/>
                      <a:pt x="648" y="342"/>
                      <a:pt x="644" y="341"/>
                    </a:cubicBezTo>
                    <a:cubicBezTo>
                      <a:pt x="644" y="341"/>
                      <a:pt x="644" y="341"/>
                      <a:pt x="644" y="341"/>
                    </a:cubicBezTo>
                    <a:cubicBezTo>
                      <a:pt x="646" y="347"/>
                      <a:pt x="654" y="349"/>
                      <a:pt x="654" y="355"/>
                    </a:cubicBezTo>
                    <a:cubicBezTo>
                      <a:pt x="654" y="355"/>
                      <a:pt x="654" y="355"/>
                      <a:pt x="654" y="356"/>
                    </a:cubicBezTo>
                    <a:cubicBezTo>
                      <a:pt x="654" y="356"/>
                      <a:pt x="654" y="356"/>
                      <a:pt x="654" y="356"/>
                    </a:cubicBezTo>
                    <a:cubicBezTo>
                      <a:pt x="658" y="357"/>
                      <a:pt x="658" y="357"/>
                      <a:pt x="661" y="359"/>
                    </a:cubicBezTo>
                    <a:cubicBezTo>
                      <a:pt x="666" y="365"/>
                      <a:pt x="671" y="370"/>
                      <a:pt x="676" y="375"/>
                    </a:cubicBezTo>
                    <a:cubicBezTo>
                      <a:pt x="677" y="376"/>
                      <a:pt x="678" y="377"/>
                      <a:pt x="679" y="378"/>
                    </a:cubicBezTo>
                    <a:cubicBezTo>
                      <a:pt x="679" y="378"/>
                      <a:pt x="679" y="378"/>
                      <a:pt x="679" y="378"/>
                    </a:cubicBezTo>
                    <a:cubicBezTo>
                      <a:pt x="679" y="378"/>
                      <a:pt x="679" y="378"/>
                      <a:pt x="679" y="378"/>
                    </a:cubicBezTo>
                    <a:cubicBezTo>
                      <a:pt x="677" y="378"/>
                      <a:pt x="675" y="378"/>
                      <a:pt x="674" y="378"/>
                    </a:cubicBezTo>
                    <a:cubicBezTo>
                      <a:pt x="673" y="378"/>
                      <a:pt x="671" y="378"/>
                      <a:pt x="670" y="378"/>
                    </a:cubicBezTo>
                    <a:cubicBezTo>
                      <a:pt x="670" y="378"/>
                      <a:pt x="670" y="378"/>
                      <a:pt x="670" y="378"/>
                    </a:cubicBezTo>
                    <a:cubicBezTo>
                      <a:pt x="670" y="378"/>
                      <a:pt x="670" y="378"/>
                      <a:pt x="670" y="378"/>
                    </a:cubicBezTo>
                    <a:cubicBezTo>
                      <a:pt x="670" y="378"/>
                      <a:pt x="670" y="378"/>
                      <a:pt x="670" y="378"/>
                    </a:cubicBezTo>
                    <a:cubicBezTo>
                      <a:pt x="669" y="378"/>
                      <a:pt x="667" y="378"/>
                      <a:pt x="665" y="378"/>
                    </a:cubicBezTo>
                    <a:cubicBezTo>
                      <a:pt x="665" y="378"/>
                      <a:pt x="665" y="378"/>
                      <a:pt x="665" y="378"/>
                    </a:cubicBezTo>
                    <a:cubicBezTo>
                      <a:pt x="660" y="378"/>
                      <a:pt x="656" y="379"/>
                      <a:pt x="651" y="379"/>
                    </a:cubicBezTo>
                    <a:cubicBezTo>
                      <a:pt x="637" y="380"/>
                      <a:pt x="625" y="385"/>
                      <a:pt x="613" y="391"/>
                    </a:cubicBezTo>
                    <a:cubicBezTo>
                      <a:pt x="599" y="398"/>
                      <a:pt x="587" y="407"/>
                      <a:pt x="576" y="418"/>
                    </a:cubicBezTo>
                    <a:cubicBezTo>
                      <a:pt x="571" y="423"/>
                      <a:pt x="566" y="429"/>
                      <a:pt x="561" y="435"/>
                    </a:cubicBezTo>
                    <a:cubicBezTo>
                      <a:pt x="552" y="445"/>
                      <a:pt x="546" y="456"/>
                      <a:pt x="539" y="467"/>
                    </a:cubicBezTo>
                    <a:cubicBezTo>
                      <a:pt x="539" y="468"/>
                      <a:pt x="539" y="469"/>
                      <a:pt x="539" y="470"/>
                    </a:cubicBezTo>
                    <a:cubicBezTo>
                      <a:pt x="539" y="470"/>
                      <a:pt x="539" y="470"/>
                      <a:pt x="539" y="470"/>
                    </a:cubicBezTo>
                    <a:cubicBezTo>
                      <a:pt x="542" y="467"/>
                      <a:pt x="544" y="464"/>
                      <a:pt x="545" y="461"/>
                    </a:cubicBezTo>
                    <a:cubicBezTo>
                      <a:pt x="557" y="442"/>
                      <a:pt x="571" y="425"/>
                      <a:pt x="588" y="411"/>
                    </a:cubicBezTo>
                    <a:cubicBezTo>
                      <a:pt x="603" y="398"/>
                      <a:pt x="620" y="389"/>
                      <a:pt x="639" y="384"/>
                    </a:cubicBezTo>
                    <a:cubicBezTo>
                      <a:pt x="648" y="382"/>
                      <a:pt x="657" y="381"/>
                      <a:pt x="667" y="381"/>
                    </a:cubicBezTo>
                    <a:cubicBezTo>
                      <a:pt x="667" y="381"/>
                      <a:pt x="667" y="381"/>
                      <a:pt x="668" y="381"/>
                    </a:cubicBezTo>
                    <a:cubicBezTo>
                      <a:pt x="668" y="381"/>
                      <a:pt x="668" y="381"/>
                      <a:pt x="668" y="381"/>
                    </a:cubicBezTo>
                    <a:cubicBezTo>
                      <a:pt x="668" y="381"/>
                      <a:pt x="668" y="381"/>
                      <a:pt x="668" y="381"/>
                    </a:cubicBezTo>
                    <a:cubicBezTo>
                      <a:pt x="668" y="381"/>
                      <a:pt x="668" y="381"/>
                      <a:pt x="668" y="381"/>
                    </a:cubicBezTo>
                    <a:cubicBezTo>
                      <a:pt x="670" y="381"/>
                      <a:pt x="671" y="381"/>
                      <a:pt x="673" y="381"/>
                    </a:cubicBezTo>
                    <a:cubicBezTo>
                      <a:pt x="674" y="381"/>
                      <a:pt x="674" y="381"/>
                      <a:pt x="675" y="381"/>
                    </a:cubicBezTo>
                    <a:cubicBezTo>
                      <a:pt x="675" y="381"/>
                      <a:pt x="675" y="381"/>
                      <a:pt x="675" y="381"/>
                    </a:cubicBezTo>
                    <a:cubicBezTo>
                      <a:pt x="675" y="382"/>
                      <a:pt x="675" y="382"/>
                      <a:pt x="675" y="382"/>
                    </a:cubicBezTo>
                    <a:cubicBezTo>
                      <a:pt x="675" y="382"/>
                      <a:pt x="675" y="382"/>
                      <a:pt x="675" y="382"/>
                    </a:cubicBezTo>
                    <a:cubicBezTo>
                      <a:pt x="676" y="382"/>
                      <a:pt x="676" y="382"/>
                      <a:pt x="676" y="382"/>
                    </a:cubicBezTo>
                    <a:cubicBezTo>
                      <a:pt x="680" y="382"/>
                      <a:pt x="684" y="382"/>
                      <a:pt x="689" y="383"/>
                    </a:cubicBezTo>
                    <a:cubicBezTo>
                      <a:pt x="707" y="387"/>
                      <a:pt x="724" y="393"/>
                      <a:pt x="739" y="403"/>
                    </a:cubicBezTo>
                    <a:cubicBezTo>
                      <a:pt x="758" y="415"/>
                      <a:pt x="776" y="430"/>
                      <a:pt x="791" y="447"/>
                    </a:cubicBezTo>
                    <a:cubicBezTo>
                      <a:pt x="800" y="458"/>
                      <a:pt x="808" y="469"/>
                      <a:pt x="816" y="480"/>
                    </a:cubicBezTo>
                    <a:cubicBezTo>
                      <a:pt x="831" y="502"/>
                      <a:pt x="844" y="526"/>
                      <a:pt x="855" y="550"/>
                    </a:cubicBezTo>
                    <a:cubicBezTo>
                      <a:pt x="865" y="573"/>
                      <a:pt x="873" y="597"/>
                      <a:pt x="880" y="621"/>
                    </a:cubicBezTo>
                    <a:cubicBezTo>
                      <a:pt x="885" y="640"/>
                      <a:pt x="890" y="660"/>
                      <a:pt x="893" y="679"/>
                    </a:cubicBezTo>
                    <a:cubicBezTo>
                      <a:pt x="894" y="687"/>
                      <a:pt x="896" y="696"/>
                      <a:pt x="897" y="704"/>
                    </a:cubicBezTo>
                    <a:cubicBezTo>
                      <a:pt x="898" y="710"/>
                      <a:pt x="899" y="716"/>
                      <a:pt x="899" y="722"/>
                    </a:cubicBezTo>
                    <a:cubicBezTo>
                      <a:pt x="900" y="727"/>
                      <a:pt x="900" y="733"/>
                      <a:pt x="901" y="738"/>
                    </a:cubicBezTo>
                    <a:cubicBezTo>
                      <a:pt x="901" y="747"/>
                      <a:pt x="902" y="756"/>
                      <a:pt x="902" y="765"/>
                    </a:cubicBezTo>
                    <a:cubicBezTo>
                      <a:pt x="903" y="774"/>
                      <a:pt x="903" y="782"/>
                      <a:pt x="903" y="791"/>
                    </a:cubicBezTo>
                    <a:cubicBezTo>
                      <a:pt x="903" y="803"/>
                      <a:pt x="902" y="814"/>
                      <a:pt x="901" y="825"/>
                    </a:cubicBezTo>
                    <a:cubicBezTo>
                      <a:pt x="901" y="831"/>
                      <a:pt x="901" y="837"/>
                      <a:pt x="900" y="842"/>
                    </a:cubicBezTo>
                    <a:cubicBezTo>
                      <a:pt x="899" y="852"/>
                      <a:pt x="898" y="861"/>
                      <a:pt x="896" y="870"/>
                    </a:cubicBezTo>
                    <a:cubicBezTo>
                      <a:pt x="894" y="881"/>
                      <a:pt x="892" y="892"/>
                      <a:pt x="890" y="903"/>
                    </a:cubicBezTo>
                    <a:cubicBezTo>
                      <a:pt x="887" y="914"/>
                      <a:pt x="884" y="925"/>
                      <a:pt x="881" y="936"/>
                    </a:cubicBezTo>
                    <a:cubicBezTo>
                      <a:pt x="879" y="943"/>
                      <a:pt x="876" y="950"/>
                      <a:pt x="873" y="957"/>
                    </a:cubicBezTo>
                    <a:cubicBezTo>
                      <a:pt x="870" y="964"/>
                      <a:pt x="866" y="970"/>
                      <a:pt x="862" y="977"/>
                    </a:cubicBezTo>
                    <a:cubicBezTo>
                      <a:pt x="857" y="985"/>
                      <a:pt x="850" y="991"/>
                      <a:pt x="843" y="996"/>
                    </a:cubicBezTo>
                    <a:cubicBezTo>
                      <a:pt x="835" y="1001"/>
                      <a:pt x="827" y="1006"/>
                      <a:pt x="819" y="1009"/>
                    </a:cubicBezTo>
                    <a:cubicBezTo>
                      <a:pt x="803" y="1016"/>
                      <a:pt x="786" y="1020"/>
                      <a:pt x="769" y="1024"/>
                    </a:cubicBezTo>
                    <a:cubicBezTo>
                      <a:pt x="760" y="1026"/>
                      <a:pt x="752" y="1027"/>
                      <a:pt x="743" y="1028"/>
                    </a:cubicBezTo>
                    <a:cubicBezTo>
                      <a:pt x="737" y="1029"/>
                      <a:pt x="731" y="1030"/>
                      <a:pt x="725" y="1030"/>
                    </a:cubicBezTo>
                    <a:cubicBezTo>
                      <a:pt x="725" y="1030"/>
                      <a:pt x="725" y="1030"/>
                      <a:pt x="725" y="1030"/>
                    </a:cubicBezTo>
                    <a:cubicBezTo>
                      <a:pt x="725" y="1030"/>
                      <a:pt x="724" y="1030"/>
                      <a:pt x="724" y="1030"/>
                    </a:cubicBezTo>
                    <a:cubicBezTo>
                      <a:pt x="723" y="1030"/>
                      <a:pt x="723" y="1030"/>
                      <a:pt x="722" y="1030"/>
                    </a:cubicBezTo>
                    <a:cubicBezTo>
                      <a:pt x="717" y="1030"/>
                      <a:pt x="711" y="1030"/>
                      <a:pt x="706" y="1030"/>
                    </a:cubicBezTo>
                    <a:cubicBezTo>
                      <a:pt x="706" y="1030"/>
                      <a:pt x="706" y="1030"/>
                      <a:pt x="706" y="1030"/>
                    </a:cubicBezTo>
                    <a:cubicBezTo>
                      <a:pt x="706" y="1030"/>
                      <a:pt x="706" y="1030"/>
                      <a:pt x="706" y="1030"/>
                    </a:cubicBezTo>
                    <a:cubicBezTo>
                      <a:pt x="706" y="1030"/>
                      <a:pt x="706" y="1030"/>
                      <a:pt x="706" y="1030"/>
                    </a:cubicBezTo>
                    <a:cubicBezTo>
                      <a:pt x="701" y="1030"/>
                      <a:pt x="697" y="1030"/>
                      <a:pt x="692" y="1030"/>
                    </a:cubicBezTo>
                    <a:cubicBezTo>
                      <a:pt x="687" y="1030"/>
                      <a:pt x="683" y="1030"/>
                      <a:pt x="678" y="1030"/>
                    </a:cubicBezTo>
                    <a:cubicBezTo>
                      <a:pt x="678" y="1030"/>
                      <a:pt x="678" y="1030"/>
                      <a:pt x="678" y="1030"/>
                    </a:cubicBezTo>
                    <a:cubicBezTo>
                      <a:pt x="678" y="1030"/>
                      <a:pt x="678" y="1030"/>
                      <a:pt x="677" y="1030"/>
                    </a:cubicBezTo>
                    <a:cubicBezTo>
                      <a:pt x="677" y="1030"/>
                      <a:pt x="677" y="1030"/>
                      <a:pt x="677" y="1030"/>
                    </a:cubicBezTo>
                    <a:cubicBezTo>
                      <a:pt x="677" y="1030"/>
                      <a:pt x="677" y="1030"/>
                      <a:pt x="677" y="1030"/>
                    </a:cubicBezTo>
                    <a:cubicBezTo>
                      <a:pt x="677" y="1030"/>
                      <a:pt x="677" y="1030"/>
                      <a:pt x="677" y="1030"/>
                    </a:cubicBezTo>
                    <a:cubicBezTo>
                      <a:pt x="676" y="1030"/>
                      <a:pt x="675" y="1030"/>
                      <a:pt x="674" y="1030"/>
                    </a:cubicBezTo>
                    <a:cubicBezTo>
                      <a:pt x="674" y="1030"/>
                      <a:pt x="674" y="1030"/>
                      <a:pt x="674" y="1030"/>
                    </a:cubicBezTo>
                    <a:cubicBezTo>
                      <a:pt x="674" y="1030"/>
                      <a:pt x="674" y="1030"/>
                      <a:pt x="674" y="1030"/>
                    </a:cubicBezTo>
                    <a:cubicBezTo>
                      <a:pt x="665" y="1029"/>
                      <a:pt x="657" y="1028"/>
                      <a:pt x="648" y="1027"/>
                    </a:cubicBezTo>
                    <a:cubicBezTo>
                      <a:pt x="639" y="1026"/>
                      <a:pt x="630" y="1025"/>
                      <a:pt x="621" y="1023"/>
                    </a:cubicBezTo>
                    <a:cubicBezTo>
                      <a:pt x="605" y="1020"/>
                      <a:pt x="589" y="1015"/>
                      <a:pt x="574" y="1009"/>
                    </a:cubicBezTo>
                    <a:cubicBezTo>
                      <a:pt x="566" y="1006"/>
                      <a:pt x="561" y="1002"/>
                      <a:pt x="558" y="994"/>
                    </a:cubicBezTo>
                    <a:cubicBezTo>
                      <a:pt x="552" y="981"/>
                      <a:pt x="545" y="969"/>
                      <a:pt x="539" y="956"/>
                    </a:cubicBezTo>
                    <a:cubicBezTo>
                      <a:pt x="531" y="939"/>
                      <a:pt x="524" y="921"/>
                      <a:pt x="517" y="903"/>
                    </a:cubicBezTo>
                    <a:cubicBezTo>
                      <a:pt x="513" y="891"/>
                      <a:pt x="508" y="878"/>
                      <a:pt x="504" y="865"/>
                    </a:cubicBezTo>
                    <a:cubicBezTo>
                      <a:pt x="500" y="847"/>
                      <a:pt x="495" y="831"/>
                      <a:pt x="488" y="814"/>
                    </a:cubicBezTo>
                    <a:cubicBezTo>
                      <a:pt x="486" y="809"/>
                      <a:pt x="485" y="804"/>
                      <a:pt x="483" y="799"/>
                    </a:cubicBezTo>
                    <a:cubicBezTo>
                      <a:pt x="483" y="798"/>
                      <a:pt x="483" y="797"/>
                      <a:pt x="483" y="797"/>
                    </a:cubicBezTo>
                    <a:cubicBezTo>
                      <a:pt x="483" y="795"/>
                      <a:pt x="483" y="794"/>
                      <a:pt x="485" y="793"/>
                    </a:cubicBezTo>
                    <a:cubicBezTo>
                      <a:pt x="495" y="784"/>
                      <a:pt x="506" y="776"/>
                      <a:pt x="516" y="768"/>
                    </a:cubicBezTo>
                    <a:cubicBezTo>
                      <a:pt x="529" y="757"/>
                      <a:pt x="543" y="746"/>
                      <a:pt x="555" y="734"/>
                    </a:cubicBezTo>
                    <a:cubicBezTo>
                      <a:pt x="566" y="723"/>
                      <a:pt x="578" y="711"/>
                      <a:pt x="589" y="700"/>
                    </a:cubicBezTo>
                    <a:cubicBezTo>
                      <a:pt x="607" y="682"/>
                      <a:pt x="625" y="664"/>
                      <a:pt x="642" y="645"/>
                    </a:cubicBezTo>
                    <a:cubicBezTo>
                      <a:pt x="653" y="631"/>
                      <a:pt x="663" y="617"/>
                      <a:pt x="672" y="603"/>
                    </a:cubicBezTo>
                    <a:cubicBezTo>
                      <a:pt x="673" y="602"/>
                      <a:pt x="673" y="600"/>
                      <a:pt x="674" y="599"/>
                    </a:cubicBezTo>
                    <a:cubicBezTo>
                      <a:pt x="674" y="599"/>
                      <a:pt x="674" y="599"/>
                      <a:pt x="674" y="599"/>
                    </a:cubicBezTo>
                    <a:cubicBezTo>
                      <a:pt x="671" y="600"/>
                      <a:pt x="671" y="600"/>
                      <a:pt x="669" y="602"/>
                    </a:cubicBezTo>
                    <a:cubicBezTo>
                      <a:pt x="651" y="630"/>
                      <a:pt x="630" y="655"/>
                      <a:pt x="607" y="678"/>
                    </a:cubicBezTo>
                    <a:cubicBezTo>
                      <a:pt x="591" y="694"/>
                      <a:pt x="575" y="710"/>
                      <a:pt x="559" y="726"/>
                    </a:cubicBezTo>
                    <a:cubicBezTo>
                      <a:pt x="549" y="735"/>
                      <a:pt x="540" y="744"/>
                      <a:pt x="530" y="752"/>
                    </a:cubicBezTo>
                    <a:cubicBezTo>
                      <a:pt x="517" y="764"/>
                      <a:pt x="503" y="775"/>
                      <a:pt x="489" y="786"/>
                    </a:cubicBezTo>
                    <a:cubicBezTo>
                      <a:pt x="474" y="798"/>
                      <a:pt x="458" y="809"/>
                      <a:pt x="442" y="819"/>
                    </a:cubicBezTo>
                    <a:cubicBezTo>
                      <a:pt x="426" y="829"/>
                      <a:pt x="409" y="840"/>
                      <a:pt x="392" y="848"/>
                    </a:cubicBezTo>
                    <a:cubicBezTo>
                      <a:pt x="387" y="850"/>
                      <a:pt x="382" y="852"/>
                      <a:pt x="377" y="853"/>
                    </a:cubicBezTo>
                    <a:cubicBezTo>
                      <a:pt x="377" y="853"/>
                      <a:pt x="377" y="853"/>
                      <a:pt x="377" y="852"/>
                    </a:cubicBezTo>
                    <a:cubicBezTo>
                      <a:pt x="377" y="848"/>
                      <a:pt x="381" y="847"/>
                      <a:pt x="383" y="845"/>
                    </a:cubicBezTo>
                    <a:cubicBezTo>
                      <a:pt x="383" y="845"/>
                      <a:pt x="383" y="845"/>
                      <a:pt x="383" y="845"/>
                    </a:cubicBezTo>
                    <a:cubicBezTo>
                      <a:pt x="382" y="845"/>
                      <a:pt x="381" y="844"/>
                      <a:pt x="380" y="844"/>
                    </a:cubicBezTo>
                    <a:cubicBezTo>
                      <a:pt x="380" y="842"/>
                      <a:pt x="379" y="841"/>
                      <a:pt x="379" y="840"/>
                    </a:cubicBezTo>
                    <a:cubicBezTo>
                      <a:pt x="378" y="841"/>
                      <a:pt x="378" y="842"/>
                      <a:pt x="377" y="842"/>
                    </a:cubicBezTo>
                    <a:cubicBezTo>
                      <a:pt x="376" y="842"/>
                      <a:pt x="376" y="841"/>
                      <a:pt x="375" y="841"/>
                    </a:cubicBezTo>
                    <a:cubicBezTo>
                      <a:pt x="371" y="837"/>
                      <a:pt x="368" y="832"/>
                      <a:pt x="364" y="828"/>
                    </a:cubicBezTo>
                    <a:cubicBezTo>
                      <a:pt x="359" y="820"/>
                      <a:pt x="353" y="813"/>
                      <a:pt x="349" y="805"/>
                    </a:cubicBezTo>
                    <a:cubicBezTo>
                      <a:pt x="341" y="789"/>
                      <a:pt x="337" y="772"/>
                      <a:pt x="333" y="754"/>
                    </a:cubicBezTo>
                    <a:cubicBezTo>
                      <a:pt x="332" y="747"/>
                      <a:pt x="330" y="739"/>
                      <a:pt x="329" y="732"/>
                    </a:cubicBezTo>
                    <a:cubicBezTo>
                      <a:pt x="328" y="727"/>
                      <a:pt x="327" y="722"/>
                      <a:pt x="327" y="717"/>
                    </a:cubicBezTo>
                    <a:cubicBezTo>
                      <a:pt x="327" y="714"/>
                      <a:pt x="327" y="711"/>
                      <a:pt x="327" y="708"/>
                    </a:cubicBezTo>
                    <a:cubicBezTo>
                      <a:pt x="327" y="705"/>
                      <a:pt x="327" y="701"/>
                      <a:pt x="327" y="697"/>
                    </a:cubicBezTo>
                    <a:cubicBezTo>
                      <a:pt x="327" y="696"/>
                      <a:pt x="327" y="694"/>
                      <a:pt x="328" y="693"/>
                    </a:cubicBezTo>
                    <a:cubicBezTo>
                      <a:pt x="332" y="688"/>
                      <a:pt x="336" y="683"/>
                      <a:pt x="340" y="677"/>
                    </a:cubicBezTo>
                    <a:cubicBezTo>
                      <a:pt x="350" y="664"/>
                      <a:pt x="360" y="650"/>
                      <a:pt x="371" y="636"/>
                    </a:cubicBezTo>
                    <a:cubicBezTo>
                      <a:pt x="376" y="629"/>
                      <a:pt x="382" y="622"/>
                      <a:pt x="387" y="615"/>
                    </a:cubicBezTo>
                    <a:cubicBezTo>
                      <a:pt x="393" y="608"/>
                      <a:pt x="399" y="601"/>
                      <a:pt x="405" y="594"/>
                    </a:cubicBezTo>
                    <a:cubicBezTo>
                      <a:pt x="416" y="580"/>
                      <a:pt x="427" y="567"/>
                      <a:pt x="439" y="555"/>
                    </a:cubicBezTo>
                    <a:cubicBezTo>
                      <a:pt x="441" y="553"/>
                      <a:pt x="443" y="551"/>
                      <a:pt x="446" y="551"/>
                    </a:cubicBezTo>
                    <a:cubicBezTo>
                      <a:pt x="449" y="545"/>
                      <a:pt x="455" y="543"/>
                      <a:pt x="460" y="538"/>
                    </a:cubicBezTo>
                    <a:cubicBezTo>
                      <a:pt x="460" y="539"/>
                      <a:pt x="460" y="540"/>
                      <a:pt x="460" y="540"/>
                    </a:cubicBezTo>
                    <a:cubicBezTo>
                      <a:pt x="460" y="541"/>
                      <a:pt x="461" y="541"/>
                      <a:pt x="461" y="542"/>
                    </a:cubicBezTo>
                    <a:cubicBezTo>
                      <a:pt x="462" y="541"/>
                      <a:pt x="463" y="540"/>
                      <a:pt x="464" y="539"/>
                    </a:cubicBezTo>
                    <a:cubicBezTo>
                      <a:pt x="470" y="533"/>
                      <a:pt x="475" y="527"/>
                      <a:pt x="480" y="522"/>
                    </a:cubicBezTo>
                    <a:cubicBezTo>
                      <a:pt x="490" y="512"/>
                      <a:pt x="500" y="501"/>
                      <a:pt x="510" y="491"/>
                    </a:cubicBezTo>
                    <a:cubicBezTo>
                      <a:pt x="511" y="490"/>
                      <a:pt x="513" y="489"/>
                      <a:pt x="514" y="488"/>
                    </a:cubicBezTo>
                    <a:cubicBezTo>
                      <a:pt x="517" y="487"/>
                      <a:pt x="519" y="485"/>
                      <a:pt x="519" y="482"/>
                    </a:cubicBezTo>
                    <a:cubicBezTo>
                      <a:pt x="519" y="482"/>
                      <a:pt x="519" y="482"/>
                      <a:pt x="519" y="481"/>
                    </a:cubicBezTo>
                    <a:cubicBezTo>
                      <a:pt x="519" y="481"/>
                      <a:pt x="519" y="481"/>
                      <a:pt x="519" y="481"/>
                    </a:cubicBezTo>
                    <a:cubicBezTo>
                      <a:pt x="519" y="481"/>
                      <a:pt x="520" y="480"/>
                      <a:pt x="520" y="480"/>
                    </a:cubicBezTo>
                    <a:cubicBezTo>
                      <a:pt x="527" y="473"/>
                      <a:pt x="534" y="466"/>
                      <a:pt x="541" y="459"/>
                    </a:cubicBezTo>
                    <a:cubicBezTo>
                      <a:pt x="543" y="457"/>
                      <a:pt x="545" y="455"/>
                      <a:pt x="545" y="451"/>
                    </a:cubicBezTo>
                    <a:cubicBezTo>
                      <a:pt x="545" y="451"/>
                      <a:pt x="545" y="451"/>
                      <a:pt x="545" y="451"/>
                    </a:cubicBezTo>
                    <a:cubicBezTo>
                      <a:pt x="543" y="452"/>
                      <a:pt x="542" y="453"/>
                      <a:pt x="541" y="454"/>
                    </a:cubicBezTo>
                    <a:cubicBezTo>
                      <a:pt x="538" y="448"/>
                      <a:pt x="537" y="441"/>
                      <a:pt x="537" y="435"/>
                    </a:cubicBezTo>
                    <a:cubicBezTo>
                      <a:pt x="537" y="433"/>
                      <a:pt x="537" y="432"/>
                      <a:pt x="537" y="431"/>
                    </a:cubicBezTo>
                    <a:cubicBezTo>
                      <a:pt x="539" y="430"/>
                      <a:pt x="541" y="430"/>
                      <a:pt x="543" y="429"/>
                    </a:cubicBezTo>
                    <a:cubicBezTo>
                      <a:pt x="544" y="428"/>
                      <a:pt x="547" y="428"/>
                      <a:pt x="547" y="425"/>
                    </a:cubicBezTo>
                    <a:cubicBezTo>
                      <a:pt x="547" y="425"/>
                      <a:pt x="547" y="425"/>
                      <a:pt x="547" y="425"/>
                    </a:cubicBezTo>
                    <a:cubicBezTo>
                      <a:pt x="542" y="426"/>
                      <a:pt x="538" y="427"/>
                      <a:pt x="534" y="428"/>
                    </a:cubicBezTo>
                    <a:cubicBezTo>
                      <a:pt x="534" y="427"/>
                      <a:pt x="534" y="427"/>
                      <a:pt x="534" y="427"/>
                    </a:cubicBezTo>
                    <a:cubicBezTo>
                      <a:pt x="538" y="425"/>
                      <a:pt x="542" y="424"/>
                      <a:pt x="546" y="422"/>
                    </a:cubicBezTo>
                    <a:cubicBezTo>
                      <a:pt x="549" y="427"/>
                      <a:pt x="550" y="432"/>
                      <a:pt x="554" y="436"/>
                    </a:cubicBezTo>
                    <a:cubicBezTo>
                      <a:pt x="554" y="436"/>
                      <a:pt x="554" y="436"/>
                      <a:pt x="554" y="436"/>
                    </a:cubicBezTo>
                    <a:cubicBezTo>
                      <a:pt x="554" y="431"/>
                      <a:pt x="550" y="426"/>
                      <a:pt x="550" y="420"/>
                    </a:cubicBezTo>
                    <a:cubicBezTo>
                      <a:pt x="550" y="420"/>
                      <a:pt x="550" y="420"/>
                      <a:pt x="550" y="420"/>
                    </a:cubicBezTo>
                    <a:cubicBezTo>
                      <a:pt x="553" y="419"/>
                      <a:pt x="556" y="418"/>
                      <a:pt x="559" y="416"/>
                    </a:cubicBezTo>
                    <a:cubicBezTo>
                      <a:pt x="564" y="413"/>
                      <a:pt x="568" y="412"/>
                      <a:pt x="573" y="410"/>
                    </a:cubicBezTo>
                    <a:cubicBezTo>
                      <a:pt x="577" y="409"/>
                      <a:pt x="580" y="408"/>
                      <a:pt x="583" y="407"/>
                    </a:cubicBezTo>
                    <a:cubicBezTo>
                      <a:pt x="584" y="406"/>
                      <a:pt x="585" y="405"/>
                      <a:pt x="585" y="404"/>
                    </a:cubicBezTo>
                    <a:cubicBezTo>
                      <a:pt x="585" y="404"/>
                      <a:pt x="585" y="403"/>
                      <a:pt x="584" y="403"/>
                    </a:cubicBezTo>
                    <a:cubicBezTo>
                      <a:pt x="582" y="404"/>
                      <a:pt x="581" y="405"/>
                      <a:pt x="579" y="406"/>
                    </a:cubicBezTo>
                    <a:cubicBezTo>
                      <a:pt x="570" y="409"/>
                      <a:pt x="562" y="411"/>
                      <a:pt x="554" y="416"/>
                    </a:cubicBezTo>
                    <a:cubicBezTo>
                      <a:pt x="554" y="416"/>
                      <a:pt x="553" y="416"/>
                      <a:pt x="553" y="416"/>
                    </a:cubicBezTo>
                    <a:cubicBezTo>
                      <a:pt x="547" y="419"/>
                      <a:pt x="540" y="422"/>
                      <a:pt x="534" y="424"/>
                    </a:cubicBezTo>
                    <a:cubicBezTo>
                      <a:pt x="527" y="427"/>
                      <a:pt x="520" y="431"/>
                      <a:pt x="513" y="432"/>
                    </a:cubicBezTo>
                    <a:cubicBezTo>
                      <a:pt x="508" y="433"/>
                      <a:pt x="504" y="434"/>
                      <a:pt x="500" y="435"/>
                    </a:cubicBezTo>
                    <a:cubicBezTo>
                      <a:pt x="500" y="435"/>
                      <a:pt x="500" y="435"/>
                      <a:pt x="500" y="435"/>
                    </a:cubicBezTo>
                    <a:cubicBezTo>
                      <a:pt x="500" y="435"/>
                      <a:pt x="499" y="435"/>
                      <a:pt x="499" y="435"/>
                    </a:cubicBezTo>
                    <a:cubicBezTo>
                      <a:pt x="499" y="435"/>
                      <a:pt x="499" y="435"/>
                      <a:pt x="499" y="435"/>
                    </a:cubicBezTo>
                    <a:cubicBezTo>
                      <a:pt x="499" y="435"/>
                      <a:pt x="499" y="435"/>
                      <a:pt x="499" y="435"/>
                    </a:cubicBezTo>
                    <a:cubicBezTo>
                      <a:pt x="499" y="435"/>
                      <a:pt x="499" y="435"/>
                      <a:pt x="499" y="435"/>
                    </a:cubicBezTo>
                    <a:cubicBezTo>
                      <a:pt x="498" y="435"/>
                      <a:pt x="498" y="435"/>
                      <a:pt x="497" y="435"/>
                    </a:cubicBezTo>
                    <a:cubicBezTo>
                      <a:pt x="497" y="435"/>
                      <a:pt x="497" y="435"/>
                      <a:pt x="497" y="435"/>
                    </a:cubicBezTo>
                    <a:cubicBezTo>
                      <a:pt x="497" y="435"/>
                      <a:pt x="497" y="435"/>
                      <a:pt x="497" y="435"/>
                    </a:cubicBezTo>
                    <a:cubicBezTo>
                      <a:pt x="479" y="412"/>
                      <a:pt x="460" y="391"/>
                      <a:pt x="446" y="365"/>
                    </a:cubicBezTo>
                    <a:cubicBezTo>
                      <a:pt x="446" y="365"/>
                      <a:pt x="446" y="365"/>
                      <a:pt x="446" y="365"/>
                    </a:cubicBezTo>
                    <a:cubicBezTo>
                      <a:pt x="449" y="364"/>
                      <a:pt x="451" y="364"/>
                      <a:pt x="454" y="362"/>
                    </a:cubicBezTo>
                    <a:cubicBezTo>
                      <a:pt x="467" y="356"/>
                      <a:pt x="480" y="350"/>
                      <a:pt x="494" y="344"/>
                    </a:cubicBezTo>
                    <a:cubicBezTo>
                      <a:pt x="495" y="344"/>
                      <a:pt x="497" y="343"/>
                      <a:pt x="498" y="343"/>
                    </a:cubicBezTo>
                    <a:cubicBezTo>
                      <a:pt x="498" y="343"/>
                      <a:pt x="498" y="343"/>
                      <a:pt x="498" y="343"/>
                    </a:cubicBezTo>
                    <a:cubicBezTo>
                      <a:pt x="498" y="343"/>
                      <a:pt x="498" y="343"/>
                      <a:pt x="498" y="343"/>
                    </a:cubicBezTo>
                    <a:cubicBezTo>
                      <a:pt x="498" y="343"/>
                      <a:pt x="498" y="343"/>
                      <a:pt x="498" y="343"/>
                    </a:cubicBezTo>
                    <a:cubicBezTo>
                      <a:pt x="499" y="343"/>
                      <a:pt x="499" y="343"/>
                      <a:pt x="500" y="343"/>
                    </a:cubicBezTo>
                    <a:cubicBezTo>
                      <a:pt x="500" y="343"/>
                      <a:pt x="500" y="343"/>
                      <a:pt x="500" y="343"/>
                    </a:cubicBezTo>
                    <a:cubicBezTo>
                      <a:pt x="500" y="343"/>
                      <a:pt x="500" y="343"/>
                      <a:pt x="500" y="343"/>
                    </a:cubicBezTo>
                    <a:cubicBezTo>
                      <a:pt x="500" y="343"/>
                      <a:pt x="500" y="343"/>
                      <a:pt x="500" y="343"/>
                    </a:cubicBezTo>
                    <a:cubicBezTo>
                      <a:pt x="500" y="343"/>
                      <a:pt x="500" y="343"/>
                      <a:pt x="500" y="343"/>
                    </a:cubicBezTo>
                    <a:cubicBezTo>
                      <a:pt x="501" y="344"/>
                      <a:pt x="503" y="344"/>
                      <a:pt x="504" y="344"/>
                    </a:cubicBezTo>
                    <a:cubicBezTo>
                      <a:pt x="504" y="344"/>
                      <a:pt x="504" y="344"/>
                      <a:pt x="504" y="344"/>
                    </a:cubicBezTo>
                    <a:cubicBezTo>
                      <a:pt x="504" y="344"/>
                      <a:pt x="504" y="344"/>
                      <a:pt x="504" y="344"/>
                    </a:cubicBezTo>
                    <a:cubicBezTo>
                      <a:pt x="504" y="344"/>
                      <a:pt x="504" y="344"/>
                      <a:pt x="504" y="344"/>
                    </a:cubicBezTo>
                    <a:cubicBezTo>
                      <a:pt x="508" y="344"/>
                      <a:pt x="511" y="343"/>
                      <a:pt x="514" y="340"/>
                    </a:cubicBezTo>
                    <a:cubicBezTo>
                      <a:pt x="514" y="340"/>
                      <a:pt x="514" y="340"/>
                      <a:pt x="514" y="340"/>
                    </a:cubicBezTo>
                    <a:cubicBezTo>
                      <a:pt x="514" y="340"/>
                      <a:pt x="514" y="340"/>
                      <a:pt x="514" y="340"/>
                    </a:cubicBezTo>
                    <a:cubicBezTo>
                      <a:pt x="514" y="340"/>
                      <a:pt x="514" y="340"/>
                      <a:pt x="514" y="340"/>
                    </a:cubicBezTo>
                    <a:cubicBezTo>
                      <a:pt x="514" y="339"/>
                      <a:pt x="514" y="339"/>
                      <a:pt x="514" y="339"/>
                    </a:cubicBezTo>
                    <a:cubicBezTo>
                      <a:pt x="514" y="339"/>
                      <a:pt x="514" y="339"/>
                      <a:pt x="514" y="339"/>
                    </a:cubicBezTo>
                    <a:cubicBezTo>
                      <a:pt x="514" y="339"/>
                      <a:pt x="514" y="339"/>
                      <a:pt x="514" y="339"/>
                    </a:cubicBezTo>
                    <a:cubicBezTo>
                      <a:pt x="515" y="338"/>
                      <a:pt x="516" y="338"/>
                      <a:pt x="517" y="337"/>
                    </a:cubicBezTo>
                    <a:cubicBezTo>
                      <a:pt x="528" y="331"/>
                      <a:pt x="539" y="325"/>
                      <a:pt x="550" y="319"/>
                    </a:cubicBezTo>
                    <a:cubicBezTo>
                      <a:pt x="562" y="312"/>
                      <a:pt x="574" y="306"/>
                      <a:pt x="586" y="299"/>
                    </a:cubicBezTo>
                    <a:cubicBezTo>
                      <a:pt x="602" y="289"/>
                      <a:pt x="618" y="280"/>
                      <a:pt x="634" y="272"/>
                    </a:cubicBezTo>
                    <a:cubicBezTo>
                      <a:pt x="635" y="272"/>
                      <a:pt x="636" y="271"/>
                      <a:pt x="638" y="271"/>
                    </a:cubicBezTo>
                    <a:cubicBezTo>
                      <a:pt x="638" y="271"/>
                      <a:pt x="638" y="271"/>
                      <a:pt x="638" y="271"/>
                    </a:cubicBezTo>
                    <a:cubicBezTo>
                      <a:pt x="636" y="280"/>
                      <a:pt x="634" y="289"/>
                      <a:pt x="632" y="297"/>
                    </a:cubicBezTo>
                    <a:cubicBezTo>
                      <a:pt x="631" y="303"/>
                      <a:pt x="630" y="309"/>
                      <a:pt x="629" y="314"/>
                    </a:cubicBezTo>
                    <a:cubicBezTo>
                      <a:pt x="629" y="315"/>
                      <a:pt x="629" y="315"/>
                      <a:pt x="629" y="315"/>
                    </a:cubicBezTo>
                    <a:cubicBezTo>
                      <a:pt x="629" y="318"/>
                      <a:pt x="633" y="322"/>
                      <a:pt x="636" y="323"/>
                    </a:cubicBezTo>
                    <a:cubicBezTo>
                      <a:pt x="636" y="323"/>
                      <a:pt x="636" y="323"/>
                      <a:pt x="636" y="323"/>
                    </a:cubicBezTo>
                    <a:cubicBezTo>
                      <a:pt x="636" y="323"/>
                      <a:pt x="636" y="324"/>
                      <a:pt x="636" y="324"/>
                    </a:cubicBezTo>
                    <a:cubicBezTo>
                      <a:pt x="636" y="324"/>
                      <a:pt x="636" y="324"/>
                      <a:pt x="636" y="324"/>
                    </a:cubicBezTo>
                    <a:cubicBezTo>
                      <a:pt x="636" y="324"/>
                      <a:pt x="636" y="324"/>
                      <a:pt x="636" y="324"/>
                    </a:cubicBezTo>
                    <a:cubicBezTo>
                      <a:pt x="636" y="324"/>
                      <a:pt x="636" y="323"/>
                      <a:pt x="637" y="323"/>
                    </a:cubicBezTo>
                    <a:cubicBezTo>
                      <a:pt x="637" y="323"/>
                      <a:pt x="637" y="323"/>
                      <a:pt x="637" y="323"/>
                    </a:cubicBezTo>
                    <a:cubicBezTo>
                      <a:pt x="637" y="323"/>
                      <a:pt x="637" y="323"/>
                      <a:pt x="638" y="323"/>
                    </a:cubicBezTo>
                    <a:cubicBezTo>
                      <a:pt x="638" y="323"/>
                      <a:pt x="638" y="323"/>
                      <a:pt x="638" y="323"/>
                    </a:cubicBezTo>
                    <a:cubicBezTo>
                      <a:pt x="638" y="323"/>
                      <a:pt x="638" y="323"/>
                      <a:pt x="638" y="323"/>
                    </a:cubicBezTo>
                    <a:cubicBezTo>
                      <a:pt x="638" y="323"/>
                      <a:pt x="638" y="323"/>
                      <a:pt x="638" y="323"/>
                    </a:cubicBezTo>
                    <a:cubicBezTo>
                      <a:pt x="638" y="323"/>
                      <a:pt x="638" y="323"/>
                      <a:pt x="638" y="323"/>
                    </a:cubicBezTo>
                    <a:cubicBezTo>
                      <a:pt x="638" y="323"/>
                      <a:pt x="638" y="323"/>
                      <a:pt x="638" y="323"/>
                    </a:cubicBezTo>
                    <a:cubicBezTo>
                      <a:pt x="638" y="323"/>
                      <a:pt x="638" y="323"/>
                      <a:pt x="638" y="323"/>
                    </a:cubicBezTo>
                    <a:cubicBezTo>
                      <a:pt x="638" y="323"/>
                      <a:pt x="638" y="323"/>
                      <a:pt x="638" y="323"/>
                    </a:cubicBezTo>
                    <a:cubicBezTo>
                      <a:pt x="638" y="323"/>
                      <a:pt x="638" y="323"/>
                      <a:pt x="638" y="323"/>
                    </a:cubicBezTo>
                    <a:cubicBezTo>
                      <a:pt x="637" y="322"/>
                      <a:pt x="636" y="321"/>
                      <a:pt x="635" y="320"/>
                    </a:cubicBezTo>
                    <a:cubicBezTo>
                      <a:pt x="633" y="318"/>
                      <a:pt x="631" y="316"/>
                      <a:pt x="632" y="313"/>
                    </a:cubicBezTo>
                    <a:cubicBezTo>
                      <a:pt x="632" y="313"/>
                      <a:pt x="632" y="312"/>
                      <a:pt x="632" y="312"/>
                    </a:cubicBezTo>
                    <a:cubicBezTo>
                      <a:pt x="632" y="309"/>
                      <a:pt x="632" y="306"/>
                      <a:pt x="633" y="302"/>
                    </a:cubicBezTo>
                    <a:cubicBezTo>
                      <a:pt x="635" y="291"/>
                      <a:pt x="638" y="280"/>
                      <a:pt x="641" y="269"/>
                    </a:cubicBezTo>
                    <a:cubicBezTo>
                      <a:pt x="644" y="267"/>
                      <a:pt x="648" y="265"/>
                      <a:pt x="651" y="264"/>
                    </a:cubicBezTo>
                    <a:cubicBezTo>
                      <a:pt x="655" y="262"/>
                      <a:pt x="658" y="259"/>
                      <a:pt x="662" y="258"/>
                    </a:cubicBezTo>
                    <a:cubicBezTo>
                      <a:pt x="662" y="258"/>
                      <a:pt x="662" y="258"/>
                      <a:pt x="662" y="258"/>
                    </a:cubicBezTo>
                    <a:cubicBezTo>
                      <a:pt x="661" y="270"/>
                      <a:pt x="658" y="282"/>
                      <a:pt x="658" y="293"/>
                    </a:cubicBezTo>
                    <a:cubicBezTo>
                      <a:pt x="658" y="295"/>
                      <a:pt x="658" y="298"/>
                      <a:pt x="658" y="300"/>
                    </a:cubicBezTo>
                    <a:cubicBezTo>
                      <a:pt x="659" y="299"/>
                      <a:pt x="660" y="298"/>
                      <a:pt x="660" y="297"/>
                    </a:cubicBezTo>
                    <a:cubicBezTo>
                      <a:pt x="660" y="297"/>
                      <a:pt x="660" y="297"/>
                      <a:pt x="660" y="297"/>
                    </a:cubicBezTo>
                    <a:cubicBezTo>
                      <a:pt x="660" y="296"/>
                      <a:pt x="660" y="296"/>
                      <a:pt x="660" y="295"/>
                    </a:cubicBezTo>
                    <a:cubicBezTo>
                      <a:pt x="660" y="287"/>
                      <a:pt x="661" y="279"/>
                      <a:pt x="662" y="271"/>
                    </a:cubicBezTo>
                    <a:cubicBezTo>
                      <a:pt x="663" y="267"/>
                      <a:pt x="663" y="263"/>
                      <a:pt x="664" y="259"/>
                    </a:cubicBezTo>
                    <a:cubicBezTo>
                      <a:pt x="665" y="256"/>
                      <a:pt x="666" y="253"/>
                      <a:pt x="666" y="250"/>
                    </a:cubicBezTo>
                    <a:cubicBezTo>
                      <a:pt x="666" y="249"/>
                      <a:pt x="666" y="249"/>
                      <a:pt x="666" y="248"/>
                    </a:cubicBezTo>
                    <a:cubicBezTo>
                      <a:pt x="665" y="247"/>
                      <a:pt x="665" y="246"/>
                      <a:pt x="665" y="245"/>
                    </a:cubicBezTo>
                    <a:cubicBezTo>
                      <a:pt x="665" y="241"/>
                      <a:pt x="666" y="240"/>
                      <a:pt x="669" y="235"/>
                    </a:cubicBezTo>
                    <a:cubicBezTo>
                      <a:pt x="669" y="235"/>
                      <a:pt x="669" y="235"/>
                      <a:pt x="669" y="235"/>
                    </a:cubicBezTo>
                    <a:cubicBezTo>
                      <a:pt x="668" y="234"/>
                      <a:pt x="666" y="233"/>
                      <a:pt x="666" y="231"/>
                    </a:cubicBezTo>
                    <a:cubicBezTo>
                      <a:pt x="666" y="226"/>
                      <a:pt x="665" y="221"/>
                      <a:pt x="665" y="215"/>
                    </a:cubicBezTo>
                    <a:cubicBezTo>
                      <a:pt x="665" y="215"/>
                      <a:pt x="665" y="215"/>
                      <a:pt x="665" y="215"/>
                    </a:cubicBezTo>
                    <a:cubicBezTo>
                      <a:pt x="665" y="215"/>
                      <a:pt x="665" y="215"/>
                      <a:pt x="665" y="215"/>
                    </a:cubicBezTo>
                    <a:cubicBezTo>
                      <a:pt x="665" y="215"/>
                      <a:pt x="665" y="215"/>
                      <a:pt x="665" y="215"/>
                    </a:cubicBezTo>
                    <a:cubicBezTo>
                      <a:pt x="667" y="215"/>
                      <a:pt x="668" y="215"/>
                      <a:pt x="669" y="215"/>
                    </a:cubicBezTo>
                    <a:cubicBezTo>
                      <a:pt x="669" y="215"/>
                      <a:pt x="669" y="215"/>
                      <a:pt x="669" y="215"/>
                    </a:cubicBezTo>
                    <a:cubicBezTo>
                      <a:pt x="669" y="215"/>
                      <a:pt x="669" y="215"/>
                      <a:pt x="669" y="215"/>
                    </a:cubicBezTo>
                    <a:cubicBezTo>
                      <a:pt x="669" y="215"/>
                      <a:pt x="669" y="215"/>
                      <a:pt x="669" y="215"/>
                    </a:cubicBezTo>
                    <a:cubicBezTo>
                      <a:pt x="672" y="215"/>
                      <a:pt x="673" y="216"/>
                      <a:pt x="675" y="220"/>
                    </a:cubicBezTo>
                    <a:cubicBezTo>
                      <a:pt x="675" y="221"/>
                      <a:pt x="675" y="221"/>
                      <a:pt x="675" y="221"/>
                    </a:cubicBezTo>
                    <a:cubicBezTo>
                      <a:pt x="675" y="221"/>
                      <a:pt x="675" y="221"/>
                      <a:pt x="675" y="221"/>
                    </a:cubicBezTo>
                    <a:cubicBezTo>
                      <a:pt x="675" y="221"/>
                      <a:pt x="675" y="221"/>
                      <a:pt x="675" y="221"/>
                    </a:cubicBezTo>
                    <a:cubicBezTo>
                      <a:pt x="675" y="221"/>
                      <a:pt x="676" y="222"/>
                      <a:pt x="676" y="223"/>
                    </a:cubicBezTo>
                    <a:cubicBezTo>
                      <a:pt x="677" y="225"/>
                      <a:pt x="677" y="226"/>
                      <a:pt x="677" y="228"/>
                    </a:cubicBezTo>
                    <a:cubicBezTo>
                      <a:pt x="677" y="230"/>
                      <a:pt x="676" y="231"/>
                      <a:pt x="672" y="234"/>
                    </a:cubicBezTo>
                    <a:cubicBezTo>
                      <a:pt x="672" y="234"/>
                      <a:pt x="672" y="234"/>
                      <a:pt x="672" y="234"/>
                    </a:cubicBezTo>
                    <a:cubicBezTo>
                      <a:pt x="673" y="235"/>
                      <a:pt x="673" y="235"/>
                      <a:pt x="673" y="235"/>
                    </a:cubicBezTo>
                    <a:cubicBezTo>
                      <a:pt x="673" y="235"/>
                      <a:pt x="673" y="235"/>
                      <a:pt x="673" y="235"/>
                    </a:cubicBezTo>
                    <a:cubicBezTo>
                      <a:pt x="673" y="235"/>
                      <a:pt x="673" y="235"/>
                      <a:pt x="674" y="235"/>
                    </a:cubicBezTo>
                    <a:cubicBezTo>
                      <a:pt x="674" y="235"/>
                      <a:pt x="674" y="235"/>
                      <a:pt x="674" y="235"/>
                    </a:cubicBezTo>
                    <a:cubicBezTo>
                      <a:pt x="674" y="235"/>
                      <a:pt x="674" y="235"/>
                      <a:pt x="674" y="235"/>
                    </a:cubicBezTo>
                    <a:cubicBezTo>
                      <a:pt x="674" y="235"/>
                      <a:pt x="674" y="235"/>
                      <a:pt x="674" y="235"/>
                    </a:cubicBezTo>
                    <a:cubicBezTo>
                      <a:pt x="676" y="235"/>
                      <a:pt x="678" y="233"/>
                      <a:pt x="679" y="232"/>
                    </a:cubicBezTo>
                    <a:cubicBezTo>
                      <a:pt x="679" y="232"/>
                      <a:pt x="679" y="232"/>
                      <a:pt x="679" y="232"/>
                    </a:cubicBezTo>
                    <a:cubicBezTo>
                      <a:pt x="679" y="232"/>
                      <a:pt x="679" y="231"/>
                      <a:pt x="680" y="231"/>
                    </a:cubicBezTo>
                    <a:cubicBezTo>
                      <a:pt x="680" y="234"/>
                      <a:pt x="681" y="236"/>
                      <a:pt x="681" y="238"/>
                    </a:cubicBezTo>
                    <a:cubicBezTo>
                      <a:pt x="682" y="244"/>
                      <a:pt x="682" y="250"/>
                      <a:pt x="682" y="256"/>
                    </a:cubicBezTo>
                    <a:cubicBezTo>
                      <a:pt x="682" y="259"/>
                      <a:pt x="682" y="262"/>
                      <a:pt x="682" y="265"/>
                    </a:cubicBezTo>
                    <a:cubicBezTo>
                      <a:pt x="682" y="269"/>
                      <a:pt x="681" y="272"/>
                      <a:pt x="680" y="276"/>
                    </a:cubicBezTo>
                    <a:cubicBezTo>
                      <a:pt x="678" y="283"/>
                      <a:pt x="676" y="290"/>
                      <a:pt x="673" y="297"/>
                    </a:cubicBezTo>
                    <a:cubicBezTo>
                      <a:pt x="673" y="299"/>
                      <a:pt x="672" y="300"/>
                      <a:pt x="671" y="302"/>
                    </a:cubicBezTo>
                    <a:cubicBezTo>
                      <a:pt x="671" y="302"/>
                      <a:pt x="671" y="302"/>
                      <a:pt x="671" y="302"/>
                    </a:cubicBezTo>
                    <a:cubicBezTo>
                      <a:pt x="675" y="302"/>
                      <a:pt x="675" y="299"/>
                      <a:pt x="677" y="296"/>
                    </a:cubicBezTo>
                    <a:cubicBezTo>
                      <a:pt x="677" y="296"/>
                      <a:pt x="677" y="296"/>
                      <a:pt x="677" y="296"/>
                    </a:cubicBezTo>
                    <a:cubicBezTo>
                      <a:pt x="676" y="304"/>
                      <a:pt x="673" y="310"/>
                      <a:pt x="670" y="317"/>
                    </a:cubicBezTo>
                    <a:cubicBezTo>
                      <a:pt x="670" y="317"/>
                      <a:pt x="670" y="317"/>
                      <a:pt x="670" y="317"/>
                    </a:cubicBezTo>
                    <a:cubicBezTo>
                      <a:pt x="673" y="316"/>
                      <a:pt x="674" y="314"/>
                      <a:pt x="675" y="312"/>
                    </a:cubicBezTo>
                    <a:cubicBezTo>
                      <a:pt x="676" y="307"/>
                      <a:pt x="678" y="302"/>
                      <a:pt x="679" y="297"/>
                    </a:cubicBezTo>
                    <a:cubicBezTo>
                      <a:pt x="682" y="288"/>
                      <a:pt x="682" y="278"/>
                      <a:pt x="685" y="268"/>
                    </a:cubicBezTo>
                    <a:cubicBezTo>
                      <a:pt x="686" y="266"/>
                      <a:pt x="686" y="263"/>
                      <a:pt x="686" y="260"/>
                    </a:cubicBezTo>
                    <a:cubicBezTo>
                      <a:pt x="686" y="257"/>
                      <a:pt x="687" y="254"/>
                      <a:pt x="687" y="251"/>
                    </a:cubicBezTo>
                    <a:cubicBezTo>
                      <a:pt x="687" y="239"/>
                      <a:pt x="686" y="228"/>
                      <a:pt x="683" y="217"/>
                    </a:cubicBezTo>
                    <a:cubicBezTo>
                      <a:pt x="682" y="210"/>
                      <a:pt x="681" y="203"/>
                      <a:pt x="678" y="197"/>
                    </a:cubicBezTo>
                    <a:cubicBezTo>
                      <a:pt x="677" y="195"/>
                      <a:pt x="676" y="194"/>
                      <a:pt x="676" y="193"/>
                    </a:cubicBezTo>
                    <a:cubicBezTo>
                      <a:pt x="676" y="192"/>
                      <a:pt x="676" y="192"/>
                      <a:pt x="676" y="192"/>
                    </a:cubicBezTo>
                    <a:cubicBezTo>
                      <a:pt x="682" y="194"/>
                      <a:pt x="687" y="197"/>
                      <a:pt x="693" y="199"/>
                    </a:cubicBezTo>
                    <a:cubicBezTo>
                      <a:pt x="700" y="201"/>
                      <a:pt x="707" y="203"/>
                      <a:pt x="714" y="204"/>
                    </a:cubicBezTo>
                    <a:cubicBezTo>
                      <a:pt x="714" y="204"/>
                      <a:pt x="714" y="204"/>
                      <a:pt x="714" y="204"/>
                    </a:cubicBezTo>
                    <a:cubicBezTo>
                      <a:pt x="714" y="204"/>
                      <a:pt x="714" y="204"/>
                      <a:pt x="714" y="204"/>
                    </a:cubicBezTo>
                    <a:cubicBezTo>
                      <a:pt x="714" y="204"/>
                      <a:pt x="714" y="204"/>
                      <a:pt x="714" y="204"/>
                    </a:cubicBezTo>
                    <a:cubicBezTo>
                      <a:pt x="716" y="204"/>
                      <a:pt x="717" y="204"/>
                      <a:pt x="718" y="204"/>
                    </a:cubicBezTo>
                    <a:cubicBezTo>
                      <a:pt x="718" y="204"/>
                      <a:pt x="718" y="204"/>
                      <a:pt x="718" y="204"/>
                    </a:cubicBezTo>
                    <a:cubicBezTo>
                      <a:pt x="718" y="204"/>
                      <a:pt x="718" y="204"/>
                      <a:pt x="718" y="204"/>
                    </a:cubicBezTo>
                    <a:cubicBezTo>
                      <a:pt x="718" y="204"/>
                      <a:pt x="718" y="204"/>
                      <a:pt x="718" y="204"/>
                    </a:cubicBezTo>
                    <a:cubicBezTo>
                      <a:pt x="720" y="204"/>
                      <a:pt x="722" y="204"/>
                      <a:pt x="724" y="203"/>
                    </a:cubicBezTo>
                    <a:cubicBezTo>
                      <a:pt x="724" y="203"/>
                      <a:pt x="724" y="203"/>
                      <a:pt x="724" y="203"/>
                    </a:cubicBezTo>
                    <a:cubicBezTo>
                      <a:pt x="724" y="203"/>
                      <a:pt x="724" y="203"/>
                      <a:pt x="724" y="203"/>
                    </a:cubicBezTo>
                    <a:cubicBezTo>
                      <a:pt x="724" y="203"/>
                      <a:pt x="724" y="203"/>
                      <a:pt x="724" y="203"/>
                    </a:cubicBezTo>
                    <a:cubicBezTo>
                      <a:pt x="724" y="203"/>
                      <a:pt x="724" y="203"/>
                      <a:pt x="724" y="203"/>
                    </a:cubicBezTo>
                    <a:cubicBezTo>
                      <a:pt x="724" y="202"/>
                      <a:pt x="725" y="201"/>
                      <a:pt x="725" y="200"/>
                    </a:cubicBezTo>
                    <a:cubicBezTo>
                      <a:pt x="725" y="198"/>
                      <a:pt x="724" y="197"/>
                      <a:pt x="723" y="195"/>
                    </a:cubicBezTo>
                    <a:cubicBezTo>
                      <a:pt x="722" y="193"/>
                      <a:pt x="721" y="192"/>
                      <a:pt x="720" y="190"/>
                    </a:cubicBezTo>
                    <a:cubicBezTo>
                      <a:pt x="718" y="185"/>
                      <a:pt x="717" y="179"/>
                      <a:pt x="717" y="174"/>
                    </a:cubicBezTo>
                    <a:cubicBezTo>
                      <a:pt x="717" y="171"/>
                      <a:pt x="718" y="169"/>
                      <a:pt x="718" y="166"/>
                    </a:cubicBezTo>
                    <a:cubicBezTo>
                      <a:pt x="718" y="156"/>
                      <a:pt x="720" y="147"/>
                      <a:pt x="721" y="137"/>
                    </a:cubicBezTo>
                    <a:cubicBezTo>
                      <a:pt x="721" y="133"/>
                      <a:pt x="721" y="129"/>
                      <a:pt x="721" y="124"/>
                    </a:cubicBezTo>
                    <a:cubicBezTo>
                      <a:pt x="721" y="121"/>
                      <a:pt x="721" y="118"/>
                      <a:pt x="721" y="115"/>
                    </a:cubicBezTo>
                    <a:cubicBezTo>
                      <a:pt x="720" y="107"/>
                      <a:pt x="719" y="100"/>
                      <a:pt x="717" y="92"/>
                    </a:cubicBezTo>
                    <a:cubicBezTo>
                      <a:pt x="716" y="85"/>
                      <a:pt x="713" y="77"/>
                      <a:pt x="710" y="71"/>
                    </a:cubicBezTo>
                    <a:cubicBezTo>
                      <a:pt x="705" y="60"/>
                      <a:pt x="698" y="50"/>
                      <a:pt x="689" y="42"/>
                    </a:cubicBezTo>
                    <a:cubicBezTo>
                      <a:pt x="684" y="37"/>
                      <a:pt x="680" y="33"/>
                      <a:pt x="675" y="28"/>
                    </a:cubicBezTo>
                    <a:cubicBezTo>
                      <a:pt x="669" y="23"/>
                      <a:pt x="663" y="18"/>
                      <a:pt x="657" y="13"/>
                    </a:cubicBezTo>
                    <a:cubicBezTo>
                      <a:pt x="652" y="9"/>
                      <a:pt x="647" y="6"/>
                      <a:pt x="641" y="4"/>
                    </a:cubicBezTo>
                    <a:cubicBezTo>
                      <a:pt x="641" y="4"/>
                      <a:pt x="641" y="4"/>
                      <a:pt x="641" y="4"/>
                    </a:cubicBezTo>
                    <a:cubicBezTo>
                      <a:pt x="641" y="4"/>
                      <a:pt x="641" y="4"/>
                      <a:pt x="641" y="4"/>
                    </a:cubicBezTo>
                    <a:cubicBezTo>
                      <a:pt x="632" y="1"/>
                      <a:pt x="624" y="0"/>
                      <a:pt x="616" y="0"/>
                    </a:cubicBezTo>
                    <a:cubicBezTo>
                      <a:pt x="616" y="0"/>
                      <a:pt x="616" y="0"/>
                      <a:pt x="616" y="0"/>
                    </a:cubicBezTo>
                    <a:cubicBezTo>
                      <a:pt x="616" y="0"/>
                      <a:pt x="616" y="0"/>
                      <a:pt x="616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1" name="Freeform 9">
                <a:extLst>
                  <a:ext uri="{FF2B5EF4-FFF2-40B4-BE49-F238E27FC236}">
                    <a16:creationId xmlns:a16="http://schemas.microsoft.com/office/drawing/2014/main" id="{372FB527-75EE-4EDE-9763-1F26F194629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22" y="916"/>
                <a:ext cx="363" cy="594"/>
              </a:xfrm>
              <a:custGeom>
                <a:avLst/>
                <a:gdLst>
                  <a:gd name="T0" fmla="*/ 161 w 249"/>
                  <a:gd name="T1" fmla="*/ 142 h 408"/>
                  <a:gd name="T2" fmla="*/ 168 w 249"/>
                  <a:gd name="T3" fmla="*/ 161 h 408"/>
                  <a:gd name="T4" fmla="*/ 142 w 249"/>
                  <a:gd name="T5" fmla="*/ 160 h 408"/>
                  <a:gd name="T6" fmla="*/ 51 w 249"/>
                  <a:gd name="T7" fmla="*/ 183 h 408"/>
                  <a:gd name="T8" fmla="*/ 213 w 249"/>
                  <a:gd name="T9" fmla="*/ 126 h 408"/>
                  <a:gd name="T10" fmla="*/ 225 w 249"/>
                  <a:gd name="T11" fmla="*/ 146 h 408"/>
                  <a:gd name="T12" fmla="*/ 223 w 249"/>
                  <a:gd name="T13" fmla="*/ 146 h 408"/>
                  <a:gd name="T14" fmla="*/ 222 w 249"/>
                  <a:gd name="T15" fmla="*/ 146 h 408"/>
                  <a:gd name="T16" fmla="*/ 219 w 249"/>
                  <a:gd name="T17" fmla="*/ 145 h 408"/>
                  <a:gd name="T18" fmla="*/ 188 w 249"/>
                  <a:gd name="T19" fmla="*/ 114 h 408"/>
                  <a:gd name="T20" fmla="*/ 198 w 249"/>
                  <a:gd name="T21" fmla="*/ 117 h 408"/>
                  <a:gd name="T22" fmla="*/ 133 w 249"/>
                  <a:gd name="T23" fmla="*/ 146 h 408"/>
                  <a:gd name="T24" fmla="*/ 57 w 249"/>
                  <a:gd name="T25" fmla="*/ 159 h 408"/>
                  <a:gd name="T26" fmla="*/ 17 w 249"/>
                  <a:gd name="T27" fmla="*/ 159 h 408"/>
                  <a:gd name="T28" fmla="*/ 26 w 249"/>
                  <a:gd name="T29" fmla="*/ 131 h 408"/>
                  <a:gd name="T30" fmla="*/ 79 w 249"/>
                  <a:gd name="T31" fmla="*/ 141 h 408"/>
                  <a:gd name="T32" fmla="*/ 188 w 249"/>
                  <a:gd name="T33" fmla="*/ 114 h 408"/>
                  <a:gd name="T34" fmla="*/ 143 w 249"/>
                  <a:gd name="T35" fmla="*/ 3 h 408"/>
                  <a:gd name="T36" fmla="*/ 238 w 249"/>
                  <a:gd name="T37" fmla="*/ 117 h 408"/>
                  <a:gd name="T38" fmla="*/ 244 w 249"/>
                  <a:gd name="T39" fmla="*/ 140 h 408"/>
                  <a:gd name="T40" fmla="*/ 225 w 249"/>
                  <a:gd name="T41" fmla="*/ 135 h 408"/>
                  <a:gd name="T42" fmla="*/ 201 w 249"/>
                  <a:gd name="T43" fmla="*/ 115 h 408"/>
                  <a:gd name="T44" fmla="*/ 148 w 249"/>
                  <a:gd name="T45" fmla="*/ 121 h 408"/>
                  <a:gd name="T46" fmla="*/ 57 w 249"/>
                  <a:gd name="T47" fmla="*/ 140 h 408"/>
                  <a:gd name="T48" fmla="*/ 35 w 249"/>
                  <a:gd name="T49" fmla="*/ 136 h 408"/>
                  <a:gd name="T50" fmla="*/ 25 w 249"/>
                  <a:gd name="T51" fmla="*/ 111 h 408"/>
                  <a:gd name="T52" fmla="*/ 65 w 249"/>
                  <a:gd name="T53" fmla="*/ 23 h 408"/>
                  <a:gd name="T54" fmla="*/ 98 w 249"/>
                  <a:gd name="T55" fmla="*/ 9 h 408"/>
                  <a:gd name="T56" fmla="*/ 127 w 249"/>
                  <a:gd name="T57" fmla="*/ 4 h 408"/>
                  <a:gd name="T58" fmla="*/ 135 w 249"/>
                  <a:gd name="T59" fmla="*/ 4 h 408"/>
                  <a:gd name="T60" fmla="*/ 134 w 249"/>
                  <a:gd name="T61" fmla="*/ 0 h 408"/>
                  <a:gd name="T62" fmla="*/ 22 w 249"/>
                  <a:gd name="T63" fmla="*/ 97 h 408"/>
                  <a:gd name="T64" fmla="*/ 9 w 249"/>
                  <a:gd name="T65" fmla="*/ 138 h 408"/>
                  <a:gd name="T66" fmla="*/ 7 w 249"/>
                  <a:gd name="T67" fmla="*/ 161 h 408"/>
                  <a:gd name="T68" fmla="*/ 22 w 249"/>
                  <a:gd name="T69" fmla="*/ 163 h 408"/>
                  <a:gd name="T70" fmla="*/ 50 w 249"/>
                  <a:gd name="T71" fmla="*/ 164 h 408"/>
                  <a:gd name="T72" fmla="*/ 29 w 249"/>
                  <a:gd name="T73" fmla="*/ 213 h 408"/>
                  <a:gd name="T74" fmla="*/ 59 w 249"/>
                  <a:gd name="T75" fmla="*/ 271 h 408"/>
                  <a:gd name="T76" fmla="*/ 177 w 249"/>
                  <a:gd name="T77" fmla="*/ 408 h 408"/>
                  <a:gd name="T78" fmla="*/ 182 w 249"/>
                  <a:gd name="T79" fmla="*/ 408 h 408"/>
                  <a:gd name="T80" fmla="*/ 98 w 249"/>
                  <a:gd name="T81" fmla="*/ 340 h 408"/>
                  <a:gd name="T82" fmla="*/ 96 w 249"/>
                  <a:gd name="T83" fmla="*/ 324 h 408"/>
                  <a:gd name="T84" fmla="*/ 114 w 249"/>
                  <a:gd name="T85" fmla="*/ 328 h 408"/>
                  <a:gd name="T86" fmla="*/ 123 w 249"/>
                  <a:gd name="T87" fmla="*/ 327 h 408"/>
                  <a:gd name="T88" fmla="*/ 203 w 249"/>
                  <a:gd name="T89" fmla="*/ 252 h 408"/>
                  <a:gd name="T90" fmla="*/ 125 w 249"/>
                  <a:gd name="T91" fmla="*/ 323 h 408"/>
                  <a:gd name="T92" fmla="*/ 97 w 249"/>
                  <a:gd name="T93" fmla="*/ 321 h 408"/>
                  <a:gd name="T94" fmla="*/ 64 w 249"/>
                  <a:gd name="T95" fmla="*/ 275 h 408"/>
                  <a:gd name="T96" fmla="*/ 84 w 249"/>
                  <a:gd name="T97" fmla="*/ 248 h 408"/>
                  <a:gd name="T98" fmla="*/ 96 w 249"/>
                  <a:gd name="T99" fmla="*/ 247 h 408"/>
                  <a:gd name="T100" fmla="*/ 119 w 249"/>
                  <a:gd name="T101" fmla="*/ 249 h 408"/>
                  <a:gd name="T102" fmla="*/ 124 w 249"/>
                  <a:gd name="T103" fmla="*/ 249 h 408"/>
                  <a:gd name="T104" fmla="*/ 181 w 249"/>
                  <a:gd name="T105" fmla="*/ 217 h 408"/>
                  <a:gd name="T106" fmla="*/ 212 w 249"/>
                  <a:gd name="T107" fmla="*/ 188 h 408"/>
                  <a:gd name="T108" fmla="*/ 212 w 249"/>
                  <a:gd name="T109" fmla="*/ 222 h 408"/>
                  <a:gd name="T110" fmla="*/ 230 w 249"/>
                  <a:gd name="T111" fmla="*/ 180 h 408"/>
                  <a:gd name="T112" fmla="*/ 232 w 249"/>
                  <a:gd name="T113" fmla="*/ 196 h 408"/>
                  <a:gd name="T114" fmla="*/ 233 w 249"/>
                  <a:gd name="T115" fmla="*/ 156 h 408"/>
                  <a:gd name="T116" fmla="*/ 246 w 249"/>
                  <a:gd name="T117" fmla="*/ 144 h 408"/>
                  <a:gd name="T118" fmla="*/ 233 w 249"/>
                  <a:gd name="T119" fmla="*/ 86 h 408"/>
                  <a:gd name="T120" fmla="*/ 134 w 249"/>
                  <a:gd name="T121" fmla="*/ 0 h 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49" h="408">
                    <a:moveTo>
                      <a:pt x="51" y="183"/>
                    </a:moveTo>
                    <a:cubicBezTo>
                      <a:pt x="51" y="176"/>
                      <a:pt x="52" y="169"/>
                      <a:pt x="54" y="163"/>
                    </a:cubicBezTo>
                    <a:cubicBezTo>
                      <a:pt x="61" y="162"/>
                      <a:pt x="67" y="161"/>
                      <a:pt x="74" y="160"/>
                    </a:cubicBezTo>
                    <a:cubicBezTo>
                      <a:pt x="79" y="159"/>
                      <a:pt x="85" y="159"/>
                      <a:pt x="90" y="158"/>
                    </a:cubicBezTo>
                    <a:cubicBezTo>
                      <a:pt x="98" y="157"/>
                      <a:pt x="106" y="156"/>
                      <a:pt x="114" y="154"/>
                    </a:cubicBezTo>
                    <a:cubicBezTo>
                      <a:pt x="123" y="152"/>
                      <a:pt x="132" y="150"/>
                      <a:pt x="141" y="148"/>
                    </a:cubicBezTo>
                    <a:cubicBezTo>
                      <a:pt x="148" y="146"/>
                      <a:pt x="154" y="144"/>
                      <a:pt x="161" y="142"/>
                    </a:cubicBezTo>
                    <a:cubicBezTo>
                      <a:pt x="163" y="141"/>
                      <a:pt x="166" y="140"/>
                      <a:pt x="168" y="139"/>
                    </a:cubicBezTo>
                    <a:cubicBezTo>
                      <a:pt x="170" y="138"/>
                      <a:pt x="173" y="137"/>
                      <a:pt x="175" y="136"/>
                    </a:cubicBezTo>
                    <a:cubicBezTo>
                      <a:pt x="183" y="141"/>
                      <a:pt x="183" y="149"/>
                      <a:pt x="184" y="156"/>
                    </a:cubicBezTo>
                    <a:cubicBezTo>
                      <a:pt x="184" y="156"/>
                      <a:pt x="184" y="156"/>
                      <a:pt x="184" y="156"/>
                    </a:cubicBezTo>
                    <a:cubicBezTo>
                      <a:pt x="184" y="156"/>
                      <a:pt x="184" y="156"/>
                      <a:pt x="184" y="156"/>
                    </a:cubicBezTo>
                    <a:cubicBezTo>
                      <a:pt x="179" y="158"/>
                      <a:pt x="174" y="159"/>
                      <a:pt x="168" y="161"/>
                    </a:cubicBezTo>
                    <a:cubicBezTo>
                      <a:pt x="168" y="161"/>
                      <a:pt x="168" y="161"/>
                      <a:pt x="168" y="161"/>
                    </a:cubicBezTo>
                    <a:cubicBezTo>
                      <a:pt x="166" y="159"/>
                      <a:pt x="163" y="158"/>
                      <a:pt x="160" y="158"/>
                    </a:cubicBezTo>
                    <a:cubicBezTo>
                      <a:pt x="160" y="158"/>
                      <a:pt x="160" y="158"/>
                      <a:pt x="160" y="158"/>
                    </a:cubicBezTo>
                    <a:cubicBezTo>
                      <a:pt x="160" y="158"/>
                      <a:pt x="160" y="158"/>
                      <a:pt x="160" y="158"/>
                    </a:cubicBezTo>
                    <a:cubicBezTo>
                      <a:pt x="159" y="158"/>
                      <a:pt x="159" y="158"/>
                      <a:pt x="158" y="158"/>
                    </a:cubicBezTo>
                    <a:cubicBezTo>
                      <a:pt x="158" y="158"/>
                      <a:pt x="158" y="158"/>
                      <a:pt x="158" y="158"/>
                    </a:cubicBezTo>
                    <a:cubicBezTo>
                      <a:pt x="158" y="158"/>
                      <a:pt x="158" y="158"/>
                      <a:pt x="158" y="158"/>
                    </a:cubicBezTo>
                    <a:cubicBezTo>
                      <a:pt x="153" y="159"/>
                      <a:pt x="147" y="159"/>
                      <a:pt x="142" y="160"/>
                    </a:cubicBezTo>
                    <a:cubicBezTo>
                      <a:pt x="140" y="161"/>
                      <a:pt x="137" y="163"/>
                      <a:pt x="135" y="164"/>
                    </a:cubicBezTo>
                    <a:cubicBezTo>
                      <a:pt x="134" y="164"/>
                      <a:pt x="133" y="165"/>
                      <a:pt x="131" y="166"/>
                    </a:cubicBezTo>
                    <a:cubicBezTo>
                      <a:pt x="120" y="170"/>
                      <a:pt x="109" y="173"/>
                      <a:pt x="97" y="174"/>
                    </a:cubicBezTo>
                    <a:cubicBezTo>
                      <a:pt x="88" y="175"/>
                      <a:pt x="78" y="177"/>
                      <a:pt x="69" y="179"/>
                    </a:cubicBezTo>
                    <a:cubicBezTo>
                      <a:pt x="63" y="181"/>
                      <a:pt x="57" y="182"/>
                      <a:pt x="51" y="183"/>
                    </a:cubicBezTo>
                    <a:cubicBezTo>
                      <a:pt x="51" y="183"/>
                      <a:pt x="51" y="183"/>
                      <a:pt x="51" y="183"/>
                    </a:cubicBezTo>
                    <a:cubicBezTo>
                      <a:pt x="51" y="183"/>
                      <a:pt x="51" y="183"/>
                      <a:pt x="51" y="183"/>
                    </a:cubicBezTo>
                    <a:moveTo>
                      <a:pt x="177" y="135"/>
                    </a:moveTo>
                    <a:cubicBezTo>
                      <a:pt x="177" y="135"/>
                      <a:pt x="177" y="135"/>
                      <a:pt x="177" y="135"/>
                    </a:cubicBezTo>
                    <a:cubicBezTo>
                      <a:pt x="186" y="130"/>
                      <a:pt x="195" y="125"/>
                      <a:pt x="203" y="121"/>
                    </a:cubicBezTo>
                    <a:cubicBezTo>
                      <a:pt x="203" y="121"/>
                      <a:pt x="203" y="121"/>
                      <a:pt x="203" y="121"/>
                    </a:cubicBezTo>
                    <a:cubicBezTo>
                      <a:pt x="204" y="121"/>
                      <a:pt x="205" y="121"/>
                      <a:pt x="205" y="122"/>
                    </a:cubicBezTo>
                    <a:cubicBezTo>
                      <a:pt x="208" y="124"/>
                      <a:pt x="210" y="126"/>
                      <a:pt x="213" y="126"/>
                    </a:cubicBezTo>
                    <a:cubicBezTo>
                      <a:pt x="213" y="126"/>
                      <a:pt x="213" y="126"/>
                      <a:pt x="213" y="126"/>
                    </a:cubicBezTo>
                    <a:cubicBezTo>
                      <a:pt x="213" y="126"/>
                      <a:pt x="213" y="126"/>
                      <a:pt x="213" y="126"/>
                    </a:cubicBezTo>
                    <a:cubicBezTo>
                      <a:pt x="213" y="126"/>
                      <a:pt x="214" y="126"/>
                      <a:pt x="214" y="126"/>
                    </a:cubicBezTo>
                    <a:cubicBezTo>
                      <a:pt x="214" y="126"/>
                      <a:pt x="214" y="126"/>
                      <a:pt x="214" y="126"/>
                    </a:cubicBezTo>
                    <a:cubicBezTo>
                      <a:pt x="215" y="128"/>
                      <a:pt x="216" y="130"/>
                      <a:pt x="217" y="132"/>
                    </a:cubicBezTo>
                    <a:cubicBezTo>
                      <a:pt x="218" y="133"/>
                      <a:pt x="218" y="135"/>
                      <a:pt x="219" y="135"/>
                    </a:cubicBezTo>
                    <a:cubicBezTo>
                      <a:pt x="223" y="138"/>
                      <a:pt x="224" y="142"/>
                      <a:pt x="225" y="146"/>
                    </a:cubicBezTo>
                    <a:cubicBezTo>
                      <a:pt x="225" y="146"/>
                      <a:pt x="225" y="146"/>
                      <a:pt x="225" y="146"/>
                    </a:cubicBezTo>
                    <a:cubicBezTo>
                      <a:pt x="225" y="146"/>
                      <a:pt x="225" y="146"/>
                      <a:pt x="225" y="146"/>
                    </a:cubicBezTo>
                    <a:cubicBezTo>
                      <a:pt x="225" y="146"/>
                      <a:pt x="225" y="146"/>
                      <a:pt x="225" y="146"/>
                    </a:cubicBezTo>
                    <a:cubicBezTo>
                      <a:pt x="225" y="146"/>
                      <a:pt x="224" y="146"/>
                      <a:pt x="224" y="146"/>
                    </a:cubicBezTo>
                    <a:cubicBezTo>
                      <a:pt x="223" y="146"/>
                      <a:pt x="223" y="146"/>
                      <a:pt x="223" y="146"/>
                    </a:cubicBezTo>
                    <a:cubicBezTo>
                      <a:pt x="223" y="146"/>
                      <a:pt x="223" y="146"/>
                      <a:pt x="223" y="146"/>
                    </a:cubicBezTo>
                    <a:cubicBezTo>
                      <a:pt x="223" y="146"/>
                      <a:pt x="223" y="146"/>
                      <a:pt x="223" y="146"/>
                    </a:cubicBezTo>
                    <a:cubicBezTo>
                      <a:pt x="223" y="146"/>
                      <a:pt x="223" y="146"/>
                      <a:pt x="223" y="146"/>
                    </a:cubicBezTo>
                    <a:cubicBezTo>
                      <a:pt x="223" y="146"/>
                      <a:pt x="223" y="146"/>
                      <a:pt x="223" y="146"/>
                    </a:cubicBezTo>
                    <a:cubicBezTo>
                      <a:pt x="223" y="146"/>
                      <a:pt x="222" y="146"/>
                      <a:pt x="222" y="146"/>
                    </a:cubicBezTo>
                    <a:cubicBezTo>
                      <a:pt x="222" y="146"/>
                      <a:pt x="222" y="146"/>
                      <a:pt x="222" y="146"/>
                    </a:cubicBezTo>
                    <a:cubicBezTo>
                      <a:pt x="222" y="146"/>
                      <a:pt x="222" y="146"/>
                      <a:pt x="222" y="146"/>
                    </a:cubicBezTo>
                    <a:cubicBezTo>
                      <a:pt x="222" y="146"/>
                      <a:pt x="222" y="146"/>
                      <a:pt x="222" y="146"/>
                    </a:cubicBezTo>
                    <a:cubicBezTo>
                      <a:pt x="222" y="146"/>
                      <a:pt x="222" y="146"/>
                      <a:pt x="222" y="146"/>
                    </a:cubicBezTo>
                    <a:cubicBezTo>
                      <a:pt x="222" y="146"/>
                      <a:pt x="222" y="146"/>
                      <a:pt x="222" y="146"/>
                    </a:cubicBezTo>
                    <a:cubicBezTo>
                      <a:pt x="222" y="146"/>
                      <a:pt x="222" y="146"/>
                      <a:pt x="222" y="146"/>
                    </a:cubicBezTo>
                    <a:cubicBezTo>
                      <a:pt x="222" y="146"/>
                      <a:pt x="222" y="146"/>
                      <a:pt x="222" y="146"/>
                    </a:cubicBezTo>
                    <a:cubicBezTo>
                      <a:pt x="222" y="146"/>
                      <a:pt x="222" y="146"/>
                      <a:pt x="222" y="146"/>
                    </a:cubicBezTo>
                    <a:cubicBezTo>
                      <a:pt x="222" y="146"/>
                      <a:pt x="222" y="146"/>
                      <a:pt x="222" y="146"/>
                    </a:cubicBezTo>
                    <a:cubicBezTo>
                      <a:pt x="222" y="146"/>
                      <a:pt x="222" y="146"/>
                      <a:pt x="222" y="146"/>
                    </a:cubicBezTo>
                    <a:cubicBezTo>
                      <a:pt x="221" y="145"/>
                      <a:pt x="220" y="145"/>
                      <a:pt x="219" y="145"/>
                    </a:cubicBezTo>
                    <a:cubicBezTo>
                      <a:pt x="219" y="145"/>
                      <a:pt x="219" y="145"/>
                      <a:pt x="219" y="145"/>
                    </a:cubicBezTo>
                    <a:cubicBezTo>
                      <a:pt x="219" y="145"/>
                      <a:pt x="219" y="145"/>
                      <a:pt x="219" y="145"/>
                    </a:cubicBezTo>
                    <a:cubicBezTo>
                      <a:pt x="217" y="145"/>
                      <a:pt x="216" y="146"/>
                      <a:pt x="214" y="146"/>
                    </a:cubicBezTo>
                    <a:cubicBezTo>
                      <a:pt x="211" y="148"/>
                      <a:pt x="208" y="149"/>
                      <a:pt x="205" y="150"/>
                    </a:cubicBezTo>
                    <a:cubicBezTo>
                      <a:pt x="199" y="152"/>
                      <a:pt x="193" y="154"/>
                      <a:pt x="187" y="156"/>
                    </a:cubicBezTo>
                    <a:cubicBezTo>
                      <a:pt x="185" y="148"/>
                      <a:pt x="185" y="140"/>
                      <a:pt x="177" y="135"/>
                    </a:cubicBezTo>
                    <a:cubicBezTo>
                      <a:pt x="177" y="135"/>
                      <a:pt x="177" y="135"/>
                      <a:pt x="177" y="135"/>
                    </a:cubicBezTo>
                    <a:moveTo>
                      <a:pt x="188" y="114"/>
                    </a:moveTo>
                    <a:cubicBezTo>
                      <a:pt x="188" y="114"/>
                      <a:pt x="188" y="114"/>
                      <a:pt x="188" y="114"/>
                    </a:cubicBezTo>
                    <a:cubicBezTo>
                      <a:pt x="188" y="114"/>
                      <a:pt x="188" y="114"/>
                      <a:pt x="188" y="114"/>
                    </a:cubicBezTo>
                    <a:cubicBezTo>
                      <a:pt x="191" y="114"/>
                      <a:pt x="194" y="114"/>
                      <a:pt x="198" y="117"/>
                    </a:cubicBezTo>
                    <a:cubicBezTo>
                      <a:pt x="198" y="117"/>
                      <a:pt x="198" y="117"/>
                      <a:pt x="198" y="117"/>
                    </a:cubicBezTo>
                    <a:cubicBezTo>
                      <a:pt x="198" y="117"/>
                      <a:pt x="198" y="117"/>
                      <a:pt x="198" y="117"/>
                    </a:cubicBezTo>
                    <a:cubicBezTo>
                      <a:pt x="198" y="117"/>
                      <a:pt x="198" y="117"/>
                      <a:pt x="198" y="117"/>
                    </a:cubicBezTo>
                    <a:cubicBezTo>
                      <a:pt x="198" y="117"/>
                      <a:pt x="198" y="117"/>
                      <a:pt x="198" y="117"/>
                    </a:cubicBezTo>
                    <a:cubicBezTo>
                      <a:pt x="198" y="117"/>
                      <a:pt x="198" y="117"/>
                      <a:pt x="198" y="117"/>
                    </a:cubicBezTo>
                    <a:cubicBezTo>
                      <a:pt x="198" y="117"/>
                      <a:pt x="198" y="117"/>
                      <a:pt x="198" y="117"/>
                    </a:cubicBezTo>
                    <a:cubicBezTo>
                      <a:pt x="198" y="117"/>
                      <a:pt x="198" y="117"/>
                      <a:pt x="198" y="117"/>
                    </a:cubicBezTo>
                    <a:cubicBezTo>
                      <a:pt x="198" y="117"/>
                      <a:pt x="198" y="117"/>
                      <a:pt x="198" y="117"/>
                    </a:cubicBezTo>
                    <a:cubicBezTo>
                      <a:pt x="195" y="121"/>
                      <a:pt x="192" y="122"/>
                      <a:pt x="188" y="124"/>
                    </a:cubicBezTo>
                    <a:cubicBezTo>
                      <a:pt x="176" y="132"/>
                      <a:pt x="163" y="137"/>
                      <a:pt x="150" y="142"/>
                    </a:cubicBezTo>
                    <a:cubicBezTo>
                      <a:pt x="144" y="143"/>
                      <a:pt x="139" y="145"/>
                      <a:pt x="133" y="146"/>
                    </a:cubicBezTo>
                    <a:cubicBezTo>
                      <a:pt x="125" y="148"/>
                      <a:pt x="118" y="149"/>
                      <a:pt x="110" y="151"/>
                    </a:cubicBezTo>
                    <a:cubicBezTo>
                      <a:pt x="102" y="152"/>
                      <a:pt x="94" y="154"/>
                      <a:pt x="86" y="155"/>
                    </a:cubicBezTo>
                    <a:cubicBezTo>
                      <a:pt x="76" y="156"/>
                      <a:pt x="67" y="158"/>
                      <a:pt x="58" y="159"/>
                    </a:cubicBezTo>
                    <a:cubicBezTo>
                      <a:pt x="58" y="159"/>
                      <a:pt x="58" y="159"/>
                      <a:pt x="58" y="159"/>
                    </a:cubicBezTo>
                    <a:cubicBezTo>
                      <a:pt x="58" y="159"/>
                      <a:pt x="58" y="159"/>
                      <a:pt x="57" y="159"/>
                    </a:cubicBezTo>
                    <a:cubicBezTo>
                      <a:pt x="57" y="159"/>
                      <a:pt x="57" y="159"/>
                      <a:pt x="57" y="159"/>
                    </a:cubicBezTo>
                    <a:cubicBezTo>
                      <a:pt x="57" y="159"/>
                      <a:pt x="57" y="159"/>
                      <a:pt x="57" y="159"/>
                    </a:cubicBezTo>
                    <a:cubicBezTo>
                      <a:pt x="49" y="160"/>
                      <a:pt x="41" y="160"/>
                      <a:pt x="33" y="160"/>
                    </a:cubicBezTo>
                    <a:cubicBezTo>
                      <a:pt x="33" y="160"/>
                      <a:pt x="33" y="160"/>
                      <a:pt x="33" y="160"/>
                    </a:cubicBezTo>
                    <a:cubicBezTo>
                      <a:pt x="33" y="160"/>
                      <a:pt x="33" y="160"/>
                      <a:pt x="33" y="160"/>
                    </a:cubicBezTo>
                    <a:cubicBezTo>
                      <a:pt x="33" y="160"/>
                      <a:pt x="33" y="160"/>
                      <a:pt x="33" y="160"/>
                    </a:cubicBezTo>
                    <a:cubicBezTo>
                      <a:pt x="33" y="160"/>
                      <a:pt x="33" y="160"/>
                      <a:pt x="33" y="160"/>
                    </a:cubicBezTo>
                    <a:cubicBezTo>
                      <a:pt x="28" y="160"/>
                      <a:pt x="22" y="160"/>
                      <a:pt x="17" y="159"/>
                    </a:cubicBezTo>
                    <a:cubicBezTo>
                      <a:pt x="17" y="159"/>
                      <a:pt x="17" y="159"/>
                      <a:pt x="17" y="159"/>
                    </a:cubicBezTo>
                    <a:cubicBezTo>
                      <a:pt x="14" y="159"/>
                      <a:pt x="11" y="158"/>
                      <a:pt x="7" y="157"/>
                    </a:cubicBezTo>
                    <a:cubicBezTo>
                      <a:pt x="5" y="157"/>
                      <a:pt x="4" y="155"/>
                      <a:pt x="4" y="154"/>
                    </a:cubicBezTo>
                    <a:cubicBezTo>
                      <a:pt x="4" y="153"/>
                      <a:pt x="4" y="152"/>
                      <a:pt x="5" y="150"/>
                    </a:cubicBezTo>
                    <a:cubicBezTo>
                      <a:pt x="6" y="148"/>
                      <a:pt x="8" y="146"/>
                      <a:pt x="10" y="144"/>
                    </a:cubicBezTo>
                    <a:cubicBezTo>
                      <a:pt x="13" y="140"/>
                      <a:pt x="17" y="136"/>
                      <a:pt x="21" y="132"/>
                    </a:cubicBezTo>
                    <a:cubicBezTo>
                      <a:pt x="22" y="131"/>
                      <a:pt x="23" y="131"/>
                      <a:pt x="24" y="130"/>
                    </a:cubicBezTo>
                    <a:cubicBezTo>
                      <a:pt x="25" y="131"/>
                      <a:pt x="26" y="131"/>
                      <a:pt x="26" y="131"/>
                    </a:cubicBezTo>
                    <a:cubicBezTo>
                      <a:pt x="29" y="138"/>
                      <a:pt x="36" y="140"/>
                      <a:pt x="42" y="141"/>
                    </a:cubicBezTo>
                    <a:cubicBezTo>
                      <a:pt x="48" y="142"/>
                      <a:pt x="54" y="143"/>
                      <a:pt x="60" y="143"/>
                    </a:cubicBezTo>
                    <a:cubicBezTo>
                      <a:pt x="60" y="143"/>
                      <a:pt x="60" y="143"/>
                      <a:pt x="60" y="143"/>
                    </a:cubicBezTo>
                    <a:cubicBezTo>
                      <a:pt x="60" y="143"/>
                      <a:pt x="60" y="143"/>
                      <a:pt x="60" y="143"/>
                    </a:cubicBezTo>
                    <a:cubicBezTo>
                      <a:pt x="66" y="143"/>
                      <a:pt x="72" y="142"/>
                      <a:pt x="78" y="141"/>
                    </a:cubicBezTo>
                    <a:cubicBezTo>
                      <a:pt x="78" y="141"/>
                      <a:pt x="78" y="141"/>
                      <a:pt x="79" y="141"/>
                    </a:cubicBezTo>
                    <a:cubicBezTo>
                      <a:pt x="79" y="141"/>
                      <a:pt x="79" y="141"/>
                      <a:pt x="79" y="141"/>
                    </a:cubicBezTo>
                    <a:cubicBezTo>
                      <a:pt x="79" y="141"/>
                      <a:pt x="79" y="141"/>
                      <a:pt x="79" y="141"/>
                    </a:cubicBezTo>
                    <a:cubicBezTo>
                      <a:pt x="89" y="139"/>
                      <a:pt x="98" y="138"/>
                      <a:pt x="108" y="136"/>
                    </a:cubicBezTo>
                    <a:cubicBezTo>
                      <a:pt x="115" y="134"/>
                      <a:pt x="122" y="132"/>
                      <a:pt x="128" y="130"/>
                    </a:cubicBezTo>
                    <a:cubicBezTo>
                      <a:pt x="135" y="128"/>
                      <a:pt x="142" y="126"/>
                      <a:pt x="149" y="124"/>
                    </a:cubicBezTo>
                    <a:cubicBezTo>
                      <a:pt x="160" y="120"/>
                      <a:pt x="171" y="117"/>
                      <a:pt x="182" y="114"/>
                    </a:cubicBezTo>
                    <a:cubicBezTo>
                      <a:pt x="182" y="114"/>
                      <a:pt x="182" y="114"/>
                      <a:pt x="182" y="114"/>
                    </a:cubicBezTo>
                    <a:cubicBezTo>
                      <a:pt x="184" y="114"/>
                      <a:pt x="186" y="114"/>
                      <a:pt x="188" y="114"/>
                    </a:cubicBezTo>
                    <a:cubicBezTo>
                      <a:pt x="188" y="114"/>
                      <a:pt x="188" y="114"/>
                      <a:pt x="188" y="114"/>
                    </a:cubicBezTo>
                    <a:cubicBezTo>
                      <a:pt x="188" y="114"/>
                      <a:pt x="188" y="114"/>
                      <a:pt x="188" y="114"/>
                    </a:cubicBezTo>
                    <a:moveTo>
                      <a:pt x="141" y="3"/>
                    </a:moveTo>
                    <a:cubicBezTo>
                      <a:pt x="141" y="3"/>
                      <a:pt x="141" y="3"/>
                      <a:pt x="141" y="3"/>
                    </a:cubicBezTo>
                    <a:cubicBezTo>
                      <a:pt x="141" y="3"/>
                      <a:pt x="141" y="3"/>
                      <a:pt x="141" y="3"/>
                    </a:cubicBezTo>
                    <a:cubicBezTo>
                      <a:pt x="141" y="3"/>
                      <a:pt x="142" y="3"/>
                      <a:pt x="142" y="3"/>
                    </a:cubicBezTo>
                    <a:cubicBezTo>
                      <a:pt x="142" y="3"/>
                      <a:pt x="143" y="3"/>
                      <a:pt x="143" y="3"/>
                    </a:cubicBezTo>
                    <a:cubicBezTo>
                      <a:pt x="143" y="3"/>
                      <a:pt x="143" y="3"/>
                      <a:pt x="143" y="3"/>
                    </a:cubicBezTo>
                    <a:cubicBezTo>
                      <a:pt x="147" y="3"/>
                      <a:pt x="151" y="4"/>
                      <a:pt x="156" y="5"/>
                    </a:cubicBezTo>
                    <a:cubicBezTo>
                      <a:pt x="162" y="7"/>
                      <a:pt x="168" y="8"/>
                      <a:pt x="175" y="11"/>
                    </a:cubicBezTo>
                    <a:cubicBezTo>
                      <a:pt x="181" y="13"/>
                      <a:pt x="186" y="16"/>
                      <a:pt x="191" y="20"/>
                    </a:cubicBezTo>
                    <a:cubicBezTo>
                      <a:pt x="199" y="27"/>
                      <a:pt x="206" y="35"/>
                      <a:pt x="212" y="44"/>
                    </a:cubicBezTo>
                    <a:cubicBezTo>
                      <a:pt x="217" y="52"/>
                      <a:pt x="221" y="61"/>
                      <a:pt x="224" y="70"/>
                    </a:cubicBezTo>
                    <a:cubicBezTo>
                      <a:pt x="229" y="85"/>
                      <a:pt x="234" y="101"/>
                      <a:pt x="238" y="117"/>
                    </a:cubicBezTo>
                    <a:cubicBezTo>
                      <a:pt x="241" y="124"/>
                      <a:pt x="242" y="132"/>
                      <a:pt x="244" y="140"/>
                    </a:cubicBezTo>
                    <a:cubicBezTo>
                      <a:pt x="244" y="140"/>
                      <a:pt x="244" y="140"/>
                      <a:pt x="244" y="140"/>
                    </a:cubicBezTo>
                    <a:cubicBezTo>
                      <a:pt x="244" y="140"/>
                      <a:pt x="244" y="140"/>
                      <a:pt x="244" y="140"/>
                    </a:cubicBezTo>
                    <a:cubicBezTo>
                      <a:pt x="244" y="140"/>
                      <a:pt x="244" y="140"/>
                      <a:pt x="244" y="140"/>
                    </a:cubicBezTo>
                    <a:cubicBezTo>
                      <a:pt x="244" y="140"/>
                      <a:pt x="244" y="140"/>
                      <a:pt x="244" y="140"/>
                    </a:cubicBezTo>
                    <a:cubicBezTo>
                      <a:pt x="244" y="140"/>
                      <a:pt x="244" y="140"/>
                      <a:pt x="244" y="140"/>
                    </a:cubicBezTo>
                    <a:cubicBezTo>
                      <a:pt x="244" y="140"/>
                      <a:pt x="244" y="140"/>
                      <a:pt x="244" y="140"/>
                    </a:cubicBezTo>
                    <a:cubicBezTo>
                      <a:pt x="243" y="140"/>
                      <a:pt x="242" y="140"/>
                      <a:pt x="240" y="140"/>
                    </a:cubicBezTo>
                    <a:cubicBezTo>
                      <a:pt x="240" y="140"/>
                      <a:pt x="240" y="140"/>
                      <a:pt x="240" y="140"/>
                    </a:cubicBezTo>
                    <a:cubicBezTo>
                      <a:pt x="240" y="140"/>
                      <a:pt x="240" y="140"/>
                      <a:pt x="240" y="140"/>
                    </a:cubicBezTo>
                    <a:cubicBezTo>
                      <a:pt x="240" y="140"/>
                      <a:pt x="240" y="140"/>
                      <a:pt x="240" y="140"/>
                    </a:cubicBezTo>
                    <a:cubicBezTo>
                      <a:pt x="240" y="140"/>
                      <a:pt x="240" y="140"/>
                      <a:pt x="240" y="140"/>
                    </a:cubicBezTo>
                    <a:cubicBezTo>
                      <a:pt x="235" y="140"/>
                      <a:pt x="230" y="138"/>
                      <a:pt x="225" y="135"/>
                    </a:cubicBezTo>
                    <a:cubicBezTo>
                      <a:pt x="225" y="135"/>
                      <a:pt x="225" y="135"/>
                      <a:pt x="225" y="135"/>
                    </a:cubicBezTo>
                    <a:cubicBezTo>
                      <a:pt x="223" y="134"/>
                      <a:pt x="221" y="131"/>
                      <a:pt x="219" y="129"/>
                    </a:cubicBezTo>
                    <a:cubicBezTo>
                      <a:pt x="217" y="126"/>
                      <a:pt x="215" y="123"/>
                      <a:pt x="213" y="119"/>
                    </a:cubicBezTo>
                    <a:cubicBezTo>
                      <a:pt x="212" y="118"/>
                      <a:pt x="210" y="117"/>
                      <a:pt x="207" y="117"/>
                    </a:cubicBezTo>
                    <a:cubicBezTo>
                      <a:pt x="205" y="117"/>
                      <a:pt x="203" y="116"/>
                      <a:pt x="201" y="115"/>
                    </a:cubicBezTo>
                    <a:cubicBezTo>
                      <a:pt x="201" y="115"/>
                      <a:pt x="201" y="115"/>
                      <a:pt x="201" y="115"/>
                    </a:cubicBezTo>
                    <a:cubicBezTo>
                      <a:pt x="201" y="115"/>
                      <a:pt x="201" y="115"/>
                      <a:pt x="201" y="115"/>
                    </a:cubicBezTo>
                    <a:cubicBezTo>
                      <a:pt x="201" y="115"/>
                      <a:pt x="201" y="115"/>
                      <a:pt x="201" y="115"/>
                    </a:cubicBezTo>
                    <a:cubicBezTo>
                      <a:pt x="196" y="112"/>
                      <a:pt x="192" y="111"/>
                      <a:pt x="187" y="111"/>
                    </a:cubicBezTo>
                    <a:cubicBezTo>
                      <a:pt x="187" y="111"/>
                      <a:pt x="187" y="111"/>
                      <a:pt x="187" y="111"/>
                    </a:cubicBezTo>
                    <a:cubicBezTo>
                      <a:pt x="187" y="111"/>
                      <a:pt x="187" y="111"/>
                      <a:pt x="187" y="111"/>
                    </a:cubicBezTo>
                    <a:cubicBezTo>
                      <a:pt x="184" y="111"/>
                      <a:pt x="181" y="111"/>
                      <a:pt x="178" y="112"/>
                    </a:cubicBezTo>
                    <a:cubicBezTo>
                      <a:pt x="178" y="112"/>
                      <a:pt x="178" y="112"/>
                      <a:pt x="178" y="112"/>
                    </a:cubicBezTo>
                    <a:cubicBezTo>
                      <a:pt x="178" y="112"/>
                      <a:pt x="178" y="112"/>
                      <a:pt x="178" y="112"/>
                    </a:cubicBezTo>
                    <a:cubicBezTo>
                      <a:pt x="168" y="115"/>
                      <a:pt x="158" y="118"/>
                      <a:pt x="148" y="121"/>
                    </a:cubicBezTo>
                    <a:cubicBezTo>
                      <a:pt x="133" y="125"/>
                      <a:pt x="118" y="130"/>
                      <a:pt x="104" y="133"/>
                    </a:cubicBezTo>
                    <a:cubicBezTo>
                      <a:pt x="94" y="136"/>
                      <a:pt x="85" y="138"/>
                      <a:pt x="75" y="138"/>
                    </a:cubicBezTo>
                    <a:cubicBezTo>
                      <a:pt x="75" y="138"/>
                      <a:pt x="75" y="138"/>
                      <a:pt x="75" y="138"/>
                    </a:cubicBezTo>
                    <a:cubicBezTo>
                      <a:pt x="75" y="138"/>
                      <a:pt x="75" y="138"/>
                      <a:pt x="75" y="138"/>
                    </a:cubicBezTo>
                    <a:cubicBezTo>
                      <a:pt x="74" y="138"/>
                      <a:pt x="74" y="138"/>
                      <a:pt x="74" y="138"/>
                    </a:cubicBezTo>
                    <a:cubicBezTo>
                      <a:pt x="71" y="138"/>
                      <a:pt x="69" y="139"/>
                      <a:pt x="67" y="139"/>
                    </a:cubicBezTo>
                    <a:cubicBezTo>
                      <a:pt x="64" y="139"/>
                      <a:pt x="60" y="140"/>
                      <a:pt x="57" y="140"/>
                    </a:cubicBezTo>
                    <a:cubicBezTo>
                      <a:pt x="57" y="140"/>
                      <a:pt x="57" y="140"/>
                      <a:pt x="57" y="140"/>
                    </a:cubicBezTo>
                    <a:cubicBezTo>
                      <a:pt x="57" y="140"/>
                      <a:pt x="57" y="140"/>
                      <a:pt x="57" y="140"/>
                    </a:cubicBezTo>
                    <a:cubicBezTo>
                      <a:pt x="57" y="140"/>
                      <a:pt x="57" y="140"/>
                      <a:pt x="57" y="140"/>
                    </a:cubicBezTo>
                    <a:cubicBezTo>
                      <a:pt x="57" y="140"/>
                      <a:pt x="57" y="140"/>
                      <a:pt x="57" y="140"/>
                    </a:cubicBezTo>
                    <a:cubicBezTo>
                      <a:pt x="57" y="140"/>
                      <a:pt x="56" y="140"/>
                      <a:pt x="56" y="140"/>
                    </a:cubicBezTo>
                    <a:cubicBezTo>
                      <a:pt x="56" y="140"/>
                      <a:pt x="56" y="140"/>
                      <a:pt x="56" y="140"/>
                    </a:cubicBezTo>
                    <a:cubicBezTo>
                      <a:pt x="49" y="140"/>
                      <a:pt x="42" y="139"/>
                      <a:pt x="35" y="136"/>
                    </a:cubicBezTo>
                    <a:cubicBezTo>
                      <a:pt x="31" y="134"/>
                      <a:pt x="29" y="132"/>
                      <a:pt x="28" y="128"/>
                    </a:cubicBezTo>
                    <a:cubicBezTo>
                      <a:pt x="28" y="126"/>
                      <a:pt x="28" y="124"/>
                      <a:pt x="26" y="123"/>
                    </a:cubicBezTo>
                    <a:cubicBezTo>
                      <a:pt x="26" y="123"/>
                      <a:pt x="25" y="122"/>
                      <a:pt x="25" y="122"/>
                    </a:cubicBezTo>
                    <a:cubicBezTo>
                      <a:pt x="25" y="122"/>
                      <a:pt x="25" y="122"/>
                      <a:pt x="25" y="122"/>
                    </a:cubicBezTo>
                    <a:cubicBezTo>
                      <a:pt x="25" y="121"/>
                      <a:pt x="25" y="121"/>
                      <a:pt x="25" y="121"/>
                    </a:cubicBezTo>
                    <a:cubicBezTo>
                      <a:pt x="25" y="118"/>
                      <a:pt x="25" y="116"/>
                      <a:pt x="25" y="113"/>
                    </a:cubicBezTo>
                    <a:cubicBezTo>
                      <a:pt x="25" y="113"/>
                      <a:pt x="25" y="112"/>
                      <a:pt x="25" y="111"/>
                    </a:cubicBezTo>
                    <a:cubicBezTo>
                      <a:pt x="25" y="109"/>
                      <a:pt x="25" y="107"/>
                      <a:pt x="25" y="105"/>
                    </a:cubicBezTo>
                    <a:cubicBezTo>
                      <a:pt x="25" y="103"/>
                      <a:pt x="25" y="101"/>
                      <a:pt x="25" y="99"/>
                    </a:cubicBezTo>
                    <a:cubicBezTo>
                      <a:pt x="25" y="98"/>
                      <a:pt x="25" y="98"/>
                      <a:pt x="25" y="97"/>
                    </a:cubicBezTo>
                    <a:cubicBezTo>
                      <a:pt x="25" y="95"/>
                      <a:pt x="26" y="92"/>
                      <a:pt x="26" y="90"/>
                    </a:cubicBezTo>
                    <a:cubicBezTo>
                      <a:pt x="27" y="85"/>
                      <a:pt x="28" y="80"/>
                      <a:pt x="29" y="75"/>
                    </a:cubicBezTo>
                    <a:cubicBezTo>
                      <a:pt x="32" y="66"/>
                      <a:pt x="35" y="57"/>
                      <a:pt x="40" y="49"/>
                    </a:cubicBezTo>
                    <a:cubicBezTo>
                      <a:pt x="46" y="38"/>
                      <a:pt x="55" y="29"/>
                      <a:pt x="65" y="23"/>
                    </a:cubicBezTo>
                    <a:cubicBezTo>
                      <a:pt x="75" y="17"/>
                      <a:pt x="85" y="13"/>
                      <a:pt x="96" y="9"/>
                    </a:cubicBezTo>
                    <a:cubicBezTo>
                      <a:pt x="96" y="9"/>
                      <a:pt x="96" y="9"/>
                      <a:pt x="96" y="9"/>
                    </a:cubicBezTo>
                    <a:cubicBezTo>
                      <a:pt x="96" y="9"/>
                      <a:pt x="96" y="9"/>
                      <a:pt x="96" y="9"/>
                    </a:cubicBezTo>
                    <a:cubicBezTo>
                      <a:pt x="96" y="9"/>
                      <a:pt x="97" y="9"/>
                      <a:pt x="97" y="9"/>
                    </a:cubicBezTo>
                    <a:cubicBezTo>
                      <a:pt x="97" y="9"/>
                      <a:pt x="97" y="9"/>
                      <a:pt x="97" y="9"/>
                    </a:cubicBezTo>
                    <a:cubicBezTo>
                      <a:pt x="97" y="9"/>
                      <a:pt x="97" y="9"/>
                      <a:pt x="97" y="9"/>
                    </a:cubicBezTo>
                    <a:cubicBezTo>
                      <a:pt x="97" y="9"/>
                      <a:pt x="98" y="9"/>
                      <a:pt x="98" y="9"/>
                    </a:cubicBezTo>
                    <a:cubicBezTo>
                      <a:pt x="98" y="9"/>
                      <a:pt x="98" y="9"/>
                      <a:pt x="98" y="9"/>
                    </a:cubicBezTo>
                    <a:cubicBezTo>
                      <a:pt x="107" y="6"/>
                      <a:pt x="117" y="4"/>
                      <a:pt x="127" y="4"/>
                    </a:cubicBezTo>
                    <a:cubicBezTo>
                      <a:pt x="127" y="4"/>
                      <a:pt x="127" y="4"/>
                      <a:pt x="127" y="4"/>
                    </a:cubicBezTo>
                    <a:cubicBezTo>
                      <a:pt x="127" y="4"/>
                      <a:pt x="127" y="4"/>
                      <a:pt x="127" y="4"/>
                    </a:cubicBezTo>
                    <a:cubicBezTo>
                      <a:pt x="127" y="4"/>
                      <a:pt x="127" y="4"/>
                      <a:pt x="127" y="4"/>
                    </a:cubicBezTo>
                    <a:cubicBezTo>
                      <a:pt x="127" y="4"/>
                      <a:pt x="127" y="4"/>
                      <a:pt x="127" y="4"/>
                    </a:cubicBezTo>
                    <a:cubicBezTo>
                      <a:pt x="127" y="4"/>
                      <a:pt x="127" y="4"/>
                      <a:pt x="127" y="4"/>
                    </a:cubicBezTo>
                    <a:cubicBezTo>
                      <a:pt x="127" y="4"/>
                      <a:pt x="127" y="4"/>
                      <a:pt x="127" y="4"/>
                    </a:cubicBezTo>
                    <a:cubicBezTo>
                      <a:pt x="127" y="4"/>
                      <a:pt x="127" y="4"/>
                      <a:pt x="127" y="4"/>
                    </a:cubicBezTo>
                    <a:cubicBezTo>
                      <a:pt x="127" y="4"/>
                      <a:pt x="127" y="4"/>
                      <a:pt x="127" y="4"/>
                    </a:cubicBezTo>
                    <a:cubicBezTo>
                      <a:pt x="127" y="4"/>
                      <a:pt x="127" y="4"/>
                      <a:pt x="127" y="4"/>
                    </a:cubicBezTo>
                    <a:cubicBezTo>
                      <a:pt x="130" y="4"/>
                      <a:pt x="132" y="4"/>
                      <a:pt x="134" y="4"/>
                    </a:cubicBezTo>
                    <a:cubicBezTo>
                      <a:pt x="134" y="4"/>
                      <a:pt x="134" y="4"/>
                      <a:pt x="134" y="4"/>
                    </a:cubicBezTo>
                    <a:cubicBezTo>
                      <a:pt x="134" y="4"/>
                      <a:pt x="135" y="4"/>
                      <a:pt x="135" y="4"/>
                    </a:cubicBezTo>
                    <a:cubicBezTo>
                      <a:pt x="135" y="4"/>
                      <a:pt x="135" y="4"/>
                      <a:pt x="135" y="4"/>
                    </a:cubicBezTo>
                    <a:cubicBezTo>
                      <a:pt x="135" y="4"/>
                      <a:pt x="135" y="4"/>
                      <a:pt x="135" y="4"/>
                    </a:cubicBezTo>
                    <a:cubicBezTo>
                      <a:pt x="137" y="3"/>
                      <a:pt x="139" y="3"/>
                      <a:pt x="141" y="3"/>
                    </a:cubicBezTo>
                    <a:cubicBezTo>
                      <a:pt x="141" y="3"/>
                      <a:pt x="141" y="3"/>
                      <a:pt x="141" y="3"/>
                    </a:cubicBezTo>
                    <a:cubicBezTo>
                      <a:pt x="141" y="3"/>
                      <a:pt x="141" y="3"/>
                      <a:pt x="141" y="3"/>
                    </a:cubicBezTo>
                    <a:moveTo>
                      <a:pt x="134" y="0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126" y="0"/>
                      <a:pt x="118" y="0"/>
                      <a:pt x="109" y="2"/>
                    </a:cubicBezTo>
                    <a:cubicBezTo>
                      <a:pt x="109" y="2"/>
                      <a:pt x="109" y="2"/>
                      <a:pt x="109" y="2"/>
                    </a:cubicBezTo>
                    <a:cubicBezTo>
                      <a:pt x="94" y="6"/>
                      <a:pt x="80" y="11"/>
                      <a:pt x="67" y="18"/>
                    </a:cubicBezTo>
                    <a:cubicBezTo>
                      <a:pt x="55" y="24"/>
                      <a:pt x="46" y="32"/>
                      <a:pt x="38" y="43"/>
                    </a:cubicBezTo>
                    <a:cubicBezTo>
                      <a:pt x="34" y="50"/>
                      <a:pt x="31" y="57"/>
                      <a:pt x="29" y="64"/>
                    </a:cubicBezTo>
                    <a:cubicBezTo>
                      <a:pt x="25" y="74"/>
                      <a:pt x="22" y="84"/>
                      <a:pt x="22" y="95"/>
                    </a:cubicBezTo>
                    <a:cubicBezTo>
                      <a:pt x="22" y="96"/>
                      <a:pt x="22" y="96"/>
                      <a:pt x="22" y="97"/>
                    </a:cubicBezTo>
                    <a:cubicBezTo>
                      <a:pt x="22" y="97"/>
                      <a:pt x="22" y="98"/>
                      <a:pt x="22" y="98"/>
                    </a:cubicBezTo>
                    <a:cubicBezTo>
                      <a:pt x="22" y="99"/>
                      <a:pt x="22" y="100"/>
                      <a:pt x="22" y="100"/>
                    </a:cubicBezTo>
                    <a:cubicBezTo>
                      <a:pt x="21" y="104"/>
                      <a:pt x="21" y="108"/>
                      <a:pt x="21" y="112"/>
                    </a:cubicBezTo>
                    <a:cubicBezTo>
                      <a:pt x="21" y="116"/>
                      <a:pt x="21" y="120"/>
                      <a:pt x="21" y="123"/>
                    </a:cubicBezTo>
                    <a:cubicBezTo>
                      <a:pt x="22" y="124"/>
                      <a:pt x="22" y="124"/>
                      <a:pt x="22" y="125"/>
                    </a:cubicBezTo>
                    <a:cubicBezTo>
                      <a:pt x="22" y="126"/>
                      <a:pt x="21" y="127"/>
                      <a:pt x="20" y="129"/>
                    </a:cubicBezTo>
                    <a:cubicBezTo>
                      <a:pt x="16" y="132"/>
                      <a:pt x="13" y="135"/>
                      <a:pt x="9" y="138"/>
                    </a:cubicBezTo>
                    <a:cubicBezTo>
                      <a:pt x="6" y="142"/>
                      <a:pt x="3" y="146"/>
                      <a:pt x="1" y="151"/>
                    </a:cubicBezTo>
                    <a:cubicBezTo>
                      <a:pt x="0" y="152"/>
                      <a:pt x="0" y="153"/>
                      <a:pt x="0" y="154"/>
                    </a:cubicBezTo>
                    <a:cubicBezTo>
                      <a:pt x="0" y="154"/>
                      <a:pt x="0" y="154"/>
                      <a:pt x="0" y="155"/>
                    </a:cubicBezTo>
                    <a:cubicBezTo>
                      <a:pt x="1" y="158"/>
                      <a:pt x="4" y="160"/>
                      <a:pt x="7" y="161"/>
                    </a:cubicBezTo>
                    <a:cubicBezTo>
                      <a:pt x="7" y="161"/>
                      <a:pt x="7" y="161"/>
                      <a:pt x="7" y="161"/>
                    </a:cubicBezTo>
                    <a:cubicBezTo>
                      <a:pt x="7" y="161"/>
                      <a:pt x="7" y="161"/>
                      <a:pt x="7" y="161"/>
                    </a:cubicBezTo>
                    <a:cubicBezTo>
                      <a:pt x="7" y="161"/>
                      <a:pt x="7" y="161"/>
                      <a:pt x="7" y="161"/>
                    </a:cubicBezTo>
                    <a:cubicBezTo>
                      <a:pt x="11" y="162"/>
                      <a:pt x="16" y="163"/>
                      <a:pt x="20" y="163"/>
                    </a:cubicBezTo>
                    <a:cubicBezTo>
                      <a:pt x="20" y="163"/>
                      <a:pt x="20" y="163"/>
                      <a:pt x="20" y="163"/>
                    </a:cubicBezTo>
                    <a:cubicBezTo>
                      <a:pt x="20" y="163"/>
                      <a:pt x="20" y="163"/>
                      <a:pt x="20" y="163"/>
                    </a:cubicBezTo>
                    <a:cubicBezTo>
                      <a:pt x="20" y="163"/>
                      <a:pt x="20" y="163"/>
                      <a:pt x="20" y="163"/>
                    </a:cubicBezTo>
                    <a:cubicBezTo>
                      <a:pt x="20" y="163"/>
                      <a:pt x="21" y="163"/>
                      <a:pt x="21" y="163"/>
                    </a:cubicBezTo>
                    <a:cubicBezTo>
                      <a:pt x="21" y="163"/>
                      <a:pt x="21" y="163"/>
                      <a:pt x="21" y="163"/>
                    </a:cubicBezTo>
                    <a:cubicBezTo>
                      <a:pt x="21" y="163"/>
                      <a:pt x="22" y="163"/>
                      <a:pt x="22" y="163"/>
                    </a:cubicBezTo>
                    <a:cubicBezTo>
                      <a:pt x="26" y="163"/>
                      <a:pt x="30" y="163"/>
                      <a:pt x="35" y="163"/>
                    </a:cubicBezTo>
                    <a:cubicBezTo>
                      <a:pt x="35" y="163"/>
                      <a:pt x="35" y="163"/>
                      <a:pt x="35" y="163"/>
                    </a:cubicBezTo>
                    <a:cubicBezTo>
                      <a:pt x="35" y="163"/>
                      <a:pt x="35" y="163"/>
                      <a:pt x="35" y="163"/>
                    </a:cubicBezTo>
                    <a:cubicBezTo>
                      <a:pt x="35" y="163"/>
                      <a:pt x="35" y="163"/>
                      <a:pt x="35" y="163"/>
                    </a:cubicBezTo>
                    <a:cubicBezTo>
                      <a:pt x="36" y="163"/>
                      <a:pt x="38" y="163"/>
                      <a:pt x="40" y="163"/>
                    </a:cubicBezTo>
                    <a:cubicBezTo>
                      <a:pt x="42" y="163"/>
                      <a:pt x="44" y="163"/>
                      <a:pt x="46" y="163"/>
                    </a:cubicBezTo>
                    <a:cubicBezTo>
                      <a:pt x="47" y="163"/>
                      <a:pt x="49" y="164"/>
                      <a:pt x="50" y="164"/>
                    </a:cubicBezTo>
                    <a:cubicBezTo>
                      <a:pt x="50" y="164"/>
                      <a:pt x="50" y="164"/>
                      <a:pt x="50" y="164"/>
                    </a:cubicBezTo>
                    <a:cubicBezTo>
                      <a:pt x="50" y="164"/>
                      <a:pt x="50" y="164"/>
                      <a:pt x="50" y="164"/>
                    </a:cubicBezTo>
                    <a:cubicBezTo>
                      <a:pt x="49" y="171"/>
                      <a:pt x="48" y="177"/>
                      <a:pt x="48" y="184"/>
                    </a:cubicBezTo>
                    <a:cubicBezTo>
                      <a:pt x="43" y="186"/>
                      <a:pt x="38" y="188"/>
                      <a:pt x="33" y="192"/>
                    </a:cubicBezTo>
                    <a:cubicBezTo>
                      <a:pt x="29" y="195"/>
                      <a:pt x="29" y="200"/>
                      <a:pt x="29" y="204"/>
                    </a:cubicBezTo>
                    <a:cubicBezTo>
                      <a:pt x="28" y="204"/>
                      <a:pt x="28" y="205"/>
                      <a:pt x="28" y="206"/>
                    </a:cubicBezTo>
                    <a:cubicBezTo>
                      <a:pt x="28" y="208"/>
                      <a:pt x="29" y="210"/>
                      <a:pt x="29" y="213"/>
                    </a:cubicBezTo>
                    <a:cubicBezTo>
                      <a:pt x="29" y="213"/>
                      <a:pt x="29" y="214"/>
                      <a:pt x="29" y="215"/>
                    </a:cubicBezTo>
                    <a:cubicBezTo>
                      <a:pt x="29" y="218"/>
                      <a:pt x="29" y="222"/>
                      <a:pt x="29" y="225"/>
                    </a:cubicBezTo>
                    <a:cubicBezTo>
                      <a:pt x="29" y="226"/>
                      <a:pt x="29" y="227"/>
                      <a:pt x="29" y="229"/>
                    </a:cubicBezTo>
                    <a:cubicBezTo>
                      <a:pt x="30" y="239"/>
                      <a:pt x="34" y="249"/>
                      <a:pt x="40" y="258"/>
                    </a:cubicBezTo>
                    <a:cubicBezTo>
                      <a:pt x="41" y="260"/>
                      <a:pt x="42" y="260"/>
                      <a:pt x="44" y="261"/>
                    </a:cubicBezTo>
                    <a:cubicBezTo>
                      <a:pt x="48" y="261"/>
                      <a:pt x="52" y="262"/>
                      <a:pt x="56" y="263"/>
                    </a:cubicBezTo>
                    <a:cubicBezTo>
                      <a:pt x="57" y="266"/>
                      <a:pt x="58" y="268"/>
                      <a:pt x="59" y="271"/>
                    </a:cubicBezTo>
                    <a:cubicBezTo>
                      <a:pt x="64" y="283"/>
                      <a:pt x="69" y="295"/>
                      <a:pt x="75" y="306"/>
                    </a:cubicBezTo>
                    <a:cubicBezTo>
                      <a:pt x="78" y="314"/>
                      <a:pt x="83" y="320"/>
                      <a:pt x="91" y="322"/>
                    </a:cubicBezTo>
                    <a:cubicBezTo>
                      <a:pt x="92" y="329"/>
                      <a:pt x="92" y="336"/>
                      <a:pt x="96" y="342"/>
                    </a:cubicBezTo>
                    <a:cubicBezTo>
                      <a:pt x="99" y="346"/>
                      <a:pt x="101" y="350"/>
                      <a:pt x="104" y="354"/>
                    </a:cubicBezTo>
                    <a:cubicBezTo>
                      <a:pt x="111" y="365"/>
                      <a:pt x="122" y="373"/>
                      <a:pt x="132" y="381"/>
                    </a:cubicBezTo>
                    <a:cubicBezTo>
                      <a:pt x="142" y="389"/>
                      <a:pt x="154" y="396"/>
                      <a:pt x="165" y="402"/>
                    </a:cubicBezTo>
                    <a:cubicBezTo>
                      <a:pt x="169" y="404"/>
                      <a:pt x="173" y="406"/>
                      <a:pt x="177" y="408"/>
                    </a:cubicBezTo>
                    <a:cubicBezTo>
                      <a:pt x="177" y="408"/>
                      <a:pt x="178" y="408"/>
                      <a:pt x="178" y="408"/>
                    </a:cubicBezTo>
                    <a:cubicBezTo>
                      <a:pt x="178" y="408"/>
                      <a:pt x="179" y="408"/>
                      <a:pt x="180" y="408"/>
                    </a:cubicBezTo>
                    <a:cubicBezTo>
                      <a:pt x="180" y="408"/>
                      <a:pt x="180" y="408"/>
                      <a:pt x="180" y="408"/>
                    </a:cubicBezTo>
                    <a:cubicBezTo>
                      <a:pt x="180" y="408"/>
                      <a:pt x="180" y="408"/>
                      <a:pt x="180" y="408"/>
                    </a:cubicBezTo>
                    <a:cubicBezTo>
                      <a:pt x="180" y="408"/>
                      <a:pt x="180" y="408"/>
                      <a:pt x="180" y="408"/>
                    </a:cubicBezTo>
                    <a:cubicBezTo>
                      <a:pt x="181" y="408"/>
                      <a:pt x="181" y="408"/>
                      <a:pt x="181" y="408"/>
                    </a:cubicBezTo>
                    <a:cubicBezTo>
                      <a:pt x="181" y="408"/>
                      <a:pt x="182" y="408"/>
                      <a:pt x="182" y="408"/>
                    </a:cubicBezTo>
                    <a:cubicBezTo>
                      <a:pt x="182" y="408"/>
                      <a:pt x="182" y="408"/>
                      <a:pt x="182" y="408"/>
                    </a:cubicBezTo>
                    <a:cubicBezTo>
                      <a:pt x="182" y="408"/>
                      <a:pt x="183" y="408"/>
                      <a:pt x="183" y="407"/>
                    </a:cubicBezTo>
                    <a:cubicBezTo>
                      <a:pt x="183" y="406"/>
                      <a:pt x="183" y="406"/>
                      <a:pt x="183" y="405"/>
                    </a:cubicBezTo>
                    <a:cubicBezTo>
                      <a:pt x="177" y="405"/>
                      <a:pt x="172" y="403"/>
                      <a:pt x="167" y="400"/>
                    </a:cubicBezTo>
                    <a:cubicBezTo>
                      <a:pt x="154" y="392"/>
                      <a:pt x="141" y="385"/>
                      <a:pt x="130" y="375"/>
                    </a:cubicBezTo>
                    <a:cubicBezTo>
                      <a:pt x="121" y="368"/>
                      <a:pt x="112" y="360"/>
                      <a:pt x="104" y="350"/>
                    </a:cubicBezTo>
                    <a:cubicBezTo>
                      <a:pt x="102" y="347"/>
                      <a:pt x="100" y="344"/>
                      <a:pt x="98" y="340"/>
                    </a:cubicBezTo>
                    <a:cubicBezTo>
                      <a:pt x="98" y="339"/>
                      <a:pt x="98" y="337"/>
                      <a:pt x="97" y="336"/>
                    </a:cubicBezTo>
                    <a:cubicBezTo>
                      <a:pt x="95" y="333"/>
                      <a:pt x="95" y="330"/>
                      <a:pt x="95" y="328"/>
                    </a:cubicBezTo>
                    <a:cubicBezTo>
                      <a:pt x="95" y="326"/>
                      <a:pt x="95" y="325"/>
                      <a:pt x="95" y="324"/>
                    </a:cubicBezTo>
                    <a:cubicBezTo>
                      <a:pt x="95" y="324"/>
                      <a:pt x="95" y="324"/>
                      <a:pt x="95" y="324"/>
                    </a:cubicBezTo>
                    <a:cubicBezTo>
                      <a:pt x="95" y="324"/>
                      <a:pt x="95" y="324"/>
                      <a:pt x="95" y="324"/>
                    </a:cubicBezTo>
                    <a:cubicBezTo>
                      <a:pt x="95" y="324"/>
                      <a:pt x="95" y="324"/>
                      <a:pt x="95" y="324"/>
                    </a:cubicBezTo>
                    <a:cubicBezTo>
                      <a:pt x="96" y="324"/>
                      <a:pt x="96" y="324"/>
                      <a:pt x="96" y="324"/>
                    </a:cubicBezTo>
                    <a:cubicBezTo>
                      <a:pt x="96" y="324"/>
                      <a:pt x="96" y="324"/>
                      <a:pt x="96" y="324"/>
                    </a:cubicBezTo>
                    <a:cubicBezTo>
                      <a:pt x="96" y="324"/>
                      <a:pt x="96" y="324"/>
                      <a:pt x="96" y="324"/>
                    </a:cubicBezTo>
                    <a:cubicBezTo>
                      <a:pt x="96" y="324"/>
                      <a:pt x="96" y="324"/>
                      <a:pt x="96" y="324"/>
                    </a:cubicBezTo>
                    <a:cubicBezTo>
                      <a:pt x="96" y="324"/>
                      <a:pt x="96" y="324"/>
                      <a:pt x="96" y="324"/>
                    </a:cubicBezTo>
                    <a:cubicBezTo>
                      <a:pt x="96" y="324"/>
                      <a:pt x="97" y="324"/>
                      <a:pt x="97" y="325"/>
                    </a:cubicBezTo>
                    <a:cubicBezTo>
                      <a:pt x="97" y="325"/>
                      <a:pt x="98" y="325"/>
                      <a:pt x="98" y="325"/>
                    </a:cubicBezTo>
                    <a:cubicBezTo>
                      <a:pt x="103" y="327"/>
                      <a:pt x="108" y="328"/>
                      <a:pt x="114" y="328"/>
                    </a:cubicBezTo>
                    <a:cubicBezTo>
                      <a:pt x="114" y="328"/>
                      <a:pt x="114" y="328"/>
                      <a:pt x="114" y="328"/>
                    </a:cubicBezTo>
                    <a:cubicBezTo>
                      <a:pt x="114" y="328"/>
                      <a:pt x="114" y="328"/>
                      <a:pt x="114" y="328"/>
                    </a:cubicBezTo>
                    <a:cubicBezTo>
                      <a:pt x="114" y="328"/>
                      <a:pt x="114" y="328"/>
                      <a:pt x="114" y="328"/>
                    </a:cubicBezTo>
                    <a:cubicBezTo>
                      <a:pt x="117" y="328"/>
                      <a:pt x="119" y="328"/>
                      <a:pt x="122" y="327"/>
                    </a:cubicBezTo>
                    <a:cubicBezTo>
                      <a:pt x="122" y="327"/>
                      <a:pt x="122" y="327"/>
                      <a:pt x="123" y="327"/>
                    </a:cubicBezTo>
                    <a:cubicBezTo>
                      <a:pt x="123" y="327"/>
                      <a:pt x="123" y="327"/>
                      <a:pt x="123" y="327"/>
                    </a:cubicBezTo>
                    <a:cubicBezTo>
                      <a:pt x="123" y="327"/>
                      <a:pt x="123" y="327"/>
                      <a:pt x="123" y="327"/>
                    </a:cubicBezTo>
                    <a:cubicBezTo>
                      <a:pt x="123" y="327"/>
                      <a:pt x="123" y="327"/>
                      <a:pt x="123" y="327"/>
                    </a:cubicBezTo>
                    <a:cubicBezTo>
                      <a:pt x="130" y="326"/>
                      <a:pt x="136" y="324"/>
                      <a:pt x="143" y="320"/>
                    </a:cubicBezTo>
                    <a:cubicBezTo>
                      <a:pt x="148" y="317"/>
                      <a:pt x="154" y="315"/>
                      <a:pt x="160" y="312"/>
                    </a:cubicBezTo>
                    <a:cubicBezTo>
                      <a:pt x="166" y="309"/>
                      <a:pt x="171" y="304"/>
                      <a:pt x="175" y="299"/>
                    </a:cubicBezTo>
                    <a:cubicBezTo>
                      <a:pt x="184" y="289"/>
                      <a:pt x="192" y="278"/>
                      <a:pt x="199" y="266"/>
                    </a:cubicBezTo>
                    <a:cubicBezTo>
                      <a:pt x="201" y="262"/>
                      <a:pt x="202" y="257"/>
                      <a:pt x="203" y="252"/>
                    </a:cubicBezTo>
                    <a:cubicBezTo>
                      <a:pt x="203" y="252"/>
                      <a:pt x="203" y="252"/>
                      <a:pt x="203" y="252"/>
                    </a:cubicBezTo>
                    <a:cubicBezTo>
                      <a:pt x="198" y="259"/>
                      <a:pt x="194" y="266"/>
                      <a:pt x="190" y="273"/>
                    </a:cubicBezTo>
                    <a:cubicBezTo>
                      <a:pt x="185" y="281"/>
                      <a:pt x="178" y="289"/>
                      <a:pt x="172" y="297"/>
                    </a:cubicBezTo>
                    <a:cubicBezTo>
                      <a:pt x="168" y="302"/>
                      <a:pt x="162" y="306"/>
                      <a:pt x="156" y="309"/>
                    </a:cubicBezTo>
                    <a:cubicBezTo>
                      <a:pt x="150" y="312"/>
                      <a:pt x="143" y="316"/>
                      <a:pt x="137" y="319"/>
                    </a:cubicBezTo>
                    <a:cubicBezTo>
                      <a:pt x="133" y="321"/>
                      <a:pt x="130" y="322"/>
                      <a:pt x="126" y="323"/>
                    </a:cubicBezTo>
                    <a:cubicBezTo>
                      <a:pt x="126" y="323"/>
                      <a:pt x="126" y="323"/>
                      <a:pt x="126" y="323"/>
                    </a:cubicBezTo>
                    <a:cubicBezTo>
                      <a:pt x="125" y="323"/>
                      <a:pt x="125" y="323"/>
                      <a:pt x="125" y="323"/>
                    </a:cubicBezTo>
                    <a:cubicBezTo>
                      <a:pt x="125" y="323"/>
                      <a:pt x="125" y="323"/>
                      <a:pt x="125" y="323"/>
                    </a:cubicBezTo>
                    <a:cubicBezTo>
                      <a:pt x="121" y="324"/>
                      <a:pt x="117" y="325"/>
                      <a:pt x="113" y="325"/>
                    </a:cubicBezTo>
                    <a:cubicBezTo>
                      <a:pt x="113" y="325"/>
                      <a:pt x="113" y="325"/>
                      <a:pt x="113" y="325"/>
                    </a:cubicBezTo>
                    <a:cubicBezTo>
                      <a:pt x="113" y="325"/>
                      <a:pt x="113" y="325"/>
                      <a:pt x="113" y="325"/>
                    </a:cubicBezTo>
                    <a:cubicBezTo>
                      <a:pt x="113" y="325"/>
                      <a:pt x="113" y="325"/>
                      <a:pt x="113" y="325"/>
                    </a:cubicBezTo>
                    <a:cubicBezTo>
                      <a:pt x="108" y="325"/>
                      <a:pt x="102" y="324"/>
                      <a:pt x="97" y="321"/>
                    </a:cubicBezTo>
                    <a:cubicBezTo>
                      <a:pt x="97" y="321"/>
                      <a:pt x="97" y="321"/>
                      <a:pt x="97" y="321"/>
                    </a:cubicBezTo>
                    <a:cubicBezTo>
                      <a:pt x="97" y="321"/>
                      <a:pt x="97" y="321"/>
                      <a:pt x="97" y="321"/>
                    </a:cubicBezTo>
                    <a:cubicBezTo>
                      <a:pt x="97" y="321"/>
                      <a:pt x="97" y="321"/>
                      <a:pt x="97" y="321"/>
                    </a:cubicBezTo>
                    <a:cubicBezTo>
                      <a:pt x="97" y="321"/>
                      <a:pt x="97" y="321"/>
                      <a:pt x="97" y="321"/>
                    </a:cubicBezTo>
                    <a:cubicBezTo>
                      <a:pt x="95" y="320"/>
                      <a:pt x="93" y="319"/>
                      <a:pt x="91" y="319"/>
                    </a:cubicBezTo>
                    <a:cubicBezTo>
                      <a:pt x="87" y="318"/>
                      <a:pt x="85" y="315"/>
                      <a:pt x="82" y="312"/>
                    </a:cubicBezTo>
                    <a:cubicBezTo>
                      <a:pt x="80" y="309"/>
                      <a:pt x="78" y="306"/>
                      <a:pt x="77" y="303"/>
                    </a:cubicBezTo>
                    <a:cubicBezTo>
                      <a:pt x="72" y="294"/>
                      <a:pt x="68" y="284"/>
                      <a:pt x="64" y="275"/>
                    </a:cubicBezTo>
                    <a:cubicBezTo>
                      <a:pt x="62" y="271"/>
                      <a:pt x="60" y="266"/>
                      <a:pt x="59" y="262"/>
                    </a:cubicBezTo>
                    <a:cubicBezTo>
                      <a:pt x="59" y="262"/>
                      <a:pt x="59" y="262"/>
                      <a:pt x="59" y="262"/>
                    </a:cubicBezTo>
                    <a:cubicBezTo>
                      <a:pt x="60" y="262"/>
                      <a:pt x="60" y="262"/>
                      <a:pt x="60" y="261"/>
                    </a:cubicBezTo>
                    <a:cubicBezTo>
                      <a:pt x="69" y="259"/>
                      <a:pt x="76" y="253"/>
                      <a:pt x="83" y="248"/>
                    </a:cubicBezTo>
                    <a:cubicBezTo>
                      <a:pt x="83" y="248"/>
                      <a:pt x="83" y="248"/>
                      <a:pt x="83" y="248"/>
                    </a:cubicBezTo>
                    <a:cubicBezTo>
                      <a:pt x="83" y="248"/>
                      <a:pt x="83" y="248"/>
                      <a:pt x="84" y="248"/>
                    </a:cubicBezTo>
                    <a:cubicBezTo>
                      <a:pt x="84" y="248"/>
                      <a:pt x="84" y="248"/>
                      <a:pt x="84" y="248"/>
                    </a:cubicBezTo>
                    <a:cubicBezTo>
                      <a:pt x="84" y="248"/>
                      <a:pt x="84" y="248"/>
                      <a:pt x="84" y="248"/>
                    </a:cubicBezTo>
                    <a:cubicBezTo>
                      <a:pt x="86" y="247"/>
                      <a:pt x="88" y="246"/>
                      <a:pt x="91" y="246"/>
                    </a:cubicBezTo>
                    <a:cubicBezTo>
                      <a:pt x="91" y="246"/>
                      <a:pt x="91" y="246"/>
                      <a:pt x="91" y="246"/>
                    </a:cubicBezTo>
                    <a:cubicBezTo>
                      <a:pt x="91" y="246"/>
                      <a:pt x="91" y="246"/>
                      <a:pt x="91" y="246"/>
                    </a:cubicBezTo>
                    <a:cubicBezTo>
                      <a:pt x="91" y="246"/>
                      <a:pt x="91" y="246"/>
                      <a:pt x="91" y="246"/>
                    </a:cubicBezTo>
                    <a:cubicBezTo>
                      <a:pt x="93" y="246"/>
                      <a:pt x="94" y="246"/>
                      <a:pt x="96" y="247"/>
                    </a:cubicBezTo>
                    <a:cubicBezTo>
                      <a:pt x="96" y="247"/>
                      <a:pt x="96" y="247"/>
                      <a:pt x="96" y="247"/>
                    </a:cubicBezTo>
                    <a:cubicBezTo>
                      <a:pt x="98" y="248"/>
                      <a:pt x="100" y="248"/>
                      <a:pt x="101" y="248"/>
                    </a:cubicBezTo>
                    <a:cubicBezTo>
                      <a:pt x="103" y="248"/>
                      <a:pt x="105" y="248"/>
                      <a:pt x="108" y="248"/>
                    </a:cubicBezTo>
                    <a:cubicBezTo>
                      <a:pt x="108" y="248"/>
                      <a:pt x="108" y="248"/>
                      <a:pt x="108" y="248"/>
                    </a:cubicBezTo>
                    <a:cubicBezTo>
                      <a:pt x="108" y="248"/>
                      <a:pt x="108" y="248"/>
                      <a:pt x="108" y="248"/>
                    </a:cubicBezTo>
                    <a:cubicBezTo>
                      <a:pt x="110" y="248"/>
                      <a:pt x="111" y="249"/>
                      <a:pt x="112" y="249"/>
                    </a:cubicBezTo>
                    <a:cubicBezTo>
                      <a:pt x="114" y="249"/>
                      <a:pt x="117" y="249"/>
                      <a:pt x="119" y="249"/>
                    </a:cubicBezTo>
                    <a:cubicBezTo>
                      <a:pt x="119" y="249"/>
                      <a:pt x="119" y="249"/>
                      <a:pt x="119" y="249"/>
                    </a:cubicBezTo>
                    <a:cubicBezTo>
                      <a:pt x="119" y="249"/>
                      <a:pt x="119" y="249"/>
                      <a:pt x="119" y="249"/>
                    </a:cubicBezTo>
                    <a:cubicBezTo>
                      <a:pt x="119" y="249"/>
                      <a:pt x="119" y="249"/>
                      <a:pt x="119" y="249"/>
                    </a:cubicBezTo>
                    <a:cubicBezTo>
                      <a:pt x="121" y="249"/>
                      <a:pt x="122" y="249"/>
                      <a:pt x="124" y="249"/>
                    </a:cubicBezTo>
                    <a:cubicBezTo>
                      <a:pt x="124" y="249"/>
                      <a:pt x="124" y="249"/>
                      <a:pt x="124" y="249"/>
                    </a:cubicBezTo>
                    <a:cubicBezTo>
                      <a:pt x="124" y="249"/>
                      <a:pt x="124" y="249"/>
                      <a:pt x="124" y="249"/>
                    </a:cubicBezTo>
                    <a:cubicBezTo>
                      <a:pt x="124" y="249"/>
                      <a:pt x="124" y="249"/>
                      <a:pt x="124" y="249"/>
                    </a:cubicBezTo>
                    <a:cubicBezTo>
                      <a:pt x="124" y="249"/>
                      <a:pt x="124" y="249"/>
                      <a:pt x="124" y="249"/>
                    </a:cubicBezTo>
                    <a:cubicBezTo>
                      <a:pt x="124" y="249"/>
                      <a:pt x="124" y="249"/>
                      <a:pt x="124" y="249"/>
                    </a:cubicBezTo>
                    <a:cubicBezTo>
                      <a:pt x="124" y="249"/>
                      <a:pt x="124" y="249"/>
                      <a:pt x="124" y="249"/>
                    </a:cubicBezTo>
                    <a:cubicBezTo>
                      <a:pt x="124" y="249"/>
                      <a:pt x="124" y="249"/>
                      <a:pt x="124" y="249"/>
                    </a:cubicBezTo>
                    <a:cubicBezTo>
                      <a:pt x="124" y="249"/>
                      <a:pt x="124" y="249"/>
                      <a:pt x="124" y="249"/>
                    </a:cubicBezTo>
                    <a:cubicBezTo>
                      <a:pt x="136" y="247"/>
                      <a:pt x="148" y="244"/>
                      <a:pt x="159" y="239"/>
                    </a:cubicBezTo>
                    <a:cubicBezTo>
                      <a:pt x="166" y="237"/>
                      <a:pt x="170" y="232"/>
                      <a:pt x="174" y="226"/>
                    </a:cubicBezTo>
                    <a:cubicBezTo>
                      <a:pt x="176" y="223"/>
                      <a:pt x="179" y="220"/>
                      <a:pt x="181" y="217"/>
                    </a:cubicBezTo>
                    <a:cubicBezTo>
                      <a:pt x="183" y="215"/>
                      <a:pt x="186" y="213"/>
                      <a:pt x="186" y="210"/>
                    </a:cubicBezTo>
                    <a:cubicBezTo>
                      <a:pt x="186" y="210"/>
                      <a:pt x="186" y="209"/>
                      <a:pt x="186" y="209"/>
                    </a:cubicBezTo>
                    <a:cubicBezTo>
                      <a:pt x="186" y="209"/>
                      <a:pt x="186" y="209"/>
                      <a:pt x="186" y="209"/>
                    </a:cubicBezTo>
                    <a:cubicBezTo>
                      <a:pt x="186" y="209"/>
                      <a:pt x="187" y="208"/>
                      <a:pt x="187" y="208"/>
                    </a:cubicBezTo>
                    <a:cubicBezTo>
                      <a:pt x="194" y="200"/>
                      <a:pt x="201" y="193"/>
                      <a:pt x="209" y="185"/>
                    </a:cubicBezTo>
                    <a:cubicBezTo>
                      <a:pt x="210" y="187"/>
                      <a:pt x="211" y="188"/>
                      <a:pt x="212" y="190"/>
                    </a:cubicBezTo>
                    <a:cubicBezTo>
                      <a:pt x="212" y="189"/>
                      <a:pt x="212" y="188"/>
                      <a:pt x="212" y="188"/>
                    </a:cubicBezTo>
                    <a:cubicBezTo>
                      <a:pt x="212" y="187"/>
                      <a:pt x="212" y="186"/>
                      <a:pt x="212" y="185"/>
                    </a:cubicBezTo>
                    <a:cubicBezTo>
                      <a:pt x="212" y="184"/>
                      <a:pt x="212" y="183"/>
                      <a:pt x="213" y="182"/>
                    </a:cubicBezTo>
                    <a:cubicBezTo>
                      <a:pt x="215" y="184"/>
                      <a:pt x="215" y="187"/>
                      <a:pt x="215" y="189"/>
                    </a:cubicBezTo>
                    <a:cubicBezTo>
                      <a:pt x="215" y="191"/>
                      <a:pt x="215" y="193"/>
                      <a:pt x="215" y="195"/>
                    </a:cubicBezTo>
                    <a:cubicBezTo>
                      <a:pt x="215" y="200"/>
                      <a:pt x="214" y="205"/>
                      <a:pt x="214" y="209"/>
                    </a:cubicBezTo>
                    <a:cubicBezTo>
                      <a:pt x="213" y="214"/>
                      <a:pt x="212" y="218"/>
                      <a:pt x="211" y="222"/>
                    </a:cubicBezTo>
                    <a:cubicBezTo>
                      <a:pt x="212" y="222"/>
                      <a:pt x="212" y="222"/>
                      <a:pt x="212" y="222"/>
                    </a:cubicBezTo>
                    <a:cubicBezTo>
                      <a:pt x="215" y="217"/>
                      <a:pt x="218" y="211"/>
                      <a:pt x="218" y="205"/>
                    </a:cubicBezTo>
                    <a:cubicBezTo>
                      <a:pt x="218" y="201"/>
                      <a:pt x="219" y="197"/>
                      <a:pt x="219" y="192"/>
                    </a:cubicBezTo>
                    <a:cubicBezTo>
                      <a:pt x="219" y="187"/>
                      <a:pt x="218" y="182"/>
                      <a:pt x="218" y="177"/>
                    </a:cubicBezTo>
                    <a:cubicBezTo>
                      <a:pt x="218" y="177"/>
                      <a:pt x="218" y="177"/>
                      <a:pt x="218" y="177"/>
                    </a:cubicBezTo>
                    <a:cubicBezTo>
                      <a:pt x="218" y="177"/>
                      <a:pt x="218" y="177"/>
                      <a:pt x="218" y="177"/>
                    </a:cubicBezTo>
                    <a:cubicBezTo>
                      <a:pt x="221" y="173"/>
                      <a:pt x="225" y="169"/>
                      <a:pt x="229" y="165"/>
                    </a:cubicBezTo>
                    <a:cubicBezTo>
                      <a:pt x="229" y="170"/>
                      <a:pt x="230" y="175"/>
                      <a:pt x="230" y="180"/>
                    </a:cubicBezTo>
                    <a:cubicBezTo>
                      <a:pt x="230" y="184"/>
                      <a:pt x="230" y="188"/>
                      <a:pt x="230" y="192"/>
                    </a:cubicBezTo>
                    <a:cubicBezTo>
                      <a:pt x="230" y="193"/>
                      <a:pt x="230" y="193"/>
                      <a:pt x="230" y="194"/>
                    </a:cubicBezTo>
                    <a:cubicBezTo>
                      <a:pt x="230" y="194"/>
                      <a:pt x="230" y="195"/>
                      <a:pt x="230" y="195"/>
                    </a:cubicBezTo>
                    <a:cubicBezTo>
                      <a:pt x="230" y="204"/>
                      <a:pt x="226" y="213"/>
                      <a:pt x="224" y="222"/>
                    </a:cubicBezTo>
                    <a:cubicBezTo>
                      <a:pt x="226" y="222"/>
                      <a:pt x="227" y="221"/>
                      <a:pt x="227" y="219"/>
                    </a:cubicBezTo>
                    <a:cubicBezTo>
                      <a:pt x="229" y="212"/>
                      <a:pt x="232" y="204"/>
                      <a:pt x="232" y="196"/>
                    </a:cubicBezTo>
                    <a:cubicBezTo>
                      <a:pt x="232" y="196"/>
                      <a:pt x="232" y="196"/>
                      <a:pt x="232" y="196"/>
                    </a:cubicBezTo>
                    <a:cubicBezTo>
                      <a:pt x="232" y="193"/>
                      <a:pt x="232" y="189"/>
                      <a:pt x="232" y="186"/>
                    </a:cubicBezTo>
                    <a:cubicBezTo>
                      <a:pt x="232" y="183"/>
                      <a:pt x="232" y="180"/>
                      <a:pt x="232" y="177"/>
                    </a:cubicBezTo>
                    <a:cubicBezTo>
                      <a:pt x="232" y="175"/>
                      <a:pt x="232" y="172"/>
                      <a:pt x="232" y="169"/>
                    </a:cubicBezTo>
                    <a:cubicBezTo>
                      <a:pt x="232" y="167"/>
                      <a:pt x="232" y="165"/>
                      <a:pt x="232" y="164"/>
                    </a:cubicBezTo>
                    <a:cubicBezTo>
                      <a:pt x="231" y="163"/>
                      <a:pt x="231" y="163"/>
                      <a:pt x="231" y="162"/>
                    </a:cubicBezTo>
                    <a:cubicBezTo>
                      <a:pt x="231" y="161"/>
                      <a:pt x="232" y="160"/>
                      <a:pt x="232" y="159"/>
                    </a:cubicBezTo>
                    <a:cubicBezTo>
                      <a:pt x="233" y="158"/>
                      <a:pt x="233" y="157"/>
                      <a:pt x="233" y="156"/>
                    </a:cubicBezTo>
                    <a:cubicBezTo>
                      <a:pt x="232" y="155"/>
                      <a:pt x="230" y="154"/>
                      <a:pt x="230" y="153"/>
                    </a:cubicBezTo>
                    <a:cubicBezTo>
                      <a:pt x="229" y="149"/>
                      <a:pt x="228" y="145"/>
                      <a:pt x="227" y="141"/>
                    </a:cubicBezTo>
                    <a:cubicBezTo>
                      <a:pt x="227" y="141"/>
                      <a:pt x="227" y="141"/>
                      <a:pt x="227" y="141"/>
                    </a:cubicBezTo>
                    <a:cubicBezTo>
                      <a:pt x="227" y="141"/>
                      <a:pt x="227" y="141"/>
                      <a:pt x="227" y="141"/>
                    </a:cubicBezTo>
                    <a:cubicBezTo>
                      <a:pt x="233" y="142"/>
                      <a:pt x="239" y="143"/>
                      <a:pt x="245" y="144"/>
                    </a:cubicBezTo>
                    <a:cubicBezTo>
                      <a:pt x="245" y="144"/>
                      <a:pt x="245" y="144"/>
                      <a:pt x="245" y="144"/>
                    </a:cubicBezTo>
                    <a:cubicBezTo>
                      <a:pt x="245" y="144"/>
                      <a:pt x="246" y="144"/>
                      <a:pt x="246" y="144"/>
                    </a:cubicBezTo>
                    <a:cubicBezTo>
                      <a:pt x="246" y="144"/>
                      <a:pt x="246" y="144"/>
                      <a:pt x="246" y="144"/>
                    </a:cubicBezTo>
                    <a:cubicBezTo>
                      <a:pt x="246" y="144"/>
                      <a:pt x="246" y="144"/>
                      <a:pt x="246" y="144"/>
                    </a:cubicBezTo>
                    <a:cubicBezTo>
                      <a:pt x="246" y="144"/>
                      <a:pt x="246" y="144"/>
                      <a:pt x="246" y="144"/>
                    </a:cubicBezTo>
                    <a:cubicBezTo>
                      <a:pt x="248" y="144"/>
                      <a:pt x="249" y="143"/>
                      <a:pt x="248" y="141"/>
                    </a:cubicBezTo>
                    <a:cubicBezTo>
                      <a:pt x="248" y="141"/>
                      <a:pt x="248" y="141"/>
                      <a:pt x="248" y="140"/>
                    </a:cubicBezTo>
                    <a:cubicBezTo>
                      <a:pt x="245" y="130"/>
                      <a:pt x="242" y="120"/>
                      <a:pt x="240" y="109"/>
                    </a:cubicBezTo>
                    <a:cubicBezTo>
                      <a:pt x="237" y="101"/>
                      <a:pt x="235" y="94"/>
                      <a:pt x="233" y="86"/>
                    </a:cubicBezTo>
                    <a:cubicBezTo>
                      <a:pt x="229" y="76"/>
                      <a:pt x="226" y="66"/>
                      <a:pt x="222" y="56"/>
                    </a:cubicBezTo>
                    <a:cubicBezTo>
                      <a:pt x="216" y="42"/>
                      <a:pt x="207" y="30"/>
                      <a:pt x="196" y="20"/>
                    </a:cubicBezTo>
                    <a:cubicBezTo>
                      <a:pt x="191" y="15"/>
                      <a:pt x="185" y="12"/>
                      <a:pt x="180" y="9"/>
                    </a:cubicBezTo>
                    <a:cubicBezTo>
                      <a:pt x="169" y="4"/>
                      <a:pt x="157" y="1"/>
                      <a:pt x="145" y="0"/>
                    </a:cubicBezTo>
                    <a:cubicBezTo>
                      <a:pt x="142" y="0"/>
                      <a:pt x="138" y="0"/>
                      <a:pt x="134" y="0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134" y="0"/>
                      <a:pt x="134" y="0"/>
                      <a:pt x="134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2" name="Freeform 10">
                <a:extLst>
                  <a:ext uri="{FF2B5EF4-FFF2-40B4-BE49-F238E27FC236}">
                    <a16:creationId xmlns:a16="http://schemas.microsoft.com/office/drawing/2014/main" id="{605719C6-47FE-4432-8703-8C15CF8E0E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5" y="2197"/>
                <a:ext cx="1500" cy="104"/>
              </a:xfrm>
              <a:custGeom>
                <a:avLst/>
                <a:gdLst>
                  <a:gd name="T0" fmla="*/ 1024 w 1031"/>
                  <a:gd name="T1" fmla="*/ 0 h 72"/>
                  <a:gd name="T2" fmla="*/ 998 w 1031"/>
                  <a:gd name="T3" fmla="*/ 2 h 72"/>
                  <a:gd name="T4" fmla="*/ 924 w 1031"/>
                  <a:gd name="T5" fmla="*/ 6 h 72"/>
                  <a:gd name="T6" fmla="*/ 858 w 1031"/>
                  <a:gd name="T7" fmla="*/ 9 h 72"/>
                  <a:gd name="T8" fmla="*/ 823 w 1031"/>
                  <a:gd name="T9" fmla="*/ 11 h 72"/>
                  <a:gd name="T10" fmla="*/ 773 w 1031"/>
                  <a:gd name="T11" fmla="*/ 14 h 72"/>
                  <a:gd name="T12" fmla="*/ 729 w 1031"/>
                  <a:gd name="T13" fmla="*/ 17 h 72"/>
                  <a:gd name="T14" fmla="*/ 666 w 1031"/>
                  <a:gd name="T15" fmla="*/ 21 h 72"/>
                  <a:gd name="T16" fmla="*/ 593 w 1031"/>
                  <a:gd name="T17" fmla="*/ 25 h 72"/>
                  <a:gd name="T18" fmla="*/ 565 w 1031"/>
                  <a:gd name="T19" fmla="*/ 26 h 72"/>
                  <a:gd name="T20" fmla="*/ 520 w 1031"/>
                  <a:gd name="T21" fmla="*/ 29 h 72"/>
                  <a:gd name="T22" fmla="*/ 461 w 1031"/>
                  <a:gd name="T23" fmla="*/ 32 h 72"/>
                  <a:gd name="T24" fmla="*/ 400 w 1031"/>
                  <a:gd name="T25" fmla="*/ 36 h 72"/>
                  <a:gd name="T26" fmla="*/ 362 w 1031"/>
                  <a:gd name="T27" fmla="*/ 38 h 72"/>
                  <a:gd name="T28" fmla="*/ 305 w 1031"/>
                  <a:gd name="T29" fmla="*/ 41 h 72"/>
                  <a:gd name="T30" fmla="*/ 275 w 1031"/>
                  <a:gd name="T31" fmla="*/ 43 h 72"/>
                  <a:gd name="T32" fmla="*/ 239 w 1031"/>
                  <a:gd name="T33" fmla="*/ 45 h 72"/>
                  <a:gd name="T34" fmla="*/ 213 w 1031"/>
                  <a:gd name="T35" fmla="*/ 46 h 72"/>
                  <a:gd name="T36" fmla="*/ 150 w 1031"/>
                  <a:gd name="T37" fmla="*/ 50 h 72"/>
                  <a:gd name="T38" fmla="*/ 91 w 1031"/>
                  <a:gd name="T39" fmla="*/ 53 h 72"/>
                  <a:gd name="T40" fmla="*/ 66 w 1031"/>
                  <a:gd name="T41" fmla="*/ 55 h 72"/>
                  <a:gd name="T42" fmla="*/ 9 w 1031"/>
                  <a:gd name="T43" fmla="*/ 58 h 72"/>
                  <a:gd name="T44" fmla="*/ 2 w 1031"/>
                  <a:gd name="T45" fmla="*/ 68 h 72"/>
                  <a:gd name="T46" fmla="*/ 5 w 1031"/>
                  <a:gd name="T47" fmla="*/ 72 h 72"/>
                  <a:gd name="T48" fmla="*/ 5 w 1031"/>
                  <a:gd name="T49" fmla="*/ 72 h 72"/>
                  <a:gd name="T50" fmla="*/ 6 w 1031"/>
                  <a:gd name="T51" fmla="*/ 71 h 72"/>
                  <a:gd name="T52" fmla="*/ 6 w 1031"/>
                  <a:gd name="T53" fmla="*/ 71 h 72"/>
                  <a:gd name="T54" fmla="*/ 55 w 1031"/>
                  <a:gd name="T55" fmla="*/ 69 h 72"/>
                  <a:gd name="T56" fmla="*/ 107 w 1031"/>
                  <a:gd name="T57" fmla="*/ 66 h 72"/>
                  <a:gd name="T58" fmla="*/ 145 w 1031"/>
                  <a:gd name="T59" fmla="*/ 63 h 72"/>
                  <a:gd name="T60" fmla="*/ 217 w 1031"/>
                  <a:gd name="T61" fmla="*/ 59 h 72"/>
                  <a:gd name="T62" fmla="*/ 266 w 1031"/>
                  <a:gd name="T63" fmla="*/ 57 h 72"/>
                  <a:gd name="T64" fmla="*/ 290 w 1031"/>
                  <a:gd name="T65" fmla="*/ 55 h 72"/>
                  <a:gd name="T66" fmla="*/ 345 w 1031"/>
                  <a:gd name="T67" fmla="*/ 52 h 72"/>
                  <a:gd name="T68" fmla="*/ 397 w 1031"/>
                  <a:gd name="T69" fmla="*/ 49 h 72"/>
                  <a:gd name="T70" fmla="*/ 434 w 1031"/>
                  <a:gd name="T71" fmla="*/ 46 h 72"/>
                  <a:gd name="T72" fmla="*/ 505 w 1031"/>
                  <a:gd name="T73" fmla="*/ 42 h 72"/>
                  <a:gd name="T74" fmla="*/ 556 w 1031"/>
                  <a:gd name="T75" fmla="*/ 40 h 72"/>
                  <a:gd name="T76" fmla="*/ 579 w 1031"/>
                  <a:gd name="T77" fmla="*/ 38 h 72"/>
                  <a:gd name="T78" fmla="*/ 629 w 1031"/>
                  <a:gd name="T79" fmla="*/ 36 h 72"/>
                  <a:gd name="T80" fmla="*/ 684 w 1031"/>
                  <a:gd name="T81" fmla="*/ 32 h 72"/>
                  <a:gd name="T82" fmla="*/ 722 w 1031"/>
                  <a:gd name="T83" fmla="*/ 29 h 72"/>
                  <a:gd name="T84" fmla="*/ 757 w 1031"/>
                  <a:gd name="T85" fmla="*/ 28 h 72"/>
                  <a:gd name="T86" fmla="*/ 834 w 1031"/>
                  <a:gd name="T87" fmla="*/ 23 h 72"/>
                  <a:gd name="T88" fmla="*/ 890 w 1031"/>
                  <a:gd name="T89" fmla="*/ 20 h 72"/>
                  <a:gd name="T90" fmla="*/ 917 w 1031"/>
                  <a:gd name="T91" fmla="*/ 19 h 72"/>
                  <a:gd name="T92" fmla="*/ 972 w 1031"/>
                  <a:gd name="T93" fmla="*/ 15 h 72"/>
                  <a:gd name="T94" fmla="*/ 1016 w 1031"/>
                  <a:gd name="T95" fmla="*/ 12 h 72"/>
                  <a:gd name="T96" fmla="*/ 1027 w 1031"/>
                  <a:gd name="T97" fmla="*/ 7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031" h="72">
                    <a:moveTo>
                      <a:pt x="1031" y="0"/>
                    </a:moveTo>
                    <a:cubicBezTo>
                      <a:pt x="1028" y="0"/>
                      <a:pt x="1026" y="0"/>
                      <a:pt x="1024" y="0"/>
                    </a:cubicBezTo>
                    <a:cubicBezTo>
                      <a:pt x="1022" y="0"/>
                      <a:pt x="1020" y="0"/>
                      <a:pt x="1019" y="1"/>
                    </a:cubicBezTo>
                    <a:cubicBezTo>
                      <a:pt x="1012" y="1"/>
                      <a:pt x="1005" y="1"/>
                      <a:pt x="998" y="2"/>
                    </a:cubicBezTo>
                    <a:cubicBezTo>
                      <a:pt x="985" y="2"/>
                      <a:pt x="972" y="3"/>
                      <a:pt x="959" y="4"/>
                    </a:cubicBezTo>
                    <a:cubicBezTo>
                      <a:pt x="947" y="5"/>
                      <a:pt x="936" y="5"/>
                      <a:pt x="924" y="6"/>
                    </a:cubicBezTo>
                    <a:cubicBezTo>
                      <a:pt x="911" y="6"/>
                      <a:pt x="898" y="7"/>
                      <a:pt x="885" y="8"/>
                    </a:cubicBezTo>
                    <a:cubicBezTo>
                      <a:pt x="876" y="9"/>
                      <a:pt x="867" y="9"/>
                      <a:pt x="858" y="9"/>
                    </a:cubicBezTo>
                    <a:cubicBezTo>
                      <a:pt x="858" y="9"/>
                      <a:pt x="857" y="9"/>
                      <a:pt x="856" y="9"/>
                    </a:cubicBezTo>
                    <a:cubicBezTo>
                      <a:pt x="845" y="10"/>
                      <a:pt x="834" y="11"/>
                      <a:pt x="823" y="11"/>
                    </a:cubicBezTo>
                    <a:cubicBezTo>
                      <a:pt x="816" y="12"/>
                      <a:pt x="809" y="12"/>
                      <a:pt x="803" y="12"/>
                    </a:cubicBezTo>
                    <a:cubicBezTo>
                      <a:pt x="793" y="13"/>
                      <a:pt x="783" y="14"/>
                      <a:pt x="773" y="14"/>
                    </a:cubicBezTo>
                    <a:cubicBezTo>
                      <a:pt x="764" y="15"/>
                      <a:pt x="754" y="15"/>
                      <a:pt x="745" y="16"/>
                    </a:cubicBezTo>
                    <a:cubicBezTo>
                      <a:pt x="739" y="16"/>
                      <a:pt x="734" y="16"/>
                      <a:pt x="729" y="17"/>
                    </a:cubicBezTo>
                    <a:cubicBezTo>
                      <a:pt x="720" y="17"/>
                      <a:pt x="712" y="18"/>
                      <a:pt x="703" y="18"/>
                    </a:cubicBezTo>
                    <a:cubicBezTo>
                      <a:pt x="691" y="19"/>
                      <a:pt x="678" y="19"/>
                      <a:pt x="666" y="21"/>
                    </a:cubicBezTo>
                    <a:cubicBezTo>
                      <a:pt x="655" y="22"/>
                      <a:pt x="645" y="22"/>
                      <a:pt x="634" y="23"/>
                    </a:cubicBezTo>
                    <a:cubicBezTo>
                      <a:pt x="620" y="23"/>
                      <a:pt x="606" y="24"/>
                      <a:pt x="593" y="25"/>
                    </a:cubicBezTo>
                    <a:cubicBezTo>
                      <a:pt x="584" y="26"/>
                      <a:pt x="576" y="26"/>
                      <a:pt x="568" y="26"/>
                    </a:cubicBezTo>
                    <a:cubicBezTo>
                      <a:pt x="567" y="26"/>
                      <a:pt x="566" y="26"/>
                      <a:pt x="565" y="26"/>
                    </a:cubicBezTo>
                    <a:cubicBezTo>
                      <a:pt x="555" y="27"/>
                      <a:pt x="544" y="27"/>
                      <a:pt x="534" y="28"/>
                    </a:cubicBezTo>
                    <a:cubicBezTo>
                      <a:pt x="529" y="28"/>
                      <a:pt x="525" y="29"/>
                      <a:pt x="520" y="29"/>
                    </a:cubicBezTo>
                    <a:cubicBezTo>
                      <a:pt x="509" y="30"/>
                      <a:pt x="497" y="30"/>
                      <a:pt x="486" y="31"/>
                    </a:cubicBezTo>
                    <a:cubicBezTo>
                      <a:pt x="478" y="32"/>
                      <a:pt x="469" y="32"/>
                      <a:pt x="461" y="32"/>
                    </a:cubicBezTo>
                    <a:cubicBezTo>
                      <a:pt x="451" y="33"/>
                      <a:pt x="441" y="34"/>
                      <a:pt x="431" y="34"/>
                    </a:cubicBezTo>
                    <a:cubicBezTo>
                      <a:pt x="421" y="35"/>
                      <a:pt x="410" y="35"/>
                      <a:pt x="400" y="36"/>
                    </a:cubicBezTo>
                    <a:cubicBezTo>
                      <a:pt x="393" y="36"/>
                      <a:pt x="385" y="36"/>
                      <a:pt x="378" y="37"/>
                    </a:cubicBezTo>
                    <a:cubicBezTo>
                      <a:pt x="373" y="37"/>
                      <a:pt x="367" y="37"/>
                      <a:pt x="362" y="38"/>
                    </a:cubicBezTo>
                    <a:cubicBezTo>
                      <a:pt x="355" y="38"/>
                      <a:pt x="347" y="39"/>
                      <a:pt x="339" y="40"/>
                    </a:cubicBezTo>
                    <a:cubicBezTo>
                      <a:pt x="328" y="40"/>
                      <a:pt x="316" y="40"/>
                      <a:pt x="305" y="41"/>
                    </a:cubicBezTo>
                    <a:cubicBezTo>
                      <a:pt x="304" y="41"/>
                      <a:pt x="304" y="41"/>
                      <a:pt x="304" y="41"/>
                    </a:cubicBezTo>
                    <a:cubicBezTo>
                      <a:pt x="294" y="42"/>
                      <a:pt x="284" y="42"/>
                      <a:pt x="275" y="43"/>
                    </a:cubicBezTo>
                    <a:cubicBezTo>
                      <a:pt x="274" y="43"/>
                      <a:pt x="273" y="43"/>
                      <a:pt x="272" y="43"/>
                    </a:cubicBezTo>
                    <a:cubicBezTo>
                      <a:pt x="261" y="44"/>
                      <a:pt x="250" y="44"/>
                      <a:pt x="239" y="45"/>
                    </a:cubicBezTo>
                    <a:cubicBezTo>
                      <a:pt x="231" y="45"/>
                      <a:pt x="222" y="46"/>
                      <a:pt x="214" y="46"/>
                    </a:cubicBezTo>
                    <a:cubicBezTo>
                      <a:pt x="213" y="46"/>
                      <a:pt x="213" y="46"/>
                      <a:pt x="213" y="46"/>
                    </a:cubicBezTo>
                    <a:cubicBezTo>
                      <a:pt x="206" y="47"/>
                      <a:pt x="199" y="48"/>
                      <a:pt x="192" y="48"/>
                    </a:cubicBezTo>
                    <a:cubicBezTo>
                      <a:pt x="178" y="48"/>
                      <a:pt x="164" y="49"/>
                      <a:pt x="150" y="50"/>
                    </a:cubicBezTo>
                    <a:cubicBezTo>
                      <a:pt x="140" y="51"/>
                      <a:pt x="130" y="52"/>
                      <a:pt x="120" y="52"/>
                    </a:cubicBezTo>
                    <a:cubicBezTo>
                      <a:pt x="110" y="53"/>
                      <a:pt x="101" y="53"/>
                      <a:pt x="91" y="53"/>
                    </a:cubicBezTo>
                    <a:cubicBezTo>
                      <a:pt x="83" y="54"/>
                      <a:pt x="75" y="54"/>
                      <a:pt x="67" y="55"/>
                    </a:cubicBezTo>
                    <a:cubicBezTo>
                      <a:pt x="66" y="55"/>
                      <a:pt x="66" y="55"/>
                      <a:pt x="66" y="55"/>
                    </a:cubicBezTo>
                    <a:cubicBezTo>
                      <a:pt x="57" y="55"/>
                      <a:pt x="49" y="56"/>
                      <a:pt x="40" y="56"/>
                    </a:cubicBezTo>
                    <a:cubicBezTo>
                      <a:pt x="30" y="57"/>
                      <a:pt x="19" y="57"/>
                      <a:pt x="9" y="58"/>
                    </a:cubicBezTo>
                    <a:cubicBezTo>
                      <a:pt x="6" y="58"/>
                      <a:pt x="3" y="59"/>
                      <a:pt x="0" y="59"/>
                    </a:cubicBezTo>
                    <a:cubicBezTo>
                      <a:pt x="1" y="62"/>
                      <a:pt x="1" y="65"/>
                      <a:pt x="2" y="68"/>
                    </a:cubicBezTo>
                    <a:cubicBezTo>
                      <a:pt x="2" y="68"/>
                      <a:pt x="2" y="68"/>
                      <a:pt x="2" y="68"/>
                    </a:cubicBezTo>
                    <a:cubicBezTo>
                      <a:pt x="2" y="71"/>
                      <a:pt x="3" y="72"/>
                      <a:pt x="5" y="72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12" y="71"/>
                      <a:pt x="18" y="71"/>
                      <a:pt x="23" y="71"/>
                    </a:cubicBezTo>
                    <a:cubicBezTo>
                      <a:pt x="34" y="70"/>
                      <a:pt x="44" y="69"/>
                      <a:pt x="55" y="69"/>
                    </a:cubicBezTo>
                    <a:cubicBezTo>
                      <a:pt x="64" y="68"/>
                      <a:pt x="74" y="68"/>
                      <a:pt x="83" y="67"/>
                    </a:cubicBezTo>
                    <a:cubicBezTo>
                      <a:pt x="91" y="67"/>
                      <a:pt x="99" y="67"/>
                      <a:pt x="107" y="66"/>
                    </a:cubicBezTo>
                    <a:cubicBezTo>
                      <a:pt x="113" y="66"/>
                      <a:pt x="118" y="65"/>
                      <a:pt x="123" y="65"/>
                    </a:cubicBezTo>
                    <a:cubicBezTo>
                      <a:pt x="130" y="65"/>
                      <a:pt x="137" y="64"/>
                      <a:pt x="145" y="63"/>
                    </a:cubicBezTo>
                    <a:cubicBezTo>
                      <a:pt x="158" y="63"/>
                      <a:pt x="171" y="62"/>
                      <a:pt x="185" y="61"/>
                    </a:cubicBezTo>
                    <a:cubicBezTo>
                      <a:pt x="195" y="60"/>
                      <a:pt x="206" y="60"/>
                      <a:pt x="217" y="59"/>
                    </a:cubicBezTo>
                    <a:cubicBezTo>
                      <a:pt x="225" y="59"/>
                      <a:pt x="234" y="58"/>
                      <a:pt x="242" y="58"/>
                    </a:cubicBezTo>
                    <a:cubicBezTo>
                      <a:pt x="250" y="57"/>
                      <a:pt x="258" y="57"/>
                      <a:pt x="266" y="57"/>
                    </a:cubicBezTo>
                    <a:cubicBezTo>
                      <a:pt x="267" y="57"/>
                      <a:pt x="268" y="57"/>
                      <a:pt x="268" y="57"/>
                    </a:cubicBezTo>
                    <a:cubicBezTo>
                      <a:pt x="275" y="56"/>
                      <a:pt x="283" y="55"/>
                      <a:pt x="290" y="55"/>
                    </a:cubicBezTo>
                    <a:cubicBezTo>
                      <a:pt x="298" y="54"/>
                      <a:pt x="306" y="54"/>
                      <a:pt x="314" y="54"/>
                    </a:cubicBezTo>
                    <a:cubicBezTo>
                      <a:pt x="324" y="53"/>
                      <a:pt x="335" y="52"/>
                      <a:pt x="345" y="52"/>
                    </a:cubicBezTo>
                    <a:cubicBezTo>
                      <a:pt x="354" y="51"/>
                      <a:pt x="363" y="51"/>
                      <a:pt x="372" y="50"/>
                    </a:cubicBezTo>
                    <a:cubicBezTo>
                      <a:pt x="380" y="50"/>
                      <a:pt x="389" y="50"/>
                      <a:pt x="397" y="49"/>
                    </a:cubicBezTo>
                    <a:cubicBezTo>
                      <a:pt x="402" y="49"/>
                      <a:pt x="407" y="49"/>
                      <a:pt x="412" y="48"/>
                    </a:cubicBezTo>
                    <a:cubicBezTo>
                      <a:pt x="419" y="48"/>
                      <a:pt x="427" y="47"/>
                      <a:pt x="434" y="46"/>
                    </a:cubicBezTo>
                    <a:cubicBezTo>
                      <a:pt x="447" y="46"/>
                      <a:pt x="460" y="46"/>
                      <a:pt x="474" y="44"/>
                    </a:cubicBezTo>
                    <a:cubicBezTo>
                      <a:pt x="484" y="43"/>
                      <a:pt x="494" y="43"/>
                      <a:pt x="505" y="42"/>
                    </a:cubicBezTo>
                    <a:cubicBezTo>
                      <a:pt x="513" y="42"/>
                      <a:pt x="522" y="41"/>
                      <a:pt x="531" y="41"/>
                    </a:cubicBezTo>
                    <a:cubicBezTo>
                      <a:pt x="539" y="41"/>
                      <a:pt x="547" y="40"/>
                      <a:pt x="556" y="40"/>
                    </a:cubicBezTo>
                    <a:cubicBezTo>
                      <a:pt x="556" y="40"/>
                      <a:pt x="557" y="40"/>
                      <a:pt x="557" y="40"/>
                    </a:cubicBezTo>
                    <a:cubicBezTo>
                      <a:pt x="564" y="39"/>
                      <a:pt x="571" y="38"/>
                      <a:pt x="579" y="38"/>
                    </a:cubicBezTo>
                    <a:cubicBezTo>
                      <a:pt x="590" y="37"/>
                      <a:pt x="601" y="37"/>
                      <a:pt x="612" y="37"/>
                    </a:cubicBezTo>
                    <a:cubicBezTo>
                      <a:pt x="618" y="36"/>
                      <a:pt x="623" y="36"/>
                      <a:pt x="629" y="36"/>
                    </a:cubicBezTo>
                    <a:cubicBezTo>
                      <a:pt x="636" y="35"/>
                      <a:pt x="643" y="34"/>
                      <a:pt x="650" y="34"/>
                    </a:cubicBezTo>
                    <a:cubicBezTo>
                      <a:pt x="662" y="33"/>
                      <a:pt x="673" y="33"/>
                      <a:pt x="684" y="32"/>
                    </a:cubicBezTo>
                    <a:cubicBezTo>
                      <a:pt x="690" y="32"/>
                      <a:pt x="695" y="32"/>
                      <a:pt x="700" y="31"/>
                    </a:cubicBezTo>
                    <a:cubicBezTo>
                      <a:pt x="708" y="31"/>
                      <a:pt x="715" y="30"/>
                      <a:pt x="722" y="29"/>
                    </a:cubicBezTo>
                    <a:cubicBezTo>
                      <a:pt x="734" y="29"/>
                      <a:pt x="745" y="29"/>
                      <a:pt x="756" y="28"/>
                    </a:cubicBezTo>
                    <a:cubicBezTo>
                      <a:pt x="757" y="28"/>
                      <a:pt x="757" y="28"/>
                      <a:pt x="757" y="28"/>
                    </a:cubicBezTo>
                    <a:cubicBezTo>
                      <a:pt x="769" y="27"/>
                      <a:pt x="781" y="26"/>
                      <a:pt x="793" y="25"/>
                    </a:cubicBezTo>
                    <a:cubicBezTo>
                      <a:pt x="807" y="24"/>
                      <a:pt x="820" y="24"/>
                      <a:pt x="834" y="23"/>
                    </a:cubicBezTo>
                    <a:cubicBezTo>
                      <a:pt x="844" y="22"/>
                      <a:pt x="854" y="22"/>
                      <a:pt x="864" y="21"/>
                    </a:cubicBezTo>
                    <a:cubicBezTo>
                      <a:pt x="873" y="21"/>
                      <a:pt x="882" y="20"/>
                      <a:pt x="890" y="20"/>
                    </a:cubicBezTo>
                    <a:cubicBezTo>
                      <a:pt x="899" y="19"/>
                      <a:pt x="907" y="19"/>
                      <a:pt x="916" y="19"/>
                    </a:cubicBezTo>
                    <a:cubicBezTo>
                      <a:pt x="916" y="19"/>
                      <a:pt x="917" y="19"/>
                      <a:pt x="917" y="19"/>
                    </a:cubicBezTo>
                    <a:cubicBezTo>
                      <a:pt x="924" y="18"/>
                      <a:pt x="931" y="17"/>
                      <a:pt x="938" y="17"/>
                    </a:cubicBezTo>
                    <a:cubicBezTo>
                      <a:pt x="949" y="16"/>
                      <a:pt x="961" y="16"/>
                      <a:pt x="972" y="15"/>
                    </a:cubicBezTo>
                    <a:cubicBezTo>
                      <a:pt x="977" y="15"/>
                      <a:pt x="983" y="15"/>
                      <a:pt x="988" y="14"/>
                    </a:cubicBezTo>
                    <a:cubicBezTo>
                      <a:pt x="997" y="14"/>
                      <a:pt x="1006" y="13"/>
                      <a:pt x="1016" y="12"/>
                    </a:cubicBezTo>
                    <a:cubicBezTo>
                      <a:pt x="1020" y="12"/>
                      <a:pt x="1024" y="12"/>
                      <a:pt x="1028" y="12"/>
                    </a:cubicBezTo>
                    <a:cubicBezTo>
                      <a:pt x="1027" y="10"/>
                      <a:pt x="1027" y="9"/>
                      <a:pt x="1027" y="7"/>
                    </a:cubicBezTo>
                    <a:cubicBezTo>
                      <a:pt x="1027" y="5"/>
                      <a:pt x="1028" y="2"/>
                      <a:pt x="1031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3" name="Freeform 11">
                <a:extLst>
                  <a:ext uri="{FF2B5EF4-FFF2-40B4-BE49-F238E27FC236}">
                    <a16:creationId xmlns:a16="http://schemas.microsoft.com/office/drawing/2014/main" id="{2D5074DA-8E65-438D-A871-1F6C81AF3E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73" y="1716"/>
                <a:ext cx="782" cy="205"/>
              </a:xfrm>
              <a:custGeom>
                <a:avLst/>
                <a:gdLst>
                  <a:gd name="T0" fmla="*/ 257 w 537"/>
                  <a:gd name="T1" fmla="*/ 115 h 141"/>
                  <a:gd name="T2" fmla="*/ 300 w 537"/>
                  <a:gd name="T3" fmla="*/ 126 h 141"/>
                  <a:gd name="T4" fmla="*/ 327 w 537"/>
                  <a:gd name="T5" fmla="*/ 124 h 141"/>
                  <a:gd name="T6" fmla="*/ 331 w 537"/>
                  <a:gd name="T7" fmla="*/ 124 h 141"/>
                  <a:gd name="T8" fmla="*/ 405 w 537"/>
                  <a:gd name="T9" fmla="*/ 121 h 141"/>
                  <a:gd name="T10" fmla="*/ 409 w 537"/>
                  <a:gd name="T11" fmla="*/ 121 h 141"/>
                  <a:gd name="T12" fmla="*/ 419 w 537"/>
                  <a:gd name="T13" fmla="*/ 105 h 141"/>
                  <a:gd name="T14" fmla="*/ 497 w 537"/>
                  <a:gd name="T15" fmla="*/ 110 h 141"/>
                  <a:gd name="T16" fmla="*/ 464 w 537"/>
                  <a:gd name="T17" fmla="*/ 129 h 141"/>
                  <a:gd name="T18" fmla="*/ 289 w 537"/>
                  <a:gd name="T19" fmla="*/ 137 h 141"/>
                  <a:gd name="T20" fmla="*/ 195 w 537"/>
                  <a:gd name="T21" fmla="*/ 138 h 141"/>
                  <a:gd name="T22" fmla="*/ 158 w 537"/>
                  <a:gd name="T23" fmla="*/ 137 h 141"/>
                  <a:gd name="T24" fmla="*/ 88 w 537"/>
                  <a:gd name="T25" fmla="*/ 135 h 141"/>
                  <a:gd name="T26" fmla="*/ 60 w 537"/>
                  <a:gd name="T27" fmla="*/ 134 h 141"/>
                  <a:gd name="T28" fmla="*/ 8 w 537"/>
                  <a:gd name="T29" fmla="*/ 122 h 141"/>
                  <a:gd name="T30" fmla="*/ 251 w 537"/>
                  <a:gd name="T31" fmla="*/ 105 h 141"/>
                  <a:gd name="T32" fmla="*/ 301 w 537"/>
                  <a:gd name="T33" fmla="*/ 104 h 141"/>
                  <a:gd name="T34" fmla="*/ 294 w 537"/>
                  <a:gd name="T35" fmla="*/ 113 h 141"/>
                  <a:gd name="T36" fmla="*/ 298 w 537"/>
                  <a:gd name="T37" fmla="*/ 115 h 141"/>
                  <a:gd name="T38" fmla="*/ 303 w 537"/>
                  <a:gd name="T39" fmla="*/ 122 h 141"/>
                  <a:gd name="T40" fmla="*/ 300 w 537"/>
                  <a:gd name="T41" fmla="*/ 123 h 141"/>
                  <a:gd name="T42" fmla="*/ 268 w 537"/>
                  <a:gd name="T43" fmla="*/ 117 h 141"/>
                  <a:gd name="T44" fmla="*/ 298 w 537"/>
                  <a:gd name="T45" fmla="*/ 104 h 141"/>
                  <a:gd name="T46" fmla="*/ 363 w 537"/>
                  <a:gd name="T47" fmla="*/ 105 h 141"/>
                  <a:gd name="T48" fmla="*/ 409 w 537"/>
                  <a:gd name="T49" fmla="*/ 117 h 141"/>
                  <a:gd name="T50" fmla="*/ 391 w 537"/>
                  <a:gd name="T51" fmla="*/ 119 h 141"/>
                  <a:gd name="T52" fmla="*/ 306 w 537"/>
                  <a:gd name="T53" fmla="*/ 122 h 141"/>
                  <a:gd name="T54" fmla="*/ 309 w 537"/>
                  <a:gd name="T55" fmla="*/ 104 h 141"/>
                  <a:gd name="T56" fmla="*/ 302 w 537"/>
                  <a:gd name="T57" fmla="*/ 100 h 141"/>
                  <a:gd name="T58" fmla="*/ 263 w 537"/>
                  <a:gd name="T59" fmla="*/ 102 h 141"/>
                  <a:gd name="T60" fmla="*/ 263 w 537"/>
                  <a:gd name="T61" fmla="*/ 32 h 141"/>
                  <a:gd name="T62" fmla="*/ 263 w 537"/>
                  <a:gd name="T63" fmla="*/ 29 h 141"/>
                  <a:gd name="T64" fmla="*/ 263 w 537"/>
                  <a:gd name="T65" fmla="*/ 25 h 141"/>
                  <a:gd name="T66" fmla="*/ 263 w 537"/>
                  <a:gd name="T67" fmla="*/ 22 h 141"/>
                  <a:gd name="T68" fmla="*/ 263 w 537"/>
                  <a:gd name="T69" fmla="*/ 19 h 141"/>
                  <a:gd name="T70" fmla="*/ 263 w 537"/>
                  <a:gd name="T71" fmla="*/ 14 h 141"/>
                  <a:gd name="T72" fmla="*/ 342 w 537"/>
                  <a:gd name="T73" fmla="*/ 13 h 141"/>
                  <a:gd name="T74" fmla="*/ 343 w 537"/>
                  <a:gd name="T75" fmla="*/ 13 h 141"/>
                  <a:gd name="T76" fmla="*/ 410 w 537"/>
                  <a:gd name="T77" fmla="*/ 103 h 141"/>
                  <a:gd name="T78" fmla="*/ 408 w 537"/>
                  <a:gd name="T79" fmla="*/ 102 h 141"/>
                  <a:gd name="T80" fmla="*/ 373 w 537"/>
                  <a:gd name="T81" fmla="*/ 102 h 141"/>
                  <a:gd name="T82" fmla="*/ 347 w 537"/>
                  <a:gd name="T83" fmla="*/ 93 h 141"/>
                  <a:gd name="T84" fmla="*/ 307 w 537"/>
                  <a:gd name="T85" fmla="*/ 17 h 141"/>
                  <a:gd name="T86" fmla="*/ 344 w 537"/>
                  <a:gd name="T87" fmla="*/ 2 h 141"/>
                  <a:gd name="T88" fmla="*/ 383 w 537"/>
                  <a:gd name="T89" fmla="*/ 10 h 141"/>
                  <a:gd name="T90" fmla="*/ 347 w 537"/>
                  <a:gd name="T91" fmla="*/ 9 h 141"/>
                  <a:gd name="T92" fmla="*/ 340 w 537"/>
                  <a:gd name="T93" fmla="*/ 10 h 141"/>
                  <a:gd name="T94" fmla="*/ 315 w 537"/>
                  <a:gd name="T95" fmla="*/ 12 h 141"/>
                  <a:gd name="T96" fmla="*/ 303 w 537"/>
                  <a:gd name="T97" fmla="*/ 13 h 141"/>
                  <a:gd name="T98" fmla="*/ 341 w 537"/>
                  <a:gd name="T99" fmla="*/ 2 h 141"/>
                  <a:gd name="T100" fmla="*/ 313 w 537"/>
                  <a:gd name="T101" fmla="*/ 1 h 141"/>
                  <a:gd name="T102" fmla="*/ 247 w 537"/>
                  <a:gd name="T103" fmla="*/ 103 h 141"/>
                  <a:gd name="T104" fmla="*/ 2 w 537"/>
                  <a:gd name="T105" fmla="*/ 122 h 141"/>
                  <a:gd name="T106" fmla="*/ 88 w 537"/>
                  <a:gd name="T107" fmla="*/ 138 h 141"/>
                  <a:gd name="T108" fmla="*/ 92 w 537"/>
                  <a:gd name="T109" fmla="*/ 138 h 141"/>
                  <a:gd name="T110" fmla="*/ 195 w 537"/>
                  <a:gd name="T111" fmla="*/ 141 h 141"/>
                  <a:gd name="T112" fmla="*/ 277 w 537"/>
                  <a:gd name="T113" fmla="*/ 140 h 141"/>
                  <a:gd name="T114" fmla="*/ 326 w 537"/>
                  <a:gd name="T115" fmla="*/ 139 h 141"/>
                  <a:gd name="T116" fmla="*/ 515 w 537"/>
                  <a:gd name="T117" fmla="*/ 126 h 141"/>
                  <a:gd name="T118" fmla="*/ 475 w 537"/>
                  <a:gd name="T119" fmla="*/ 106 h 141"/>
                  <a:gd name="T120" fmla="*/ 407 w 537"/>
                  <a:gd name="T121" fmla="*/ 8 h 141"/>
                  <a:gd name="T122" fmla="*/ 353 w 537"/>
                  <a:gd name="T123" fmla="*/ 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537" h="141">
                    <a:moveTo>
                      <a:pt x="253" y="105"/>
                    </a:moveTo>
                    <a:cubicBezTo>
                      <a:pt x="253" y="105"/>
                      <a:pt x="253" y="105"/>
                      <a:pt x="253" y="105"/>
                    </a:cubicBezTo>
                    <a:cubicBezTo>
                      <a:pt x="253" y="105"/>
                      <a:pt x="253" y="105"/>
                      <a:pt x="253" y="105"/>
                    </a:cubicBezTo>
                    <a:cubicBezTo>
                      <a:pt x="254" y="105"/>
                      <a:pt x="255" y="105"/>
                      <a:pt x="255" y="105"/>
                    </a:cubicBezTo>
                    <a:cubicBezTo>
                      <a:pt x="256" y="105"/>
                      <a:pt x="256" y="105"/>
                      <a:pt x="257" y="105"/>
                    </a:cubicBezTo>
                    <a:cubicBezTo>
                      <a:pt x="257" y="105"/>
                      <a:pt x="257" y="105"/>
                      <a:pt x="257" y="105"/>
                    </a:cubicBezTo>
                    <a:cubicBezTo>
                      <a:pt x="257" y="106"/>
                      <a:pt x="257" y="106"/>
                      <a:pt x="257" y="107"/>
                    </a:cubicBezTo>
                    <a:cubicBezTo>
                      <a:pt x="257" y="108"/>
                      <a:pt x="257" y="109"/>
                      <a:pt x="257" y="111"/>
                    </a:cubicBezTo>
                    <a:cubicBezTo>
                      <a:pt x="257" y="112"/>
                      <a:pt x="257" y="113"/>
                      <a:pt x="257" y="115"/>
                    </a:cubicBezTo>
                    <a:cubicBezTo>
                      <a:pt x="256" y="115"/>
                      <a:pt x="255" y="116"/>
                      <a:pt x="253" y="117"/>
                    </a:cubicBezTo>
                    <a:cubicBezTo>
                      <a:pt x="257" y="119"/>
                      <a:pt x="261" y="119"/>
                      <a:pt x="265" y="120"/>
                    </a:cubicBezTo>
                    <a:cubicBezTo>
                      <a:pt x="275" y="121"/>
                      <a:pt x="285" y="123"/>
                      <a:pt x="296" y="126"/>
                    </a:cubicBezTo>
                    <a:cubicBezTo>
                      <a:pt x="296" y="126"/>
                      <a:pt x="296" y="126"/>
                      <a:pt x="296" y="126"/>
                    </a:cubicBezTo>
                    <a:cubicBezTo>
                      <a:pt x="296" y="126"/>
                      <a:pt x="296" y="126"/>
                      <a:pt x="296" y="126"/>
                    </a:cubicBezTo>
                    <a:cubicBezTo>
                      <a:pt x="296" y="126"/>
                      <a:pt x="296" y="126"/>
                      <a:pt x="296" y="126"/>
                    </a:cubicBezTo>
                    <a:cubicBezTo>
                      <a:pt x="296" y="126"/>
                      <a:pt x="296" y="126"/>
                      <a:pt x="296" y="126"/>
                    </a:cubicBezTo>
                    <a:cubicBezTo>
                      <a:pt x="297" y="126"/>
                      <a:pt x="299" y="126"/>
                      <a:pt x="300" y="126"/>
                    </a:cubicBezTo>
                    <a:cubicBezTo>
                      <a:pt x="300" y="126"/>
                      <a:pt x="300" y="126"/>
                      <a:pt x="300" y="126"/>
                    </a:cubicBezTo>
                    <a:cubicBezTo>
                      <a:pt x="300" y="126"/>
                      <a:pt x="300" y="126"/>
                      <a:pt x="300" y="126"/>
                    </a:cubicBezTo>
                    <a:cubicBezTo>
                      <a:pt x="302" y="126"/>
                      <a:pt x="304" y="126"/>
                      <a:pt x="306" y="126"/>
                    </a:cubicBezTo>
                    <a:cubicBezTo>
                      <a:pt x="306" y="126"/>
                      <a:pt x="306" y="126"/>
                      <a:pt x="306" y="126"/>
                    </a:cubicBezTo>
                    <a:cubicBezTo>
                      <a:pt x="306" y="126"/>
                      <a:pt x="306" y="126"/>
                      <a:pt x="306" y="126"/>
                    </a:cubicBezTo>
                    <a:cubicBezTo>
                      <a:pt x="306" y="126"/>
                      <a:pt x="306" y="126"/>
                      <a:pt x="306" y="126"/>
                    </a:cubicBezTo>
                    <a:cubicBezTo>
                      <a:pt x="310" y="125"/>
                      <a:pt x="315" y="124"/>
                      <a:pt x="320" y="124"/>
                    </a:cubicBezTo>
                    <a:cubicBezTo>
                      <a:pt x="320" y="124"/>
                      <a:pt x="320" y="124"/>
                      <a:pt x="320" y="124"/>
                    </a:cubicBezTo>
                    <a:cubicBezTo>
                      <a:pt x="323" y="124"/>
                      <a:pt x="325" y="124"/>
                      <a:pt x="327" y="124"/>
                    </a:cubicBezTo>
                    <a:cubicBezTo>
                      <a:pt x="327" y="124"/>
                      <a:pt x="327" y="124"/>
                      <a:pt x="327" y="124"/>
                    </a:cubicBezTo>
                    <a:cubicBezTo>
                      <a:pt x="327" y="124"/>
                      <a:pt x="327" y="124"/>
                      <a:pt x="327" y="124"/>
                    </a:cubicBezTo>
                    <a:cubicBezTo>
                      <a:pt x="327" y="124"/>
                      <a:pt x="327" y="124"/>
                      <a:pt x="327" y="124"/>
                    </a:cubicBezTo>
                    <a:cubicBezTo>
                      <a:pt x="328" y="124"/>
                      <a:pt x="328" y="124"/>
                      <a:pt x="328" y="124"/>
                    </a:cubicBezTo>
                    <a:cubicBezTo>
                      <a:pt x="328" y="124"/>
                      <a:pt x="328" y="124"/>
                      <a:pt x="328" y="124"/>
                    </a:cubicBezTo>
                    <a:cubicBezTo>
                      <a:pt x="329" y="124"/>
                      <a:pt x="329" y="124"/>
                      <a:pt x="329" y="124"/>
                    </a:cubicBezTo>
                    <a:cubicBezTo>
                      <a:pt x="329" y="124"/>
                      <a:pt x="329" y="124"/>
                      <a:pt x="329" y="124"/>
                    </a:cubicBezTo>
                    <a:cubicBezTo>
                      <a:pt x="329" y="124"/>
                      <a:pt x="329" y="124"/>
                      <a:pt x="329" y="124"/>
                    </a:cubicBezTo>
                    <a:cubicBezTo>
                      <a:pt x="329" y="124"/>
                      <a:pt x="330" y="124"/>
                      <a:pt x="330" y="124"/>
                    </a:cubicBezTo>
                    <a:cubicBezTo>
                      <a:pt x="330" y="124"/>
                      <a:pt x="331" y="124"/>
                      <a:pt x="331" y="124"/>
                    </a:cubicBezTo>
                    <a:cubicBezTo>
                      <a:pt x="331" y="124"/>
                      <a:pt x="331" y="124"/>
                      <a:pt x="331" y="124"/>
                    </a:cubicBezTo>
                    <a:cubicBezTo>
                      <a:pt x="331" y="124"/>
                      <a:pt x="331" y="124"/>
                      <a:pt x="331" y="124"/>
                    </a:cubicBezTo>
                    <a:cubicBezTo>
                      <a:pt x="332" y="124"/>
                      <a:pt x="333" y="124"/>
                      <a:pt x="334" y="124"/>
                    </a:cubicBezTo>
                    <a:cubicBezTo>
                      <a:pt x="334" y="124"/>
                      <a:pt x="334" y="124"/>
                      <a:pt x="335" y="124"/>
                    </a:cubicBezTo>
                    <a:cubicBezTo>
                      <a:pt x="335" y="124"/>
                      <a:pt x="336" y="124"/>
                      <a:pt x="336" y="124"/>
                    </a:cubicBezTo>
                    <a:cubicBezTo>
                      <a:pt x="336" y="124"/>
                      <a:pt x="337" y="124"/>
                      <a:pt x="337" y="124"/>
                    </a:cubicBezTo>
                    <a:cubicBezTo>
                      <a:pt x="349" y="124"/>
                      <a:pt x="361" y="123"/>
                      <a:pt x="373" y="123"/>
                    </a:cubicBezTo>
                    <a:cubicBezTo>
                      <a:pt x="381" y="123"/>
                      <a:pt x="389" y="122"/>
                      <a:pt x="397" y="122"/>
                    </a:cubicBezTo>
                    <a:cubicBezTo>
                      <a:pt x="400" y="122"/>
                      <a:pt x="402" y="121"/>
                      <a:pt x="405" y="121"/>
                    </a:cubicBezTo>
                    <a:cubicBezTo>
                      <a:pt x="405" y="121"/>
                      <a:pt x="405" y="121"/>
                      <a:pt x="405" y="121"/>
                    </a:cubicBezTo>
                    <a:cubicBezTo>
                      <a:pt x="406" y="121"/>
                      <a:pt x="406" y="121"/>
                      <a:pt x="406" y="121"/>
                    </a:cubicBezTo>
                    <a:cubicBezTo>
                      <a:pt x="406" y="121"/>
                      <a:pt x="406" y="121"/>
                      <a:pt x="406" y="121"/>
                    </a:cubicBezTo>
                    <a:cubicBezTo>
                      <a:pt x="407" y="121"/>
                      <a:pt x="407" y="121"/>
                      <a:pt x="408" y="121"/>
                    </a:cubicBezTo>
                    <a:cubicBezTo>
                      <a:pt x="408" y="121"/>
                      <a:pt x="408" y="121"/>
                      <a:pt x="408" y="121"/>
                    </a:cubicBezTo>
                    <a:cubicBezTo>
                      <a:pt x="408" y="121"/>
                      <a:pt x="408" y="121"/>
                      <a:pt x="408" y="121"/>
                    </a:cubicBezTo>
                    <a:cubicBezTo>
                      <a:pt x="408" y="121"/>
                      <a:pt x="408" y="121"/>
                      <a:pt x="408" y="121"/>
                    </a:cubicBezTo>
                    <a:cubicBezTo>
                      <a:pt x="408" y="121"/>
                      <a:pt x="408" y="121"/>
                      <a:pt x="408" y="121"/>
                    </a:cubicBezTo>
                    <a:cubicBezTo>
                      <a:pt x="408" y="121"/>
                      <a:pt x="409" y="121"/>
                      <a:pt x="409" y="121"/>
                    </a:cubicBezTo>
                    <a:cubicBezTo>
                      <a:pt x="410" y="121"/>
                      <a:pt x="412" y="121"/>
                      <a:pt x="413" y="121"/>
                    </a:cubicBezTo>
                    <a:cubicBezTo>
                      <a:pt x="413" y="121"/>
                      <a:pt x="413" y="121"/>
                      <a:pt x="413" y="121"/>
                    </a:cubicBezTo>
                    <a:cubicBezTo>
                      <a:pt x="414" y="121"/>
                      <a:pt x="414" y="120"/>
                      <a:pt x="414" y="119"/>
                    </a:cubicBezTo>
                    <a:cubicBezTo>
                      <a:pt x="414" y="118"/>
                      <a:pt x="414" y="118"/>
                      <a:pt x="414" y="117"/>
                    </a:cubicBezTo>
                    <a:cubicBezTo>
                      <a:pt x="414" y="116"/>
                      <a:pt x="414" y="114"/>
                      <a:pt x="414" y="112"/>
                    </a:cubicBezTo>
                    <a:cubicBezTo>
                      <a:pt x="414" y="110"/>
                      <a:pt x="414" y="108"/>
                      <a:pt x="414" y="105"/>
                    </a:cubicBezTo>
                    <a:cubicBezTo>
                      <a:pt x="415" y="105"/>
                      <a:pt x="416" y="105"/>
                      <a:pt x="417" y="105"/>
                    </a:cubicBezTo>
                    <a:cubicBezTo>
                      <a:pt x="418" y="105"/>
                      <a:pt x="419" y="105"/>
                      <a:pt x="419" y="105"/>
                    </a:cubicBezTo>
                    <a:cubicBezTo>
                      <a:pt x="419" y="105"/>
                      <a:pt x="419" y="105"/>
                      <a:pt x="419" y="105"/>
                    </a:cubicBezTo>
                    <a:cubicBezTo>
                      <a:pt x="419" y="105"/>
                      <a:pt x="419" y="105"/>
                      <a:pt x="419" y="105"/>
                    </a:cubicBezTo>
                    <a:cubicBezTo>
                      <a:pt x="419" y="105"/>
                      <a:pt x="419" y="105"/>
                      <a:pt x="419" y="105"/>
                    </a:cubicBezTo>
                    <a:cubicBezTo>
                      <a:pt x="419" y="105"/>
                      <a:pt x="419" y="105"/>
                      <a:pt x="419" y="105"/>
                    </a:cubicBezTo>
                    <a:cubicBezTo>
                      <a:pt x="420" y="105"/>
                      <a:pt x="420" y="105"/>
                      <a:pt x="421" y="105"/>
                    </a:cubicBezTo>
                    <a:cubicBezTo>
                      <a:pt x="422" y="105"/>
                      <a:pt x="422" y="105"/>
                      <a:pt x="423" y="105"/>
                    </a:cubicBezTo>
                    <a:cubicBezTo>
                      <a:pt x="423" y="105"/>
                      <a:pt x="423" y="105"/>
                      <a:pt x="423" y="105"/>
                    </a:cubicBezTo>
                    <a:cubicBezTo>
                      <a:pt x="425" y="106"/>
                      <a:pt x="428" y="106"/>
                      <a:pt x="431" y="106"/>
                    </a:cubicBezTo>
                    <a:cubicBezTo>
                      <a:pt x="443" y="107"/>
                      <a:pt x="455" y="107"/>
                      <a:pt x="467" y="107"/>
                    </a:cubicBezTo>
                    <a:cubicBezTo>
                      <a:pt x="477" y="108"/>
                      <a:pt x="487" y="109"/>
                      <a:pt x="497" y="110"/>
                    </a:cubicBezTo>
                    <a:cubicBezTo>
                      <a:pt x="504" y="111"/>
                      <a:pt x="511" y="112"/>
                      <a:pt x="518" y="113"/>
                    </a:cubicBezTo>
                    <a:cubicBezTo>
                      <a:pt x="522" y="113"/>
                      <a:pt x="526" y="114"/>
                      <a:pt x="530" y="115"/>
                    </a:cubicBezTo>
                    <a:cubicBezTo>
                      <a:pt x="531" y="115"/>
                      <a:pt x="532" y="116"/>
                      <a:pt x="533" y="117"/>
                    </a:cubicBezTo>
                    <a:cubicBezTo>
                      <a:pt x="533" y="117"/>
                      <a:pt x="533" y="117"/>
                      <a:pt x="533" y="117"/>
                    </a:cubicBezTo>
                    <a:cubicBezTo>
                      <a:pt x="533" y="117"/>
                      <a:pt x="533" y="117"/>
                      <a:pt x="533" y="117"/>
                    </a:cubicBezTo>
                    <a:cubicBezTo>
                      <a:pt x="530" y="120"/>
                      <a:pt x="526" y="121"/>
                      <a:pt x="523" y="122"/>
                    </a:cubicBezTo>
                    <a:cubicBezTo>
                      <a:pt x="519" y="123"/>
                      <a:pt x="514" y="123"/>
                      <a:pt x="510" y="124"/>
                    </a:cubicBezTo>
                    <a:cubicBezTo>
                      <a:pt x="499" y="125"/>
                      <a:pt x="488" y="127"/>
                      <a:pt x="478" y="128"/>
                    </a:cubicBezTo>
                    <a:cubicBezTo>
                      <a:pt x="473" y="128"/>
                      <a:pt x="468" y="129"/>
                      <a:pt x="464" y="129"/>
                    </a:cubicBezTo>
                    <a:cubicBezTo>
                      <a:pt x="454" y="130"/>
                      <a:pt x="444" y="130"/>
                      <a:pt x="435" y="131"/>
                    </a:cubicBezTo>
                    <a:cubicBezTo>
                      <a:pt x="426" y="132"/>
                      <a:pt x="417" y="133"/>
                      <a:pt x="408" y="133"/>
                    </a:cubicBezTo>
                    <a:cubicBezTo>
                      <a:pt x="407" y="133"/>
                      <a:pt x="406" y="133"/>
                      <a:pt x="405" y="133"/>
                    </a:cubicBezTo>
                    <a:cubicBezTo>
                      <a:pt x="392" y="134"/>
                      <a:pt x="379" y="134"/>
                      <a:pt x="366" y="135"/>
                    </a:cubicBezTo>
                    <a:cubicBezTo>
                      <a:pt x="356" y="135"/>
                      <a:pt x="347" y="135"/>
                      <a:pt x="337" y="136"/>
                    </a:cubicBezTo>
                    <a:cubicBezTo>
                      <a:pt x="322" y="136"/>
                      <a:pt x="306" y="136"/>
                      <a:pt x="290" y="137"/>
                    </a:cubicBezTo>
                    <a:cubicBezTo>
                      <a:pt x="290" y="137"/>
                      <a:pt x="290" y="137"/>
                      <a:pt x="290" y="137"/>
                    </a:cubicBezTo>
                    <a:cubicBezTo>
                      <a:pt x="290" y="137"/>
                      <a:pt x="289" y="137"/>
                      <a:pt x="289" y="137"/>
                    </a:cubicBezTo>
                    <a:cubicBezTo>
                      <a:pt x="289" y="137"/>
                      <a:pt x="289" y="137"/>
                      <a:pt x="289" y="137"/>
                    </a:cubicBezTo>
                    <a:cubicBezTo>
                      <a:pt x="288" y="137"/>
                      <a:pt x="287" y="137"/>
                      <a:pt x="286" y="137"/>
                    </a:cubicBezTo>
                    <a:cubicBezTo>
                      <a:pt x="286" y="137"/>
                      <a:pt x="285" y="137"/>
                      <a:pt x="285" y="137"/>
                    </a:cubicBezTo>
                    <a:cubicBezTo>
                      <a:pt x="285" y="137"/>
                      <a:pt x="284" y="137"/>
                      <a:pt x="284" y="137"/>
                    </a:cubicBezTo>
                    <a:cubicBezTo>
                      <a:pt x="266" y="138"/>
                      <a:pt x="248" y="138"/>
                      <a:pt x="231" y="138"/>
                    </a:cubicBezTo>
                    <a:cubicBezTo>
                      <a:pt x="231" y="138"/>
                      <a:pt x="231" y="138"/>
                      <a:pt x="231" y="138"/>
                    </a:cubicBezTo>
                    <a:cubicBezTo>
                      <a:pt x="231" y="138"/>
                      <a:pt x="231" y="138"/>
                      <a:pt x="231" y="138"/>
                    </a:cubicBezTo>
                    <a:cubicBezTo>
                      <a:pt x="231" y="138"/>
                      <a:pt x="231" y="138"/>
                      <a:pt x="231" y="138"/>
                    </a:cubicBezTo>
                    <a:cubicBezTo>
                      <a:pt x="231" y="138"/>
                      <a:pt x="231" y="138"/>
                      <a:pt x="230" y="138"/>
                    </a:cubicBezTo>
                    <a:cubicBezTo>
                      <a:pt x="219" y="138"/>
                      <a:pt x="207" y="138"/>
                      <a:pt x="195" y="138"/>
                    </a:cubicBezTo>
                    <a:cubicBezTo>
                      <a:pt x="195" y="138"/>
                      <a:pt x="195" y="138"/>
                      <a:pt x="195" y="138"/>
                    </a:cubicBezTo>
                    <a:cubicBezTo>
                      <a:pt x="194" y="138"/>
                      <a:pt x="193" y="138"/>
                      <a:pt x="192" y="138"/>
                    </a:cubicBezTo>
                    <a:cubicBezTo>
                      <a:pt x="181" y="137"/>
                      <a:pt x="171" y="137"/>
                      <a:pt x="160" y="137"/>
                    </a:cubicBezTo>
                    <a:cubicBezTo>
                      <a:pt x="160" y="137"/>
                      <a:pt x="160" y="137"/>
                      <a:pt x="160" y="137"/>
                    </a:cubicBezTo>
                    <a:cubicBezTo>
                      <a:pt x="160" y="137"/>
                      <a:pt x="160" y="137"/>
                      <a:pt x="160" y="137"/>
                    </a:cubicBezTo>
                    <a:cubicBezTo>
                      <a:pt x="159" y="137"/>
                      <a:pt x="159" y="137"/>
                      <a:pt x="158" y="137"/>
                    </a:cubicBezTo>
                    <a:cubicBezTo>
                      <a:pt x="158" y="137"/>
                      <a:pt x="158" y="137"/>
                      <a:pt x="158" y="137"/>
                    </a:cubicBezTo>
                    <a:cubicBezTo>
                      <a:pt x="158" y="137"/>
                      <a:pt x="158" y="137"/>
                      <a:pt x="158" y="137"/>
                    </a:cubicBezTo>
                    <a:cubicBezTo>
                      <a:pt x="158" y="137"/>
                      <a:pt x="158" y="137"/>
                      <a:pt x="158" y="137"/>
                    </a:cubicBezTo>
                    <a:cubicBezTo>
                      <a:pt x="158" y="137"/>
                      <a:pt x="158" y="137"/>
                      <a:pt x="158" y="137"/>
                    </a:cubicBezTo>
                    <a:cubicBezTo>
                      <a:pt x="158" y="137"/>
                      <a:pt x="158" y="137"/>
                      <a:pt x="158" y="137"/>
                    </a:cubicBezTo>
                    <a:cubicBezTo>
                      <a:pt x="147" y="137"/>
                      <a:pt x="136" y="137"/>
                      <a:pt x="126" y="137"/>
                    </a:cubicBezTo>
                    <a:cubicBezTo>
                      <a:pt x="124" y="137"/>
                      <a:pt x="123" y="137"/>
                      <a:pt x="121" y="137"/>
                    </a:cubicBezTo>
                    <a:cubicBezTo>
                      <a:pt x="120" y="137"/>
                      <a:pt x="120" y="137"/>
                      <a:pt x="119" y="137"/>
                    </a:cubicBezTo>
                    <a:cubicBezTo>
                      <a:pt x="119" y="137"/>
                      <a:pt x="118" y="136"/>
                      <a:pt x="117" y="136"/>
                    </a:cubicBezTo>
                    <a:cubicBezTo>
                      <a:pt x="116" y="136"/>
                      <a:pt x="115" y="136"/>
                      <a:pt x="114" y="136"/>
                    </a:cubicBezTo>
                    <a:cubicBezTo>
                      <a:pt x="114" y="136"/>
                      <a:pt x="114" y="136"/>
                      <a:pt x="114" y="136"/>
                    </a:cubicBezTo>
                    <a:cubicBezTo>
                      <a:pt x="105" y="136"/>
                      <a:pt x="96" y="136"/>
                      <a:pt x="88" y="135"/>
                    </a:cubicBezTo>
                    <a:cubicBezTo>
                      <a:pt x="80" y="135"/>
                      <a:pt x="73" y="134"/>
                      <a:pt x="65" y="134"/>
                    </a:cubicBezTo>
                    <a:cubicBezTo>
                      <a:pt x="64" y="134"/>
                      <a:pt x="64" y="134"/>
                      <a:pt x="64" y="134"/>
                    </a:cubicBezTo>
                    <a:cubicBezTo>
                      <a:pt x="64" y="134"/>
                      <a:pt x="64" y="134"/>
                      <a:pt x="64" y="134"/>
                    </a:cubicBezTo>
                    <a:cubicBezTo>
                      <a:pt x="64" y="134"/>
                      <a:pt x="64" y="134"/>
                      <a:pt x="64" y="134"/>
                    </a:cubicBezTo>
                    <a:cubicBezTo>
                      <a:pt x="62" y="134"/>
                      <a:pt x="61" y="134"/>
                      <a:pt x="60" y="134"/>
                    </a:cubicBezTo>
                    <a:cubicBezTo>
                      <a:pt x="60" y="134"/>
                      <a:pt x="60" y="134"/>
                      <a:pt x="60" y="134"/>
                    </a:cubicBezTo>
                    <a:cubicBezTo>
                      <a:pt x="60" y="134"/>
                      <a:pt x="60" y="134"/>
                      <a:pt x="60" y="134"/>
                    </a:cubicBezTo>
                    <a:cubicBezTo>
                      <a:pt x="60" y="134"/>
                      <a:pt x="60" y="134"/>
                      <a:pt x="60" y="134"/>
                    </a:cubicBezTo>
                    <a:cubicBezTo>
                      <a:pt x="60" y="134"/>
                      <a:pt x="60" y="134"/>
                      <a:pt x="60" y="134"/>
                    </a:cubicBezTo>
                    <a:cubicBezTo>
                      <a:pt x="51" y="134"/>
                      <a:pt x="42" y="132"/>
                      <a:pt x="34" y="132"/>
                    </a:cubicBezTo>
                    <a:cubicBezTo>
                      <a:pt x="34" y="132"/>
                      <a:pt x="34" y="132"/>
                      <a:pt x="33" y="132"/>
                    </a:cubicBezTo>
                    <a:cubicBezTo>
                      <a:pt x="33" y="132"/>
                      <a:pt x="33" y="132"/>
                      <a:pt x="33" y="132"/>
                    </a:cubicBezTo>
                    <a:cubicBezTo>
                      <a:pt x="32" y="131"/>
                      <a:pt x="30" y="131"/>
                      <a:pt x="29" y="131"/>
                    </a:cubicBezTo>
                    <a:cubicBezTo>
                      <a:pt x="22" y="131"/>
                      <a:pt x="15" y="129"/>
                      <a:pt x="8" y="127"/>
                    </a:cubicBezTo>
                    <a:cubicBezTo>
                      <a:pt x="7" y="127"/>
                      <a:pt x="6" y="126"/>
                      <a:pt x="5" y="125"/>
                    </a:cubicBezTo>
                    <a:cubicBezTo>
                      <a:pt x="5" y="125"/>
                      <a:pt x="5" y="125"/>
                      <a:pt x="5" y="125"/>
                    </a:cubicBezTo>
                    <a:cubicBezTo>
                      <a:pt x="5" y="125"/>
                      <a:pt x="5" y="125"/>
                      <a:pt x="5" y="125"/>
                    </a:cubicBezTo>
                    <a:cubicBezTo>
                      <a:pt x="5" y="123"/>
                      <a:pt x="7" y="123"/>
                      <a:pt x="8" y="122"/>
                    </a:cubicBezTo>
                    <a:cubicBezTo>
                      <a:pt x="13" y="121"/>
                      <a:pt x="17" y="120"/>
                      <a:pt x="22" y="119"/>
                    </a:cubicBezTo>
                    <a:cubicBezTo>
                      <a:pt x="34" y="117"/>
                      <a:pt x="46" y="115"/>
                      <a:pt x="58" y="114"/>
                    </a:cubicBezTo>
                    <a:cubicBezTo>
                      <a:pt x="68" y="114"/>
                      <a:pt x="78" y="112"/>
                      <a:pt x="87" y="112"/>
                    </a:cubicBezTo>
                    <a:cubicBezTo>
                      <a:pt x="93" y="111"/>
                      <a:pt x="99" y="111"/>
                      <a:pt x="105" y="110"/>
                    </a:cubicBezTo>
                    <a:cubicBezTo>
                      <a:pt x="115" y="110"/>
                      <a:pt x="125" y="109"/>
                      <a:pt x="135" y="108"/>
                    </a:cubicBezTo>
                    <a:cubicBezTo>
                      <a:pt x="146" y="108"/>
                      <a:pt x="156" y="108"/>
                      <a:pt x="167" y="107"/>
                    </a:cubicBezTo>
                    <a:cubicBezTo>
                      <a:pt x="180" y="107"/>
                      <a:pt x="194" y="106"/>
                      <a:pt x="207" y="105"/>
                    </a:cubicBezTo>
                    <a:cubicBezTo>
                      <a:pt x="208" y="105"/>
                      <a:pt x="209" y="105"/>
                      <a:pt x="210" y="105"/>
                    </a:cubicBezTo>
                    <a:cubicBezTo>
                      <a:pt x="224" y="105"/>
                      <a:pt x="238" y="105"/>
                      <a:pt x="251" y="105"/>
                    </a:cubicBezTo>
                    <a:cubicBezTo>
                      <a:pt x="252" y="105"/>
                      <a:pt x="252" y="105"/>
                      <a:pt x="252" y="105"/>
                    </a:cubicBezTo>
                    <a:cubicBezTo>
                      <a:pt x="253" y="105"/>
                      <a:pt x="253" y="105"/>
                      <a:pt x="253" y="105"/>
                    </a:cubicBezTo>
                    <a:cubicBezTo>
                      <a:pt x="253" y="105"/>
                      <a:pt x="253" y="105"/>
                      <a:pt x="253" y="105"/>
                    </a:cubicBezTo>
                    <a:cubicBezTo>
                      <a:pt x="253" y="105"/>
                      <a:pt x="253" y="105"/>
                      <a:pt x="253" y="105"/>
                    </a:cubicBezTo>
                    <a:moveTo>
                      <a:pt x="298" y="104"/>
                    </a:moveTo>
                    <a:cubicBezTo>
                      <a:pt x="298" y="104"/>
                      <a:pt x="298" y="104"/>
                      <a:pt x="298" y="104"/>
                    </a:cubicBezTo>
                    <a:cubicBezTo>
                      <a:pt x="298" y="104"/>
                      <a:pt x="298" y="104"/>
                      <a:pt x="298" y="104"/>
                    </a:cubicBezTo>
                    <a:cubicBezTo>
                      <a:pt x="299" y="104"/>
                      <a:pt x="299" y="104"/>
                      <a:pt x="300" y="104"/>
                    </a:cubicBezTo>
                    <a:cubicBezTo>
                      <a:pt x="300" y="104"/>
                      <a:pt x="301" y="104"/>
                      <a:pt x="301" y="104"/>
                    </a:cubicBezTo>
                    <a:cubicBezTo>
                      <a:pt x="301" y="104"/>
                      <a:pt x="301" y="104"/>
                      <a:pt x="301" y="104"/>
                    </a:cubicBezTo>
                    <a:cubicBezTo>
                      <a:pt x="302" y="105"/>
                      <a:pt x="302" y="106"/>
                      <a:pt x="302" y="108"/>
                    </a:cubicBezTo>
                    <a:cubicBezTo>
                      <a:pt x="302" y="109"/>
                      <a:pt x="302" y="110"/>
                      <a:pt x="302" y="112"/>
                    </a:cubicBezTo>
                    <a:cubicBezTo>
                      <a:pt x="302" y="112"/>
                      <a:pt x="302" y="112"/>
                      <a:pt x="302" y="112"/>
                    </a:cubicBezTo>
                    <a:cubicBezTo>
                      <a:pt x="302" y="112"/>
                      <a:pt x="302" y="112"/>
                      <a:pt x="302" y="112"/>
                    </a:cubicBezTo>
                    <a:cubicBezTo>
                      <a:pt x="302" y="112"/>
                      <a:pt x="302" y="112"/>
                      <a:pt x="302" y="112"/>
                    </a:cubicBezTo>
                    <a:cubicBezTo>
                      <a:pt x="299" y="112"/>
                      <a:pt x="296" y="112"/>
                      <a:pt x="294" y="113"/>
                    </a:cubicBezTo>
                    <a:cubicBezTo>
                      <a:pt x="294" y="113"/>
                      <a:pt x="294" y="113"/>
                      <a:pt x="294" y="113"/>
                    </a:cubicBezTo>
                    <a:cubicBezTo>
                      <a:pt x="294" y="113"/>
                      <a:pt x="294" y="113"/>
                      <a:pt x="294" y="113"/>
                    </a:cubicBezTo>
                    <a:cubicBezTo>
                      <a:pt x="294" y="113"/>
                      <a:pt x="294" y="113"/>
                      <a:pt x="294" y="113"/>
                    </a:cubicBezTo>
                    <a:cubicBezTo>
                      <a:pt x="294" y="113"/>
                      <a:pt x="294" y="113"/>
                      <a:pt x="294" y="113"/>
                    </a:cubicBezTo>
                    <a:cubicBezTo>
                      <a:pt x="294" y="113"/>
                      <a:pt x="294" y="113"/>
                      <a:pt x="294" y="113"/>
                    </a:cubicBezTo>
                    <a:cubicBezTo>
                      <a:pt x="294" y="114"/>
                      <a:pt x="294" y="114"/>
                      <a:pt x="294" y="114"/>
                    </a:cubicBezTo>
                    <a:cubicBezTo>
                      <a:pt x="294" y="114"/>
                      <a:pt x="294" y="114"/>
                      <a:pt x="294" y="114"/>
                    </a:cubicBezTo>
                    <a:cubicBezTo>
                      <a:pt x="295" y="115"/>
                      <a:pt x="296" y="115"/>
                      <a:pt x="297" y="115"/>
                    </a:cubicBezTo>
                    <a:cubicBezTo>
                      <a:pt x="297" y="115"/>
                      <a:pt x="298" y="115"/>
                      <a:pt x="298" y="115"/>
                    </a:cubicBezTo>
                    <a:cubicBezTo>
                      <a:pt x="298" y="115"/>
                      <a:pt x="298" y="115"/>
                      <a:pt x="298" y="115"/>
                    </a:cubicBezTo>
                    <a:cubicBezTo>
                      <a:pt x="298" y="115"/>
                      <a:pt x="298" y="115"/>
                      <a:pt x="298" y="115"/>
                    </a:cubicBezTo>
                    <a:cubicBezTo>
                      <a:pt x="298" y="115"/>
                      <a:pt x="298" y="115"/>
                      <a:pt x="298" y="115"/>
                    </a:cubicBezTo>
                    <a:cubicBezTo>
                      <a:pt x="299" y="115"/>
                      <a:pt x="300" y="115"/>
                      <a:pt x="300" y="115"/>
                    </a:cubicBezTo>
                    <a:cubicBezTo>
                      <a:pt x="300" y="115"/>
                      <a:pt x="300" y="115"/>
                      <a:pt x="300" y="115"/>
                    </a:cubicBezTo>
                    <a:cubicBezTo>
                      <a:pt x="300" y="115"/>
                      <a:pt x="300" y="115"/>
                      <a:pt x="300" y="115"/>
                    </a:cubicBezTo>
                    <a:cubicBezTo>
                      <a:pt x="300" y="115"/>
                      <a:pt x="300" y="115"/>
                      <a:pt x="300" y="115"/>
                    </a:cubicBezTo>
                    <a:cubicBezTo>
                      <a:pt x="300" y="115"/>
                      <a:pt x="300" y="115"/>
                      <a:pt x="300" y="115"/>
                    </a:cubicBezTo>
                    <a:cubicBezTo>
                      <a:pt x="301" y="115"/>
                      <a:pt x="301" y="115"/>
                      <a:pt x="302" y="115"/>
                    </a:cubicBezTo>
                    <a:cubicBezTo>
                      <a:pt x="302" y="117"/>
                      <a:pt x="302" y="120"/>
                      <a:pt x="303" y="122"/>
                    </a:cubicBezTo>
                    <a:cubicBezTo>
                      <a:pt x="303" y="122"/>
                      <a:pt x="303" y="122"/>
                      <a:pt x="303" y="122"/>
                    </a:cubicBezTo>
                    <a:cubicBezTo>
                      <a:pt x="303" y="122"/>
                      <a:pt x="303" y="122"/>
                      <a:pt x="303" y="122"/>
                    </a:cubicBezTo>
                    <a:cubicBezTo>
                      <a:pt x="303" y="122"/>
                      <a:pt x="302" y="122"/>
                      <a:pt x="302" y="122"/>
                    </a:cubicBezTo>
                    <a:cubicBezTo>
                      <a:pt x="302" y="122"/>
                      <a:pt x="302" y="122"/>
                      <a:pt x="302" y="122"/>
                    </a:cubicBezTo>
                    <a:cubicBezTo>
                      <a:pt x="302" y="122"/>
                      <a:pt x="302" y="122"/>
                      <a:pt x="302" y="122"/>
                    </a:cubicBezTo>
                    <a:cubicBezTo>
                      <a:pt x="302" y="122"/>
                      <a:pt x="302" y="122"/>
                      <a:pt x="302" y="122"/>
                    </a:cubicBezTo>
                    <a:cubicBezTo>
                      <a:pt x="302" y="123"/>
                      <a:pt x="301" y="123"/>
                      <a:pt x="300" y="123"/>
                    </a:cubicBezTo>
                    <a:cubicBezTo>
                      <a:pt x="300" y="123"/>
                      <a:pt x="300" y="123"/>
                      <a:pt x="300" y="123"/>
                    </a:cubicBezTo>
                    <a:cubicBezTo>
                      <a:pt x="300" y="123"/>
                      <a:pt x="300" y="123"/>
                      <a:pt x="300" y="123"/>
                    </a:cubicBezTo>
                    <a:cubicBezTo>
                      <a:pt x="300" y="123"/>
                      <a:pt x="300" y="123"/>
                      <a:pt x="300" y="123"/>
                    </a:cubicBezTo>
                    <a:cubicBezTo>
                      <a:pt x="300" y="123"/>
                      <a:pt x="300" y="123"/>
                      <a:pt x="300" y="123"/>
                    </a:cubicBezTo>
                    <a:cubicBezTo>
                      <a:pt x="299" y="123"/>
                      <a:pt x="298" y="123"/>
                      <a:pt x="297" y="122"/>
                    </a:cubicBezTo>
                    <a:cubicBezTo>
                      <a:pt x="297" y="122"/>
                      <a:pt x="297" y="122"/>
                      <a:pt x="297" y="122"/>
                    </a:cubicBezTo>
                    <a:cubicBezTo>
                      <a:pt x="290" y="121"/>
                      <a:pt x="283" y="120"/>
                      <a:pt x="277" y="118"/>
                    </a:cubicBezTo>
                    <a:cubicBezTo>
                      <a:pt x="274" y="118"/>
                      <a:pt x="271" y="117"/>
                      <a:pt x="268" y="117"/>
                    </a:cubicBezTo>
                    <a:cubicBezTo>
                      <a:pt x="268" y="117"/>
                      <a:pt x="268" y="117"/>
                      <a:pt x="268" y="117"/>
                    </a:cubicBezTo>
                    <a:cubicBezTo>
                      <a:pt x="268" y="117"/>
                      <a:pt x="268" y="117"/>
                      <a:pt x="268" y="117"/>
                    </a:cubicBezTo>
                    <a:cubicBezTo>
                      <a:pt x="268" y="117"/>
                      <a:pt x="268" y="117"/>
                      <a:pt x="268" y="117"/>
                    </a:cubicBezTo>
                    <a:cubicBezTo>
                      <a:pt x="268" y="117"/>
                      <a:pt x="268" y="117"/>
                      <a:pt x="268" y="117"/>
                    </a:cubicBezTo>
                    <a:cubicBezTo>
                      <a:pt x="262" y="116"/>
                      <a:pt x="262" y="116"/>
                      <a:pt x="262" y="111"/>
                    </a:cubicBezTo>
                    <a:cubicBezTo>
                      <a:pt x="262" y="110"/>
                      <a:pt x="262" y="109"/>
                      <a:pt x="262" y="109"/>
                    </a:cubicBezTo>
                    <a:cubicBezTo>
                      <a:pt x="262" y="108"/>
                      <a:pt x="262" y="107"/>
                      <a:pt x="262" y="106"/>
                    </a:cubicBezTo>
                    <a:cubicBezTo>
                      <a:pt x="263" y="105"/>
                      <a:pt x="263" y="105"/>
                      <a:pt x="264" y="105"/>
                    </a:cubicBezTo>
                    <a:cubicBezTo>
                      <a:pt x="275" y="105"/>
                      <a:pt x="287" y="104"/>
                      <a:pt x="298" y="104"/>
                    </a:cubicBezTo>
                    <a:cubicBezTo>
                      <a:pt x="298" y="104"/>
                      <a:pt x="298" y="104"/>
                      <a:pt x="298" y="104"/>
                    </a:cubicBezTo>
                    <a:cubicBezTo>
                      <a:pt x="298" y="104"/>
                      <a:pt x="298" y="104"/>
                      <a:pt x="298" y="104"/>
                    </a:cubicBezTo>
                    <a:cubicBezTo>
                      <a:pt x="298" y="104"/>
                      <a:pt x="298" y="104"/>
                      <a:pt x="298" y="104"/>
                    </a:cubicBezTo>
                    <a:cubicBezTo>
                      <a:pt x="298" y="104"/>
                      <a:pt x="298" y="104"/>
                      <a:pt x="298" y="104"/>
                    </a:cubicBezTo>
                    <a:moveTo>
                      <a:pt x="326" y="104"/>
                    </a:moveTo>
                    <a:cubicBezTo>
                      <a:pt x="326" y="104"/>
                      <a:pt x="326" y="104"/>
                      <a:pt x="326" y="104"/>
                    </a:cubicBezTo>
                    <a:cubicBezTo>
                      <a:pt x="326" y="104"/>
                      <a:pt x="326" y="104"/>
                      <a:pt x="326" y="104"/>
                    </a:cubicBezTo>
                    <a:cubicBezTo>
                      <a:pt x="337" y="104"/>
                      <a:pt x="347" y="104"/>
                      <a:pt x="358" y="104"/>
                    </a:cubicBezTo>
                    <a:cubicBezTo>
                      <a:pt x="359" y="104"/>
                      <a:pt x="359" y="104"/>
                      <a:pt x="360" y="104"/>
                    </a:cubicBezTo>
                    <a:cubicBezTo>
                      <a:pt x="360" y="104"/>
                      <a:pt x="360" y="104"/>
                      <a:pt x="361" y="104"/>
                    </a:cubicBezTo>
                    <a:cubicBezTo>
                      <a:pt x="362" y="105"/>
                      <a:pt x="362" y="105"/>
                      <a:pt x="363" y="105"/>
                    </a:cubicBezTo>
                    <a:cubicBezTo>
                      <a:pt x="363" y="105"/>
                      <a:pt x="363" y="105"/>
                      <a:pt x="363" y="105"/>
                    </a:cubicBezTo>
                    <a:cubicBezTo>
                      <a:pt x="363" y="105"/>
                      <a:pt x="363" y="105"/>
                      <a:pt x="363" y="105"/>
                    </a:cubicBezTo>
                    <a:cubicBezTo>
                      <a:pt x="364" y="105"/>
                      <a:pt x="364" y="105"/>
                      <a:pt x="364" y="105"/>
                    </a:cubicBezTo>
                    <a:cubicBezTo>
                      <a:pt x="366" y="105"/>
                      <a:pt x="367" y="105"/>
                      <a:pt x="369" y="105"/>
                    </a:cubicBezTo>
                    <a:cubicBezTo>
                      <a:pt x="369" y="105"/>
                      <a:pt x="369" y="105"/>
                      <a:pt x="369" y="105"/>
                    </a:cubicBezTo>
                    <a:cubicBezTo>
                      <a:pt x="379" y="105"/>
                      <a:pt x="390" y="105"/>
                      <a:pt x="401" y="105"/>
                    </a:cubicBezTo>
                    <a:cubicBezTo>
                      <a:pt x="401" y="105"/>
                      <a:pt x="401" y="105"/>
                      <a:pt x="401" y="105"/>
                    </a:cubicBezTo>
                    <a:cubicBezTo>
                      <a:pt x="401" y="105"/>
                      <a:pt x="401" y="105"/>
                      <a:pt x="401" y="105"/>
                    </a:cubicBezTo>
                    <a:cubicBezTo>
                      <a:pt x="404" y="105"/>
                      <a:pt x="407" y="105"/>
                      <a:pt x="409" y="105"/>
                    </a:cubicBezTo>
                    <a:cubicBezTo>
                      <a:pt x="409" y="105"/>
                      <a:pt x="409" y="105"/>
                      <a:pt x="409" y="105"/>
                    </a:cubicBezTo>
                    <a:cubicBezTo>
                      <a:pt x="409" y="109"/>
                      <a:pt x="409" y="113"/>
                      <a:pt x="409" y="117"/>
                    </a:cubicBezTo>
                    <a:cubicBezTo>
                      <a:pt x="409" y="117"/>
                      <a:pt x="409" y="117"/>
                      <a:pt x="409" y="117"/>
                    </a:cubicBezTo>
                    <a:cubicBezTo>
                      <a:pt x="409" y="117"/>
                      <a:pt x="409" y="117"/>
                      <a:pt x="409" y="117"/>
                    </a:cubicBezTo>
                    <a:cubicBezTo>
                      <a:pt x="405" y="118"/>
                      <a:pt x="401" y="118"/>
                      <a:pt x="396" y="118"/>
                    </a:cubicBezTo>
                    <a:cubicBezTo>
                      <a:pt x="396" y="118"/>
                      <a:pt x="396" y="118"/>
                      <a:pt x="396" y="118"/>
                    </a:cubicBezTo>
                    <a:cubicBezTo>
                      <a:pt x="396" y="118"/>
                      <a:pt x="396" y="118"/>
                      <a:pt x="396" y="118"/>
                    </a:cubicBezTo>
                    <a:cubicBezTo>
                      <a:pt x="394" y="119"/>
                      <a:pt x="393" y="119"/>
                      <a:pt x="391" y="119"/>
                    </a:cubicBezTo>
                    <a:cubicBezTo>
                      <a:pt x="391" y="119"/>
                      <a:pt x="391" y="119"/>
                      <a:pt x="391" y="119"/>
                    </a:cubicBezTo>
                    <a:cubicBezTo>
                      <a:pt x="391" y="119"/>
                      <a:pt x="391" y="119"/>
                      <a:pt x="391" y="119"/>
                    </a:cubicBezTo>
                    <a:cubicBezTo>
                      <a:pt x="391" y="119"/>
                      <a:pt x="391" y="119"/>
                      <a:pt x="391" y="119"/>
                    </a:cubicBezTo>
                    <a:cubicBezTo>
                      <a:pt x="390" y="119"/>
                      <a:pt x="389" y="119"/>
                      <a:pt x="389" y="119"/>
                    </a:cubicBezTo>
                    <a:cubicBezTo>
                      <a:pt x="388" y="119"/>
                      <a:pt x="387" y="119"/>
                      <a:pt x="386" y="119"/>
                    </a:cubicBezTo>
                    <a:cubicBezTo>
                      <a:pt x="386" y="119"/>
                      <a:pt x="385" y="119"/>
                      <a:pt x="385" y="119"/>
                    </a:cubicBezTo>
                    <a:cubicBezTo>
                      <a:pt x="385" y="119"/>
                      <a:pt x="384" y="119"/>
                      <a:pt x="384" y="119"/>
                    </a:cubicBezTo>
                    <a:cubicBezTo>
                      <a:pt x="384" y="119"/>
                      <a:pt x="383" y="119"/>
                      <a:pt x="383" y="119"/>
                    </a:cubicBezTo>
                    <a:cubicBezTo>
                      <a:pt x="383" y="119"/>
                      <a:pt x="383" y="119"/>
                      <a:pt x="383" y="119"/>
                    </a:cubicBezTo>
                    <a:cubicBezTo>
                      <a:pt x="371" y="119"/>
                      <a:pt x="359" y="119"/>
                      <a:pt x="347" y="120"/>
                    </a:cubicBezTo>
                    <a:cubicBezTo>
                      <a:pt x="339" y="120"/>
                      <a:pt x="331" y="120"/>
                      <a:pt x="323" y="121"/>
                    </a:cubicBezTo>
                    <a:cubicBezTo>
                      <a:pt x="317" y="121"/>
                      <a:pt x="312" y="122"/>
                      <a:pt x="306" y="122"/>
                    </a:cubicBezTo>
                    <a:cubicBezTo>
                      <a:pt x="306" y="120"/>
                      <a:pt x="305" y="116"/>
                      <a:pt x="305" y="113"/>
                    </a:cubicBezTo>
                    <a:cubicBezTo>
                      <a:pt x="305" y="110"/>
                      <a:pt x="305" y="107"/>
                      <a:pt x="306" y="104"/>
                    </a:cubicBezTo>
                    <a:cubicBezTo>
                      <a:pt x="306" y="104"/>
                      <a:pt x="306" y="104"/>
                      <a:pt x="306" y="104"/>
                    </a:cubicBezTo>
                    <a:cubicBezTo>
                      <a:pt x="306" y="104"/>
                      <a:pt x="306" y="104"/>
                      <a:pt x="306" y="104"/>
                    </a:cubicBezTo>
                    <a:cubicBezTo>
                      <a:pt x="307" y="104"/>
                      <a:pt x="307" y="104"/>
                      <a:pt x="307" y="104"/>
                    </a:cubicBezTo>
                    <a:cubicBezTo>
                      <a:pt x="307" y="104"/>
                      <a:pt x="307" y="104"/>
                      <a:pt x="307" y="104"/>
                    </a:cubicBezTo>
                    <a:cubicBezTo>
                      <a:pt x="307" y="104"/>
                      <a:pt x="307" y="104"/>
                      <a:pt x="308" y="104"/>
                    </a:cubicBezTo>
                    <a:cubicBezTo>
                      <a:pt x="308" y="104"/>
                      <a:pt x="308" y="104"/>
                      <a:pt x="309" y="104"/>
                    </a:cubicBezTo>
                    <a:cubicBezTo>
                      <a:pt x="309" y="104"/>
                      <a:pt x="309" y="104"/>
                      <a:pt x="309" y="104"/>
                    </a:cubicBezTo>
                    <a:cubicBezTo>
                      <a:pt x="315" y="104"/>
                      <a:pt x="320" y="104"/>
                      <a:pt x="326" y="104"/>
                    </a:cubicBezTo>
                    <a:cubicBezTo>
                      <a:pt x="326" y="104"/>
                      <a:pt x="326" y="104"/>
                      <a:pt x="326" y="104"/>
                    </a:cubicBezTo>
                    <a:cubicBezTo>
                      <a:pt x="326" y="104"/>
                      <a:pt x="326" y="104"/>
                      <a:pt x="326" y="104"/>
                    </a:cubicBezTo>
                    <a:moveTo>
                      <a:pt x="263" y="14"/>
                    </a:moveTo>
                    <a:cubicBezTo>
                      <a:pt x="263" y="14"/>
                      <a:pt x="263" y="13"/>
                      <a:pt x="263" y="13"/>
                    </a:cubicBezTo>
                    <a:cubicBezTo>
                      <a:pt x="277" y="14"/>
                      <a:pt x="290" y="16"/>
                      <a:pt x="303" y="17"/>
                    </a:cubicBezTo>
                    <a:cubicBezTo>
                      <a:pt x="304" y="19"/>
                      <a:pt x="304" y="31"/>
                      <a:pt x="304" y="45"/>
                    </a:cubicBezTo>
                    <a:cubicBezTo>
                      <a:pt x="304" y="66"/>
                      <a:pt x="303" y="93"/>
                      <a:pt x="302" y="100"/>
                    </a:cubicBezTo>
                    <a:cubicBezTo>
                      <a:pt x="302" y="100"/>
                      <a:pt x="302" y="100"/>
                      <a:pt x="302" y="100"/>
                    </a:cubicBezTo>
                    <a:cubicBezTo>
                      <a:pt x="302" y="100"/>
                      <a:pt x="302" y="100"/>
                      <a:pt x="302" y="101"/>
                    </a:cubicBezTo>
                    <a:cubicBezTo>
                      <a:pt x="292" y="101"/>
                      <a:pt x="283" y="102"/>
                      <a:pt x="274" y="102"/>
                    </a:cubicBezTo>
                    <a:cubicBezTo>
                      <a:pt x="274" y="102"/>
                      <a:pt x="274" y="102"/>
                      <a:pt x="274" y="102"/>
                    </a:cubicBezTo>
                    <a:cubicBezTo>
                      <a:pt x="274" y="102"/>
                      <a:pt x="274" y="102"/>
                      <a:pt x="274" y="102"/>
                    </a:cubicBezTo>
                    <a:cubicBezTo>
                      <a:pt x="274" y="102"/>
                      <a:pt x="274" y="102"/>
                      <a:pt x="274" y="102"/>
                    </a:cubicBezTo>
                    <a:cubicBezTo>
                      <a:pt x="274" y="102"/>
                      <a:pt x="274" y="102"/>
                      <a:pt x="274" y="102"/>
                    </a:cubicBezTo>
                    <a:cubicBezTo>
                      <a:pt x="270" y="102"/>
                      <a:pt x="267" y="102"/>
                      <a:pt x="264" y="102"/>
                    </a:cubicBezTo>
                    <a:cubicBezTo>
                      <a:pt x="264" y="102"/>
                      <a:pt x="264" y="102"/>
                      <a:pt x="264" y="102"/>
                    </a:cubicBezTo>
                    <a:cubicBezTo>
                      <a:pt x="264" y="102"/>
                      <a:pt x="263" y="102"/>
                      <a:pt x="263" y="102"/>
                    </a:cubicBezTo>
                    <a:cubicBezTo>
                      <a:pt x="263" y="102"/>
                      <a:pt x="263" y="102"/>
                      <a:pt x="263" y="102"/>
                    </a:cubicBezTo>
                    <a:cubicBezTo>
                      <a:pt x="262" y="102"/>
                      <a:pt x="262" y="102"/>
                      <a:pt x="262" y="102"/>
                    </a:cubicBezTo>
                    <a:cubicBezTo>
                      <a:pt x="262" y="102"/>
                      <a:pt x="262" y="102"/>
                      <a:pt x="262" y="102"/>
                    </a:cubicBezTo>
                    <a:cubicBezTo>
                      <a:pt x="262" y="98"/>
                      <a:pt x="262" y="95"/>
                      <a:pt x="262" y="92"/>
                    </a:cubicBezTo>
                    <a:cubicBezTo>
                      <a:pt x="262" y="80"/>
                      <a:pt x="263" y="69"/>
                      <a:pt x="263" y="58"/>
                    </a:cubicBezTo>
                    <a:cubicBezTo>
                      <a:pt x="263" y="50"/>
                      <a:pt x="263" y="42"/>
                      <a:pt x="263" y="33"/>
                    </a:cubicBezTo>
                    <a:cubicBezTo>
                      <a:pt x="263" y="33"/>
                      <a:pt x="263" y="33"/>
                      <a:pt x="263" y="33"/>
                    </a:cubicBezTo>
                    <a:cubicBezTo>
                      <a:pt x="263" y="33"/>
                      <a:pt x="263" y="32"/>
                      <a:pt x="263" y="32"/>
                    </a:cubicBezTo>
                    <a:cubicBezTo>
                      <a:pt x="263" y="32"/>
                      <a:pt x="263" y="32"/>
                      <a:pt x="263" y="32"/>
                    </a:cubicBezTo>
                    <a:cubicBezTo>
                      <a:pt x="263" y="32"/>
                      <a:pt x="263" y="31"/>
                      <a:pt x="263" y="31"/>
                    </a:cubicBezTo>
                    <a:cubicBezTo>
                      <a:pt x="263" y="31"/>
                      <a:pt x="263" y="31"/>
                      <a:pt x="263" y="31"/>
                    </a:cubicBezTo>
                    <a:cubicBezTo>
                      <a:pt x="263" y="31"/>
                      <a:pt x="263" y="31"/>
                      <a:pt x="263" y="31"/>
                    </a:cubicBezTo>
                    <a:cubicBezTo>
                      <a:pt x="263" y="30"/>
                      <a:pt x="263" y="30"/>
                      <a:pt x="263" y="30"/>
                    </a:cubicBezTo>
                    <a:cubicBezTo>
                      <a:pt x="263" y="30"/>
                      <a:pt x="263" y="30"/>
                      <a:pt x="263" y="30"/>
                    </a:cubicBezTo>
                    <a:cubicBezTo>
                      <a:pt x="263" y="30"/>
                      <a:pt x="263" y="30"/>
                      <a:pt x="263" y="30"/>
                    </a:cubicBezTo>
                    <a:cubicBezTo>
                      <a:pt x="263" y="29"/>
                      <a:pt x="263" y="29"/>
                      <a:pt x="263" y="29"/>
                    </a:cubicBezTo>
                    <a:cubicBezTo>
                      <a:pt x="263" y="29"/>
                      <a:pt x="263" y="29"/>
                      <a:pt x="263" y="29"/>
                    </a:cubicBezTo>
                    <a:cubicBezTo>
                      <a:pt x="263" y="29"/>
                      <a:pt x="263" y="29"/>
                      <a:pt x="263" y="29"/>
                    </a:cubicBezTo>
                    <a:cubicBezTo>
                      <a:pt x="263" y="28"/>
                      <a:pt x="263" y="28"/>
                      <a:pt x="263" y="28"/>
                    </a:cubicBezTo>
                    <a:cubicBezTo>
                      <a:pt x="263" y="28"/>
                      <a:pt x="263" y="28"/>
                      <a:pt x="263" y="28"/>
                    </a:cubicBezTo>
                    <a:cubicBezTo>
                      <a:pt x="263" y="28"/>
                      <a:pt x="263" y="28"/>
                      <a:pt x="263" y="27"/>
                    </a:cubicBezTo>
                    <a:cubicBezTo>
                      <a:pt x="263" y="27"/>
                      <a:pt x="263" y="27"/>
                      <a:pt x="263" y="27"/>
                    </a:cubicBezTo>
                    <a:cubicBezTo>
                      <a:pt x="263" y="27"/>
                      <a:pt x="263" y="27"/>
                      <a:pt x="263" y="27"/>
                    </a:cubicBezTo>
                    <a:cubicBezTo>
                      <a:pt x="263" y="27"/>
                      <a:pt x="263" y="27"/>
                      <a:pt x="263" y="26"/>
                    </a:cubicBezTo>
                    <a:cubicBezTo>
                      <a:pt x="263" y="26"/>
                      <a:pt x="263" y="26"/>
                      <a:pt x="263" y="26"/>
                    </a:cubicBezTo>
                    <a:cubicBezTo>
                      <a:pt x="263" y="26"/>
                      <a:pt x="263" y="26"/>
                      <a:pt x="263" y="26"/>
                    </a:cubicBezTo>
                    <a:cubicBezTo>
                      <a:pt x="263" y="26"/>
                      <a:pt x="263" y="25"/>
                      <a:pt x="263" y="25"/>
                    </a:cubicBezTo>
                    <a:cubicBezTo>
                      <a:pt x="263" y="25"/>
                      <a:pt x="263" y="25"/>
                      <a:pt x="263" y="25"/>
                    </a:cubicBezTo>
                    <a:cubicBezTo>
                      <a:pt x="263" y="25"/>
                      <a:pt x="263" y="25"/>
                      <a:pt x="263" y="25"/>
                    </a:cubicBezTo>
                    <a:cubicBezTo>
                      <a:pt x="263" y="25"/>
                      <a:pt x="263" y="24"/>
                      <a:pt x="263" y="24"/>
                    </a:cubicBezTo>
                    <a:cubicBezTo>
                      <a:pt x="263" y="24"/>
                      <a:pt x="263" y="24"/>
                      <a:pt x="263" y="24"/>
                    </a:cubicBezTo>
                    <a:cubicBezTo>
                      <a:pt x="263" y="24"/>
                      <a:pt x="263" y="24"/>
                      <a:pt x="263" y="24"/>
                    </a:cubicBezTo>
                    <a:cubicBezTo>
                      <a:pt x="263" y="23"/>
                      <a:pt x="263" y="23"/>
                      <a:pt x="263" y="23"/>
                    </a:cubicBezTo>
                    <a:cubicBezTo>
                      <a:pt x="263" y="23"/>
                      <a:pt x="263" y="23"/>
                      <a:pt x="263" y="23"/>
                    </a:cubicBezTo>
                    <a:cubicBezTo>
                      <a:pt x="263" y="23"/>
                      <a:pt x="263" y="23"/>
                      <a:pt x="263" y="23"/>
                    </a:cubicBezTo>
                    <a:cubicBezTo>
                      <a:pt x="263" y="22"/>
                      <a:pt x="263" y="22"/>
                      <a:pt x="263" y="22"/>
                    </a:cubicBezTo>
                    <a:cubicBezTo>
                      <a:pt x="263" y="22"/>
                      <a:pt x="263" y="22"/>
                      <a:pt x="263" y="22"/>
                    </a:cubicBezTo>
                    <a:cubicBezTo>
                      <a:pt x="263" y="22"/>
                      <a:pt x="263" y="22"/>
                      <a:pt x="263" y="21"/>
                    </a:cubicBezTo>
                    <a:cubicBezTo>
                      <a:pt x="263" y="21"/>
                      <a:pt x="263" y="21"/>
                      <a:pt x="263" y="21"/>
                    </a:cubicBezTo>
                    <a:cubicBezTo>
                      <a:pt x="263" y="21"/>
                      <a:pt x="263" y="21"/>
                      <a:pt x="263" y="21"/>
                    </a:cubicBezTo>
                    <a:cubicBezTo>
                      <a:pt x="263" y="21"/>
                      <a:pt x="263" y="21"/>
                      <a:pt x="263" y="20"/>
                    </a:cubicBezTo>
                    <a:cubicBezTo>
                      <a:pt x="263" y="20"/>
                      <a:pt x="263" y="20"/>
                      <a:pt x="263" y="20"/>
                    </a:cubicBezTo>
                    <a:cubicBezTo>
                      <a:pt x="263" y="20"/>
                      <a:pt x="263" y="20"/>
                      <a:pt x="263" y="20"/>
                    </a:cubicBezTo>
                    <a:cubicBezTo>
                      <a:pt x="263" y="20"/>
                      <a:pt x="263" y="19"/>
                      <a:pt x="263" y="19"/>
                    </a:cubicBezTo>
                    <a:cubicBezTo>
                      <a:pt x="263" y="19"/>
                      <a:pt x="263" y="19"/>
                      <a:pt x="263" y="19"/>
                    </a:cubicBezTo>
                    <a:cubicBezTo>
                      <a:pt x="263" y="19"/>
                      <a:pt x="263" y="18"/>
                      <a:pt x="263" y="18"/>
                    </a:cubicBezTo>
                    <a:cubicBezTo>
                      <a:pt x="263" y="18"/>
                      <a:pt x="263" y="18"/>
                      <a:pt x="263" y="18"/>
                    </a:cubicBezTo>
                    <a:cubicBezTo>
                      <a:pt x="263" y="17"/>
                      <a:pt x="263" y="17"/>
                      <a:pt x="263" y="17"/>
                    </a:cubicBezTo>
                    <a:cubicBezTo>
                      <a:pt x="263" y="17"/>
                      <a:pt x="263" y="17"/>
                      <a:pt x="263" y="17"/>
                    </a:cubicBezTo>
                    <a:cubicBezTo>
                      <a:pt x="263" y="17"/>
                      <a:pt x="263" y="17"/>
                      <a:pt x="263" y="17"/>
                    </a:cubicBezTo>
                    <a:cubicBezTo>
                      <a:pt x="263" y="16"/>
                      <a:pt x="263" y="16"/>
                      <a:pt x="263" y="16"/>
                    </a:cubicBezTo>
                    <a:cubicBezTo>
                      <a:pt x="263" y="16"/>
                      <a:pt x="263" y="15"/>
                      <a:pt x="263" y="15"/>
                    </a:cubicBezTo>
                    <a:cubicBezTo>
                      <a:pt x="263" y="15"/>
                      <a:pt x="263" y="15"/>
                      <a:pt x="263" y="15"/>
                    </a:cubicBezTo>
                    <a:cubicBezTo>
                      <a:pt x="263" y="14"/>
                      <a:pt x="263" y="14"/>
                      <a:pt x="263" y="14"/>
                    </a:cubicBezTo>
                    <a:moveTo>
                      <a:pt x="337" y="13"/>
                    </a:moveTo>
                    <a:cubicBezTo>
                      <a:pt x="337" y="13"/>
                      <a:pt x="337" y="13"/>
                      <a:pt x="337" y="13"/>
                    </a:cubicBezTo>
                    <a:cubicBezTo>
                      <a:pt x="337" y="13"/>
                      <a:pt x="337" y="13"/>
                      <a:pt x="337" y="13"/>
                    </a:cubicBezTo>
                    <a:cubicBezTo>
                      <a:pt x="338" y="13"/>
                      <a:pt x="340" y="13"/>
                      <a:pt x="341" y="13"/>
                    </a:cubicBezTo>
                    <a:cubicBezTo>
                      <a:pt x="341" y="13"/>
                      <a:pt x="341" y="13"/>
                      <a:pt x="342" y="13"/>
                    </a:cubicBezTo>
                    <a:cubicBezTo>
                      <a:pt x="342" y="13"/>
                      <a:pt x="342" y="13"/>
                      <a:pt x="342" y="13"/>
                    </a:cubicBezTo>
                    <a:cubicBezTo>
                      <a:pt x="342" y="13"/>
                      <a:pt x="342" y="13"/>
                      <a:pt x="342" y="13"/>
                    </a:cubicBezTo>
                    <a:cubicBezTo>
                      <a:pt x="342" y="13"/>
                      <a:pt x="342" y="13"/>
                      <a:pt x="342" y="13"/>
                    </a:cubicBezTo>
                    <a:cubicBezTo>
                      <a:pt x="342" y="13"/>
                      <a:pt x="342" y="13"/>
                      <a:pt x="342" y="13"/>
                    </a:cubicBezTo>
                    <a:cubicBezTo>
                      <a:pt x="342" y="13"/>
                      <a:pt x="342" y="13"/>
                      <a:pt x="342" y="13"/>
                    </a:cubicBezTo>
                    <a:cubicBezTo>
                      <a:pt x="343" y="13"/>
                      <a:pt x="343" y="13"/>
                      <a:pt x="343" y="13"/>
                    </a:cubicBezTo>
                    <a:cubicBezTo>
                      <a:pt x="343" y="13"/>
                      <a:pt x="343" y="13"/>
                      <a:pt x="343" y="13"/>
                    </a:cubicBezTo>
                    <a:cubicBezTo>
                      <a:pt x="343" y="13"/>
                      <a:pt x="343" y="13"/>
                      <a:pt x="343" y="13"/>
                    </a:cubicBezTo>
                    <a:cubicBezTo>
                      <a:pt x="343" y="13"/>
                      <a:pt x="343" y="13"/>
                      <a:pt x="343" y="13"/>
                    </a:cubicBezTo>
                    <a:cubicBezTo>
                      <a:pt x="343" y="13"/>
                      <a:pt x="343" y="13"/>
                      <a:pt x="343" y="13"/>
                    </a:cubicBezTo>
                    <a:cubicBezTo>
                      <a:pt x="343" y="13"/>
                      <a:pt x="343" y="13"/>
                      <a:pt x="343" y="13"/>
                    </a:cubicBezTo>
                    <a:cubicBezTo>
                      <a:pt x="343" y="13"/>
                      <a:pt x="343" y="13"/>
                      <a:pt x="343" y="13"/>
                    </a:cubicBezTo>
                    <a:cubicBezTo>
                      <a:pt x="343" y="13"/>
                      <a:pt x="343" y="13"/>
                      <a:pt x="343" y="13"/>
                    </a:cubicBezTo>
                    <a:cubicBezTo>
                      <a:pt x="357" y="14"/>
                      <a:pt x="371" y="14"/>
                      <a:pt x="385" y="14"/>
                    </a:cubicBezTo>
                    <a:cubicBezTo>
                      <a:pt x="393" y="15"/>
                      <a:pt x="400" y="15"/>
                      <a:pt x="408" y="15"/>
                    </a:cubicBezTo>
                    <a:cubicBezTo>
                      <a:pt x="409" y="15"/>
                      <a:pt x="410" y="15"/>
                      <a:pt x="412" y="16"/>
                    </a:cubicBezTo>
                    <a:cubicBezTo>
                      <a:pt x="412" y="17"/>
                      <a:pt x="412" y="18"/>
                      <a:pt x="412" y="19"/>
                    </a:cubicBezTo>
                    <a:cubicBezTo>
                      <a:pt x="412" y="20"/>
                      <a:pt x="412" y="20"/>
                      <a:pt x="412" y="21"/>
                    </a:cubicBezTo>
                    <a:cubicBezTo>
                      <a:pt x="411" y="36"/>
                      <a:pt x="411" y="50"/>
                      <a:pt x="410" y="65"/>
                    </a:cubicBezTo>
                    <a:cubicBezTo>
                      <a:pt x="410" y="76"/>
                      <a:pt x="410" y="86"/>
                      <a:pt x="410" y="96"/>
                    </a:cubicBezTo>
                    <a:cubicBezTo>
                      <a:pt x="410" y="97"/>
                      <a:pt x="410" y="98"/>
                      <a:pt x="410" y="98"/>
                    </a:cubicBezTo>
                    <a:cubicBezTo>
                      <a:pt x="410" y="100"/>
                      <a:pt x="410" y="101"/>
                      <a:pt x="410" y="103"/>
                    </a:cubicBezTo>
                    <a:cubicBezTo>
                      <a:pt x="410" y="103"/>
                      <a:pt x="410" y="103"/>
                      <a:pt x="410" y="103"/>
                    </a:cubicBezTo>
                    <a:cubicBezTo>
                      <a:pt x="410" y="103"/>
                      <a:pt x="410" y="103"/>
                      <a:pt x="410" y="103"/>
                    </a:cubicBezTo>
                    <a:cubicBezTo>
                      <a:pt x="409" y="103"/>
                      <a:pt x="409" y="103"/>
                      <a:pt x="409" y="102"/>
                    </a:cubicBezTo>
                    <a:cubicBezTo>
                      <a:pt x="409" y="102"/>
                      <a:pt x="409" y="102"/>
                      <a:pt x="409" y="102"/>
                    </a:cubicBezTo>
                    <a:cubicBezTo>
                      <a:pt x="409" y="102"/>
                      <a:pt x="408" y="102"/>
                      <a:pt x="408" y="102"/>
                    </a:cubicBezTo>
                    <a:cubicBezTo>
                      <a:pt x="408" y="102"/>
                      <a:pt x="408" y="102"/>
                      <a:pt x="408" y="102"/>
                    </a:cubicBezTo>
                    <a:cubicBezTo>
                      <a:pt x="408" y="102"/>
                      <a:pt x="408" y="102"/>
                      <a:pt x="408" y="102"/>
                    </a:cubicBezTo>
                    <a:cubicBezTo>
                      <a:pt x="408" y="102"/>
                      <a:pt x="408" y="102"/>
                      <a:pt x="408" y="102"/>
                    </a:cubicBezTo>
                    <a:cubicBezTo>
                      <a:pt x="408" y="102"/>
                      <a:pt x="408" y="102"/>
                      <a:pt x="408" y="102"/>
                    </a:cubicBezTo>
                    <a:cubicBezTo>
                      <a:pt x="401" y="102"/>
                      <a:pt x="394" y="102"/>
                      <a:pt x="387" y="102"/>
                    </a:cubicBezTo>
                    <a:cubicBezTo>
                      <a:pt x="387" y="102"/>
                      <a:pt x="387" y="102"/>
                      <a:pt x="387" y="102"/>
                    </a:cubicBezTo>
                    <a:cubicBezTo>
                      <a:pt x="387" y="102"/>
                      <a:pt x="387" y="102"/>
                      <a:pt x="387" y="102"/>
                    </a:cubicBezTo>
                    <a:cubicBezTo>
                      <a:pt x="384" y="102"/>
                      <a:pt x="382" y="102"/>
                      <a:pt x="380" y="102"/>
                    </a:cubicBezTo>
                    <a:cubicBezTo>
                      <a:pt x="380" y="102"/>
                      <a:pt x="380" y="102"/>
                      <a:pt x="380" y="102"/>
                    </a:cubicBezTo>
                    <a:cubicBezTo>
                      <a:pt x="380" y="102"/>
                      <a:pt x="380" y="102"/>
                      <a:pt x="380" y="102"/>
                    </a:cubicBezTo>
                    <a:cubicBezTo>
                      <a:pt x="380" y="102"/>
                      <a:pt x="380" y="102"/>
                      <a:pt x="380" y="102"/>
                    </a:cubicBezTo>
                    <a:cubicBezTo>
                      <a:pt x="379" y="102"/>
                      <a:pt x="378" y="102"/>
                      <a:pt x="376" y="102"/>
                    </a:cubicBezTo>
                    <a:cubicBezTo>
                      <a:pt x="375" y="102"/>
                      <a:pt x="374" y="102"/>
                      <a:pt x="373" y="102"/>
                    </a:cubicBezTo>
                    <a:cubicBezTo>
                      <a:pt x="373" y="102"/>
                      <a:pt x="373" y="102"/>
                      <a:pt x="373" y="102"/>
                    </a:cubicBezTo>
                    <a:cubicBezTo>
                      <a:pt x="373" y="102"/>
                      <a:pt x="373" y="102"/>
                      <a:pt x="373" y="102"/>
                    </a:cubicBezTo>
                    <a:cubicBezTo>
                      <a:pt x="373" y="102"/>
                      <a:pt x="373" y="102"/>
                      <a:pt x="373" y="102"/>
                    </a:cubicBezTo>
                    <a:cubicBezTo>
                      <a:pt x="373" y="102"/>
                      <a:pt x="373" y="102"/>
                      <a:pt x="373" y="102"/>
                    </a:cubicBezTo>
                    <a:cubicBezTo>
                      <a:pt x="365" y="102"/>
                      <a:pt x="356" y="102"/>
                      <a:pt x="348" y="101"/>
                    </a:cubicBezTo>
                    <a:cubicBezTo>
                      <a:pt x="347" y="101"/>
                      <a:pt x="347" y="101"/>
                      <a:pt x="346" y="101"/>
                    </a:cubicBezTo>
                    <a:cubicBezTo>
                      <a:pt x="346" y="101"/>
                      <a:pt x="346" y="101"/>
                      <a:pt x="346" y="101"/>
                    </a:cubicBezTo>
                    <a:cubicBezTo>
                      <a:pt x="346" y="101"/>
                      <a:pt x="346" y="101"/>
                      <a:pt x="346" y="101"/>
                    </a:cubicBezTo>
                    <a:cubicBezTo>
                      <a:pt x="347" y="98"/>
                      <a:pt x="347" y="96"/>
                      <a:pt x="347" y="93"/>
                    </a:cubicBezTo>
                    <a:cubicBezTo>
                      <a:pt x="343" y="95"/>
                      <a:pt x="344" y="99"/>
                      <a:pt x="342" y="101"/>
                    </a:cubicBezTo>
                    <a:cubicBezTo>
                      <a:pt x="331" y="101"/>
                      <a:pt x="319" y="101"/>
                      <a:pt x="307" y="101"/>
                    </a:cubicBezTo>
                    <a:cubicBezTo>
                      <a:pt x="307" y="100"/>
                      <a:pt x="307" y="100"/>
                      <a:pt x="307" y="100"/>
                    </a:cubicBezTo>
                    <a:cubicBezTo>
                      <a:pt x="306" y="100"/>
                      <a:pt x="306" y="100"/>
                      <a:pt x="306" y="100"/>
                    </a:cubicBezTo>
                    <a:cubicBezTo>
                      <a:pt x="306" y="73"/>
                      <a:pt x="306" y="46"/>
                      <a:pt x="306" y="20"/>
                    </a:cubicBezTo>
                    <a:cubicBezTo>
                      <a:pt x="306" y="20"/>
                      <a:pt x="306" y="20"/>
                      <a:pt x="306" y="20"/>
                    </a:cubicBezTo>
                    <a:cubicBezTo>
                      <a:pt x="306" y="20"/>
                      <a:pt x="306" y="20"/>
                      <a:pt x="306" y="20"/>
                    </a:cubicBezTo>
                    <a:cubicBezTo>
                      <a:pt x="306" y="19"/>
                      <a:pt x="306" y="18"/>
                      <a:pt x="307" y="17"/>
                    </a:cubicBezTo>
                    <a:cubicBezTo>
                      <a:pt x="307" y="17"/>
                      <a:pt x="307" y="17"/>
                      <a:pt x="307" y="17"/>
                    </a:cubicBezTo>
                    <a:cubicBezTo>
                      <a:pt x="307" y="17"/>
                      <a:pt x="307" y="17"/>
                      <a:pt x="307" y="17"/>
                    </a:cubicBezTo>
                    <a:cubicBezTo>
                      <a:pt x="310" y="16"/>
                      <a:pt x="313" y="16"/>
                      <a:pt x="317" y="15"/>
                    </a:cubicBezTo>
                    <a:cubicBezTo>
                      <a:pt x="323" y="14"/>
                      <a:pt x="330" y="13"/>
                      <a:pt x="337" y="13"/>
                    </a:cubicBezTo>
                    <a:cubicBezTo>
                      <a:pt x="337" y="13"/>
                      <a:pt x="337" y="13"/>
                      <a:pt x="337" y="13"/>
                    </a:cubicBezTo>
                    <a:cubicBezTo>
                      <a:pt x="337" y="13"/>
                      <a:pt x="337" y="13"/>
                      <a:pt x="337" y="13"/>
                    </a:cubicBezTo>
                    <a:moveTo>
                      <a:pt x="342" y="2"/>
                    </a:moveTo>
                    <a:cubicBezTo>
                      <a:pt x="342" y="2"/>
                      <a:pt x="342" y="2"/>
                      <a:pt x="342" y="2"/>
                    </a:cubicBezTo>
                    <a:cubicBezTo>
                      <a:pt x="342" y="2"/>
                      <a:pt x="342" y="2"/>
                      <a:pt x="342" y="2"/>
                    </a:cubicBezTo>
                    <a:cubicBezTo>
                      <a:pt x="343" y="2"/>
                      <a:pt x="343" y="2"/>
                      <a:pt x="344" y="2"/>
                    </a:cubicBezTo>
                    <a:cubicBezTo>
                      <a:pt x="344" y="2"/>
                      <a:pt x="345" y="2"/>
                      <a:pt x="345" y="2"/>
                    </a:cubicBezTo>
                    <a:cubicBezTo>
                      <a:pt x="345" y="2"/>
                      <a:pt x="345" y="2"/>
                      <a:pt x="345" y="2"/>
                    </a:cubicBezTo>
                    <a:cubicBezTo>
                      <a:pt x="347" y="2"/>
                      <a:pt x="348" y="3"/>
                      <a:pt x="350" y="3"/>
                    </a:cubicBezTo>
                    <a:cubicBezTo>
                      <a:pt x="359" y="3"/>
                      <a:pt x="369" y="4"/>
                      <a:pt x="379" y="5"/>
                    </a:cubicBezTo>
                    <a:cubicBezTo>
                      <a:pt x="387" y="6"/>
                      <a:pt x="395" y="8"/>
                      <a:pt x="403" y="10"/>
                    </a:cubicBezTo>
                    <a:cubicBezTo>
                      <a:pt x="403" y="11"/>
                      <a:pt x="403" y="11"/>
                      <a:pt x="403" y="11"/>
                    </a:cubicBezTo>
                    <a:cubicBezTo>
                      <a:pt x="403" y="11"/>
                      <a:pt x="403" y="11"/>
                      <a:pt x="403" y="11"/>
                    </a:cubicBezTo>
                    <a:cubicBezTo>
                      <a:pt x="403" y="11"/>
                      <a:pt x="403" y="11"/>
                      <a:pt x="403" y="11"/>
                    </a:cubicBezTo>
                    <a:cubicBezTo>
                      <a:pt x="397" y="11"/>
                      <a:pt x="390" y="10"/>
                      <a:pt x="383" y="10"/>
                    </a:cubicBezTo>
                    <a:cubicBezTo>
                      <a:pt x="382" y="10"/>
                      <a:pt x="382" y="10"/>
                      <a:pt x="382" y="10"/>
                    </a:cubicBezTo>
                    <a:cubicBezTo>
                      <a:pt x="373" y="10"/>
                      <a:pt x="364" y="9"/>
                      <a:pt x="355" y="9"/>
                    </a:cubicBezTo>
                    <a:cubicBezTo>
                      <a:pt x="355" y="9"/>
                      <a:pt x="354" y="9"/>
                      <a:pt x="354" y="9"/>
                    </a:cubicBezTo>
                    <a:cubicBezTo>
                      <a:pt x="353" y="9"/>
                      <a:pt x="353" y="9"/>
                      <a:pt x="352" y="9"/>
                    </a:cubicBezTo>
                    <a:cubicBezTo>
                      <a:pt x="352" y="9"/>
                      <a:pt x="352" y="9"/>
                      <a:pt x="352" y="9"/>
                    </a:cubicBezTo>
                    <a:cubicBezTo>
                      <a:pt x="352" y="9"/>
                      <a:pt x="352" y="9"/>
                      <a:pt x="352" y="9"/>
                    </a:cubicBezTo>
                    <a:cubicBezTo>
                      <a:pt x="351" y="9"/>
                      <a:pt x="351" y="9"/>
                      <a:pt x="350" y="9"/>
                    </a:cubicBezTo>
                    <a:cubicBezTo>
                      <a:pt x="349" y="9"/>
                      <a:pt x="348" y="9"/>
                      <a:pt x="347" y="9"/>
                    </a:cubicBezTo>
                    <a:cubicBezTo>
                      <a:pt x="347" y="9"/>
                      <a:pt x="347" y="9"/>
                      <a:pt x="347" y="9"/>
                    </a:cubicBezTo>
                    <a:cubicBezTo>
                      <a:pt x="347" y="8"/>
                      <a:pt x="346" y="6"/>
                      <a:pt x="345" y="4"/>
                    </a:cubicBezTo>
                    <a:cubicBezTo>
                      <a:pt x="344" y="6"/>
                      <a:pt x="344" y="8"/>
                      <a:pt x="343" y="10"/>
                    </a:cubicBezTo>
                    <a:cubicBezTo>
                      <a:pt x="343" y="10"/>
                      <a:pt x="343" y="10"/>
                      <a:pt x="343" y="10"/>
                    </a:cubicBezTo>
                    <a:cubicBezTo>
                      <a:pt x="343" y="10"/>
                      <a:pt x="343" y="10"/>
                      <a:pt x="343" y="10"/>
                    </a:cubicBezTo>
                    <a:cubicBezTo>
                      <a:pt x="342" y="10"/>
                      <a:pt x="341" y="10"/>
                      <a:pt x="340" y="10"/>
                    </a:cubicBezTo>
                    <a:cubicBezTo>
                      <a:pt x="340" y="10"/>
                      <a:pt x="340" y="10"/>
                      <a:pt x="340" y="10"/>
                    </a:cubicBezTo>
                    <a:cubicBezTo>
                      <a:pt x="340" y="10"/>
                      <a:pt x="340" y="10"/>
                      <a:pt x="340" y="10"/>
                    </a:cubicBezTo>
                    <a:cubicBezTo>
                      <a:pt x="340" y="10"/>
                      <a:pt x="340" y="10"/>
                      <a:pt x="340" y="10"/>
                    </a:cubicBezTo>
                    <a:cubicBezTo>
                      <a:pt x="340" y="10"/>
                      <a:pt x="340" y="10"/>
                      <a:pt x="340" y="10"/>
                    </a:cubicBezTo>
                    <a:cubicBezTo>
                      <a:pt x="339" y="10"/>
                      <a:pt x="339" y="10"/>
                      <a:pt x="339" y="10"/>
                    </a:cubicBezTo>
                    <a:cubicBezTo>
                      <a:pt x="339" y="10"/>
                      <a:pt x="339" y="10"/>
                      <a:pt x="339" y="10"/>
                    </a:cubicBezTo>
                    <a:cubicBezTo>
                      <a:pt x="339" y="10"/>
                      <a:pt x="339" y="10"/>
                      <a:pt x="339" y="10"/>
                    </a:cubicBezTo>
                    <a:cubicBezTo>
                      <a:pt x="337" y="10"/>
                      <a:pt x="336" y="10"/>
                      <a:pt x="335" y="10"/>
                    </a:cubicBezTo>
                    <a:cubicBezTo>
                      <a:pt x="335" y="10"/>
                      <a:pt x="335" y="10"/>
                      <a:pt x="335" y="10"/>
                    </a:cubicBezTo>
                    <a:cubicBezTo>
                      <a:pt x="335" y="10"/>
                      <a:pt x="335" y="10"/>
                      <a:pt x="335" y="10"/>
                    </a:cubicBezTo>
                    <a:cubicBezTo>
                      <a:pt x="328" y="10"/>
                      <a:pt x="322" y="11"/>
                      <a:pt x="316" y="12"/>
                    </a:cubicBezTo>
                    <a:cubicBezTo>
                      <a:pt x="316" y="12"/>
                      <a:pt x="316" y="12"/>
                      <a:pt x="316" y="12"/>
                    </a:cubicBezTo>
                    <a:cubicBezTo>
                      <a:pt x="315" y="12"/>
                      <a:pt x="315" y="12"/>
                      <a:pt x="315" y="12"/>
                    </a:cubicBezTo>
                    <a:cubicBezTo>
                      <a:pt x="314" y="12"/>
                      <a:pt x="314" y="12"/>
                      <a:pt x="314" y="12"/>
                    </a:cubicBezTo>
                    <a:cubicBezTo>
                      <a:pt x="314" y="12"/>
                      <a:pt x="314" y="12"/>
                      <a:pt x="314" y="12"/>
                    </a:cubicBezTo>
                    <a:cubicBezTo>
                      <a:pt x="314" y="12"/>
                      <a:pt x="314" y="12"/>
                      <a:pt x="314" y="12"/>
                    </a:cubicBezTo>
                    <a:cubicBezTo>
                      <a:pt x="314" y="12"/>
                      <a:pt x="314" y="12"/>
                      <a:pt x="314" y="12"/>
                    </a:cubicBezTo>
                    <a:cubicBezTo>
                      <a:pt x="310" y="13"/>
                      <a:pt x="307" y="13"/>
                      <a:pt x="303" y="13"/>
                    </a:cubicBezTo>
                    <a:cubicBezTo>
                      <a:pt x="303" y="13"/>
                      <a:pt x="303" y="13"/>
                      <a:pt x="303" y="13"/>
                    </a:cubicBezTo>
                    <a:cubicBezTo>
                      <a:pt x="303" y="13"/>
                      <a:pt x="303" y="13"/>
                      <a:pt x="303" y="13"/>
                    </a:cubicBezTo>
                    <a:cubicBezTo>
                      <a:pt x="303" y="13"/>
                      <a:pt x="303" y="13"/>
                      <a:pt x="303" y="13"/>
                    </a:cubicBezTo>
                    <a:cubicBezTo>
                      <a:pt x="303" y="13"/>
                      <a:pt x="303" y="13"/>
                      <a:pt x="303" y="13"/>
                    </a:cubicBezTo>
                    <a:cubicBezTo>
                      <a:pt x="301" y="13"/>
                      <a:pt x="298" y="13"/>
                      <a:pt x="296" y="13"/>
                    </a:cubicBezTo>
                    <a:cubicBezTo>
                      <a:pt x="296" y="13"/>
                      <a:pt x="296" y="13"/>
                      <a:pt x="296" y="13"/>
                    </a:cubicBezTo>
                    <a:cubicBezTo>
                      <a:pt x="287" y="12"/>
                      <a:pt x="279" y="11"/>
                      <a:pt x="269" y="10"/>
                    </a:cubicBezTo>
                    <a:cubicBezTo>
                      <a:pt x="269" y="10"/>
                      <a:pt x="269" y="10"/>
                      <a:pt x="269" y="10"/>
                    </a:cubicBezTo>
                    <a:cubicBezTo>
                      <a:pt x="269" y="10"/>
                      <a:pt x="269" y="10"/>
                      <a:pt x="269" y="10"/>
                    </a:cubicBezTo>
                    <a:cubicBezTo>
                      <a:pt x="273" y="10"/>
                      <a:pt x="276" y="10"/>
                      <a:pt x="279" y="9"/>
                    </a:cubicBezTo>
                    <a:cubicBezTo>
                      <a:pt x="284" y="8"/>
                      <a:pt x="289" y="8"/>
                      <a:pt x="295" y="7"/>
                    </a:cubicBezTo>
                    <a:cubicBezTo>
                      <a:pt x="300" y="6"/>
                      <a:pt x="304" y="5"/>
                      <a:pt x="309" y="5"/>
                    </a:cubicBezTo>
                    <a:cubicBezTo>
                      <a:pt x="320" y="4"/>
                      <a:pt x="330" y="3"/>
                      <a:pt x="341" y="2"/>
                    </a:cubicBezTo>
                    <a:cubicBezTo>
                      <a:pt x="341" y="2"/>
                      <a:pt x="341" y="2"/>
                      <a:pt x="341" y="2"/>
                    </a:cubicBezTo>
                    <a:cubicBezTo>
                      <a:pt x="341" y="2"/>
                      <a:pt x="342" y="2"/>
                      <a:pt x="342" y="2"/>
                    </a:cubicBezTo>
                    <a:cubicBezTo>
                      <a:pt x="342" y="2"/>
                      <a:pt x="342" y="2"/>
                      <a:pt x="342" y="2"/>
                    </a:cubicBezTo>
                    <a:cubicBezTo>
                      <a:pt x="342" y="2"/>
                      <a:pt x="342" y="2"/>
                      <a:pt x="342" y="2"/>
                    </a:cubicBezTo>
                    <a:moveTo>
                      <a:pt x="340" y="0"/>
                    </a:moveTo>
                    <a:cubicBezTo>
                      <a:pt x="340" y="0"/>
                      <a:pt x="340" y="0"/>
                      <a:pt x="340" y="0"/>
                    </a:cubicBezTo>
                    <a:cubicBezTo>
                      <a:pt x="339" y="0"/>
                      <a:pt x="338" y="0"/>
                      <a:pt x="336" y="0"/>
                    </a:cubicBezTo>
                    <a:cubicBezTo>
                      <a:pt x="336" y="0"/>
                      <a:pt x="336" y="0"/>
                      <a:pt x="336" y="0"/>
                    </a:cubicBezTo>
                    <a:cubicBezTo>
                      <a:pt x="329" y="0"/>
                      <a:pt x="321" y="1"/>
                      <a:pt x="313" y="1"/>
                    </a:cubicBezTo>
                    <a:cubicBezTo>
                      <a:pt x="308" y="2"/>
                      <a:pt x="304" y="2"/>
                      <a:pt x="299" y="3"/>
                    </a:cubicBezTo>
                    <a:cubicBezTo>
                      <a:pt x="292" y="4"/>
                      <a:pt x="285" y="5"/>
                      <a:pt x="278" y="6"/>
                    </a:cubicBezTo>
                    <a:cubicBezTo>
                      <a:pt x="274" y="6"/>
                      <a:pt x="271" y="7"/>
                      <a:pt x="268" y="8"/>
                    </a:cubicBezTo>
                    <a:cubicBezTo>
                      <a:pt x="264" y="9"/>
                      <a:pt x="261" y="12"/>
                      <a:pt x="261" y="15"/>
                    </a:cubicBezTo>
                    <a:cubicBezTo>
                      <a:pt x="260" y="24"/>
                      <a:pt x="260" y="34"/>
                      <a:pt x="260" y="43"/>
                    </a:cubicBezTo>
                    <a:cubicBezTo>
                      <a:pt x="259" y="51"/>
                      <a:pt x="259" y="60"/>
                      <a:pt x="259" y="69"/>
                    </a:cubicBezTo>
                    <a:cubicBezTo>
                      <a:pt x="258" y="78"/>
                      <a:pt x="258" y="88"/>
                      <a:pt x="257" y="97"/>
                    </a:cubicBezTo>
                    <a:cubicBezTo>
                      <a:pt x="257" y="99"/>
                      <a:pt x="257" y="100"/>
                      <a:pt x="257" y="101"/>
                    </a:cubicBezTo>
                    <a:cubicBezTo>
                      <a:pt x="254" y="102"/>
                      <a:pt x="251" y="103"/>
                      <a:pt x="247" y="103"/>
                    </a:cubicBezTo>
                    <a:cubicBezTo>
                      <a:pt x="232" y="103"/>
                      <a:pt x="217" y="103"/>
                      <a:pt x="202" y="104"/>
                    </a:cubicBezTo>
                    <a:cubicBezTo>
                      <a:pt x="184" y="104"/>
                      <a:pt x="166" y="104"/>
                      <a:pt x="149" y="106"/>
                    </a:cubicBezTo>
                    <a:cubicBezTo>
                      <a:pt x="139" y="107"/>
                      <a:pt x="130" y="107"/>
                      <a:pt x="120" y="107"/>
                    </a:cubicBezTo>
                    <a:cubicBezTo>
                      <a:pt x="112" y="107"/>
                      <a:pt x="103" y="108"/>
                      <a:pt x="94" y="108"/>
                    </a:cubicBezTo>
                    <a:cubicBezTo>
                      <a:pt x="90" y="109"/>
                      <a:pt x="85" y="109"/>
                      <a:pt x="80" y="109"/>
                    </a:cubicBezTo>
                    <a:cubicBezTo>
                      <a:pt x="75" y="110"/>
                      <a:pt x="70" y="111"/>
                      <a:pt x="65" y="111"/>
                    </a:cubicBezTo>
                    <a:cubicBezTo>
                      <a:pt x="56" y="112"/>
                      <a:pt x="47" y="112"/>
                      <a:pt x="39" y="114"/>
                    </a:cubicBezTo>
                    <a:cubicBezTo>
                      <a:pt x="29" y="115"/>
                      <a:pt x="20" y="117"/>
                      <a:pt x="10" y="119"/>
                    </a:cubicBezTo>
                    <a:cubicBezTo>
                      <a:pt x="7" y="119"/>
                      <a:pt x="4" y="121"/>
                      <a:pt x="2" y="122"/>
                    </a:cubicBezTo>
                    <a:cubicBezTo>
                      <a:pt x="1" y="123"/>
                      <a:pt x="0" y="124"/>
                      <a:pt x="0" y="124"/>
                    </a:cubicBezTo>
                    <a:cubicBezTo>
                      <a:pt x="0" y="125"/>
                      <a:pt x="1" y="126"/>
                      <a:pt x="2" y="127"/>
                    </a:cubicBezTo>
                    <a:cubicBezTo>
                      <a:pt x="4" y="128"/>
                      <a:pt x="6" y="129"/>
                      <a:pt x="8" y="129"/>
                    </a:cubicBezTo>
                    <a:cubicBezTo>
                      <a:pt x="12" y="130"/>
                      <a:pt x="17" y="131"/>
                      <a:pt x="22" y="132"/>
                    </a:cubicBezTo>
                    <a:cubicBezTo>
                      <a:pt x="28" y="133"/>
                      <a:pt x="34" y="134"/>
                      <a:pt x="40" y="134"/>
                    </a:cubicBezTo>
                    <a:cubicBezTo>
                      <a:pt x="46" y="135"/>
                      <a:pt x="51" y="135"/>
                      <a:pt x="57" y="136"/>
                    </a:cubicBezTo>
                    <a:cubicBezTo>
                      <a:pt x="67" y="137"/>
                      <a:pt x="77" y="138"/>
                      <a:pt x="87" y="138"/>
                    </a:cubicBezTo>
                    <a:cubicBezTo>
                      <a:pt x="88" y="138"/>
                      <a:pt x="88" y="138"/>
                      <a:pt x="88" y="138"/>
                    </a:cubicBezTo>
                    <a:cubicBezTo>
                      <a:pt x="88" y="138"/>
                      <a:pt x="88" y="138"/>
                      <a:pt x="88" y="138"/>
                    </a:cubicBezTo>
                    <a:cubicBezTo>
                      <a:pt x="89" y="138"/>
                      <a:pt x="89" y="138"/>
                      <a:pt x="89" y="138"/>
                    </a:cubicBezTo>
                    <a:cubicBezTo>
                      <a:pt x="89" y="138"/>
                      <a:pt x="89" y="138"/>
                      <a:pt x="89" y="138"/>
                    </a:cubicBezTo>
                    <a:cubicBezTo>
                      <a:pt x="89" y="138"/>
                      <a:pt x="89" y="138"/>
                      <a:pt x="89" y="138"/>
                    </a:cubicBezTo>
                    <a:cubicBezTo>
                      <a:pt x="89" y="138"/>
                      <a:pt x="89" y="138"/>
                      <a:pt x="89" y="138"/>
                    </a:cubicBezTo>
                    <a:cubicBezTo>
                      <a:pt x="89" y="138"/>
                      <a:pt x="89" y="138"/>
                      <a:pt x="89" y="138"/>
                    </a:cubicBezTo>
                    <a:cubicBezTo>
                      <a:pt x="89" y="138"/>
                      <a:pt x="89" y="138"/>
                      <a:pt x="89" y="138"/>
                    </a:cubicBezTo>
                    <a:cubicBezTo>
                      <a:pt x="90" y="138"/>
                      <a:pt x="91" y="138"/>
                      <a:pt x="91" y="138"/>
                    </a:cubicBezTo>
                    <a:cubicBezTo>
                      <a:pt x="91" y="138"/>
                      <a:pt x="92" y="138"/>
                      <a:pt x="92" y="138"/>
                    </a:cubicBezTo>
                    <a:cubicBezTo>
                      <a:pt x="92" y="138"/>
                      <a:pt x="92" y="138"/>
                      <a:pt x="92" y="138"/>
                    </a:cubicBezTo>
                    <a:cubicBezTo>
                      <a:pt x="93" y="138"/>
                      <a:pt x="93" y="138"/>
                      <a:pt x="93" y="138"/>
                    </a:cubicBezTo>
                    <a:cubicBezTo>
                      <a:pt x="103" y="139"/>
                      <a:pt x="112" y="140"/>
                      <a:pt x="121" y="140"/>
                    </a:cubicBezTo>
                    <a:cubicBezTo>
                      <a:pt x="145" y="140"/>
                      <a:pt x="168" y="141"/>
                      <a:pt x="192" y="141"/>
                    </a:cubicBezTo>
                    <a:cubicBezTo>
                      <a:pt x="192" y="141"/>
                      <a:pt x="192" y="141"/>
                      <a:pt x="192" y="141"/>
                    </a:cubicBezTo>
                    <a:cubicBezTo>
                      <a:pt x="193" y="141"/>
                      <a:pt x="193" y="141"/>
                      <a:pt x="194" y="141"/>
                    </a:cubicBezTo>
                    <a:cubicBezTo>
                      <a:pt x="194" y="141"/>
                      <a:pt x="194" y="141"/>
                      <a:pt x="194" y="141"/>
                    </a:cubicBezTo>
                    <a:cubicBezTo>
                      <a:pt x="194" y="141"/>
                      <a:pt x="195" y="141"/>
                      <a:pt x="195" y="141"/>
                    </a:cubicBezTo>
                    <a:cubicBezTo>
                      <a:pt x="195" y="141"/>
                      <a:pt x="195" y="141"/>
                      <a:pt x="195" y="141"/>
                    </a:cubicBezTo>
                    <a:cubicBezTo>
                      <a:pt x="195" y="141"/>
                      <a:pt x="195" y="141"/>
                      <a:pt x="195" y="141"/>
                    </a:cubicBezTo>
                    <a:cubicBezTo>
                      <a:pt x="195" y="141"/>
                      <a:pt x="195" y="141"/>
                      <a:pt x="195" y="141"/>
                    </a:cubicBezTo>
                    <a:cubicBezTo>
                      <a:pt x="216" y="141"/>
                      <a:pt x="237" y="140"/>
                      <a:pt x="257" y="140"/>
                    </a:cubicBezTo>
                    <a:cubicBezTo>
                      <a:pt x="257" y="140"/>
                      <a:pt x="257" y="140"/>
                      <a:pt x="258" y="140"/>
                    </a:cubicBezTo>
                    <a:cubicBezTo>
                      <a:pt x="259" y="140"/>
                      <a:pt x="261" y="140"/>
                      <a:pt x="263" y="140"/>
                    </a:cubicBezTo>
                    <a:cubicBezTo>
                      <a:pt x="264" y="140"/>
                      <a:pt x="264" y="140"/>
                      <a:pt x="265" y="140"/>
                    </a:cubicBezTo>
                    <a:cubicBezTo>
                      <a:pt x="265" y="140"/>
                      <a:pt x="265" y="140"/>
                      <a:pt x="265" y="140"/>
                    </a:cubicBezTo>
                    <a:cubicBezTo>
                      <a:pt x="265" y="140"/>
                      <a:pt x="265" y="140"/>
                      <a:pt x="265" y="140"/>
                    </a:cubicBezTo>
                    <a:cubicBezTo>
                      <a:pt x="265" y="140"/>
                      <a:pt x="265" y="140"/>
                      <a:pt x="266" y="140"/>
                    </a:cubicBezTo>
                    <a:cubicBezTo>
                      <a:pt x="269" y="140"/>
                      <a:pt x="273" y="140"/>
                      <a:pt x="277" y="140"/>
                    </a:cubicBezTo>
                    <a:cubicBezTo>
                      <a:pt x="280" y="140"/>
                      <a:pt x="282" y="140"/>
                      <a:pt x="285" y="140"/>
                    </a:cubicBezTo>
                    <a:cubicBezTo>
                      <a:pt x="287" y="140"/>
                      <a:pt x="288" y="140"/>
                      <a:pt x="289" y="140"/>
                    </a:cubicBezTo>
                    <a:cubicBezTo>
                      <a:pt x="291" y="140"/>
                      <a:pt x="292" y="140"/>
                      <a:pt x="294" y="140"/>
                    </a:cubicBezTo>
                    <a:cubicBezTo>
                      <a:pt x="294" y="140"/>
                      <a:pt x="294" y="140"/>
                      <a:pt x="294" y="140"/>
                    </a:cubicBezTo>
                    <a:cubicBezTo>
                      <a:pt x="294" y="140"/>
                      <a:pt x="294" y="140"/>
                      <a:pt x="294" y="140"/>
                    </a:cubicBezTo>
                    <a:cubicBezTo>
                      <a:pt x="294" y="140"/>
                      <a:pt x="294" y="140"/>
                      <a:pt x="294" y="140"/>
                    </a:cubicBezTo>
                    <a:cubicBezTo>
                      <a:pt x="304" y="140"/>
                      <a:pt x="314" y="140"/>
                      <a:pt x="325" y="139"/>
                    </a:cubicBezTo>
                    <a:cubicBezTo>
                      <a:pt x="325" y="139"/>
                      <a:pt x="325" y="139"/>
                      <a:pt x="326" y="139"/>
                    </a:cubicBezTo>
                    <a:cubicBezTo>
                      <a:pt x="326" y="139"/>
                      <a:pt x="326" y="139"/>
                      <a:pt x="326" y="139"/>
                    </a:cubicBezTo>
                    <a:cubicBezTo>
                      <a:pt x="336" y="138"/>
                      <a:pt x="347" y="138"/>
                      <a:pt x="358" y="138"/>
                    </a:cubicBezTo>
                    <a:cubicBezTo>
                      <a:pt x="365" y="138"/>
                      <a:pt x="373" y="138"/>
                      <a:pt x="380" y="138"/>
                    </a:cubicBezTo>
                    <a:cubicBezTo>
                      <a:pt x="389" y="137"/>
                      <a:pt x="397" y="136"/>
                      <a:pt x="405" y="136"/>
                    </a:cubicBezTo>
                    <a:cubicBezTo>
                      <a:pt x="415" y="135"/>
                      <a:pt x="425" y="135"/>
                      <a:pt x="435" y="135"/>
                    </a:cubicBezTo>
                    <a:cubicBezTo>
                      <a:pt x="435" y="135"/>
                      <a:pt x="436" y="134"/>
                      <a:pt x="436" y="134"/>
                    </a:cubicBezTo>
                    <a:cubicBezTo>
                      <a:pt x="444" y="134"/>
                      <a:pt x="452" y="133"/>
                      <a:pt x="460" y="132"/>
                    </a:cubicBezTo>
                    <a:cubicBezTo>
                      <a:pt x="461" y="132"/>
                      <a:pt x="462" y="132"/>
                      <a:pt x="464" y="132"/>
                    </a:cubicBezTo>
                    <a:cubicBezTo>
                      <a:pt x="476" y="131"/>
                      <a:pt x="487" y="130"/>
                      <a:pt x="499" y="128"/>
                    </a:cubicBezTo>
                    <a:cubicBezTo>
                      <a:pt x="505" y="128"/>
                      <a:pt x="510" y="127"/>
                      <a:pt x="515" y="126"/>
                    </a:cubicBezTo>
                    <a:cubicBezTo>
                      <a:pt x="518" y="125"/>
                      <a:pt x="521" y="125"/>
                      <a:pt x="524" y="124"/>
                    </a:cubicBezTo>
                    <a:cubicBezTo>
                      <a:pt x="527" y="123"/>
                      <a:pt x="531" y="122"/>
                      <a:pt x="534" y="121"/>
                    </a:cubicBezTo>
                    <a:cubicBezTo>
                      <a:pt x="536" y="120"/>
                      <a:pt x="537" y="118"/>
                      <a:pt x="537" y="117"/>
                    </a:cubicBezTo>
                    <a:cubicBezTo>
                      <a:pt x="537" y="117"/>
                      <a:pt x="537" y="117"/>
                      <a:pt x="537" y="117"/>
                    </a:cubicBezTo>
                    <a:cubicBezTo>
                      <a:pt x="537" y="115"/>
                      <a:pt x="536" y="114"/>
                      <a:pt x="534" y="114"/>
                    </a:cubicBezTo>
                    <a:cubicBezTo>
                      <a:pt x="531" y="113"/>
                      <a:pt x="529" y="112"/>
                      <a:pt x="526" y="111"/>
                    </a:cubicBezTo>
                    <a:cubicBezTo>
                      <a:pt x="518" y="110"/>
                      <a:pt x="511" y="109"/>
                      <a:pt x="503" y="108"/>
                    </a:cubicBezTo>
                    <a:cubicBezTo>
                      <a:pt x="495" y="107"/>
                      <a:pt x="487" y="106"/>
                      <a:pt x="479" y="106"/>
                    </a:cubicBezTo>
                    <a:cubicBezTo>
                      <a:pt x="478" y="106"/>
                      <a:pt x="476" y="106"/>
                      <a:pt x="475" y="106"/>
                    </a:cubicBezTo>
                    <a:cubicBezTo>
                      <a:pt x="468" y="105"/>
                      <a:pt x="461" y="104"/>
                      <a:pt x="454" y="104"/>
                    </a:cubicBezTo>
                    <a:cubicBezTo>
                      <a:pt x="441" y="103"/>
                      <a:pt x="428" y="103"/>
                      <a:pt x="415" y="103"/>
                    </a:cubicBezTo>
                    <a:cubicBezTo>
                      <a:pt x="415" y="103"/>
                      <a:pt x="415" y="102"/>
                      <a:pt x="414" y="102"/>
                    </a:cubicBezTo>
                    <a:cubicBezTo>
                      <a:pt x="414" y="101"/>
                      <a:pt x="414" y="100"/>
                      <a:pt x="414" y="99"/>
                    </a:cubicBezTo>
                    <a:cubicBezTo>
                      <a:pt x="414" y="92"/>
                      <a:pt x="414" y="85"/>
                      <a:pt x="414" y="78"/>
                    </a:cubicBezTo>
                    <a:cubicBezTo>
                      <a:pt x="414" y="73"/>
                      <a:pt x="414" y="68"/>
                      <a:pt x="414" y="63"/>
                    </a:cubicBezTo>
                    <a:cubicBezTo>
                      <a:pt x="414" y="48"/>
                      <a:pt x="415" y="33"/>
                      <a:pt x="415" y="18"/>
                    </a:cubicBezTo>
                    <a:cubicBezTo>
                      <a:pt x="415" y="18"/>
                      <a:pt x="415" y="18"/>
                      <a:pt x="415" y="17"/>
                    </a:cubicBezTo>
                    <a:cubicBezTo>
                      <a:pt x="415" y="12"/>
                      <a:pt x="412" y="9"/>
                      <a:pt x="407" y="8"/>
                    </a:cubicBezTo>
                    <a:cubicBezTo>
                      <a:pt x="405" y="7"/>
                      <a:pt x="403" y="7"/>
                      <a:pt x="401" y="7"/>
                    </a:cubicBezTo>
                    <a:cubicBezTo>
                      <a:pt x="391" y="4"/>
                      <a:pt x="381" y="2"/>
                      <a:pt x="370" y="1"/>
                    </a:cubicBezTo>
                    <a:cubicBezTo>
                      <a:pt x="366" y="1"/>
                      <a:pt x="361" y="0"/>
                      <a:pt x="356" y="0"/>
                    </a:cubicBezTo>
                    <a:cubicBezTo>
                      <a:pt x="356" y="0"/>
                      <a:pt x="356" y="0"/>
                      <a:pt x="356" y="0"/>
                    </a:cubicBezTo>
                    <a:cubicBezTo>
                      <a:pt x="356" y="0"/>
                      <a:pt x="356" y="0"/>
                      <a:pt x="355" y="0"/>
                    </a:cubicBezTo>
                    <a:cubicBezTo>
                      <a:pt x="355" y="0"/>
                      <a:pt x="355" y="0"/>
                      <a:pt x="355" y="0"/>
                    </a:cubicBezTo>
                    <a:cubicBezTo>
                      <a:pt x="355" y="0"/>
                      <a:pt x="355" y="0"/>
                      <a:pt x="355" y="0"/>
                    </a:cubicBezTo>
                    <a:cubicBezTo>
                      <a:pt x="355" y="0"/>
                      <a:pt x="354" y="0"/>
                      <a:pt x="354" y="0"/>
                    </a:cubicBezTo>
                    <a:cubicBezTo>
                      <a:pt x="354" y="0"/>
                      <a:pt x="354" y="0"/>
                      <a:pt x="353" y="0"/>
                    </a:cubicBezTo>
                    <a:cubicBezTo>
                      <a:pt x="349" y="0"/>
                      <a:pt x="345" y="0"/>
                      <a:pt x="340" y="0"/>
                    </a:cubicBezTo>
                    <a:cubicBezTo>
                      <a:pt x="340" y="0"/>
                      <a:pt x="340" y="0"/>
                      <a:pt x="340" y="0"/>
                    </a:cubicBezTo>
                    <a:cubicBezTo>
                      <a:pt x="340" y="0"/>
                      <a:pt x="340" y="0"/>
                      <a:pt x="340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4" name="Freeform 12">
                <a:extLst>
                  <a:ext uri="{FF2B5EF4-FFF2-40B4-BE49-F238E27FC236}">
                    <a16:creationId xmlns:a16="http://schemas.microsoft.com/office/drawing/2014/main" id="{422EB825-4D7E-47D1-9783-1EBC68174F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2" y="1377"/>
                <a:ext cx="750" cy="434"/>
              </a:xfrm>
              <a:custGeom>
                <a:avLst/>
                <a:gdLst>
                  <a:gd name="T0" fmla="*/ 372 w 515"/>
                  <a:gd name="T1" fmla="*/ 36 h 298"/>
                  <a:gd name="T2" fmla="*/ 303 w 515"/>
                  <a:gd name="T3" fmla="*/ 100 h 298"/>
                  <a:gd name="T4" fmla="*/ 301 w 515"/>
                  <a:gd name="T5" fmla="*/ 100 h 298"/>
                  <a:gd name="T6" fmla="*/ 293 w 515"/>
                  <a:gd name="T7" fmla="*/ 101 h 298"/>
                  <a:gd name="T8" fmla="*/ 145 w 515"/>
                  <a:gd name="T9" fmla="*/ 174 h 298"/>
                  <a:gd name="T10" fmla="*/ 65 w 515"/>
                  <a:gd name="T11" fmla="*/ 179 h 298"/>
                  <a:gd name="T12" fmla="*/ 63 w 515"/>
                  <a:gd name="T13" fmla="*/ 178 h 298"/>
                  <a:gd name="T14" fmla="*/ 20 w 515"/>
                  <a:gd name="T15" fmla="*/ 190 h 298"/>
                  <a:gd name="T16" fmla="*/ 10 w 515"/>
                  <a:gd name="T17" fmla="*/ 215 h 298"/>
                  <a:gd name="T18" fmla="*/ 25 w 515"/>
                  <a:gd name="T19" fmla="*/ 218 h 298"/>
                  <a:gd name="T20" fmla="*/ 31 w 515"/>
                  <a:gd name="T21" fmla="*/ 218 h 298"/>
                  <a:gd name="T22" fmla="*/ 42 w 515"/>
                  <a:gd name="T23" fmla="*/ 219 h 298"/>
                  <a:gd name="T24" fmla="*/ 53 w 515"/>
                  <a:gd name="T25" fmla="*/ 215 h 298"/>
                  <a:gd name="T26" fmla="*/ 78 w 515"/>
                  <a:gd name="T27" fmla="*/ 215 h 298"/>
                  <a:gd name="T28" fmla="*/ 91 w 515"/>
                  <a:gd name="T29" fmla="*/ 218 h 298"/>
                  <a:gd name="T30" fmla="*/ 95 w 515"/>
                  <a:gd name="T31" fmla="*/ 222 h 298"/>
                  <a:gd name="T32" fmla="*/ 107 w 515"/>
                  <a:gd name="T33" fmla="*/ 290 h 298"/>
                  <a:gd name="T34" fmla="*/ 126 w 515"/>
                  <a:gd name="T35" fmla="*/ 298 h 298"/>
                  <a:gd name="T36" fmla="*/ 136 w 515"/>
                  <a:gd name="T37" fmla="*/ 281 h 298"/>
                  <a:gd name="T38" fmla="*/ 132 w 515"/>
                  <a:gd name="T39" fmla="*/ 248 h 298"/>
                  <a:gd name="T40" fmla="*/ 130 w 515"/>
                  <a:gd name="T41" fmla="*/ 294 h 298"/>
                  <a:gd name="T42" fmla="*/ 116 w 515"/>
                  <a:gd name="T43" fmla="*/ 291 h 298"/>
                  <a:gd name="T44" fmla="*/ 114 w 515"/>
                  <a:gd name="T45" fmla="*/ 292 h 298"/>
                  <a:gd name="T46" fmla="*/ 111 w 515"/>
                  <a:gd name="T47" fmla="*/ 289 h 298"/>
                  <a:gd name="T48" fmla="*/ 98 w 515"/>
                  <a:gd name="T49" fmla="*/ 217 h 298"/>
                  <a:gd name="T50" fmla="*/ 95 w 515"/>
                  <a:gd name="T51" fmla="*/ 215 h 298"/>
                  <a:gd name="T52" fmla="*/ 94 w 515"/>
                  <a:gd name="T53" fmla="*/ 215 h 298"/>
                  <a:gd name="T54" fmla="*/ 90 w 515"/>
                  <a:gd name="T55" fmla="*/ 214 h 298"/>
                  <a:gd name="T56" fmla="*/ 50 w 515"/>
                  <a:gd name="T57" fmla="*/ 212 h 298"/>
                  <a:gd name="T58" fmla="*/ 21 w 515"/>
                  <a:gd name="T59" fmla="*/ 212 h 298"/>
                  <a:gd name="T60" fmla="*/ 18 w 515"/>
                  <a:gd name="T61" fmla="*/ 212 h 298"/>
                  <a:gd name="T62" fmla="*/ 17 w 515"/>
                  <a:gd name="T63" fmla="*/ 212 h 298"/>
                  <a:gd name="T64" fmla="*/ 12 w 515"/>
                  <a:gd name="T65" fmla="*/ 209 h 298"/>
                  <a:gd name="T66" fmla="*/ 22 w 515"/>
                  <a:gd name="T67" fmla="*/ 194 h 298"/>
                  <a:gd name="T68" fmla="*/ 64 w 515"/>
                  <a:gd name="T69" fmla="*/ 181 h 298"/>
                  <a:gd name="T70" fmla="*/ 118 w 515"/>
                  <a:gd name="T71" fmla="*/ 200 h 298"/>
                  <a:gd name="T72" fmla="*/ 287 w 515"/>
                  <a:gd name="T73" fmla="*/ 105 h 298"/>
                  <a:gd name="T74" fmla="*/ 304 w 515"/>
                  <a:gd name="T75" fmla="*/ 103 h 298"/>
                  <a:gd name="T76" fmla="*/ 308 w 515"/>
                  <a:gd name="T77" fmla="*/ 103 h 298"/>
                  <a:gd name="T78" fmla="*/ 315 w 515"/>
                  <a:gd name="T79" fmla="*/ 99 h 298"/>
                  <a:gd name="T80" fmla="*/ 316 w 515"/>
                  <a:gd name="T81" fmla="*/ 99 h 298"/>
                  <a:gd name="T82" fmla="*/ 361 w 515"/>
                  <a:gd name="T83" fmla="*/ 180 h 298"/>
                  <a:gd name="T84" fmla="*/ 361 w 515"/>
                  <a:gd name="T85" fmla="*/ 211 h 298"/>
                  <a:gd name="T86" fmla="*/ 356 w 515"/>
                  <a:gd name="T87" fmla="*/ 206 h 298"/>
                  <a:gd name="T88" fmla="*/ 359 w 515"/>
                  <a:gd name="T89" fmla="*/ 214 h 298"/>
                  <a:gd name="T90" fmla="*/ 366 w 515"/>
                  <a:gd name="T91" fmla="*/ 215 h 298"/>
                  <a:gd name="T92" fmla="*/ 397 w 515"/>
                  <a:gd name="T93" fmla="*/ 211 h 298"/>
                  <a:gd name="T94" fmla="*/ 367 w 515"/>
                  <a:gd name="T95" fmla="*/ 213 h 298"/>
                  <a:gd name="T96" fmla="*/ 329 w 515"/>
                  <a:gd name="T97" fmla="*/ 102 h 298"/>
                  <a:gd name="T98" fmla="*/ 344 w 515"/>
                  <a:gd name="T99" fmla="*/ 67 h 298"/>
                  <a:gd name="T100" fmla="*/ 420 w 515"/>
                  <a:gd name="T101" fmla="*/ 71 h 298"/>
                  <a:gd name="T102" fmla="*/ 495 w 515"/>
                  <a:gd name="T103" fmla="*/ 122 h 298"/>
                  <a:gd name="T104" fmla="*/ 496 w 515"/>
                  <a:gd name="T105" fmla="*/ 123 h 298"/>
                  <a:gd name="T106" fmla="*/ 501 w 515"/>
                  <a:gd name="T107" fmla="*/ 120 h 298"/>
                  <a:gd name="T108" fmla="*/ 515 w 515"/>
                  <a:gd name="T109" fmla="*/ 96 h 298"/>
                  <a:gd name="T110" fmla="*/ 512 w 515"/>
                  <a:gd name="T111" fmla="*/ 94 h 298"/>
                  <a:gd name="T112" fmla="*/ 510 w 515"/>
                  <a:gd name="T113" fmla="*/ 96 h 298"/>
                  <a:gd name="T114" fmla="*/ 434 w 515"/>
                  <a:gd name="T115" fmla="*/ 84 h 298"/>
                  <a:gd name="T116" fmla="*/ 410 w 515"/>
                  <a:gd name="T117" fmla="*/ 2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515" h="298">
                    <a:moveTo>
                      <a:pt x="409" y="0"/>
                    </a:moveTo>
                    <a:cubicBezTo>
                      <a:pt x="409" y="1"/>
                      <a:pt x="408" y="1"/>
                      <a:pt x="407" y="2"/>
                    </a:cubicBezTo>
                    <a:cubicBezTo>
                      <a:pt x="405" y="4"/>
                      <a:pt x="404" y="7"/>
                      <a:pt x="404" y="11"/>
                    </a:cubicBezTo>
                    <a:cubicBezTo>
                      <a:pt x="403" y="13"/>
                      <a:pt x="403" y="14"/>
                      <a:pt x="402" y="15"/>
                    </a:cubicBezTo>
                    <a:cubicBezTo>
                      <a:pt x="399" y="17"/>
                      <a:pt x="396" y="19"/>
                      <a:pt x="393" y="20"/>
                    </a:cubicBezTo>
                    <a:cubicBezTo>
                      <a:pt x="386" y="25"/>
                      <a:pt x="378" y="30"/>
                      <a:pt x="372" y="36"/>
                    </a:cubicBezTo>
                    <a:cubicBezTo>
                      <a:pt x="360" y="47"/>
                      <a:pt x="348" y="59"/>
                      <a:pt x="336" y="71"/>
                    </a:cubicBezTo>
                    <a:cubicBezTo>
                      <a:pt x="329" y="77"/>
                      <a:pt x="323" y="84"/>
                      <a:pt x="316" y="91"/>
                    </a:cubicBezTo>
                    <a:cubicBezTo>
                      <a:pt x="315" y="93"/>
                      <a:pt x="313" y="95"/>
                      <a:pt x="310" y="96"/>
                    </a:cubicBezTo>
                    <a:cubicBezTo>
                      <a:pt x="310" y="96"/>
                      <a:pt x="309" y="97"/>
                      <a:pt x="309" y="97"/>
                    </a:cubicBezTo>
                    <a:cubicBezTo>
                      <a:pt x="308" y="101"/>
                      <a:pt x="306" y="100"/>
                      <a:pt x="304" y="100"/>
                    </a:cubicBezTo>
                    <a:cubicBezTo>
                      <a:pt x="304" y="100"/>
                      <a:pt x="303" y="100"/>
                      <a:pt x="303" y="100"/>
                    </a:cubicBezTo>
                    <a:cubicBezTo>
                      <a:pt x="303" y="100"/>
                      <a:pt x="303" y="100"/>
                      <a:pt x="303" y="100"/>
                    </a:cubicBezTo>
                    <a:cubicBezTo>
                      <a:pt x="303" y="100"/>
                      <a:pt x="303" y="100"/>
                      <a:pt x="303" y="100"/>
                    </a:cubicBezTo>
                    <a:cubicBezTo>
                      <a:pt x="303" y="100"/>
                      <a:pt x="302" y="100"/>
                      <a:pt x="302" y="100"/>
                    </a:cubicBezTo>
                    <a:cubicBezTo>
                      <a:pt x="302" y="100"/>
                      <a:pt x="301" y="100"/>
                      <a:pt x="301" y="100"/>
                    </a:cubicBezTo>
                    <a:cubicBezTo>
                      <a:pt x="301" y="100"/>
                      <a:pt x="301" y="100"/>
                      <a:pt x="301" y="100"/>
                    </a:cubicBezTo>
                    <a:cubicBezTo>
                      <a:pt x="301" y="100"/>
                      <a:pt x="301" y="100"/>
                      <a:pt x="301" y="100"/>
                    </a:cubicBezTo>
                    <a:cubicBezTo>
                      <a:pt x="300" y="100"/>
                      <a:pt x="300" y="100"/>
                      <a:pt x="299" y="100"/>
                    </a:cubicBezTo>
                    <a:cubicBezTo>
                      <a:pt x="299" y="100"/>
                      <a:pt x="298" y="100"/>
                      <a:pt x="298" y="100"/>
                    </a:cubicBezTo>
                    <a:cubicBezTo>
                      <a:pt x="298" y="100"/>
                      <a:pt x="298" y="100"/>
                      <a:pt x="298" y="100"/>
                    </a:cubicBezTo>
                    <a:cubicBezTo>
                      <a:pt x="298" y="100"/>
                      <a:pt x="298" y="100"/>
                      <a:pt x="298" y="100"/>
                    </a:cubicBezTo>
                    <a:cubicBezTo>
                      <a:pt x="298" y="100"/>
                      <a:pt x="298" y="100"/>
                      <a:pt x="298" y="100"/>
                    </a:cubicBezTo>
                    <a:cubicBezTo>
                      <a:pt x="296" y="100"/>
                      <a:pt x="295" y="100"/>
                      <a:pt x="293" y="101"/>
                    </a:cubicBezTo>
                    <a:cubicBezTo>
                      <a:pt x="293" y="101"/>
                      <a:pt x="293" y="101"/>
                      <a:pt x="293" y="101"/>
                    </a:cubicBezTo>
                    <a:cubicBezTo>
                      <a:pt x="293" y="101"/>
                      <a:pt x="293" y="101"/>
                      <a:pt x="293" y="101"/>
                    </a:cubicBezTo>
                    <a:cubicBezTo>
                      <a:pt x="293" y="101"/>
                      <a:pt x="293" y="101"/>
                      <a:pt x="293" y="101"/>
                    </a:cubicBezTo>
                    <a:cubicBezTo>
                      <a:pt x="287" y="102"/>
                      <a:pt x="280" y="104"/>
                      <a:pt x="275" y="107"/>
                    </a:cubicBezTo>
                    <a:cubicBezTo>
                      <a:pt x="254" y="115"/>
                      <a:pt x="234" y="125"/>
                      <a:pt x="214" y="134"/>
                    </a:cubicBezTo>
                    <a:cubicBezTo>
                      <a:pt x="190" y="145"/>
                      <a:pt x="167" y="159"/>
                      <a:pt x="145" y="174"/>
                    </a:cubicBezTo>
                    <a:cubicBezTo>
                      <a:pt x="139" y="178"/>
                      <a:pt x="133" y="182"/>
                      <a:pt x="128" y="187"/>
                    </a:cubicBezTo>
                    <a:cubicBezTo>
                      <a:pt x="123" y="190"/>
                      <a:pt x="119" y="194"/>
                      <a:pt x="115" y="198"/>
                    </a:cubicBezTo>
                    <a:cubicBezTo>
                      <a:pt x="110" y="196"/>
                      <a:pt x="105" y="193"/>
                      <a:pt x="100" y="190"/>
                    </a:cubicBezTo>
                    <a:cubicBezTo>
                      <a:pt x="98" y="189"/>
                      <a:pt x="97" y="188"/>
                      <a:pt x="95" y="187"/>
                    </a:cubicBezTo>
                    <a:cubicBezTo>
                      <a:pt x="88" y="185"/>
                      <a:pt x="81" y="182"/>
                      <a:pt x="75" y="180"/>
                    </a:cubicBezTo>
                    <a:cubicBezTo>
                      <a:pt x="72" y="179"/>
                      <a:pt x="68" y="179"/>
                      <a:pt x="65" y="179"/>
                    </a:cubicBezTo>
                    <a:cubicBezTo>
                      <a:pt x="65" y="179"/>
                      <a:pt x="65" y="179"/>
                      <a:pt x="65" y="179"/>
                    </a:cubicBezTo>
                    <a:cubicBezTo>
                      <a:pt x="65" y="179"/>
                      <a:pt x="65" y="179"/>
                      <a:pt x="65" y="179"/>
                    </a:cubicBezTo>
                    <a:cubicBezTo>
                      <a:pt x="64" y="178"/>
                      <a:pt x="64" y="178"/>
                      <a:pt x="63" y="178"/>
                    </a:cubicBezTo>
                    <a:cubicBezTo>
                      <a:pt x="63" y="178"/>
                      <a:pt x="63" y="178"/>
                      <a:pt x="63" y="178"/>
                    </a:cubicBezTo>
                    <a:cubicBezTo>
                      <a:pt x="63" y="178"/>
                      <a:pt x="63" y="178"/>
                      <a:pt x="63" y="178"/>
                    </a:cubicBezTo>
                    <a:cubicBezTo>
                      <a:pt x="63" y="178"/>
                      <a:pt x="63" y="178"/>
                      <a:pt x="63" y="178"/>
                    </a:cubicBezTo>
                    <a:cubicBezTo>
                      <a:pt x="56" y="178"/>
                      <a:pt x="49" y="181"/>
                      <a:pt x="43" y="183"/>
                    </a:cubicBezTo>
                    <a:cubicBezTo>
                      <a:pt x="43" y="183"/>
                      <a:pt x="43" y="183"/>
                      <a:pt x="43" y="183"/>
                    </a:cubicBezTo>
                    <a:cubicBezTo>
                      <a:pt x="43" y="183"/>
                      <a:pt x="42" y="183"/>
                      <a:pt x="42" y="183"/>
                    </a:cubicBezTo>
                    <a:cubicBezTo>
                      <a:pt x="42" y="183"/>
                      <a:pt x="42" y="183"/>
                      <a:pt x="42" y="183"/>
                    </a:cubicBezTo>
                    <a:cubicBezTo>
                      <a:pt x="42" y="183"/>
                      <a:pt x="41" y="184"/>
                      <a:pt x="41" y="184"/>
                    </a:cubicBezTo>
                    <a:cubicBezTo>
                      <a:pt x="35" y="188"/>
                      <a:pt x="28" y="189"/>
                      <a:pt x="20" y="190"/>
                    </a:cubicBezTo>
                    <a:cubicBezTo>
                      <a:pt x="16" y="191"/>
                      <a:pt x="12" y="192"/>
                      <a:pt x="7" y="193"/>
                    </a:cubicBezTo>
                    <a:cubicBezTo>
                      <a:pt x="3" y="194"/>
                      <a:pt x="1" y="197"/>
                      <a:pt x="0" y="201"/>
                    </a:cubicBezTo>
                    <a:cubicBezTo>
                      <a:pt x="0" y="202"/>
                      <a:pt x="0" y="203"/>
                      <a:pt x="0" y="204"/>
                    </a:cubicBezTo>
                    <a:cubicBezTo>
                      <a:pt x="0" y="207"/>
                      <a:pt x="1" y="211"/>
                      <a:pt x="5" y="212"/>
                    </a:cubicBezTo>
                    <a:cubicBezTo>
                      <a:pt x="7" y="213"/>
                      <a:pt x="8" y="214"/>
                      <a:pt x="10" y="215"/>
                    </a:cubicBezTo>
                    <a:cubicBezTo>
                      <a:pt x="10" y="215"/>
                      <a:pt x="10" y="215"/>
                      <a:pt x="10" y="215"/>
                    </a:cubicBezTo>
                    <a:cubicBezTo>
                      <a:pt x="15" y="216"/>
                      <a:pt x="19" y="218"/>
                      <a:pt x="24" y="218"/>
                    </a:cubicBezTo>
                    <a:cubicBezTo>
                      <a:pt x="24" y="218"/>
                      <a:pt x="24" y="218"/>
                      <a:pt x="24" y="218"/>
                    </a:cubicBezTo>
                    <a:cubicBezTo>
                      <a:pt x="24" y="218"/>
                      <a:pt x="24" y="218"/>
                      <a:pt x="24" y="218"/>
                    </a:cubicBezTo>
                    <a:cubicBezTo>
                      <a:pt x="24" y="218"/>
                      <a:pt x="24" y="218"/>
                      <a:pt x="24" y="218"/>
                    </a:cubicBezTo>
                    <a:cubicBezTo>
                      <a:pt x="24" y="218"/>
                      <a:pt x="24" y="218"/>
                      <a:pt x="24" y="218"/>
                    </a:cubicBezTo>
                    <a:cubicBezTo>
                      <a:pt x="25" y="218"/>
                      <a:pt x="25" y="218"/>
                      <a:pt x="25" y="218"/>
                    </a:cubicBezTo>
                    <a:cubicBezTo>
                      <a:pt x="25" y="218"/>
                      <a:pt x="25" y="218"/>
                      <a:pt x="25" y="218"/>
                    </a:cubicBezTo>
                    <a:cubicBezTo>
                      <a:pt x="25" y="218"/>
                      <a:pt x="25" y="218"/>
                      <a:pt x="25" y="218"/>
                    </a:cubicBezTo>
                    <a:cubicBezTo>
                      <a:pt x="25" y="218"/>
                      <a:pt x="25" y="218"/>
                      <a:pt x="25" y="218"/>
                    </a:cubicBezTo>
                    <a:cubicBezTo>
                      <a:pt x="27" y="218"/>
                      <a:pt x="29" y="218"/>
                      <a:pt x="31" y="218"/>
                    </a:cubicBezTo>
                    <a:cubicBezTo>
                      <a:pt x="31" y="218"/>
                      <a:pt x="31" y="218"/>
                      <a:pt x="31" y="218"/>
                    </a:cubicBezTo>
                    <a:cubicBezTo>
                      <a:pt x="31" y="218"/>
                      <a:pt x="31" y="218"/>
                      <a:pt x="31" y="218"/>
                    </a:cubicBezTo>
                    <a:cubicBezTo>
                      <a:pt x="31" y="218"/>
                      <a:pt x="31" y="218"/>
                      <a:pt x="31" y="218"/>
                    </a:cubicBezTo>
                    <a:cubicBezTo>
                      <a:pt x="33" y="218"/>
                      <a:pt x="35" y="218"/>
                      <a:pt x="38" y="218"/>
                    </a:cubicBezTo>
                    <a:cubicBezTo>
                      <a:pt x="38" y="218"/>
                      <a:pt x="38" y="218"/>
                      <a:pt x="38" y="218"/>
                    </a:cubicBezTo>
                    <a:cubicBezTo>
                      <a:pt x="39" y="218"/>
                      <a:pt x="40" y="218"/>
                      <a:pt x="42" y="219"/>
                    </a:cubicBezTo>
                    <a:cubicBezTo>
                      <a:pt x="42" y="219"/>
                      <a:pt x="42" y="219"/>
                      <a:pt x="42" y="219"/>
                    </a:cubicBezTo>
                    <a:cubicBezTo>
                      <a:pt x="42" y="219"/>
                      <a:pt x="42" y="219"/>
                      <a:pt x="42" y="219"/>
                    </a:cubicBezTo>
                    <a:cubicBezTo>
                      <a:pt x="42" y="219"/>
                      <a:pt x="42" y="219"/>
                      <a:pt x="42" y="219"/>
                    </a:cubicBezTo>
                    <a:cubicBezTo>
                      <a:pt x="43" y="219"/>
                      <a:pt x="44" y="218"/>
                      <a:pt x="44" y="218"/>
                    </a:cubicBezTo>
                    <a:cubicBezTo>
                      <a:pt x="44" y="217"/>
                      <a:pt x="43" y="216"/>
                      <a:pt x="43" y="215"/>
                    </a:cubicBezTo>
                    <a:cubicBezTo>
                      <a:pt x="43" y="215"/>
                      <a:pt x="43" y="215"/>
                      <a:pt x="43" y="215"/>
                    </a:cubicBezTo>
                    <a:cubicBezTo>
                      <a:pt x="43" y="215"/>
                      <a:pt x="43" y="215"/>
                      <a:pt x="43" y="215"/>
                    </a:cubicBezTo>
                    <a:cubicBezTo>
                      <a:pt x="46" y="215"/>
                      <a:pt x="49" y="215"/>
                      <a:pt x="53" y="215"/>
                    </a:cubicBezTo>
                    <a:cubicBezTo>
                      <a:pt x="56" y="215"/>
                      <a:pt x="60" y="215"/>
                      <a:pt x="63" y="215"/>
                    </a:cubicBezTo>
                    <a:cubicBezTo>
                      <a:pt x="63" y="215"/>
                      <a:pt x="63" y="215"/>
                      <a:pt x="63" y="215"/>
                    </a:cubicBezTo>
                    <a:cubicBezTo>
                      <a:pt x="63" y="215"/>
                      <a:pt x="63" y="215"/>
                      <a:pt x="63" y="215"/>
                    </a:cubicBezTo>
                    <a:cubicBezTo>
                      <a:pt x="63" y="215"/>
                      <a:pt x="63" y="215"/>
                      <a:pt x="63" y="215"/>
                    </a:cubicBezTo>
                    <a:cubicBezTo>
                      <a:pt x="68" y="215"/>
                      <a:pt x="73" y="215"/>
                      <a:pt x="78" y="215"/>
                    </a:cubicBezTo>
                    <a:cubicBezTo>
                      <a:pt x="78" y="215"/>
                      <a:pt x="78" y="215"/>
                      <a:pt x="78" y="215"/>
                    </a:cubicBezTo>
                    <a:cubicBezTo>
                      <a:pt x="78" y="215"/>
                      <a:pt x="79" y="215"/>
                      <a:pt x="79" y="215"/>
                    </a:cubicBezTo>
                    <a:cubicBezTo>
                      <a:pt x="79" y="215"/>
                      <a:pt x="79" y="215"/>
                      <a:pt x="79" y="215"/>
                    </a:cubicBezTo>
                    <a:cubicBezTo>
                      <a:pt x="79" y="215"/>
                      <a:pt x="79" y="215"/>
                      <a:pt x="79" y="215"/>
                    </a:cubicBezTo>
                    <a:cubicBezTo>
                      <a:pt x="79" y="215"/>
                      <a:pt x="79" y="215"/>
                      <a:pt x="79" y="215"/>
                    </a:cubicBezTo>
                    <a:cubicBezTo>
                      <a:pt x="79" y="215"/>
                      <a:pt x="79" y="215"/>
                      <a:pt x="79" y="215"/>
                    </a:cubicBezTo>
                    <a:cubicBezTo>
                      <a:pt x="83" y="215"/>
                      <a:pt x="87" y="216"/>
                      <a:pt x="91" y="218"/>
                    </a:cubicBezTo>
                    <a:cubicBezTo>
                      <a:pt x="91" y="218"/>
                      <a:pt x="91" y="218"/>
                      <a:pt x="91" y="218"/>
                    </a:cubicBezTo>
                    <a:cubicBezTo>
                      <a:pt x="91" y="218"/>
                      <a:pt x="91" y="218"/>
                      <a:pt x="91" y="218"/>
                    </a:cubicBezTo>
                    <a:cubicBezTo>
                      <a:pt x="91" y="218"/>
                      <a:pt x="91" y="218"/>
                      <a:pt x="91" y="218"/>
                    </a:cubicBezTo>
                    <a:cubicBezTo>
                      <a:pt x="91" y="218"/>
                      <a:pt x="91" y="218"/>
                      <a:pt x="91" y="218"/>
                    </a:cubicBezTo>
                    <a:cubicBezTo>
                      <a:pt x="91" y="218"/>
                      <a:pt x="91" y="218"/>
                      <a:pt x="92" y="218"/>
                    </a:cubicBezTo>
                    <a:cubicBezTo>
                      <a:pt x="94" y="219"/>
                      <a:pt x="95" y="220"/>
                      <a:pt x="95" y="222"/>
                    </a:cubicBezTo>
                    <a:cubicBezTo>
                      <a:pt x="97" y="229"/>
                      <a:pt x="99" y="235"/>
                      <a:pt x="99" y="241"/>
                    </a:cubicBezTo>
                    <a:cubicBezTo>
                      <a:pt x="99" y="244"/>
                      <a:pt x="98" y="247"/>
                      <a:pt x="98" y="250"/>
                    </a:cubicBezTo>
                    <a:cubicBezTo>
                      <a:pt x="97" y="253"/>
                      <a:pt x="97" y="256"/>
                      <a:pt x="97" y="260"/>
                    </a:cubicBezTo>
                    <a:cubicBezTo>
                      <a:pt x="97" y="260"/>
                      <a:pt x="97" y="261"/>
                      <a:pt x="97" y="262"/>
                    </a:cubicBezTo>
                    <a:cubicBezTo>
                      <a:pt x="97" y="272"/>
                      <a:pt x="100" y="282"/>
                      <a:pt x="107" y="290"/>
                    </a:cubicBezTo>
                    <a:cubicBezTo>
                      <a:pt x="107" y="290"/>
                      <a:pt x="107" y="290"/>
                      <a:pt x="107" y="290"/>
                    </a:cubicBezTo>
                    <a:cubicBezTo>
                      <a:pt x="107" y="290"/>
                      <a:pt x="107" y="290"/>
                      <a:pt x="107" y="290"/>
                    </a:cubicBezTo>
                    <a:cubicBezTo>
                      <a:pt x="107" y="290"/>
                      <a:pt x="107" y="290"/>
                      <a:pt x="107" y="290"/>
                    </a:cubicBezTo>
                    <a:cubicBezTo>
                      <a:pt x="112" y="295"/>
                      <a:pt x="119" y="298"/>
                      <a:pt x="126" y="298"/>
                    </a:cubicBezTo>
                    <a:cubicBezTo>
                      <a:pt x="126" y="298"/>
                      <a:pt x="126" y="298"/>
                      <a:pt x="126" y="298"/>
                    </a:cubicBezTo>
                    <a:cubicBezTo>
                      <a:pt x="126" y="298"/>
                      <a:pt x="126" y="298"/>
                      <a:pt x="126" y="298"/>
                    </a:cubicBezTo>
                    <a:cubicBezTo>
                      <a:pt x="126" y="298"/>
                      <a:pt x="126" y="298"/>
                      <a:pt x="126" y="298"/>
                    </a:cubicBezTo>
                    <a:cubicBezTo>
                      <a:pt x="129" y="298"/>
                      <a:pt x="131" y="298"/>
                      <a:pt x="134" y="297"/>
                    </a:cubicBezTo>
                    <a:cubicBezTo>
                      <a:pt x="134" y="297"/>
                      <a:pt x="134" y="297"/>
                      <a:pt x="134" y="297"/>
                    </a:cubicBezTo>
                    <a:cubicBezTo>
                      <a:pt x="134" y="297"/>
                      <a:pt x="134" y="297"/>
                      <a:pt x="134" y="297"/>
                    </a:cubicBezTo>
                    <a:cubicBezTo>
                      <a:pt x="137" y="296"/>
                      <a:pt x="138" y="294"/>
                      <a:pt x="138" y="292"/>
                    </a:cubicBezTo>
                    <a:cubicBezTo>
                      <a:pt x="138" y="291"/>
                      <a:pt x="138" y="291"/>
                      <a:pt x="138" y="290"/>
                    </a:cubicBezTo>
                    <a:cubicBezTo>
                      <a:pt x="138" y="287"/>
                      <a:pt x="138" y="284"/>
                      <a:pt x="136" y="281"/>
                    </a:cubicBezTo>
                    <a:cubicBezTo>
                      <a:pt x="135" y="278"/>
                      <a:pt x="135" y="275"/>
                      <a:pt x="135" y="272"/>
                    </a:cubicBezTo>
                    <a:cubicBezTo>
                      <a:pt x="135" y="272"/>
                      <a:pt x="135" y="271"/>
                      <a:pt x="135" y="271"/>
                    </a:cubicBezTo>
                    <a:cubicBezTo>
                      <a:pt x="135" y="263"/>
                      <a:pt x="135" y="255"/>
                      <a:pt x="135" y="246"/>
                    </a:cubicBezTo>
                    <a:cubicBezTo>
                      <a:pt x="135" y="246"/>
                      <a:pt x="135" y="246"/>
                      <a:pt x="135" y="246"/>
                    </a:cubicBezTo>
                    <a:cubicBezTo>
                      <a:pt x="135" y="246"/>
                      <a:pt x="135" y="246"/>
                      <a:pt x="135" y="245"/>
                    </a:cubicBezTo>
                    <a:cubicBezTo>
                      <a:pt x="134" y="246"/>
                      <a:pt x="133" y="247"/>
                      <a:pt x="132" y="248"/>
                    </a:cubicBezTo>
                    <a:cubicBezTo>
                      <a:pt x="131" y="256"/>
                      <a:pt x="131" y="264"/>
                      <a:pt x="130" y="273"/>
                    </a:cubicBezTo>
                    <a:cubicBezTo>
                      <a:pt x="130" y="273"/>
                      <a:pt x="130" y="273"/>
                      <a:pt x="130" y="273"/>
                    </a:cubicBezTo>
                    <a:cubicBezTo>
                      <a:pt x="130" y="273"/>
                      <a:pt x="131" y="274"/>
                      <a:pt x="131" y="275"/>
                    </a:cubicBezTo>
                    <a:cubicBezTo>
                      <a:pt x="132" y="280"/>
                      <a:pt x="133" y="284"/>
                      <a:pt x="134" y="289"/>
                    </a:cubicBezTo>
                    <a:cubicBezTo>
                      <a:pt x="134" y="290"/>
                      <a:pt x="134" y="290"/>
                      <a:pt x="134" y="291"/>
                    </a:cubicBezTo>
                    <a:cubicBezTo>
                      <a:pt x="134" y="293"/>
                      <a:pt x="133" y="294"/>
                      <a:pt x="130" y="294"/>
                    </a:cubicBezTo>
                    <a:cubicBezTo>
                      <a:pt x="126" y="294"/>
                      <a:pt x="122" y="294"/>
                      <a:pt x="119" y="294"/>
                    </a:cubicBezTo>
                    <a:cubicBezTo>
                      <a:pt x="119" y="294"/>
                      <a:pt x="119" y="294"/>
                      <a:pt x="119" y="294"/>
                    </a:cubicBezTo>
                    <a:cubicBezTo>
                      <a:pt x="119" y="294"/>
                      <a:pt x="119" y="294"/>
                      <a:pt x="119" y="294"/>
                    </a:cubicBezTo>
                    <a:cubicBezTo>
                      <a:pt x="119" y="294"/>
                      <a:pt x="119" y="294"/>
                      <a:pt x="119" y="294"/>
                    </a:cubicBezTo>
                    <a:cubicBezTo>
                      <a:pt x="118" y="293"/>
                      <a:pt x="116" y="291"/>
                      <a:pt x="116" y="291"/>
                    </a:cubicBezTo>
                    <a:cubicBezTo>
                      <a:pt x="116" y="291"/>
                      <a:pt x="116" y="291"/>
                      <a:pt x="116" y="291"/>
                    </a:cubicBezTo>
                    <a:cubicBezTo>
                      <a:pt x="116" y="291"/>
                      <a:pt x="116" y="291"/>
                      <a:pt x="116" y="291"/>
                    </a:cubicBezTo>
                    <a:cubicBezTo>
                      <a:pt x="116" y="291"/>
                      <a:pt x="116" y="291"/>
                      <a:pt x="116" y="291"/>
                    </a:cubicBezTo>
                    <a:cubicBezTo>
                      <a:pt x="116" y="291"/>
                      <a:pt x="116" y="291"/>
                      <a:pt x="116" y="291"/>
                    </a:cubicBezTo>
                    <a:cubicBezTo>
                      <a:pt x="116" y="291"/>
                      <a:pt x="116" y="291"/>
                      <a:pt x="116" y="291"/>
                    </a:cubicBezTo>
                    <a:cubicBezTo>
                      <a:pt x="115" y="292"/>
                      <a:pt x="115" y="292"/>
                      <a:pt x="114" y="292"/>
                    </a:cubicBezTo>
                    <a:cubicBezTo>
                      <a:pt x="114" y="292"/>
                      <a:pt x="114" y="292"/>
                      <a:pt x="114" y="292"/>
                    </a:cubicBezTo>
                    <a:cubicBezTo>
                      <a:pt x="114" y="292"/>
                      <a:pt x="114" y="292"/>
                      <a:pt x="114" y="292"/>
                    </a:cubicBezTo>
                    <a:cubicBezTo>
                      <a:pt x="114" y="292"/>
                      <a:pt x="114" y="292"/>
                      <a:pt x="114" y="292"/>
                    </a:cubicBezTo>
                    <a:cubicBezTo>
                      <a:pt x="113" y="292"/>
                      <a:pt x="112" y="290"/>
                      <a:pt x="111" y="289"/>
                    </a:cubicBezTo>
                    <a:cubicBezTo>
                      <a:pt x="111" y="289"/>
                      <a:pt x="111" y="289"/>
                      <a:pt x="111" y="289"/>
                    </a:cubicBezTo>
                    <a:cubicBezTo>
                      <a:pt x="111" y="289"/>
                      <a:pt x="111" y="289"/>
                      <a:pt x="111" y="289"/>
                    </a:cubicBezTo>
                    <a:cubicBezTo>
                      <a:pt x="111" y="289"/>
                      <a:pt x="111" y="289"/>
                      <a:pt x="111" y="289"/>
                    </a:cubicBezTo>
                    <a:cubicBezTo>
                      <a:pt x="111" y="289"/>
                      <a:pt x="111" y="289"/>
                      <a:pt x="111" y="289"/>
                    </a:cubicBezTo>
                    <a:cubicBezTo>
                      <a:pt x="103" y="281"/>
                      <a:pt x="100" y="271"/>
                      <a:pt x="100" y="261"/>
                    </a:cubicBezTo>
                    <a:cubicBezTo>
                      <a:pt x="100" y="258"/>
                      <a:pt x="100" y="256"/>
                      <a:pt x="100" y="253"/>
                    </a:cubicBezTo>
                    <a:cubicBezTo>
                      <a:pt x="101" y="249"/>
                      <a:pt x="101" y="245"/>
                      <a:pt x="101" y="240"/>
                    </a:cubicBezTo>
                    <a:cubicBezTo>
                      <a:pt x="101" y="235"/>
                      <a:pt x="100" y="230"/>
                      <a:pt x="99" y="224"/>
                    </a:cubicBezTo>
                    <a:cubicBezTo>
                      <a:pt x="98" y="222"/>
                      <a:pt x="98" y="220"/>
                      <a:pt x="98" y="217"/>
                    </a:cubicBezTo>
                    <a:cubicBezTo>
                      <a:pt x="98" y="217"/>
                      <a:pt x="98" y="217"/>
                      <a:pt x="98" y="217"/>
                    </a:cubicBezTo>
                    <a:cubicBezTo>
                      <a:pt x="98" y="217"/>
                      <a:pt x="98" y="217"/>
                      <a:pt x="98" y="217"/>
                    </a:cubicBezTo>
                    <a:cubicBezTo>
                      <a:pt x="98" y="217"/>
                      <a:pt x="98" y="217"/>
                      <a:pt x="98" y="217"/>
                    </a:cubicBezTo>
                    <a:cubicBezTo>
                      <a:pt x="98" y="217"/>
                      <a:pt x="98" y="217"/>
                      <a:pt x="98" y="217"/>
                    </a:cubicBezTo>
                    <a:cubicBezTo>
                      <a:pt x="98" y="217"/>
                      <a:pt x="98" y="217"/>
                      <a:pt x="98" y="217"/>
                    </a:cubicBezTo>
                    <a:cubicBezTo>
                      <a:pt x="97" y="217"/>
                      <a:pt x="96" y="215"/>
                      <a:pt x="95" y="215"/>
                    </a:cubicBezTo>
                    <a:cubicBezTo>
                      <a:pt x="95" y="215"/>
                      <a:pt x="95" y="215"/>
                      <a:pt x="95" y="215"/>
                    </a:cubicBezTo>
                    <a:cubicBezTo>
                      <a:pt x="95" y="215"/>
                      <a:pt x="95" y="215"/>
                      <a:pt x="95" y="215"/>
                    </a:cubicBezTo>
                    <a:cubicBezTo>
                      <a:pt x="95" y="215"/>
                      <a:pt x="95" y="215"/>
                      <a:pt x="95" y="215"/>
                    </a:cubicBezTo>
                    <a:cubicBezTo>
                      <a:pt x="95" y="215"/>
                      <a:pt x="95" y="215"/>
                      <a:pt x="95" y="215"/>
                    </a:cubicBezTo>
                    <a:cubicBezTo>
                      <a:pt x="94" y="215"/>
                      <a:pt x="94" y="215"/>
                      <a:pt x="94" y="215"/>
                    </a:cubicBezTo>
                    <a:cubicBezTo>
                      <a:pt x="94" y="215"/>
                      <a:pt x="94" y="215"/>
                      <a:pt x="94" y="215"/>
                    </a:cubicBezTo>
                    <a:cubicBezTo>
                      <a:pt x="94" y="215"/>
                      <a:pt x="94" y="215"/>
                      <a:pt x="94" y="215"/>
                    </a:cubicBezTo>
                    <a:cubicBezTo>
                      <a:pt x="94" y="215"/>
                      <a:pt x="93" y="215"/>
                      <a:pt x="93" y="215"/>
                    </a:cubicBezTo>
                    <a:cubicBezTo>
                      <a:pt x="93" y="215"/>
                      <a:pt x="93" y="215"/>
                      <a:pt x="93" y="215"/>
                    </a:cubicBezTo>
                    <a:cubicBezTo>
                      <a:pt x="93" y="215"/>
                      <a:pt x="93" y="215"/>
                      <a:pt x="93" y="215"/>
                    </a:cubicBezTo>
                    <a:cubicBezTo>
                      <a:pt x="93" y="215"/>
                      <a:pt x="93" y="215"/>
                      <a:pt x="93" y="215"/>
                    </a:cubicBezTo>
                    <a:cubicBezTo>
                      <a:pt x="92" y="215"/>
                      <a:pt x="91" y="214"/>
                      <a:pt x="90" y="214"/>
                    </a:cubicBezTo>
                    <a:cubicBezTo>
                      <a:pt x="89" y="214"/>
                      <a:pt x="89" y="214"/>
                      <a:pt x="89" y="214"/>
                    </a:cubicBezTo>
                    <a:cubicBezTo>
                      <a:pt x="89" y="214"/>
                      <a:pt x="89" y="214"/>
                      <a:pt x="88" y="214"/>
                    </a:cubicBezTo>
                    <a:cubicBezTo>
                      <a:pt x="86" y="213"/>
                      <a:pt x="83" y="212"/>
                      <a:pt x="81" y="212"/>
                    </a:cubicBezTo>
                    <a:cubicBezTo>
                      <a:pt x="81" y="212"/>
                      <a:pt x="81" y="212"/>
                      <a:pt x="81" y="212"/>
                    </a:cubicBezTo>
                    <a:cubicBezTo>
                      <a:pt x="80" y="212"/>
                      <a:pt x="80" y="212"/>
                      <a:pt x="80" y="212"/>
                    </a:cubicBezTo>
                    <a:cubicBezTo>
                      <a:pt x="70" y="212"/>
                      <a:pt x="60" y="212"/>
                      <a:pt x="50" y="212"/>
                    </a:cubicBezTo>
                    <a:cubicBezTo>
                      <a:pt x="50" y="212"/>
                      <a:pt x="50" y="212"/>
                      <a:pt x="50" y="212"/>
                    </a:cubicBezTo>
                    <a:cubicBezTo>
                      <a:pt x="50" y="212"/>
                      <a:pt x="50" y="212"/>
                      <a:pt x="50" y="212"/>
                    </a:cubicBezTo>
                    <a:cubicBezTo>
                      <a:pt x="50" y="212"/>
                      <a:pt x="50" y="212"/>
                      <a:pt x="50" y="212"/>
                    </a:cubicBezTo>
                    <a:cubicBezTo>
                      <a:pt x="45" y="212"/>
                      <a:pt x="40" y="212"/>
                      <a:pt x="35" y="212"/>
                    </a:cubicBezTo>
                    <a:cubicBezTo>
                      <a:pt x="30" y="212"/>
                      <a:pt x="26" y="212"/>
                      <a:pt x="21" y="212"/>
                    </a:cubicBezTo>
                    <a:cubicBezTo>
                      <a:pt x="21" y="212"/>
                      <a:pt x="21" y="212"/>
                      <a:pt x="21" y="212"/>
                    </a:cubicBezTo>
                    <a:cubicBezTo>
                      <a:pt x="20" y="212"/>
                      <a:pt x="20" y="212"/>
                      <a:pt x="19" y="212"/>
                    </a:cubicBezTo>
                    <a:cubicBezTo>
                      <a:pt x="19" y="212"/>
                      <a:pt x="19" y="212"/>
                      <a:pt x="18" y="212"/>
                    </a:cubicBezTo>
                    <a:cubicBezTo>
                      <a:pt x="18" y="212"/>
                      <a:pt x="18" y="212"/>
                      <a:pt x="18" y="212"/>
                    </a:cubicBezTo>
                    <a:cubicBezTo>
                      <a:pt x="18" y="212"/>
                      <a:pt x="18" y="212"/>
                      <a:pt x="18" y="212"/>
                    </a:cubicBezTo>
                    <a:cubicBezTo>
                      <a:pt x="18" y="212"/>
                      <a:pt x="18" y="212"/>
                      <a:pt x="18" y="212"/>
                    </a:cubicBezTo>
                    <a:cubicBezTo>
                      <a:pt x="18" y="212"/>
                      <a:pt x="18" y="212"/>
                      <a:pt x="18" y="212"/>
                    </a:cubicBezTo>
                    <a:cubicBezTo>
                      <a:pt x="17" y="212"/>
                      <a:pt x="17" y="212"/>
                      <a:pt x="17" y="212"/>
                    </a:cubicBezTo>
                    <a:cubicBezTo>
                      <a:pt x="17" y="212"/>
                      <a:pt x="17" y="212"/>
                      <a:pt x="17" y="212"/>
                    </a:cubicBezTo>
                    <a:cubicBezTo>
                      <a:pt x="17" y="212"/>
                      <a:pt x="17" y="212"/>
                      <a:pt x="17" y="212"/>
                    </a:cubicBezTo>
                    <a:cubicBezTo>
                      <a:pt x="17" y="212"/>
                      <a:pt x="17" y="212"/>
                      <a:pt x="17" y="212"/>
                    </a:cubicBezTo>
                    <a:cubicBezTo>
                      <a:pt x="17" y="212"/>
                      <a:pt x="17" y="212"/>
                      <a:pt x="17" y="212"/>
                    </a:cubicBezTo>
                    <a:cubicBezTo>
                      <a:pt x="17" y="212"/>
                      <a:pt x="17" y="212"/>
                      <a:pt x="17" y="212"/>
                    </a:cubicBezTo>
                    <a:cubicBezTo>
                      <a:pt x="17" y="212"/>
                      <a:pt x="17" y="212"/>
                      <a:pt x="17" y="212"/>
                    </a:cubicBezTo>
                    <a:cubicBezTo>
                      <a:pt x="17" y="212"/>
                      <a:pt x="17" y="212"/>
                      <a:pt x="17" y="212"/>
                    </a:cubicBezTo>
                    <a:cubicBezTo>
                      <a:pt x="15" y="212"/>
                      <a:pt x="14" y="211"/>
                      <a:pt x="13" y="210"/>
                    </a:cubicBezTo>
                    <a:cubicBezTo>
                      <a:pt x="13" y="210"/>
                      <a:pt x="13" y="210"/>
                      <a:pt x="13" y="209"/>
                    </a:cubicBezTo>
                    <a:cubicBezTo>
                      <a:pt x="13" y="209"/>
                      <a:pt x="13" y="209"/>
                      <a:pt x="13" y="209"/>
                    </a:cubicBezTo>
                    <a:cubicBezTo>
                      <a:pt x="12" y="209"/>
                      <a:pt x="12" y="209"/>
                      <a:pt x="12" y="209"/>
                    </a:cubicBezTo>
                    <a:cubicBezTo>
                      <a:pt x="12" y="210"/>
                      <a:pt x="12" y="211"/>
                      <a:pt x="12" y="212"/>
                    </a:cubicBezTo>
                    <a:cubicBezTo>
                      <a:pt x="9" y="211"/>
                      <a:pt x="7" y="210"/>
                      <a:pt x="5" y="209"/>
                    </a:cubicBezTo>
                    <a:cubicBezTo>
                      <a:pt x="5" y="208"/>
                      <a:pt x="4" y="207"/>
                      <a:pt x="4" y="206"/>
                    </a:cubicBezTo>
                    <a:cubicBezTo>
                      <a:pt x="4" y="205"/>
                      <a:pt x="3" y="204"/>
                      <a:pt x="3" y="203"/>
                    </a:cubicBezTo>
                    <a:cubicBezTo>
                      <a:pt x="3" y="199"/>
                      <a:pt x="6" y="197"/>
                      <a:pt x="10" y="196"/>
                    </a:cubicBezTo>
                    <a:cubicBezTo>
                      <a:pt x="14" y="195"/>
                      <a:pt x="18" y="194"/>
                      <a:pt x="22" y="194"/>
                    </a:cubicBezTo>
                    <a:cubicBezTo>
                      <a:pt x="27" y="193"/>
                      <a:pt x="32" y="192"/>
                      <a:pt x="37" y="189"/>
                    </a:cubicBezTo>
                    <a:cubicBezTo>
                      <a:pt x="43" y="186"/>
                      <a:pt x="49" y="184"/>
                      <a:pt x="55" y="182"/>
                    </a:cubicBezTo>
                    <a:cubicBezTo>
                      <a:pt x="58" y="181"/>
                      <a:pt x="61" y="181"/>
                      <a:pt x="64" y="181"/>
                    </a:cubicBezTo>
                    <a:cubicBezTo>
                      <a:pt x="64" y="181"/>
                      <a:pt x="64" y="181"/>
                      <a:pt x="64" y="181"/>
                    </a:cubicBezTo>
                    <a:cubicBezTo>
                      <a:pt x="64" y="181"/>
                      <a:pt x="64" y="181"/>
                      <a:pt x="64" y="181"/>
                    </a:cubicBezTo>
                    <a:cubicBezTo>
                      <a:pt x="64" y="181"/>
                      <a:pt x="64" y="181"/>
                      <a:pt x="64" y="181"/>
                    </a:cubicBezTo>
                    <a:cubicBezTo>
                      <a:pt x="68" y="181"/>
                      <a:pt x="72" y="182"/>
                      <a:pt x="77" y="184"/>
                    </a:cubicBezTo>
                    <a:cubicBezTo>
                      <a:pt x="77" y="184"/>
                      <a:pt x="77" y="184"/>
                      <a:pt x="77" y="184"/>
                    </a:cubicBezTo>
                    <a:cubicBezTo>
                      <a:pt x="81" y="185"/>
                      <a:pt x="84" y="186"/>
                      <a:pt x="88" y="188"/>
                    </a:cubicBezTo>
                    <a:cubicBezTo>
                      <a:pt x="91" y="189"/>
                      <a:pt x="94" y="190"/>
                      <a:pt x="96" y="191"/>
                    </a:cubicBezTo>
                    <a:cubicBezTo>
                      <a:pt x="103" y="195"/>
                      <a:pt x="109" y="198"/>
                      <a:pt x="116" y="202"/>
                    </a:cubicBezTo>
                    <a:cubicBezTo>
                      <a:pt x="116" y="201"/>
                      <a:pt x="117" y="201"/>
                      <a:pt x="118" y="200"/>
                    </a:cubicBezTo>
                    <a:cubicBezTo>
                      <a:pt x="124" y="195"/>
                      <a:pt x="129" y="189"/>
                      <a:pt x="136" y="184"/>
                    </a:cubicBezTo>
                    <a:cubicBezTo>
                      <a:pt x="142" y="179"/>
                      <a:pt x="148" y="175"/>
                      <a:pt x="155" y="171"/>
                    </a:cubicBezTo>
                    <a:cubicBezTo>
                      <a:pt x="171" y="160"/>
                      <a:pt x="188" y="150"/>
                      <a:pt x="205" y="141"/>
                    </a:cubicBezTo>
                    <a:cubicBezTo>
                      <a:pt x="224" y="133"/>
                      <a:pt x="242" y="124"/>
                      <a:pt x="261" y="116"/>
                    </a:cubicBezTo>
                    <a:cubicBezTo>
                      <a:pt x="269" y="112"/>
                      <a:pt x="278" y="109"/>
                      <a:pt x="287" y="105"/>
                    </a:cubicBezTo>
                    <a:cubicBezTo>
                      <a:pt x="287" y="105"/>
                      <a:pt x="287" y="105"/>
                      <a:pt x="287" y="105"/>
                    </a:cubicBezTo>
                    <a:cubicBezTo>
                      <a:pt x="287" y="105"/>
                      <a:pt x="287" y="105"/>
                      <a:pt x="287" y="105"/>
                    </a:cubicBezTo>
                    <a:cubicBezTo>
                      <a:pt x="292" y="104"/>
                      <a:pt x="297" y="103"/>
                      <a:pt x="302" y="103"/>
                    </a:cubicBezTo>
                    <a:cubicBezTo>
                      <a:pt x="302" y="103"/>
                      <a:pt x="302" y="103"/>
                      <a:pt x="302" y="103"/>
                    </a:cubicBezTo>
                    <a:cubicBezTo>
                      <a:pt x="302" y="103"/>
                      <a:pt x="302" y="103"/>
                      <a:pt x="302" y="103"/>
                    </a:cubicBezTo>
                    <a:cubicBezTo>
                      <a:pt x="302" y="103"/>
                      <a:pt x="302" y="103"/>
                      <a:pt x="302" y="103"/>
                    </a:cubicBezTo>
                    <a:cubicBezTo>
                      <a:pt x="303" y="103"/>
                      <a:pt x="304" y="103"/>
                      <a:pt x="304" y="103"/>
                    </a:cubicBezTo>
                    <a:cubicBezTo>
                      <a:pt x="304" y="103"/>
                      <a:pt x="305" y="103"/>
                      <a:pt x="305" y="103"/>
                    </a:cubicBezTo>
                    <a:cubicBezTo>
                      <a:pt x="305" y="103"/>
                      <a:pt x="305" y="103"/>
                      <a:pt x="305" y="103"/>
                    </a:cubicBezTo>
                    <a:cubicBezTo>
                      <a:pt x="306" y="103"/>
                      <a:pt x="307" y="103"/>
                      <a:pt x="307" y="103"/>
                    </a:cubicBezTo>
                    <a:cubicBezTo>
                      <a:pt x="307" y="103"/>
                      <a:pt x="307" y="103"/>
                      <a:pt x="308" y="103"/>
                    </a:cubicBezTo>
                    <a:cubicBezTo>
                      <a:pt x="308" y="103"/>
                      <a:pt x="308" y="103"/>
                      <a:pt x="308" y="103"/>
                    </a:cubicBezTo>
                    <a:cubicBezTo>
                      <a:pt x="308" y="103"/>
                      <a:pt x="308" y="103"/>
                      <a:pt x="308" y="103"/>
                    </a:cubicBezTo>
                    <a:cubicBezTo>
                      <a:pt x="308" y="103"/>
                      <a:pt x="309" y="103"/>
                      <a:pt x="310" y="103"/>
                    </a:cubicBezTo>
                    <a:cubicBezTo>
                      <a:pt x="311" y="103"/>
                      <a:pt x="311" y="103"/>
                      <a:pt x="312" y="103"/>
                    </a:cubicBezTo>
                    <a:cubicBezTo>
                      <a:pt x="312" y="103"/>
                      <a:pt x="312" y="103"/>
                      <a:pt x="312" y="103"/>
                    </a:cubicBezTo>
                    <a:cubicBezTo>
                      <a:pt x="312" y="103"/>
                      <a:pt x="312" y="103"/>
                      <a:pt x="312" y="103"/>
                    </a:cubicBezTo>
                    <a:cubicBezTo>
                      <a:pt x="312" y="103"/>
                      <a:pt x="312" y="103"/>
                      <a:pt x="312" y="103"/>
                    </a:cubicBezTo>
                    <a:cubicBezTo>
                      <a:pt x="313" y="99"/>
                      <a:pt x="313" y="99"/>
                      <a:pt x="315" y="99"/>
                    </a:cubicBezTo>
                    <a:cubicBezTo>
                      <a:pt x="315" y="99"/>
                      <a:pt x="315" y="99"/>
                      <a:pt x="315" y="99"/>
                    </a:cubicBezTo>
                    <a:cubicBezTo>
                      <a:pt x="315" y="99"/>
                      <a:pt x="315" y="99"/>
                      <a:pt x="315" y="99"/>
                    </a:cubicBezTo>
                    <a:cubicBezTo>
                      <a:pt x="315" y="99"/>
                      <a:pt x="315" y="99"/>
                      <a:pt x="315" y="99"/>
                    </a:cubicBezTo>
                    <a:cubicBezTo>
                      <a:pt x="315" y="99"/>
                      <a:pt x="315" y="99"/>
                      <a:pt x="316" y="99"/>
                    </a:cubicBezTo>
                    <a:cubicBezTo>
                      <a:pt x="316" y="99"/>
                      <a:pt x="316" y="99"/>
                      <a:pt x="316" y="99"/>
                    </a:cubicBezTo>
                    <a:cubicBezTo>
                      <a:pt x="316" y="99"/>
                      <a:pt x="316" y="99"/>
                      <a:pt x="316" y="99"/>
                    </a:cubicBezTo>
                    <a:cubicBezTo>
                      <a:pt x="316" y="99"/>
                      <a:pt x="316" y="99"/>
                      <a:pt x="316" y="99"/>
                    </a:cubicBezTo>
                    <a:cubicBezTo>
                      <a:pt x="317" y="99"/>
                      <a:pt x="318" y="99"/>
                      <a:pt x="319" y="99"/>
                    </a:cubicBezTo>
                    <a:cubicBezTo>
                      <a:pt x="326" y="103"/>
                      <a:pt x="332" y="107"/>
                      <a:pt x="336" y="114"/>
                    </a:cubicBezTo>
                    <a:cubicBezTo>
                      <a:pt x="341" y="121"/>
                      <a:pt x="344" y="128"/>
                      <a:pt x="348" y="134"/>
                    </a:cubicBezTo>
                    <a:cubicBezTo>
                      <a:pt x="352" y="141"/>
                      <a:pt x="355" y="148"/>
                      <a:pt x="357" y="156"/>
                    </a:cubicBezTo>
                    <a:cubicBezTo>
                      <a:pt x="359" y="164"/>
                      <a:pt x="360" y="172"/>
                      <a:pt x="361" y="180"/>
                    </a:cubicBezTo>
                    <a:cubicBezTo>
                      <a:pt x="363" y="188"/>
                      <a:pt x="364" y="195"/>
                      <a:pt x="364" y="203"/>
                    </a:cubicBezTo>
                    <a:cubicBezTo>
                      <a:pt x="364" y="204"/>
                      <a:pt x="363" y="206"/>
                      <a:pt x="363" y="208"/>
                    </a:cubicBezTo>
                    <a:cubicBezTo>
                      <a:pt x="363" y="209"/>
                      <a:pt x="363" y="210"/>
                      <a:pt x="363" y="211"/>
                    </a:cubicBezTo>
                    <a:cubicBezTo>
                      <a:pt x="363" y="211"/>
                      <a:pt x="363" y="211"/>
                      <a:pt x="363" y="211"/>
                    </a:cubicBezTo>
                    <a:cubicBezTo>
                      <a:pt x="362" y="211"/>
                      <a:pt x="362" y="211"/>
                      <a:pt x="361" y="211"/>
                    </a:cubicBezTo>
                    <a:cubicBezTo>
                      <a:pt x="361" y="211"/>
                      <a:pt x="361" y="211"/>
                      <a:pt x="361" y="211"/>
                    </a:cubicBezTo>
                    <a:cubicBezTo>
                      <a:pt x="361" y="211"/>
                      <a:pt x="361" y="211"/>
                      <a:pt x="361" y="211"/>
                    </a:cubicBezTo>
                    <a:cubicBezTo>
                      <a:pt x="361" y="211"/>
                      <a:pt x="361" y="211"/>
                      <a:pt x="361" y="211"/>
                    </a:cubicBezTo>
                    <a:cubicBezTo>
                      <a:pt x="358" y="211"/>
                      <a:pt x="358" y="209"/>
                      <a:pt x="356" y="206"/>
                    </a:cubicBezTo>
                    <a:cubicBezTo>
                      <a:pt x="356" y="206"/>
                      <a:pt x="356" y="206"/>
                      <a:pt x="356" y="206"/>
                    </a:cubicBezTo>
                    <a:cubicBezTo>
                      <a:pt x="356" y="206"/>
                      <a:pt x="356" y="206"/>
                      <a:pt x="356" y="206"/>
                    </a:cubicBezTo>
                    <a:cubicBezTo>
                      <a:pt x="356" y="206"/>
                      <a:pt x="356" y="206"/>
                      <a:pt x="356" y="206"/>
                    </a:cubicBezTo>
                    <a:cubicBezTo>
                      <a:pt x="356" y="206"/>
                      <a:pt x="356" y="206"/>
                      <a:pt x="356" y="206"/>
                    </a:cubicBezTo>
                    <a:cubicBezTo>
                      <a:pt x="356" y="206"/>
                      <a:pt x="356" y="206"/>
                      <a:pt x="356" y="206"/>
                    </a:cubicBezTo>
                    <a:cubicBezTo>
                      <a:pt x="356" y="206"/>
                      <a:pt x="356" y="206"/>
                      <a:pt x="356" y="206"/>
                    </a:cubicBezTo>
                    <a:cubicBezTo>
                      <a:pt x="356" y="208"/>
                      <a:pt x="355" y="209"/>
                      <a:pt x="355" y="210"/>
                    </a:cubicBezTo>
                    <a:cubicBezTo>
                      <a:pt x="355" y="212"/>
                      <a:pt x="356" y="214"/>
                      <a:pt x="359" y="214"/>
                    </a:cubicBezTo>
                    <a:cubicBezTo>
                      <a:pt x="359" y="214"/>
                      <a:pt x="359" y="214"/>
                      <a:pt x="359" y="214"/>
                    </a:cubicBezTo>
                    <a:cubicBezTo>
                      <a:pt x="360" y="215"/>
                      <a:pt x="362" y="215"/>
                      <a:pt x="363" y="215"/>
                    </a:cubicBezTo>
                    <a:cubicBezTo>
                      <a:pt x="363" y="215"/>
                      <a:pt x="363" y="215"/>
                      <a:pt x="363" y="215"/>
                    </a:cubicBezTo>
                    <a:cubicBezTo>
                      <a:pt x="363" y="215"/>
                      <a:pt x="363" y="215"/>
                      <a:pt x="363" y="215"/>
                    </a:cubicBezTo>
                    <a:cubicBezTo>
                      <a:pt x="363" y="215"/>
                      <a:pt x="363" y="215"/>
                      <a:pt x="363" y="215"/>
                    </a:cubicBezTo>
                    <a:cubicBezTo>
                      <a:pt x="364" y="215"/>
                      <a:pt x="365" y="215"/>
                      <a:pt x="366" y="215"/>
                    </a:cubicBezTo>
                    <a:cubicBezTo>
                      <a:pt x="366" y="215"/>
                      <a:pt x="366" y="215"/>
                      <a:pt x="366" y="215"/>
                    </a:cubicBezTo>
                    <a:cubicBezTo>
                      <a:pt x="367" y="215"/>
                      <a:pt x="368" y="215"/>
                      <a:pt x="368" y="215"/>
                    </a:cubicBezTo>
                    <a:cubicBezTo>
                      <a:pt x="368" y="215"/>
                      <a:pt x="368" y="215"/>
                      <a:pt x="368" y="215"/>
                    </a:cubicBezTo>
                    <a:cubicBezTo>
                      <a:pt x="368" y="215"/>
                      <a:pt x="368" y="215"/>
                      <a:pt x="368" y="215"/>
                    </a:cubicBezTo>
                    <a:cubicBezTo>
                      <a:pt x="376" y="214"/>
                      <a:pt x="383" y="214"/>
                      <a:pt x="391" y="214"/>
                    </a:cubicBezTo>
                    <a:cubicBezTo>
                      <a:pt x="392" y="213"/>
                      <a:pt x="394" y="213"/>
                      <a:pt x="396" y="213"/>
                    </a:cubicBezTo>
                    <a:cubicBezTo>
                      <a:pt x="397" y="212"/>
                      <a:pt x="397" y="211"/>
                      <a:pt x="397" y="211"/>
                    </a:cubicBezTo>
                    <a:cubicBezTo>
                      <a:pt x="397" y="210"/>
                      <a:pt x="397" y="209"/>
                      <a:pt x="397" y="209"/>
                    </a:cubicBezTo>
                    <a:cubicBezTo>
                      <a:pt x="393" y="211"/>
                      <a:pt x="390" y="211"/>
                      <a:pt x="386" y="211"/>
                    </a:cubicBezTo>
                    <a:cubicBezTo>
                      <a:pt x="383" y="211"/>
                      <a:pt x="379" y="211"/>
                      <a:pt x="376" y="212"/>
                    </a:cubicBezTo>
                    <a:cubicBezTo>
                      <a:pt x="373" y="212"/>
                      <a:pt x="370" y="212"/>
                      <a:pt x="367" y="213"/>
                    </a:cubicBezTo>
                    <a:cubicBezTo>
                      <a:pt x="367" y="213"/>
                      <a:pt x="367" y="213"/>
                      <a:pt x="367" y="213"/>
                    </a:cubicBezTo>
                    <a:cubicBezTo>
                      <a:pt x="367" y="213"/>
                      <a:pt x="367" y="213"/>
                      <a:pt x="367" y="213"/>
                    </a:cubicBezTo>
                    <a:cubicBezTo>
                      <a:pt x="367" y="209"/>
                      <a:pt x="367" y="206"/>
                      <a:pt x="367" y="202"/>
                    </a:cubicBezTo>
                    <a:cubicBezTo>
                      <a:pt x="367" y="200"/>
                      <a:pt x="367" y="198"/>
                      <a:pt x="366" y="196"/>
                    </a:cubicBezTo>
                    <a:cubicBezTo>
                      <a:pt x="366" y="191"/>
                      <a:pt x="365" y="187"/>
                      <a:pt x="365" y="182"/>
                    </a:cubicBezTo>
                    <a:cubicBezTo>
                      <a:pt x="364" y="174"/>
                      <a:pt x="363" y="166"/>
                      <a:pt x="361" y="159"/>
                    </a:cubicBezTo>
                    <a:cubicBezTo>
                      <a:pt x="356" y="140"/>
                      <a:pt x="347" y="124"/>
                      <a:pt x="336" y="109"/>
                    </a:cubicBezTo>
                    <a:cubicBezTo>
                      <a:pt x="335" y="106"/>
                      <a:pt x="332" y="104"/>
                      <a:pt x="329" y="102"/>
                    </a:cubicBezTo>
                    <a:cubicBezTo>
                      <a:pt x="326" y="100"/>
                      <a:pt x="321" y="98"/>
                      <a:pt x="317" y="95"/>
                    </a:cubicBezTo>
                    <a:cubicBezTo>
                      <a:pt x="317" y="95"/>
                      <a:pt x="317" y="95"/>
                      <a:pt x="317" y="95"/>
                    </a:cubicBezTo>
                    <a:cubicBezTo>
                      <a:pt x="317" y="95"/>
                      <a:pt x="317" y="95"/>
                      <a:pt x="317" y="95"/>
                    </a:cubicBezTo>
                    <a:cubicBezTo>
                      <a:pt x="318" y="94"/>
                      <a:pt x="320" y="93"/>
                      <a:pt x="321" y="91"/>
                    </a:cubicBezTo>
                    <a:cubicBezTo>
                      <a:pt x="324" y="88"/>
                      <a:pt x="326" y="86"/>
                      <a:pt x="329" y="83"/>
                    </a:cubicBezTo>
                    <a:cubicBezTo>
                      <a:pt x="334" y="77"/>
                      <a:pt x="338" y="72"/>
                      <a:pt x="344" y="67"/>
                    </a:cubicBezTo>
                    <a:cubicBezTo>
                      <a:pt x="352" y="58"/>
                      <a:pt x="362" y="50"/>
                      <a:pt x="371" y="41"/>
                    </a:cubicBezTo>
                    <a:cubicBezTo>
                      <a:pt x="380" y="32"/>
                      <a:pt x="390" y="26"/>
                      <a:pt x="401" y="18"/>
                    </a:cubicBezTo>
                    <a:cubicBezTo>
                      <a:pt x="401" y="18"/>
                      <a:pt x="402" y="18"/>
                      <a:pt x="402" y="18"/>
                    </a:cubicBezTo>
                    <a:cubicBezTo>
                      <a:pt x="403" y="23"/>
                      <a:pt x="403" y="27"/>
                      <a:pt x="403" y="31"/>
                    </a:cubicBezTo>
                    <a:cubicBezTo>
                      <a:pt x="404" y="40"/>
                      <a:pt x="405" y="48"/>
                      <a:pt x="410" y="56"/>
                    </a:cubicBezTo>
                    <a:cubicBezTo>
                      <a:pt x="413" y="61"/>
                      <a:pt x="416" y="66"/>
                      <a:pt x="420" y="71"/>
                    </a:cubicBezTo>
                    <a:cubicBezTo>
                      <a:pt x="425" y="79"/>
                      <a:pt x="431" y="85"/>
                      <a:pt x="438" y="91"/>
                    </a:cubicBezTo>
                    <a:cubicBezTo>
                      <a:pt x="449" y="100"/>
                      <a:pt x="460" y="107"/>
                      <a:pt x="473" y="112"/>
                    </a:cubicBezTo>
                    <a:cubicBezTo>
                      <a:pt x="480" y="115"/>
                      <a:pt x="488" y="119"/>
                      <a:pt x="495" y="122"/>
                    </a:cubicBezTo>
                    <a:cubicBezTo>
                      <a:pt x="495" y="122"/>
                      <a:pt x="495" y="122"/>
                      <a:pt x="495" y="122"/>
                    </a:cubicBezTo>
                    <a:cubicBezTo>
                      <a:pt x="495" y="122"/>
                      <a:pt x="495" y="122"/>
                      <a:pt x="495" y="122"/>
                    </a:cubicBezTo>
                    <a:cubicBezTo>
                      <a:pt x="495" y="122"/>
                      <a:pt x="495" y="122"/>
                      <a:pt x="495" y="122"/>
                    </a:cubicBezTo>
                    <a:cubicBezTo>
                      <a:pt x="495" y="122"/>
                      <a:pt x="495" y="122"/>
                      <a:pt x="495" y="122"/>
                    </a:cubicBezTo>
                    <a:cubicBezTo>
                      <a:pt x="495" y="122"/>
                      <a:pt x="495" y="122"/>
                      <a:pt x="495" y="122"/>
                    </a:cubicBezTo>
                    <a:cubicBezTo>
                      <a:pt x="495" y="122"/>
                      <a:pt x="495" y="122"/>
                      <a:pt x="495" y="122"/>
                    </a:cubicBezTo>
                    <a:cubicBezTo>
                      <a:pt x="496" y="123"/>
                      <a:pt x="496" y="123"/>
                      <a:pt x="496" y="123"/>
                    </a:cubicBezTo>
                    <a:cubicBezTo>
                      <a:pt x="496" y="123"/>
                      <a:pt x="496" y="123"/>
                      <a:pt x="496" y="123"/>
                    </a:cubicBezTo>
                    <a:cubicBezTo>
                      <a:pt x="496" y="123"/>
                      <a:pt x="496" y="123"/>
                      <a:pt x="496" y="123"/>
                    </a:cubicBezTo>
                    <a:cubicBezTo>
                      <a:pt x="497" y="123"/>
                      <a:pt x="498" y="124"/>
                      <a:pt x="498" y="124"/>
                    </a:cubicBezTo>
                    <a:cubicBezTo>
                      <a:pt x="498" y="124"/>
                      <a:pt x="499" y="124"/>
                      <a:pt x="499" y="124"/>
                    </a:cubicBezTo>
                    <a:cubicBezTo>
                      <a:pt x="499" y="124"/>
                      <a:pt x="499" y="124"/>
                      <a:pt x="499" y="124"/>
                    </a:cubicBezTo>
                    <a:cubicBezTo>
                      <a:pt x="499" y="124"/>
                      <a:pt x="499" y="124"/>
                      <a:pt x="499" y="124"/>
                    </a:cubicBezTo>
                    <a:cubicBezTo>
                      <a:pt x="500" y="124"/>
                      <a:pt x="500" y="123"/>
                      <a:pt x="501" y="120"/>
                    </a:cubicBezTo>
                    <a:cubicBezTo>
                      <a:pt x="501" y="120"/>
                      <a:pt x="501" y="120"/>
                      <a:pt x="501" y="120"/>
                    </a:cubicBezTo>
                    <a:cubicBezTo>
                      <a:pt x="501" y="120"/>
                      <a:pt x="501" y="120"/>
                      <a:pt x="501" y="120"/>
                    </a:cubicBezTo>
                    <a:cubicBezTo>
                      <a:pt x="501" y="120"/>
                      <a:pt x="501" y="120"/>
                      <a:pt x="501" y="120"/>
                    </a:cubicBezTo>
                    <a:cubicBezTo>
                      <a:pt x="501" y="120"/>
                      <a:pt x="501" y="120"/>
                      <a:pt x="501" y="120"/>
                    </a:cubicBezTo>
                    <a:cubicBezTo>
                      <a:pt x="504" y="113"/>
                      <a:pt x="508" y="106"/>
                      <a:pt x="511" y="99"/>
                    </a:cubicBezTo>
                    <a:cubicBezTo>
                      <a:pt x="511" y="99"/>
                      <a:pt x="512" y="98"/>
                      <a:pt x="513" y="98"/>
                    </a:cubicBezTo>
                    <a:cubicBezTo>
                      <a:pt x="514" y="97"/>
                      <a:pt x="514" y="97"/>
                      <a:pt x="515" y="96"/>
                    </a:cubicBezTo>
                    <a:cubicBezTo>
                      <a:pt x="515" y="96"/>
                      <a:pt x="515" y="96"/>
                      <a:pt x="515" y="96"/>
                    </a:cubicBezTo>
                    <a:cubicBezTo>
                      <a:pt x="515" y="96"/>
                      <a:pt x="515" y="96"/>
                      <a:pt x="515" y="96"/>
                    </a:cubicBezTo>
                    <a:cubicBezTo>
                      <a:pt x="514" y="95"/>
                      <a:pt x="513" y="94"/>
                      <a:pt x="512" y="94"/>
                    </a:cubicBezTo>
                    <a:cubicBezTo>
                      <a:pt x="512" y="94"/>
                      <a:pt x="512" y="94"/>
                      <a:pt x="512" y="94"/>
                    </a:cubicBezTo>
                    <a:cubicBezTo>
                      <a:pt x="512" y="94"/>
                      <a:pt x="512" y="94"/>
                      <a:pt x="512" y="94"/>
                    </a:cubicBezTo>
                    <a:cubicBezTo>
                      <a:pt x="512" y="94"/>
                      <a:pt x="512" y="94"/>
                      <a:pt x="512" y="94"/>
                    </a:cubicBezTo>
                    <a:cubicBezTo>
                      <a:pt x="511" y="94"/>
                      <a:pt x="511" y="95"/>
                      <a:pt x="510" y="96"/>
                    </a:cubicBezTo>
                    <a:cubicBezTo>
                      <a:pt x="510" y="96"/>
                      <a:pt x="510" y="96"/>
                      <a:pt x="510" y="96"/>
                    </a:cubicBezTo>
                    <a:cubicBezTo>
                      <a:pt x="510" y="96"/>
                      <a:pt x="510" y="96"/>
                      <a:pt x="510" y="96"/>
                    </a:cubicBezTo>
                    <a:cubicBezTo>
                      <a:pt x="510" y="96"/>
                      <a:pt x="510" y="96"/>
                      <a:pt x="510" y="96"/>
                    </a:cubicBezTo>
                    <a:cubicBezTo>
                      <a:pt x="510" y="96"/>
                      <a:pt x="510" y="96"/>
                      <a:pt x="510" y="96"/>
                    </a:cubicBezTo>
                    <a:cubicBezTo>
                      <a:pt x="510" y="96"/>
                      <a:pt x="510" y="96"/>
                      <a:pt x="510" y="96"/>
                    </a:cubicBezTo>
                    <a:cubicBezTo>
                      <a:pt x="510" y="96"/>
                      <a:pt x="510" y="96"/>
                      <a:pt x="510" y="96"/>
                    </a:cubicBezTo>
                    <a:cubicBezTo>
                      <a:pt x="510" y="96"/>
                      <a:pt x="510" y="96"/>
                      <a:pt x="510" y="96"/>
                    </a:cubicBezTo>
                    <a:cubicBezTo>
                      <a:pt x="507" y="101"/>
                      <a:pt x="504" y="107"/>
                      <a:pt x="501" y="112"/>
                    </a:cubicBezTo>
                    <a:cubicBezTo>
                      <a:pt x="500" y="115"/>
                      <a:pt x="499" y="118"/>
                      <a:pt x="498" y="121"/>
                    </a:cubicBezTo>
                    <a:cubicBezTo>
                      <a:pt x="489" y="116"/>
                      <a:pt x="480" y="112"/>
                      <a:pt x="471" y="108"/>
                    </a:cubicBezTo>
                    <a:cubicBezTo>
                      <a:pt x="457" y="102"/>
                      <a:pt x="445" y="94"/>
                      <a:pt x="434" y="84"/>
                    </a:cubicBezTo>
                    <a:cubicBezTo>
                      <a:pt x="428" y="77"/>
                      <a:pt x="422" y="69"/>
                      <a:pt x="416" y="62"/>
                    </a:cubicBezTo>
                    <a:cubicBezTo>
                      <a:pt x="412" y="56"/>
                      <a:pt x="409" y="49"/>
                      <a:pt x="408" y="42"/>
                    </a:cubicBezTo>
                    <a:cubicBezTo>
                      <a:pt x="406" y="36"/>
                      <a:pt x="406" y="30"/>
                      <a:pt x="406" y="23"/>
                    </a:cubicBezTo>
                    <a:cubicBezTo>
                      <a:pt x="406" y="21"/>
                      <a:pt x="406" y="19"/>
                      <a:pt x="406" y="17"/>
                    </a:cubicBezTo>
                    <a:cubicBezTo>
                      <a:pt x="406" y="12"/>
                      <a:pt x="406" y="7"/>
                      <a:pt x="410" y="2"/>
                    </a:cubicBezTo>
                    <a:cubicBezTo>
                      <a:pt x="410" y="2"/>
                      <a:pt x="410" y="2"/>
                      <a:pt x="410" y="2"/>
                    </a:cubicBezTo>
                    <a:cubicBezTo>
                      <a:pt x="410" y="1"/>
                      <a:pt x="409" y="1"/>
                      <a:pt x="409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5" name="Freeform 13">
                <a:extLst>
                  <a:ext uri="{FF2B5EF4-FFF2-40B4-BE49-F238E27FC236}">
                    <a16:creationId xmlns:a16="http://schemas.microsoft.com/office/drawing/2014/main" id="{65568A40-83B7-468C-9D79-6F2FF0885D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2" y="2355"/>
                <a:ext cx="1345" cy="130"/>
              </a:xfrm>
              <a:custGeom>
                <a:avLst/>
                <a:gdLst>
                  <a:gd name="T0" fmla="*/ 920 w 924"/>
                  <a:gd name="T1" fmla="*/ 0 h 89"/>
                  <a:gd name="T2" fmla="*/ 890 w 924"/>
                  <a:gd name="T3" fmla="*/ 3 h 89"/>
                  <a:gd name="T4" fmla="*/ 846 w 924"/>
                  <a:gd name="T5" fmla="*/ 7 h 89"/>
                  <a:gd name="T6" fmla="*/ 779 w 924"/>
                  <a:gd name="T7" fmla="*/ 13 h 89"/>
                  <a:gd name="T8" fmla="*/ 734 w 924"/>
                  <a:gd name="T9" fmla="*/ 17 h 89"/>
                  <a:gd name="T10" fmla="*/ 689 w 924"/>
                  <a:gd name="T11" fmla="*/ 22 h 89"/>
                  <a:gd name="T12" fmla="*/ 644 w 924"/>
                  <a:gd name="T13" fmla="*/ 26 h 89"/>
                  <a:gd name="T14" fmla="*/ 600 w 924"/>
                  <a:gd name="T15" fmla="*/ 30 h 89"/>
                  <a:gd name="T16" fmla="*/ 556 w 924"/>
                  <a:gd name="T17" fmla="*/ 34 h 89"/>
                  <a:gd name="T18" fmla="*/ 512 w 924"/>
                  <a:gd name="T19" fmla="*/ 39 h 89"/>
                  <a:gd name="T20" fmla="*/ 467 w 924"/>
                  <a:gd name="T21" fmla="*/ 43 h 89"/>
                  <a:gd name="T22" fmla="*/ 422 w 924"/>
                  <a:gd name="T23" fmla="*/ 47 h 89"/>
                  <a:gd name="T24" fmla="*/ 378 w 924"/>
                  <a:gd name="T25" fmla="*/ 51 h 89"/>
                  <a:gd name="T26" fmla="*/ 334 w 924"/>
                  <a:gd name="T27" fmla="*/ 55 h 89"/>
                  <a:gd name="T28" fmla="*/ 289 w 924"/>
                  <a:gd name="T29" fmla="*/ 60 h 89"/>
                  <a:gd name="T30" fmla="*/ 245 w 924"/>
                  <a:gd name="T31" fmla="*/ 64 h 89"/>
                  <a:gd name="T32" fmla="*/ 201 w 924"/>
                  <a:gd name="T33" fmla="*/ 68 h 89"/>
                  <a:gd name="T34" fmla="*/ 155 w 924"/>
                  <a:gd name="T35" fmla="*/ 72 h 89"/>
                  <a:gd name="T36" fmla="*/ 111 w 924"/>
                  <a:gd name="T37" fmla="*/ 77 h 89"/>
                  <a:gd name="T38" fmla="*/ 67 w 924"/>
                  <a:gd name="T39" fmla="*/ 81 h 89"/>
                  <a:gd name="T40" fmla="*/ 3 w 924"/>
                  <a:gd name="T41" fmla="*/ 87 h 89"/>
                  <a:gd name="T42" fmla="*/ 0 w 924"/>
                  <a:gd name="T43" fmla="*/ 88 h 89"/>
                  <a:gd name="T44" fmla="*/ 4 w 924"/>
                  <a:gd name="T45" fmla="*/ 89 h 89"/>
                  <a:gd name="T46" fmla="*/ 4 w 924"/>
                  <a:gd name="T47" fmla="*/ 89 h 89"/>
                  <a:gd name="T48" fmla="*/ 39 w 924"/>
                  <a:gd name="T49" fmla="*/ 86 h 89"/>
                  <a:gd name="T50" fmla="*/ 85 w 924"/>
                  <a:gd name="T51" fmla="*/ 82 h 89"/>
                  <a:gd name="T52" fmla="*/ 129 w 924"/>
                  <a:gd name="T53" fmla="*/ 78 h 89"/>
                  <a:gd name="T54" fmla="*/ 174 w 924"/>
                  <a:gd name="T55" fmla="*/ 73 h 89"/>
                  <a:gd name="T56" fmla="*/ 219 w 924"/>
                  <a:gd name="T57" fmla="*/ 69 h 89"/>
                  <a:gd name="T58" fmla="*/ 278 w 924"/>
                  <a:gd name="T59" fmla="*/ 64 h 89"/>
                  <a:gd name="T60" fmla="*/ 323 w 924"/>
                  <a:gd name="T61" fmla="*/ 60 h 89"/>
                  <a:gd name="T62" fmla="*/ 368 w 924"/>
                  <a:gd name="T63" fmla="*/ 55 h 89"/>
                  <a:gd name="T64" fmla="*/ 413 w 924"/>
                  <a:gd name="T65" fmla="*/ 51 h 89"/>
                  <a:gd name="T66" fmla="*/ 459 w 924"/>
                  <a:gd name="T67" fmla="*/ 47 h 89"/>
                  <a:gd name="T68" fmla="*/ 503 w 924"/>
                  <a:gd name="T69" fmla="*/ 43 h 89"/>
                  <a:gd name="T70" fmla="*/ 548 w 924"/>
                  <a:gd name="T71" fmla="*/ 38 h 89"/>
                  <a:gd name="T72" fmla="*/ 593 w 924"/>
                  <a:gd name="T73" fmla="*/ 34 h 89"/>
                  <a:gd name="T74" fmla="*/ 638 w 924"/>
                  <a:gd name="T75" fmla="*/ 30 h 89"/>
                  <a:gd name="T76" fmla="*/ 707 w 924"/>
                  <a:gd name="T77" fmla="*/ 23 h 89"/>
                  <a:gd name="T78" fmla="*/ 751 w 924"/>
                  <a:gd name="T79" fmla="*/ 19 h 89"/>
                  <a:gd name="T80" fmla="*/ 811 w 924"/>
                  <a:gd name="T81" fmla="*/ 13 h 89"/>
                  <a:gd name="T82" fmla="*/ 867 w 924"/>
                  <a:gd name="T83" fmla="*/ 8 h 89"/>
                  <a:gd name="T84" fmla="*/ 914 w 924"/>
                  <a:gd name="T85" fmla="*/ 4 h 89"/>
                  <a:gd name="T86" fmla="*/ 924 w 924"/>
                  <a:gd name="T87" fmla="*/ 1 h 89"/>
                  <a:gd name="T88" fmla="*/ 920 w 924"/>
                  <a:gd name="T89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924" h="89">
                    <a:moveTo>
                      <a:pt x="920" y="0"/>
                    </a:moveTo>
                    <a:cubicBezTo>
                      <a:pt x="920" y="0"/>
                      <a:pt x="920" y="0"/>
                      <a:pt x="920" y="0"/>
                    </a:cubicBezTo>
                    <a:cubicBezTo>
                      <a:pt x="920" y="0"/>
                      <a:pt x="920" y="0"/>
                      <a:pt x="920" y="0"/>
                    </a:cubicBezTo>
                    <a:cubicBezTo>
                      <a:pt x="920" y="0"/>
                      <a:pt x="920" y="0"/>
                      <a:pt x="920" y="0"/>
                    </a:cubicBezTo>
                    <a:cubicBezTo>
                      <a:pt x="914" y="1"/>
                      <a:pt x="907" y="1"/>
                      <a:pt x="901" y="2"/>
                    </a:cubicBezTo>
                    <a:cubicBezTo>
                      <a:pt x="897" y="2"/>
                      <a:pt x="893" y="2"/>
                      <a:pt x="890" y="3"/>
                    </a:cubicBezTo>
                    <a:cubicBezTo>
                      <a:pt x="885" y="3"/>
                      <a:pt x="880" y="4"/>
                      <a:pt x="875" y="4"/>
                    </a:cubicBezTo>
                    <a:cubicBezTo>
                      <a:pt x="869" y="5"/>
                      <a:pt x="863" y="5"/>
                      <a:pt x="857" y="6"/>
                    </a:cubicBezTo>
                    <a:cubicBezTo>
                      <a:pt x="853" y="6"/>
                      <a:pt x="850" y="6"/>
                      <a:pt x="846" y="7"/>
                    </a:cubicBezTo>
                    <a:cubicBezTo>
                      <a:pt x="837" y="8"/>
                      <a:pt x="828" y="9"/>
                      <a:pt x="819" y="10"/>
                    </a:cubicBezTo>
                    <a:cubicBezTo>
                      <a:pt x="809" y="11"/>
                      <a:pt x="800" y="11"/>
                      <a:pt x="790" y="12"/>
                    </a:cubicBezTo>
                    <a:cubicBezTo>
                      <a:pt x="787" y="12"/>
                      <a:pt x="783" y="13"/>
                      <a:pt x="779" y="13"/>
                    </a:cubicBezTo>
                    <a:cubicBezTo>
                      <a:pt x="774" y="14"/>
                      <a:pt x="768" y="15"/>
                      <a:pt x="763" y="15"/>
                    </a:cubicBezTo>
                    <a:cubicBezTo>
                      <a:pt x="757" y="16"/>
                      <a:pt x="752" y="16"/>
                      <a:pt x="747" y="16"/>
                    </a:cubicBezTo>
                    <a:cubicBezTo>
                      <a:pt x="742" y="17"/>
                      <a:pt x="738" y="17"/>
                      <a:pt x="734" y="17"/>
                    </a:cubicBezTo>
                    <a:cubicBezTo>
                      <a:pt x="729" y="18"/>
                      <a:pt x="724" y="19"/>
                      <a:pt x="718" y="19"/>
                    </a:cubicBezTo>
                    <a:cubicBezTo>
                      <a:pt x="713" y="20"/>
                      <a:pt x="708" y="20"/>
                      <a:pt x="702" y="20"/>
                    </a:cubicBezTo>
                    <a:cubicBezTo>
                      <a:pt x="698" y="21"/>
                      <a:pt x="693" y="21"/>
                      <a:pt x="689" y="22"/>
                    </a:cubicBezTo>
                    <a:cubicBezTo>
                      <a:pt x="683" y="22"/>
                      <a:pt x="678" y="23"/>
                      <a:pt x="673" y="23"/>
                    </a:cubicBezTo>
                    <a:cubicBezTo>
                      <a:pt x="667" y="24"/>
                      <a:pt x="662" y="24"/>
                      <a:pt x="657" y="25"/>
                    </a:cubicBezTo>
                    <a:cubicBezTo>
                      <a:pt x="653" y="25"/>
                      <a:pt x="648" y="26"/>
                      <a:pt x="644" y="26"/>
                    </a:cubicBezTo>
                    <a:cubicBezTo>
                      <a:pt x="639" y="27"/>
                      <a:pt x="634" y="27"/>
                      <a:pt x="628" y="28"/>
                    </a:cubicBezTo>
                    <a:cubicBezTo>
                      <a:pt x="623" y="28"/>
                      <a:pt x="618" y="29"/>
                      <a:pt x="612" y="29"/>
                    </a:cubicBezTo>
                    <a:cubicBezTo>
                      <a:pt x="608" y="29"/>
                      <a:pt x="604" y="30"/>
                      <a:pt x="600" y="30"/>
                    </a:cubicBezTo>
                    <a:cubicBezTo>
                      <a:pt x="595" y="31"/>
                      <a:pt x="589" y="31"/>
                      <a:pt x="584" y="32"/>
                    </a:cubicBezTo>
                    <a:cubicBezTo>
                      <a:pt x="578" y="32"/>
                      <a:pt x="573" y="33"/>
                      <a:pt x="568" y="33"/>
                    </a:cubicBezTo>
                    <a:cubicBezTo>
                      <a:pt x="564" y="33"/>
                      <a:pt x="560" y="34"/>
                      <a:pt x="556" y="34"/>
                    </a:cubicBezTo>
                    <a:cubicBezTo>
                      <a:pt x="551" y="35"/>
                      <a:pt x="545" y="36"/>
                      <a:pt x="539" y="36"/>
                    </a:cubicBezTo>
                    <a:cubicBezTo>
                      <a:pt x="534" y="37"/>
                      <a:pt x="529" y="37"/>
                      <a:pt x="523" y="37"/>
                    </a:cubicBezTo>
                    <a:cubicBezTo>
                      <a:pt x="519" y="38"/>
                      <a:pt x="516" y="38"/>
                      <a:pt x="512" y="39"/>
                    </a:cubicBezTo>
                    <a:cubicBezTo>
                      <a:pt x="506" y="39"/>
                      <a:pt x="501" y="40"/>
                      <a:pt x="495" y="40"/>
                    </a:cubicBezTo>
                    <a:cubicBezTo>
                      <a:pt x="490" y="41"/>
                      <a:pt x="484" y="41"/>
                      <a:pt x="479" y="42"/>
                    </a:cubicBezTo>
                    <a:cubicBezTo>
                      <a:pt x="475" y="42"/>
                      <a:pt x="471" y="42"/>
                      <a:pt x="467" y="43"/>
                    </a:cubicBezTo>
                    <a:cubicBezTo>
                      <a:pt x="462" y="43"/>
                      <a:pt x="457" y="44"/>
                      <a:pt x="451" y="45"/>
                    </a:cubicBezTo>
                    <a:cubicBezTo>
                      <a:pt x="446" y="45"/>
                      <a:pt x="440" y="45"/>
                      <a:pt x="435" y="46"/>
                    </a:cubicBezTo>
                    <a:cubicBezTo>
                      <a:pt x="431" y="46"/>
                      <a:pt x="426" y="47"/>
                      <a:pt x="422" y="47"/>
                    </a:cubicBezTo>
                    <a:cubicBezTo>
                      <a:pt x="417" y="48"/>
                      <a:pt x="411" y="48"/>
                      <a:pt x="406" y="49"/>
                    </a:cubicBezTo>
                    <a:cubicBezTo>
                      <a:pt x="401" y="49"/>
                      <a:pt x="395" y="50"/>
                      <a:pt x="390" y="50"/>
                    </a:cubicBezTo>
                    <a:cubicBezTo>
                      <a:pt x="386" y="50"/>
                      <a:pt x="382" y="51"/>
                      <a:pt x="378" y="51"/>
                    </a:cubicBezTo>
                    <a:cubicBezTo>
                      <a:pt x="372" y="52"/>
                      <a:pt x="367" y="53"/>
                      <a:pt x="362" y="53"/>
                    </a:cubicBezTo>
                    <a:cubicBezTo>
                      <a:pt x="357" y="54"/>
                      <a:pt x="352" y="54"/>
                      <a:pt x="346" y="54"/>
                    </a:cubicBezTo>
                    <a:cubicBezTo>
                      <a:pt x="342" y="55"/>
                      <a:pt x="338" y="55"/>
                      <a:pt x="334" y="55"/>
                    </a:cubicBezTo>
                    <a:cubicBezTo>
                      <a:pt x="328" y="56"/>
                      <a:pt x="323" y="57"/>
                      <a:pt x="318" y="57"/>
                    </a:cubicBezTo>
                    <a:cubicBezTo>
                      <a:pt x="312" y="58"/>
                      <a:pt x="307" y="58"/>
                      <a:pt x="301" y="58"/>
                    </a:cubicBezTo>
                    <a:cubicBezTo>
                      <a:pt x="297" y="59"/>
                      <a:pt x="293" y="59"/>
                      <a:pt x="289" y="60"/>
                    </a:cubicBezTo>
                    <a:cubicBezTo>
                      <a:pt x="284" y="60"/>
                      <a:pt x="278" y="61"/>
                      <a:pt x="273" y="61"/>
                    </a:cubicBezTo>
                    <a:cubicBezTo>
                      <a:pt x="267" y="62"/>
                      <a:pt x="262" y="62"/>
                      <a:pt x="256" y="63"/>
                    </a:cubicBezTo>
                    <a:cubicBezTo>
                      <a:pt x="253" y="63"/>
                      <a:pt x="249" y="63"/>
                      <a:pt x="245" y="64"/>
                    </a:cubicBezTo>
                    <a:cubicBezTo>
                      <a:pt x="239" y="64"/>
                      <a:pt x="233" y="65"/>
                      <a:pt x="227" y="66"/>
                    </a:cubicBezTo>
                    <a:cubicBezTo>
                      <a:pt x="222" y="66"/>
                      <a:pt x="217" y="66"/>
                      <a:pt x="212" y="67"/>
                    </a:cubicBezTo>
                    <a:cubicBezTo>
                      <a:pt x="208" y="67"/>
                      <a:pt x="204" y="68"/>
                      <a:pt x="201" y="68"/>
                    </a:cubicBezTo>
                    <a:cubicBezTo>
                      <a:pt x="195" y="69"/>
                      <a:pt x="189" y="69"/>
                      <a:pt x="183" y="70"/>
                    </a:cubicBezTo>
                    <a:cubicBezTo>
                      <a:pt x="178" y="70"/>
                      <a:pt x="172" y="71"/>
                      <a:pt x="167" y="71"/>
                    </a:cubicBezTo>
                    <a:cubicBezTo>
                      <a:pt x="163" y="71"/>
                      <a:pt x="159" y="72"/>
                      <a:pt x="155" y="72"/>
                    </a:cubicBezTo>
                    <a:cubicBezTo>
                      <a:pt x="150" y="73"/>
                      <a:pt x="145" y="74"/>
                      <a:pt x="140" y="74"/>
                    </a:cubicBezTo>
                    <a:cubicBezTo>
                      <a:pt x="134" y="75"/>
                      <a:pt x="129" y="75"/>
                      <a:pt x="123" y="75"/>
                    </a:cubicBezTo>
                    <a:cubicBezTo>
                      <a:pt x="119" y="76"/>
                      <a:pt x="115" y="76"/>
                      <a:pt x="111" y="77"/>
                    </a:cubicBezTo>
                    <a:cubicBezTo>
                      <a:pt x="106" y="77"/>
                      <a:pt x="100" y="78"/>
                      <a:pt x="95" y="78"/>
                    </a:cubicBezTo>
                    <a:cubicBezTo>
                      <a:pt x="90" y="79"/>
                      <a:pt x="84" y="79"/>
                      <a:pt x="79" y="80"/>
                    </a:cubicBezTo>
                    <a:cubicBezTo>
                      <a:pt x="75" y="80"/>
                      <a:pt x="71" y="80"/>
                      <a:pt x="67" y="81"/>
                    </a:cubicBezTo>
                    <a:cubicBezTo>
                      <a:pt x="58" y="82"/>
                      <a:pt x="49" y="83"/>
                      <a:pt x="40" y="84"/>
                    </a:cubicBezTo>
                    <a:cubicBezTo>
                      <a:pt x="31" y="84"/>
                      <a:pt x="22" y="85"/>
                      <a:pt x="12" y="86"/>
                    </a:cubicBezTo>
                    <a:cubicBezTo>
                      <a:pt x="9" y="86"/>
                      <a:pt x="6" y="87"/>
                      <a:pt x="3" y="87"/>
                    </a:cubicBezTo>
                    <a:cubicBezTo>
                      <a:pt x="2" y="87"/>
                      <a:pt x="2" y="87"/>
                      <a:pt x="0" y="88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1" y="88"/>
                      <a:pt x="2" y="89"/>
                      <a:pt x="2" y="89"/>
                    </a:cubicBezTo>
                    <a:cubicBezTo>
                      <a:pt x="2" y="89"/>
                      <a:pt x="2" y="89"/>
                      <a:pt x="2" y="89"/>
                    </a:cubicBezTo>
                    <a:cubicBezTo>
                      <a:pt x="3" y="89"/>
                      <a:pt x="3" y="89"/>
                      <a:pt x="4" y="89"/>
                    </a:cubicBezTo>
                    <a:cubicBezTo>
                      <a:pt x="4" y="89"/>
                      <a:pt x="4" y="89"/>
                      <a:pt x="4" y="89"/>
                    </a:cubicBezTo>
                    <a:cubicBezTo>
                      <a:pt x="4" y="89"/>
                      <a:pt x="4" y="89"/>
                      <a:pt x="4" y="89"/>
                    </a:cubicBezTo>
                    <a:cubicBezTo>
                      <a:pt x="4" y="89"/>
                      <a:pt x="4" y="89"/>
                      <a:pt x="4" y="89"/>
                    </a:cubicBezTo>
                    <a:cubicBezTo>
                      <a:pt x="4" y="89"/>
                      <a:pt x="4" y="89"/>
                      <a:pt x="4" y="89"/>
                    </a:cubicBezTo>
                    <a:cubicBezTo>
                      <a:pt x="10" y="89"/>
                      <a:pt x="17" y="88"/>
                      <a:pt x="23" y="88"/>
                    </a:cubicBezTo>
                    <a:cubicBezTo>
                      <a:pt x="29" y="87"/>
                      <a:pt x="34" y="87"/>
                      <a:pt x="39" y="86"/>
                    </a:cubicBezTo>
                    <a:cubicBezTo>
                      <a:pt x="45" y="86"/>
                      <a:pt x="50" y="85"/>
                      <a:pt x="55" y="85"/>
                    </a:cubicBezTo>
                    <a:cubicBezTo>
                      <a:pt x="59" y="84"/>
                      <a:pt x="63" y="84"/>
                      <a:pt x="67" y="84"/>
                    </a:cubicBezTo>
                    <a:cubicBezTo>
                      <a:pt x="73" y="83"/>
                      <a:pt x="79" y="82"/>
                      <a:pt x="85" y="82"/>
                    </a:cubicBezTo>
                    <a:cubicBezTo>
                      <a:pt x="90" y="81"/>
                      <a:pt x="96" y="81"/>
                      <a:pt x="101" y="81"/>
                    </a:cubicBezTo>
                    <a:cubicBezTo>
                      <a:pt x="105" y="80"/>
                      <a:pt x="109" y="80"/>
                      <a:pt x="113" y="79"/>
                    </a:cubicBezTo>
                    <a:cubicBezTo>
                      <a:pt x="118" y="79"/>
                      <a:pt x="123" y="78"/>
                      <a:pt x="129" y="78"/>
                    </a:cubicBezTo>
                    <a:cubicBezTo>
                      <a:pt x="134" y="77"/>
                      <a:pt x="140" y="77"/>
                      <a:pt x="145" y="76"/>
                    </a:cubicBezTo>
                    <a:cubicBezTo>
                      <a:pt x="149" y="76"/>
                      <a:pt x="153" y="76"/>
                      <a:pt x="157" y="75"/>
                    </a:cubicBezTo>
                    <a:cubicBezTo>
                      <a:pt x="162" y="75"/>
                      <a:pt x="168" y="74"/>
                      <a:pt x="174" y="73"/>
                    </a:cubicBezTo>
                    <a:cubicBezTo>
                      <a:pt x="179" y="73"/>
                      <a:pt x="184" y="73"/>
                      <a:pt x="190" y="72"/>
                    </a:cubicBezTo>
                    <a:cubicBezTo>
                      <a:pt x="194" y="72"/>
                      <a:pt x="198" y="71"/>
                      <a:pt x="202" y="71"/>
                    </a:cubicBezTo>
                    <a:cubicBezTo>
                      <a:pt x="208" y="70"/>
                      <a:pt x="213" y="70"/>
                      <a:pt x="219" y="69"/>
                    </a:cubicBezTo>
                    <a:cubicBezTo>
                      <a:pt x="224" y="69"/>
                      <a:pt x="230" y="68"/>
                      <a:pt x="235" y="68"/>
                    </a:cubicBezTo>
                    <a:cubicBezTo>
                      <a:pt x="244" y="67"/>
                      <a:pt x="253" y="66"/>
                      <a:pt x="262" y="65"/>
                    </a:cubicBezTo>
                    <a:cubicBezTo>
                      <a:pt x="267" y="64"/>
                      <a:pt x="273" y="64"/>
                      <a:pt x="278" y="64"/>
                    </a:cubicBezTo>
                    <a:cubicBezTo>
                      <a:pt x="283" y="63"/>
                      <a:pt x="287" y="63"/>
                      <a:pt x="292" y="63"/>
                    </a:cubicBezTo>
                    <a:cubicBezTo>
                      <a:pt x="297" y="62"/>
                      <a:pt x="302" y="61"/>
                      <a:pt x="307" y="61"/>
                    </a:cubicBezTo>
                    <a:cubicBezTo>
                      <a:pt x="312" y="60"/>
                      <a:pt x="318" y="60"/>
                      <a:pt x="323" y="60"/>
                    </a:cubicBezTo>
                    <a:cubicBezTo>
                      <a:pt x="327" y="59"/>
                      <a:pt x="332" y="59"/>
                      <a:pt x="336" y="58"/>
                    </a:cubicBezTo>
                    <a:cubicBezTo>
                      <a:pt x="341" y="58"/>
                      <a:pt x="347" y="57"/>
                      <a:pt x="352" y="57"/>
                    </a:cubicBezTo>
                    <a:cubicBezTo>
                      <a:pt x="358" y="56"/>
                      <a:pt x="363" y="56"/>
                      <a:pt x="368" y="55"/>
                    </a:cubicBezTo>
                    <a:cubicBezTo>
                      <a:pt x="372" y="55"/>
                      <a:pt x="376" y="55"/>
                      <a:pt x="380" y="54"/>
                    </a:cubicBezTo>
                    <a:cubicBezTo>
                      <a:pt x="386" y="54"/>
                      <a:pt x="391" y="53"/>
                      <a:pt x="396" y="52"/>
                    </a:cubicBezTo>
                    <a:cubicBezTo>
                      <a:pt x="402" y="52"/>
                      <a:pt x="407" y="52"/>
                      <a:pt x="413" y="51"/>
                    </a:cubicBezTo>
                    <a:cubicBezTo>
                      <a:pt x="417" y="51"/>
                      <a:pt x="421" y="50"/>
                      <a:pt x="426" y="50"/>
                    </a:cubicBezTo>
                    <a:cubicBezTo>
                      <a:pt x="431" y="49"/>
                      <a:pt x="437" y="49"/>
                      <a:pt x="442" y="48"/>
                    </a:cubicBezTo>
                    <a:cubicBezTo>
                      <a:pt x="448" y="48"/>
                      <a:pt x="453" y="47"/>
                      <a:pt x="459" y="47"/>
                    </a:cubicBezTo>
                    <a:cubicBezTo>
                      <a:pt x="463" y="47"/>
                      <a:pt x="466" y="46"/>
                      <a:pt x="470" y="46"/>
                    </a:cubicBezTo>
                    <a:cubicBezTo>
                      <a:pt x="476" y="45"/>
                      <a:pt x="481" y="44"/>
                      <a:pt x="487" y="44"/>
                    </a:cubicBezTo>
                    <a:cubicBezTo>
                      <a:pt x="492" y="43"/>
                      <a:pt x="498" y="43"/>
                      <a:pt x="503" y="43"/>
                    </a:cubicBezTo>
                    <a:cubicBezTo>
                      <a:pt x="507" y="42"/>
                      <a:pt x="511" y="42"/>
                      <a:pt x="516" y="41"/>
                    </a:cubicBezTo>
                    <a:cubicBezTo>
                      <a:pt x="521" y="41"/>
                      <a:pt x="527" y="40"/>
                      <a:pt x="532" y="40"/>
                    </a:cubicBezTo>
                    <a:cubicBezTo>
                      <a:pt x="538" y="39"/>
                      <a:pt x="543" y="39"/>
                      <a:pt x="548" y="38"/>
                    </a:cubicBezTo>
                    <a:cubicBezTo>
                      <a:pt x="552" y="38"/>
                      <a:pt x="556" y="38"/>
                      <a:pt x="560" y="37"/>
                    </a:cubicBezTo>
                    <a:cubicBezTo>
                      <a:pt x="566" y="37"/>
                      <a:pt x="571" y="36"/>
                      <a:pt x="577" y="35"/>
                    </a:cubicBezTo>
                    <a:cubicBezTo>
                      <a:pt x="582" y="35"/>
                      <a:pt x="587" y="35"/>
                      <a:pt x="593" y="34"/>
                    </a:cubicBezTo>
                    <a:cubicBezTo>
                      <a:pt x="597" y="34"/>
                      <a:pt x="601" y="33"/>
                      <a:pt x="605" y="33"/>
                    </a:cubicBezTo>
                    <a:cubicBezTo>
                      <a:pt x="611" y="32"/>
                      <a:pt x="616" y="32"/>
                      <a:pt x="622" y="31"/>
                    </a:cubicBezTo>
                    <a:cubicBezTo>
                      <a:pt x="627" y="31"/>
                      <a:pt x="633" y="30"/>
                      <a:pt x="638" y="30"/>
                    </a:cubicBezTo>
                    <a:cubicBezTo>
                      <a:pt x="647" y="29"/>
                      <a:pt x="656" y="28"/>
                      <a:pt x="665" y="27"/>
                    </a:cubicBezTo>
                    <a:cubicBezTo>
                      <a:pt x="675" y="26"/>
                      <a:pt x="684" y="26"/>
                      <a:pt x="694" y="25"/>
                    </a:cubicBezTo>
                    <a:cubicBezTo>
                      <a:pt x="698" y="24"/>
                      <a:pt x="702" y="24"/>
                      <a:pt x="707" y="23"/>
                    </a:cubicBezTo>
                    <a:cubicBezTo>
                      <a:pt x="712" y="23"/>
                      <a:pt x="717" y="22"/>
                      <a:pt x="722" y="22"/>
                    </a:cubicBezTo>
                    <a:cubicBezTo>
                      <a:pt x="727" y="21"/>
                      <a:pt x="733" y="21"/>
                      <a:pt x="738" y="21"/>
                    </a:cubicBezTo>
                    <a:cubicBezTo>
                      <a:pt x="742" y="20"/>
                      <a:pt x="746" y="20"/>
                      <a:pt x="751" y="19"/>
                    </a:cubicBezTo>
                    <a:cubicBezTo>
                      <a:pt x="756" y="19"/>
                      <a:pt x="762" y="18"/>
                      <a:pt x="768" y="17"/>
                    </a:cubicBezTo>
                    <a:cubicBezTo>
                      <a:pt x="773" y="17"/>
                      <a:pt x="779" y="17"/>
                      <a:pt x="784" y="16"/>
                    </a:cubicBezTo>
                    <a:cubicBezTo>
                      <a:pt x="793" y="15"/>
                      <a:pt x="802" y="14"/>
                      <a:pt x="811" y="13"/>
                    </a:cubicBezTo>
                    <a:cubicBezTo>
                      <a:pt x="820" y="12"/>
                      <a:pt x="830" y="12"/>
                      <a:pt x="839" y="11"/>
                    </a:cubicBezTo>
                    <a:cubicBezTo>
                      <a:pt x="843" y="11"/>
                      <a:pt x="847" y="10"/>
                      <a:pt x="851" y="10"/>
                    </a:cubicBezTo>
                    <a:cubicBezTo>
                      <a:pt x="856" y="9"/>
                      <a:pt x="862" y="9"/>
                      <a:pt x="867" y="8"/>
                    </a:cubicBezTo>
                    <a:cubicBezTo>
                      <a:pt x="872" y="8"/>
                      <a:pt x="878" y="7"/>
                      <a:pt x="883" y="7"/>
                    </a:cubicBezTo>
                    <a:cubicBezTo>
                      <a:pt x="888" y="6"/>
                      <a:pt x="892" y="6"/>
                      <a:pt x="896" y="6"/>
                    </a:cubicBezTo>
                    <a:cubicBezTo>
                      <a:pt x="902" y="5"/>
                      <a:pt x="908" y="4"/>
                      <a:pt x="914" y="4"/>
                    </a:cubicBezTo>
                    <a:cubicBezTo>
                      <a:pt x="917" y="4"/>
                      <a:pt x="920" y="3"/>
                      <a:pt x="924" y="1"/>
                    </a:cubicBezTo>
                    <a:cubicBezTo>
                      <a:pt x="924" y="1"/>
                      <a:pt x="924" y="1"/>
                      <a:pt x="924" y="1"/>
                    </a:cubicBezTo>
                    <a:cubicBezTo>
                      <a:pt x="924" y="1"/>
                      <a:pt x="924" y="1"/>
                      <a:pt x="924" y="1"/>
                    </a:cubicBezTo>
                    <a:cubicBezTo>
                      <a:pt x="922" y="1"/>
                      <a:pt x="921" y="0"/>
                      <a:pt x="920" y="0"/>
                    </a:cubicBezTo>
                    <a:cubicBezTo>
                      <a:pt x="920" y="0"/>
                      <a:pt x="920" y="0"/>
                      <a:pt x="920" y="0"/>
                    </a:cubicBezTo>
                    <a:cubicBezTo>
                      <a:pt x="920" y="0"/>
                      <a:pt x="920" y="0"/>
                      <a:pt x="920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6" name="Freeform 14">
                <a:extLst>
                  <a:ext uri="{FF2B5EF4-FFF2-40B4-BE49-F238E27FC236}">
                    <a16:creationId xmlns:a16="http://schemas.microsoft.com/office/drawing/2014/main" id="{68FF1F76-0838-4C18-8BC5-771264EAAA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9" y="2301"/>
                <a:ext cx="1323" cy="101"/>
              </a:xfrm>
              <a:custGeom>
                <a:avLst/>
                <a:gdLst>
                  <a:gd name="T0" fmla="*/ 905 w 909"/>
                  <a:gd name="T1" fmla="*/ 0 h 69"/>
                  <a:gd name="T2" fmla="*/ 902 w 909"/>
                  <a:gd name="T3" fmla="*/ 1 h 69"/>
                  <a:gd name="T4" fmla="*/ 901 w 909"/>
                  <a:gd name="T5" fmla="*/ 1 h 69"/>
                  <a:gd name="T6" fmla="*/ 858 w 909"/>
                  <a:gd name="T7" fmla="*/ 4 h 69"/>
                  <a:gd name="T8" fmla="*/ 824 w 909"/>
                  <a:gd name="T9" fmla="*/ 7 h 69"/>
                  <a:gd name="T10" fmla="*/ 800 w 909"/>
                  <a:gd name="T11" fmla="*/ 8 h 69"/>
                  <a:gd name="T12" fmla="*/ 758 w 909"/>
                  <a:gd name="T13" fmla="*/ 11 h 69"/>
                  <a:gd name="T14" fmla="*/ 736 w 909"/>
                  <a:gd name="T15" fmla="*/ 13 h 69"/>
                  <a:gd name="T16" fmla="*/ 699 w 909"/>
                  <a:gd name="T17" fmla="*/ 15 h 69"/>
                  <a:gd name="T18" fmla="*/ 652 w 909"/>
                  <a:gd name="T19" fmla="*/ 19 h 69"/>
                  <a:gd name="T20" fmla="*/ 594 w 909"/>
                  <a:gd name="T21" fmla="*/ 24 h 69"/>
                  <a:gd name="T22" fmla="*/ 536 w 909"/>
                  <a:gd name="T23" fmla="*/ 28 h 69"/>
                  <a:gd name="T24" fmla="*/ 484 w 909"/>
                  <a:gd name="T25" fmla="*/ 31 h 69"/>
                  <a:gd name="T26" fmla="*/ 463 w 909"/>
                  <a:gd name="T27" fmla="*/ 33 h 69"/>
                  <a:gd name="T28" fmla="*/ 406 w 909"/>
                  <a:gd name="T29" fmla="*/ 37 h 69"/>
                  <a:gd name="T30" fmla="*/ 348 w 909"/>
                  <a:gd name="T31" fmla="*/ 41 h 69"/>
                  <a:gd name="T32" fmla="*/ 291 w 909"/>
                  <a:gd name="T33" fmla="*/ 46 h 69"/>
                  <a:gd name="T34" fmla="*/ 233 w 909"/>
                  <a:gd name="T35" fmla="*/ 50 h 69"/>
                  <a:gd name="T36" fmla="*/ 175 w 909"/>
                  <a:gd name="T37" fmla="*/ 54 h 69"/>
                  <a:gd name="T38" fmla="*/ 118 w 909"/>
                  <a:gd name="T39" fmla="*/ 58 h 69"/>
                  <a:gd name="T40" fmla="*/ 61 w 909"/>
                  <a:gd name="T41" fmla="*/ 63 h 69"/>
                  <a:gd name="T42" fmla="*/ 9 w 909"/>
                  <a:gd name="T43" fmla="*/ 66 h 69"/>
                  <a:gd name="T44" fmla="*/ 0 w 909"/>
                  <a:gd name="T45" fmla="*/ 68 h 69"/>
                  <a:gd name="T46" fmla="*/ 0 w 909"/>
                  <a:gd name="T47" fmla="*/ 68 h 69"/>
                  <a:gd name="T48" fmla="*/ 4 w 909"/>
                  <a:gd name="T49" fmla="*/ 69 h 69"/>
                  <a:gd name="T50" fmla="*/ 4 w 909"/>
                  <a:gd name="T51" fmla="*/ 69 h 69"/>
                  <a:gd name="T52" fmla="*/ 6 w 909"/>
                  <a:gd name="T53" fmla="*/ 69 h 69"/>
                  <a:gd name="T54" fmla="*/ 6 w 909"/>
                  <a:gd name="T55" fmla="*/ 69 h 69"/>
                  <a:gd name="T56" fmla="*/ 26 w 909"/>
                  <a:gd name="T57" fmla="*/ 67 h 69"/>
                  <a:gd name="T58" fmla="*/ 84 w 909"/>
                  <a:gd name="T59" fmla="*/ 63 h 69"/>
                  <a:gd name="T60" fmla="*/ 136 w 909"/>
                  <a:gd name="T61" fmla="*/ 60 h 69"/>
                  <a:gd name="T62" fmla="*/ 157 w 909"/>
                  <a:gd name="T63" fmla="*/ 58 h 69"/>
                  <a:gd name="T64" fmla="*/ 181 w 909"/>
                  <a:gd name="T65" fmla="*/ 56 h 69"/>
                  <a:gd name="T66" fmla="*/ 224 w 909"/>
                  <a:gd name="T67" fmla="*/ 53 h 69"/>
                  <a:gd name="T68" fmla="*/ 259 w 909"/>
                  <a:gd name="T69" fmla="*/ 50 h 69"/>
                  <a:gd name="T70" fmla="*/ 283 w 909"/>
                  <a:gd name="T71" fmla="*/ 49 h 69"/>
                  <a:gd name="T72" fmla="*/ 326 w 909"/>
                  <a:gd name="T73" fmla="*/ 46 h 69"/>
                  <a:gd name="T74" fmla="*/ 360 w 909"/>
                  <a:gd name="T75" fmla="*/ 43 h 69"/>
                  <a:gd name="T76" fmla="*/ 418 w 909"/>
                  <a:gd name="T77" fmla="*/ 39 h 69"/>
                  <a:gd name="T78" fmla="*/ 476 w 909"/>
                  <a:gd name="T79" fmla="*/ 34 h 69"/>
                  <a:gd name="T80" fmla="*/ 533 w 909"/>
                  <a:gd name="T81" fmla="*/ 30 h 69"/>
                  <a:gd name="T82" fmla="*/ 590 w 909"/>
                  <a:gd name="T83" fmla="*/ 26 h 69"/>
                  <a:gd name="T84" fmla="*/ 649 w 909"/>
                  <a:gd name="T85" fmla="*/ 22 h 69"/>
                  <a:gd name="T86" fmla="*/ 706 w 909"/>
                  <a:gd name="T87" fmla="*/ 18 h 69"/>
                  <a:gd name="T88" fmla="*/ 757 w 909"/>
                  <a:gd name="T89" fmla="*/ 14 h 69"/>
                  <a:gd name="T90" fmla="*/ 779 w 909"/>
                  <a:gd name="T91" fmla="*/ 12 h 69"/>
                  <a:gd name="T92" fmla="*/ 837 w 909"/>
                  <a:gd name="T93" fmla="*/ 8 h 69"/>
                  <a:gd name="T94" fmla="*/ 861 w 909"/>
                  <a:gd name="T95" fmla="*/ 7 h 69"/>
                  <a:gd name="T96" fmla="*/ 902 w 909"/>
                  <a:gd name="T97" fmla="*/ 4 h 69"/>
                  <a:gd name="T98" fmla="*/ 909 w 909"/>
                  <a:gd name="T99" fmla="*/ 1 h 69"/>
                  <a:gd name="T100" fmla="*/ 905 w 909"/>
                  <a:gd name="T101" fmla="*/ 0 h 69"/>
                  <a:gd name="T102" fmla="*/ 905 w 909"/>
                  <a:gd name="T103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09" h="69">
                    <a:moveTo>
                      <a:pt x="905" y="0"/>
                    </a:moveTo>
                    <a:cubicBezTo>
                      <a:pt x="905" y="0"/>
                      <a:pt x="905" y="0"/>
                      <a:pt x="905" y="0"/>
                    </a:cubicBezTo>
                    <a:cubicBezTo>
                      <a:pt x="904" y="0"/>
                      <a:pt x="903" y="0"/>
                      <a:pt x="902" y="1"/>
                    </a:cubicBezTo>
                    <a:cubicBezTo>
                      <a:pt x="902" y="1"/>
                      <a:pt x="902" y="1"/>
                      <a:pt x="902" y="1"/>
                    </a:cubicBezTo>
                    <a:cubicBezTo>
                      <a:pt x="902" y="1"/>
                      <a:pt x="901" y="1"/>
                      <a:pt x="901" y="1"/>
                    </a:cubicBezTo>
                    <a:cubicBezTo>
                      <a:pt x="901" y="1"/>
                      <a:pt x="901" y="1"/>
                      <a:pt x="901" y="1"/>
                    </a:cubicBezTo>
                    <a:cubicBezTo>
                      <a:pt x="894" y="1"/>
                      <a:pt x="887" y="2"/>
                      <a:pt x="880" y="2"/>
                    </a:cubicBezTo>
                    <a:cubicBezTo>
                      <a:pt x="873" y="3"/>
                      <a:pt x="866" y="3"/>
                      <a:pt x="858" y="4"/>
                    </a:cubicBezTo>
                    <a:cubicBezTo>
                      <a:pt x="853" y="4"/>
                      <a:pt x="849" y="4"/>
                      <a:pt x="844" y="5"/>
                    </a:cubicBezTo>
                    <a:cubicBezTo>
                      <a:pt x="837" y="5"/>
                      <a:pt x="830" y="6"/>
                      <a:pt x="824" y="7"/>
                    </a:cubicBezTo>
                    <a:cubicBezTo>
                      <a:pt x="817" y="7"/>
                      <a:pt x="809" y="7"/>
                      <a:pt x="802" y="8"/>
                    </a:cubicBezTo>
                    <a:cubicBezTo>
                      <a:pt x="801" y="8"/>
                      <a:pt x="801" y="8"/>
                      <a:pt x="800" y="8"/>
                    </a:cubicBezTo>
                    <a:cubicBezTo>
                      <a:pt x="794" y="9"/>
                      <a:pt x="787" y="9"/>
                      <a:pt x="780" y="10"/>
                    </a:cubicBezTo>
                    <a:cubicBezTo>
                      <a:pt x="773" y="10"/>
                      <a:pt x="766" y="11"/>
                      <a:pt x="758" y="11"/>
                    </a:cubicBezTo>
                    <a:cubicBezTo>
                      <a:pt x="758" y="11"/>
                      <a:pt x="757" y="11"/>
                      <a:pt x="757" y="11"/>
                    </a:cubicBezTo>
                    <a:cubicBezTo>
                      <a:pt x="750" y="12"/>
                      <a:pt x="743" y="13"/>
                      <a:pt x="736" y="13"/>
                    </a:cubicBezTo>
                    <a:cubicBezTo>
                      <a:pt x="729" y="14"/>
                      <a:pt x="721" y="14"/>
                      <a:pt x="714" y="14"/>
                    </a:cubicBezTo>
                    <a:cubicBezTo>
                      <a:pt x="709" y="15"/>
                      <a:pt x="704" y="15"/>
                      <a:pt x="699" y="15"/>
                    </a:cubicBezTo>
                    <a:cubicBezTo>
                      <a:pt x="693" y="16"/>
                      <a:pt x="686" y="17"/>
                      <a:pt x="679" y="17"/>
                    </a:cubicBezTo>
                    <a:cubicBezTo>
                      <a:pt x="670" y="18"/>
                      <a:pt x="661" y="19"/>
                      <a:pt x="652" y="19"/>
                    </a:cubicBezTo>
                    <a:cubicBezTo>
                      <a:pt x="642" y="20"/>
                      <a:pt x="632" y="21"/>
                      <a:pt x="621" y="21"/>
                    </a:cubicBezTo>
                    <a:cubicBezTo>
                      <a:pt x="612" y="22"/>
                      <a:pt x="603" y="23"/>
                      <a:pt x="594" y="24"/>
                    </a:cubicBezTo>
                    <a:cubicBezTo>
                      <a:pt x="584" y="24"/>
                      <a:pt x="574" y="25"/>
                      <a:pt x="564" y="26"/>
                    </a:cubicBezTo>
                    <a:cubicBezTo>
                      <a:pt x="554" y="26"/>
                      <a:pt x="545" y="27"/>
                      <a:pt x="536" y="28"/>
                    </a:cubicBezTo>
                    <a:cubicBezTo>
                      <a:pt x="526" y="28"/>
                      <a:pt x="516" y="29"/>
                      <a:pt x="506" y="30"/>
                    </a:cubicBezTo>
                    <a:cubicBezTo>
                      <a:pt x="499" y="30"/>
                      <a:pt x="491" y="31"/>
                      <a:pt x="484" y="31"/>
                    </a:cubicBezTo>
                    <a:cubicBezTo>
                      <a:pt x="483" y="31"/>
                      <a:pt x="483" y="31"/>
                      <a:pt x="482" y="31"/>
                    </a:cubicBezTo>
                    <a:cubicBezTo>
                      <a:pt x="476" y="32"/>
                      <a:pt x="469" y="33"/>
                      <a:pt x="463" y="33"/>
                    </a:cubicBezTo>
                    <a:cubicBezTo>
                      <a:pt x="454" y="34"/>
                      <a:pt x="444" y="34"/>
                      <a:pt x="435" y="35"/>
                    </a:cubicBezTo>
                    <a:cubicBezTo>
                      <a:pt x="425" y="36"/>
                      <a:pt x="415" y="37"/>
                      <a:pt x="406" y="37"/>
                    </a:cubicBezTo>
                    <a:cubicBezTo>
                      <a:pt x="396" y="38"/>
                      <a:pt x="387" y="39"/>
                      <a:pt x="377" y="39"/>
                    </a:cubicBezTo>
                    <a:cubicBezTo>
                      <a:pt x="368" y="40"/>
                      <a:pt x="358" y="41"/>
                      <a:pt x="348" y="41"/>
                    </a:cubicBezTo>
                    <a:cubicBezTo>
                      <a:pt x="338" y="42"/>
                      <a:pt x="329" y="43"/>
                      <a:pt x="319" y="44"/>
                    </a:cubicBezTo>
                    <a:cubicBezTo>
                      <a:pt x="310" y="44"/>
                      <a:pt x="300" y="45"/>
                      <a:pt x="291" y="46"/>
                    </a:cubicBezTo>
                    <a:cubicBezTo>
                      <a:pt x="281" y="46"/>
                      <a:pt x="272" y="47"/>
                      <a:pt x="262" y="48"/>
                    </a:cubicBezTo>
                    <a:cubicBezTo>
                      <a:pt x="252" y="49"/>
                      <a:pt x="243" y="49"/>
                      <a:pt x="233" y="50"/>
                    </a:cubicBezTo>
                    <a:cubicBezTo>
                      <a:pt x="223" y="51"/>
                      <a:pt x="214" y="51"/>
                      <a:pt x="205" y="52"/>
                    </a:cubicBezTo>
                    <a:cubicBezTo>
                      <a:pt x="195" y="53"/>
                      <a:pt x="185" y="53"/>
                      <a:pt x="175" y="54"/>
                    </a:cubicBezTo>
                    <a:cubicBezTo>
                      <a:pt x="166" y="55"/>
                      <a:pt x="157" y="56"/>
                      <a:pt x="148" y="56"/>
                    </a:cubicBezTo>
                    <a:cubicBezTo>
                      <a:pt x="138" y="57"/>
                      <a:pt x="128" y="58"/>
                      <a:pt x="118" y="58"/>
                    </a:cubicBezTo>
                    <a:cubicBezTo>
                      <a:pt x="108" y="59"/>
                      <a:pt x="99" y="60"/>
                      <a:pt x="89" y="60"/>
                    </a:cubicBezTo>
                    <a:cubicBezTo>
                      <a:pt x="80" y="61"/>
                      <a:pt x="70" y="62"/>
                      <a:pt x="61" y="63"/>
                    </a:cubicBezTo>
                    <a:cubicBezTo>
                      <a:pt x="51" y="63"/>
                      <a:pt x="41" y="64"/>
                      <a:pt x="31" y="65"/>
                    </a:cubicBezTo>
                    <a:cubicBezTo>
                      <a:pt x="24" y="65"/>
                      <a:pt x="17" y="65"/>
                      <a:pt x="9" y="66"/>
                    </a:cubicBezTo>
                    <a:cubicBezTo>
                      <a:pt x="6" y="66"/>
                      <a:pt x="3" y="66"/>
                      <a:pt x="0" y="68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1" y="69"/>
                      <a:pt x="3" y="69"/>
                      <a:pt x="4" y="69"/>
                    </a:cubicBezTo>
                    <a:cubicBezTo>
                      <a:pt x="4" y="69"/>
                      <a:pt x="4" y="69"/>
                      <a:pt x="4" y="69"/>
                    </a:cubicBezTo>
                    <a:cubicBezTo>
                      <a:pt x="4" y="69"/>
                      <a:pt x="4" y="69"/>
                      <a:pt x="4" y="69"/>
                    </a:cubicBezTo>
                    <a:cubicBezTo>
                      <a:pt x="4" y="69"/>
                      <a:pt x="4" y="69"/>
                      <a:pt x="4" y="69"/>
                    </a:cubicBezTo>
                    <a:cubicBezTo>
                      <a:pt x="4" y="69"/>
                      <a:pt x="5" y="69"/>
                      <a:pt x="6" y="69"/>
                    </a:cubicBezTo>
                    <a:cubicBezTo>
                      <a:pt x="6" y="69"/>
                      <a:pt x="6" y="69"/>
                      <a:pt x="6" y="69"/>
                    </a:cubicBezTo>
                    <a:cubicBezTo>
                      <a:pt x="6" y="69"/>
                      <a:pt x="6" y="69"/>
                      <a:pt x="6" y="69"/>
                    </a:cubicBezTo>
                    <a:cubicBezTo>
                      <a:pt x="6" y="69"/>
                      <a:pt x="6" y="69"/>
                      <a:pt x="6" y="69"/>
                    </a:cubicBezTo>
                    <a:cubicBezTo>
                      <a:pt x="6" y="69"/>
                      <a:pt x="6" y="69"/>
                      <a:pt x="6" y="69"/>
                    </a:cubicBezTo>
                    <a:cubicBezTo>
                      <a:pt x="13" y="69"/>
                      <a:pt x="19" y="68"/>
                      <a:pt x="26" y="67"/>
                    </a:cubicBezTo>
                    <a:cubicBezTo>
                      <a:pt x="36" y="66"/>
                      <a:pt x="46" y="66"/>
                      <a:pt x="55" y="65"/>
                    </a:cubicBezTo>
                    <a:cubicBezTo>
                      <a:pt x="65" y="64"/>
                      <a:pt x="74" y="64"/>
                      <a:pt x="84" y="63"/>
                    </a:cubicBezTo>
                    <a:cubicBezTo>
                      <a:pt x="94" y="62"/>
                      <a:pt x="104" y="61"/>
                      <a:pt x="113" y="61"/>
                    </a:cubicBezTo>
                    <a:cubicBezTo>
                      <a:pt x="121" y="60"/>
                      <a:pt x="128" y="60"/>
                      <a:pt x="136" y="60"/>
                    </a:cubicBezTo>
                    <a:cubicBezTo>
                      <a:pt x="136" y="60"/>
                      <a:pt x="137" y="60"/>
                      <a:pt x="138" y="60"/>
                    </a:cubicBezTo>
                    <a:cubicBezTo>
                      <a:pt x="144" y="59"/>
                      <a:pt x="151" y="58"/>
                      <a:pt x="157" y="58"/>
                    </a:cubicBezTo>
                    <a:cubicBezTo>
                      <a:pt x="165" y="57"/>
                      <a:pt x="172" y="57"/>
                      <a:pt x="180" y="56"/>
                    </a:cubicBezTo>
                    <a:cubicBezTo>
                      <a:pt x="180" y="56"/>
                      <a:pt x="181" y="56"/>
                      <a:pt x="181" y="56"/>
                    </a:cubicBezTo>
                    <a:cubicBezTo>
                      <a:pt x="188" y="56"/>
                      <a:pt x="195" y="55"/>
                      <a:pt x="201" y="55"/>
                    </a:cubicBezTo>
                    <a:cubicBezTo>
                      <a:pt x="209" y="54"/>
                      <a:pt x="216" y="54"/>
                      <a:pt x="224" y="53"/>
                    </a:cubicBezTo>
                    <a:cubicBezTo>
                      <a:pt x="229" y="53"/>
                      <a:pt x="234" y="53"/>
                      <a:pt x="239" y="52"/>
                    </a:cubicBezTo>
                    <a:cubicBezTo>
                      <a:pt x="245" y="52"/>
                      <a:pt x="252" y="51"/>
                      <a:pt x="259" y="50"/>
                    </a:cubicBezTo>
                    <a:cubicBezTo>
                      <a:pt x="266" y="50"/>
                      <a:pt x="274" y="49"/>
                      <a:pt x="281" y="49"/>
                    </a:cubicBezTo>
                    <a:cubicBezTo>
                      <a:pt x="282" y="49"/>
                      <a:pt x="282" y="49"/>
                      <a:pt x="283" y="49"/>
                    </a:cubicBezTo>
                    <a:cubicBezTo>
                      <a:pt x="290" y="48"/>
                      <a:pt x="297" y="48"/>
                      <a:pt x="304" y="47"/>
                    </a:cubicBezTo>
                    <a:cubicBezTo>
                      <a:pt x="311" y="47"/>
                      <a:pt x="318" y="46"/>
                      <a:pt x="326" y="46"/>
                    </a:cubicBezTo>
                    <a:cubicBezTo>
                      <a:pt x="330" y="46"/>
                      <a:pt x="335" y="45"/>
                      <a:pt x="340" y="45"/>
                    </a:cubicBezTo>
                    <a:cubicBezTo>
                      <a:pt x="347" y="44"/>
                      <a:pt x="353" y="43"/>
                      <a:pt x="360" y="43"/>
                    </a:cubicBezTo>
                    <a:cubicBezTo>
                      <a:pt x="369" y="42"/>
                      <a:pt x="379" y="41"/>
                      <a:pt x="388" y="41"/>
                    </a:cubicBezTo>
                    <a:cubicBezTo>
                      <a:pt x="398" y="40"/>
                      <a:pt x="408" y="39"/>
                      <a:pt x="418" y="39"/>
                    </a:cubicBezTo>
                    <a:cubicBezTo>
                      <a:pt x="427" y="38"/>
                      <a:pt x="436" y="37"/>
                      <a:pt x="445" y="37"/>
                    </a:cubicBezTo>
                    <a:cubicBezTo>
                      <a:pt x="456" y="36"/>
                      <a:pt x="466" y="35"/>
                      <a:pt x="476" y="34"/>
                    </a:cubicBezTo>
                    <a:cubicBezTo>
                      <a:pt x="485" y="34"/>
                      <a:pt x="494" y="33"/>
                      <a:pt x="504" y="32"/>
                    </a:cubicBezTo>
                    <a:cubicBezTo>
                      <a:pt x="513" y="32"/>
                      <a:pt x="523" y="31"/>
                      <a:pt x="533" y="30"/>
                    </a:cubicBezTo>
                    <a:cubicBezTo>
                      <a:pt x="542" y="30"/>
                      <a:pt x="552" y="29"/>
                      <a:pt x="562" y="28"/>
                    </a:cubicBezTo>
                    <a:cubicBezTo>
                      <a:pt x="571" y="27"/>
                      <a:pt x="581" y="27"/>
                      <a:pt x="590" y="26"/>
                    </a:cubicBezTo>
                    <a:cubicBezTo>
                      <a:pt x="600" y="25"/>
                      <a:pt x="610" y="25"/>
                      <a:pt x="620" y="24"/>
                    </a:cubicBezTo>
                    <a:cubicBezTo>
                      <a:pt x="629" y="23"/>
                      <a:pt x="639" y="22"/>
                      <a:pt x="649" y="22"/>
                    </a:cubicBezTo>
                    <a:cubicBezTo>
                      <a:pt x="658" y="21"/>
                      <a:pt x="667" y="20"/>
                      <a:pt x="677" y="20"/>
                    </a:cubicBezTo>
                    <a:cubicBezTo>
                      <a:pt x="686" y="19"/>
                      <a:pt x="696" y="18"/>
                      <a:pt x="706" y="18"/>
                    </a:cubicBezTo>
                    <a:cubicBezTo>
                      <a:pt x="715" y="17"/>
                      <a:pt x="725" y="16"/>
                      <a:pt x="735" y="15"/>
                    </a:cubicBezTo>
                    <a:cubicBezTo>
                      <a:pt x="742" y="15"/>
                      <a:pt x="750" y="15"/>
                      <a:pt x="757" y="14"/>
                    </a:cubicBezTo>
                    <a:cubicBezTo>
                      <a:pt x="758" y="14"/>
                      <a:pt x="758" y="14"/>
                      <a:pt x="759" y="14"/>
                    </a:cubicBezTo>
                    <a:cubicBezTo>
                      <a:pt x="766" y="14"/>
                      <a:pt x="772" y="13"/>
                      <a:pt x="779" y="12"/>
                    </a:cubicBezTo>
                    <a:cubicBezTo>
                      <a:pt x="788" y="12"/>
                      <a:pt x="797" y="11"/>
                      <a:pt x="806" y="10"/>
                    </a:cubicBezTo>
                    <a:cubicBezTo>
                      <a:pt x="816" y="9"/>
                      <a:pt x="827" y="9"/>
                      <a:pt x="837" y="8"/>
                    </a:cubicBezTo>
                    <a:cubicBezTo>
                      <a:pt x="844" y="8"/>
                      <a:pt x="852" y="7"/>
                      <a:pt x="859" y="7"/>
                    </a:cubicBezTo>
                    <a:cubicBezTo>
                      <a:pt x="860" y="7"/>
                      <a:pt x="860" y="7"/>
                      <a:pt x="861" y="7"/>
                    </a:cubicBezTo>
                    <a:cubicBezTo>
                      <a:pt x="867" y="6"/>
                      <a:pt x="873" y="5"/>
                      <a:pt x="880" y="5"/>
                    </a:cubicBezTo>
                    <a:cubicBezTo>
                      <a:pt x="887" y="4"/>
                      <a:pt x="895" y="4"/>
                      <a:pt x="902" y="4"/>
                    </a:cubicBezTo>
                    <a:cubicBezTo>
                      <a:pt x="905" y="4"/>
                      <a:pt x="907" y="3"/>
                      <a:pt x="909" y="1"/>
                    </a:cubicBezTo>
                    <a:cubicBezTo>
                      <a:pt x="909" y="1"/>
                      <a:pt x="909" y="1"/>
                      <a:pt x="909" y="1"/>
                    </a:cubicBezTo>
                    <a:cubicBezTo>
                      <a:pt x="909" y="1"/>
                      <a:pt x="909" y="1"/>
                      <a:pt x="909" y="1"/>
                    </a:cubicBezTo>
                    <a:cubicBezTo>
                      <a:pt x="907" y="1"/>
                      <a:pt x="906" y="0"/>
                      <a:pt x="905" y="0"/>
                    </a:cubicBezTo>
                    <a:cubicBezTo>
                      <a:pt x="905" y="0"/>
                      <a:pt x="905" y="0"/>
                      <a:pt x="905" y="0"/>
                    </a:cubicBezTo>
                    <a:cubicBezTo>
                      <a:pt x="905" y="0"/>
                      <a:pt x="905" y="0"/>
                      <a:pt x="905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7" name="Freeform 15">
                <a:extLst>
                  <a:ext uri="{FF2B5EF4-FFF2-40B4-BE49-F238E27FC236}">
                    <a16:creationId xmlns:a16="http://schemas.microsoft.com/office/drawing/2014/main" id="{D4A56D80-6AE6-4C11-A11D-032E8E5F89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8" y="1526"/>
                <a:ext cx="501" cy="390"/>
              </a:xfrm>
              <a:custGeom>
                <a:avLst/>
                <a:gdLst>
                  <a:gd name="T0" fmla="*/ 221 w 344"/>
                  <a:gd name="T1" fmla="*/ 0 h 268"/>
                  <a:gd name="T2" fmla="*/ 221 w 344"/>
                  <a:gd name="T3" fmla="*/ 0 h 268"/>
                  <a:gd name="T4" fmla="*/ 196 w 344"/>
                  <a:gd name="T5" fmla="*/ 2 h 268"/>
                  <a:gd name="T6" fmla="*/ 195 w 344"/>
                  <a:gd name="T7" fmla="*/ 2 h 268"/>
                  <a:gd name="T8" fmla="*/ 148 w 344"/>
                  <a:gd name="T9" fmla="*/ 17 h 268"/>
                  <a:gd name="T10" fmla="*/ 59 w 344"/>
                  <a:gd name="T11" fmla="*/ 86 h 268"/>
                  <a:gd name="T12" fmla="*/ 22 w 344"/>
                  <a:gd name="T13" fmla="*/ 145 h 268"/>
                  <a:gd name="T14" fmla="*/ 1 w 344"/>
                  <a:gd name="T15" fmla="*/ 224 h 268"/>
                  <a:gd name="T16" fmla="*/ 1 w 344"/>
                  <a:gd name="T17" fmla="*/ 237 h 268"/>
                  <a:gd name="T18" fmla="*/ 2 w 344"/>
                  <a:gd name="T19" fmla="*/ 261 h 268"/>
                  <a:gd name="T20" fmla="*/ 2 w 344"/>
                  <a:gd name="T21" fmla="*/ 263 h 268"/>
                  <a:gd name="T22" fmla="*/ 0 w 344"/>
                  <a:gd name="T23" fmla="*/ 268 h 268"/>
                  <a:gd name="T24" fmla="*/ 6 w 344"/>
                  <a:gd name="T25" fmla="*/ 267 h 268"/>
                  <a:gd name="T26" fmla="*/ 6 w 344"/>
                  <a:gd name="T27" fmla="*/ 260 h 268"/>
                  <a:gd name="T28" fmla="*/ 4 w 344"/>
                  <a:gd name="T29" fmla="*/ 245 h 268"/>
                  <a:gd name="T30" fmla="*/ 4 w 344"/>
                  <a:gd name="T31" fmla="*/ 239 h 268"/>
                  <a:gd name="T32" fmla="*/ 6 w 344"/>
                  <a:gd name="T33" fmla="*/ 212 h 268"/>
                  <a:gd name="T34" fmla="*/ 15 w 344"/>
                  <a:gd name="T35" fmla="*/ 171 h 268"/>
                  <a:gd name="T36" fmla="*/ 38 w 344"/>
                  <a:gd name="T37" fmla="*/ 123 h 268"/>
                  <a:gd name="T38" fmla="*/ 86 w 344"/>
                  <a:gd name="T39" fmla="*/ 62 h 268"/>
                  <a:gd name="T40" fmla="*/ 130 w 344"/>
                  <a:gd name="T41" fmla="*/ 30 h 268"/>
                  <a:gd name="T42" fmla="*/ 130 w 344"/>
                  <a:gd name="T43" fmla="*/ 30 h 268"/>
                  <a:gd name="T44" fmla="*/ 131 w 344"/>
                  <a:gd name="T45" fmla="*/ 30 h 268"/>
                  <a:gd name="T46" fmla="*/ 131 w 344"/>
                  <a:gd name="T47" fmla="*/ 29 h 268"/>
                  <a:gd name="T48" fmla="*/ 132 w 344"/>
                  <a:gd name="T49" fmla="*/ 29 h 268"/>
                  <a:gd name="T50" fmla="*/ 222 w 344"/>
                  <a:gd name="T51" fmla="*/ 4 h 268"/>
                  <a:gd name="T52" fmla="*/ 222 w 344"/>
                  <a:gd name="T53" fmla="*/ 4 h 268"/>
                  <a:gd name="T54" fmla="*/ 222 w 344"/>
                  <a:gd name="T55" fmla="*/ 4 h 268"/>
                  <a:gd name="T56" fmla="*/ 222 w 344"/>
                  <a:gd name="T57" fmla="*/ 4 h 268"/>
                  <a:gd name="T58" fmla="*/ 226 w 344"/>
                  <a:gd name="T59" fmla="*/ 4 h 268"/>
                  <a:gd name="T60" fmla="*/ 226 w 344"/>
                  <a:gd name="T61" fmla="*/ 4 h 268"/>
                  <a:gd name="T62" fmla="*/ 259 w 344"/>
                  <a:gd name="T63" fmla="*/ 9 h 268"/>
                  <a:gd name="T64" fmla="*/ 306 w 344"/>
                  <a:gd name="T65" fmla="*/ 36 h 268"/>
                  <a:gd name="T66" fmla="*/ 337 w 344"/>
                  <a:gd name="T67" fmla="*/ 87 h 268"/>
                  <a:gd name="T68" fmla="*/ 341 w 344"/>
                  <a:gd name="T69" fmla="*/ 98 h 268"/>
                  <a:gd name="T70" fmla="*/ 341 w 344"/>
                  <a:gd name="T71" fmla="*/ 98 h 268"/>
                  <a:gd name="T72" fmla="*/ 342 w 344"/>
                  <a:gd name="T73" fmla="*/ 100 h 268"/>
                  <a:gd name="T74" fmla="*/ 342 w 344"/>
                  <a:gd name="T75" fmla="*/ 100 h 268"/>
                  <a:gd name="T76" fmla="*/ 342 w 344"/>
                  <a:gd name="T77" fmla="*/ 100 h 268"/>
                  <a:gd name="T78" fmla="*/ 342 w 344"/>
                  <a:gd name="T79" fmla="*/ 100 h 268"/>
                  <a:gd name="T80" fmla="*/ 344 w 344"/>
                  <a:gd name="T81" fmla="*/ 99 h 268"/>
                  <a:gd name="T82" fmla="*/ 344 w 344"/>
                  <a:gd name="T83" fmla="*/ 99 h 268"/>
                  <a:gd name="T84" fmla="*/ 344 w 344"/>
                  <a:gd name="T85" fmla="*/ 99 h 268"/>
                  <a:gd name="T86" fmla="*/ 338 w 344"/>
                  <a:gd name="T87" fmla="*/ 78 h 268"/>
                  <a:gd name="T88" fmla="*/ 302 w 344"/>
                  <a:gd name="T89" fmla="*/ 28 h 268"/>
                  <a:gd name="T90" fmla="*/ 234 w 344"/>
                  <a:gd name="T91" fmla="*/ 1 h 268"/>
                  <a:gd name="T92" fmla="*/ 234 w 344"/>
                  <a:gd name="T93" fmla="*/ 1 h 268"/>
                  <a:gd name="T94" fmla="*/ 233 w 344"/>
                  <a:gd name="T95" fmla="*/ 1 h 268"/>
                  <a:gd name="T96" fmla="*/ 221 w 344"/>
                  <a:gd name="T97" fmla="*/ 0 h 268"/>
                  <a:gd name="T98" fmla="*/ 221 w 344"/>
                  <a:gd name="T99" fmla="*/ 0 h 268"/>
                  <a:gd name="T100" fmla="*/ 221 w 344"/>
                  <a:gd name="T101" fmla="*/ 0 h 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44" h="268">
                    <a:moveTo>
                      <a:pt x="221" y="0"/>
                    </a:moveTo>
                    <a:cubicBezTo>
                      <a:pt x="221" y="0"/>
                      <a:pt x="221" y="0"/>
                      <a:pt x="221" y="0"/>
                    </a:cubicBezTo>
                    <a:cubicBezTo>
                      <a:pt x="212" y="0"/>
                      <a:pt x="204" y="1"/>
                      <a:pt x="196" y="2"/>
                    </a:cubicBezTo>
                    <a:cubicBezTo>
                      <a:pt x="196" y="2"/>
                      <a:pt x="195" y="2"/>
                      <a:pt x="195" y="2"/>
                    </a:cubicBezTo>
                    <a:cubicBezTo>
                      <a:pt x="179" y="5"/>
                      <a:pt x="163" y="10"/>
                      <a:pt x="148" y="17"/>
                    </a:cubicBezTo>
                    <a:cubicBezTo>
                      <a:pt x="113" y="32"/>
                      <a:pt x="84" y="56"/>
                      <a:pt x="59" y="86"/>
                    </a:cubicBezTo>
                    <a:cubicBezTo>
                      <a:pt x="44" y="104"/>
                      <a:pt x="32" y="124"/>
                      <a:pt x="22" y="145"/>
                    </a:cubicBezTo>
                    <a:cubicBezTo>
                      <a:pt x="10" y="170"/>
                      <a:pt x="3" y="197"/>
                      <a:pt x="1" y="224"/>
                    </a:cubicBezTo>
                    <a:cubicBezTo>
                      <a:pt x="1" y="228"/>
                      <a:pt x="1" y="233"/>
                      <a:pt x="1" y="237"/>
                    </a:cubicBezTo>
                    <a:cubicBezTo>
                      <a:pt x="1" y="245"/>
                      <a:pt x="1" y="253"/>
                      <a:pt x="2" y="261"/>
                    </a:cubicBezTo>
                    <a:cubicBezTo>
                      <a:pt x="2" y="262"/>
                      <a:pt x="2" y="262"/>
                      <a:pt x="2" y="263"/>
                    </a:cubicBezTo>
                    <a:cubicBezTo>
                      <a:pt x="2" y="265"/>
                      <a:pt x="2" y="266"/>
                      <a:pt x="0" y="268"/>
                    </a:cubicBezTo>
                    <a:cubicBezTo>
                      <a:pt x="3" y="267"/>
                      <a:pt x="4" y="267"/>
                      <a:pt x="6" y="267"/>
                    </a:cubicBezTo>
                    <a:cubicBezTo>
                      <a:pt x="6" y="264"/>
                      <a:pt x="6" y="262"/>
                      <a:pt x="6" y="260"/>
                    </a:cubicBezTo>
                    <a:cubicBezTo>
                      <a:pt x="6" y="255"/>
                      <a:pt x="5" y="250"/>
                      <a:pt x="4" y="245"/>
                    </a:cubicBezTo>
                    <a:cubicBezTo>
                      <a:pt x="4" y="243"/>
                      <a:pt x="4" y="241"/>
                      <a:pt x="4" y="239"/>
                    </a:cubicBezTo>
                    <a:cubicBezTo>
                      <a:pt x="4" y="230"/>
                      <a:pt x="5" y="221"/>
                      <a:pt x="6" y="212"/>
                    </a:cubicBezTo>
                    <a:cubicBezTo>
                      <a:pt x="8" y="198"/>
                      <a:pt x="11" y="185"/>
                      <a:pt x="15" y="171"/>
                    </a:cubicBezTo>
                    <a:cubicBezTo>
                      <a:pt x="21" y="154"/>
                      <a:pt x="29" y="138"/>
                      <a:pt x="38" y="123"/>
                    </a:cubicBezTo>
                    <a:cubicBezTo>
                      <a:pt x="51" y="100"/>
                      <a:pt x="67" y="80"/>
                      <a:pt x="86" y="62"/>
                    </a:cubicBezTo>
                    <a:cubicBezTo>
                      <a:pt x="100" y="50"/>
                      <a:pt x="114" y="39"/>
                      <a:pt x="130" y="30"/>
                    </a:cubicBezTo>
                    <a:cubicBezTo>
                      <a:pt x="130" y="30"/>
                      <a:pt x="130" y="30"/>
                      <a:pt x="130" y="30"/>
                    </a:cubicBezTo>
                    <a:cubicBezTo>
                      <a:pt x="130" y="30"/>
                      <a:pt x="130" y="30"/>
                      <a:pt x="131" y="30"/>
                    </a:cubicBezTo>
                    <a:cubicBezTo>
                      <a:pt x="131" y="30"/>
                      <a:pt x="131" y="29"/>
                      <a:pt x="131" y="29"/>
                    </a:cubicBezTo>
                    <a:cubicBezTo>
                      <a:pt x="131" y="29"/>
                      <a:pt x="132" y="29"/>
                      <a:pt x="132" y="29"/>
                    </a:cubicBezTo>
                    <a:cubicBezTo>
                      <a:pt x="160" y="13"/>
                      <a:pt x="189" y="4"/>
                      <a:pt x="222" y="4"/>
                    </a:cubicBezTo>
                    <a:cubicBezTo>
                      <a:pt x="222" y="4"/>
                      <a:pt x="222" y="4"/>
                      <a:pt x="222" y="4"/>
                    </a:cubicBezTo>
                    <a:cubicBezTo>
                      <a:pt x="222" y="4"/>
                      <a:pt x="222" y="4"/>
                      <a:pt x="222" y="4"/>
                    </a:cubicBezTo>
                    <a:cubicBezTo>
                      <a:pt x="222" y="4"/>
                      <a:pt x="222" y="4"/>
                      <a:pt x="222" y="4"/>
                    </a:cubicBezTo>
                    <a:cubicBezTo>
                      <a:pt x="223" y="4"/>
                      <a:pt x="224" y="4"/>
                      <a:pt x="226" y="4"/>
                    </a:cubicBezTo>
                    <a:cubicBezTo>
                      <a:pt x="226" y="4"/>
                      <a:pt x="226" y="4"/>
                      <a:pt x="226" y="4"/>
                    </a:cubicBezTo>
                    <a:cubicBezTo>
                      <a:pt x="237" y="4"/>
                      <a:pt x="249" y="6"/>
                      <a:pt x="259" y="9"/>
                    </a:cubicBezTo>
                    <a:cubicBezTo>
                      <a:pt x="277" y="15"/>
                      <a:pt x="293" y="24"/>
                      <a:pt x="306" y="36"/>
                    </a:cubicBezTo>
                    <a:cubicBezTo>
                      <a:pt x="321" y="50"/>
                      <a:pt x="331" y="68"/>
                      <a:pt x="337" y="87"/>
                    </a:cubicBezTo>
                    <a:cubicBezTo>
                      <a:pt x="339" y="91"/>
                      <a:pt x="340" y="95"/>
                      <a:pt x="341" y="98"/>
                    </a:cubicBezTo>
                    <a:cubicBezTo>
                      <a:pt x="341" y="98"/>
                      <a:pt x="341" y="98"/>
                      <a:pt x="341" y="98"/>
                    </a:cubicBezTo>
                    <a:cubicBezTo>
                      <a:pt x="341" y="99"/>
                      <a:pt x="341" y="100"/>
                      <a:pt x="342" y="100"/>
                    </a:cubicBezTo>
                    <a:cubicBezTo>
                      <a:pt x="342" y="100"/>
                      <a:pt x="342" y="100"/>
                      <a:pt x="342" y="100"/>
                    </a:cubicBezTo>
                    <a:cubicBezTo>
                      <a:pt x="342" y="100"/>
                      <a:pt x="342" y="100"/>
                      <a:pt x="342" y="100"/>
                    </a:cubicBezTo>
                    <a:cubicBezTo>
                      <a:pt x="342" y="100"/>
                      <a:pt x="342" y="100"/>
                      <a:pt x="342" y="100"/>
                    </a:cubicBezTo>
                    <a:cubicBezTo>
                      <a:pt x="343" y="100"/>
                      <a:pt x="343" y="100"/>
                      <a:pt x="344" y="99"/>
                    </a:cubicBezTo>
                    <a:cubicBezTo>
                      <a:pt x="344" y="99"/>
                      <a:pt x="344" y="99"/>
                      <a:pt x="344" y="99"/>
                    </a:cubicBezTo>
                    <a:cubicBezTo>
                      <a:pt x="344" y="99"/>
                      <a:pt x="344" y="99"/>
                      <a:pt x="344" y="99"/>
                    </a:cubicBezTo>
                    <a:cubicBezTo>
                      <a:pt x="342" y="92"/>
                      <a:pt x="340" y="85"/>
                      <a:pt x="338" y="78"/>
                    </a:cubicBezTo>
                    <a:cubicBezTo>
                      <a:pt x="330" y="58"/>
                      <a:pt x="318" y="42"/>
                      <a:pt x="302" y="28"/>
                    </a:cubicBezTo>
                    <a:cubicBezTo>
                      <a:pt x="283" y="12"/>
                      <a:pt x="259" y="3"/>
                      <a:pt x="234" y="1"/>
                    </a:cubicBezTo>
                    <a:cubicBezTo>
                      <a:pt x="234" y="1"/>
                      <a:pt x="234" y="1"/>
                      <a:pt x="234" y="1"/>
                    </a:cubicBezTo>
                    <a:cubicBezTo>
                      <a:pt x="234" y="1"/>
                      <a:pt x="234" y="1"/>
                      <a:pt x="233" y="1"/>
                    </a:cubicBezTo>
                    <a:cubicBezTo>
                      <a:pt x="229" y="0"/>
                      <a:pt x="225" y="0"/>
                      <a:pt x="221" y="0"/>
                    </a:cubicBezTo>
                    <a:cubicBezTo>
                      <a:pt x="221" y="0"/>
                      <a:pt x="221" y="0"/>
                      <a:pt x="221" y="0"/>
                    </a:cubicBezTo>
                    <a:cubicBezTo>
                      <a:pt x="221" y="0"/>
                      <a:pt x="221" y="0"/>
                      <a:pt x="221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8" name="Freeform 16">
                <a:extLst>
                  <a:ext uri="{FF2B5EF4-FFF2-40B4-BE49-F238E27FC236}">
                    <a16:creationId xmlns:a16="http://schemas.microsoft.com/office/drawing/2014/main" id="{F80CF9A4-C7CE-4308-BED4-0873580E43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1661"/>
                <a:ext cx="330" cy="221"/>
              </a:xfrm>
              <a:custGeom>
                <a:avLst/>
                <a:gdLst>
                  <a:gd name="T0" fmla="*/ 215 w 227"/>
                  <a:gd name="T1" fmla="*/ 0 h 152"/>
                  <a:gd name="T2" fmla="*/ 116 w 227"/>
                  <a:gd name="T3" fmla="*/ 31 h 152"/>
                  <a:gd name="T4" fmla="*/ 40 w 227"/>
                  <a:gd name="T5" fmla="*/ 48 h 152"/>
                  <a:gd name="T6" fmla="*/ 2 w 227"/>
                  <a:gd name="T7" fmla="*/ 58 h 152"/>
                  <a:gd name="T8" fmla="*/ 6 w 227"/>
                  <a:gd name="T9" fmla="*/ 57 h 152"/>
                  <a:gd name="T10" fmla="*/ 6 w 227"/>
                  <a:gd name="T11" fmla="*/ 57 h 152"/>
                  <a:gd name="T12" fmla="*/ 48 w 227"/>
                  <a:gd name="T13" fmla="*/ 58 h 152"/>
                  <a:gd name="T14" fmla="*/ 90 w 227"/>
                  <a:gd name="T15" fmla="*/ 69 h 152"/>
                  <a:gd name="T16" fmla="*/ 91 w 227"/>
                  <a:gd name="T17" fmla="*/ 140 h 152"/>
                  <a:gd name="T18" fmla="*/ 113 w 227"/>
                  <a:gd name="T19" fmla="*/ 152 h 152"/>
                  <a:gd name="T20" fmla="*/ 121 w 227"/>
                  <a:gd name="T21" fmla="*/ 150 h 152"/>
                  <a:gd name="T22" fmla="*/ 138 w 227"/>
                  <a:gd name="T23" fmla="*/ 145 h 152"/>
                  <a:gd name="T24" fmla="*/ 141 w 227"/>
                  <a:gd name="T25" fmla="*/ 144 h 152"/>
                  <a:gd name="T26" fmla="*/ 145 w 227"/>
                  <a:gd name="T27" fmla="*/ 145 h 152"/>
                  <a:gd name="T28" fmla="*/ 156 w 227"/>
                  <a:gd name="T29" fmla="*/ 148 h 152"/>
                  <a:gd name="T30" fmla="*/ 173 w 227"/>
                  <a:gd name="T31" fmla="*/ 151 h 152"/>
                  <a:gd name="T32" fmla="*/ 179 w 227"/>
                  <a:gd name="T33" fmla="*/ 150 h 152"/>
                  <a:gd name="T34" fmla="*/ 195 w 227"/>
                  <a:gd name="T35" fmla="*/ 149 h 152"/>
                  <a:gd name="T36" fmla="*/ 221 w 227"/>
                  <a:gd name="T37" fmla="*/ 152 h 152"/>
                  <a:gd name="T38" fmla="*/ 223 w 227"/>
                  <a:gd name="T39" fmla="*/ 152 h 152"/>
                  <a:gd name="T40" fmla="*/ 227 w 227"/>
                  <a:gd name="T41" fmla="*/ 152 h 152"/>
                  <a:gd name="T42" fmla="*/ 195 w 227"/>
                  <a:gd name="T43" fmla="*/ 146 h 152"/>
                  <a:gd name="T44" fmla="*/ 179 w 227"/>
                  <a:gd name="T45" fmla="*/ 147 h 152"/>
                  <a:gd name="T46" fmla="*/ 178 w 227"/>
                  <a:gd name="T47" fmla="*/ 147 h 152"/>
                  <a:gd name="T48" fmla="*/ 172 w 227"/>
                  <a:gd name="T49" fmla="*/ 147 h 152"/>
                  <a:gd name="T50" fmla="*/ 149 w 227"/>
                  <a:gd name="T51" fmla="*/ 143 h 152"/>
                  <a:gd name="T52" fmla="*/ 147 w 227"/>
                  <a:gd name="T53" fmla="*/ 142 h 152"/>
                  <a:gd name="T54" fmla="*/ 141 w 227"/>
                  <a:gd name="T55" fmla="*/ 141 h 152"/>
                  <a:gd name="T56" fmla="*/ 138 w 227"/>
                  <a:gd name="T57" fmla="*/ 141 h 152"/>
                  <a:gd name="T58" fmla="*/ 113 w 227"/>
                  <a:gd name="T59" fmla="*/ 148 h 152"/>
                  <a:gd name="T60" fmla="*/ 75 w 227"/>
                  <a:gd name="T61" fmla="*/ 92 h 152"/>
                  <a:gd name="T62" fmla="*/ 73 w 227"/>
                  <a:gd name="T63" fmla="*/ 62 h 152"/>
                  <a:gd name="T64" fmla="*/ 61 w 227"/>
                  <a:gd name="T65" fmla="*/ 41 h 152"/>
                  <a:gd name="T66" fmla="*/ 84 w 227"/>
                  <a:gd name="T67" fmla="*/ 39 h 152"/>
                  <a:gd name="T68" fmla="*/ 85 w 227"/>
                  <a:gd name="T69" fmla="*/ 39 h 152"/>
                  <a:gd name="T70" fmla="*/ 85 w 227"/>
                  <a:gd name="T71" fmla="*/ 39 h 152"/>
                  <a:gd name="T72" fmla="*/ 100 w 227"/>
                  <a:gd name="T73" fmla="*/ 38 h 152"/>
                  <a:gd name="T74" fmla="*/ 111 w 227"/>
                  <a:gd name="T75" fmla="*/ 38 h 152"/>
                  <a:gd name="T76" fmla="*/ 158 w 227"/>
                  <a:gd name="T77" fmla="*/ 60 h 152"/>
                  <a:gd name="T78" fmla="*/ 191 w 227"/>
                  <a:gd name="T79" fmla="*/ 76 h 152"/>
                  <a:gd name="T80" fmla="*/ 198 w 227"/>
                  <a:gd name="T81" fmla="*/ 78 h 152"/>
                  <a:gd name="T82" fmla="*/ 199 w 227"/>
                  <a:gd name="T83" fmla="*/ 77 h 152"/>
                  <a:gd name="T84" fmla="*/ 203 w 227"/>
                  <a:gd name="T85" fmla="*/ 77 h 152"/>
                  <a:gd name="T86" fmla="*/ 206 w 227"/>
                  <a:gd name="T87" fmla="*/ 77 h 152"/>
                  <a:gd name="T88" fmla="*/ 206 w 227"/>
                  <a:gd name="T89" fmla="*/ 77 h 152"/>
                  <a:gd name="T90" fmla="*/ 208 w 227"/>
                  <a:gd name="T91" fmla="*/ 76 h 152"/>
                  <a:gd name="T92" fmla="*/ 208 w 227"/>
                  <a:gd name="T93" fmla="*/ 76 h 152"/>
                  <a:gd name="T94" fmla="*/ 200 w 227"/>
                  <a:gd name="T95" fmla="*/ 74 h 152"/>
                  <a:gd name="T96" fmla="*/ 199 w 227"/>
                  <a:gd name="T97" fmla="*/ 74 h 152"/>
                  <a:gd name="T98" fmla="*/ 198 w 227"/>
                  <a:gd name="T99" fmla="*/ 74 h 152"/>
                  <a:gd name="T100" fmla="*/ 171 w 227"/>
                  <a:gd name="T101" fmla="*/ 64 h 152"/>
                  <a:gd name="T102" fmla="*/ 123 w 227"/>
                  <a:gd name="T103" fmla="*/ 33 h 152"/>
                  <a:gd name="T104" fmla="*/ 218 w 227"/>
                  <a:gd name="T105" fmla="*/ 0 h 152"/>
                  <a:gd name="T106" fmla="*/ 217 w 227"/>
                  <a:gd name="T107" fmla="*/ 0 h 152"/>
                  <a:gd name="T108" fmla="*/ 216 w 227"/>
                  <a:gd name="T109" fmla="*/ 0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27" h="152">
                    <a:moveTo>
                      <a:pt x="216" y="0"/>
                    </a:moveTo>
                    <a:cubicBezTo>
                      <a:pt x="216" y="0"/>
                      <a:pt x="216" y="0"/>
                      <a:pt x="216" y="0"/>
                    </a:cubicBezTo>
                    <a:cubicBezTo>
                      <a:pt x="216" y="0"/>
                      <a:pt x="215" y="0"/>
                      <a:pt x="215" y="0"/>
                    </a:cubicBezTo>
                    <a:cubicBezTo>
                      <a:pt x="215" y="0"/>
                      <a:pt x="215" y="0"/>
                      <a:pt x="215" y="0"/>
                    </a:cubicBezTo>
                    <a:cubicBezTo>
                      <a:pt x="215" y="0"/>
                      <a:pt x="215" y="0"/>
                      <a:pt x="215" y="0"/>
                    </a:cubicBezTo>
                    <a:cubicBezTo>
                      <a:pt x="215" y="0"/>
                      <a:pt x="215" y="0"/>
                      <a:pt x="215" y="0"/>
                    </a:cubicBezTo>
                    <a:cubicBezTo>
                      <a:pt x="209" y="3"/>
                      <a:pt x="203" y="6"/>
                      <a:pt x="196" y="9"/>
                    </a:cubicBezTo>
                    <a:cubicBezTo>
                      <a:pt x="191" y="12"/>
                      <a:pt x="186" y="14"/>
                      <a:pt x="181" y="16"/>
                    </a:cubicBezTo>
                    <a:cubicBezTo>
                      <a:pt x="169" y="19"/>
                      <a:pt x="157" y="23"/>
                      <a:pt x="145" y="26"/>
                    </a:cubicBezTo>
                    <a:cubicBezTo>
                      <a:pt x="136" y="28"/>
                      <a:pt x="125" y="29"/>
                      <a:pt x="116" y="31"/>
                    </a:cubicBezTo>
                    <a:cubicBezTo>
                      <a:pt x="104" y="35"/>
                      <a:pt x="93" y="34"/>
                      <a:pt x="81" y="35"/>
                    </a:cubicBezTo>
                    <a:cubicBezTo>
                      <a:pt x="75" y="36"/>
                      <a:pt x="68" y="37"/>
                      <a:pt x="62" y="38"/>
                    </a:cubicBezTo>
                    <a:cubicBezTo>
                      <a:pt x="59" y="38"/>
                      <a:pt x="57" y="39"/>
                      <a:pt x="54" y="39"/>
                    </a:cubicBezTo>
                    <a:cubicBezTo>
                      <a:pt x="50" y="40"/>
                      <a:pt x="47" y="41"/>
                      <a:pt x="46" y="44"/>
                    </a:cubicBezTo>
                    <a:cubicBezTo>
                      <a:pt x="44" y="47"/>
                      <a:pt x="42" y="47"/>
                      <a:pt x="40" y="48"/>
                    </a:cubicBezTo>
                    <a:cubicBezTo>
                      <a:pt x="34" y="49"/>
                      <a:pt x="28" y="50"/>
                      <a:pt x="22" y="50"/>
                    </a:cubicBezTo>
                    <a:cubicBezTo>
                      <a:pt x="15" y="50"/>
                      <a:pt x="9" y="53"/>
                      <a:pt x="2" y="56"/>
                    </a:cubicBezTo>
                    <a:cubicBezTo>
                      <a:pt x="2" y="57"/>
                      <a:pt x="1" y="57"/>
                      <a:pt x="0" y="58"/>
                    </a:cubicBezTo>
                    <a:cubicBezTo>
                      <a:pt x="0" y="58"/>
                      <a:pt x="1" y="58"/>
                      <a:pt x="1" y="58"/>
                    </a:cubicBezTo>
                    <a:cubicBezTo>
                      <a:pt x="1" y="58"/>
                      <a:pt x="2" y="58"/>
                      <a:pt x="2" y="58"/>
                    </a:cubicBezTo>
                    <a:cubicBezTo>
                      <a:pt x="2" y="58"/>
                      <a:pt x="2" y="58"/>
                      <a:pt x="2" y="58"/>
                    </a:cubicBezTo>
                    <a:cubicBezTo>
                      <a:pt x="2" y="58"/>
                      <a:pt x="2" y="58"/>
                      <a:pt x="2" y="58"/>
                    </a:cubicBezTo>
                    <a:cubicBezTo>
                      <a:pt x="2" y="58"/>
                      <a:pt x="2" y="58"/>
                      <a:pt x="2" y="58"/>
                    </a:cubicBezTo>
                    <a:cubicBezTo>
                      <a:pt x="4" y="58"/>
                      <a:pt x="5" y="58"/>
                      <a:pt x="6" y="57"/>
                    </a:cubicBezTo>
                    <a:cubicBezTo>
                      <a:pt x="6" y="57"/>
                      <a:pt x="6" y="57"/>
                      <a:pt x="6" y="57"/>
                    </a:cubicBezTo>
                    <a:cubicBezTo>
                      <a:pt x="6" y="57"/>
                      <a:pt x="6" y="57"/>
                      <a:pt x="6" y="57"/>
                    </a:cubicBezTo>
                    <a:cubicBezTo>
                      <a:pt x="6" y="57"/>
                      <a:pt x="6" y="57"/>
                      <a:pt x="6" y="57"/>
                    </a:cubicBezTo>
                    <a:cubicBezTo>
                      <a:pt x="6" y="57"/>
                      <a:pt x="6" y="57"/>
                      <a:pt x="6" y="57"/>
                    </a:cubicBezTo>
                    <a:cubicBezTo>
                      <a:pt x="6" y="57"/>
                      <a:pt x="6" y="57"/>
                      <a:pt x="6" y="57"/>
                    </a:cubicBezTo>
                    <a:cubicBezTo>
                      <a:pt x="6" y="57"/>
                      <a:pt x="6" y="57"/>
                      <a:pt x="6" y="57"/>
                    </a:cubicBezTo>
                    <a:cubicBezTo>
                      <a:pt x="6" y="57"/>
                      <a:pt x="6" y="57"/>
                      <a:pt x="6" y="57"/>
                    </a:cubicBezTo>
                    <a:cubicBezTo>
                      <a:pt x="6" y="57"/>
                      <a:pt x="6" y="57"/>
                      <a:pt x="6" y="57"/>
                    </a:cubicBezTo>
                    <a:cubicBezTo>
                      <a:pt x="11" y="55"/>
                      <a:pt x="17" y="53"/>
                      <a:pt x="22" y="52"/>
                    </a:cubicBezTo>
                    <a:cubicBezTo>
                      <a:pt x="29" y="52"/>
                      <a:pt x="36" y="51"/>
                      <a:pt x="43" y="51"/>
                    </a:cubicBezTo>
                    <a:cubicBezTo>
                      <a:pt x="45" y="53"/>
                      <a:pt x="46" y="56"/>
                      <a:pt x="48" y="58"/>
                    </a:cubicBezTo>
                    <a:cubicBezTo>
                      <a:pt x="53" y="61"/>
                      <a:pt x="59" y="63"/>
                      <a:pt x="66" y="64"/>
                    </a:cubicBezTo>
                    <a:cubicBezTo>
                      <a:pt x="73" y="65"/>
                      <a:pt x="80" y="65"/>
                      <a:pt x="87" y="67"/>
                    </a:cubicBezTo>
                    <a:cubicBezTo>
                      <a:pt x="88" y="68"/>
                      <a:pt x="88" y="68"/>
                      <a:pt x="90" y="69"/>
                    </a:cubicBezTo>
                    <a:cubicBezTo>
                      <a:pt x="90" y="69"/>
                      <a:pt x="90" y="69"/>
                      <a:pt x="90" y="69"/>
                    </a:cubicBezTo>
                    <a:cubicBezTo>
                      <a:pt x="90" y="69"/>
                      <a:pt x="90" y="69"/>
                      <a:pt x="90" y="69"/>
                    </a:cubicBezTo>
                    <a:cubicBezTo>
                      <a:pt x="88" y="71"/>
                      <a:pt x="87" y="72"/>
                      <a:pt x="85" y="74"/>
                    </a:cubicBezTo>
                    <a:cubicBezTo>
                      <a:pt x="80" y="78"/>
                      <a:pt x="76" y="84"/>
                      <a:pt x="73" y="89"/>
                    </a:cubicBezTo>
                    <a:cubicBezTo>
                      <a:pt x="71" y="93"/>
                      <a:pt x="70" y="96"/>
                      <a:pt x="70" y="100"/>
                    </a:cubicBezTo>
                    <a:cubicBezTo>
                      <a:pt x="70" y="103"/>
                      <a:pt x="71" y="106"/>
                      <a:pt x="72" y="110"/>
                    </a:cubicBezTo>
                    <a:cubicBezTo>
                      <a:pt x="77" y="121"/>
                      <a:pt x="83" y="131"/>
                      <a:pt x="91" y="140"/>
                    </a:cubicBezTo>
                    <a:cubicBezTo>
                      <a:pt x="95" y="144"/>
                      <a:pt x="99" y="147"/>
                      <a:pt x="104" y="150"/>
                    </a:cubicBezTo>
                    <a:cubicBezTo>
                      <a:pt x="104" y="150"/>
                      <a:pt x="104" y="150"/>
                      <a:pt x="104" y="150"/>
                    </a:cubicBezTo>
                    <a:cubicBezTo>
                      <a:pt x="107" y="151"/>
                      <a:pt x="110" y="152"/>
                      <a:pt x="113" y="152"/>
                    </a:cubicBezTo>
                    <a:cubicBezTo>
                      <a:pt x="113" y="152"/>
                      <a:pt x="113" y="152"/>
                      <a:pt x="113" y="152"/>
                    </a:cubicBezTo>
                    <a:cubicBezTo>
                      <a:pt x="113" y="152"/>
                      <a:pt x="113" y="152"/>
                      <a:pt x="113" y="152"/>
                    </a:cubicBezTo>
                    <a:cubicBezTo>
                      <a:pt x="113" y="152"/>
                      <a:pt x="113" y="152"/>
                      <a:pt x="113" y="152"/>
                    </a:cubicBezTo>
                    <a:cubicBezTo>
                      <a:pt x="116" y="152"/>
                      <a:pt x="118" y="151"/>
                      <a:pt x="121" y="151"/>
                    </a:cubicBezTo>
                    <a:cubicBezTo>
                      <a:pt x="121" y="151"/>
                      <a:pt x="121" y="151"/>
                      <a:pt x="121" y="151"/>
                    </a:cubicBezTo>
                    <a:cubicBezTo>
                      <a:pt x="121" y="151"/>
                      <a:pt x="121" y="150"/>
                      <a:pt x="121" y="150"/>
                    </a:cubicBezTo>
                    <a:cubicBezTo>
                      <a:pt x="121" y="150"/>
                      <a:pt x="121" y="150"/>
                      <a:pt x="121" y="150"/>
                    </a:cubicBezTo>
                    <a:cubicBezTo>
                      <a:pt x="121" y="150"/>
                      <a:pt x="121" y="150"/>
                      <a:pt x="121" y="150"/>
                    </a:cubicBezTo>
                    <a:cubicBezTo>
                      <a:pt x="121" y="150"/>
                      <a:pt x="121" y="150"/>
                      <a:pt x="121" y="150"/>
                    </a:cubicBezTo>
                    <a:cubicBezTo>
                      <a:pt x="121" y="150"/>
                      <a:pt x="121" y="150"/>
                      <a:pt x="121" y="150"/>
                    </a:cubicBezTo>
                    <a:cubicBezTo>
                      <a:pt x="127" y="148"/>
                      <a:pt x="132" y="146"/>
                      <a:pt x="138" y="145"/>
                    </a:cubicBezTo>
                    <a:cubicBezTo>
                      <a:pt x="138" y="145"/>
                      <a:pt x="138" y="145"/>
                      <a:pt x="138" y="145"/>
                    </a:cubicBezTo>
                    <a:cubicBezTo>
                      <a:pt x="138" y="145"/>
                      <a:pt x="138" y="145"/>
                      <a:pt x="138" y="145"/>
                    </a:cubicBezTo>
                    <a:cubicBezTo>
                      <a:pt x="138" y="145"/>
                      <a:pt x="138" y="145"/>
                      <a:pt x="138" y="145"/>
                    </a:cubicBezTo>
                    <a:cubicBezTo>
                      <a:pt x="138" y="145"/>
                      <a:pt x="138" y="145"/>
                      <a:pt x="138" y="145"/>
                    </a:cubicBezTo>
                    <a:cubicBezTo>
                      <a:pt x="139" y="144"/>
                      <a:pt x="140" y="144"/>
                      <a:pt x="141" y="144"/>
                    </a:cubicBezTo>
                    <a:cubicBezTo>
                      <a:pt x="141" y="144"/>
                      <a:pt x="141" y="144"/>
                      <a:pt x="141" y="144"/>
                    </a:cubicBezTo>
                    <a:cubicBezTo>
                      <a:pt x="141" y="144"/>
                      <a:pt x="141" y="144"/>
                      <a:pt x="141" y="144"/>
                    </a:cubicBezTo>
                    <a:cubicBezTo>
                      <a:pt x="141" y="144"/>
                      <a:pt x="141" y="144"/>
                      <a:pt x="141" y="144"/>
                    </a:cubicBezTo>
                    <a:cubicBezTo>
                      <a:pt x="142" y="144"/>
                      <a:pt x="144" y="145"/>
                      <a:pt x="145" y="145"/>
                    </a:cubicBezTo>
                    <a:cubicBezTo>
                      <a:pt x="145" y="145"/>
                      <a:pt x="145" y="145"/>
                      <a:pt x="145" y="145"/>
                    </a:cubicBezTo>
                    <a:cubicBezTo>
                      <a:pt x="145" y="145"/>
                      <a:pt x="145" y="145"/>
                      <a:pt x="145" y="145"/>
                    </a:cubicBezTo>
                    <a:cubicBezTo>
                      <a:pt x="145" y="145"/>
                      <a:pt x="145" y="145"/>
                      <a:pt x="145" y="145"/>
                    </a:cubicBezTo>
                    <a:cubicBezTo>
                      <a:pt x="145" y="145"/>
                      <a:pt x="145" y="145"/>
                      <a:pt x="145" y="145"/>
                    </a:cubicBezTo>
                    <a:cubicBezTo>
                      <a:pt x="145" y="145"/>
                      <a:pt x="145" y="145"/>
                      <a:pt x="145" y="145"/>
                    </a:cubicBezTo>
                    <a:cubicBezTo>
                      <a:pt x="149" y="146"/>
                      <a:pt x="152" y="147"/>
                      <a:pt x="156" y="148"/>
                    </a:cubicBezTo>
                    <a:cubicBezTo>
                      <a:pt x="156" y="148"/>
                      <a:pt x="156" y="148"/>
                      <a:pt x="156" y="148"/>
                    </a:cubicBezTo>
                    <a:cubicBezTo>
                      <a:pt x="156" y="148"/>
                      <a:pt x="156" y="148"/>
                      <a:pt x="156" y="148"/>
                    </a:cubicBezTo>
                    <a:cubicBezTo>
                      <a:pt x="156" y="148"/>
                      <a:pt x="156" y="148"/>
                      <a:pt x="156" y="148"/>
                    </a:cubicBezTo>
                    <a:cubicBezTo>
                      <a:pt x="156" y="148"/>
                      <a:pt x="156" y="148"/>
                      <a:pt x="156" y="148"/>
                    </a:cubicBezTo>
                    <a:cubicBezTo>
                      <a:pt x="156" y="148"/>
                      <a:pt x="156" y="148"/>
                      <a:pt x="157" y="148"/>
                    </a:cubicBezTo>
                    <a:cubicBezTo>
                      <a:pt x="162" y="150"/>
                      <a:pt x="168" y="151"/>
                      <a:pt x="173" y="151"/>
                    </a:cubicBezTo>
                    <a:cubicBezTo>
                      <a:pt x="173" y="151"/>
                      <a:pt x="173" y="151"/>
                      <a:pt x="173" y="151"/>
                    </a:cubicBezTo>
                    <a:cubicBezTo>
                      <a:pt x="173" y="151"/>
                      <a:pt x="173" y="151"/>
                      <a:pt x="173" y="151"/>
                    </a:cubicBezTo>
                    <a:cubicBezTo>
                      <a:pt x="173" y="151"/>
                      <a:pt x="173" y="151"/>
                      <a:pt x="173" y="151"/>
                    </a:cubicBezTo>
                    <a:cubicBezTo>
                      <a:pt x="175" y="151"/>
                      <a:pt x="177" y="151"/>
                      <a:pt x="179" y="150"/>
                    </a:cubicBezTo>
                    <a:cubicBezTo>
                      <a:pt x="179" y="150"/>
                      <a:pt x="179" y="150"/>
                      <a:pt x="179" y="150"/>
                    </a:cubicBezTo>
                    <a:cubicBezTo>
                      <a:pt x="179" y="150"/>
                      <a:pt x="179" y="150"/>
                      <a:pt x="179" y="150"/>
                    </a:cubicBezTo>
                    <a:cubicBezTo>
                      <a:pt x="179" y="150"/>
                      <a:pt x="179" y="150"/>
                      <a:pt x="179" y="150"/>
                    </a:cubicBezTo>
                    <a:cubicBezTo>
                      <a:pt x="179" y="150"/>
                      <a:pt x="179" y="150"/>
                      <a:pt x="180" y="150"/>
                    </a:cubicBezTo>
                    <a:cubicBezTo>
                      <a:pt x="185" y="150"/>
                      <a:pt x="190" y="149"/>
                      <a:pt x="195" y="149"/>
                    </a:cubicBezTo>
                    <a:cubicBezTo>
                      <a:pt x="195" y="149"/>
                      <a:pt x="195" y="149"/>
                      <a:pt x="195" y="149"/>
                    </a:cubicBezTo>
                    <a:cubicBezTo>
                      <a:pt x="195" y="149"/>
                      <a:pt x="195" y="149"/>
                      <a:pt x="195" y="149"/>
                    </a:cubicBezTo>
                    <a:cubicBezTo>
                      <a:pt x="195" y="149"/>
                      <a:pt x="195" y="149"/>
                      <a:pt x="195" y="149"/>
                    </a:cubicBezTo>
                    <a:cubicBezTo>
                      <a:pt x="201" y="149"/>
                      <a:pt x="206" y="150"/>
                      <a:pt x="211" y="150"/>
                    </a:cubicBezTo>
                    <a:cubicBezTo>
                      <a:pt x="211" y="150"/>
                      <a:pt x="211" y="150"/>
                      <a:pt x="211" y="150"/>
                    </a:cubicBezTo>
                    <a:cubicBezTo>
                      <a:pt x="214" y="151"/>
                      <a:pt x="218" y="151"/>
                      <a:pt x="221" y="152"/>
                    </a:cubicBezTo>
                    <a:cubicBezTo>
                      <a:pt x="221" y="152"/>
                      <a:pt x="221" y="152"/>
                      <a:pt x="221" y="152"/>
                    </a:cubicBezTo>
                    <a:cubicBezTo>
                      <a:pt x="222" y="152"/>
                      <a:pt x="222" y="152"/>
                      <a:pt x="223" y="152"/>
                    </a:cubicBezTo>
                    <a:cubicBezTo>
                      <a:pt x="223" y="152"/>
                      <a:pt x="223" y="152"/>
                      <a:pt x="223" y="152"/>
                    </a:cubicBezTo>
                    <a:cubicBezTo>
                      <a:pt x="223" y="152"/>
                      <a:pt x="223" y="152"/>
                      <a:pt x="223" y="152"/>
                    </a:cubicBezTo>
                    <a:cubicBezTo>
                      <a:pt x="223" y="152"/>
                      <a:pt x="223" y="152"/>
                      <a:pt x="223" y="152"/>
                    </a:cubicBezTo>
                    <a:cubicBezTo>
                      <a:pt x="223" y="152"/>
                      <a:pt x="224" y="152"/>
                      <a:pt x="224" y="152"/>
                    </a:cubicBezTo>
                    <a:cubicBezTo>
                      <a:pt x="224" y="152"/>
                      <a:pt x="224" y="152"/>
                      <a:pt x="225" y="152"/>
                    </a:cubicBezTo>
                    <a:cubicBezTo>
                      <a:pt x="225" y="152"/>
                      <a:pt x="226" y="152"/>
                      <a:pt x="227" y="152"/>
                    </a:cubicBezTo>
                    <a:cubicBezTo>
                      <a:pt x="227" y="152"/>
                      <a:pt x="227" y="152"/>
                      <a:pt x="227" y="152"/>
                    </a:cubicBezTo>
                    <a:cubicBezTo>
                      <a:pt x="227" y="152"/>
                      <a:pt x="227" y="152"/>
                      <a:pt x="227" y="152"/>
                    </a:cubicBezTo>
                    <a:cubicBezTo>
                      <a:pt x="226" y="150"/>
                      <a:pt x="225" y="150"/>
                      <a:pt x="225" y="149"/>
                    </a:cubicBezTo>
                    <a:cubicBezTo>
                      <a:pt x="217" y="147"/>
                      <a:pt x="210" y="146"/>
                      <a:pt x="203" y="146"/>
                    </a:cubicBezTo>
                    <a:cubicBezTo>
                      <a:pt x="203" y="146"/>
                      <a:pt x="203" y="146"/>
                      <a:pt x="203" y="146"/>
                    </a:cubicBezTo>
                    <a:cubicBezTo>
                      <a:pt x="202" y="146"/>
                      <a:pt x="202" y="146"/>
                      <a:pt x="201" y="146"/>
                    </a:cubicBezTo>
                    <a:cubicBezTo>
                      <a:pt x="199" y="146"/>
                      <a:pt x="197" y="146"/>
                      <a:pt x="195" y="146"/>
                    </a:cubicBezTo>
                    <a:cubicBezTo>
                      <a:pt x="194" y="146"/>
                      <a:pt x="194" y="146"/>
                      <a:pt x="194" y="146"/>
                    </a:cubicBezTo>
                    <a:cubicBezTo>
                      <a:pt x="194" y="146"/>
                      <a:pt x="194" y="146"/>
                      <a:pt x="194" y="146"/>
                    </a:cubicBezTo>
                    <a:cubicBezTo>
                      <a:pt x="194" y="146"/>
                      <a:pt x="194" y="146"/>
                      <a:pt x="194" y="146"/>
                    </a:cubicBezTo>
                    <a:cubicBezTo>
                      <a:pt x="189" y="146"/>
                      <a:pt x="184" y="146"/>
                      <a:pt x="179" y="147"/>
                    </a:cubicBezTo>
                    <a:cubicBezTo>
                      <a:pt x="179" y="147"/>
                      <a:pt x="179" y="147"/>
                      <a:pt x="179" y="147"/>
                    </a:cubicBezTo>
                    <a:cubicBezTo>
                      <a:pt x="179" y="147"/>
                      <a:pt x="179" y="147"/>
                      <a:pt x="178" y="147"/>
                    </a:cubicBezTo>
                    <a:cubicBezTo>
                      <a:pt x="178" y="147"/>
                      <a:pt x="178" y="147"/>
                      <a:pt x="178" y="147"/>
                    </a:cubicBezTo>
                    <a:cubicBezTo>
                      <a:pt x="178" y="147"/>
                      <a:pt x="178" y="147"/>
                      <a:pt x="178" y="147"/>
                    </a:cubicBezTo>
                    <a:cubicBezTo>
                      <a:pt x="178" y="147"/>
                      <a:pt x="178" y="147"/>
                      <a:pt x="178" y="147"/>
                    </a:cubicBezTo>
                    <a:cubicBezTo>
                      <a:pt x="178" y="147"/>
                      <a:pt x="178" y="147"/>
                      <a:pt x="178" y="147"/>
                    </a:cubicBezTo>
                    <a:cubicBezTo>
                      <a:pt x="178" y="147"/>
                      <a:pt x="178" y="147"/>
                      <a:pt x="178" y="147"/>
                    </a:cubicBezTo>
                    <a:cubicBezTo>
                      <a:pt x="178" y="147"/>
                      <a:pt x="178" y="147"/>
                      <a:pt x="178" y="147"/>
                    </a:cubicBezTo>
                    <a:cubicBezTo>
                      <a:pt x="178" y="147"/>
                      <a:pt x="178" y="147"/>
                      <a:pt x="178" y="147"/>
                    </a:cubicBezTo>
                    <a:cubicBezTo>
                      <a:pt x="178" y="147"/>
                      <a:pt x="178" y="147"/>
                      <a:pt x="178" y="147"/>
                    </a:cubicBezTo>
                    <a:cubicBezTo>
                      <a:pt x="176" y="147"/>
                      <a:pt x="174" y="147"/>
                      <a:pt x="172" y="147"/>
                    </a:cubicBezTo>
                    <a:cubicBezTo>
                      <a:pt x="172" y="147"/>
                      <a:pt x="172" y="147"/>
                      <a:pt x="172" y="147"/>
                    </a:cubicBezTo>
                    <a:cubicBezTo>
                      <a:pt x="172" y="147"/>
                      <a:pt x="172" y="147"/>
                      <a:pt x="172" y="147"/>
                    </a:cubicBezTo>
                    <a:cubicBezTo>
                      <a:pt x="172" y="147"/>
                      <a:pt x="172" y="147"/>
                      <a:pt x="172" y="147"/>
                    </a:cubicBezTo>
                    <a:cubicBezTo>
                      <a:pt x="164" y="147"/>
                      <a:pt x="156" y="145"/>
                      <a:pt x="149" y="143"/>
                    </a:cubicBezTo>
                    <a:cubicBezTo>
                      <a:pt x="149" y="143"/>
                      <a:pt x="149" y="143"/>
                      <a:pt x="149" y="143"/>
                    </a:cubicBezTo>
                    <a:cubicBezTo>
                      <a:pt x="148" y="142"/>
                      <a:pt x="148" y="142"/>
                      <a:pt x="148" y="142"/>
                    </a:cubicBezTo>
                    <a:cubicBezTo>
                      <a:pt x="148" y="142"/>
                      <a:pt x="148" y="142"/>
                      <a:pt x="148" y="142"/>
                    </a:cubicBezTo>
                    <a:cubicBezTo>
                      <a:pt x="148" y="142"/>
                      <a:pt x="147" y="142"/>
                      <a:pt x="147" y="142"/>
                    </a:cubicBezTo>
                    <a:cubicBezTo>
                      <a:pt x="147" y="142"/>
                      <a:pt x="147" y="142"/>
                      <a:pt x="147" y="142"/>
                    </a:cubicBezTo>
                    <a:cubicBezTo>
                      <a:pt x="147" y="142"/>
                      <a:pt x="147" y="142"/>
                      <a:pt x="147" y="142"/>
                    </a:cubicBezTo>
                    <a:cubicBezTo>
                      <a:pt x="147" y="142"/>
                      <a:pt x="147" y="142"/>
                      <a:pt x="147" y="142"/>
                    </a:cubicBezTo>
                    <a:cubicBezTo>
                      <a:pt x="147" y="142"/>
                      <a:pt x="147" y="142"/>
                      <a:pt x="147" y="142"/>
                    </a:cubicBezTo>
                    <a:cubicBezTo>
                      <a:pt x="147" y="142"/>
                      <a:pt x="147" y="142"/>
                      <a:pt x="147" y="142"/>
                    </a:cubicBezTo>
                    <a:cubicBezTo>
                      <a:pt x="147" y="142"/>
                      <a:pt x="147" y="142"/>
                      <a:pt x="146" y="142"/>
                    </a:cubicBezTo>
                    <a:cubicBezTo>
                      <a:pt x="145" y="141"/>
                      <a:pt x="143" y="141"/>
                      <a:pt x="141" y="141"/>
                    </a:cubicBezTo>
                    <a:cubicBezTo>
                      <a:pt x="141" y="141"/>
                      <a:pt x="141" y="141"/>
                      <a:pt x="141" y="141"/>
                    </a:cubicBezTo>
                    <a:cubicBezTo>
                      <a:pt x="141" y="141"/>
                      <a:pt x="141" y="141"/>
                      <a:pt x="141" y="141"/>
                    </a:cubicBezTo>
                    <a:cubicBezTo>
                      <a:pt x="141" y="141"/>
                      <a:pt x="141" y="141"/>
                      <a:pt x="141" y="141"/>
                    </a:cubicBezTo>
                    <a:cubicBezTo>
                      <a:pt x="140" y="141"/>
                      <a:pt x="139" y="141"/>
                      <a:pt x="138" y="141"/>
                    </a:cubicBezTo>
                    <a:cubicBezTo>
                      <a:pt x="138" y="141"/>
                      <a:pt x="138" y="141"/>
                      <a:pt x="138" y="141"/>
                    </a:cubicBezTo>
                    <a:cubicBezTo>
                      <a:pt x="132" y="143"/>
                      <a:pt x="127" y="145"/>
                      <a:pt x="122" y="147"/>
                    </a:cubicBezTo>
                    <a:cubicBezTo>
                      <a:pt x="122" y="147"/>
                      <a:pt x="122" y="147"/>
                      <a:pt x="122" y="147"/>
                    </a:cubicBezTo>
                    <a:cubicBezTo>
                      <a:pt x="119" y="148"/>
                      <a:pt x="116" y="148"/>
                      <a:pt x="113" y="148"/>
                    </a:cubicBezTo>
                    <a:cubicBezTo>
                      <a:pt x="113" y="148"/>
                      <a:pt x="113" y="148"/>
                      <a:pt x="113" y="148"/>
                    </a:cubicBezTo>
                    <a:cubicBezTo>
                      <a:pt x="113" y="148"/>
                      <a:pt x="113" y="148"/>
                      <a:pt x="113" y="148"/>
                    </a:cubicBezTo>
                    <a:cubicBezTo>
                      <a:pt x="113" y="148"/>
                      <a:pt x="113" y="148"/>
                      <a:pt x="113" y="148"/>
                    </a:cubicBezTo>
                    <a:cubicBezTo>
                      <a:pt x="108" y="148"/>
                      <a:pt x="103" y="146"/>
                      <a:pt x="98" y="142"/>
                    </a:cubicBezTo>
                    <a:cubicBezTo>
                      <a:pt x="88" y="132"/>
                      <a:pt x="80" y="120"/>
                      <a:pt x="74" y="106"/>
                    </a:cubicBezTo>
                    <a:cubicBezTo>
                      <a:pt x="73" y="104"/>
                      <a:pt x="73" y="102"/>
                      <a:pt x="73" y="100"/>
                    </a:cubicBezTo>
                    <a:cubicBezTo>
                      <a:pt x="73" y="97"/>
                      <a:pt x="73" y="94"/>
                      <a:pt x="75" y="92"/>
                    </a:cubicBezTo>
                    <a:cubicBezTo>
                      <a:pt x="77" y="88"/>
                      <a:pt x="80" y="84"/>
                      <a:pt x="83" y="81"/>
                    </a:cubicBezTo>
                    <a:cubicBezTo>
                      <a:pt x="85" y="78"/>
                      <a:pt x="88" y="75"/>
                      <a:pt x="90" y="72"/>
                    </a:cubicBezTo>
                    <a:cubicBezTo>
                      <a:pt x="91" y="71"/>
                      <a:pt x="92" y="70"/>
                      <a:pt x="92" y="68"/>
                    </a:cubicBezTo>
                    <a:cubicBezTo>
                      <a:pt x="92" y="67"/>
                      <a:pt x="90" y="65"/>
                      <a:pt x="87" y="64"/>
                    </a:cubicBezTo>
                    <a:cubicBezTo>
                      <a:pt x="83" y="63"/>
                      <a:pt x="78" y="62"/>
                      <a:pt x="73" y="62"/>
                    </a:cubicBezTo>
                    <a:cubicBezTo>
                      <a:pt x="65" y="62"/>
                      <a:pt x="58" y="59"/>
                      <a:pt x="51" y="56"/>
                    </a:cubicBezTo>
                    <a:cubicBezTo>
                      <a:pt x="48" y="54"/>
                      <a:pt x="47" y="53"/>
                      <a:pt x="47" y="51"/>
                    </a:cubicBezTo>
                    <a:cubicBezTo>
                      <a:pt x="47" y="50"/>
                      <a:pt x="47" y="49"/>
                      <a:pt x="47" y="49"/>
                    </a:cubicBezTo>
                    <a:cubicBezTo>
                      <a:pt x="48" y="45"/>
                      <a:pt x="50" y="44"/>
                      <a:pt x="53" y="43"/>
                    </a:cubicBezTo>
                    <a:cubicBezTo>
                      <a:pt x="56" y="42"/>
                      <a:pt x="59" y="42"/>
                      <a:pt x="61" y="41"/>
                    </a:cubicBezTo>
                    <a:cubicBezTo>
                      <a:pt x="61" y="41"/>
                      <a:pt x="61" y="41"/>
                      <a:pt x="61" y="41"/>
                    </a:cubicBezTo>
                    <a:cubicBezTo>
                      <a:pt x="62" y="41"/>
                      <a:pt x="62" y="41"/>
                      <a:pt x="62" y="41"/>
                    </a:cubicBezTo>
                    <a:cubicBezTo>
                      <a:pt x="69" y="39"/>
                      <a:pt x="77" y="39"/>
                      <a:pt x="84" y="39"/>
                    </a:cubicBezTo>
                    <a:cubicBezTo>
                      <a:pt x="84" y="39"/>
                      <a:pt x="84" y="39"/>
                      <a:pt x="84" y="39"/>
                    </a:cubicBezTo>
                    <a:cubicBezTo>
                      <a:pt x="84" y="39"/>
                      <a:pt x="84" y="39"/>
                      <a:pt x="84" y="39"/>
                    </a:cubicBezTo>
                    <a:cubicBezTo>
                      <a:pt x="84" y="39"/>
                      <a:pt x="84" y="39"/>
                      <a:pt x="84" y="39"/>
                    </a:cubicBezTo>
                    <a:cubicBezTo>
                      <a:pt x="84" y="39"/>
                      <a:pt x="85" y="39"/>
                      <a:pt x="85" y="39"/>
                    </a:cubicBezTo>
                    <a:cubicBezTo>
                      <a:pt x="85" y="39"/>
                      <a:pt x="85" y="39"/>
                      <a:pt x="85" y="39"/>
                    </a:cubicBezTo>
                    <a:cubicBezTo>
                      <a:pt x="85" y="39"/>
                      <a:pt x="85" y="39"/>
                      <a:pt x="85" y="39"/>
                    </a:cubicBezTo>
                    <a:cubicBezTo>
                      <a:pt x="85" y="39"/>
                      <a:pt x="85" y="39"/>
                      <a:pt x="85" y="39"/>
                    </a:cubicBezTo>
                    <a:cubicBezTo>
                      <a:pt x="85" y="39"/>
                      <a:pt x="85" y="39"/>
                      <a:pt x="85" y="39"/>
                    </a:cubicBezTo>
                    <a:cubicBezTo>
                      <a:pt x="85" y="39"/>
                      <a:pt x="85" y="39"/>
                      <a:pt x="85" y="39"/>
                    </a:cubicBezTo>
                    <a:cubicBezTo>
                      <a:pt x="85" y="39"/>
                      <a:pt x="85" y="39"/>
                      <a:pt x="85" y="39"/>
                    </a:cubicBezTo>
                    <a:cubicBezTo>
                      <a:pt x="85" y="39"/>
                      <a:pt x="85" y="39"/>
                      <a:pt x="85" y="39"/>
                    </a:cubicBezTo>
                    <a:cubicBezTo>
                      <a:pt x="85" y="39"/>
                      <a:pt x="85" y="39"/>
                      <a:pt x="85" y="39"/>
                    </a:cubicBezTo>
                    <a:cubicBezTo>
                      <a:pt x="89" y="39"/>
                      <a:pt x="93" y="38"/>
                      <a:pt x="96" y="38"/>
                    </a:cubicBezTo>
                    <a:cubicBezTo>
                      <a:pt x="97" y="38"/>
                      <a:pt x="98" y="38"/>
                      <a:pt x="99" y="38"/>
                    </a:cubicBezTo>
                    <a:cubicBezTo>
                      <a:pt x="99" y="38"/>
                      <a:pt x="100" y="38"/>
                      <a:pt x="100" y="38"/>
                    </a:cubicBezTo>
                    <a:cubicBezTo>
                      <a:pt x="100" y="38"/>
                      <a:pt x="100" y="38"/>
                      <a:pt x="100" y="38"/>
                    </a:cubicBezTo>
                    <a:cubicBezTo>
                      <a:pt x="100" y="38"/>
                      <a:pt x="100" y="38"/>
                      <a:pt x="100" y="38"/>
                    </a:cubicBezTo>
                    <a:cubicBezTo>
                      <a:pt x="101" y="38"/>
                      <a:pt x="101" y="38"/>
                      <a:pt x="102" y="38"/>
                    </a:cubicBezTo>
                    <a:cubicBezTo>
                      <a:pt x="102" y="38"/>
                      <a:pt x="102" y="38"/>
                      <a:pt x="102" y="38"/>
                    </a:cubicBezTo>
                    <a:cubicBezTo>
                      <a:pt x="105" y="38"/>
                      <a:pt x="108" y="38"/>
                      <a:pt x="111" y="38"/>
                    </a:cubicBezTo>
                    <a:cubicBezTo>
                      <a:pt x="111" y="38"/>
                      <a:pt x="111" y="38"/>
                      <a:pt x="111" y="38"/>
                    </a:cubicBezTo>
                    <a:cubicBezTo>
                      <a:pt x="111" y="38"/>
                      <a:pt x="111" y="38"/>
                      <a:pt x="111" y="38"/>
                    </a:cubicBezTo>
                    <a:cubicBezTo>
                      <a:pt x="111" y="38"/>
                      <a:pt x="111" y="38"/>
                      <a:pt x="111" y="38"/>
                    </a:cubicBezTo>
                    <a:cubicBezTo>
                      <a:pt x="113" y="38"/>
                      <a:pt x="115" y="38"/>
                      <a:pt x="117" y="38"/>
                    </a:cubicBezTo>
                    <a:cubicBezTo>
                      <a:pt x="118" y="38"/>
                      <a:pt x="118" y="38"/>
                      <a:pt x="118" y="38"/>
                    </a:cubicBezTo>
                    <a:cubicBezTo>
                      <a:pt x="123" y="38"/>
                      <a:pt x="127" y="41"/>
                      <a:pt x="132" y="44"/>
                    </a:cubicBezTo>
                    <a:cubicBezTo>
                      <a:pt x="140" y="49"/>
                      <a:pt x="149" y="54"/>
                      <a:pt x="158" y="60"/>
                    </a:cubicBezTo>
                    <a:cubicBezTo>
                      <a:pt x="168" y="66"/>
                      <a:pt x="179" y="72"/>
                      <a:pt x="190" y="76"/>
                    </a:cubicBezTo>
                    <a:cubicBezTo>
                      <a:pt x="190" y="76"/>
                      <a:pt x="190" y="76"/>
                      <a:pt x="190" y="76"/>
                    </a:cubicBezTo>
                    <a:cubicBezTo>
                      <a:pt x="190" y="76"/>
                      <a:pt x="190" y="76"/>
                      <a:pt x="190" y="76"/>
                    </a:cubicBezTo>
                    <a:cubicBezTo>
                      <a:pt x="190" y="76"/>
                      <a:pt x="191" y="76"/>
                      <a:pt x="191" y="76"/>
                    </a:cubicBezTo>
                    <a:cubicBezTo>
                      <a:pt x="191" y="76"/>
                      <a:pt x="191" y="76"/>
                      <a:pt x="191" y="76"/>
                    </a:cubicBezTo>
                    <a:cubicBezTo>
                      <a:pt x="191" y="76"/>
                      <a:pt x="191" y="76"/>
                      <a:pt x="191" y="76"/>
                    </a:cubicBezTo>
                    <a:cubicBezTo>
                      <a:pt x="193" y="77"/>
                      <a:pt x="195" y="78"/>
                      <a:pt x="197" y="78"/>
                    </a:cubicBezTo>
                    <a:cubicBezTo>
                      <a:pt x="197" y="78"/>
                      <a:pt x="197" y="78"/>
                      <a:pt x="198" y="78"/>
                    </a:cubicBezTo>
                    <a:cubicBezTo>
                      <a:pt x="198" y="78"/>
                      <a:pt x="198" y="78"/>
                      <a:pt x="198" y="78"/>
                    </a:cubicBezTo>
                    <a:cubicBezTo>
                      <a:pt x="198" y="78"/>
                      <a:pt x="198" y="78"/>
                      <a:pt x="198" y="78"/>
                    </a:cubicBezTo>
                    <a:cubicBezTo>
                      <a:pt x="198" y="78"/>
                      <a:pt x="199" y="78"/>
                      <a:pt x="199" y="78"/>
                    </a:cubicBezTo>
                    <a:cubicBezTo>
                      <a:pt x="199" y="78"/>
                      <a:pt x="199" y="78"/>
                      <a:pt x="199" y="77"/>
                    </a:cubicBezTo>
                    <a:cubicBezTo>
                      <a:pt x="199" y="77"/>
                      <a:pt x="199" y="77"/>
                      <a:pt x="199" y="77"/>
                    </a:cubicBezTo>
                    <a:cubicBezTo>
                      <a:pt x="199" y="77"/>
                      <a:pt x="199" y="77"/>
                      <a:pt x="199" y="77"/>
                    </a:cubicBezTo>
                    <a:cubicBezTo>
                      <a:pt x="199" y="77"/>
                      <a:pt x="199" y="77"/>
                      <a:pt x="199" y="77"/>
                    </a:cubicBezTo>
                    <a:cubicBezTo>
                      <a:pt x="199" y="77"/>
                      <a:pt x="199" y="77"/>
                      <a:pt x="199" y="77"/>
                    </a:cubicBezTo>
                    <a:cubicBezTo>
                      <a:pt x="199" y="77"/>
                      <a:pt x="200" y="77"/>
                      <a:pt x="200" y="77"/>
                    </a:cubicBezTo>
                    <a:cubicBezTo>
                      <a:pt x="200" y="77"/>
                      <a:pt x="200" y="77"/>
                      <a:pt x="200" y="77"/>
                    </a:cubicBezTo>
                    <a:cubicBezTo>
                      <a:pt x="200" y="77"/>
                      <a:pt x="200" y="77"/>
                      <a:pt x="200" y="77"/>
                    </a:cubicBezTo>
                    <a:cubicBezTo>
                      <a:pt x="201" y="77"/>
                      <a:pt x="202" y="77"/>
                      <a:pt x="203" y="77"/>
                    </a:cubicBezTo>
                    <a:cubicBezTo>
                      <a:pt x="203" y="77"/>
                      <a:pt x="203" y="77"/>
                      <a:pt x="203" y="77"/>
                    </a:cubicBezTo>
                    <a:cubicBezTo>
                      <a:pt x="203" y="77"/>
                      <a:pt x="203" y="77"/>
                      <a:pt x="203" y="77"/>
                    </a:cubicBezTo>
                    <a:cubicBezTo>
                      <a:pt x="203" y="77"/>
                      <a:pt x="203" y="77"/>
                      <a:pt x="203" y="77"/>
                    </a:cubicBezTo>
                    <a:cubicBezTo>
                      <a:pt x="204" y="77"/>
                      <a:pt x="205" y="77"/>
                      <a:pt x="206" y="77"/>
                    </a:cubicBezTo>
                    <a:cubicBezTo>
                      <a:pt x="206" y="77"/>
                      <a:pt x="206" y="77"/>
                      <a:pt x="206" y="77"/>
                    </a:cubicBezTo>
                    <a:cubicBezTo>
                      <a:pt x="206" y="77"/>
                      <a:pt x="206" y="77"/>
                      <a:pt x="206" y="77"/>
                    </a:cubicBezTo>
                    <a:cubicBezTo>
                      <a:pt x="206" y="77"/>
                      <a:pt x="206" y="77"/>
                      <a:pt x="206" y="77"/>
                    </a:cubicBezTo>
                    <a:cubicBezTo>
                      <a:pt x="206" y="77"/>
                      <a:pt x="206" y="77"/>
                      <a:pt x="206" y="77"/>
                    </a:cubicBezTo>
                    <a:cubicBezTo>
                      <a:pt x="206" y="77"/>
                      <a:pt x="206" y="77"/>
                      <a:pt x="206" y="77"/>
                    </a:cubicBezTo>
                    <a:cubicBezTo>
                      <a:pt x="206" y="77"/>
                      <a:pt x="206" y="77"/>
                      <a:pt x="206" y="77"/>
                    </a:cubicBezTo>
                    <a:cubicBezTo>
                      <a:pt x="206" y="77"/>
                      <a:pt x="206" y="77"/>
                      <a:pt x="206" y="77"/>
                    </a:cubicBezTo>
                    <a:cubicBezTo>
                      <a:pt x="206" y="77"/>
                      <a:pt x="206" y="77"/>
                      <a:pt x="206" y="77"/>
                    </a:cubicBezTo>
                    <a:cubicBezTo>
                      <a:pt x="206" y="77"/>
                      <a:pt x="206" y="77"/>
                      <a:pt x="206" y="77"/>
                    </a:cubicBezTo>
                    <a:cubicBezTo>
                      <a:pt x="207" y="77"/>
                      <a:pt x="207" y="77"/>
                      <a:pt x="207" y="76"/>
                    </a:cubicBezTo>
                    <a:cubicBezTo>
                      <a:pt x="207" y="76"/>
                      <a:pt x="208" y="76"/>
                      <a:pt x="208" y="76"/>
                    </a:cubicBezTo>
                    <a:cubicBezTo>
                      <a:pt x="208" y="76"/>
                      <a:pt x="208" y="76"/>
                      <a:pt x="208" y="76"/>
                    </a:cubicBezTo>
                    <a:cubicBezTo>
                      <a:pt x="208" y="76"/>
                      <a:pt x="208" y="76"/>
                      <a:pt x="208" y="76"/>
                    </a:cubicBezTo>
                    <a:cubicBezTo>
                      <a:pt x="208" y="76"/>
                      <a:pt x="208" y="76"/>
                      <a:pt x="208" y="76"/>
                    </a:cubicBezTo>
                    <a:cubicBezTo>
                      <a:pt x="208" y="76"/>
                      <a:pt x="208" y="76"/>
                      <a:pt x="208" y="76"/>
                    </a:cubicBezTo>
                    <a:cubicBezTo>
                      <a:pt x="208" y="76"/>
                      <a:pt x="208" y="76"/>
                      <a:pt x="208" y="76"/>
                    </a:cubicBezTo>
                    <a:cubicBezTo>
                      <a:pt x="208" y="76"/>
                      <a:pt x="208" y="76"/>
                      <a:pt x="208" y="76"/>
                    </a:cubicBezTo>
                    <a:cubicBezTo>
                      <a:pt x="205" y="75"/>
                      <a:pt x="204" y="75"/>
                      <a:pt x="202" y="74"/>
                    </a:cubicBezTo>
                    <a:cubicBezTo>
                      <a:pt x="202" y="74"/>
                      <a:pt x="202" y="74"/>
                      <a:pt x="202" y="74"/>
                    </a:cubicBezTo>
                    <a:cubicBezTo>
                      <a:pt x="202" y="74"/>
                      <a:pt x="202" y="74"/>
                      <a:pt x="202" y="74"/>
                    </a:cubicBezTo>
                    <a:cubicBezTo>
                      <a:pt x="201" y="74"/>
                      <a:pt x="201" y="74"/>
                      <a:pt x="200" y="74"/>
                    </a:cubicBezTo>
                    <a:cubicBezTo>
                      <a:pt x="200" y="74"/>
                      <a:pt x="200" y="74"/>
                      <a:pt x="200" y="74"/>
                    </a:cubicBezTo>
                    <a:cubicBezTo>
                      <a:pt x="200" y="74"/>
                      <a:pt x="200" y="74"/>
                      <a:pt x="200" y="74"/>
                    </a:cubicBezTo>
                    <a:cubicBezTo>
                      <a:pt x="200" y="74"/>
                      <a:pt x="200" y="74"/>
                      <a:pt x="200" y="74"/>
                    </a:cubicBezTo>
                    <a:cubicBezTo>
                      <a:pt x="200" y="74"/>
                      <a:pt x="200" y="74"/>
                      <a:pt x="199" y="74"/>
                    </a:cubicBezTo>
                    <a:cubicBezTo>
                      <a:pt x="199" y="74"/>
                      <a:pt x="199" y="74"/>
                      <a:pt x="199" y="74"/>
                    </a:cubicBezTo>
                    <a:cubicBezTo>
                      <a:pt x="199" y="74"/>
                      <a:pt x="199" y="74"/>
                      <a:pt x="199" y="74"/>
                    </a:cubicBezTo>
                    <a:cubicBezTo>
                      <a:pt x="199" y="74"/>
                      <a:pt x="199" y="74"/>
                      <a:pt x="199" y="74"/>
                    </a:cubicBezTo>
                    <a:cubicBezTo>
                      <a:pt x="199" y="74"/>
                      <a:pt x="199" y="74"/>
                      <a:pt x="199" y="74"/>
                    </a:cubicBezTo>
                    <a:cubicBezTo>
                      <a:pt x="199" y="74"/>
                      <a:pt x="199" y="74"/>
                      <a:pt x="199" y="74"/>
                    </a:cubicBezTo>
                    <a:cubicBezTo>
                      <a:pt x="199" y="74"/>
                      <a:pt x="198" y="74"/>
                      <a:pt x="198" y="74"/>
                    </a:cubicBezTo>
                    <a:cubicBezTo>
                      <a:pt x="198" y="74"/>
                      <a:pt x="198" y="74"/>
                      <a:pt x="198" y="74"/>
                    </a:cubicBezTo>
                    <a:cubicBezTo>
                      <a:pt x="198" y="74"/>
                      <a:pt x="198" y="74"/>
                      <a:pt x="198" y="74"/>
                    </a:cubicBezTo>
                    <a:cubicBezTo>
                      <a:pt x="198" y="74"/>
                      <a:pt x="198" y="74"/>
                      <a:pt x="198" y="74"/>
                    </a:cubicBezTo>
                    <a:cubicBezTo>
                      <a:pt x="196" y="74"/>
                      <a:pt x="194" y="74"/>
                      <a:pt x="192" y="73"/>
                    </a:cubicBezTo>
                    <a:cubicBezTo>
                      <a:pt x="185" y="70"/>
                      <a:pt x="178" y="68"/>
                      <a:pt x="171" y="64"/>
                    </a:cubicBezTo>
                    <a:cubicBezTo>
                      <a:pt x="160" y="58"/>
                      <a:pt x="149" y="51"/>
                      <a:pt x="137" y="44"/>
                    </a:cubicBezTo>
                    <a:cubicBezTo>
                      <a:pt x="132" y="41"/>
                      <a:pt x="127" y="36"/>
                      <a:pt x="120" y="34"/>
                    </a:cubicBezTo>
                    <a:cubicBezTo>
                      <a:pt x="120" y="34"/>
                      <a:pt x="120" y="34"/>
                      <a:pt x="120" y="34"/>
                    </a:cubicBezTo>
                    <a:cubicBezTo>
                      <a:pt x="120" y="34"/>
                      <a:pt x="120" y="34"/>
                      <a:pt x="120" y="34"/>
                    </a:cubicBezTo>
                    <a:cubicBezTo>
                      <a:pt x="121" y="34"/>
                      <a:pt x="122" y="34"/>
                      <a:pt x="123" y="33"/>
                    </a:cubicBezTo>
                    <a:cubicBezTo>
                      <a:pt x="129" y="32"/>
                      <a:pt x="136" y="32"/>
                      <a:pt x="143" y="30"/>
                    </a:cubicBezTo>
                    <a:cubicBezTo>
                      <a:pt x="160" y="26"/>
                      <a:pt x="176" y="22"/>
                      <a:pt x="192" y="15"/>
                    </a:cubicBezTo>
                    <a:cubicBezTo>
                      <a:pt x="200" y="11"/>
                      <a:pt x="208" y="7"/>
                      <a:pt x="217" y="3"/>
                    </a:cubicBezTo>
                    <a:cubicBezTo>
                      <a:pt x="217" y="3"/>
                      <a:pt x="217" y="1"/>
                      <a:pt x="218" y="0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0"/>
                      <a:pt x="217" y="0"/>
                      <a:pt x="217" y="0"/>
                    </a:cubicBezTo>
                    <a:cubicBezTo>
                      <a:pt x="217" y="0"/>
                      <a:pt x="217" y="0"/>
                      <a:pt x="217" y="0"/>
                    </a:cubicBezTo>
                    <a:cubicBezTo>
                      <a:pt x="217" y="0"/>
                      <a:pt x="217" y="0"/>
                      <a:pt x="217" y="0"/>
                    </a:cubicBezTo>
                    <a:cubicBezTo>
                      <a:pt x="217" y="0"/>
                      <a:pt x="217" y="0"/>
                      <a:pt x="217" y="0"/>
                    </a:cubicBezTo>
                    <a:cubicBezTo>
                      <a:pt x="216" y="0"/>
                      <a:pt x="216" y="0"/>
                      <a:pt x="216" y="0"/>
                    </a:cubicBezTo>
                    <a:cubicBezTo>
                      <a:pt x="216" y="0"/>
                      <a:pt x="216" y="0"/>
                      <a:pt x="216" y="0"/>
                    </a:cubicBezTo>
                    <a:cubicBezTo>
                      <a:pt x="216" y="0"/>
                      <a:pt x="216" y="0"/>
                      <a:pt x="216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9" name="Freeform 17">
                <a:extLst>
                  <a:ext uri="{FF2B5EF4-FFF2-40B4-BE49-F238E27FC236}">
                    <a16:creationId xmlns:a16="http://schemas.microsoft.com/office/drawing/2014/main" id="{F7A120C8-882C-43F8-8C41-3132687B31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4" y="1793"/>
                <a:ext cx="224" cy="252"/>
              </a:xfrm>
              <a:custGeom>
                <a:avLst/>
                <a:gdLst>
                  <a:gd name="T0" fmla="*/ 87 w 154"/>
                  <a:gd name="T1" fmla="*/ 0 h 173"/>
                  <a:gd name="T2" fmla="*/ 87 w 154"/>
                  <a:gd name="T3" fmla="*/ 0 h 173"/>
                  <a:gd name="T4" fmla="*/ 81 w 154"/>
                  <a:gd name="T5" fmla="*/ 0 h 173"/>
                  <a:gd name="T6" fmla="*/ 81 w 154"/>
                  <a:gd name="T7" fmla="*/ 0 h 173"/>
                  <a:gd name="T8" fmla="*/ 47 w 154"/>
                  <a:gd name="T9" fmla="*/ 17 h 173"/>
                  <a:gd name="T10" fmla="*/ 15 w 154"/>
                  <a:gd name="T11" fmla="*/ 63 h 173"/>
                  <a:gd name="T12" fmla="*/ 3 w 154"/>
                  <a:gd name="T13" fmla="*/ 104 h 173"/>
                  <a:gd name="T14" fmla="*/ 0 w 154"/>
                  <a:gd name="T15" fmla="*/ 136 h 173"/>
                  <a:gd name="T16" fmla="*/ 0 w 154"/>
                  <a:gd name="T17" fmla="*/ 149 h 173"/>
                  <a:gd name="T18" fmla="*/ 0 w 154"/>
                  <a:gd name="T19" fmla="*/ 158 h 173"/>
                  <a:gd name="T20" fmla="*/ 1 w 154"/>
                  <a:gd name="T21" fmla="*/ 171 h 173"/>
                  <a:gd name="T22" fmla="*/ 1 w 154"/>
                  <a:gd name="T23" fmla="*/ 171 h 173"/>
                  <a:gd name="T24" fmla="*/ 2 w 154"/>
                  <a:gd name="T25" fmla="*/ 173 h 173"/>
                  <a:gd name="T26" fmla="*/ 2 w 154"/>
                  <a:gd name="T27" fmla="*/ 173 h 173"/>
                  <a:gd name="T28" fmla="*/ 2 w 154"/>
                  <a:gd name="T29" fmla="*/ 173 h 173"/>
                  <a:gd name="T30" fmla="*/ 2 w 154"/>
                  <a:gd name="T31" fmla="*/ 173 h 173"/>
                  <a:gd name="T32" fmla="*/ 4 w 154"/>
                  <a:gd name="T33" fmla="*/ 173 h 173"/>
                  <a:gd name="T34" fmla="*/ 4 w 154"/>
                  <a:gd name="T35" fmla="*/ 173 h 173"/>
                  <a:gd name="T36" fmla="*/ 4 w 154"/>
                  <a:gd name="T37" fmla="*/ 173 h 173"/>
                  <a:gd name="T38" fmla="*/ 4 w 154"/>
                  <a:gd name="T39" fmla="*/ 169 h 173"/>
                  <a:gd name="T40" fmla="*/ 4 w 154"/>
                  <a:gd name="T41" fmla="*/ 166 h 173"/>
                  <a:gd name="T42" fmla="*/ 3 w 154"/>
                  <a:gd name="T43" fmla="*/ 162 h 173"/>
                  <a:gd name="T44" fmla="*/ 3 w 154"/>
                  <a:gd name="T45" fmla="*/ 146 h 173"/>
                  <a:gd name="T46" fmla="*/ 7 w 154"/>
                  <a:gd name="T47" fmla="*/ 101 h 173"/>
                  <a:gd name="T48" fmla="*/ 39 w 154"/>
                  <a:gd name="T49" fmla="*/ 30 h 173"/>
                  <a:gd name="T50" fmla="*/ 67 w 154"/>
                  <a:gd name="T51" fmla="*/ 8 h 173"/>
                  <a:gd name="T52" fmla="*/ 67 w 154"/>
                  <a:gd name="T53" fmla="*/ 8 h 173"/>
                  <a:gd name="T54" fmla="*/ 68 w 154"/>
                  <a:gd name="T55" fmla="*/ 8 h 173"/>
                  <a:gd name="T56" fmla="*/ 86 w 154"/>
                  <a:gd name="T57" fmla="*/ 4 h 173"/>
                  <a:gd name="T58" fmla="*/ 86 w 154"/>
                  <a:gd name="T59" fmla="*/ 4 h 173"/>
                  <a:gd name="T60" fmla="*/ 86 w 154"/>
                  <a:gd name="T61" fmla="*/ 4 h 173"/>
                  <a:gd name="T62" fmla="*/ 86 w 154"/>
                  <a:gd name="T63" fmla="*/ 4 h 173"/>
                  <a:gd name="T64" fmla="*/ 107 w 154"/>
                  <a:gd name="T65" fmla="*/ 9 h 173"/>
                  <a:gd name="T66" fmla="*/ 107 w 154"/>
                  <a:gd name="T67" fmla="*/ 9 h 173"/>
                  <a:gd name="T68" fmla="*/ 133 w 154"/>
                  <a:gd name="T69" fmla="*/ 33 h 173"/>
                  <a:gd name="T70" fmla="*/ 151 w 154"/>
                  <a:gd name="T71" fmla="*/ 80 h 173"/>
                  <a:gd name="T72" fmla="*/ 152 w 154"/>
                  <a:gd name="T73" fmla="*/ 85 h 173"/>
                  <a:gd name="T74" fmla="*/ 154 w 154"/>
                  <a:gd name="T75" fmla="*/ 81 h 173"/>
                  <a:gd name="T76" fmla="*/ 154 w 154"/>
                  <a:gd name="T77" fmla="*/ 80 h 173"/>
                  <a:gd name="T78" fmla="*/ 140 w 154"/>
                  <a:gd name="T79" fmla="*/ 39 h 173"/>
                  <a:gd name="T80" fmla="*/ 112 w 154"/>
                  <a:gd name="T81" fmla="*/ 7 h 173"/>
                  <a:gd name="T82" fmla="*/ 112 w 154"/>
                  <a:gd name="T83" fmla="*/ 7 h 173"/>
                  <a:gd name="T84" fmla="*/ 112 w 154"/>
                  <a:gd name="T85" fmla="*/ 7 h 173"/>
                  <a:gd name="T86" fmla="*/ 112 w 154"/>
                  <a:gd name="T87" fmla="*/ 7 h 173"/>
                  <a:gd name="T88" fmla="*/ 112 w 154"/>
                  <a:gd name="T89" fmla="*/ 7 h 173"/>
                  <a:gd name="T90" fmla="*/ 111 w 154"/>
                  <a:gd name="T91" fmla="*/ 7 h 173"/>
                  <a:gd name="T92" fmla="*/ 111 w 154"/>
                  <a:gd name="T93" fmla="*/ 7 h 173"/>
                  <a:gd name="T94" fmla="*/ 87 w 154"/>
                  <a:gd name="T95" fmla="*/ 0 h 173"/>
                  <a:gd name="T96" fmla="*/ 87 w 154"/>
                  <a:gd name="T97" fmla="*/ 0 h 173"/>
                  <a:gd name="T98" fmla="*/ 87 w 154"/>
                  <a:gd name="T99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54" h="173">
                    <a:moveTo>
                      <a:pt x="87" y="0"/>
                    </a:moveTo>
                    <a:cubicBezTo>
                      <a:pt x="87" y="0"/>
                      <a:pt x="87" y="0"/>
                      <a:pt x="87" y="0"/>
                    </a:cubicBezTo>
                    <a:cubicBezTo>
                      <a:pt x="85" y="0"/>
                      <a:pt x="83" y="0"/>
                      <a:pt x="81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68" y="2"/>
                      <a:pt x="57" y="8"/>
                      <a:pt x="47" y="17"/>
                    </a:cubicBezTo>
                    <a:cubicBezTo>
                      <a:pt x="33" y="30"/>
                      <a:pt x="23" y="46"/>
                      <a:pt x="15" y="63"/>
                    </a:cubicBezTo>
                    <a:cubicBezTo>
                      <a:pt x="10" y="77"/>
                      <a:pt x="6" y="90"/>
                      <a:pt x="3" y="104"/>
                    </a:cubicBezTo>
                    <a:cubicBezTo>
                      <a:pt x="1" y="115"/>
                      <a:pt x="0" y="125"/>
                      <a:pt x="0" y="136"/>
                    </a:cubicBezTo>
                    <a:cubicBezTo>
                      <a:pt x="0" y="140"/>
                      <a:pt x="0" y="144"/>
                      <a:pt x="0" y="149"/>
                    </a:cubicBezTo>
                    <a:cubicBezTo>
                      <a:pt x="0" y="152"/>
                      <a:pt x="0" y="155"/>
                      <a:pt x="0" y="158"/>
                    </a:cubicBezTo>
                    <a:cubicBezTo>
                      <a:pt x="0" y="163"/>
                      <a:pt x="0" y="167"/>
                      <a:pt x="1" y="171"/>
                    </a:cubicBezTo>
                    <a:cubicBezTo>
                      <a:pt x="1" y="171"/>
                      <a:pt x="1" y="171"/>
                      <a:pt x="1" y="171"/>
                    </a:cubicBezTo>
                    <a:cubicBezTo>
                      <a:pt x="1" y="172"/>
                      <a:pt x="1" y="173"/>
                      <a:pt x="2" y="173"/>
                    </a:cubicBezTo>
                    <a:cubicBezTo>
                      <a:pt x="2" y="173"/>
                      <a:pt x="2" y="173"/>
                      <a:pt x="2" y="173"/>
                    </a:cubicBezTo>
                    <a:cubicBezTo>
                      <a:pt x="2" y="173"/>
                      <a:pt x="2" y="173"/>
                      <a:pt x="2" y="173"/>
                    </a:cubicBezTo>
                    <a:cubicBezTo>
                      <a:pt x="2" y="173"/>
                      <a:pt x="2" y="173"/>
                      <a:pt x="2" y="173"/>
                    </a:cubicBezTo>
                    <a:cubicBezTo>
                      <a:pt x="3" y="173"/>
                      <a:pt x="3" y="173"/>
                      <a:pt x="4" y="173"/>
                    </a:cubicBezTo>
                    <a:cubicBezTo>
                      <a:pt x="4" y="173"/>
                      <a:pt x="4" y="173"/>
                      <a:pt x="4" y="173"/>
                    </a:cubicBezTo>
                    <a:cubicBezTo>
                      <a:pt x="4" y="173"/>
                      <a:pt x="4" y="173"/>
                      <a:pt x="4" y="173"/>
                    </a:cubicBezTo>
                    <a:cubicBezTo>
                      <a:pt x="4" y="172"/>
                      <a:pt x="4" y="170"/>
                      <a:pt x="4" y="169"/>
                    </a:cubicBezTo>
                    <a:cubicBezTo>
                      <a:pt x="4" y="168"/>
                      <a:pt x="4" y="167"/>
                      <a:pt x="4" y="166"/>
                    </a:cubicBezTo>
                    <a:cubicBezTo>
                      <a:pt x="4" y="165"/>
                      <a:pt x="3" y="163"/>
                      <a:pt x="3" y="162"/>
                    </a:cubicBezTo>
                    <a:cubicBezTo>
                      <a:pt x="3" y="157"/>
                      <a:pt x="3" y="152"/>
                      <a:pt x="3" y="146"/>
                    </a:cubicBezTo>
                    <a:cubicBezTo>
                      <a:pt x="3" y="131"/>
                      <a:pt x="4" y="116"/>
                      <a:pt x="7" y="101"/>
                    </a:cubicBezTo>
                    <a:cubicBezTo>
                      <a:pt x="13" y="75"/>
                      <a:pt x="22" y="50"/>
                      <a:pt x="39" y="30"/>
                    </a:cubicBezTo>
                    <a:cubicBezTo>
                      <a:pt x="47" y="20"/>
                      <a:pt x="56" y="13"/>
                      <a:pt x="67" y="8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67" y="8"/>
                      <a:pt x="67" y="8"/>
                      <a:pt x="68" y="8"/>
                    </a:cubicBezTo>
                    <a:cubicBezTo>
                      <a:pt x="74" y="5"/>
                      <a:pt x="80" y="4"/>
                      <a:pt x="86" y="4"/>
                    </a:cubicBezTo>
                    <a:cubicBezTo>
                      <a:pt x="86" y="4"/>
                      <a:pt x="86" y="4"/>
                      <a:pt x="86" y="4"/>
                    </a:cubicBezTo>
                    <a:cubicBezTo>
                      <a:pt x="86" y="4"/>
                      <a:pt x="86" y="4"/>
                      <a:pt x="86" y="4"/>
                    </a:cubicBezTo>
                    <a:cubicBezTo>
                      <a:pt x="86" y="4"/>
                      <a:pt x="86" y="4"/>
                      <a:pt x="86" y="4"/>
                    </a:cubicBezTo>
                    <a:cubicBezTo>
                      <a:pt x="93" y="4"/>
                      <a:pt x="100" y="5"/>
                      <a:pt x="107" y="9"/>
                    </a:cubicBezTo>
                    <a:cubicBezTo>
                      <a:pt x="107" y="9"/>
                      <a:pt x="107" y="9"/>
                      <a:pt x="107" y="9"/>
                    </a:cubicBezTo>
                    <a:cubicBezTo>
                      <a:pt x="118" y="14"/>
                      <a:pt x="126" y="23"/>
                      <a:pt x="133" y="33"/>
                    </a:cubicBezTo>
                    <a:cubicBezTo>
                      <a:pt x="142" y="48"/>
                      <a:pt x="147" y="63"/>
                      <a:pt x="151" y="80"/>
                    </a:cubicBezTo>
                    <a:cubicBezTo>
                      <a:pt x="151" y="81"/>
                      <a:pt x="152" y="83"/>
                      <a:pt x="152" y="85"/>
                    </a:cubicBezTo>
                    <a:cubicBezTo>
                      <a:pt x="153" y="82"/>
                      <a:pt x="154" y="82"/>
                      <a:pt x="154" y="81"/>
                    </a:cubicBezTo>
                    <a:cubicBezTo>
                      <a:pt x="154" y="80"/>
                      <a:pt x="154" y="80"/>
                      <a:pt x="154" y="80"/>
                    </a:cubicBezTo>
                    <a:cubicBezTo>
                      <a:pt x="151" y="65"/>
                      <a:pt x="147" y="52"/>
                      <a:pt x="140" y="39"/>
                    </a:cubicBezTo>
                    <a:cubicBezTo>
                      <a:pt x="133" y="26"/>
                      <a:pt x="124" y="15"/>
                      <a:pt x="112" y="7"/>
                    </a:cubicBezTo>
                    <a:cubicBezTo>
                      <a:pt x="112" y="7"/>
                      <a:pt x="112" y="7"/>
                      <a:pt x="112" y="7"/>
                    </a:cubicBezTo>
                    <a:cubicBezTo>
                      <a:pt x="112" y="7"/>
                      <a:pt x="112" y="7"/>
                      <a:pt x="112" y="7"/>
                    </a:cubicBezTo>
                    <a:cubicBezTo>
                      <a:pt x="112" y="7"/>
                      <a:pt x="112" y="7"/>
                      <a:pt x="112" y="7"/>
                    </a:cubicBezTo>
                    <a:cubicBezTo>
                      <a:pt x="112" y="7"/>
                      <a:pt x="112" y="7"/>
                      <a:pt x="112" y="7"/>
                    </a:cubicBezTo>
                    <a:cubicBezTo>
                      <a:pt x="111" y="7"/>
                      <a:pt x="111" y="7"/>
                      <a:pt x="111" y="7"/>
                    </a:cubicBezTo>
                    <a:cubicBezTo>
                      <a:pt x="111" y="7"/>
                      <a:pt x="111" y="7"/>
                      <a:pt x="111" y="7"/>
                    </a:cubicBezTo>
                    <a:cubicBezTo>
                      <a:pt x="104" y="2"/>
                      <a:pt x="95" y="0"/>
                      <a:pt x="87" y="0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87" y="0"/>
                      <a:pt x="87" y="0"/>
                      <a:pt x="87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0" name="Freeform 18">
                <a:extLst>
                  <a:ext uri="{FF2B5EF4-FFF2-40B4-BE49-F238E27FC236}">
                    <a16:creationId xmlns:a16="http://schemas.microsoft.com/office/drawing/2014/main" id="{1D4938D7-01D6-4C70-AC3E-0396CC7D0C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" y="2285"/>
                <a:ext cx="372" cy="191"/>
              </a:xfrm>
              <a:custGeom>
                <a:avLst/>
                <a:gdLst>
                  <a:gd name="T0" fmla="*/ 0 w 256"/>
                  <a:gd name="T1" fmla="*/ 1 h 131"/>
                  <a:gd name="T2" fmla="*/ 0 w 256"/>
                  <a:gd name="T3" fmla="*/ 1 h 131"/>
                  <a:gd name="T4" fmla="*/ 4 w 256"/>
                  <a:gd name="T5" fmla="*/ 3 h 131"/>
                  <a:gd name="T6" fmla="*/ 102 w 256"/>
                  <a:gd name="T7" fmla="*/ 53 h 131"/>
                  <a:gd name="T8" fmla="*/ 247 w 256"/>
                  <a:gd name="T9" fmla="*/ 127 h 131"/>
                  <a:gd name="T10" fmla="*/ 256 w 256"/>
                  <a:gd name="T11" fmla="*/ 130 h 131"/>
                  <a:gd name="T12" fmla="*/ 252 w 256"/>
                  <a:gd name="T13" fmla="*/ 126 h 131"/>
                  <a:gd name="T14" fmla="*/ 131 w 256"/>
                  <a:gd name="T15" fmla="*/ 65 h 131"/>
                  <a:gd name="T16" fmla="*/ 15 w 256"/>
                  <a:gd name="T17" fmla="*/ 6 h 131"/>
                  <a:gd name="T18" fmla="*/ 12 w 256"/>
                  <a:gd name="T19" fmla="*/ 4 h 131"/>
                  <a:gd name="T20" fmla="*/ 12 w 256"/>
                  <a:gd name="T21" fmla="*/ 4 h 131"/>
                  <a:gd name="T22" fmla="*/ 17 w 256"/>
                  <a:gd name="T23" fmla="*/ 4 h 131"/>
                  <a:gd name="T24" fmla="*/ 17 w 256"/>
                  <a:gd name="T25" fmla="*/ 4 h 131"/>
                  <a:gd name="T26" fmla="*/ 26 w 256"/>
                  <a:gd name="T27" fmla="*/ 4 h 131"/>
                  <a:gd name="T28" fmla="*/ 26 w 256"/>
                  <a:gd name="T29" fmla="*/ 4 h 131"/>
                  <a:gd name="T30" fmla="*/ 28 w 256"/>
                  <a:gd name="T31" fmla="*/ 4 h 131"/>
                  <a:gd name="T32" fmla="*/ 29 w 256"/>
                  <a:gd name="T33" fmla="*/ 4 h 131"/>
                  <a:gd name="T34" fmla="*/ 55 w 256"/>
                  <a:gd name="T35" fmla="*/ 4 h 131"/>
                  <a:gd name="T36" fmla="*/ 55 w 256"/>
                  <a:gd name="T37" fmla="*/ 4 h 131"/>
                  <a:gd name="T38" fmla="*/ 65 w 256"/>
                  <a:gd name="T39" fmla="*/ 4 h 131"/>
                  <a:gd name="T40" fmla="*/ 66 w 256"/>
                  <a:gd name="T41" fmla="*/ 4 h 131"/>
                  <a:gd name="T42" fmla="*/ 67 w 256"/>
                  <a:gd name="T43" fmla="*/ 4 h 131"/>
                  <a:gd name="T44" fmla="*/ 67 w 256"/>
                  <a:gd name="T45" fmla="*/ 4 h 131"/>
                  <a:gd name="T46" fmla="*/ 70 w 256"/>
                  <a:gd name="T47" fmla="*/ 2 h 131"/>
                  <a:gd name="T48" fmla="*/ 70 w 256"/>
                  <a:gd name="T49" fmla="*/ 2 h 131"/>
                  <a:gd name="T50" fmla="*/ 70 w 256"/>
                  <a:gd name="T51" fmla="*/ 2 h 131"/>
                  <a:gd name="T52" fmla="*/ 13 w 256"/>
                  <a:gd name="T53" fmla="*/ 1 h 131"/>
                  <a:gd name="T54" fmla="*/ 12 w 256"/>
                  <a:gd name="T55" fmla="*/ 1 h 131"/>
                  <a:gd name="T56" fmla="*/ 11 w 256"/>
                  <a:gd name="T57" fmla="*/ 1 h 131"/>
                  <a:gd name="T58" fmla="*/ 11 w 256"/>
                  <a:gd name="T59" fmla="*/ 1 h 131"/>
                  <a:gd name="T60" fmla="*/ 11 w 256"/>
                  <a:gd name="T61" fmla="*/ 1 h 131"/>
                  <a:gd name="T62" fmla="*/ 8 w 256"/>
                  <a:gd name="T63" fmla="*/ 1 h 131"/>
                  <a:gd name="T64" fmla="*/ 8 w 256"/>
                  <a:gd name="T65" fmla="*/ 1 h 131"/>
                  <a:gd name="T66" fmla="*/ 3 w 256"/>
                  <a:gd name="T67" fmla="*/ 0 h 131"/>
                  <a:gd name="T68" fmla="*/ 3 w 256"/>
                  <a:gd name="T69" fmla="*/ 0 h 131"/>
                  <a:gd name="T70" fmla="*/ 3 w 256"/>
                  <a:gd name="T71" fmla="*/ 0 h 131"/>
                  <a:gd name="T72" fmla="*/ 3 w 256"/>
                  <a:gd name="T73" fmla="*/ 0 h 131"/>
                  <a:gd name="T74" fmla="*/ 3 w 256"/>
                  <a:gd name="T75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56" h="131">
                    <a:moveTo>
                      <a:pt x="3" y="0"/>
                    </a:moveTo>
                    <a:cubicBezTo>
                      <a:pt x="2" y="0"/>
                      <a:pt x="1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2" y="2"/>
                      <a:pt x="3" y="3"/>
                      <a:pt x="4" y="3"/>
                    </a:cubicBezTo>
                    <a:cubicBezTo>
                      <a:pt x="12" y="7"/>
                      <a:pt x="20" y="12"/>
                      <a:pt x="29" y="16"/>
                    </a:cubicBezTo>
                    <a:cubicBezTo>
                      <a:pt x="53" y="29"/>
                      <a:pt x="78" y="41"/>
                      <a:pt x="102" y="53"/>
                    </a:cubicBezTo>
                    <a:cubicBezTo>
                      <a:pt x="130" y="68"/>
                      <a:pt x="158" y="82"/>
                      <a:pt x="186" y="96"/>
                    </a:cubicBezTo>
                    <a:cubicBezTo>
                      <a:pt x="206" y="106"/>
                      <a:pt x="227" y="116"/>
                      <a:pt x="247" y="127"/>
                    </a:cubicBezTo>
                    <a:cubicBezTo>
                      <a:pt x="250" y="128"/>
                      <a:pt x="252" y="129"/>
                      <a:pt x="255" y="131"/>
                    </a:cubicBezTo>
                    <a:cubicBezTo>
                      <a:pt x="256" y="130"/>
                      <a:pt x="256" y="130"/>
                      <a:pt x="256" y="130"/>
                    </a:cubicBezTo>
                    <a:cubicBezTo>
                      <a:pt x="256" y="129"/>
                      <a:pt x="256" y="128"/>
                      <a:pt x="255" y="128"/>
                    </a:cubicBezTo>
                    <a:cubicBezTo>
                      <a:pt x="254" y="127"/>
                      <a:pt x="253" y="127"/>
                      <a:pt x="252" y="126"/>
                    </a:cubicBezTo>
                    <a:cubicBezTo>
                      <a:pt x="233" y="116"/>
                      <a:pt x="214" y="107"/>
                      <a:pt x="195" y="97"/>
                    </a:cubicBezTo>
                    <a:cubicBezTo>
                      <a:pt x="174" y="86"/>
                      <a:pt x="152" y="75"/>
                      <a:pt x="131" y="65"/>
                    </a:cubicBezTo>
                    <a:cubicBezTo>
                      <a:pt x="110" y="54"/>
                      <a:pt x="89" y="43"/>
                      <a:pt x="68" y="32"/>
                    </a:cubicBezTo>
                    <a:cubicBezTo>
                      <a:pt x="50" y="24"/>
                      <a:pt x="33" y="15"/>
                      <a:pt x="15" y="6"/>
                    </a:cubicBezTo>
                    <a:cubicBezTo>
                      <a:pt x="14" y="5"/>
                      <a:pt x="13" y="5"/>
                      <a:pt x="12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4" y="4"/>
                      <a:pt x="15" y="4"/>
                      <a:pt x="17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20" y="4"/>
                      <a:pt x="23" y="4"/>
                      <a:pt x="26" y="4"/>
                    </a:cubicBezTo>
                    <a:cubicBezTo>
                      <a:pt x="26" y="4"/>
                      <a:pt x="26" y="4"/>
                      <a:pt x="26" y="4"/>
                    </a:cubicBezTo>
                    <a:cubicBezTo>
                      <a:pt x="26" y="4"/>
                      <a:pt x="26" y="4"/>
                      <a:pt x="26" y="4"/>
                    </a:cubicBezTo>
                    <a:cubicBezTo>
                      <a:pt x="26" y="4"/>
                      <a:pt x="26" y="4"/>
                      <a:pt x="27" y="4"/>
                    </a:cubicBezTo>
                    <a:cubicBezTo>
                      <a:pt x="27" y="4"/>
                      <a:pt x="27" y="4"/>
                      <a:pt x="28" y="4"/>
                    </a:cubicBezTo>
                    <a:cubicBezTo>
                      <a:pt x="28" y="4"/>
                      <a:pt x="29" y="4"/>
                      <a:pt x="29" y="4"/>
                    </a:cubicBezTo>
                    <a:cubicBezTo>
                      <a:pt x="29" y="4"/>
                      <a:pt x="29" y="4"/>
                      <a:pt x="29" y="4"/>
                    </a:cubicBezTo>
                    <a:cubicBezTo>
                      <a:pt x="38" y="4"/>
                      <a:pt x="46" y="4"/>
                      <a:pt x="55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7" y="4"/>
                      <a:pt x="58" y="4"/>
                      <a:pt x="60" y="4"/>
                    </a:cubicBezTo>
                    <a:cubicBezTo>
                      <a:pt x="62" y="4"/>
                      <a:pt x="63" y="4"/>
                      <a:pt x="65" y="4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5" y="4"/>
                      <a:pt x="66" y="4"/>
                      <a:pt x="66" y="4"/>
                    </a:cubicBezTo>
                    <a:cubicBezTo>
                      <a:pt x="66" y="4"/>
                      <a:pt x="66" y="4"/>
                      <a:pt x="66" y="4"/>
                    </a:cubicBezTo>
                    <a:cubicBezTo>
                      <a:pt x="66" y="4"/>
                      <a:pt x="67" y="4"/>
                      <a:pt x="67" y="4"/>
                    </a:cubicBezTo>
                    <a:cubicBezTo>
                      <a:pt x="67" y="4"/>
                      <a:pt x="67" y="4"/>
                      <a:pt x="67" y="4"/>
                    </a:cubicBezTo>
                    <a:cubicBezTo>
                      <a:pt x="67" y="4"/>
                      <a:pt x="67" y="4"/>
                      <a:pt x="67" y="4"/>
                    </a:cubicBezTo>
                    <a:cubicBezTo>
                      <a:pt x="67" y="4"/>
                      <a:pt x="67" y="4"/>
                      <a:pt x="67" y="4"/>
                    </a:cubicBezTo>
                    <a:cubicBezTo>
                      <a:pt x="68" y="4"/>
                      <a:pt x="69" y="4"/>
                      <a:pt x="70" y="2"/>
                    </a:cubicBezTo>
                    <a:cubicBezTo>
                      <a:pt x="70" y="2"/>
                      <a:pt x="70" y="2"/>
                      <a:pt x="70" y="2"/>
                    </a:cubicBezTo>
                    <a:cubicBezTo>
                      <a:pt x="70" y="2"/>
                      <a:pt x="70" y="2"/>
                      <a:pt x="70" y="2"/>
                    </a:cubicBezTo>
                    <a:cubicBezTo>
                      <a:pt x="70" y="2"/>
                      <a:pt x="70" y="2"/>
                      <a:pt x="70" y="2"/>
                    </a:cubicBezTo>
                    <a:cubicBezTo>
                      <a:pt x="70" y="2"/>
                      <a:pt x="70" y="2"/>
                      <a:pt x="70" y="2"/>
                    </a:cubicBezTo>
                    <a:cubicBezTo>
                      <a:pt x="66" y="2"/>
                      <a:pt x="63" y="1"/>
                      <a:pt x="59" y="1"/>
                    </a:cubicBezTo>
                    <a:cubicBezTo>
                      <a:pt x="43" y="1"/>
                      <a:pt x="28" y="1"/>
                      <a:pt x="13" y="1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2" y="1"/>
                      <a:pt x="12" y="1"/>
                      <a:pt x="11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0" y="1"/>
                      <a:pt x="9" y="1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8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1" name="Freeform 19">
                <a:extLst>
                  <a:ext uri="{FF2B5EF4-FFF2-40B4-BE49-F238E27FC236}">
                    <a16:creationId xmlns:a16="http://schemas.microsoft.com/office/drawing/2014/main" id="{3BF6D3BE-CE05-4EEC-B73A-6B8827E227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3" y="1937"/>
                <a:ext cx="110" cy="327"/>
              </a:xfrm>
              <a:custGeom>
                <a:avLst/>
                <a:gdLst>
                  <a:gd name="T0" fmla="*/ 2 w 76"/>
                  <a:gd name="T1" fmla="*/ 0 h 224"/>
                  <a:gd name="T2" fmla="*/ 2 w 76"/>
                  <a:gd name="T3" fmla="*/ 0 h 224"/>
                  <a:gd name="T4" fmla="*/ 1 w 76"/>
                  <a:gd name="T5" fmla="*/ 2 h 224"/>
                  <a:gd name="T6" fmla="*/ 1 w 76"/>
                  <a:gd name="T7" fmla="*/ 2 h 224"/>
                  <a:gd name="T8" fmla="*/ 1 w 76"/>
                  <a:gd name="T9" fmla="*/ 2 h 224"/>
                  <a:gd name="T10" fmla="*/ 0 w 76"/>
                  <a:gd name="T11" fmla="*/ 2 h 224"/>
                  <a:gd name="T12" fmla="*/ 0 w 76"/>
                  <a:gd name="T13" fmla="*/ 2 h 224"/>
                  <a:gd name="T14" fmla="*/ 5 w 76"/>
                  <a:gd name="T15" fmla="*/ 5 h 224"/>
                  <a:gd name="T16" fmla="*/ 23 w 76"/>
                  <a:gd name="T17" fmla="*/ 22 h 224"/>
                  <a:gd name="T18" fmla="*/ 46 w 76"/>
                  <a:gd name="T19" fmla="*/ 64 h 224"/>
                  <a:gd name="T20" fmla="*/ 51 w 76"/>
                  <a:gd name="T21" fmla="*/ 78 h 224"/>
                  <a:gd name="T22" fmla="*/ 62 w 76"/>
                  <a:gd name="T23" fmla="*/ 127 h 224"/>
                  <a:gd name="T24" fmla="*/ 67 w 76"/>
                  <a:gd name="T25" fmla="*/ 154 h 224"/>
                  <a:gd name="T26" fmla="*/ 71 w 76"/>
                  <a:gd name="T27" fmla="*/ 186 h 224"/>
                  <a:gd name="T28" fmla="*/ 73 w 76"/>
                  <a:gd name="T29" fmla="*/ 206 h 224"/>
                  <a:gd name="T30" fmla="*/ 73 w 76"/>
                  <a:gd name="T31" fmla="*/ 212 h 224"/>
                  <a:gd name="T32" fmla="*/ 73 w 76"/>
                  <a:gd name="T33" fmla="*/ 216 h 224"/>
                  <a:gd name="T34" fmla="*/ 73 w 76"/>
                  <a:gd name="T35" fmla="*/ 219 h 224"/>
                  <a:gd name="T36" fmla="*/ 74 w 76"/>
                  <a:gd name="T37" fmla="*/ 224 h 224"/>
                  <a:gd name="T38" fmla="*/ 75 w 76"/>
                  <a:gd name="T39" fmla="*/ 224 h 224"/>
                  <a:gd name="T40" fmla="*/ 76 w 76"/>
                  <a:gd name="T41" fmla="*/ 222 h 224"/>
                  <a:gd name="T42" fmla="*/ 76 w 76"/>
                  <a:gd name="T43" fmla="*/ 213 h 224"/>
                  <a:gd name="T44" fmla="*/ 76 w 76"/>
                  <a:gd name="T45" fmla="*/ 202 h 224"/>
                  <a:gd name="T46" fmla="*/ 74 w 76"/>
                  <a:gd name="T47" fmla="*/ 186 h 224"/>
                  <a:gd name="T48" fmla="*/ 73 w 76"/>
                  <a:gd name="T49" fmla="*/ 173 h 224"/>
                  <a:gd name="T50" fmla="*/ 69 w 76"/>
                  <a:gd name="T51" fmla="*/ 151 h 224"/>
                  <a:gd name="T52" fmla="*/ 64 w 76"/>
                  <a:gd name="T53" fmla="*/ 123 h 224"/>
                  <a:gd name="T54" fmla="*/ 60 w 76"/>
                  <a:gd name="T55" fmla="*/ 100 h 224"/>
                  <a:gd name="T56" fmla="*/ 53 w 76"/>
                  <a:gd name="T57" fmla="*/ 72 h 224"/>
                  <a:gd name="T58" fmla="*/ 24 w 76"/>
                  <a:gd name="T59" fmla="*/ 19 h 224"/>
                  <a:gd name="T60" fmla="*/ 11 w 76"/>
                  <a:gd name="T61" fmla="*/ 5 h 224"/>
                  <a:gd name="T62" fmla="*/ 4 w 76"/>
                  <a:gd name="T63" fmla="*/ 1 h 224"/>
                  <a:gd name="T64" fmla="*/ 3 w 76"/>
                  <a:gd name="T65" fmla="*/ 0 h 224"/>
                  <a:gd name="T66" fmla="*/ 2 w 76"/>
                  <a:gd name="T67" fmla="*/ 0 h 224"/>
                  <a:gd name="T68" fmla="*/ 2 w 76"/>
                  <a:gd name="T69" fmla="*/ 0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76" h="224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1" y="1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" y="3"/>
                      <a:pt x="4" y="4"/>
                      <a:pt x="5" y="5"/>
                    </a:cubicBezTo>
                    <a:cubicBezTo>
                      <a:pt x="13" y="9"/>
                      <a:pt x="18" y="15"/>
                      <a:pt x="23" y="22"/>
                    </a:cubicBezTo>
                    <a:cubicBezTo>
                      <a:pt x="33" y="35"/>
                      <a:pt x="40" y="50"/>
                      <a:pt x="46" y="64"/>
                    </a:cubicBezTo>
                    <a:cubicBezTo>
                      <a:pt x="48" y="69"/>
                      <a:pt x="50" y="73"/>
                      <a:pt x="51" y="78"/>
                    </a:cubicBezTo>
                    <a:cubicBezTo>
                      <a:pt x="55" y="94"/>
                      <a:pt x="59" y="110"/>
                      <a:pt x="62" y="127"/>
                    </a:cubicBezTo>
                    <a:cubicBezTo>
                      <a:pt x="63" y="136"/>
                      <a:pt x="65" y="145"/>
                      <a:pt x="67" y="154"/>
                    </a:cubicBezTo>
                    <a:cubicBezTo>
                      <a:pt x="68" y="165"/>
                      <a:pt x="70" y="175"/>
                      <a:pt x="71" y="186"/>
                    </a:cubicBezTo>
                    <a:cubicBezTo>
                      <a:pt x="72" y="192"/>
                      <a:pt x="73" y="199"/>
                      <a:pt x="73" y="206"/>
                    </a:cubicBezTo>
                    <a:cubicBezTo>
                      <a:pt x="73" y="208"/>
                      <a:pt x="73" y="210"/>
                      <a:pt x="73" y="212"/>
                    </a:cubicBezTo>
                    <a:cubicBezTo>
                      <a:pt x="73" y="213"/>
                      <a:pt x="73" y="215"/>
                      <a:pt x="73" y="216"/>
                    </a:cubicBezTo>
                    <a:cubicBezTo>
                      <a:pt x="73" y="217"/>
                      <a:pt x="73" y="218"/>
                      <a:pt x="73" y="219"/>
                    </a:cubicBezTo>
                    <a:cubicBezTo>
                      <a:pt x="73" y="221"/>
                      <a:pt x="74" y="222"/>
                      <a:pt x="74" y="224"/>
                    </a:cubicBezTo>
                    <a:cubicBezTo>
                      <a:pt x="74" y="224"/>
                      <a:pt x="75" y="224"/>
                      <a:pt x="75" y="224"/>
                    </a:cubicBezTo>
                    <a:cubicBezTo>
                      <a:pt x="76" y="223"/>
                      <a:pt x="76" y="222"/>
                      <a:pt x="76" y="222"/>
                    </a:cubicBezTo>
                    <a:cubicBezTo>
                      <a:pt x="76" y="219"/>
                      <a:pt x="76" y="216"/>
                      <a:pt x="76" y="213"/>
                    </a:cubicBezTo>
                    <a:cubicBezTo>
                      <a:pt x="76" y="209"/>
                      <a:pt x="76" y="206"/>
                      <a:pt x="76" y="202"/>
                    </a:cubicBezTo>
                    <a:cubicBezTo>
                      <a:pt x="76" y="197"/>
                      <a:pt x="75" y="191"/>
                      <a:pt x="74" y="186"/>
                    </a:cubicBezTo>
                    <a:cubicBezTo>
                      <a:pt x="74" y="181"/>
                      <a:pt x="74" y="177"/>
                      <a:pt x="73" y="173"/>
                    </a:cubicBezTo>
                    <a:cubicBezTo>
                      <a:pt x="72" y="166"/>
                      <a:pt x="70" y="158"/>
                      <a:pt x="69" y="151"/>
                    </a:cubicBezTo>
                    <a:cubicBezTo>
                      <a:pt x="68" y="142"/>
                      <a:pt x="66" y="132"/>
                      <a:pt x="64" y="123"/>
                    </a:cubicBezTo>
                    <a:cubicBezTo>
                      <a:pt x="63" y="115"/>
                      <a:pt x="61" y="108"/>
                      <a:pt x="60" y="100"/>
                    </a:cubicBezTo>
                    <a:cubicBezTo>
                      <a:pt x="57" y="91"/>
                      <a:pt x="56" y="81"/>
                      <a:pt x="53" y="72"/>
                    </a:cubicBezTo>
                    <a:cubicBezTo>
                      <a:pt x="46" y="53"/>
                      <a:pt x="36" y="35"/>
                      <a:pt x="24" y="19"/>
                    </a:cubicBezTo>
                    <a:cubicBezTo>
                      <a:pt x="21" y="13"/>
                      <a:pt x="16" y="9"/>
                      <a:pt x="11" y="5"/>
                    </a:cubicBezTo>
                    <a:cubicBezTo>
                      <a:pt x="9" y="3"/>
                      <a:pt x="6" y="2"/>
                      <a:pt x="4" y="1"/>
                    </a:cubicBezTo>
                    <a:cubicBezTo>
                      <a:pt x="4" y="1"/>
                      <a:pt x="3" y="0"/>
                      <a:pt x="3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2" name="Freeform 20">
                <a:extLst>
                  <a:ext uri="{FF2B5EF4-FFF2-40B4-BE49-F238E27FC236}">
                    <a16:creationId xmlns:a16="http://schemas.microsoft.com/office/drawing/2014/main" id="{1410A621-7B6F-4D9D-A013-F0B7447954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3" y="2060"/>
                <a:ext cx="38" cy="342"/>
              </a:xfrm>
              <a:custGeom>
                <a:avLst/>
                <a:gdLst>
                  <a:gd name="T0" fmla="*/ 19 w 26"/>
                  <a:gd name="T1" fmla="*/ 0 h 235"/>
                  <a:gd name="T2" fmla="*/ 19 w 26"/>
                  <a:gd name="T3" fmla="*/ 5 h 235"/>
                  <a:gd name="T4" fmla="*/ 19 w 26"/>
                  <a:gd name="T5" fmla="*/ 5 h 235"/>
                  <a:gd name="T6" fmla="*/ 20 w 26"/>
                  <a:gd name="T7" fmla="*/ 21 h 235"/>
                  <a:gd name="T8" fmla="*/ 21 w 26"/>
                  <a:gd name="T9" fmla="*/ 31 h 235"/>
                  <a:gd name="T10" fmla="*/ 23 w 26"/>
                  <a:gd name="T11" fmla="*/ 51 h 235"/>
                  <a:gd name="T12" fmla="*/ 23 w 26"/>
                  <a:gd name="T13" fmla="*/ 79 h 235"/>
                  <a:gd name="T14" fmla="*/ 23 w 26"/>
                  <a:gd name="T15" fmla="*/ 107 h 235"/>
                  <a:gd name="T16" fmla="*/ 21 w 26"/>
                  <a:gd name="T17" fmla="*/ 124 h 235"/>
                  <a:gd name="T18" fmla="*/ 18 w 26"/>
                  <a:gd name="T19" fmla="*/ 143 h 235"/>
                  <a:gd name="T20" fmla="*/ 16 w 26"/>
                  <a:gd name="T21" fmla="*/ 162 h 235"/>
                  <a:gd name="T22" fmla="*/ 11 w 26"/>
                  <a:gd name="T23" fmla="*/ 190 h 235"/>
                  <a:gd name="T24" fmla="*/ 2 w 26"/>
                  <a:gd name="T25" fmla="*/ 225 h 235"/>
                  <a:gd name="T26" fmla="*/ 1 w 26"/>
                  <a:gd name="T27" fmla="*/ 233 h 235"/>
                  <a:gd name="T28" fmla="*/ 1 w 26"/>
                  <a:gd name="T29" fmla="*/ 233 h 235"/>
                  <a:gd name="T30" fmla="*/ 1 w 26"/>
                  <a:gd name="T31" fmla="*/ 233 h 235"/>
                  <a:gd name="T32" fmla="*/ 2 w 26"/>
                  <a:gd name="T33" fmla="*/ 235 h 235"/>
                  <a:gd name="T34" fmla="*/ 2 w 26"/>
                  <a:gd name="T35" fmla="*/ 235 h 235"/>
                  <a:gd name="T36" fmla="*/ 2 w 26"/>
                  <a:gd name="T37" fmla="*/ 235 h 235"/>
                  <a:gd name="T38" fmla="*/ 2 w 26"/>
                  <a:gd name="T39" fmla="*/ 235 h 235"/>
                  <a:gd name="T40" fmla="*/ 3 w 26"/>
                  <a:gd name="T41" fmla="*/ 235 h 235"/>
                  <a:gd name="T42" fmla="*/ 3 w 26"/>
                  <a:gd name="T43" fmla="*/ 235 h 235"/>
                  <a:gd name="T44" fmla="*/ 3 w 26"/>
                  <a:gd name="T45" fmla="*/ 235 h 235"/>
                  <a:gd name="T46" fmla="*/ 9 w 26"/>
                  <a:gd name="T47" fmla="*/ 216 h 235"/>
                  <a:gd name="T48" fmla="*/ 11 w 26"/>
                  <a:gd name="T49" fmla="*/ 206 h 235"/>
                  <a:gd name="T50" fmla="*/ 16 w 26"/>
                  <a:gd name="T51" fmla="*/ 177 h 235"/>
                  <a:gd name="T52" fmla="*/ 21 w 26"/>
                  <a:gd name="T53" fmla="*/ 148 h 235"/>
                  <a:gd name="T54" fmla="*/ 23 w 26"/>
                  <a:gd name="T55" fmla="*/ 131 h 235"/>
                  <a:gd name="T56" fmla="*/ 26 w 26"/>
                  <a:gd name="T57" fmla="*/ 105 h 235"/>
                  <a:gd name="T58" fmla="*/ 26 w 26"/>
                  <a:gd name="T59" fmla="*/ 85 h 235"/>
                  <a:gd name="T60" fmla="*/ 25 w 26"/>
                  <a:gd name="T61" fmla="*/ 41 h 235"/>
                  <a:gd name="T62" fmla="*/ 24 w 26"/>
                  <a:gd name="T63" fmla="*/ 29 h 235"/>
                  <a:gd name="T64" fmla="*/ 22 w 26"/>
                  <a:gd name="T65" fmla="*/ 13 h 235"/>
                  <a:gd name="T66" fmla="*/ 21 w 26"/>
                  <a:gd name="T67" fmla="*/ 2 h 235"/>
                  <a:gd name="T68" fmla="*/ 19 w 26"/>
                  <a:gd name="T69" fmla="*/ 0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6" h="235">
                    <a:moveTo>
                      <a:pt x="19" y="0"/>
                    </a:moveTo>
                    <a:cubicBezTo>
                      <a:pt x="19" y="2"/>
                      <a:pt x="19" y="4"/>
                      <a:pt x="19" y="5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10"/>
                      <a:pt x="19" y="16"/>
                      <a:pt x="20" y="21"/>
                    </a:cubicBezTo>
                    <a:cubicBezTo>
                      <a:pt x="20" y="24"/>
                      <a:pt x="20" y="28"/>
                      <a:pt x="21" y="31"/>
                    </a:cubicBezTo>
                    <a:cubicBezTo>
                      <a:pt x="21" y="38"/>
                      <a:pt x="22" y="44"/>
                      <a:pt x="23" y="51"/>
                    </a:cubicBezTo>
                    <a:cubicBezTo>
                      <a:pt x="23" y="60"/>
                      <a:pt x="23" y="70"/>
                      <a:pt x="23" y="79"/>
                    </a:cubicBezTo>
                    <a:cubicBezTo>
                      <a:pt x="23" y="88"/>
                      <a:pt x="23" y="98"/>
                      <a:pt x="23" y="107"/>
                    </a:cubicBezTo>
                    <a:cubicBezTo>
                      <a:pt x="22" y="112"/>
                      <a:pt x="21" y="118"/>
                      <a:pt x="21" y="124"/>
                    </a:cubicBezTo>
                    <a:cubicBezTo>
                      <a:pt x="20" y="130"/>
                      <a:pt x="19" y="137"/>
                      <a:pt x="18" y="143"/>
                    </a:cubicBezTo>
                    <a:cubicBezTo>
                      <a:pt x="18" y="149"/>
                      <a:pt x="17" y="156"/>
                      <a:pt x="16" y="162"/>
                    </a:cubicBezTo>
                    <a:cubicBezTo>
                      <a:pt x="14" y="171"/>
                      <a:pt x="13" y="180"/>
                      <a:pt x="11" y="190"/>
                    </a:cubicBezTo>
                    <a:cubicBezTo>
                      <a:pt x="9" y="202"/>
                      <a:pt x="7" y="214"/>
                      <a:pt x="2" y="225"/>
                    </a:cubicBezTo>
                    <a:cubicBezTo>
                      <a:pt x="1" y="227"/>
                      <a:pt x="1" y="230"/>
                      <a:pt x="1" y="233"/>
                    </a:cubicBezTo>
                    <a:cubicBezTo>
                      <a:pt x="1" y="233"/>
                      <a:pt x="1" y="233"/>
                      <a:pt x="1" y="233"/>
                    </a:cubicBezTo>
                    <a:cubicBezTo>
                      <a:pt x="1" y="233"/>
                      <a:pt x="1" y="233"/>
                      <a:pt x="1" y="233"/>
                    </a:cubicBezTo>
                    <a:cubicBezTo>
                      <a:pt x="0" y="234"/>
                      <a:pt x="1" y="235"/>
                      <a:pt x="2" y="235"/>
                    </a:cubicBezTo>
                    <a:cubicBezTo>
                      <a:pt x="2" y="235"/>
                      <a:pt x="2" y="235"/>
                      <a:pt x="2" y="235"/>
                    </a:cubicBezTo>
                    <a:cubicBezTo>
                      <a:pt x="2" y="235"/>
                      <a:pt x="2" y="235"/>
                      <a:pt x="2" y="235"/>
                    </a:cubicBezTo>
                    <a:cubicBezTo>
                      <a:pt x="2" y="235"/>
                      <a:pt x="2" y="235"/>
                      <a:pt x="2" y="235"/>
                    </a:cubicBezTo>
                    <a:cubicBezTo>
                      <a:pt x="2" y="235"/>
                      <a:pt x="3" y="235"/>
                      <a:pt x="3" y="235"/>
                    </a:cubicBezTo>
                    <a:cubicBezTo>
                      <a:pt x="3" y="235"/>
                      <a:pt x="3" y="235"/>
                      <a:pt x="3" y="235"/>
                    </a:cubicBezTo>
                    <a:cubicBezTo>
                      <a:pt x="3" y="235"/>
                      <a:pt x="3" y="235"/>
                      <a:pt x="3" y="235"/>
                    </a:cubicBezTo>
                    <a:cubicBezTo>
                      <a:pt x="5" y="229"/>
                      <a:pt x="7" y="222"/>
                      <a:pt x="9" y="216"/>
                    </a:cubicBezTo>
                    <a:cubicBezTo>
                      <a:pt x="10" y="213"/>
                      <a:pt x="11" y="209"/>
                      <a:pt x="11" y="206"/>
                    </a:cubicBezTo>
                    <a:cubicBezTo>
                      <a:pt x="13" y="196"/>
                      <a:pt x="15" y="187"/>
                      <a:pt x="16" y="177"/>
                    </a:cubicBezTo>
                    <a:cubicBezTo>
                      <a:pt x="18" y="168"/>
                      <a:pt x="19" y="158"/>
                      <a:pt x="21" y="148"/>
                    </a:cubicBezTo>
                    <a:cubicBezTo>
                      <a:pt x="22" y="142"/>
                      <a:pt x="22" y="137"/>
                      <a:pt x="23" y="131"/>
                    </a:cubicBezTo>
                    <a:cubicBezTo>
                      <a:pt x="24" y="122"/>
                      <a:pt x="26" y="114"/>
                      <a:pt x="26" y="105"/>
                    </a:cubicBezTo>
                    <a:cubicBezTo>
                      <a:pt x="26" y="98"/>
                      <a:pt x="26" y="91"/>
                      <a:pt x="26" y="85"/>
                    </a:cubicBezTo>
                    <a:cubicBezTo>
                      <a:pt x="26" y="70"/>
                      <a:pt x="26" y="55"/>
                      <a:pt x="25" y="41"/>
                    </a:cubicBezTo>
                    <a:cubicBezTo>
                      <a:pt x="25" y="37"/>
                      <a:pt x="24" y="33"/>
                      <a:pt x="24" y="29"/>
                    </a:cubicBezTo>
                    <a:cubicBezTo>
                      <a:pt x="23" y="24"/>
                      <a:pt x="22" y="19"/>
                      <a:pt x="22" y="13"/>
                    </a:cubicBezTo>
                    <a:cubicBezTo>
                      <a:pt x="21" y="10"/>
                      <a:pt x="21" y="6"/>
                      <a:pt x="21" y="2"/>
                    </a:cubicBezTo>
                    <a:cubicBezTo>
                      <a:pt x="21" y="2"/>
                      <a:pt x="20" y="1"/>
                      <a:pt x="19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3" name="Freeform 21">
                <a:extLst>
                  <a:ext uri="{FF2B5EF4-FFF2-40B4-BE49-F238E27FC236}">
                    <a16:creationId xmlns:a16="http://schemas.microsoft.com/office/drawing/2014/main" id="{86F82145-7715-4FF8-A913-0363777F16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3" y="2233"/>
                <a:ext cx="390" cy="170"/>
              </a:xfrm>
              <a:custGeom>
                <a:avLst/>
                <a:gdLst>
                  <a:gd name="T0" fmla="*/ 1 w 268"/>
                  <a:gd name="T1" fmla="*/ 0 h 117"/>
                  <a:gd name="T2" fmla="*/ 1 w 268"/>
                  <a:gd name="T3" fmla="*/ 0 h 117"/>
                  <a:gd name="T4" fmla="*/ 0 w 268"/>
                  <a:gd name="T5" fmla="*/ 1 h 117"/>
                  <a:gd name="T6" fmla="*/ 3 w 268"/>
                  <a:gd name="T7" fmla="*/ 3 h 117"/>
                  <a:gd name="T8" fmla="*/ 53 w 268"/>
                  <a:gd name="T9" fmla="*/ 25 h 117"/>
                  <a:gd name="T10" fmla="*/ 93 w 268"/>
                  <a:gd name="T11" fmla="*/ 42 h 117"/>
                  <a:gd name="T12" fmla="*/ 143 w 268"/>
                  <a:gd name="T13" fmla="*/ 64 h 117"/>
                  <a:gd name="T14" fmla="*/ 186 w 268"/>
                  <a:gd name="T15" fmla="*/ 82 h 117"/>
                  <a:gd name="T16" fmla="*/ 237 w 268"/>
                  <a:gd name="T17" fmla="*/ 105 h 117"/>
                  <a:gd name="T18" fmla="*/ 264 w 268"/>
                  <a:gd name="T19" fmla="*/ 116 h 117"/>
                  <a:gd name="T20" fmla="*/ 268 w 268"/>
                  <a:gd name="T21" fmla="*/ 117 h 117"/>
                  <a:gd name="T22" fmla="*/ 268 w 268"/>
                  <a:gd name="T23" fmla="*/ 116 h 117"/>
                  <a:gd name="T24" fmla="*/ 264 w 268"/>
                  <a:gd name="T25" fmla="*/ 114 h 117"/>
                  <a:gd name="T26" fmla="*/ 1 w 268"/>
                  <a:gd name="T27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68" h="117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3"/>
                      <a:pt x="2" y="3"/>
                      <a:pt x="3" y="3"/>
                    </a:cubicBezTo>
                    <a:cubicBezTo>
                      <a:pt x="19" y="11"/>
                      <a:pt x="36" y="18"/>
                      <a:pt x="53" y="25"/>
                    </a:cubicBezTo>
                    <a:cubicBezTo>
                      <a:pt x="66" y="31"/>
                      <a:pt x="79" y="36"/>
                      <a:pt x="93" y="42"/>
                    </a:cubicBezTo>
                    <a:cubicBezTo>
                      <a:pt x="110" y="49"/>
                      <a:pt x="126" y="57"/>
                      <a:pt x="143" y="64"/>
                    </a:cubicBezTo>
                    <a:cubicBezTo>
                      <a:pt x="158" y="70"/>
                      <a:pt x="172" y="76"/>
                      <a:pt x="186" y="82"/>
                    </a:cubicBezTo>
                    <a:cubicBezTo>
                      <a:pt x="203" y="90"/>
                      <a:pt x="220" y="97"/>
                      <a:pt x="237" y="105"/>
                    </a:cubicBezTo>
                    <a:cubicBezTo>
                      <a:pt x="246" y="109"/>
                      <a:pt x="255" y="113"/>
                      <a:pt x="264" y="116"/>
                    </a:cubicBezTo>
                    <a:cubicBezTo>
                      <a:pt x="265" y="117"/>
                      <a:pt x="266" y="117"/>
                      <a:pt x="268" y="117"/>
                    </a:cubicBezTo>
                    <a:cubicBezTo>
                      <a:pt x="268" y="116"/>
                      <a:pt x="268" y="116"/>
                      <a:pt x="268" y="116"/>
                    </a:cubicBezTo>
                    <a:cubicBezTo>
                      <a:pt x="267" y="115"/>
                      <a:pt x="265" y="114"/>
                      <a:pt x="264" y="114"/>
                    </a:cubicBezTo>
                    <a:cubicBezTo>
                      <a:pt x="176" y="76"/>
                      <a:pt x="89" y="38"/>
                      <a:pt x="1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4" name="Freeform 22">
                <a:extLst>
                  <a:ext uri="{FF2B5EF4-FFF2-40B4-BE49-F238E27FC236}">
                    <a16:creationId xmlns:a16="http://schemas.microsoft.com/office/drawing/2014/main" id="{79B7E19A-6A22-46D0-BE1E-C0364221BC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1" y="2134"/>
                <a:ext cx="377" cy="20"/>
              </a:xfrm>
              <a:custGeom>
                <a:avLst/>
                <a:gdLst>
                  <a:gd name="T0" fmla="*/ 258 w 259"/>
                  <a:gd name="T1" fmla="*/ 0 h 14"/>
                  <a:gd name="T2" fmla="*/ 258 w 259"/>
                  <a:gd name="T3" fmla="*/ 0 h 14"/>
                  <a:gd name="T4" fmla="*/ 258 w 259"/>
                  <a:gd name="T5" fmla="*/ 0 h 14"/>
                  <a:gd name="T6" fmla="*/ 258 w 259"/>
                  <a:gd name="T7" fmla="*/ 0 h 14"/>
                  <a:gd name="T8" fmla="*/ 236 w 259"/>
                  <a:gd name="T9" fmla="*/ 1 h 14"/>
                  <a:gd name="T10" fmla="*/ 185 w 259"/>
                  <a:gd name="T11" fmla="*/ 4 h 14"/>
                  <a:gd name="T12" fmla="*/ 149 w 259"/>
                  <a:gd name="T13" fmla="*/ 6 h 14"/>
                  <a:gd name="T14" fmla="*/ 113 w 259"/>
                  <a:gd name="T15" fmla="*/ 7 h 14"/>
                  <a:gd name="T16" fmla="*/ 86 w 259"/>
                  <a:gd name="T17" fmla="*/ 8 h 14"/>
                  <a:gd name="T18" fmla="*/ 84 w 259"/>
                  <a:gd name="T19" fmla="*/ 8 h 14"/>
                  <a:gd name="T20" fmla="*/ 59 w 259"/>
                  <a:gd name="T21" fmla="*/ 10 h 14"/>
                  <a:gd name="T22" fmla="*/ 15 w 259"/>
                  <a:gd name="T23" fmla="*/ 11 h 14"/>
                  <a:gd name="T24" fmla="*/ 2 w 259"/>
                  <a:gd name="T25" fmla="*/ 12 h 14"/>
                  <a:gd name="T26" fmla="*/ 0 w 259"/>
                  <a:gd name="T27" fmla="*/ 13 h 14"/>
                  <a:gd name="T28" fmla="*/ 0 w 259"/>
                  <a:gd name="T29" fmla="*/ 13 h 14"/>
                  <a:gd name="T30" fmla="*/ 1 w 259"/>
                  <a:gd name="T31" fmla="*/ 14 h 14"/>
                  <a:gd name="T32" fmla="*/ 1 w 259"/>
                  <a:gd name="T33" fmla="*/ 14 h 14"/>
                  <a:gd name="T34" fmla="*/ 1 w 259"/>
                  <a:gd name="T35" fmla="*/ 14 h 14"/>
                  <a:gd name="T36" fmla="*/ 2 w 259"/>
                  <a:gd name="T37" fmla="*/ 14 h 14"/>
                  <a:gd name="T38" fmla="*/ 3 w 259"/>
                  <a:gd name="T39" fmla="*/ 14 h 14"/>
                  <a:gd name="T40" fmla="*/ 3 w 259"/>
                  <a:gd name="T41" fmla="*/ 14 h 14"/>
                  <a:gd name="T42" fmla="*/ 3 w 259"/>
                  <a:gd name="T43" fmla="*/ 14 h 14"/>
                  <a:gd name="T44" fmla="*/ 3 w 259"/>
                  <a:gd name="T45" fmla="*/ 14 h 14"/>
                  <a:gd name="T46" fmla="*/ 4 w 259"/>
                  <a:gd name="T47" fmla="*/ 14 h 14"/>
                  <a:gd name="T48" fmla="*/ 12 w 259"/>
                  <a:gd name="T49" fmla="*/ 13 h 14"/>
                  <a:gd name="T50" fmla="*/ 31 w 259"/>
                  <a:gd name="T51" fmla="*/ 12 h 14"/>
                  <a:gd name="T52" fmla="*/ 67 w 259"/>
                  <a:gd name="T53" fmla="*/ 11 h 14"/>
                  <a:gd name="T54" fmla="*/ 93 w 259"/>
                  <a:gd name="T55" fmla="*/ 10 h 14"/>
                  <a:gd name="T56" fmla="*/ 94 w 259"/>
                  <a:gd name="T57" fmla="*/ 10 h 14"/>
                  <a:gd name="T58" fmla="*/ 119 w 259"/>
                  <a:gd name="T59" fmla="*/ 8 h 14"/>
                  <a:gd name="T60" fmla="*/ 169 w 259"/>
                  <a:gd name="T61" fmla="*/ 6 h 14"/>
                  <a:gd name="T62" fmla="*/ 207 w 259"/>
                  <a:gd name="T63" fmla="*/ 4 h 14"/>
                  <a:gd name="T64" fmla="*/ 248 w 259"/>
                  <a:gd name="T65" fmla="*/ 3 h 14"/>
                  <a:gd name="T66" fmla="*/ 259 w 259"/>
                  <a:gd name="T67" fmla="*/ 1 h 14"/>
                  <a:gd name="T68" fmla="*/ 259 w 259"/>
                  <a:gd name="T69" fmla="*/ 1 h 14"/>
                  <a:gd name="T70" fmla="*/ 259 w 259"/>
                  <a:gd name="T71" fmla="*/ 1 h 14"/>
                  <a:gd name="T72" fmla="*/ 259 w 259"/>
                  <a:gd name="T73" fmla="*/ 1 h 14"/>
                  <a:gd name="T74" fmla="*/ 259 w 259"/>
                  <a:gd name="T75" fmla="*/ 1 h 14"/>
                  <a:gd name="T76" fmla="*/ 259 w 259"/>
                  <a:gd name="T77" fmla="*/ 1 h 14"/>
                  <a:gd name="T78" fmla="*/ 258 w 259"/>
                  <a:gd name="T79" fmla="*/ 0 h 14"/>
                  <a:gd name="T80" fmla="*/ 258 w 259"/>
                  <a:gd name="T81" fmla="*/ 0 h 14"/>
                  <a:gd name="T82" fmla="*/ 258 w 259"/>
                  <a:gd name="T8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59" h="14">
                    <a:moveTo>
                      <a:pt x="258" y="0"/>
                    </a:moveTo>
                    <a:cubicBezTo>
                      <a:pt x="258" y="0"/>
                      <a:pt x="258" y="0"/>
                      <a:pt x="258" y="0"/>
                    </a:cubicBezTo>
                    <a:cubicBezTo>
                      <a:pt x="258" y="0"/>
                      <a:pt x="258" y="0"/>
                      <a:pt x="258" y="0"/>
                    </a:cubicBezTo>
                    <a:cubicBezTo>
                      <a:pt x="258" y="0"/>
                      <a:pt x="258" y="0"/>
                      <a:pt x="258" y="0"/>
                    </a:cubicBezTo>
                    <a:cubicBezTo>
                      <a:pt x="250" y="0"/>
                      <a:pt x="243" y="1"/>
                      <a:pt x="236" y="1"/>
                    </a:cubicBezTo>
                    <a:cubicBezTo>
                      <a:pt x="219" y="2"/>
                      <a:pt x="202" y="2"/>
                      <a:pt x="185" y="4"/>
                    </a:cubicBezTo>
                    <a:cubicBezTo>
                      <a:pt x="173" y="4"/>
                      <a:pt x="161" y="5"/>
                      <a:pt x="149" y="6"/>
                    </a:cubicBezTo>
                    <a:cubicBezTo>
                      <a:pt x="137" y="6"/>
                      <a:pt x="125" y="6"/>
                      <a:pt x="113" y="7"/>
                    </a:cubicBezTo>
                    <a:cubicBezTo>
                      <a:pt x="104" y="7"/>
                      <a:pt x="95" y="8"/>
                      <a:pt x="86" y="8"/>
                    </a:cubicBezTo>
                    <a:cubicBezTo>
                      <a:pt x="84" y="8"/>
                      <a:pt x="84" y="8"/>
                      <a:pt x="84" y="8"/>
                    </a:cubicBezTo>
                    <a:cubicBezTo>
                      <a:pt x="76" y="9"/>
                      <a:pt x="68" y="9"/>
                      <a:pt x="59" y="10"/>
                    </a:cubicBezTo>
                    <a:cubicBezTo>
                      <a:pt x="45" y="10"/>
                      <a:pt x="30" y="11"/>
                      <a:pt x="15" y="11"/>
                    </a:cubicBezTo>
                    <a:cubicBezTo>
                      <a:pt x="11" y="11"/>
                      <a:pt x="6" y="12"/>
                      <a:pt x="2" y="12"/>
                    </a:cubicBezTo>
                    <a:cubicBezTo>
                      <a:pt x="2" y="12"/>
                      <a:pt x="1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4"/>
                      <a:pt x="1" y="14"/>
                      <a:pt x="2" y="14"/>
                    </a:cubicBezTo>
                    <a:cubicBezTo>
                      <a:pt x="2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4" y="14"/>
                      <a:pt x="4" y="14"/>
                    </a:cubicBezTo>
                    <a:cubicBezTo>
                      <a:pt x="7" y="14"/>
                      <a:pt x="10" y="14"/>
                      <a:pt x="12" y="13"/>
                    </a:cubicBezTo>
                    <a:cubicBezTo>
                      <a:pt x="19" y="13"/>
                      <a:pt x="25" y="13"/>
                      <a:pt x="31" y="12"/>
                    </a:cubicBezTo>
                    <a:cubicBezTo>
                      <a:pt x="43" y="12"/>
                      <a:pt x="55" y="12"/>
                      <a:pt x="67" y="11"/>
                    </a:cubicBezTo>
                    <a:cubicBezTo>
                      <a:pt x="75" y="11"/>
                      <a:pt x="84" y="10"/>
                      <a:pt x="93" y="10"/>
                    </a:cubicBezTo>
                    <a:cubicBezTo>
                      <a:pt x="94" y="10"/>
                      <a:pt x="94" y="10"/>
                      <a:pt x="94" y="10"/>
                    </a:cubicBezTo>
                    <a:cubicBezTo>
                      <a:pt x="103" y="9"/>
                      <a:pt x="111" y="8"/>
                      <a:pt x="119" y="8"/>
                    </a:cubicBezTo>
                    <a:cubicBezTo>
                      <a:pt x="136" y="8"/>
                      <a:pt x="152" y="7"/>
                      <a:pt x="169" y="6"/>
                    </a:cubicBezTo>
                    <a:cubicBezTo>
                      <a:pt x="181" y="5"/>
                      <a:pt x="194" y="4"/>
                      <a:pt x="207" y="4"/>
                    </a:cubicBezTo>
                    <a:cubicBezTo>
                      <a:pt x="220" y="3"/>
                      <a:pt x="234" y="3"/>
                      <a:pt x="248" y="3"/>
                    </a:cubicBezTo>
                    <a:cubicBezTo>
                      <a:pt x="251" y="2"/>
                      <a:pt x="255" y="2"/>
                      <a:pt x="259" y="1"/>
                    </a:cubicBezTo>
                    <a:cubicBezTo>
                      <a:pt x="259" y="1"/>
                      <a:pt x="259" y="1"/>
                      <a:pt x="259" y="1"/>
                    </a:cubicBezTo>
                    <a:cubicBezTo>
                      <a:pt x="259" y="1"/>
                      <a:pt x="259" y="1"/>
                      <a:pt x="259" y="1"/>
                    </a:cubicBezTo>
                    <a:cubicBezTo>
                      <a:pt x="259" y="1"/>
                      <a:pt x="259" y="1"/>
                      <a:pt x="259" y="1"/>
                    </a:cubicBezTo>
                    <a:cubicBezTo>
                      <a:pt x="259" y="1"/>
                      <a:pt x="259" y="1"/>
                      <a:pt x="259" y="1"/>
                    </a:cubicBezTo>
                    <a:cubicBezTo>
                      <a:pt x="259" y="1"/>
                      <a:pt x="259" y="1"/>
                      <a:pt x="259" y="1"/>
                    </a:cubicBezTo>
                    <a:cubicBezTo>
                      <a:pt x="259" y="0"/>
                      <a:pt x="258" y="0"/>
                      <a:pt x="258" y="0"/>
                    </a:cubicBezTo>
                    <a:cubicBezTo>
                      <a:pt x="258" y="0"/>
                      <a:pt x="258" y="0"/>
                      <a:pt x="258" y="0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5" name="Freeform 23">
                <a:extLst>
                  <a:ext uri="{FF2B5EF4-FFF2-40B4-BE49-F238E27FC236}">
                    <a16:creationId xmlns:a16="http://schemas.microsoft.com/office/drawing/2014/main" id="{38CECC1E-BCB4-4B2A-BCDA-00222CC653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4" y="2095"/>
                <a:ext cx="60" cy="187"/>
              </a:xfrm>
              <a:custGeom>
                <a:avLst/>
                <a:gdLst>
                  <a:gd name="T0" fmla="*/ 40 w 41"/>
                  <a:gd name="T1" fmla="*/ 0 h 129"/>
                  <a:gd name="T2" fmla="*/ 40 w 41"/>
                  <a:gd name="T3" fmla="*/ 0 h 129"/>
                  <a:gd name="T4" fmla="*/ 40 w 41"/>
                  <a:gd name="T5" fmla="*/ 0 h 129"/>
                  <a:gd name="T6" fmla="*/ 38 w 41"/>
                  <a:gd name="T7" fmla="*/ 3 h 129"/>
                  <a:gd name="T8" fmla="*/ 34 w 41"/>
                  <a:gd name="T9" fmla="*/ 15 h 129"/>
                  <a:gd name="T10" fmla="*/ 0 w 41"/>
                  <a:gd name="T11" fmla="*/ 124 h 129"/>
                  <a:gd name="T12" fmla="*/ 0 w 41"/>
                  <a:gd name="T13" fmla="*/ 127 h 129"/>
                  <a:gd name="T14" fmla="*/ 1 w 41"/>
                  <a:gd name="T15" fmla="*/ 129 h 129"/>
                  <a:gd name="T16" fmla="*/ 1 w 41"/>
                  <a:gd name="T17" fmla="*/ 129 h 129"/>
                  <a:gd name="T18" fmla="*/ 2 w 41"/>
                  <a:gd name="T19" fmla="*/ 129 h 129"/>
                  <a:gd name="T20" fmla="*/ 2 w 41"/>
                  <a:gd name="T21" fmla="*/ 129 h 129"/>
                  <a:gd name="T22" fmla="*/ 2 w 41"/>
                  <a:gd name="T23" fmla="*/ 129 h 129"/>
                  <a:gd name="T24" fmla="*/ 2 w 41"/>
                  <a:gd name="T25" fmla="*/ 129 h 129"/>
                  <a:gd name="T26" fmla="*/ 3 w 41"/>
                  <a:gd name="T27" fmla="*/ 125 h 129"/>
                  <a:gd name="T28" fmla="*/ 13 w 41"/>
                  <a:gd name="T29" fmla="*/ 90 h 129"/>
                  <a:gd name="T30" fmla="*/ 31 w 41"/>
                  <a:gd name="T31" fmla="*/ 32 h 129"/>
                  <a:gd name="T32" fmla="*/ 41 w 41"/>
                  <a:gd name="T33" fmla="*/ 1 h 129"/>
                  <a:gd name="T34" fmla="*/ 40 w 41"/>
                  <a:gd name="T35" fmla="*/ 0 h 129"/>
                  <a:gd name="T36" fmla="*/ 40 w 41"/>
                  <a:gd name="T37" fmla="*/ 0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1" h="129">
                    <a:moveTo>
                      <a:pt x="40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1"/>
                      <a:pt x="38" y="2"/>
                      <a:pt x="38" y="3"/>
                    </a:cubicBezTo>
                    <a:cubicBezTo>
                      <a:pt x="36" y="7"/>
                      <a:pt x="35" y="11"/>
                      <a:pt x="34" y="15"/>
                    </a:cubicBezTo>
                    <a:cubicBezTo>
                      <a:pt x="22" y="51"/>
                      <a:pt x="9" y="87"/>
                      <a:pt x="0" y="124"/>
                    </a:cubicBezTo>
                    <a:cubicBezTo>
                      <a:pt x="0" y="125"/>
                      <a:pt x="0" y="126"/>
                      <a:pt x="0" y="127"/>
                    </a:cubicBezTo>
                    <a:cubicBezTo>
                      <a:pt x="0" y="128"/>
                      <a:pt x="0" y="128"/>
                      <a:pt x="1" y="129"/>
                    </a:cubicBezTo>
                    <a:cubicBezTo>
                      <a:pt x="1" y="129"/>
                      <a:pt x="1" y="129"/>
                      <a:pt x="1" y="129"/>
                    </a:cubicBezTo>
                    <a:cubicBezTo>
                      <a:pt x="1" y="129"/>
                      <a:pt x="1" y="129"/>
                      <a:pt x="2" y="129"/>
                    </a:cubicBezTo>
                    <a:cubicBezTo>
                      <a:pt x="2" y="129"/>
                      <a:pt x="2" y="129"/>
                      <a:pt x="2" y="129"/>
                    </a:cubicBezTo>
                    <a:cubicBezTo>
                      <a:pt x="2" y="129"/>
                      <a:pt x="2" y="129"/>
                      <a:pt x="2" y="129"/>
                    </a:cubicBezTo>
                    <a:cubicBezTo>
                      <a:pt x="2" y="129"/>
                      <a:pt x="2" y="129"/>
                      <a:pt x="2" y="129"/>
                    </a:cubicBezTo>
                    <a:cubicBezTo>
                      <a:pt x="3" y="129"/>
                      <a:pt x="3" y="127"/>
                      <a:pt x="3" y="125"/>
                    </a:cubicBezTo>
                    <a:cubicBezTo>
                      <a:pt x="6" y="113"/>
                      <a:pt x="9" y="102"/>
                      <a:pt x="13" y="90"/>
                    </a:cubicBezTo>
                    <a:cubicBezTo>
                      <a:pt x="19" y="71"/>
                      <a:pt x="25" y="51"/>
                      <a:pt x="31" y="32"/>
                    </a:cubicBezTo>
                    <a:cubicBezTo>
                      <a:pt x="35" y="22"/>
                      <a:pt x="38" y="12"/>
                      <a:pt x="41" y="1"/>
                    </a:cubicBezTo>
                    <a:cubicBezTo>
                      <a:pt x="41" y="1"/>
                      <a:pt x="40" y="0"/>
                      <a:pt x="40" y="0"/>
                    </a:cubicBezTo>
                    <a:cubicBezTo>
                      <a:pt x="40" y="0"/>
                      <a:pt x="40" y="0"/>
                      <a:pt x="40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6" name="Freeform 24">
                <a:extLst>
                  <a:ext uri="{FF2B5EF4-FFF2-40B4-BE49-F238E27FC236}">
                    <a16:creationId xmlns:a16="http://schemas.microsoft.com/office/drawing/2014/main" id="{0E7C7B48-C446-4F2D-862E-4D97530255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2" y="1971"/>
                <a:ext cx="10" cy="170"/>
              </a:xfrm>
              <a:custGeom>
                <a:avLst/>
                <a:gdLst>
                  <a:gd name="T0" fmla="*/ 7 w 7"/>
                  <a:gd name="T1" fmla="*/ 0 h 117"/>
                  <a:gd name="T2" fmla="*/ 7 w 7"/>
                  <a:gd name="T3" fmla="*/ 0 h 117"/>
                  <a:gd name="T4" fmla="*/ 7 w 7"/>
                  <a:gd name="T5" fmla="*/ 0 h 117"/>
                  <a:gd name="T6" fmla="*/ 5 w 7"/>
                  <a:gd name="T7" fmla="*/ 2 h 117"/>
                  <a:gd name="T8" fmla="*/ 4 w 7"/>
                  <a:gd name="T9" fmla="*/ 16 h 117"/>
                  <a:gd name="T10" fmla="*/ 2 w 7"/>
                  <a:gd name="T11" fmla="*/ 48 h 117"/>
                  <a:gd name="T12" fmla="*/ 2 w 7"/>
                  <a:gd name="T13" fmla="*/ 50 h 117"/>
                  <a:gd name="T14" fmla="*/ 1 w 7"/>
                  <a:gd name="T15" fmla="*/ 74 h 117"/>
                  <a:gd name="T16" fmla="*/ 0 w 7"/>
                  <a:gd name="T17" fmla="*/ 94 h 117"/>
                  <a:gd name="T18" fmla="*/ 0 w 7"/>
                  <a:gd name="T19" fmla="*/ 108 h 117"/>
                  <a:gd name="T20" fmla="*/ 0 w 7"/>
                  <a:gd name="T21" fmla="*/ 112 h 117"/>
                  <a:gd name="T22" fmla="*/ 0 w 7"/>
                  <a:gd name="T23" fmla="*/ 112 h 117"/>
                  <a:gd name="T24" fmla="*/ 1 w 7"/>
                  <a:gd name="T25" fmla="*/ 115 h 117"/>
                  <a:gd name="T26" fmla="*/ 2 w 7"/>
                  <a:gd name="T27" fmla="*/ 117 h 117"/>
                  <a:gd name="T28" fmla="*/ 2 w 7"/>
                  <a:gd name="T29" fmla="*/ 117 h 117"/>
                  <a:gd name="T30" fmla="*/ 2 w 7"/>
                  <a:gd name="T31" fmla="*/ 117 h 117"/>
                  <a:gd name="T32" fmla="*/ 2 w 7"/>
                  <a:gd name="T33" fmla="*/ 117 h 117"/>
                  <a:gd name="T34" fmla="*/ 4 w 7"/>
                  <a:gd name="T35" fmla="*/ 116 h 117"/>
                  <a:gd name="T36" fmla="*/ 5 w 7"/>
                  <a:gd name="T37" fmla="*/ 111 h 117"/>
                  <a:gd name="T38" fmla="*/ 5 w 7"/>
                  <a:gd name="T39" fmla="*/ 111 h 117"/>
                  <a:gd name="T40" fmla="*/ 4 w 7"/>
                  <a:gd name="T41" fmla="*/ 103 h 117"/>
                  <a:gd name="T42" fmla="*/ 4 w 7"/>
                  <a:gd name="T43" fmla="*/ 103 h 117"/>
                  <a:gd name="T44" fmla="*/ 5 w 7"/>
                  <a:gd name="T45" fmla="*/ 73 h 117"/>
                  <a:gd name="T46" fmla="*/ 6 w 7"/>
                  <a:gd name="T47" fmla="*/ 26 h 117"/>
                  <a:gd name="T48" fmla="*/ 6 w 7"/>
                  <a:gd name="T49" fmla="*/ 25 h 117"/>
                  <a:gd name="T50" fmla="*/ 7 w 7"/>
                  <a:gd name="T51" fmla="*/ 0 h 117"/>
                  <a:gd name="T52" fmla="*/ 7 w 7"/>
                  <a:gd name="T53" fmla="*/ 0 h 117"/>
                  <a:gd name="T54" fmla="*/ 7 w 7"/>
                  <a:gd name="T55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" h="117"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6" y="0"/>
                      <a:pt x="5" y="1"/>
                      <a:pt x="5" y="2"/>
                    </a:cubicBezTo>
                    <a:cubicBezTo>
                      <a:pt x="4" y="7"/>
                      <a:pt x="4" y="11"/>
                      <a:pt x="4" y="16"/>
                    </a:cubicBezTo>
                    <a:cubicBezTo>
                      <a:pt x="3" y="27"/>
                      <a:pt x="3" y="37"/>
                      <a:pt x="2" y="48"/>
                    </a:cubicBezTo>
                    <a:cubicBezTo>
                      <a:pt x="2" y="49"/>
                      <a:pt x="2" y="49"/>
                      <a:pt x="2" y="50"/>
                    </a:cubicBezTo>
                    <a:cubicBezTo>
                      <a:pt x="2" y="58"/>
                      <a:pt x="1" y="66"/>
                      <a:pt x="1" y="74"/>
                    </a:cubicBezTo>
                    <a:cubicBezTo>
                      <a:pt x="0" y="80"/>
                      <a:pt x="0" y="87"/>
                      <a:pt x="0" y="94"/>
                    </a:cubicBezTo>
                    <a:cubicBezTo>
                      <a:pt x="0" y="99"/>
                      <a:pt x="0" y="103"/>
                      <a:pt x="0" y="108"/>
                    </a:cubicBezTo>
                    <a:cubicBezTo>
                      <a:pt x="0" y="109"/>
                      <a:pt x="0" y="110"/>
                      <a:pt x="0" y="112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13"/>
                      <a:pt x="0" y="114"/>
                      <a:pt x="1" y="115"/>
                    </a:cubicBezTo>
                    <a:cubicBezTo>
                      <a:pt x="1" y="116"/>
                      <a:pt x="1" y="117"/>
                      <a:pt x="2" y="117"/>
                    </a:cubicBezTo>
                    <a:cubicBezTo>
                      <a:pt x="2" y="117"/>
                      <a:pt x="2" y="117"/>
                      <a:pt x="2" y="117"/>
                    </a:cubicBezTo>
                    <a:cubicBezTo>
                      <a:pt x="2" y="117"/>
                      <a:pt x="2" y="117"/>
                      <a:pt x="2" y="117"/>
                    </a:cubicBezTo>
                    <a:cubicBezTo>
                      <a:pt x="2" y="117"/>
                      <a:pt x="2" y="117"/>
                      <a:pt x="2" y="117"/>
                    </a:cubicBezTo>
                    <a:cubicBezTo>
                      <a:pt x="3" y="117"/>
                      <a:pt x="4" y="116"/>
                      <a:pt x="4" y="116"/>
                    </a:cubicBezTo>
                    <a:cubicBezTo>
                      <a:pt x="4" y="114"/>
                      <a:pt x="5" y="113"/>
                      <a:pt x="5" y="111"/>
                    </a:cubicBezTo>
                    <a:cubicBezTo>
                      <a:pt x="5" y="111"/>
                      <a:pt x="5" y="111"/>
                      <a:pt x="5" y="111"/>
                    </a:cubicBezTo>
                    <a:cubicBezTo>
                      <a:pt x="4" y="108"/>
                      <a:pt x="4" y="106"/>
                      <a:pt x="4" y="103"/>
                    </a:cubicBezTo>
                    <a:cubicBezTo>
                      <a:pt x="4" y="103"/>
                      <a:pt x="4" y="103"/>
                      <a:pt x="4" y="103"/>
                    </a:cubicBezTo>
                    <a:cubicBezTo>
                      <a:pt x="4" y="93"/>
                      <a:pt x="4" y="83"/>
                      <a:pt x="5" y="73"/>
                    </a:cubicBezTo>
                    <a:cubicBezTo>
                      <a:pt x="5" y="58"/>
                      <a:pt x="5" y="42"/>
                      <a:pt x="6" y="26"/>
                    </a:cubicBezTo>
                    <a:cubicBezTo>
                      <a:pt x="6" y="25"/>
                      <a:pt x="6" y="25"/>
                      <a:pt x="6" y="25"/>
                    </a:cubicBezTo>
                    <a:cubicBezTo>
                      <a:pt x="6" y="17"/>
                      <a:pt x="7" y="8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7" name="Freeform 25">
                <a:extLst>
                  <a:ext uri="{FF2B5EF4-FFF2-40B4-BE49-F238E27FC236}">
                    <a16:creationId xmlns:a16="http://schemas.microsoft.com/office/drawing/2014/main" id="{109C810D-0F65-43D3-95B4-38E7EBE065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6" y="2245"/>
                <a:ext cx="207" cy="52"/>
              </a:xfrm>
              <a:custGeom>
                <a:avLst/>
                <a:gdLst>
                  <a:gd name="T0" fmla="*/ 1 w 142"/>
                  <a:gd name="T1" fmla="*/ 0 h 36"/>
                  <a:gd name="T2" fmla="*/ 1 w 142"/>
                  <a:gd name="T3" fmla="*/ 0 h 36"/>
                  <a:gd name="T4" fmla="*/ 0 w 142"/>
                  <a:gd name="T5" fmla="*/ 1 h 36"/>
                  <a:gd name="T6" fmla="*/ 0 w 142"/>
                  <a:gd name="T7" fmla="*/ 1 h 36"/>
                  <a:gd name="T8" fmla="*/ 0 w 142"/>
                  <a:gd name="T9" fmla="*/ 1 h 36"/>
                  <a:gd name="T10" fmla="*/ 0 w 142"/>
                  <a:gd name="T11" fmla="*/ 1 h 36"/>
                  <a:gd name="T12" fmla="*/ 3 w 142"/>
                  <a:gd name="T13" fmla="*/ 2 h 36"/>
                  <a:gd name="T14" fmla="*/ 20 w 142"/>
                  <a:gd name="T15" fmla="*/ 7 h 36"/>
                  <a:gd name="T16" fmla="*/ 93 w 142"/>
                  <a:gd name="T17" fmla="*/ 24 h 36"/>
                  <a:gd name="T18" fmla="*/ 139 w 142"/>
                  <a:gd name="T19" fmla="*/ 36 h 36"/>
                  <a:gd name="T20" fmla="*/ 139 w 142"/>
                  <a:gd name="T21" fmla="*/ 36 h 36"/>
                  <a:gd name="T22" fmla="*/ 140 w 142"/>
                  <a:gd name="T23" fmla="*/ 36 h 36"/>
                  <a:gd name="T24" fmla="*/ 140 w 142"/>
                  <a:gd name="T25" fmla="*/ 36 h 36"/>
                  <a:gd name="T26" fmla="*/ 140 w 142"/>
                  <a:gd name="T27" fmla="*/ 36 h 36"/>
                  <a:gd name="T28" fmla="*/ 140 w 142"/>
                  <a:gd name="T29" fmla="*/ 36 h 36"/>
                  <a:gd name="T30" fmla="*/ 141 w 142"/>
                  <a:gd name="T31" fmla="*/ 36 h 36"/>
                  <a:gd name="T32" fmla="*/ 142 w 142"/>
                  <a:gd name="T33" fmla="*/ 36 h 36"/>
                  <a:gd name="T34" fmla="*/ 142 w 142"/>
                  <a:gd name="T35" fmla="*/ 36 h 36"/>
                  <a:gd name="T36" fmla="*/ 142 w 142"/>
                  <a:gd name="T37" fmla="*/ 35 h 36"/>
                  <a:gd name="T38" fmla="*/ 139 w 142"/>
                  <a:gd name="T39" fmla="*/ 33 h 36"/>
                  <a:gd name="T40" fmla="*/ 111 w 142"/>
                  <a:gd name="T41" fmla="*/ 27 h 36"/>
                  <a:gd name="T42" fmla="*/ 49 w 142"/>
                  <a:gd name="T43" fmla="*/ 11 h 36"/>
                  <a:gd name="T44" fmla="*/ 3 w 142"/>
                  <a:gd name="T45" fmla="*/ 0 h 36"/>
                  <a:gd name="T46" fmla="*/ 3 w 142"/>
                  <a:gd name="T47" fmla="*/ 0 h 36"/>
                  <a:gd name="T48" fmla="*/ 3 w 142"/>
                  <a:gd name="T49" fmla="*/ 0 h 36"/>
                  <a:gd name="T50" fmla="*/ 3 w 142"/>
                  <a:gd name="T51" fmla="*/ 0 h 36"/>
                  <a:gd name="T52" fmla="*/ 3 w 142"/>
                  <a:gd name="T53" fmla="*/ 0 h 36"/>
                  <a:gd name="T54" fmla="*/ 1 w 142"/>
                  <a:gd name="T55" fmla="*/ 0 h 36"/>
                  <a:gd name="T56" fmla="*/ 1 w 142"/>
                  <a:gd name="T57" fmla="*/ 0 h 36"/>
                  <a:gd name="T58" fmla="*/ 1 w 142"/>
                  <a:gd name="T5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42" h="36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2" y="2"/>
                      <a:pt x="3" y="2"/>
                    </a:cubicBezTo>
                    <a:cubicBezTo>
                      <a:pt x="9" y="4"/>
                      <a:pt x="15" y="5"/>
                      <a:pt x="20" y="7"/>
                    </a:cubicBezTo>
                    <a:cubicBezTo>
                      <a:pt x="45" y="13"/>
                      <a:pt x="69" y="18"/>
                      <a:pt x="93" y="24"/>
                    </a:cubicBezTo>
                    <a:cubicBezTo>
                      <a:pt x="108" y="28"/>
                      <a:pt x="123" y="32"/>
                      <a:pt x="139" y="36"/>
                    </a:cubicBezTo>
                    <a:cubicBezTo>
                      <a:pt x="139" y="36"/>
                      <a:pt x="139" y="36"/>
                      <a:pt x="139" y="36"/>
                    </a:cubicBezTo>
                    <a:cubicBezTo>
                      <a:pt x="139" y="36"/>
                      <a:pt x="140" y="36"/>
                      <a:pt x="140" y="36"/>
                    </a:cubicBezTo>
                    <a:cubicBezTo>
                      <a:pt x="140" y="36"/>
                      <a:pt x="140" y="36"/>
                      <a:pt x="140" y="36"/>
                    </a:cubicBezTo>
                    <a:cubicBezTo>
                      <a:pt x="140" y="36"/>
                      <a:pt x="140" y="36"/>
                      <a:pt x="140" y="36"/>
                    </a:cubicBezTo>
                    <a:cubicBezTo>
                      <a:pt x="140" y="36"/>
                      <a:pt x="140" y="36"/>
                      <a:pt x="140" y="36"/>
                    </a:cubicBezTo>
                    <a:cubicBezTo>
                      <a:pt x="140" y="36"/>
                      <a:pt x="140" y="36"/>
                      <a:pt x="141" y="36"/>
                    </a:cubicBezTo>
                    <a:cubicBezTo>
                      <a:pt x="141" y="36"/>
                      <a:pt x="141" y="36"/>
                      <a:pt x="142" y="36"/>
                    </a:cubicBezTo>
                    <a:cubicBezTo>
                      <a:pt x="142" y="36"/>
                      <a:pt x="142" y="36"/>
                      <a:pt x="142" y="36"/>
                    </a:cubicBezTo>
                    <a:cubicBezTo>
                      <a:pt x="142" y="35"/>
                      <a:pt x="142" y="35"/>
                      <a:pt x="142" y="35"/>
                    </a:cubicBezTo>
                    <a:cubicBezTo>
                      <a:pt x="141" y="34"/>
                      <a:pt x="140" y="33"/>
                      <a:pt x="139" y="33"/>
                    </a:cubicBezTo>
                    <a:cubicBezTo>
                      <a:pt x="129" y="31"/>
                      <a:pt x="120" y="29"/>
                      <a:pt x="111" y="27"/>
                    </a:cubicBezTo>
                    <a:cubicBezTo>
                      <a:pt x="90" y="22"/>
                      <a:pt x="70" y="16"/>
                      <a:pt x="49" y="11"/>
                    </a:cubicBezTo>
                    <a:cubicBezTo>
                      <a:pt x="34" y="7"/>
                      <a:pt x="18" y="4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2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8" name="Freeform 26">
                <a:extLst>
                  <a:ext uri="{FF2B5EF4-FFF2-40B4-BE49-F238E27FC236}">
                    <a16:creationId xmlns:a16="http://schemas.microsoft.com/office/drawing/2014/main" id="{536FBC0F-04F7-490D-AE1C-214BAE957A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6" y="1696"/>
                <a:ext cx="86" cy="99"/>
              </a:xfrm>
              <a:custGeom>
                <a:avLst/>
                <a:gdLst>
                  <a:gd name="T0" fmla="*/ 5 w 59"/>
                  <a:gd name="T1" fmla="*/ 0 h 68"/>
                  <a:gd name="T2" fmla="*/ 5 w 59"/>
                  <a:gd name="T3" fmla="*/ 0 h 68"/>
                  <a:gd name="T4" fmla="*/ 5 w 59"/>
                  <a:gd name="T5" fmla="*/ 0 h 68"/>
                  <a:gd name="T6" fmla="*/ 5 w 59"/>
                  <a:gd name="T7" fmla="*/ 0 h 68"/>
                  <a:gd name="T8" fmla="*/ 0 w 59"/>
                  <a:gd name="T9" fmla="*/ 3 h 68"/>
                  <a:gd name="T10" fmla="*/ 0 w 59"/>
                  <a:gd name="T11" fmla="*/ 5 h 68"/>
                  <a:gd name="T12" fmla="*/ 4 w 59"/>
                  <a:gd name="T13" fmla="*/ 18 h 68"/>
                  <a:gd name="T14" fmla="*/ 16 w 59"/>
                  <a:gd name="T15" fmla="*/ 39 h 68"/>
                  <a:gd name="T16" fmla="*/ 26 w 59"/>
                  <a:gd name="T17" fmla="*/ 57 h 68"/>
                  <a:gd name="T18" fmla="*/ 29 w 59"/>
                  <a:gd name="T19" fmla="*/ 61 h 68"/>
                  <a:gd name="T20" fmla="*/ 29 w 59"/>
                  <a:gd name="T21" fmla="*/ 62 h 68"/>
                  <a:gd name="T22" fmla="*/ 40 w 59"/>
                  <a:gd name="T23" fmla="*/ 65 h 68"/>
                  <a:gd name="T24" fmla="*/ 40 w 59"/>
                  <a:gd name="T25" fmla="*/ 65 h 68"/>
                  <a:gd name="T26" fmla="*/ 40 w 59"/>
                  <a:gd name="T27" fmla="*/ 65 h 68"/>
                  <a:gd name="T28" fmla="*/ 40 w 59"/>
                  <a:gd name="T29" fmla="*/ 65 h 68"/>
                  <a:gd name="T30" fmla="*/ 40 w 59"/>
                  <a:gd name="T31" fmla="*/ 65 h 68"/>
                  <a:gd name="T32" fmla="*/ 40 w 59"/>
                  <a:gd name="T33" fmla="*/ 65 h 68"/>
                  <a:gd name="T34" fmla="*/ 40 w 59"/>
                  <a:gd name="T35" fmla="*/ 65 h 68"/>
                  <a:gd name="T36" fmla="*/ 41 w 59"/>
                  <a:gd name="T37" fmla="*/ 65 h 68"/>
                  <a:gd name="T38" fmla="*/ 41 w 59"/>
                  <a:gd name="T39" fmla="*/ 65 h 68"/>
                  <a:gd name="T40" fmla="*/ 44 w 59"/>
                  <a:gd name="T41" fmla="*/ 65 h 68"/>
                  <a:gd name="T42" fmla="*/ 44 w 59"/>
                  <a:gd name="T43" fmla="*/ 65 h 68"/>
                  <a:gd name="T44" fmla="*/ 44 w 59"/>
                  <a:gd name="T45" fmla="*/ 65 h 68"/>
                  <a:gd name="T46" fmla="*/ 44 w 59"/>
                  <a:gd name="T47" fmla="*/ 65 h 68"/>
                  <a:gd name="T48" fmla="*/ 58 w 59"/>
                  <a:gd name="T49" fmla="*/ 68 h 68"/>
                  <a:gd name="T50" fmla="*/ 58 w 59"/>
                  <a:gd name="T51" fmla="*/ 68 h 68"/>
                  <a:gd name="T52" fmla="*/ 58 w 59"/>
                  <a:gd name="T53" fmla="*/ 68 h 68"/>
                  <a:gd name="T54" fmla="*/ 58 w 59"/>
                  <a:gd name="T55" fmla="*/ 68 h 68"/>
                  <a:gd name="T56" fmla="*/ 59 w 59"/>
                  <a:gd name="T57" fmla="*/ 66 h 68"/>
                  <a:gd name="T58" fmla="*/ 55 w 59"/>
                  <a:gd name="T59" fmla="*/ 63 h 68"/>
                  <a:gd name="T60" fmla="*/ 40 w 59"/>
                  <a:gd name="T61" fmla="*/ 62 h 68"/>
                  <a:gd name="T62" fmla="*/ 29 w 59"/>
                  <a:gd name="T63" fmla="*/ 53 h 68"/>
                  <a:gd name="T64" fmla="*/ 25 w 59"/>
                  <a:gd name="T65" fmla="*/ 46 h 68"/>
                  <a:gd name="T66" fmla="*/ 11 w 59"/>
                  <a:gd name="T67" fmla="*/ 24 h 68"/>
                  <a:gd name="T68" fmla="*/ 3 w 59"/>
                  <a:gd name="T69" fmla="*/ 8 h 68"/>
                  <a:gd name="T70" fmla="*/ 3 w 59"/>
                  <a:gd name="T71" fmla="*/ 5 h 68"/>
                  <a:gd name="T72" fmla="*/ 5 w 59"/>
                  <a:gd name="T73" fmla="*/ 1 h 68"/>
                  <a:gd name="T74" fmla="*/ 5 w 59"/>
                  <a:gd name="T75" fmla="*/ 1 h 68"/>
                  <a:gd name="T76" fmla="*/ 5 w 59"/>
                  <a:gd name="T77" fmla="*/ 0 h 68"/>
                  <a:gd name="T78" fmla="*/ 5 w 59"/>
                  <a:gd name="T79" fmla="*/ 0 h 68"/>
                  <a:gd name="T80" fmla="*/ 5 w 59"/>
                  <a:gd name="T81" fmla="*/ 0 h 68"/>
                  <a:gd name="T82" fmla="*/ 5 w 59"/>
                  <a:gd name="T83" fmla="*/ 0 h 68"/>
                  <a:gd name="T84" fmla="*/ 5 w 59"/>
                  <a:gd name="T85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9" h="68">
                    <a:moveTo>
                      <a:pt x="5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1" y="10"/>
                      <a:pt x="2" y="14"/>
                      <a:pt x="4" y="18"/>
                    </a:cubicBezTo>
                    <a:cubicBezTo>
                      <a:pt x="8" y="25"/>
                      <a:pt x="12" y="32"/>
                      <a:pt x="16" y="39"/>
                    </a:cubicBezTo>
                    <a:cubicBezTo>
                      <a:pt x="20" y="44"/>
                      <a:pt x="24" y="50"/>
                      <a:pt x="26" y="57"/>
                    </a:cubicBezTo>
                    <a:cubicBezTo>
                      <a:pt x="27" y="59"/>
                      <a:pt x="28" y="60"/>
                      <a:pt x="29" y="61"/>
                    </a:cubicBezTo>
                    <a:cubicBezTo>
                      <a:pt x="29" y="61"/>
                      <a:pt x="29" y="61"/>
                      <a:pt x="29" y="62"/>
                    </a:cubicBezTo>
                    <a:cubicBezTo>
                      <a:pt x="32" y="64"/>
                      <a:pt x="36" y="65"/>
                      <a:pt x="40" y="65"/>
                    </a:cubicBezTo>
                    <a:cubicBezTo>
                      <a:pt x="40" y="65"/>
                      <a:pt x="40" y="65"/>
                      <a:pt x="40" y="65"/>
                    </a:cubicBezTo>
                    <a:cubicBezTo>
                      <a:pt x="40" y="65"/>
                      <a:pt x="40" y="65"/>
                      <a:pt x="40" y="65"/>
                    </a:cubicBezTo>
                    <a:cubicBezTo>
                      <a:pt x="40" y="65"/>
                      <a:pt x="40" y="65"/>
                      <a:pt x="40" y="65"/>
                    </a:cubicBezTo>
                    <a:cubicBezTo>
                      <a:pt x="40" y="65"/>
                      <a:pt x="40" y="65"/>
                      <a:pt x="40" y="65"/>
                    </a:cubicBezTo>
                    <a:cubicBezTo>
                      <a:pt x="40" y="65"/>
                      <a:pt x="40" y="65"/>
                      <a:pt x="40" y="65"/>
                    </a:cubicBezTo>
                    <a:cubicBezTo>
                      <a:pt x="40" y="65"/>
                      <a:pt x="40" y="65"/>
                      <a:pt x="40" y="65"/>
                    </a:cubicBezTo>
                    <a:cubicBezTo>
                      <a:pt x="40" y="65"/>
                      <a:pt x="41" y="65"/>
                      <a:pt x="41" y="65"/>
                    </a:cubicBezTo>
                    <a:cubicBezTo>
                      <a:pt x="41" y="65"/>
                      <a:pt x="41" y="65"/>
                      <a:pt x="41" y="65"/>
                    </a:cubicBezTo>
                    <a:cubicBezTo>
                      <a:pt x="42" y="65"/>
                      <a:pt x="43" y="65"/>
                      <a:pt x="44" y="65"/>
                    </a:cubicBezTo>
                    <a:cubicBezTo>
                      <a:pt x="44" y="65"/>
                      <a:pt x="44" y="65"/>
                      <a:pt x="44" y="65"/>
                    </a:cubicBezTo>
                    <a:cubicBezTo>
                      <a:pt x="44" y="65"/>
                      <a:pt x="44" y="65"/>
                      <a:pt x="44" y="65"/>
                    </a:cubicBezTo>
                    <a:cubicBezTo>
                      <a:pt x="44" y="65"/>
                      <a:pt x="44" y="65"/>
                      <a:pt x="44" y="65"/>
                    </a:cubicBezTo>
                    <a:cubicBezTo>
                      <a:pt x="49" y="65"/>
                      <a:pt x="53" y="66"/>
                      <a:pt x="58" y="68"/>
                    </a:cubicBezTo>
                    <a:cubicBezTo>
                      <a:pt x="58" y="68"/>
                      <a:pt x="58" y="68"/>
                      <a:pt x="58" y="68"/>
                    </a:cubicBezTo>
                    <a:cubicBezTo>
                      <a:pt x="58" y="68"/>
                      <a:pt x="58" y="68"/>
                      <a:pt x="58" y="68"/>
                    </a:cubicBezTo>
                    <a:cubicBezTo>
                      <a:pt x="58" y="68"/>
                      <a:pt x="58" y="68"/>
                      <a:pt x="58" y="68"/>
                    </a:cubicBezTo>
                    <a:cubicBezTo>
                      <a:pt x="58" y="67"/>
                      <a:pt x="59" y="67"/>
                      <a:pt x="59" y="66"/>
                    </a:cubicBezTo>
                    <a:cubicBezTo>
                      <a:pt x="59" y="64"/>
                      <a:pt x="57" y="63"/>
                      <a:pt x="55" y="63"/>
                    </a:cubicBezTo>
                    <a:cubicBezTo>
                      <a:pt x="50" y="62"/>
                      <a:pt x="45" y="62"/>
                      <a:pt x="40" y="62"/>
                    </a:cubicBezTo>
                    <a:cubicBezTo>
                      <a:pt x="34" y="62"/>
                      <a:pt x="31" y="59"/>
                      <a:pt x="29" y="53"/>
                    </a:cubicBezTo>
                    <a:cubicBezTo>
                      <a:pt x="28" y="51"/>
                      <a:pt x="27" y="48"/>
                      <a:pt x="25" y="46"/>
                    </a:cubicBezTo>
                    <a:cubicBezTo>
                      <a:pt x="20" y="39"/>
                      <a:pt x="15" y="32"/>
                      <a:pt x="11" y="24"/>
                    </a:cubicBezTo>
                    <a:cubicBezTo>
                      <a:pt x="8" y="19"/>
                      <a:pt x="6" y="13"/>
                      <a:pt x="3" y="8"/>
                    </a:cubicBezTo>
                    <a:cubicBezTo>
                      <a:pt x="3" y="7"/>
                      <a:pt x="3" y="6"/>
                      <a:pt x="3" y="5"/>
                    </a:cubicBezTo>
                    <a:cubicBezTo>
                      <a:pt x="3" y="3"/>
                      <a:pt x="3" y="2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9" name="Freeform 27">
                <a:extLst>
                  <a:ext uri="{FF2B5EF4-FFF2-40B4-BE49-F238E27FC236}">
                    <a16:creationId xmlns:a16="http://schemas.microsoft.com/office/drawing/2014/main" id="{66F406E8-81E9-4038-9A76-595E446ADE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0" y="2210"/>
                <a:ext cx="146" cy="14"/>
              </a:xfrm>
              <a:custGeom>
                <a:avLst/>
                <a:gdLst>
                  <a:gd name="T0" fmla="*/ 97 w 100"/>
                  <a:gd name="T1" fmla="*/ 0 h 10"/>
                  <a:gd name="T2" fmla="*/ 97 w 100"/>
                  <a:gd name="T3" fmla="*/ 0 h 10"/>
                  <a:gd name="T4" fmla="*/ 97 w 100"/>
                  <a:gd name="T5" fmla="*/ 0 h 10"/>
                  <a:gd name="T6" fmla="*/ 97 w 100"/>
                  <a:gd name="T7" fmla="*/ 0 h 10"/>
                  <a:gd name="T8" fmla="*/ 97 w 100"/>
                  <a:gd name="T9" fmla="*/ 0 h 10"/>
                  <a:gd name="T10" fmla="*/ 97 w 100"/>
                  <a:gd name="T11" fmla="*/ 0 h 10"/>
                  <a:gd name="T12" fmla="*/ 76 w 100"/>
                  <a:gd name="T13" fmla="*/ 2 h 10"/>
                  <a:gd name="T14" fmla="*/ 52 w 100"/>
                  <a:gd name="T15" fmla="*/ 3 h 10"/>
                  <a:gd name="T16" fmla="*/ 51 w 100"/>
                  <a:gd name="T17" fmla="*/ 3 h 10"/>
                  <a:gd name="T18" fmla="*/ 31 w 100"/>
                  <a:gd name="T19" fmla="*/ 5 h 10"/>
                  <a:gd name="T20" fmla="*/ 6 w 100"/>
                  <a:gd name="T21" fmla="*/ 6 h 10"/>
                  <a:gd name="T22" fmla="*/ 3 w 100"/>
                  <a:gd name="T23" fmla="*/ 7 h 10"/>
                  <a:gd name="T24" fmla="*/ 0 w 100"/>
                  <a:gd name="T25" fmla="*/ 9 h 10"/>
                  <a:gd name="T26" fmla="*/ 2 w 100"/>
                  <a:gd name="T27" fmla="*/ 10 h 10"/>
                  <a:gd name="T28" fmla="*/ 5 w 100"/>
                  <a:gd name="T29" fmla="*/ 10 h 10"/>
                  <a:gd name="T30" fmla="*/ 5 w 100"/>
                  <a:gd name="T31" fmla="*/ 10 h 10"/>
                  <a:gd name="T32" fmla="*/ 5 w 100"/>
                  <a:gd name="T33" fmla="*/ 10 h 10"/>
                  <a:gd name="T34" fmla="*/ 5 w 100"/>
                  <a:gd name="T35" fmla="*/ 10 h 10"/>
                  <a:gd name="T36" fmla="*/ 5 w 100"/>
                  <a:gd name="T37" fmla="*/ 10 h 10"/>
                  <a:gd name="T38" fmla="*/ 5 w 100"/>
                  <a:gd name="T39" fmla="*/ 10 h 10"/>
                  <a:gd name="T40" fmla="*/ 6 w 100"/>
                  <a:gd name="T41" fmla="*/ 10 h 10"/>
                  <a:gd name="T42" fmla="*/ 6 w 100"/>
                  <a:gd name="T43" fmla="*/ 10 h 10"/>
                  <a:gd name="T44" fmla="*/ 6 w 100"/>
                  <a:gd name="T45" fmla="*/ 10 h 10"/>
                  <a:gd name="T46" fmla="*/ 16 w 100"/>
                  <a:gd name="T47" fmla="*/ 9 h 10"/>
                  <a:gd name="T48" fmla="*/ 21 w 100"/>
                  <a:gd name="T49" fmla="*/ 9 h 10"/>
                  <a:gd name="T50" fmla="*/ 44 w 100"/>
                  <a:gd name="T51" fmla="*/ 7 h 10"/>
                  <a:gd name="T52" fmla="*/ 67 w 100"/>
                  <a:gd name="T53" fmla="*/ 5 h 10"/>
                  <a:gd name="T54" fmla="*/ 94 w 100"/>
                  <a:gd name="T55" fmla="*/ 3 h 10"/>
                  <a:gd name="T56" fmla="*/ 100 w 100"/>
                  <a:gd name="T57" fmla="*/ 2 h 10"/>
                  <a:gd name="T58" fmla="*/ 100 w 100"/>
                  <a:gd name="T59" fmla="*/ 2 h 10"/>
                  <a:gd name="T60" fmla="*/ 99 w 100"/>
                  <a:gd name="T61" fmla="*/ 1 h 10"/>
                  <a:gd name="T62" fmla="*/ 99 w 100"/>
                  <a:gd name="T63" fmla="*/ 1 h 10"/>
                  <a:gd name="T64" fmla="*/ 99 w 100"/>
                  <a:gd name="T65" fmla="*/ 1 h 10"/>
                  <a:gd name="T66" fmla="*/ 97 w 100"/>
                  <a:gd name="T67" fmla="*/ 0 h 10"/>
                  <a:gd name="T68" fmla="*/ 97 w 100"/>
                  <a:gd name="T69" fmla="*/ 0 h 10"/>
                  <a:gd name="T70" fmla="*/ 97 w 100"/>
                  <a:gd name="T71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0" h="10">
                    <a:moveTo>
                      <a:pt x="97" y="0"/>
                    </a:moveTo>
                    <a:cubicBezTo>
                      <a:pt x="97" y="0"/>
                      <a:pt x="97" y="0"/>
                      <a:pt x="97" y="0"/>
                    </a:cubicBezTo>
                    <a:cubicBezTo>
                      <a:pt x="97" y="0"/>
                      <a:pt x="97" y="0"/>
                      <a:pt x="97" y="0"/>
                    </a:cubicBezTo>
                    <a:cubicBezTo>
                      <a:pt x="97" y="0"/>
                      <a:pt x="97" y="0"/>
                      <a:pt x="97" y="0"/>
                    </a:cubicBezTo>
                    <a:cubicBezTo>
                      <a:pt x="97" y="0"/>
                      <a:pt x="97" y="0"/>
                      <a:pt x="97" y="0"/>
                    </a:cubicBezTo>
                    <a:cubicBezTo>
                      <a:pt x="97" y="0"/>
                      <a:pt x="97" y="0"/>
                      <a:pt x="97" y="0"/>
                    </a:cubicBezTo>
                    <a:cubicBezTo>
                      <a:pt x="90" y="1"/>
                      <a:pt x="83" y="2"/>
                      <a:pt x="76" y="2"/>
                    </a:cubicBezTo>
                    <a:cubicBezTo>
                      <a:pt x="68" y="3"/>
                      <a:pt x="60" y="3"/>
                      <a:pt x="52" y="3"/>
                    </a:cubicBezTo>
                    <a:cubicBezTo>
                      <a:pt x="52" y="3"/>
                      <a:pt x="51" y="3"/>
                      <a:pt x="51" y="3"/>
                    </a:cubicBezTo>
                    <a:cubicBezTo>
                      <a:pt x="44" y="4"/>
                      <a:pt x="37" y="5"/>
                      <a:pt x="31" y="5"/>
                    </a:cubicBezTo>
                    <a:cubicBezTo>
                      <a:pt x="22" y="6"/>
                      <a:pt x="14" y="6"/>
                      <a:pt x="6" y="6"/>
                    </a:cubicBezTo>
                    <a:cubicBezTo>
                      <a:pt x="5" y="7"/>
                      <a:pt x="4" y="6"/>
                      <a:pt x="3" y="7"/>
                    </a:cubicBezTo>
                    <a:cubicBezTo>
                      <a:pt x="2" y="7"/>
                      <a:pt x="2" y="8"/>
                      <a:pt x="0" y="9"/>
                    </a:cubicBezTo>
                    <a:cubicBezTo>
                      <a:pt x="1" y="10"/>
                      <a:pt x="1" y="10"/>
                      <a:pt x="2" y="10"/>
                    </a:cubicBezTo>
                    <a:cubicBezTo>
                      <a:pt x="3" y="10"/>
                      <a:pt x="4" y="10"/>
                      <a:pt x="5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10"/>
                      <a:pt x="5" y="10"/>
                      <a:pt x="6" y="10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9" y="9"/>
                      <a:pt x="13" y="9"/>
                      <a:pt x="16" y="9"/>
                    </a:cubicBezTo>
                    <a:cubicBezTo>
                      <a:pt x="18" y="9"/>
                      <a:pt x="20" y="9"/>
                      <a:pt x="21" y="9"/>
                    </a:cubicBezTo>
                    <a:cubicBezTo>
                      <a:pt x="29" y="8"/>
                      <a:pt x="36" y="7"/>
                      <a:pt x="44" y="7"/>
                    </a:cubicBezTo>
                    <a:cubicBezTo>
                      <a:pt x="51" y="6"/>
                      <a:pt x="59" y="6"/>
                      <a:pt x="67" y="5"/>
                    </a:cubicBezTo>
                    <a:cubicBezTo>
                      <a:pt x="76" y="5"/>
                      <a:pt x="85" y="4"/>
                      <a:pt x="94" y="3"/>
                    </a:cubicBezTo>
                    <a:cubicBezTo>
                      <a:pt x="96" y="3"/>
                      <a:pt x="98" y="3"/>
                      <a:pt x="100" y="2"/>
                    </a:cubicBezTo>
                    <a:cubicBezTo>
                      <a:pt x="100" y="2"/>
                      <a:pt x="100" y="2"/>
                      <a:pt x="100" y="2"/>
                    </a:cubicBezTo>
                    <a:cubicBezTo>
                      <a:pt x="100" y="2"/>
                      <a:pt x="99" y="2"/>
                      <a:pt x="99" y="1"/>
                    </a:cubicBezTo>
                    <a:cubicBezTo>
                      <a:pt x="99" y="1"/>
                      <a:pt x="99" y="1"/>
                      <a:pt x="99" y="1"/>
                    </a:cubicBezTo>
                    <a:cubicBezTo>
                      <a:pt x="99" y="1"/>
                      <a:pt x="99" y="1"/>
                      <a:pt x="99" y="1"/>
                    </a:cubicBezTo>
                    <a:cubicBezTo>
                      <a:pt x="98" y="1"/>
                      <a:pt x="98" y="0"/>
                      <a:pt x="97" y="0"/>
                    </a:cubicBezTo>
                    <a:cubicBezTo>
                      <a:pt x="97" y="0"/>
                      <a:pt x="97" y="0"/>
                      <a:pt x="97" y="0"/>
                    </a:cubicBezTo>
                    <a:cubicBezTo>
                      <a:pt x="97" y="0"/>
                      <a:pt x="97" y="0"/>
                      <a:pt x="97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0" name="Freeform 28">
                <a:extLst>
                  <a:ext uri="{FF2B5EF4-FFF2-40B4-BE49-F238E27FC236}">
                    <a16:creationId xmlns:a16="http://schemas.microsoft.com/office/drawing/2014/main" id="{95AF298F-1BA3-41BB-98B8-ACE924DBA6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7" y="2329"/>
                <a:ext cx="143" cy="25"/>
              </a:xfrm>
              <a:custGeom>
                <a:avLst/>
                <a:gdLst>
                  <a:gd name="T0" fmla="*/ 3 w 98"/>
                  <a:gd name="T1" fmla="*/ 0 h 17"/>
                  <a:gd name="T2" fmla="*/ 3 w 98"/>
                  <a:gd name="T3" fmla="*/ 0 h 17"/>
                  <a:gd name="T4" fmla="*/ 1 w 98"/>
                  <a:gd name="T5" fmla="*/ 1 h 17"/>
                  <a:gd name="T6" fmla="*/ 1 w 98"/>
                  <a:gd name="T7" fmla="*/ 1 h 17"/>
                  <a:gd name="T8" fmla="*/ 0 w 98"/>
                  <a:gd name="T9" fmla="*/ 1 h 17"/>
                  <a:gd name="T10" fmla="*/ 0 w 98"/>
                  <a:gd name="T11" fmla="*/ 1 h 17"/>
                  <a:gd name="T12" fmla="*/ 0 w 98"/>
                  <a:gd name="T13" fmla="*/ 2 h 17"/>
                  <a:gd name="T14" fmla="*/ 97 w 98"/>
                  <a:gd name="T15" fmla="*/ 17 h 17"/>
                  <a:gd name="T16" fmla="*/ 97 w 98"/>
                  <a:gd name="T17" fmla="*/ 17 h 17"/>
                  <a:gd name="T18" fmla="*/ 97 w 98"/>
                  <a:gd name="T19" fmla="*/ 17 h 17"/>
                  <a:gd name="T20" fmla="*/ 97 w 98"/>
                  <a:gd name="T21" fmla="*/ 17 h 17"/>
                  <a:gd name="T22" fmla="*/ 97 w 98"/>
                  <a:gd name="T23" fmla="*/ 17 h 17"/>
                  <a:gd name="T24" fmla="*/ 97 w 98"/>
                  <a:gd name="T25" fmla="*/ 17 h 17"/>
                  <a:gd name="T26" fmla="*/ 97 w 98"/>
                  <a:gd name="T27" fmla="*/ 17 h 17"/>
                  <a:gd name="T28" fmla="*/ 97 w 98"/>
                  <a:gd name="T29" fmla="*/ 17 h 17"/>
                  <a:gd name="T30" fmla="*/ 97 w 98"/>
                  <a:gd name="T31" fmla="*/ 17 h 17"/>
                  <a:gd name="T32" fmla="*/ 98 w 98"/>
                  <a:gd name="T33" fmla="*/ 16 h 17"/>
                  <a:gd name="T34" fmla="*/ 98 w 98"/>
                  <a:gd name="T35" fmla="*/ 16 h 17"/>
                  <a:gd name="T36" fmla="*/ 98 w 98"/>
                  <a:gd name="T37" fmla="*/ 16 h 17"/>
                  <a:gd name="T38" fmla="*/ 98 w 98"/>
                  <a:gd name="T39" fmla="*/ 16 h 17"/>
                  <a:gd name="T40" fmla="*/ 98 w 98"/>
                  <a:gd name="T41" fmla="*/ 16 h 17"/>
                  <a:gd name="T42" fmla="*/ 94 w 98"/>
                  <a:gd name="T43" fmla="*/ 14 h 17"/>
                  <a:gd name="T44" fmla="*/ 68 w 98"/>
                  <a:gd name="T45" fmla="*/ 10 h 17"/>
                  <a:gd name="T46" fmla="*/ 52 w 98"/>
                  <a:gd name="T47" fmla="*/ 8 h 17"/>
                  <a:gd name="T48" fmla="*/ 28 w 98"/>
                  <a:gd name="T49" fmla="*/ 4 h 17"/>
                  <a:gd name="T50" fmla="*/ 4 w 98"/>
                  <a:gd name="T51" fmla="*/ 0 h 17"/>
                  <a:gd name="T52" fmla="*/ 3 w 98"/>
                  <a:gd name="T53" fmla="*/ 0 h 17"/>
                  <a:gd name="T54" fmla="*/ 3 w 98"/>
                  <a:gd name="T55" fmla="*/ 0 h 17"/>
                  <a:gd name="T56" fmla="*/ 3 w 98"/>
                  <a:gd name="T5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98" h="17">
                    <a:moveTo>
                      <a:pt x="3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2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ubicBezTo>
                      <a:pt x="32" y="8"/>
                      <a:pt x="65" y="12"/>
                      <a:pt x="97" y="17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7" y="17"/>
                      <a:pt x="98" y="17"/>
                      <a:pt x="98" y="16"/>
                    </a:cubicBezTo>
                    <a:cubicBezTo>
                      <a:pt x="98" y="16"/>
                      <a:pt x="98" y="16"/>
                      <a:pt x="98" y="16"/>
                    </a:cubicBezTo>
                    <a:cubicBezTo>
                      <a:pt x="98" y="16"/>
                      <a:pt x="98" y="16"/>
                      <a:pt x="98" y="16"/>
                    </a:cubicBezTo>
                    <a:cubicBezTo>
                      <a:pt x="98" y="16"/>
                      <a:pt x="98" y="16"/>
                      <a:pt x="98" y="16"/>
                    </a:cubicBezTo>
                    <a:cubicBezTo>
                      <a:pt x="98" y="16"/>
                      <a:pt x="98" y="16"/>
                      <a:pt x="98" y="16"/>
                    </a:cubicBezTo>
                    <a:cubicBezTo>
                      <a:pt x="97" y="14"/>
                      <a:pt x="95" y="14"/>
                      <a:pt x="94" y="14"/>
                    </a:cubicBezTo>
                    <a:cubicBezTo>
                      <a:pt x="85" y="13"/>
                      <a:pt x="77" y="12"/>
                      <a:pt x="68" y="10"/>
                    </a:cubicBezTo>
                    <a:cubicBezTo>
                      <a:pt x="63" y="9"/>
                      <a:pt x="57" y="9"/>
                      <a:pt x="52" y="8"/>
                    </a:cubicBezTo>
                    <a:cubicBezTo>
                      <a:pt x="44" y="7"/>
                      <a:pt x="36" y="5"/>
                      <a:pt x="28" y="4"/>
                    </a:cubicBezTo>
                    <a:cubicBezTo>
                      <a:pt x="20" y="3"/>
                      <a:pt x="12" y="2"/>
                      <a:pt x="4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1" name="Freeform 29">
                <a:extLst>
                  <a:ext uri="{FF2B5EF4-FFF2-40B4-BE49-F238E27FC236}">
                    <a16:creationId xmlns:a16="http://schemas.microsoft.com/office/drawing/2014/main" id="{02D0CE2B-3958-4400-A4BC-17F8A28B79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4" y="2127"/>
                <a:ext cx="134" cy="38"/>
              </a:xfrm>
              <a:custGeom>
                <a:avLst/>
                <a:gdLst>
                  <a:gd name="T0" fmla="*/ 2 w 92"/>
                  <a:gd name="T1" fmla="*/ 0 h 26"/>
                  <a:gd name="T2" fmla="*/ 2 w 92"/>
                  <a:gd name="T3" fmla="*/ 0 h 26"/>
                  <a:gd name="T4" fmla="*/ 2 w 92"/>
                  <a:gd name="T5" fmla="*/ 0 h 26"/>
                  <a:gd name="T6" fmla="*/ 1 w 92"/>
                  <a:gd name="T7" fmla="*/ 0 h 26"/>
                  <a:gd name="T8" fmla="*/ 0 w 92"/>
                  <a:gd name="T9" fmla="*/ 0 h 26"/>
                  <a:gd name="T10" fmla="*/ 0 w 92"/>
                  <a:gd name="T11" fmla="*/ 0 h 26"/>
                  <a:gd name="T12" fmla="*/ 0 w 92"/>
                  <a:gd name="T13" fmla="*/ 0 h 26"/>
                  <a:gd name="T14" fmla="*/ 2 w 92"/>
                  <a:gd name="T15" fmla="*/ 2 h 26"/>
                  <a:gd name="T16" fmla="*/ 88 w 92"/>
                  <a:gd name="T17" fmla="*/ 26 h 26"/>
                  <a:gd name="T18" fmla="*/ 92 w 92"/>
                  <a:gd name="T19" fmla="*/ 26 h 26"/>
                  <a:gd name="T20" fmla="*/ 92 w 92"/>
                  <a:gd name="T21" fmla="*/ 26 h 26"/>
                  <a:gd name="T22" fmla="*/ 90 w 92"/>
                  <a:gd name="T23" fmla="*/ 24 h 26"/>
                  <a:gd name="T24" fmla="*/ 86 w 92"/>
                  <a:gd name="T25" fmla="*/ 23 h 26"/>
                  <a:gd name="T26" fmla="*/ 41 w 92"/>
                  <a:gd name="T27" fmla="*/ 10 h 26"/>
                  <a:gd name="T28" fmla="*/ 3 w 92"/>
                  <a:gd name="T29" fmla="*/ 0 h 26"/>
                  <a:gd name="T30" fmla="*/ 3 w 92"/>
                  <a:gd name="T31" fmla="*/ 0 h 26"/>
                  <a:gd name="T32" fmla="*/ 3 w 92"/>
                  <a:gd name="T33" fmla="*/ 0 h 26"/>
                  <a:gd name="T34" fmla="*/ 3 w 92"/>
                  <a:gd name="T35" fmla="*/ 0 h 26"/>
                  <a:gd name="T36" fmla="*/ 3 w 92"/>
                  <a:gd name="T37" fmla="*/ 0 h 26"/>
                  <a:gd name="T38" fmla="*/ 3 w 92"/>
                  <a:gd name="T39" fmla="*/ 0 h 26"/>
                  <a:gd name="T40" fmla="*/ 2 w 92"/>
                  <a:gd name="T41" fmla="*/ 0 h 26"/>
                  <a:gd name="T42" fmla="*/ 2 w 92"/>
                  <a:gd name="T43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2" h="26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1"/>
                      <a:pt x="1" y="1"/>
                      <a:pt x="2" y="2"/>
                    </a:cubicBezTo>
                    <a:cubicBezTo>
                      <a:pt x="31" y="10"/>
                      <a:pt x="59" y="18"/>
                      <a:pt x="88" y="26"/>
                    </a:cubicBezTo>
                    <a:cubicBezTo>
                      <a:pt x="89" y="26"/>
                      <a:pt x="90" y="26"/>
                      <a:pt x="92" y="26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91" y="25"/>
                      <a:pt x="91" y="24"/>
                      <a:pt x="90" y="24"/>
                    </a:cubicBezTo>
                    <a:cubicBezTo>
                      <a:pt x="89" y="23"/>
                      <a:pt x="87" y="23"/>
                      <a:pt x="86" y="23"/>
                    </a:cubicBezTo>
                    <a:cubicBezTo>
                      <a:pt x="71" y="19"/>
                      <a:pt x="56" y="14"/>
                      <a:pt x="41" y="10"/>
                    </a:cubicBezTo>
                    <a:cubicBezTo>
                      <a:pt x="28" y="7"/>
                      <a:pt x="16" y="3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2" name="Freeform 30">
                <a:extLst>
                  <a:ext uri="{FF2B5EF4-FFF2-40B4-BE49-F238E27FC236}">
                    <a16:creationId xmlns:a16="http://schemas.microsoft.com/office/drawing/2014/main" id="{9EC167F8-3821-4BDD-A453-DCAEBD0524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5" y="2156"/>
                <a:ext cx="102" cy="9"/>
              </a:xfrm>
              <a:custGeom>
                <a:avLst/>
                <a:gdLst>
                  <a:gd name="T0" fmla="*/ 67 w 70"/>
                  <a:gd name="T1" fmla="*/ 0 h 6"/>
                  <a:gd name="T2" fmla="*/ 67 w 70"/>
                  <a:gd name="T3" fmla="*/ 0 h 6"/>
                  <a:gd name="T4" fmla="*/ 67 w 70"/>
                  <a:gd name="T5" fmla="*/ 0 h 6"/>
                  <a:gd name="T6" fmla="*/ 67 w 70"/>
                  <a:gd name="T7" fmla="*/ 0 h 6"/>
                  <a:gd name="T8" fmla="*/ 62 w 70"/>
                  <a:gd name="T9" fmla="*/ 0 h 6"/>
                  <a:gd name="T10" fmla="*/ 33 w 70"/>
                  <a:gd name="T11" fmla="*/ 2 h 6"/>
                  <a:gd name="T12" fmla="*/ 9 w 70"/>
                  <a:gd name="T13" fmla="*/ 3 h 6"/>
                  <a:gd name="T14" fmla="*/ 3 w 70"/>
                  <a:gd name="T15" fmla="*/ 4 h 6"/>
                  <a:gd name="T16" fmla="*/ 0 w 70"/>
                  <a:gd name="T17" fmla="*/ 5 h 6"/>
                  <a:gd name="T18" fmla="*/ 0 w 70"/>
                  <a:gd name="T19" fmla="*/ 5 h 6"/>
                  <a:gd name="T20" fmla="*/ 0 w 70"/>
                  <a:gd name="T21" fmla="*/ 5 h 6"/>
                  <a:gd name="T22" fmla="*/ 0 w 70"/>
                  <a:gd name="T23" fmla="*/ 5 h 6"/>
                  <a:gd name="T24" fmla="*/ 0 w 70"/>
                  <a:gd name="T25" fmla="*/ 5 h 6"/>
                  <a:gd name="T26" fmla="*/ 1 w 70"/>
                  <a:gd name="T27" fmla="*/ 5 h 6"/>
                  <a:gd name="T28" fmla="*/ 1 w 70"/>
                  <a:gd name="T29" fmla="*/ 5 h 6"/>
                  <a:gd name="T30" fmla="*/ 1 w 70"/>
                  <a:gd name="T31" fmla="*/ 5 h 6"/>
                  <a:gd name="T32" fmla="*/ 2 w 70"/>
                  <a:gd name="T33" fmla="*/ 6 h 6"/>
                  <a:gd name="T34" fmla="*/ 2 w 70"/>
                  <a:gd name="T35" fmla="*/ 6 h 6"/>
                  <a:gd name="T36" fmla="*/ 2 w 70"/>
                  <a:gd name="T37" fmla="*/ 6 h 6"/>
                  <a:gd name="T38" fmla="*/ 2 w 70"/>
                  <a:gd name="T39" fmla="*/ 6 h 6"/>
                  <a:gd name="T40" fmla="*/ 2 w 70"/>
                  <a:gd name="T41" fmla="*/ 6 h 6"/>
                  <a:gd name="T42" fmla="*/ 2 w 70"/>
                  <a:gd name="T43" fmla="*/ 6 h 6"/>
                  <a:gd name="T44" fmla="*/ 2 w 70"/>
                  <a:gd name="T45" fmla="*/ 6 h 6"/>
                  <a:gd name="T46" fmla="*/ 32 w 70"/>
                  <a:gd name="T47" fmla="*/ 4 h 6"/>
                  <a:gd name="T48" fmla="*/ 58 w 70"/>
                  <a:gd name="T49" fmla="*/ 2 h 6"/>
                  <a:gd name="T50" fmla="*/ 70 w 70"/>
                  <a:gd name="T51" fmla="*/ 1 h 6"/>
                  <a:gd name="T52" fmla="*/ 70 w 70"/>
                  <a:gd name="T53" fmla="*/ 0 h 6"/>
                  <a:gd name="T54" fmla="*/ 70 w 70"/>
                  <a:gd name="T55" fmla="*/ 0 h 6"/>
                  <a:gd name="T56" fmla="*/ 70 w 70"/>
                  <a:gd name="T57" fmla="*/ 0 h 6"/>
                  <a:gd name="T58" fmla="*/ 70 w 70"/>
                  <a:gd name="T59" fmla="*/ 0 h 6"/>
                  <a:gd name="T60" fmla="*/ 70 w 70"/>
                  <a:gd name="T61" fmla="*/ 0 h 6"/>
                  <a:gd name="T62" fmla="*/ 67 w 70"/>
                  <a:gd name="T63" fmla="*/ 0 h 6"/>
                  <a:gd name="T64" fmla="*/ 67 w 70"/>
                  <a:gd name="T65" fmla="*/ 0 h 6"/>
                  <a:gd name="T66" fmla="*/ 67 w 70"/>
                  <a:gd name="T6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70" h="6">
                    <a:moveTo>
                      <a:pt x="67" y="0"/>
                    </a:moveTo>
                    <a:cubicBezTo>
                      <a:pt x="67" y="0"/>
                      <a:pt x="67" y="0"/>
                      <a:pt x="67" y="0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5" y="0"/>
                      <a:pt x="64" y="0"/>
                      <a:pt x="62" y="0"/>
                    </a:cubicBezTo>
                    <a:cubicBezTo>
                      <a:pt x="52" y="1"/>
                      <a:pt x="43" y="2"/>
                      <a:pt x="33" y="2"/>
                    </a:cubicBezTo>
                    <a:cubicBezTo>
                      <a:pt x="25" y="3"/>
                      <a:pt x="17" y="3"/>
                      <a:pt x="9" y="3"/>
                    </a:cubicBezTo>
                    <a:cubicBezTo>
                      <a:pt x="7" y="3"/>
                      <a:pt x="5" y="3"/>
                      <a:pt x="3" y="4"/>
                    </a:cubicBezTo>
                    <a:cubicBezTo>
                      <a:pt x="2" y="4"/>
                      <a:pt x="2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2" y="5"/>
                      <a:pt x="2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12" y="5"/>
                      <a:pt x="22" y="5"/>
                      <a:pt x="32" y="4"/>
                    </a:cubicBezTo>
                    <a:cubicBezTo>
                      <a:pt x="41" y="4"/>
                      <a:pt x="49" y="3"/>
                      <a:pt x="58" y="2"/>
                    </a:cubicBezTo>
                    <a:cubicBezTo>
                      <a:pt x="62" y="2"/>
                      <a:pt x="66" y="2"/>
                      <a:pt x="70" y="1"/>
                    </a:cubicBezTo>
                    <a:cubicBezTo>
                      <a:pt x="70" y="1"/>
                      <a:pt x="70" y="0"/>
                      <a:pt x="70" y="0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69" y="0"/>
                      <a:pt x="68" y="0"/>
                      <a:pt x="67" y="0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7" y="0"/>
                      <a:pt x="67" y="0"/>
                      <a:pt x="67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3" name="Freeform 31">
                <a:extLst>
                  <a:ext uri="{FF2B5EF4-FFF2-40B4-BE49-F238E27FC236}">
                    <a16:creationId xmlns:a16="http://schemas.microsoft.com/office/drawing/2014/main" id="{359AD584-249F-4F5E-A96C-EC32CD7425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9" y="2090"/>
                <a:ext cx="30" cy="3"/>
              </a:xfrm>
              <a:custGeom>
                <a:avLst/>
                <a:gdLst>
                  <a:gd name="T0" fmla="*/ 11 w 21"/>
                  <a:gd name="T1" fmla="*/ 0 h 2"/>
                  <a:gd name="T2" fmla="*/ 11 w 21"/>
                  <a:gd name="T3" fmla="*/ 0 h 2"/>
                  <a:gd name="T4" fmla="*/ 7 w 21"/>
                  <a:gd name="T5" fmla="*/ 0 h 2"/>
                  <a:gd name="T6" fmla="*/ 7 w 21"/>
                  <a:gd name="T7" fmla="*/ 0 h 2"/>
                  <a:gd name="T8" fmla="*/ 7 w 21"/>
                  <a:gd name="T9" fmla="*/ 0 h 2"/>
                  <a:gd name="T10" fmla="*/ 6 w 21"/>
                  <a:gd name="T11" fmla="*/ 0 h 2"/>
                  <a:gd name="T12" fmla="*/ 6 w 21"/>
                  <a:gd name="T13" fmla="*/ 0 h 2"/>
                  <a:gd name="T14" fmla="*/ 6 w 21"/>
                  <a:gd name="T15" fmla="*/ 0 h 2"/>
                  <a:gd name="T16" fmla="*/ 6 w 21"/>
                  <a:gd name="T17" fmla="*/ 0 h 2"/>
                  <a:gd name="T18" fmla="*/ 6 w 21"/>
                  <a:gd name="T19" fmla="*/ 0 h 2"/>
                  <a:gd name="T20" fmla="*/ 5 w 21"/>
                  <a:gd name="T21" fmla="*/ 0 h 2"/>
                  <a:gd name="T22" fmla="*/ 5 w 21"/>
                  <a:gd name="T23" fmla="*/ 0 h 2"/>
                  <a:gd name="T24" fmla="*/ 5 w 21"/>
                  <a:gd name="T25" fmla="*/ 0 h 2"/>
                  <a:gd name="T26" fmla="*/ 5 w 21"/>
                  <a:gd name="T27" fmla="*/ 0 h 2"/>
                  <a:gd name="T28" fmla="*/ 4 w 21"/>
                  <a:gd name="T29" fmla="*/ 0 h 2"/>
                  <a:gd name="T30" fmla="*/ 4 w 21"/>
                  <a:gd name="T31" fmla="*/ 0 h 2"/>
                  <a:gd name="T32" fmla="*/ 4 w 21"/>
                  <a:gd name="T33" fmla="*/ 0 h 2"/>
                  <a:gd name="T34" fmla="*/ 4 w 21"/>
                  <a:gd name="T35" fmla="*/ 0 h 2"/>
                  <a:gd name="T36" fmla="*/ 0 w 21"/>
                  <a:gd name="T37" fmla="*/ 1 h 2"/>
                  <a:gd name="T38" fmla="*/ 0 w 21"/>
                  <a:gd name="T39" fmla="*/ 1 h 2"/>
                  <a:gd name="T40" fmla="*/ 0 w 21"/>
                  <a:gd name="T41" fmla="*/ 1 h 2"/>
                  <a:gd name="T42" fmla="*/ 0 w 21"/>
                  <a:gd name="T43" fmla="*/ 1 h 2"/>
                  <a:gd name="T44" fmla="*/ 0 w 21"/>
                  <a:gd name="T45" fmla="*/ 1 h 2"/>
                  <a:gd name="T46" fmla="*/ 0 w 21"/>
                  <a:gd name="T47" fmla="*/ 1 h 2"/>
                  <a:gd name="T48" fmla="*/ 11 w 21"/>
                  <a:gd name="T49" fmla="*/ 2 h 2"/>
                  <a:gd name="T50" fmla="*/ 11 w 21"/>
                  <a:gd name="T51" fmla="*/ 2 h 2"/>
                  <a:gd name="T52" fmla="*/ 11 w 21"/>
                  <a:gd name="T53" fmla="*/ 2 h 2"/>
                  <a:gd name="T54" fmla="*/ 11 w 21"/>
                  <a:gd name="T55" fmla="*/ 2 h 2"/>
                  <a:gd name="T56" fmla="*/ 21 w 21"/>
                  <a:gd name="T57" fmla="*/ 2 h 2"/>
                  <a:gd name="T58" fmla="*/ 21 w 21"/>
                  <a:gd name="T59" fmla="*/ 1 h 2"/>
                  <a:gd name="T60" fmla="*/ 21 w 21"/>
                  <a:gd name="T61" fmla="*/ 1 h 2"/>
                  <a:gd name="T62" fmla="*/ 21 w 21"/>
                  <a:gd name="T63" fmla="*/ 1 h 2"/>
                  <a:gd name="T64" fmla="*/ 21 w 21"/>
                  <a:gd name="T65" fmla="*/ 1 h 2"/>
                  <a:gd name="T66" fmla="*/ 21 w 21"/>
                  <a:gd name="T67" fmla="*/ 1 h 2"/>
                  <a:gd name="T68" fmla="*/ 18 w 21"/>
                  <a:gd name="T69" fmla="*/ 0 h 2"/>
                  <a:gd name="T70" fmla="*/ 18 w 21"/>
                  <a:gd name="T71" fmla="*/ 0 h 2"/>
                  <a:gd name="T72" fmla="*/ 18 w 21"/>
                  <a:gd name="T73" fmla="*/ 0 h 2"/>
                  <a:gd name="T74" fmla="*/ 18 w 21"/>
                  <a:gd name="T75" fmla="*/ 0 h 2"/>
                  <a:gd name="T76" fmla="*/ 17 w 21"/>
                  <a:gd name="T77" fmla="*/ 0 h 2"/>
                  <a:gd name="T78" fmla="*/ 16 w 21"/>
                  <a:gd name="T79" fmla="*/ 0 h 2"/>
                  <a:gd name="T80" fmla="*/ 16 w 21"/>
                  <a:gd name="T81" fmla="*/ 0 h 2"/>
                  <a:gd name="T82" fmla="*/ 15 w 21"/>
                  <a:gd name="T83" fmla="*/ 0 h 2"/>
                  <a:gd name="T84" fmla="*/ 15 w 21"/>
                  <a:gd name="T85" fmla="*/ 0 h 2"/>
                  <a:gd name="T86" fmla="*/ 15 w 21"/>
                  <a:gd name="T87" fmla="*/ 0 h 2"/>
                  <a:gd name="T88" fmla="*/ 15 w 21"/>
                  <a:gd name="T89" fmla="*/ 0 h 2"/>
                  <a:gd name="T90" fmla="*/ 15 w 21"/>
                  <a:gd name="T91" fmla="*/ 0 h 2"/>
                  <a:gd name="T92" fmla="*/ 15 w 21"/>
                  <a:gd name="T93" fmla="*/ 0 h 2"/>
                  <a:gd name="T94" fmla="*/ 15 w 21"/>
                  <a:gd name="T95" fmla="*/ 0 h 2"/>
                  <a:gd name="T96" fmla="*/ 15 w 21"/>
                  <a:gd name="T97" fmla="*/ 0 h 2"/>
                  <a:gd name="T98" fmla="*/ 14 w 21"/>
                  <a:gd name="T99" fmla="*/ 0 h 2"/>
                  <a:gd name="T100" fmla="*/ 11 w 21"/>
                  <a:gd name="T101" fmla="*/ 0 h 2"/>
                  <a:gd name="T102" fmla="*/ 11 w 21"/>
                  <a:gd name="T103" fmla="*/ 0 h 2"/>
                  <a:gd name="T104" fmla="*/ 11 w 21"/>
                  <a:gd name="T10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1" h="2">
                    <a:moveTo>
                      <a:pt x="11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10" y="0"/>
                      <a:pt x="9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7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4" y="2"/>
                      <a:pt x="7" y="2"/>
                      <a:pt x="11" y="2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4" y="2"/>
                      <a:pt x="18" y="2"/>
                      <a:pt x="21" y="2"/>
                    </a:cubicBezTo>
                    <a:cubicBezTo>
                      <a:pt x="21" y="2"/>
                      <a:pt x="21" y="1"/>
                      <a:pt x="21" y="1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20" y="0"/>
                      <a:pt x="19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4" y="0"/>
                      <a:pt x="14" y="0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4" name="Freeform 32">
                <a:extLst>
                  <a:ext uri="{FF2B5EF4-FFF2-40B4-BE49-F238E27FC236}">
                    <a16:creationId xmlns:a16="http://schemas.microsoft.com/office/drawing/2014/main" id="{8C6F5A02-96E8-440C-9C1B-13CE9C5B36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8" y="1945"/>
                <a:ext cx="1202" cy="67"/>
              </a:xfrm>
              <a:custGeom>
                <a:avLst/>
                <a:gdLst>
                  <a:gd name="T0" fmla="*/ 521 w 826"/>
                  <a:gd name="T1" fmla="*/ 0 h 46"/>
                  <a:gd name="T2" fmla="*/ 517 w 826"/>
                  <a:gd name="T3" fmla="*/ 0 h 46"/>
                  <a:gd name="T4" fmla="*/ 517 w 826"/>
                  <a:gd name="T5" fmla="*/ 0 h 46"/>
                  <a:gd name="T6" fmla="*/ 466 w 826"/>
                  <a:gd name="T7" fmla="*/ 2 h 46"/>
                  <a:gd name="T8" fmla="*/ 381 w 826"/>
                  <a:gd name="T9" fmla="*/ 4 h 46"/>
                  <a:gd name="T10" fmla="*/ 307 w 826"/>
                  <a:gd name="T11" fmla="*/ 6 h 46"/>
                  <a:gd name="T12" fmla="*/ 221 w 826"/>
                  <a:gd name="T13" fmla="*/ 8 h 46"/>
                  <a:gd name="T14" fmla="*/ 154 w 826"/>
                  <a:gd name="T15" fmla="*/ 10 h 46"/>
                  <a:gd name="T16" fmla="*/ 63 w 826"/>
                  <a:gd name="T17" fmla="*/ 12 h 46"/>
                  <a:gd name="T18" fmla="*/ 7 w 826"/>
                  <a:gd name="T19" fmla="*/ 13 h 46"/>
                  <a:gd name="T20" fmla="*/ 6 w 826"/>
                  <a:gd name="T21" fmla="*/ 14 h 46"/>
                  <a:gd name="T22" fmla="*/ 5 w 826"/>
                  <a:gd name="T23" fmla="*/ 14 h 46"/>
                  <a:gd name="T24" fmla="*/ 5 w 826"/>
                  <a:gd name="T25" fmla="*/ 14 h 46"/>
                  <a:gd name="T26" fmla="*/ 0 w 826"/>
                  <a:gd name="T27" fmla="*/ 13 h 46"/>
                  <a:gd name="T28" fmla="*/ 25 w 826"/>
                  <a:gd name="T29" fmla="*/ 20 h 46"/>
                  <a:gd name="T30" fmla="*/ 69 w 826"/>
                  <a:gd name="T31" fmla="*/ 29 h 46"/>
                  <a:gd name="T32" fmla="*/ 114 w 826"/>
                  <a:gd name="T33" fmla="*/ 37 h 46"/>
                  <a:gd name="T34" fmla="*/ 153 w 826"/>
                  <a:gd name="T35" fmla="*/ 42 h 46"/>
                  <a:gd name="T36" fmla="*/ 165 w 826"/>
                  <a:gd name="T37" fmla="*/ 43 h 46"/>
                  <a:gd name="T38" fmla="*/ 168 w 826"/>
                  <a:gd name="T39" fmla="*/ 44 h 46"/>
                  <a:gd name="T40" fmla="*/ 184 w 826"/>
                  <a:gd name="T41" fmla="*/ 46 h 46"/>
                  <a:gd name="T42" fmla="*/ 184 w 826"/>
                  <a:gd name="T43" fmla="*/ 46 h 46"/>
                  <a:gd name="T44" fmla="*/ 196 w 826"/>
                  <a:gd name="T45" fmla="*/ 45 h 46"/>
                  <a:gd name="T46" fmla="*/ 258 w 826"/>
                  <a:gd name="T47" fmla="*/ 43 h 46"/>
                  <a:gd name="T48" fmla="*/ 344 w 826"/>
                  <a:gd name="T49" fmla="*/ 41 h 46"/>
                  <a:gd name="T50" fmla="*/ 408 w 826"/>
                  <a:gd name="T51" fmla="*/ 39 h 46"/>
                  <a:gd name="T52" fmla="*/ 492 w 826"/>
                  <a:gd name="T53" fmla="*/ 37 h 46"/>
                  <a:gd name="T54" fmla="*/ 554 w 826"/>
                  <a:gd name="T55" fmla="*/ 35 h 46"/>
                  <a:gd name="T56" fmla="*/ 639 w 826"/>
                  <a:gd name="T57" fmla="*/ 32 h 46"/>
                  <a:gd name="T58" fmla="*/ 701 w 826"/>
                  <a:gd name="T59" fmla="*/ 30 h 46"/>
                  <a:gd name="T60" fmla="*/ 809 w 826"/>
                  <a:gd name="T61" fmla="*/ 28 h 46"/>
                  <a:gd name="T62" fmla="*/ 826 w 826"/>
                  <a:gd name="T63" fmla="*/ 27 h 46"/>
                  <a:gd name="T64" fmla="*/ 787 w 826"/>
                  <a:gd name="T65" fmla="*/ 22 h 46"/>
                  <a:gd name="T66" fmla="*/ 758 w 826"/>
                  <a:gd name="T67" fmla="*/ 19 h 46"/>
                  <a:gd name="T68" fmla="*/ 725 w 826"/>
                  <a:gd name="T69" fmla="*/ 16 h 46"/>
                  <a:gd name="T70" fmla="*/ 680 w 826"/>
                  <a:gd name="T71" fmla="*/ 12 h 46"/>
                  <a:gd name="T72" fmla="*/ 633 w 826"/>
                  <a:gd name="T73" fmla="*/ 9 h 46"/>
                  <a:gd name="T74" fmla="*/ 598 w 826"/>
                  <a:gd name="T75" fmla="*/ 6 h 46"/>
                  <a:gd name="T76" fmla="*/ 551 w 826"/>
                  <a:gd name="T77" fmla="*/ 3 h 46"/>
                  <a:gd name="T78" fmla="*/ 537 w 826"/>
                  <a:gd name="T79" fmla="*/ 1 h 46"/>
                  <a:gd name="T80" fmla="*/ 537 w 826"/>
                  <a:gd name="T81" fmla="*/ 1 h 46"/>
                  <a:gd name="T82" fmla="*/ 536 w 826"/>
                  <a:gd name="T83" fmla="*/ 1 h 46"/>
                  <a:gd name="T84" fmla="*/ 521 w 826"/>
                  <a:gd name="T85" fmla="*/ 0 h 46"/>
                  <a:gd name="T86" fmla="*/ 521 w 826"/>
                  <a:gd name="T8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26" h="46">
                    <a:moveTo>
                      <a:pt x="521" y="0"/>
                    </a:moveTo>
                    <a:cubicBezTo>
                      <a:pt x="521" y="0"/>
                      <a:pt x="521" y="0"/>
                      <a:pt x="521" y="0"/>
                    </a:cubicBezTo>
                    <a:cubicBezTo>
                      <a:pt x="520" y="0"/>
                      <a:pt x="518" y="0"/>
                      <a:pt x="517" y="0"/>
                    </a:cubicBezTo>
                    <a:cubicBezTo>
                      <a:pt x="517" y="0"/>
                      <a:pt x="517" y="0"/>
                      <a:pt x="517" y="0"/>
                    </a:cubicBezTo>
                    <a:cubicBezTo>
                      <a:pt x="517" y="0"/>
                      <a:pt x="517" y="0"/>
                      <a:pt x="517" y="0"/>
                    </a:cubicBezTo>
                    <a:cubicBezTo>
                      <a:pt x="517" y="0"/>
                      <a:pt x="517" y="0"/>
                      <a:pt x="517" y="0"/>
                    </a:cubicBezTo>
                    <a:cubicBezTo>
                      <a:pt x="514" y="0"/>
                      <a:pt x="511" y="1"/>
                      <a:pt x="509" y="1"/>
                    </a:cubicBezTo>
                    <a:cubicBezTo>
                      <a:pt x="495" y="1"/>
                      <a:pt x="480" y="1"/>
                      <a:pt x="466" y="2"/>
                    </a:cubicBezTo>
                    <a:cubicBezTo>
                      <a:pt x="450" y="2"/>
                      <a:pt x="434" y="2"/>
                      <a:pt x="418" y="3"/>
                    </a:cubicBezTo>
                    <a:cubicBezTo>
                      <a:pt x="405" y="3"/>
                      <a:pt x="393" y="4"/>
                      <a:pt x="381" y="4"/>
                    </a:cubicBezTo>
                    <a:cubicBezTo>
                      <a:pt x="370" y="4"/>
                      <a:pt x="360" y="5"/>
                      <a:pt x="349" y="5"/>
                    </a:cubicBezTo>
                    <a:cubicBezTo>
                      <a:pt x="335" y="5"/>
                      <a:pt x="321" y="6"/>
                      <a:pt x="307" y="6"/>
                    </a:cubicBezTo>
                    <a:cubicBezTo>
                      <a:pt x="290" y="6"/>
                      <a:pt x="274" y="6"/>
                      <a:pt x="257" y="7"/>
                    </a:cubicBezTo>
                    <a:cubicBezTo>
                      <a:pt x="245" y="8"/>
                      <a:pt x="233" y="8"/>
                      <a:pt x="221" y="8"/>
                    </a:cubicBezTo>
                    <a:cubicBezTo>
                      <a:pt x="211" y="8"/>
                      <a:pt x="200" y="9"/>
                      <a:pt x="190" y="9"/>
                    </a:cubicBezTo>
                    <a:cubicBezTo>
                      <a:pt x="178" y="9"/>
                      <a:pt x="166" y="10"/>
                      <a:pt x="154" y="10"/>
                    </a:cubicBezTo>
                    <a:cubicBezTo>
                      <a:pt x="135" y="11"/>
                      <a:pt x="116" y="11"/>
                      <a:pt x="98" y="11"/>
                    </a:cubicBezTo>
                    <a:cubicBezTo>
                      <a:pt x="86" y="12"/>
                      <a:pt x="75" y="12"/>
                      <a:pt x="63" y="12"/>
                    </a:cubicBezTo>
                    <a:cubicBezTo>
                      <a:pt x="44" y="13"/>
                      <a:pt x="26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4"/>
                    </a:cubicBezTo>
                    <a:cubicBezTo>
                      <a:pt x="6" y="14"/>
                      <a:pt x="5" y="14"/>
                      <a:pt x="5" y="14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5" y="14"/>
                      <a:pt x="4" y="14"/>
                      <a:pt x="4" y="14"/>
                    </a:cubicBezTo>
                    <a:cubicBezTo>
                      <a:pt x="3" y="13"/>
                      <a:pt x="2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9" y="16"/>
                      <a:pt x="17" y="19"/>
                      <a:pt x="25" y="20"/>
                    </a:cubicBezTo>
                    <a:cubicBezTo>
                      <a:pt x="33" y="22"/>
                      <a:pt x="42" y="24"/>
                      <a:pt x="51" y="26"/>
                    </a:cubicBezTo>
                    <a:cubicBezTo>
                      <a:pt x="57" y="27"/>
                      <a:pt x="63" y="28"/>
                      <a:pt x="69" y="29"/>
                    </a:cubicBezTo>
                    <a:cubicBezTo>
                      <a:pt x="75" y="30"/>
                      <a:pt x="81" y="31"/>
                      <a:pt x="87" y="32"/>
                    </a:cubicBezTo>
                    <a:cubicBezTo>
                      <a:pt x="96" y="33"/>
                      <a:pt x="105" y="35"/>
                      <a:pt x="114" y="37"/>
                    </a:cubicBezTo>
                    <a:cubicBezTo>
                      <a:pt x="120" y="37"/>
                      <a:pt x="126" y="38"/>
                      <a:pt x="132" y="39"/>
                    </a:cubicBezTo>
                    <a:cubicBezTo>
                      <a:pt x="139" y="40"/>
                      <a:pt x="146" y="41"/>
                      <a:pt x="153" y="42"/>
                    </a:cubicBezTo>
                    <a:cubicBezTo>
                      <a:pt x="157" y="42"/>
                      <a:pt x="161" y="43"/>
                      <a:pt x="165" y="43"/>
                    </a:cubicBezTo>
                    <a:cubicBezTo>
                      <a:pt x="165" y="43"/>
                      <a:pt x="165" y="43"/>
                      <a:pt x="165" y="43"/>
                    </a:cubicBezTo>
                    <a:cubicBezTo>
                      <a:pt x="165" y="43"/>
                      <a:pt x="166" y="43"/>
                      <a:pt x="166" y="43"/>
                    </a:cubicBezTo>
                    <a:cubicBezTo>
                      <a:pt x="166" y="43"/>
                      <a:pt x="167" y="44"/>
                      <a:pt x="168" y="44"/>
                    </a:cubicBezTo>
                    <a:cubicBezTo>
                      <a:pt x="173" y="44"/>
                      <a:pt x="178" y="46"/>
                      <a:pt x="184" y="46"/>
                    </a:cubicBezTo>
                    <a:cubicBezTo>
                      <a:pt x="184" y="46"/>
                      <a:pt x="184" y="46"/>
                      <a:pt x="184" y="46"/>
                    </a:cubicBezTo>
                    <a:cubicBezTo>
                      <a:pt x="184" y="46"/>
                      <a:pt x="184" y="46"/>
                      <a:pt x="184" y="46"/>
                    </a:cubicBezTo>
                    <a:cubicBezTo>
                      <a:pt x="184" y="46"/>
                      <a:pt x="184" y="46"/>
                      <a:pt x="184" y="46"/>
                    </a:cubicBezTo>
                    <a:cubicBezTo>
                      <a:pt x="184" y="46"/>
                      <a:pt x="185" y="46"/>
                      <a:pt x="186" y="46"/>
                    </a:cubicBezTo>
                    <a:cubicBezTo>
                      <a:pt x="189" y="45"/>
                      <a:pt x="193" y="45"/>
                      <a:pt x="196" y="45"/>
                    </a:cubicBezTo>
                    <a:cubicBezTo>
                      <a:pt x="206" y="45"/>
                      <a:pt x="216" y="44"/>
                      <a:pt x="226" y="44"/>
                    </a:cubicBezTo>
                    <a:cubicBezTo>
                      <a:pt x="237" y="44"/>
                      <a:pt x="247" y="43"/>
                      <a:pt x="258" y="43"/>
                    </a:cubicBezTo>
                    <a:cubicBezTo>
                      <a:pt x="272" y="43"/>
                      <a:pt x="287" y="42"/>
                      <a:pt x="301" y="42"/>
                    </a:cubicBezTo>
                    <a:cubicBezTo>
                      <a:pt x="315" y="42"/>
                      <a:pt x="330" y="41"/>
                      <a:pt x="344" y="41"/>
                    </a:cubicBezTo>
                    <a:cubicBezTo>
                      <a:pt x="355" y="41"/>
                      <a:pt x="366" y="40"/>
                      <a:pt x="376" y="40"/>
                    </a:cubicBezTo>
                    <a:cubicBezTo>
                      <a:pt x="387" y="39"/>
                      <a:pt x="398" y="39"/>
                      <a:pt x="408" y="39"/>
                    </a:cubicBezTo>
                    <a:cubicBezTo>
                      <a:pt x="421" y="38"/>
                      <a:pt x="435" y="38"/>
                      <a:pt x="448" y="38"/>
                    </a:cubicBezTo>
                    <a:cubicBezTo>
                      <a:pt x="463" y="37"/>
                      <a:pt x="477" y="37"/>
                      <a:pt x="492" y="37"/>
                    </a:cubicBezTo>
                    <a:cubicBezTo>
                      <a:pt x="502" y="36"/>
                      <a:pt x="513" y="36"/>
                      <a:pt x="523" y="36"/>
                    </a:cubicBezTo>
                    <a:cubicBezTo>
                      <a:pt x="533" y="35"/>
                      <a:pt x="544" y="35"/>
                      <a:pt x="554" y="35"/>
                    </a:cubicBezTo>
                    <a:cubicBezTo>
                      <a:pt x="567" y="34"/>
                      <a:pt x="579" y="34"/>
                      <a:pt x="592" y="34"/>
                    </a:cubicBezTo>
                    <a:cubicBezTo>
                      <a:pt x="608" y="33"/>
                      <a:pt x="623" y="34"/>
                      <a:pt x="639" y="32"/>
                    </a:cubicBezTo>
                    <a:cubicBezTo>
                      <a:pt x="649" y="32"/>
                      <a:pt x="660" y="32"/>
                      <a:pt x="670" y="31"/>
                    </a:cubicBezTo>
                    <a:cubicBezTo>
                      <a:pt x="680" y="31"/>
                      <a:pt x="691" y="31"/>
                      <a:pt x="701" y="30"/>
                    </a:cubicBezTo>
                    <a:cubicBezTo>
                      <a:pt x="714" y="30"/>
                      <a:pt x="726" y="30"/>
                      <a:pt x="738" y="29"/>
                    </a:cubicBezTo>
                    <a:cubicBezTo>
                      <a:pt x="762" y="29"/>
                      <a:pt x="785" y="28"/>
                      <a:pt x="809" y="28"/>
                    </a:cubicBezTo>
                    <a:cubicBezTo>
                      <a:pt x="814" y="28"/>
                      <a:pt x="819" y="27"/>
                      <a:pt x="826" y="27"/>
                    </a:cubicBezTo>
                    <a:cubicBezTo>
                      <a:pt x="826" y="27"/>
                      <a:pt x="826" y="27"/>
                      <a:pt x="826" y="27"/>
                    </a:cubicBezTo>
                    <a:cubicBezTo>
                      <a:pt x="819" y="24"/>
                      <a:pt x="813" y="24"/>
                      <a:pt x="806" y="23"/>
                    </a:cubicBezTo>
                    <a:cubicBezTo>
                      <a:pt x="800" y="22"/>
                      <a:pt x="793" y="22"/>
                      <a:pt x="787" y="22"/>
                    </a:cubicBezTo>
                    <a:cubicBezTo>
                      <a:pt x="783" y="22"/>
                      <a:pt x="779" y="21"/>
                      <a:pt x="775" y="21"/>
                    </a:cubicBezTo>
                    <a:cubicBezTo>
                      <a:pt x="770" y="20"/>
                      <a:pt x="764" y="19"/>
                      <a:pt x="758" y="19"/>
                    </a:cubicBezTo>
                    <a:cubicBezTo>
                      <a:pt x="751" y="18"/>
                      <a:pt x="744" y="18"/>
                      <a:pt x="736" y="18"/>
                    </a:cubicBezTo>
                    <a:cubicBezTo>
                      <a:pt x="733" y="17"/>
                      <a:pt x="729" y="17"/>
                      <a:pt x="725" y="16"/>
                    </a:cubicBezTo>
                    <a:cubicBezTo>
                      <a:pt x="720" y="16"/>
                      <a:pt x="715" y="15"/>
                      <a:pt x="710" y="15"/>
                    </a:cubicBezTo>
                    <a:cubicBezTo>
                      <a:pt x="700" y="14"/>
                      <a:pt x="690" y="13"/>
                      <a:pt x="680" y="12"/>
                    </a:cubicBezTo>
                    <a:cubicBezTo>
                      <a:pt x="671" y="12"/>
                      <a:pt x="662" y="11"/>
                      <a:pt x="654" y="10"/>
                    </a:cubicBezTo>
                    <a:cubicBezTo>
                      <a:pt x="647" y="10"/>
                      <a:pt x="640" y="10"/>
                      <a:pt x="633" y="9"/>
                    </a:cubicBezTo>
                    <a:cubicBezTo>
                      <a:pt x="628" y="9"/>
                      <a:pt x="624" y="8"/>
                      <a:pt x="619" y="8"/>
                    </a:cubicBezTo>
                    <a:cubicBezTo>
                      <a:pt x="612" y="7"/>
                      <a:pt x="605" y="7"/>
                      <a:pt x="598" y="6"/>
                    </a:cubicBezTo>
                    <a:cubicBezTo>
                      <a:pt x="588" y="6"/>
                      <a:pt x="579" y="6"/>
                      <a:pt x="569" y="5"/>
                    </a:cubicBezTo>
                    <a:cubicBezTo>
                      <a:pt x="563" y="4"/>
                      <a:pt x="557" y="4"/>
                      <a:pt x="551" y="3"/>
                    </a:cubicBezTo>
                    <a:cubicBezTo>
                      <a:pt x="546" y="2"/>
                      <a:pt x="542" y="2"/>
                      <a:pt x="537" y="1"/>
                    </a:cubicBezTo>
                    <a:cubicBezTo>
                      <a:pt x="537" y="1"/>
                      <a:pt x="537" y="1"/>
                      <a:pt x="537" y="1"/>
                    </a:cubicBezTo>
                    <a:cubicBezTo>
                      <a:pt x="537" y="1"/>
                      <a:pt x="537" y="1"/>
                      <a:pt x="537" y="1"/>
                    </a:cubicBezTo>
                    <a:cubicBezTo>
                      <a:pt x="537" y="1"/>
                      <a:pt x="537" y="1"/>
                      <a:pt x="537" y="1"/>
                    </a:cubicBezTo>
                    <a:cubicBezTo>
                      <a:pt x="537" y="1"/>
                      <a:pt x="537" y="1"/>
                      <a:pt x="537" y="1"/>
                    </a:cubicBezTo>
                    <a:cubicBezTo>
                      <a:pt x="537" y="1"/>
                      <a:pt x="537" y="1"/>
                      <a:pt x="536" y="1"/>
                    </a:cubicBezTo>
                    <a:cubicBezTo>
                      <a:pt x="536" y="1"/>
                      <a:pt x="536" y="1"/>
                      <a:pt x="536" y="1"/>
                    </a:cubicBezTo>
                    <a:cubicBezTo>
                      <a:pt x="531" y="0"/>
                      <a:pt x="526" y="0"/>
                      <a:pt x="521" y="0"/>
                    </a:cubicBezTo>
                    <a:cubicBezTo>
                      <a:pt x="521" y="0"/>
                      <a:pt x="521" y="0"/>
                      <a:pt x="521" y="0"/>
                    </a:cubicBezTo>
                    <a:cubicBezTo>
                      <a:pt x="521" y="0"/>
                      <a:pt x="521" y="0"/>
                      <a:pt x="52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5" name="Freeform 33">
                <a:extLst>
                  <a:ext uri="{FF2B5EF4-FFF2-40B4-BE49-F238E27FC236}">
                    <a16:creationId xmlns:a16="http://schemas.microsoft.com/office/drawing/2014/main" id="{8D537471-6A65-49D9-9AA3-2F43774B35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5" y="1965"/>
                <a:ext cx="301" cy="83"/>
              </a:xfrm>
              <a:custGeom>
                <a:avLst/>
                <a:gdLst>
                  <a:gd name="T0" fmla="*/ 6 w 207"/>
                  <a:gd name="T1" fmla="*/ 0 h 57"/>
                  <a:gd name="T2" fmla="*/ 6 w 207"/>
                  <a:gd name="T3" fmla="*/ 0 h 57"/>
                  <a:gd name="T4" fmla="*/ 1 w 207"/>
                  <a:gd name="T5" fmla="*/ 1 h 57"/>
                  <a:gd name="T6" fmla="*/ 0 w 207"/>
                  <a:gd name="T7" fmla="*/ 1 h 57"/>
                  <a:gd name="T8" fmla="*/ 0 w 207"/>
                  <a:gd name="T9" fmla="*/ 1 h 57"/>
                  <a:gd name="T10" fmla="*/ 0 w 207"/>
                  <a:gd name="T11" fmla="*/ 1 h 57"/>
                  <a:gd name="T12" fmla="*/ 1 w 207"/>
                  <a:gd name="T13" fmla="*/ 12 h 57"/>
                  <a:gd name="T14" fmla="*/ 2 w 207"/>
                  <a:gd name="T15" fmla="*/ 20 h 57"/>
                  <a:gd name="T16" fmla="*/ 7 w 207"/>
                  <a:gd name="T17" fmla="*/ 21 h 57"/>
                  <a:gd name="T18" fmla="*/ 29 w 207"/>
                  <a:gd name="T19" fmla="*/ 25 h 57"/>
                  <a:gd name="T20" fmla="*/ 65 w 207"/>
                  <a:gd name="T21" fmla="*/ 32 h 57"/>
                  <a:gd name="T22" fmla="*/ 99 w 207"/>
                  <a:gd name="T23" fmla="*/ 38 h 57"/>
                  <a:gd name="T24" fmla="*/ 135 w 207"/>
                  <a:gd name="T25" fmla="*/ 45 h 57"/>
                  <a:gd name="T26" fmla="*/ 171 w 207"/>
                  <a:gd name="T27" fmla="*/ 51 h 57"/>
                  <a:gd name="T28" fmla="*/ 206 w 207"/>
                  <a:gd name="T29" fmla="*/ 57 h 57"/>
                  <a:gd name="T30" fmla="*/ 207 w 207"/>
                  <a:gd name="T31" fmla="*/ 47 h 57"/>
                  <a:gd name="T32" fmla="*/ 206 w 207"/>
                  <a:gd name="T33" fmla="*/ 35 h 57"/>
                  <a:gd name="T34" fmla="*/ 199 w 207"/>
                  <a:gd name="T35" fmla="*/ 34 h 57"/>
                  <a:gd name="T36" fmla="*/ 183 w 207"/>
                  <a:gd name="T37" fmla="*/ 31 h 57"/>
                  <a:gd name="T38" fmla="*/ 160 w 207"/>
                  <a:gd name="T39" fmla="*/ 29 h 57"/>
                  <a:gd name="T40" fmla="*/ 114 w 207"/>
                  <a:gd name="T41" fmla="*/ 21 h 57"/>
                  <a:gd name="T42" fmla="*/ 73 w 207"/>
                  <a:gd name="T43" fmla="*/ 14 h 57"/>
                  <a:gd name="T44" fmla="*/ 44 w 207"/>
                  <a:gd name="T45" fmla="*/ 8 h 57"/>
                  <a:gd name="T46" fmla="*/ 19 w 207"/>
                  <a:gd name="T47" fmla="*/ 2 h 57"/>
                  <a:gd name="T48" fmla="*/ 19 w 207"/>
                  <a:gd name="T49" fmla="*/ 2 h 57"/>
                  <a:gd name="T50" fmla="*/ 18 w 207"/>
                  <a:gd name="T51" fmla="*/ 2 h 57"/>
                  <a:gd name="T52" fmla="*/ 18 w 207"/>
                  <a:gd name="T53" fmla="*/ 2 h 57"/>
                  <a:gd name="T54" fmla="*/ 18 w 207"/>
                  <a:gd name="T55" fmla="*/ 2 h 57"/>
                  <a:gd name="T56" fmla="*/ 17 w 207"/>
                  <a:gd name="T57" fmla="*/ 2 h 57"/>
                  <a:gd name="T58" fmla="*/ 17 w 207"/>
                  <a:gd name="T59" fmla="*/ 2 h 57"/>
                  <a:gd name="T60" fmla="*/ 6 w 207"/>
                  <a:gd name="T61" fmla="*/ 0 h 57"/>
                  <a:gd name="T62" fmla="*/ 6 w 207"/>
                  <a:gd name="T63" fmla="*/ 0 h 57"/>
                  <a:gd name="T64" fmla="*/ 6 w 207"/>
                  <a:gd name="T65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07" h="57">
                    <a:moveTo>
                      <a:pt x="6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4" y="0"/>
                      <a:pt x="2" y="1"/>
                      <a:pt x="1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8"/>
                      <a:pt x="1" y="12"/>
                    </a:cubicBezTo>
                    <a:cubicBezTo>
                      <a:pt x="1" y="14"/>
                      <a:pt x="2" y="17"/>
                      <a:pt x="2" y="20"/>
                    </a:cubicBezTo>
                    <a:cubicBezTo>
                      <a:pt x="4" y="21"/>
                      <a:pt x="5" y="21"/>
                      <a:pt x="7" y="21"/>
                    </a:cubicBezTo>
                    <a:cubicBezTo>
                      <a:pt x="15" y="23"/>
                      <a:pt x="22" y="24"/>
                      <a:pt x="29" y="25"/>
                    </a:cubicBezTo>
                    <a:cubicBezTo>
                      <a:pt x="41" y="28"/>
                      <a:pt x="53" y="30"/>
                      <a:pt x="65" y="32"/>
                    </a:cubicBezTo>
                    <a:cubicBezTo>
                      <a:pt x="76" y="34"/>
                      <a:pt x="88" y="36"/>
                      <a:pt x="99" y="38"/>
                    </a:cubicBezTo>
                    <a:cubicBezTo>
                      <a:pt x="111" y="40"/>
                      <a:pt x="123" y="42"/>
                      <a:pt x="135" y="45"/>
                    </a:cubicBezTo>
                    <a:cubicBezTo>
                      <a:pt x="147" y="47"/>
                      <a:pt x="159" y="49"/>
                      <a:pt x="171" y="51"/>
                    </a:cubicBezTo>
                    <a:cubicBezTo>
                      <a:pt x="183" y="53"/>
                      <a:pt x="195" y="55"/>
                      <a:pt x="206" y="57"/>
                    </a:cubicBezTo>
                    <a:cubicBezTo>
                      <a:pt x="207" y="55"/>
                      <a:pt x="207" y="51"/>
                      <a:pt x="207" y="47"/>
                    </a:cubicBezTo>
                    <a:cubicBezTo>
                      <a:pt x="207" y="42"/>
                      <a:pt x="207" y="37"/>
                      <a:pt x="206" y="35"/>
                    </a:cubicBezTo>
                    <a:cubicBezTo>
                      <a:pt x="204" y="34"/>
                      <a:pt x="202" y="34"/>
                      <a:pt x="199" y="34"/>
                    </a:cubicBezTo>
                    <a:cubicBezTo>
                      <a:pt x="194" y="33"/>
                      <a:pt x="188" y="32"/>
                      <a:pt x="183" y="31"/>
                    </a:cubicBezTo>
                    <a:cubicBezTo>
                      <a:pt x="175" y="30"/>
                      <a:pt x="168" y="30"/>
                      <a:pt x="160" y="29"/>
                    </a:cubicBezTo>
                    <a:cubicBezTo>
                      <a:pt x="145" y="27"/>
                      <a:pt x="130" y="24"/>
                      <a:pt x="114" y="21"/>
                    </a:cubicBezTo>
                    <a:cubicBezTo>
                      <a:pt x="101" y="19"/>
                      <a:pt x="87" y="17"/>
                      <a:pt x="73" y="14"/>
                    </a:cubicBezTo>
                    <a:cubicBezTo>
                      <a:pt x="64" y="12"/>
                      <a:pt x="54" y="11"/>
                      <a:pt x="44" y="8"/>
                    </a:cubicBezTo>
                    <a:cubicBezTo>
                      <a:pt x="36" y="6"/>
                      <a:pt x="27" y="4"/>
                      <a:pt x="19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9" y="2"/>
                      <a:pt x="18" y="2"/>
                      <a:pt x="18" y="2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8" y="2"/>
                      <a:pt x="17" y="2"/>
                      <a:pt x="17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3" y="1"/>
                      <a:pt x="10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6" name="Freeform 34">
                <a:extLst>
                  <a:ext uri="{FF2B5EF4-FFF2-40B4-BE49-F238E27FC236}">
                    <a16:creationId xmlns:a16="http://schemas.microsoft.com/office/drawing/2014/main" id="{88DAFEF7-148C-4032-ACBA-69755DD3DA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5" y="2202"/>
                <a:ext cx="341" cy="24"/>
              </a:xfrm>
              <a:custGeom>
                <a:avLst/>
                <a:gdLst>
                  <a:gd name="T0" fmla="*/ 230 w 234"/>
                  <a:gd name="T1" fmla="*/ 0 h 16"/>
                  <a:gd name="T2" fmla="*/ 230 w 234"/>
                  <a:gd name="T3" fmla="*/ 0 h 16"/>
                  <a:gd name="T4" fmla="*/ 228 w 234"/>
                  <a:gd name="T5" fmla="*/ 0 h 16"/>
                  <a:gd name="T6" fmla="*/ 228 w 234"/>
                  <a:gd name="T7" fmla="*/ 0 h 16"/>
                  <a:gd name="T8" fmla="*/ 189 w 234"/>
                  <a:gd name="T9" fmla="*/ 2 h 16"/>
                  <a:gd name="T10" fmla="*/ 168 w 234"/>
                  <a:gd name="T11" fmla="*/ 3 h 16"/>
                  <a:gd name="T12" fmla="*/ 136 w 234"/>
                  <a:gd name="T13" fmla="*/ 4 h 16"/>
                  <a:gd name="T14" fmla="*/ 117 w 234"/>
                  <a:gd name="T15" fmla="*/ 4 h 16"/>
                  <a:gd name="T16" fmla="*/ 90 w 234"/>
                  <a:gd name="T17" fmla="*/ 6 h 16"/>
                  <a:gd name="T18" fmla="*/ 71 w 234"/>
                  <a:gd name="T19" fmla="*/ 7 h 16"/>
                  <a:gd name="T20" fmla="*/ 42 w 234"/>
                  <a:gd name="T21" fmla="*/ 8 h 16"/>
                  <a:gd name="T22" fmla="*/ 2 w 234"/>
                  <a:gd name="T23" fmla="*/ 10 h 16"/>
                  <a:gd name="T24" fmla="*/ 0 w 234"/>
                  <a:gd name="T25" fmla="*/ 10 h 16"/>
                  <a:gd name="T26" fmla="*/ 0 w 234"/>
                  <a:gd name="T27" fmla="*/ 16 h 16"/>
                  <a:gd name="T28" fmla="*/ 0 w 234"/>
                  <a:gd name="T29" fmla="*/ 16 h 16"/>
                  <a:gd name="T30" fmla="*/ 1 w 234"/>
                  <a:gd name="T31" fmla="*/ 16 h 16"/>
                  <a:gd name="T32" fmla="*/ 3 w 234"/>
                  <a:gd name="T33" fmla="*/ 16 h 16"/>
                  <a:gd name="T34" fmla="*/ 4 w 234"/>
                  <a:gd name="T35" fmla="*/ 16 h 16"/>
                  <a:gd name="T36" fmla="*/ 4 w 234"/>
                  <a:gd name="T37" fmla="*/ 16 h 16"/>
                  <a:gd name="T38" fmla="*/ 4 w 234"/>
                  <a:gd name="T39" fmla="*/ 16 h 16"/>
                  <a:gd name="T40" fmla="*/ 4 w 234"/>
                  <a:gd name="T41" fmla="*/ 16 h 16"/>
                  <a:gd name="T42" fmla="*/ 5 w 234"/>
                  <a:gd name="T43" fmla="*/ 16 h 16"/>
                  <a:gd name="T44" fmla="*/ 5 w 234"/>
                  <a:gd name="T45" fmla="*/ 16 h 16"/>
                  <a:gd name="T46" fmla="*/ 5 w 234"/>
                  <a:gd name="T47" fmla="*/ 16 h 16"/>
                  <a:gd name="T48" fmla="*/ 25 w 234"/>
                  <a:gd name="T49" fmla="*/ 15 h 16"/>
                  <a:gd name="T50" fmla="*/ 78 w 234"/>
                  <a:gd name="T51" fmla="*/ 14 h 16"/>
                  <a:gd name="T52" fmla="*/ 96 w 234"/>
                  <a:gd name="T53" fmla="*/ 12 h 16"/>
                  <a:gd name="T54" fmla="*/ 126 w 234"/>
                  <a:gd name="T55" fmla="*/ 11 h 16"/>
                  <a:gd name="T56" fmla="*/ 166 w 234"/>
                  <a:gd name="T57" fmla="*/ 9 h 16"/>
                  <a:gd name="T58" fmla="*/ 201 w 234"/>
                  <a:gd name="T59" fmla="*/ 7 h 16"/>
                  <a:gd name="T60" fmla="*/ 229 w 234"/>
                  <a:gd name="T61" fmla="*/ 6 h 16"/>
                  <a:gd name="T62" fmla="*/ 234 w 234"/>
                  <a:gd name="T63" fmla="*/ 5 h 16"/>
                  <a:gd name="T64" fmla="*/ 234 w 234"/>
                  <a:gd name="T65" fmla="*/ 0 h 16"/>
                  <a:gd name="T66" fmla="*/ 234 w 234"/>
                  <a:gd name="T67" fmla="*/ 0 h 16"/>
                  <a:gd name="T68" fmla="*/ 231 w 234"/>
                  <a:gd name="T69" fmla="*/ 0 h 16"/>
                  <a:gd name="T70" fmla="*/ 230 w 234"/>
                  <a:gd name="T71" fmla="*/ 0 h 16"/>
                  <a:gd name="T72" fmla="*/ 230 w 234"/>
                  <a:gd name="T73" fmla="*/ 0 h 16"/>
                  <a:gd name="T74" fmla="*/ 230 w 234"/>
                  <a:gd name="T7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34" h="16">
                    <a:moveTo>
                      <a:pt x="230" y="0"/>
                    </a:moveTo>
                    <a:cubicBezTo>
                      <a:pt x="230" y="0"/>
                      <a:pt x="230" y="0"/>
                      <a:pt x="230" y="0"/>
                    </a:cubicBezTo>
                    <a:cubicBezTo>
                      <a:pt x="230" y="0"/>
                      <a:pt x="229" y="0"/>
                      <a:pt x="228" y="0"/>
                    </a:cubicBezTo>
                    <a:cubicBezTo>
                      <a:pt x="228" y="0"/>
                      <a:pt x="228" y="0"/>
                      <a:pt x="228" y="0"/>
                    </a:cubicBezTo>
                    <a:cubicBezTo>
                      <a:pt x="215" y="1"/>
                      <a:pt x="202" y="1"/>
                      <a:pt x="189" y="2"/>
                    </a:cubicBezTo>
                    <a:cubicBezTo>
                      <a:pt x="182" y="2"/>
                      <a:pt x="175" y="3"/>
                      <a:pt x="168" y="3"/>
                    </a:cubicBezTo>
                    <a:cubicBezTo>
                      <a:pt x="157" y="3"/>
                      <a:pt x="146" y="4"/>
                      <a:pt x="136" y="4"/>
                    </a:cubicBezTo>
                    <a:cubicBezTo>
                      <a:pt x="129" y="4"/>
                      <a:pt x="123" y="4"/>
                      <a:pt x="117" y="4"/>
                    </a:cubicBezTo>
                    <a:cubicBezTo>
                      <a:pt x="108" y="5"/>
                      <a:pt x="99" y="6"/>
                      <a:pt x="90" y="6"/>
                    </a:cubicBezTo>
                    <a:cubicBezTo>
                      <a:pt x="84" y="7"/>
                      <a:pt x="78" y="7"/>
                      <a:pt x="71" y="7"/>
                    </a:cubicBezTo>
                    <a:cubicBezTo>
                      <a:pt x="61" y="8"/>
                      <a:pt x="52" y="8"/>
                      <a:pt x="42" y="8"/>
                    </a:cubicBezTo>
                    <a:cubicBezTo>
                      <a:pt x="29" y="9"/>
                      <a:pt x="15" y="9"/>
                      <a:pt x="2" y="10"/>
                    </a:cubicBezTo>
                    <a:cubicBezTo>
                      <a:pt x="1" y="10"/>
                      <a:pt x="1" y="10"/>
                      <a:pt x="0" y="10"/>
                    </a:cubicBezTo>
                    <a:cubicBezTo>
                      <a:pt x="0" y="12"/>
                      <a:pt x="0" y="13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2" y="16"/>
                      <a:pt x="3" y="16"/>
                      <a:pt x="3" y="16"/>
                    </a:cubicBezTo>
                    <a:cubicBezTo>
                      <a:pt x="3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12" y="15"/>
                      <a:pt x="19" y="15"/>
                      <a:pt x="25" y="15"/>
                    </a:cubicBezTo>
                    <a:cubicBezTo>
                      <a:pt x="43" y="15"/>
                      <a:pt x="61" y="15"/>
                      <a:pt x="78" y="14"/>
                    </a:cubicBezTo>
                    <a:cubicBezTo>
                      <a:pt x="84" y="13"/>
                      <a:pt x="90" y="13"/>
                      <a:pt x="96" y="12"/>
                    </a:cubicBezTo>
                    <a:cubicBezTo>
                      <a:pt x="106" y="12"/>
                      <a:pt x="116" y="11"/>
                      <a:pt x="126" y="11"/>
                    </a:cubicBezTo>
                    <a:cubicBezTo>
                      <a:pt x="139" y="10"/>
                      <a:pt x="153" y="10"/>
                      <a:pt x="166" y="9"/>
                    </a:cubicBezTo>
                    <a:cubicBezTo>
                      <a:pt x="178" y="9"/>
                      <a:pt x="190" y="8"/>
                      <a:pt x="201" y="7"/>
                    </a:cubicBezTo>
                    <a:cubicBezTo>
                      <a:pt x="211" y="7"/>
                      <a:pt x="220" y="6"/>
                      <a:pt x="229" y="6"/>
                    </a:cubicBezTo>
                    <a:cubicBezTo>
                      <a:pt x="231" y="6"/>
                      <a:pt x="232" y="6"/>
                      <a:pt x="234" y="5"/>
                    </a:cubicBezTo>
                    <a:cubicBezTo>
                      <a:pt x="234" y="3"/>
                      <a:pt x="234" y="2"/>
                      <a:pt x="234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33" y="0"/>
                      <a:pt x="232" y="0"/>
                      <a:pt x="231" y="0"/>
                    </a:cubicBezTo>
                    <a:cubicBezTo>
                      <a:pt x="231" y="0"/>
                      <a:pt x="231" y="0"/>
                      <a:pt x="230" y="0"/>
                    </a:cubicBezTo>
                    <a:cubicBezTo>
                      <a:pt x="230" y="0"/>
                      <a:pt x="230" y="0"/>
                      <a:pt x="230" y="0"/>
                    </a:cubicBezTo>
                    <a:cubicBezTo>
                      <a:pt x="230" y="0"/>
                      <a:pt x="230" y="0"/>
                      <a:pt x="23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7" name="Freeform 35">
                <a:extLst>
                  <a:ext uri="{FF2B5EF4-FFF2-40B4-BE49-F238E27FC236}">
                    <a16:creationId xmlns:a16="http://schemas.microsoft.com/office/drawing/2014/main" id="{EE7C9979-BFC6-4B2A-B61D-D27D6DCD7E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2" y="2186"/>
                <a:ext cx="595" cy="38"/>
              </a:xfrm>
              <a:custGeom>
                <a:avLst/>
                <a:gdLst>
                  <a:gd name="T0" fmla="*/ 398 w 409"/>
                  <a:gd name="T1" fmla="*/ 0 h 26"/>
                  <a:gd name="T2" fmla="*/ 398 w 409"/>
                  <a:gd name="T3" fmla="*/ 0 h 26"/>
                  <a:gd name="T4" fmla="*/ 398 w 409"/>
                  <a:gd name="T5" fmla="*/ 0 h 26"/>
                  <a:gd name="T6" fmla="*/ 398 w 409"/>
                  <a:gd name="T7" fmla="*/ 0 h 26"/>
                  <a:gd name="T8" fmla="*/ 398 w 409"/>
                  <a:gd name="T9" fmla="*/ 0 h 26"/>
                  <a:gd name="T10" fmla="*/ 398 w 409"/>
                  <a:gd name="T11" fmla="*/ 0 h 26"/>
                  <a:gd name="T12" fmla="*/ 380 w 409"/>
                  <a:gd name="T13" fmla="*/ 1 h 26"/>
                  <a:gd name="T14" fmla="*/ 353 w 409"/>
                  <a:gd name="T15" fmla="*/ 3 h 26"/>
                  <a:gd name="T16" fmla="*/ 336 w 409"/>
                  <a:gd name="T17" fmla="*/ 4 h 26"/>
                  <a:gd name="T18" fmla="*/ 303 w 409"/>
                  <a:gd name="T19" fmla="*/ 6 h 26"/>
                  <a:gd name="T20" fmla="*/ 280 w 409"/>
                  <a:gd name="T21" fmla="*/ 7 h 26"/>
                  <a:gd name="T22" fmla="*/ 258 w 409"/>
                  <a:gd name="T23" fmla="*/ 8 h 26"/>
                  <a:gd name="T24" fmla="*/ 232 w 409"/>
                  <a:gd name="T25" fmla="*/ 9 h 26"/>
                  <a:gd name="T26" fmla="*/ 230 w 409"/>
                  <a:gd name="T27" fmla="*/ 9 h 26"/>
                  <a:gd name="T28" fmla="*/ 201 w 409"/>
                  <a:gd name="T29" fmla="*/ 11 h 26"/>
                  <a:gd name="T30" fmla="*/ 181 w 409"/>
                  <a:gd name="T31" fmla="*/ 12 h 26"/>
                  <a:gd name="T32" fmla="*/ 147 w 409"/>
                  <a:gd name="T33" fmla="*/ 14 h 26"/>
                  <a:gd name="T34" fmla="*/ 126 w 409"/>
                  <a:gd name="T35" fmla="*/ 15 h 26"/>
                  <a:gd name="T36" fmla="*/ 87 w 409"/>
                  <a:gd name="T37" fmla="*/ 17 h 26"/>
                  <a:gd name="T38" fmla="*/ 58 w 409"/>
                  <a:gd name="T39" fmla="*/ 18 h 26"/>
                  <a:gd name="T40" fmla="*/ 51 w 409"/>
                  <a:gd name="T41" fmla="*/ 19 h 26"/>
                  <a:gd name="T42" fmla="*/ 22 w 409"/>
                  <a:gd name="T43" fmla="*/ 21 h 26"/>
                  <a:gd name="T44" fmla="*/ 1 w 409"/>
                  <a:gd name="T45" fmla="*/ 22 h 26"/>
                  <a:gd name="T46" fmla="*/ 0 w 409"/>
                  <a:gd name="T47" fmla="*/ 22 h 26"/>
                  <a:gd name="T48" fmla="*/ 0 w 409"/>
                  <a:gd name="T49" fmla="*/ 26 h 26"/>
                  <a:gd name="T50" fmla="*/ 1 w 409"/>
                  <a:gd name="T51" fmla="*/ 26 h 26"/>
                  <a:gd name="T52" fmla="*/ 2 w 409"/>
                  <a:gd name="T53" fmla="*/ 26 h 26"/>
                  <a:gd name="T54" fmla="*/ 2 w 409"/>
                  <a:gd name="T55" fmla="*/ 26 h 26"/>
                  <a:gd name="T56" fmla="*/ 2 w 409"/>
                  <a:gd name="T57" fmla="*/ 26 h 26"/>
                  <a:gd name="T58" fmla="*/ 2 w 409"/>
                  <a:gd name="T59" fmla="*/ 26 h 26"/>
                  <a:gd name="T60" fmla="*/ 3 w 409"/>
                  <a:gd name="T61" fmla="*/ 26 h 26"/>
                  <a:gd name="T62" fmla="*/ 4 w 409"/>
                  <a:gd name="T63" fmla="*/ 26 h 26"/>
                  <a:gd name="T64" fmla="*/ 4 w 409"/>
                  <a:gd name="T65" fmla="*/ 26 h 26"/>
                  <a:gd name="T66" fmla="*/ 35 w 409"/>
                  <a:gd name="T67" fmla="*/ 24 h 26"/>
                  <a:gd name="T68" fmla="*/ 67 w 409"/>
                  <a:gd name="T69" fmla="*/ 22 h 26"/>
                  <a:gd name="T70" fmla="*/ 110 w 409"/>
                  <a:gd name="T71" fmla="*/ 19 h 26"/>
                  <a:gd name="T72" fmla="*/ 142 w 409"/>
                  <a:gd name="T73" fmla="*/ 17 h 26"/>
                  <a:gd name="T74" fmla="*/ 167 w 409"/>
                  <a:gd name="T75" fmla="*/ 16 h 26"/>
                  <a:gd name="T76" fmla="*/ 185 w 409"/>
                  <a:gd name="T77" fmla="*/ 15 h 26"/>
                  <a:gd name="T78" fmla="*/ 218 w 409"/>
                  <a:gd name="T79" fmla="*/ 13 h 26"/>
                  <a:gd name="T80" fmla="*/ 262 w 409"/>
                  <a:gd name="T81" fmla="*/ 11 h 26"/>
                  <a:gd name="T82" fmla="*/ 293 w 409"/>
                  <a:gd name="T83" fmla="*/ 9 h 26"/>
                  <a:gd name="T84" fmla="*/ 325 w 409"/>
                  <a:gd name="T85" fmla="*/ 8 h 26"/>
                  <a:gd name="T86" fmla="*/ 348 w 409"/>
                  <a:gd name="T87" fmla="*/ 7 h 26"/>
                  <a:gd name="T88" fmla="*/ 349 w 409"/>
                  <a:gd name="T89" fmla="*/ 6 h 26"/>
                  <a:gd name="T90" fmla="*/ 373 w 409"/>
                  <a:gd name="T91" fmla="*/ 5 h 26"/>
                  <a:gd name="T92" fmla="*/ 409 w 409"/>
                  <a:gd name="T93" fmla="*/ 3 h 26"/>
                  <a:gd name="T94" fmla="*/ 401 w 409"/>
                  <a:gd name="T95" fmla="*/ 0 h 26"/>
                  <a:gd name="T96" fmla="*/ 401 w 409"/>
                  <a:gd name="T97" fmla="*/ 0 h 26"/>
                  <a:gd name="T98" fmla="*/ 401 w 409"/>
                  <a:gd name="T99" fmla="*/ 0 h 26"/>
                  <a:gd name="T100" fmla="*/ 401 w 409"/>
                  <a:gd name="T101" fmla="*/ 0 h 26"/>
                  <a:gd name="T102" fmla="*/ 401 w 409"/>
                  <a:gd name="T103" fmla="*/ 0 h 26"/>
                  <a:gd name="T104" fmla="*/ 398 w 409"/>
                  <a:gd name="T105" fmla="*/ 0 h 26"/>
                  <a:gd name="T106" fmla="*/ 398 w 409"/>
                  <a:gd name="T107" fmla="*/ 0 h 26"/>
                  <a:gd name="T108" fmla="*/ 398 w 409"/>
                  <a:gd name="T10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409" h="26">
                    <a:moveTo>
                      <a:pt x="398" y="0"/>
                    </a:moveTo>
                    <a:cubicBezTo>
                      <a:pt x="398" y="0"/>
                      <a:pt x="398" y="0"/>
                      <a:pt x="398" y="0"/>
                    </a:cubicBezTo>
                    <a:cubicBezTo>
                      <a:pt x="398" y="0"/>
                      <a:pt x="398" y="0"/>
                      <a:pt x="398" y="0"/>
                    </a:cubicBezTo>
                    <a:cubicBezTo>
                      <a:pt x="398" y="0"/>
                      <a:pt x="398" y="0"/>
                      <a:pt x="398" y="0"/>
                    </a:cubicBezTo>
                    <a:cubicBezTo>
                      <a:pt x="398" y="0"/>
                      <a:pt x="398" y="0"/>
                      <a:pt x="398" y="0"/>
                    </a:cubicBezTo>
                    <a:cubicBezTo>
                      <a:pt x="398" y="0"/>
                      <a:pt x="398" y="0"/>
                      <a:pt x="398" y="0"/>
                    </a:cubicBezTo>
                    <a:cubicBezTo>
                      <a:pt x="392" y="0"/>
                      <a:pt x="386" y="1"/>
                      <a:pt x="380" y="1"/>
                    </a:cubicBezTo>
                    <a:cubicBezTo>
                      <a:pt x="371" y="2"/>
                      <a:pt x="362" y="2"/>
                      <a:pt x="353" y="3"/>
                    </a:cubicBezTo>
                    <a:cubicBezTo>
                      <a:pt x="347" y="3"/>
                      <a:pt x="342" y="3"/>
                      <a:pt x="336" y="4"/>
                    </a:cubicBezTo>
                    <a:cubicBezTo>
                      <a:pt x="325" y="4"/>
                      <a:pt x="314" y="5"/>
                      <a:pt x="303" y="6"/>
                    </a:cubicBezTo>
                    <a:cubicBezTo>
                      <a:pt x="295" y="6"/>
                      <a:pt x="287" y="6"/>
                      <a:pt x="280" y="7"/>
                    </a:cubicBezTo>
                    <a:cubicBezTo>
                      <a:pt x="272" y="7"/>
                      <a:pt x="265" y="7"/>
                      <a:pt x="258" y="8"/>
                    </a:cubicBezTo>
                    <a:cubicBezTo>
                      <a:pt x="249" y="8"/>
                      <a:pt x="241" y="9"/>
                      <a:pt x="232" y="9"/>
                    </a:cubicBezTo>
                    <a:cubicBezTo>
                      <a:pt x="232" y="9"/>
                      <a:pt x="231" y="9"/>
                      <a:pt x="230" y="9"/>
                    </a:cubicBezTo>
                    <a:cubicBezTo>
                      <a:pt x="221" y="10"/>
                      <a:pt x="211" y="10"/>
                      <a:pt x="201" y="11"/>
                    </a:cubicBezTo>
                    <a:cubicBezTo>
                      <a:pt x="195" y="11"/>
                      <a:pt x="188" y="12"/>
                      <a:pt x="181" y="12"/>
                    </a:cubicBezTo>
                    <a:cubicBezTo>
                      <a:pt x="170" y="13"/>
                      <a:pt x="159" y="13"/>
                      <a:pt x="147" y="14"/>
                    </a:cubicBezTo>
                    <a:cubicBezTo>
                      <a:pt x="140" y="14"/>
                      <a:pt x="133" y="15"/>
                      <a:pt x="126" y="15"/>
                    </a:cubicBezTo>
                    <a:cubicBezTo>
                      <a:pt x="113" y="15"/>
                      <a:pt x="100" y="16"/>
                      <a:pt x="87" y="17"/>
                    </a:cubicBezTo>
                    <a:cubicBezTo>
                      <a:pt x="77" y="18"/>
                      <a:pt x="68" y="18"/>
                      <a:pt x="58" y="18"/>
                    </a:cubicBezTo>
                    <a:cubicBezTo>
                      <a:pt x="56" y="19"/>
                      <a:pt x="54" y="18"/>
                      <a:pt x="51" y="19"/>
                    </a:cubicBezTo>
                    <a:cubicBezTo>
                      <a:pt x="42" y="19"/>
                      <a:pt x="32" y="20"/>
                      <a:pt x="22" y="21"/>
                    </a:cubicBezTo>
                    <a:cubicBezTo>
                      <a:pt x="15" y="21"/>
                      <a:pt x="8" y="21"/>
                      <a:pt x="1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3"/>
                      <a:pt x="0" y="24"/>
                      <a:pt x="0" y="26"/>
                    </a:cubicBezTo>
                    <a:cubicBezTo>
                      <a:pt x="0" y="26"/>
                      <a:pt x="1" y="26"/>
                      <a:pt x="1" y="26"/>
                    </a:cubicBezTo>
                    <a:cubicBezTo>
                      <a:pt x="2" y="26"/>
                      <a:pt x="2" y="26"/>
                      <a:pt x="2" y="26"/>
                    </a:cubicBezTo>
                    <a:cubicBezTo>
                      <a:pt x="2" y="26"/>
                      <a:pt x="2" y="26"/>
                      <a:pt x="2" y="26"/>
                    </a:cubicBezTo>
                    <a:cubicBezTo>
                      <a:pt x="2" y="26"/>
                      <a:pt x="2" y="26"/>
                      <a:pt x="2" y="26"/>
                    </a:cubicBezTo>
                    <a:cubicBezTo>
                      <a:pt x="2" y="26"/>
                      <a:pt x="2" y="26"/>
                      <a:pt x="2" y="26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6"/>
                      <a:pt x="4" y="26"/>
                      <a:pt x="4" y="26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14" y="25"/>
                      <a:pt x="24" y="24"/>
                      <a:pt x="35" y="24"/>
                    </a:cubicBezTo>
                    <a:cubicBezTo>
                      <a:pt x="45" y="23"/>
                      <a:pt x="56" y="22"/>
                      <a:pt x="67" y="22"/>
                    </a:cubicBezTo>
                    <a:cubicBezTo>
                      <a:pt x="81" y="21"/>
                      <a:pt x="96" y="20"/>
                      <a:pt x="110" y="19"/>
                    </a:cubicBezTo>
                    <a:cubicBezTo>
                      <a:pt x="121" y="19"/>
                      <a:pt x="131" y="18"/>
                      <a:pt x="142" y="17"/>
                    </a:cubicBezTo>
                    <a:cubicBezTo>
                      <a:pt x="150" y="17"/>
                      <a:pt x="159" y="17"/>
                      <a:pt x="167" y="16"/>
                    </a:cubicBezTo>
                    <a:cubicBezTo>
                      <a:pt x="173" y="16"/>
                      <a:pt x="179" y="16"/>
                      <a:pt x="185" y="15"/>
                    </a:cubicBezTo>
                    <a:cubicBezTo>
                      <a:pt x="196" y="14"/>
                      <a:pt x="207" y="14"/>
                      <a:pt x="218" y="13"/>
                    </a:cubicBezTo>
                    <a:cubicBezTo>
                      <a:pt x="233" y="12"/>
                      <a:pt x="248" y="12"/>
                      <a:pt x="262" y="11"/>
                    </a:cubicBezTo>
                    <a:cubicBezTo>
                      <a:pt x="273" y="10"/>
                      <a:pt x="283" y="9"/>
                      <a:pt x="293" y="9"/>
                    </a:cubicBezTo>
                    <a:cubicBezTo>
                      <a:pt x="304" y="8"/>
                      <a:pt x="314" y="8"/>
                      <a:pt x="325" y="8"/>
                    </a:cubicBezTo>
                    <a:cubicBezTo>
                      <a:pt x="333" y="7"/>
                      <a:pt x="341" y="7"/>
                      <a:pt x="348" y="7"/>
                    </a:cubicBezTo>
                    <a:cubicBezTo>
                      <a:pt x="349" y="6"/>
                      <a:pt x="349" y="6"/>
                      <a:pt x="349" y="6"/>
                    </a:cubicBezTo>
                    <a:cubicBezTo>
                      <a:pt x="357" y="6"/>
                      <a:pt x="365" y="5"/>
                      <a:pt x="373" y="5"/>
                    </a:cubicBezTo>
                    <a:cubicBezTo>
                      <a:pt x="385" y="4"/>
                      <a:pt x="396" y="4"/>
                      <a:pt x="409" y="3"/>
                    </a:cubicBezTo>
                    <a:cubicBezTo>
                      <a:pt x="405" y="2"/>
                      <a:pt x="403" y="1"/>
                      <a:pt x="401" y="0"/>
                    </a:cubicBezTo>
                    <a:cubicBezTo>
                      <a:pt x="401" y="0"/>
                      <a:pt x="401" y="0"/>
                      <a:pt x="401" y="0"/>
                    </a:cubicBezTo>
                    <a:cubicBezTo>
                      <a:pt x="401" y="0"/>
                      <a:pt x="401" y="0"/>
                      <a:pt x="401" y="0"/>
                    </a:cubicBezTo>
                    <a:cubicBezTo>
                      <a:pt x="401" y="0"/>
                      <a:pt x="401" y="0"/>
                      <a:pt x="401" y="0"/>
                    </a:cubicBezTo>
                    <a:cubicBezTo>
                      <a:pt x="401" y="0"/>
                      <a:pt x="401" y="0"/>
                      <a:pt x="401" y="0"/>
                    </a:cubicBezTo>
                    <a:cubicBezTo>
                      <a:pt x="400" y="0"/>
                      <a:pt x="399" y="0"/>
                      <a:pt x="398" y="0"/>
                    </a:cubicBezTo>
                    <a:cubicBezTo>
                      <a:pt x="398" y="0"/>
                      <a:pt x="398" y="0"/>
                      <a:pt x="398" y="0"/>
                    </a:cubicBezTo>
                    <a:cubicBezTo>
                      <a:pt x="398" y="0"/>
                      <a:pt x="398" y="0"/>
                      <a:pt x="398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8" name="Freeform 36">
                <a:extLst>
                  <a:ext uri="{FF2B5EF4-FFF2-40B4-BE49-F238E27FC236}">
                    <a16:creationId xmlns:a16="http://schemas.microsoft.com/office/drawing/2014/main" id="{20593E59-AC9C-45EF-9962-108B327B1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0" y="2154"/>
                <a:ext cx="324" cy="25"/>
              </a:xfrm>
              <a:custGeom>
                <a:avLst/>
                <a:gdLst>
                  <a:gd name="T0" fmla="*/ 223 w 223"/>
                  <a:gd name="T1" fmla="*/ 0 h 17"/>
                  <a:gd name="T2" fmla="*/ 220 w 223"/>
                  <a:gd name="T3" fmla="*/ 0 h 17"/>
                  <a:gd name="T4" fmla="*/ 180 w 223"/>
                  <a:gd name="T5" fmla="*/ 2 h 17"/>
                  <a:gd name="T6" fmla="*/ 147 w 223"/>
                  <a:gd name="T7" fmla="*/ 4 h 17"/>
                  <a:gd name="T8" fmla="*/ 120 w 223"/>
                  <a:gd name="T9" fmla="*/ 5 h 17"/>
                  <a:gd name="T10" fmla="*/ 119 w 223"/>
                  <a:gd name="T11" fmla="*/ 5 h 17"/>
                  <a:gd name="T12" fmla="*/ 101 w 223"/>
                  <a:gd name="T13" fmla="*/ 6 h 17"/>
                  <a:gd name="T14" fmla="*/ 75 w 223"/>
                  <a:gd name="T15" fmla="*/ 8 h 17"/>
                  <a:gd name="T16" fmla="*/ 50 w 223"/>
                  <a:gd name="T17" fmla="*/ 9 h 17"/>
                  <a:gd name="T18" fmla="*/ 45 w 223"/>
                  <a:gd name="T19" fmla="*/ 9 h 17"/>
                  <a:gd name="T20" fmla="*/ 42 w 223"/>
                  <a:gd name="T21" fmla="*/ 10 h 17"/>
                  <a:gd name="T22" fmla="*/ 37 w 223"/>
                  <a:gd name="T23" fmla="*/ 10 h 17"/>
                  <a:gd name="T24" fmla="*/ 37 w 223"/>
                  <a:gd name="T25" fmla="*/ 10 h 17"/>
                  <a:gd name="T26" fmla="*/ 37 w 223"/>
                  <a:gd name="T27" fmla="*/ 10 h 17"/>
                  <a:gd name="T28" fmla="*/ 37 w 223"/>
                  <a:gd name="T29" fmla="*/ 10 h 17"/>
                  <a:gd name="T30" fmla="*/ 33 w 223"/>
                  <a:gd name="T31" fmla="*/ 10 h 17"/>
                  <a:gd name="T32" fmla="*/ 33 w 223"/>
                  <a:gd name="T33" fmla="*/ 10 h 17"/>
                  <a:gd name="T34" fmla="*/ 33 w 223"/>
                  <a:gd name="T35" fmla="*/ 10 h 17"/>
                  <a:gd name="T36" fmla="*/ 4 w 223"/>
                  <a:gd name="T37" fmla="*/ 6 h 17"/>
                  <a:gd name="T38" fmla="*/ 3 w 223"/>
                  <a:gd name="T39" fmla="*/ 6 h 17"/>
                  <a:gd name="T40" fmla="*/ 3 w 223"/>
                  <a:gd name="T41" fmla="*/ 6 h 17"/>
                  <a:gd name="T42" fmla="*/ 3 w 223"/>
                  <a:gd name="T43" fmla="*/ 6 h 17"/>
                  <a:gd name="T44" fmla="*/ 3 w 223"/>
                  <a:gd name="T45" fmla="*/ 6 h 17"/>
                  <a:gd name="T46" fmla="*/ 1 w 223"/>
                  <a:gd name="T47" fmla="*/ 6 h 17"/>
                  <a:gd name="T48" fmla="*/ 1 w 223"/>
                  <a:gd name="T49" fmla="*/ 6 h 17"/>
                  <a:gd name="T50" fmla="*/ 1 w 223"/>
                  <a:gd name="T51" fmla="*/ 6 h 17"/>
                  <a:gd name="T52" fmla="*/ 1 w 223"/>
                  <a:gd name="T53" fmla="*/ 6 h 17"/>
                  <a:gd name="T54" fmla="*/ 1 w 223"/>
                  <a:gd name="T55" fmla="*/ 6 h 17"/>
                  <a:gd name="T56" fmla="*/ 0 w 223"/>
                  <a:gd name="T57" fmla="*/ 6 h 17"/>
                  <a:gd name="T58" fmla="*/ 0 w 223"/>
                  <a:gd name="T59" fmla="*/ 11 h 17"/>
                  <a:gd name="T60" fmla="*/ 0 w 223"/>
                  <a:gd name="T61" fmla="*/ 11 h 17"/>
                  <a:gd name="T62" fmla="*/ 5 w 223"/>
                  <a:gd name="T63" fmla="*/ 13 h 17"/>
                  <a:gd name="T64" fmla="*/ 22 w 223"/>
                  <a:gd name="T65" fmla="*/ 14 h 17"/>
                  <a:gd name="T66" fmla="*/ 32 w 223"/>
                  <a:gd name="T67" fmla="*/ 16 h 17"/>
                  <a:gd name="T68" fmla="*/ 32 w 223"/>
                  <a:gd name="T69" fmla="*/ 16 h 17"/>
                  <a:gd name="T70" fmla="*/ 33 w 223"/>
                  <a:gd name="T71" fmla="*/ 16 h 17"/>
                  <a:gd name="T72" fmla="*/ 33 w 223"/>
                  <a:gd name="T73" fmla="*/ 16 h 17"/>
                  <a:gd name="T74" fmla="*/ 38 w 223"/>
                  <a:gd name="T75" fmla="*/ 17 h 17"/>
                  <a:gd name="T76" fmla="*/ 38 w 223"/>
                  <a:gd name="T77" fmla="*/ 17 h 17"/>
                  <a:gd name="T78" fmla="*/ 38 w 223"/>
                  <a:gd name="T79" fmla="*/ 17 h 17"/>
                  <a:gd name="T80" fmla="*/ 38 w 223"/>
                  <a:gd name="T81" fmla="*/ 17 h 17"/>
                  <a:gd name="T82" fmla="*/ 39 w 223"/>
                  <a:gd name="T83" fmla="*/ 17 h 17"/>
                  <a:gd name="T84" fmla="*/ 39 w 223"/>
                  <a:gd name="T85" fmla="*/ 17 h 17"/>
                  <a:gd name="T86" fmla="*/ 39 w 223"/>
                  <a:gd name="T87" fmla="*/ 17 h 17"/>
                  <a:gd name="T88" fmla="*/ 56 w 223"/>
                  <a:gd name="T89" fmla="*/ 16 h 17"/>
                  <a:gd name="T90" fmla="*/ 77 w 223"/>
                  <a:gd name="T91" fmla="*/ 14 h 17"/>
                  <a:gd name="T92" fmla="*/ 111 w 223"/>
                  <a:gd name="T93" fmla="*/ 13 h 17"/>
                  <a:gd name="T94" fmla="*/ 113 w 223"/>
                  <a:gd name="T95" fmla="*/ 13 h 17"/>
                  <a:gd name="T96" fmla="*/ 140 w 223"/>
                  <a:gd name="T97" fmla="*/ 11 h 17"/>
                  <a:gd name="T98" fmla="*/ 142 w 223"/>
                  <a:gd name="T99" fmla="*/ 11 h 17"/>
                  <a:gd name="T100" fmla="*/ 170 w 223"/>
                  <a:gd name="T101" fmla="*/ 9 h 17"/>
                  <a:gd name="T102" fmla="*/ 185 w 223"/>
                  <a:gd name="T103" fmla="*/ 8 h 17"/>
                  <a:gd name="T104" fmla="*/ 211 w 223"/>
                  <a:gd name="T105" fmla="*/ 6 h 17"/>
                  <a:gd name="T106" fmla="*/ 223 w 223"/>
                  <a:gd name="T107" fmla="*/ 5 h 17"/>
                  <a:gd name="T108" fmla="*/ 223 w 223"/>
                  <a:gd name="T109" fmla="*/ 5 h 17"/>
                  <a:gd name="T110" fmla="*/ 223 w 223"/>
                  <a:gd name="T111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23" h="17">
                    <a:moveTo>
                      <a:pt x="223" y="0"/>
                    </a:moveTo>
                    <a:cubicBezTo>
                      <a:pt x="222" y="0"/>
                      <a:pt x="221" y="0"/>
                      <a:pt x="220" y="0"/>
                    </a:cubicBezTo>
                    <a:cubicBezTo>
                      <a:pt x="206" y="1"/>
                      <a:pt x="193" y="2"/>
                      <a:pt x="180" y="2"/>
                    </a:cubicBezTo>
                    <a:cubicBezTo>
                      <a:pt x="169" y="3"/>
                      <a:pt x="158" y="3"/>
                      <a:pt x="147" y="4"/>
                    </a:cubicBezTo>
                    <a:cubicBezTo>
                      <a:pt x="138" y="4"/>
                      <a:pt x="129" y="4"/>
                      <a:pt x="120" y="5"/>
                    </a:cubicBezTo>
                    <a:cubicBezTo>
                      <a:pt x="120" y="5"/>
                      <a:pt x="119" y="5"/>
                      <a:pt x="119" y="5"/>
                    </a:cubicBezTo>
                    <a:cubicBezTo>
                      <a:pt x="113" y="5"/>
                      <a:pt x="107" y="6"/>
                      <a:pt x="101" y="6"/>
                    </a:cubicBezTo>
                    <a:cubicBezTo>
                      <a:pt x="92" y="7"/>
                      <a:pt x="83" y="7"/>
                      <a:pt x="75" y="8"/>
                    </a:cubicBezTo>
                    <a:cubicBezTo>
                      <a:pt x="66" y="8"/>
                      <a:pt x="58" y="8"/>
                      <a:pt x="50" y="9"/>
                    </a:cubicBezTo>
                    <a:cubicBezTo>
                      <a:pt x="48" y="9"/>
                      <a:pt x="47" y="9"/>
                      <a:pt x="45" y="9"/>
                    </a:cubicBezTo>
                    <a:cubicBezTo>
                      <a:pt x="44" y="9"/>
                      <a:pt x="43" y="10"/>
                      <a:pt x="42" y="10"/>
                    </a:cubicBezTo>
                    <a:cubicBezTo>
                      <a:pt x="40" y="10"/>
                      <a:pt x="38" y="10"/>
                      <a:pt x="37" y="10"/>
                    </a:cubicBezTo>
                    <a:cubicBezTo>
                      <a:pt x="37" y="10"/>
                      <a:pt x="37" y="10"/>
                      <a:pt x="37" y="10"/>
                    </a:cubicBezTo>
                    <a:cubicBezTo>
                      <a:pt x="37" y="10"/>
                      <a:pt x="37" y="10"/>
                      <a:pt x="37" y="10"/>
                    </a:cubicBezTo>
                    <a:cubicBezTo>
                      <a:pt x="37" y="10"/>
                      <a:pt x="37" y="10"/>
                      <a:pt x="37" y="10"/>
                    </a:cubicBezTo>
                    <a:cubicBezTo>
                      <a:pt x="35" y="10"/>
                      <a:pt x="34" y="10"/>
                      <a:pt x="33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24" y="7"/>
                      <a:pt x="14" y="7"/>
                      <a:pt x="4" y="6"/>
                    </a:cubicBezTo>
                    <a:cubicBezTo>
                      <a:pt x="4" y="6"/>
                      <a:pt x="4" y="6"/>
                      <a:pt x="3" y="6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3" y="6"/>
                      <a:pt x="2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8"/>
                      <a:pt x="0" y="9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2" y="12"/>
                      <a:pt x="3" y="13"/>
                      <a:pt x="5" y="13"/>
                    </a:cubicBezTo>
                    <a:cubicBezTo>
                      <a:pt x="11" y="13"/>
                      <a:pt x="17" y="13"/>
                      <a:pt x="22" y="14"/>
                    </a:cubicBezTo>
                    <a:cubicBezTo>
                      <a:pt x="26" y="14"/>
                      <a:pt x="29" y="14"/>
                      <a:pt x="32" y="16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2" y="16"/>
                      <a:pt x="32" y="16"/>
                      <a:pt x="33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5" y="17"/>
                      <a:pt x="36" y="17"/>
                      <a:pt x="38" y="17"/>
                    </a:cubicBezTo>
                    <a:cubicBezTo>
                      <a:pt x="38" y="17"/>
                      <a:pt x="38" y="17"/>
                      <a:pt x="38" y="17"/>
                    </a:cubicBezTo>
                    <a:cubicBezTo>
                      <a:pt x="38" y="17"/>
                      <a:pt x="38" y="17"/>
                      <a:pt x="38" y="17"/>
                    </a:cubicBezTo>
                    <a:cubicBezTo>
                      <a:pt x="38" y="17"/>
                      <a:pt x="38" y="17"/>
                      <a:pt x="38" y="17"/>
                    </a:cubicBezTo>
                    <a:cubicBezTo>
                      <a:pt x="38" y="17"/>
                      <a:pt x="38" y="17"/>
                      <a:pt x="39" y="17"/>
                    </a:cubicBezTo>
                    <a:cubicBezTo>
                      <a:pt x="39" y="17"/>
                      <a:pt x="39" y="17"/>
                      <a:pt x="39" y="17"/>
                    </a:cubicBezTo>
                    <a:cubicBezTo>
                      <a:pt x="39" y="17"/>
                      <a:pt x="39" y="17"/>
                      <a:pt x="39" y="17"/>
                    </a:cubicBezTo>
                    <a:cubicBezTo>
                      <a:pt x="45" y="17"/>
                      <a:pt x="51" y="16"/>
                      <a:pt x="56" y="16"/>
                    </a:cubicBezTo>
                    <a:cubicBezTo>
                      <a:pt x="63" y="15"/>
                      <a:pt x="70" y="14"/>
                      <a:pt x="77" y="14"/>
                    </a:cubicBezTo>
                    <a:cubicBezTo>
                      <a:pt x="89" y="13"/>
                      <a:pt x="100" y="13"/>
                      <a:pt x="111" y="13"/>
                    </a:cubicBezTo>
                    <a:cubicBezTo>
                      <a:pt x="112" y="13"/>
                      <a:pt x="112" y="13"/>
                      <a:pt x="113" y="13"/>
                    </a:cubicBezTo>
                    <a:cubicBezTo>
                      <a:pt x="122" y="12"/>
                      <a:pt x="131" y="11"/>
                      <a:pt x="140" y="11"/>
                    </a:cubicBezTo>
                    <a:cubicBezTo>
                      <a:pt x="141" y="11"/>
                      <a:pt x="141" y="11"/>
                      <a:pt x="142" y="11"/>
                    </a:cubicBezTo>
                    <a:cubicBezTo>
                      <a:pt x="152" y="10"/>
                      <a:pt x="161" y="9"/>
                      <a:pt x="170" y="9"/>
                    </a:cubicBezTo>
                    <a:cubicBezTo>
                      <a:pt x="175" y="8"/>
                      <a:pt x="180" y="9"/>
                      <a:pt x="185" y="8"/>
                    </a:cubicBezTo>
                    <a:cubicBezTo>
                      <a:pt x="194" y="8"/>
                      <a:pt x="202" y="7"/>
                      <a:pt x="211" y="6"/>
                    </a:cubicBezTo>
                    <a:cubicBezTo>
                      <a:pt x="215" y="6"/>
                      <a:pt x="219" y="6"/>
                      <a:pt x="223" y="5"/>
                    </a:cubicBezTo>
                    <a:cubicBezTo>
                      <a:pt x="223" y="5"/>
                      <a:pt x="223" y="5"/>
                      <a:pt x="223" y="5"/>
                    </a:cubicBezTo>
                    <a:cubicBezTo>
                      <a:pt x="223" y="3"/>
                      <a:pt x="223" y="2"/>
                      <a:pt x="22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9" name="Freeform 37">
                <a:extLst>
                  <a:ext uri="{FF2B5EF4-FFF2-40B4-BE49-F238E27FC236}">
                    <a16:creationId xmlns:a16="http://schemas.microsoft.com/office/drawing/2014/main" id="{CEF7A909-5261-4CE4-87E4-D36EFFFDE7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" y="2042"/>
                <a:ext cx="36" cy="91"/>
              </a:xfrm>
              <a:custGeom>
                <a:avLst/>
                <a:gdLst>
                  <a:gd name="T0" fmla="*/ 24 w 25"/>
                  <a:gd name="T1" fmla="*/ 0 h 62"/>
                  <a:gd name="T2" fmla="*/ 0 w 25"/>
                  <a:gd name="T3" fmla="*/ 0 h 62"/>
                  <a:gd name="T4" fmla="*/ 0 w 25"/>
                  <a:gd name="T5" fmla="*/ 3 h 62"/>
                  <a:gd name="T6" fmla="*/ 0 w 25"/>
                  <a:gd name="T7" fmla="*/ 5 h 62"/>
                  <a:gd name="T8" fmla="*/ 1 w 25"/>
                  <a:gd name="T9" fmla="*/ 28 h 62"/>
                  <a:gd name="T10" fmla="*/ 2 w 25"/>
                  <a:gd name="T11" fmla="*/ 50 h 62"/>
                  <a:gd name="T12" fmla="*/ 3 w 25"/>
                  <a:gd name="T13" fmla="*/ 62 h 62"/>
                  <a:gd name="T14" fmla="*/ 3 w 25"/>
                  <a:gd name="T15" fmla="*/ 62 h 62"/>
                  <a:gd name="T16" fmla="*/ 4 w 25"/>
                  <a:gd name="T17" fmla="*/ 62 h 62"/>
                  <a:gd name="T18" fmla="*/ 4 w 25"/>
                  <a:gd name="T19" fmla="*/ 62 h 62"/>
                  <a:gd name="T20" fmla="*/ 4 w 25"/>
                  <a:gd name="T21" fmla="*/ 62 h 62"/>
                  <a:gd name="T22" fmla="*/ 4 w 25"/>
                  <a:gd name="T23" fmla="*/ 62 h 62"/>
                  <a:gd name="T24" fmla="*/ 7 w 25"/>
                  <a:gd name="T25" fmla="*/ 62 h 62"/>
                  <a:gd name="T26" fmla="*/ 7 w 25"/>
                  <a:gd name="T27" fmla="*/ 62 h 62"/>
                  <a:gd name="T28" fmla="*/ 7 w 25"/>
                  <a:gd name="T29" fmla="*/ 62 h 62"/>
                  <a:gd name="T30" fmla="*/ 11 w 25"/>
                  <a:gd name="T31" fmla="*/ 62 h 62"/>
                  <a:gd name="T32" fmla="*/ 11 w 25"/>
                  <a:gd name="T33" fmla="*/ 62 h 62"/>
                  <a:gd name="T34" fmla="*/ 11 w 25"/>
                  <a:gd name="T35" fmla="*/ 62 h 62"/>
                  <a:gd name="T36" fmla="*/ 11 w 25"/>
                  <a:gd name="T37" fmla="*/ 62 h 62"/>
                  <a:gd name="T38" fmla="*/ 14 w 25"/>
                  <a:gd name="T39" fmla="*/ 62 h 62"/>
                  <a:gd name="T40" fmla="*/ 14 w 25"/>
                  <a:gd name="T41" fmla="*/ 62 h 62"/>
                  <a:gd name="T42" fmla="*/ 14 w 25"/>
                  <a:gd name="T43" fmla="*/ 62 h 62"/>
                  <a:gd name="T44" fmla="*/ 14 w 25"/>
                  <a:gd name="T45" fmla="*/ 62 h 62"/>
                  <a:gd name="T46" fmla="*/ 14 w 25"/>
                  <a:gd name="T47" fmla="*/ 62 h 62"/>
                  <a:gd name="T48" fmla="*/ 14 w 25"/>
                  <a:gd name="T49" fmla="*/ 62 h 62"/>
                  <a:gd name="T50" fmla="*/ 16 w 25"/>
                  <a:gd name="T51" fmla="*/ 62 h 62"/>
                  <a:gd name="T52" fmla="*/ 20 w 25"/>
                  <a:gd name="T53" fmla="*/ 62 h 62"/>
                  <a:gd name="T54" fmla="*/ 24 w 25"/>
                  <a:gd name="T55" fmla="*/ 61 h 62"/>
                  <a:gd name="T56" fmla="*/ 24 w 25"/>
                  <a:gd name="T57" fmla="*/ 61 h 62"/>
                  <a:gd name="T58" fmla="*/ 24 w 25"/>
                  <a:gd name="T59" fmla="*/ 61 h 62"/>
                  <a:gd name="T60" fmla="*/ 24 w 25"/>
                  <a:gd name="T61" fmla="*/ 61 h 62"/>
                  <a:gd name="T62" fmla="*/ 25 w 25"/>
                  <a:gd name="T63" fmla="*/ 61 h 62"/>
                  <a:gd name="T64" fmla="*/ 25 w 25"/>
                  <a:gd name="T65" fmla="*/ 61 h 62"/>
                  <a:gd name="T66" fmla="*/ 25 w 25"/>
                  <a:gd name="T67" fmla="*/ 57 h 62"/>
                  <a:gd name="T68" fmla="*/ 25 w 25"/>
                  <a:gd name="T69" fmla="*/ 54 h 62"/>
                  <a:gd name="T70" fmla="*/ 24 w 25"/>
                  <a:gd name="T71" fmla="*/ 47 h 62"/>
                  <a:gd name="T72" fmla="*/ 24 w 25"/>
                  <a:gd name="T73" fmla="*/ 4 h 62"/>
                  <a:gd name="T74" fmla="*/ 24 w 25"/>
                  <a:gd name="T75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5" h="62">
                    <a:moveTo>
                      <a:pt x="24" y="0"/>
                    </a:moveTo>
                    <a:cubicBezTo>
                      <a:pt x="16" y="0"/>
                      <a:pt x="8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4"/>
                      <a:pt x="0" y="4"/>
                      <a:pt x="0" y="5"/>
                    </a:cubicBezTo>
                    <a:cubicBezTo>
                      <a:pt x="0" y="12"/>
                      <a:pt x="1" y="20"/>
                      <a:pt x="1" y="28"/>
                    </a:cubicBezTo>
                    <a:cubicBezTo>
                      <a:pt x="1" y="36"/>
                      <a:pt x="2" y="43"/>
                      <a:pt x="2" y="50"/>
                    </a:cubicBezTo>
                    <a:cubicBezTo>
                      <a:pt x="2" y="54"/>
                      <a:pt x="3" y="58"/>
                      <a:pt x="3" y="62"/>
                    </a:cubicBezTo>
                    <a:cubicBezTo>
                      <a:pt x="3" y="62"/>
                      <a:pt x="3" y="62"/>
                      <a:pt x="3" y="62"/>
                    </a:cubicBezTo>
                    <a:cubicBezTo>
                      <a:pt x="3" y="62"/>
                      <a:pt x="4" y="62"/>
                      <a:pt x="4" y="62"/>
                    </a:cubicBezTo>
                    <a:cubicBezTo>
                      <a:pt x="4" y="62"/>
                      <a:pt x="4" y="62"/>
                      <a:pt x="4" y="62"/>
                    </a:cubicBezTo>
                    <a:cubicBezTo>
                      <a:pt x="4" y="62"/>
                      <a:pt x="4" y="62"/>
                      <a:pt x="4" y="62"/>
                    </a:cubicBezTo>
                    <a:cubicBezTo>
                      <a:pt x="4" y="62"/>
                      <a:pt x="4" y="62"/>
                      <a:pt x="4" y="62"/>
                    </a:cubicBezTo>
                    <a:cubicBezTo>
                      <a:pt x="5" y="62"/>
                      <a:pt x="6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9" y="62"/>
                      <a:pt x="10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2" y="62"/>
                      <a:pt x="13" y="62"/>
                      <a:pt x="14" y="62"/>
                    </a:cubicBezTo>
                    <a:cubicBezTo>
                      <a:pt x="14" y="62"/>
                      <a:pt x="14" y="62"/>
                      <a:pt x="14" y="62"/>
                    </a:cubicBezTo>
                    <a:cubicBezTo>
                      <a:pt x="14" y="62"/>
                      <a:pt x="14" y="62"/>
                      <a:pt x="14" y="62"/>
                    </a:cubicBezTo>
                    <a:cubicBezTo>
                      <a:pt x="14" y="62"/>
                      <a:pt x="14" y="62"/>
                      <a:pt x="14" y="62"/>
                    </a:cubicBezTo>
                    <a:cubicBezTo>
                      <a:pt x="14" y="62"/>
                      <a:pt x="14" y="62"/>
                      <a:pt x="14" y="62"/>
                    </a:cubicBezTo>
                    <a:cubicBezTo>
                      <a:pt x="14" y="62"/>
                      <a:pt x="14" y="62"/>
                      <a:pt x="14" y="62"/>
                    </a:cubicBezTo>
                    <a:cubicBezTo>
                      <a:pt x="15" y="62"/>
                      <a:pt x="15" y="62"/>
                      <a:pt x="16" y="62"/>
                    </a:cubicBezTo>
                    <a:cubicBezTo>
                      <a:pt x="17" y="62"/>
                      <a:pt x="19" y="62"/>
                      <a:pt x="20" y="62"/>
                    </a:cubicBezTo>
                    <a:cubicBezTo>
                      <a:pt x="22" y="61"/>
                      <a:pt x="23" y="61"/>
                      <a:pt x="24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0"/>
                      <a:pt x="25" y="58"/>
                      <a:pt x="25" y="57"/>
                    </a:cubicBezTo>
                    <a:cubicBezTo>
                      <a:pt x="25" y="56"/>
                      <a:pt x="25" y="55"/>
                      <a:pt x="25" y="54"/>
                    </a:cubicBezTo>
                    <a:cubicBezTo>
                      <a:pt x="25" y="52"/>
                      <a:pt x="24" y="50"/>
                      <a:pt x="24" y="47"/>
                    </a:cubicBezTo>
                    <a:cubicBezTo>
                      <a:pt x="24" y="33"/>
                      <a:pt x="24" y="18"/>
                      <a:pt x="24" y="4"/>
                    </a:cubicBezTo>
                    <a:cubicBezTo>
                      <a:pt x="24" y="2"/>
                      <a:pt x="24" y="1"/>
                      <a:pt x="24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0" name="Freeform 38">
                <a:extLst>
                  <a:ext uri="{FF2B5EF4-FFF2-40B4-BE49-F238E27FC236}">
                    <a16:creationId xmlns:a16="http://schemas.microsoft.com/office/drawing/2014/main" id="{F88CBCDA-4D95-48E4-8EEF-162A99A36B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2034"/>
                <a:ext cx="34" cy="78"/>
              </a:xfrm>
              <a:custGeom>
                <a:avLst/>
                <a:gdLst>
                  <a:gd name="T0" fmla="*/ 16 w 23"/>
                  <a:gd name="T1" fmla="*/ 0 h 54"/>
                  <a:gd name="T2" fmla="*/ 16 w 23"/>
                  <a:gd name="T3" fmla="*/ 0 h 54"/>
                  <a:gd name="T4" fmla="*/ 13 w 23"/>
                  <a:gd name="T5" fmla="*/ 0 h 54"/>
                  <a:gd name="T6" fmla="*/ 12 w 23"/>
                  <a:gd name="T7" fmla="*/ 0 h 54"/>
                  <a:gd name="T8" fmla="*/ 1 w 23"/>
                  <a:gd name="T9" fmla="*/ 0 h 54"/>
                  <a:gd name="T10" fmla="*/ 1 w 23"/>
                  <a:gd name="T11" fmla="*/ 0 h 54"/>
                  <a:gd name="T12" fmla="*/ 1 w 23"/>
                  <a:gd name="T13" fmla="*/ 8 h 54"/>
                  <a:gd name="T14" fmla="*/ 2 w 23"/>
                  <a:gd name="T15" fmla="*/ 14 h 54"/>
                  <a:gd name="T16" fmla="*/ 2 w 23"/>
                  <a:gd name="T17" fmla="*/ 15 h 54"/>
                  <a:gd name="T18" fmla="*/ 1 w 23"/>
                  <a:gd name="T19" fmla="*/ 26 h 54"/>
                  <a:gd name="T20" fmla="*/ 0 w 23"/>
                  <a:gd name="T21" fmla="*/ 32 h 54"/>
                  <a:gd name="T22" fmla="*/ 0 w 23"/>
                  <a:gd name="T23" fmla="*/ 42 h 54"/>
                  <a:gd name="T24" fmla="*/ 1 w 23"/>
                  <a:gd name="T25" fmla="*/ 52 h 54"/>
                  <a:gd name="T26" fmla="*/ 1 w 23"/>
                  <a:gd name="T27" fmla="*/ 52 h 54"/>
                  <a:gd name="T28" fmla="*/ 13 w 23"/>
                  <a:gd name="T29" fmla="*/ 54 h 54"/>
                  <a:gd name="T30" fmla="*/ 13 w 23"/>
                  <a:gd name="T31" fmla="*/ 54 h 54"/>
                  <a:gd name="T32" fmla="*/ 13 w 23"/>
                  <a:gd name="T33" fmla="*/ 54 h 54"/>
                  <a:gd name="T34" fmla="*/ 13 w 23"/>
                  <a:gd name="T35" fmla="*/ 54 h 54"/>
                  <a:gd name="T36" fmla="*/ 23 w 23"/>
                  <a:gd name="T37" fmla="*/ 52 h 54"/>
                  <a:gd name="T38" fmla="*/ 23 w 23"/>
                  <a:gd name="T39" fmla="*/ 52 h 54"/>
                  <a:gd name="T40" fmla="*/ 23 w 23"/>
                  <a:gd name="T41" fmla="*/ 52 h 54"/>
                  <a:gd name="T42" fmla="*/ 23 w 23"/>
                  <a:gd name="T43" fmla="*/ 42 h 54"/>
                  <a:gd name="T44" fmla="*/ 23 w 23"/>
                  <a:gd name="T45" fmla="*/ 35 h 54"/>
                  <a:gd name="T46" fmla="*/ 23 w 23"/>
                  <a:gd name="T47" fmla="*/ 22 h 54"/>
                  <a:gd name="T48" fmla="*/ 23 w 23"/>
                  <a:gd name="T49" fmla="*/ 17 h 54"/>
                  <a:gd name="T50" fmla="*/ 23 w 23"/>
                  <a:gd name="T51" fmla="*/ 0 h 54"/>
                  <a:gd name="T52" fmla="*/ 23 w 23"/>
                  <a:gd name="T53" fmla="*/ 0 h 54"/>
                  <a:gd name="T54" fmla="*/ 19 w 23"/>
                  <a:gd name="T55" fmla="*/ 0 h 54"/>
                  <a:gd name="T56" fmla="*/ 16 w 23"/>
                  <a:gd name="T57" fmla="*/ 0 h 54"/>
                  <a:gd name="T58" fmla="*/ 16 w 23"/>
                  <a:gd name="T59" fmla="*/ 0 h 54"/>
                  <a:gd name="T60" fmla="*/ 16 w 23"/>
                  <a:gd name="T61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3" h="54">
                    <a:moveTo>
                      <a:pt x="16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0"/>
                      <a:pt x="13" y="0"/>
                    </a:cubicBezTo>
                    <a:cubicBezTo>
                      <a:pt x="13" y="0"/>
                      <a:pt x="12" y="0"/>
                      <a:pt x="12" y="0"/>
                    </a:cubicBezTo>
                    <a:cubicBezTo>
                      <a:pt x="8" y="0"/>
                      <a:pt x="5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3"/>
                      <a:pt x="1" y="5"/>
                      <a:pt x="1" y="8"/>
                    </a:cubicBezTo>
                    <a:cubicBezTo>
                      <a:pt x="2" y="10"/>
                      <a:pt x="2" y="12"/>
                      <a:pt x="2" y="14"/>
                    </a:cubicBezTo>
                    <a:cubicBezTo>
                      <a:pt x="2" y="14"/>
                      <a:pt x="2" y="14"/>
                      <a:pt x="2" y="15"/>
                    </a:cubicBezTo>
                    <a:cubicBezTo>
                      <a:pt x="2" y="19"/>
                      <a:pt x="1" y="23"/>
                      <a:pt x="1" y="26"/>
                    </a:cubicBezTo>
                    <a:cubicBezTo>
                      <a:pt x="1" y="28"/>
                      <a:pt x="0" y="30"/>
                      <a:pt x="0" y="32"/>
                    </a:cubicBezTo>
                    <a:cubicBezTo>
                      <a:pt x="0" y="35"/>
                      <a:pt x="0" y="38"/>
                      <a:pt x="0" y="42"/>
                    </a:cubicBezTo>
                    <a:cubicBezTo>
                      <a:pt x="0" y="45"/>
                      <a:pt x="0" y="49"/>
                      <a:pt x="1" y="52"/>
                    </a:cubicBezTo>
                    <a:cubicBezTo>
                      <a:pt x="1" y="52"/>
                      <a:pt x="1" y="52"/>
                      <a:pt x="1" y="52"/>
                    </a:cubicBezTo>
                    <a:cubicBezTo>
                      <a:pt x="5" y="53"/>
                      <a:pt x="9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7" y="54"/>
                      <a:pt x="20" y="53"/>
                      <a:pt x="23" y="52"/>
                    </a:cubicBezTo>
                    <a:cubicBezTo>
                      <a:pt x="23" y="52"/>
                      <a:pt x="23" y="52"/>
                      <a:pt x="23" y="52"/>
                    </a:cubicBezTo>
                    <a:cubicBezTo>
                      <a:pt x="23" y="52"/>
                      <a:pt x="23" y="52"/>
                      <a:pt x="23" y="52"/>
                    </a:cubicBezTo>
                    <a:cubicBezTo>
                      <a:pt x="23" y="49"/>
                      <a:pt x="23" y="45"/>
                      <a:pt x="23" y="42"/>
                    </a:cubicBezTo>
                    <a:cubicBezTo>
                      <a:pt x="23" y="39"/>
                      <a:pt x="23" y="37"/>
                      <a:pt x="23" y="35"/>
                    </a:cubicBezTo>
                    <a:cubicBezTo>
                      <a:pt x="23" y="30"/>
                      <a:pt x="23" y="26"/>
                      <a:pt x="23" y="22"/>
                    </a:cubicBezTo>
                    <a:cubicBezTo>
                      <a:pt x="23" y="20"/>
                      <a:pt x="23" y="18"/>
                      <a:pt x="23" y="17"/>
                    </a:cubicBezTo>
                    <a:cubicBezTo>
                      <a:pt x="23" y="11"/>
                      <a:pt x="23" y="5"/>
                      <a:pt x="23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1" y="0"/>
                      <a:pt x="20" y="0"/>
                      <a:pt x="19" y="0"/>
                    </a:cubicBezTo>
                    <a:cubicBezTo>
                      <a:pt x="18" y="0"/>
                      <a:pt x="17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" name="Freeform 39">
                <a:extLst>
                  <a:ext uri="{FF2B5EF4-FFF2-40B4-BE49-F238E27FC236}">
                    <a16:creationId xmlns:a16="http://schemas.microsoft.com/office/drawing/2014/main" id="{8F1D5E51-D378-4C69-86F0-FDA86610D4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0" y="2172"/>
                <a:ext cx="567" cy="33"/>
              </a:xfrm>
              <a:custGeom>
                <a:avLst/>
                <a:gdLst>
                  <a:gd name="T0" fmla="*/ 385 w 389"/>
                  <a:gd name="T1" fmla="*/ 0 h 23"/>
                  <a:gd name="T2" fmla="*/ 385 w 389"/>
                  <a:gd name="T3" fmla="*/ 0 h 23"/>
                  <a:gd name="T4" fmla="*/ 382 w 389"/>
                  <a:gd name="T5" fmla="*/ 1 h 23"/>
                  <a:gd name="T6" fmla="*/ 380 w 389"/>
                  <a:gd name="T7" fmla="*/ 1 h 23"/>
                  <a:gd name="T8" fmla="*/ 346 w 389"/>
                  <a:gd name="T9" fmla="*/ 3 h 23"/>
                  <a:gd name="T10" fmla="*/ 313 w 389"/>
                  <a:gd name="T11" fmla="*/ 4 h 23"/>
                  <a:gd name="T12" fmla="*/ 289 w 389"/>
                  <a:gd name="T13" fmla="*/ 5 h 23"/>
                  <a:gd name="T14" fmla="*/ 288 w 389"/>
                  <a:gd name="T15" fmla="*/ 5 h 23"/>
                  <a:gd name="T16" fmla="*/ 265 w 389"/>
                  <a:gd name="T17" fmla="*/ 7 h 23"/>
                  <a:gd name="T18" fmla="*/ 221 w 389"/>
                  <a:gd name="T19" fmla="*/ 9 h 23"/>
                  <a:gd name="T20" fmla="*/ 187 w 389"/>
                  <a:gd name="T21" fmla="*/ 11 h 23"/>
                  <a:gd name="T22" fmla="*/ 141 w 389"/>
                  <a:gd name="T23" fmla="*/ 14 h 23"/>
                  <a:gd name="T24" fmla="*/ 108 w 389"/>
                  <a:gd name="T25" fmla="*/ 16 h 23"/>
                  <a:gd name="T26" fmla="*/ 81 w 389"/>
                  <a:gd name="T27" fmla="*/ 17 h 23"/>
                  <a:gd name="T28" fmla="*/ 49 w 389"/>
                  <a:gd name="T29" fmla="*/ 18 h 23"/>
                  <a:gd name="T30" fmla="*/ 48 w 389"/>
                  <a:gd name="T31" fmla="*/ 18 h 23"/>
                  <a:gd name="T32" fmla="*/ 21 w 389"/>
                  <a:gd name="T33" fmla="*/ 20 h 23"/>
                  <a:gd name="T34" fmla="*/ 1 w 389"/>
                  <a:gd name="T35" fmla="*/ 21 h 23"/>
                  <a:gd name="T36" fmla="*/ 0 w 389"/>
                  <a:gd name="T37" fmla="*/ 22 h 23"/>
                  <a:gd name="T38" fmla="*/ 0 w 389"/>
                  <a:gd name="T39" fmla="*/ 22 h 23"/>
                  <a:gd name="T40" fmla="*/ 0 w 389"/>
                  <a:gd name="T41" fmla="*/ 22 h 23"/>
                  <a:gd name="T42" fmla="*/ 0 w 389"/>
                  <a:gd name="T43" fmla="*/ 22 h 23"/>
                  <a:gd name="T44" fmla="*/ 0 w 389"/>
                  <a:gd name="T45" fmla="*/ 22 h 23"/>
                  <a:gd name="T46" fmla="*/ 4 w 389"/>
                  <a:gd name="T47" fmla="*/ 23 h 23"/>
                  <a:gd name="T48" fmla="*/ 4 w 389"/>
                  <a:gd name="T49" fmla="*/ 23 h 23"/>
                  <a:gd name="T50" fmla="*/ 4 w 389"/>
                  <a:gd name="T51" fmla="*/ 23 h 23"/>
                  <a:gd name="T52" fmla="*/ 4 w 389"/>
                  <a:gd name="T53" fmla="*/ 23 h 23"/>
                  <a:gd name="T54" fmla="*/ 5 w 389"/>
                  <a:gd name="T55" fmla="*/ 23 h 23"/>
                  <a:gd name="T56" fmla="*/ 44 w 389"/>
                  <a:gd name="T57" fmla="*/ 21 h 23"/>
                  <a:gd name="T58" fmla="*/ 78 w 389"/>
                  <a:gd name="T59" fmla="*/ 19 h 23"/>
                  <a:gd name="T60" fmla="*/ 106 w 389"/>
                  <a:gd name="T61" fmla="*/ 18 h 23"/>
                  <a:gd name="T62" fmla="*/ 131 w 389"/>
                  <a:gd name="T63" fmla="*/ 17 h 23"/>
                  <a:gd name="T64" fmla="*/ 132 w 389"/>
                  <a:gd name="T65" fmla="*/ 16 h 23"/>
                  <a:gd name="T66" fmla="*/ 155 w 389"/>
                  <a:gd name="T67" fmla="*/ 15 h 23"/>
                  <a:gd name="T68" fmla="*/ 196 w 389"/>
                  <a:gd name="T69" fmla="*/ 12 h 23"/>
                  <a:gd name="T70" fmla="*/ 230 w 389"/>
                  <a:gd name="T71" fmla="*/ 10 h 23"/>
                  <a:gd name="T72" fmla="*/ 250 w 389"/>
                  <a:gd name="T73" fmla="*/ 9 h 23"/>
                  <a:gd name="T74" fmla="*/ 290 w 389"/>
                  <a:gd name="T75" fmla="*/ 7 h 23"/>
                  <a:gd name="T76" fmla="*/ 320 w 389"/>
                  <a:gd name="T77" fmla="*/ 6 h 23"/>
                  <a:gd name="T78" fmla="*/ 322 w 389"/>
                  <a:gd name="T79" fmla="*/ 6 h 23"/>
                  <a:gd name="T80" fmla="*/ 358 w 389"/>
                  <a:gd name="T81" fmla="*/ 4 h 23"/>
                  <a:gd name="T82" fmla="*/ 378 w 389"/>
                  <a:gd name="T83" fmla="*/ 3 h 23"/>
                  <a:gd name="T84" fmla="*/ 389 w 389"/>
                  <a:gd name="T85" fmla="*/ 1 h 23"/>
                  <a:gd name="T86" fmla="*/ 389 w 389"/>
                  <a:gd name="T87" fmla="*/ 1 h 23"/>
                  <a:gd name="T88" fmla="*/ 389 w 389"/>
                  <a:gd name="T89" fmla="*/ 1 h 23"/>
                  <a:gd name="T90" fmla="*/ 389 w 389"/>
                  <a:gd name="T91" fmla="*/ 1 h 23"/>
                  <a:gd name="T92" fmla="*/ 389 w 389"/>
                  <a:gd name="T93" fmla="*/ 1 h 23"/>
                  <a:gd name="T94" fmla="*/ 389 w 389"/>
                  <a:gd name="T95" fmla="*/ 1 h 23"/>
                  <a:gd name="T96" fmla="*/ 385 w 389"/>
                  <a:gd name="T97" fmla="*/ 0 h 23"/>
                  <a:gd name="T98" fmla="*/ 385 w 389"/>
                  <a:gd name="T99" fmla="*/ 0 h 23"/>
                  <a:gd name="T100" fmla="*/ 385 w 389"/>
                  <a:gd name="T101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89" h="23">
                    <a:moveTo>
                      <a:pt x="385" y="0"/>
                    </a:moveTo>
                    <a:cubicBezTo>
                      <a:pt x="385" y="0"/>
                      <a:pt x="385" y="0"/>
                      <a:pt x="385" y="0"/>
                    </a:cubicBezTo>
                    <a:cubicBezTo>
                      <a:pt x="384" y="0"/>
                      <a:pt x="383" y="0"/>
                      <a:pt x="382" y="1"/>
                    </a:cubicBezTo>
                    <a:cubicBezTo>
                      <a:pt x="381" y="1"/>
                      <a:pt x="381" y="1"/>
                      <a:pt x="380" y="1"/>
                    </a:cubicBezTo>
                    <a:cubicBezTo>
                      <a:pt x="369" y="2"/>
                      <a:pt x="358" y="2"/>
                      <a:pt x="346" y="3"/>
                    </a:cubicBezTo>
                    <a:cubicBezTo>
                      <a:pt x="335" y="3"/>
                      <a:pt x="324" y="4"/>
                      <a:pt x="313" y="4"/>
                    </a:cubicBezTo>
                    <a:cubicBezTo>
                      <a:pt x="305" y="5"/>
                      <a:pt x="297" y="5"/>
                      <a:pt x="289" y="5"/>
                    </a:cubicBezTo>
                    <a:cubicBezTo>
                      <a:pt x="288" y="5"/>
                      <a:pt x="288" y="5"/>
                      <a:pt x="288" y="5"/>
                    </a:cubicBezTo>
                    <a:cubicBezTo>
                      <a:pt x="280" y="6"/>
                      <a:pt x="273" y="7"/>
                      <a:pt x="265" y="7"/>
                    </a:cubicBezTo>
                    <a:cubicBezTo>
                      <a:pt x="250" y="8"/>
                      <a:pt x="236" y="9"/>
                      <a:pt x="221" y="9"/>
                    </a:cubicBezTo>
                    <a:cubicBezTo>
                      <a:pt x="210" y="10"/>
                      <a:pt x="198" y="11"/>
                      <a:pt x="187" y="11"/>
                    </a:cubicBezTo>
                    <a:cubicBezTo>
                      <a:pt x="172" y="12"/>
                      <a:pt x="156" y="13"/>
                      <a:pt x="141" y="14"/>
                    </a:cubicBezTo>
                    <a:cubicBezTo>
                      <a:pt x="130" y="14"/>
                      <a:pt x="119" y="15"/>
                      <a:pt x="108" y="16"/>
                    </a:cubicBezTo>
                    <a:cubicBezTo>
                      <a:pt x="99" y="16"/>
                      <a:pt x="90" y="16"/>
                      <a:pt x="81" y="17"/>
                    </a:cubicBezTo>
                    <a:cubicBezTo>
                      <a:pt x="71" y="17"/>
                      <a:pt x="60" y="18"/>
                      <a:pt x="49" y="18"/>
                    </a:cubicBezTo>
                    <a:cubicBezTo>
                      <a:pt x="48" y="18"/>
                      <a:pt x="48" y="18"/>
                      <a:pt x="48" y="18"/>
                    </a:cubicBezTo>
                    <a:cubicBezTo>
                      <a:pt x="39" y="19"/>
                      <a:pt x="30" y="19"/>
                      <a:pt x="21" y="20"/>
                    </a:cubicBezTo>
                    <a:cubicBezTo>
                      <a:pt x="14" y="20"/>
                      <a:pt x="8" y="21"/>
                      <a:pt x="1" y="21"/>
                    </a:cubicBezTo>
                    <a:cubicBezTo>
                      <a:pt x="0" y="21"/>
                      <a:pt x="0" y="22"/>
                      <a:pt x="0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1" y="23"/>
                      <a:pt x="3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3"/>
                      <a:pt x="5" y="23"/>
                    </a:cubicBezTo>
                    <a:cubicBezTo>
                      <a:pt x="18" y="22"/>
                      <a:pt x="31" y="22"/>
                      <a:pt x="44" y="21"/>
                    </a:cubicBezTo>
                    <a:cubicBezTo>
                      <a:pt x="55" y="20"/>
                      <a:pt x="66" y="19"/>
                      <a:pt x="78" y="19"/>
                    </a:cubicBezTo>
                    <a:cubicBezTo>
                      <a:pt x="87" y="18"/>
                      <a:pt x="96" y="18"/>
                      <a:pt x="106" y="18"/>
                    </a:cubicBezTo>
                    <a:cubicBezTo>
                      <a:pt x="114" y="17"/>
                      <a:pt x="122" y="17"/>
                      <a:pt x="131" y="17"/>
                    </a:cubicBezTo>
                    <a:cubicBezTo>
                      <a:pt x="132" y="16"/>
                      <a:pt x="132" y="16"/>
                      <a:pt x="132" y="16"/>
                    </a:cubicBezTo>
                    <a:cubicBezTo>
                      <a:pt x="139" y="16"/>
                      <a:pt x="147" y="15"/>
                      <a:pt x="155" y="15"/>
                    </a:cubicBezTo>
                    <a:cubicBezTo>
                      <a:pt x="169" y="14"/>
                      <a:pt x="182" y="13"/>
                      <a:pt x="196" y="12"/>
                    </a:cubicBezTo>
                    <a:cubicBezTo>
                      <a:pt x="207" y="12"/>
                      <a:pt x="219" y="11"/>
                      <a:pt x="230" y="10"/>
                    </a:cubicBezTo>
                    <a:cubicBezTo>
                      <a:pt x="237" y="10"/>
                      <a:pt x="243" y="10"/>
                      <a:pt x="250" y="9"/>
                    </a:cubicBezTo>
                    <a:cubicBezTo>
                      <a:pt x="263" y="9"/>
                      <a:pt x="277" y="8"/>
                      <a:pt x="290" y="7"/>
                    </a:cubicBezTo>
                    <a:cubicBezTo>
                      <a:pt x="300" y="7"/>
                      <a:pt x="310" y="6"/>
                      <a:pt x="320" y="6"/>
                    </a:cubicBezTo>
                    <a:cubicBezTo>
                      <a:pt x="320" y="6"/>
                      <a:pt x="321" y="6"/>
                      <a:pt x="322" y="6"/>
                    </a:cubicBezTo>
                    <a:cubicBezTo>
                      <a:pt x="334" y="5"/>
                      <a:pt x="346" y="5"/>
                      <a:pt x="358" y="4"/>
                    </a:cubicBezTo>
                    <a:cubicBezTo>
                      <a:pt x="365" y="4"/>
                      <a:pt x="371" y="3"/>
                      <a:pt x="378" y="3"/>
                    </a:cubicBezTo>
                    <a:cubicBezTo>
                      <a:pt x="381" y="3"/>
                      <a:pt x="385" y="2"/>
                      <a:pt x="38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8" y="0"/>
                      <a:pt x="386" y="0"/>
                      <a:pt x="385" y="0"/>
                    </a:cubicBezTo>
                    <a:cubicBezTo>
                      <a:pt x="385" y="0"/>
                      <a:pt x="385" y="0"/>
                      <a:pt x="385" y="0"/>
                    </a:cubicBezTo>
                    <a:cubicBezTo>
                      <a:pt x="385" y="0"/>
                      <a:pt x="385" y="0"/>
                      <a:pt x="38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2" name="Freeform 40">
                <a:extLst>
                  <a:ext uri="{FF2B5EF4-FFF2-40B4-BE49-F238E27FC236}">
                    <a16:creationId xmlns:a16="http://schemas.microsoft.com/office/drawing/2014/main" id="{58E621B4-9BD7-4EFC-9547-F86CE10EBC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0" y="2041"/>
                <a:ext cx="23" cy="83"/>
              </a:xfrm>
              <a:custGeom>
                <a:avLst/>
                <a:gdLst>
                  <a:gd name="T0" fmla="*/ 14 w 16"/>
                  <a:gd name="T1" fmla="*/ 0 h 57"/>
                  <a:gd name="T2" fmla="*/ 1 w 16"/>
                  <a:gd name="T3" fmla="*/ 0 h 57"/>
                  <a:gd name="T4" fmla="*/ 0 w 16"/>
                  <a:gd name="T5" fmla="*/ 8 h 57"/>
                  <a:gd name="T6" fmla="*/ 3 w 16"/>
                  <a:gd name="T7" fmla="*/ 57 h 57"/>
                  <a:gd name="T8" fmla="*/ 16 w 16"/>
                  <a:gd name="T9" fmla="*/ 57 h 57"/>
                  <a:gd name="T10" fmla="*/ 16 w 16"/>
                  <a:gd name="T11" fmla="*/ 52 h 57"/>
                  <a:gd name="T12" fmla="*/ 16 w 16"/>
                  <a:gd name="T13" fmla="*/ 50 h 57"/>
                  <a:gd name="T14" fmla="*/ 15 w 16"/>
                  <a:gd name="T15" fmla="*/ 38 h 57"/>
                  <a:gd name="T16" fmla="*/ 15 w 16"/>
                  <a:gd name="T17" fmla="*/ 28 h 57"/>
                  <a:gd name="T18" fmla="*/ 15 w 16"/>
                  <a:gd name="T19" fmla="*/ 23 h 57"/>
                  <a:gd name="T20" fmla="*/ 15 w 16"/>
                  <a:gd name="T21" fmla="*/ 11 h 57"/>
                  <a:gd name="T22" fmla="*/ 14 w 16"/>
                  <a:gd name="T23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" h="57">
                    <a:moveTo>
                      <a:pt x="14" y="0"/>
                    </a:moveTo>
                    <a:cubicBezTo>
                      <a:pt x="9" y="0"/>
                      <a:pt x="5" y="0"/>
                      <a:pt x="1" y="0"/>
                    </a:cubicBezTo>
                    <a:cubicBezTo>
                      <a:pt x="0" y="2"/>
                      <a:pt x="0" y="5"/>
                      <a:pt x="0" y="8"/>
                    </a:cubicBezTo>
                    <a:cubicBezTo>
                      <a:pt x="0" y="25"/>
                      <a:pt x="3" y="41"/>
                      <a:pt x="3" y="57"/>
                    </a:cubicBezTo>
                    <a:cubicBezTo>
                      <a:pt x="7" y="57"/>
                      <a:pt x="11" y="57"/>
                      <a:pt x="16" y="57"/>
                    </a:cubicBezTo>
                    <a:cubicBezTo>
                      <a:pt x="16" y="55"/>
                      <a:pt x="16" y="54"/>
                      <a:pt x="16" y="52"/>
                    </a:cubicBezTo>
                    <a:cubicBezTo>
                      <a:pt x="16" y="51"/>
                      <a:pt x="16" y="50"/>
                      <a:pt x="16" y="50"/>
                    </a:cubicBezTo>
                    <a:cubicBezTo>
                      <a:pt x="16" y="46"/>
                      <a:pt x="15" y="42"/>
                      <a:pt x="15" y="38"/>
                    </a:cubicBezTo>
                    <a:cubicBezTo>
                      <a:pt x="15" y="34"/>
                      <a:pt x="15" y="31"/>
                      <a:pt x="15" y="28"/>
                    </a:cubicBezTo>
                    <a:cubicBezTo>
                      <a:pt x="15" y="26"/>
                      <a:pt x="15" y="25"/>
                      <a:pt x="15" y="23"/>
                    </a:cubicBezTo>
                    <a:cubicBezTo>
                      <a:pt x="15" y="19"/>
                      <a:pt x="15" y="15"/>
                      <a:pt x="15" y="11"/>
                    </a:cubicBezTo>
                    <a:cubicBezTo>
                      <a:pt x="15" y="7"/>
                      <a:pt x="14" y="3"/>
                      <a:pt x="14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3" name="Freeform 41">
                <a:extLst>
                  <a:ext uri="{FF2B5EF4-FFF2-40B4-BE49-F238E27FC236}">
                    <a16:creationId xmlns:a16="http://schemas.microsoft.com/office/drawing/2014/main" id="{5F5AA741-11BA-4D30-AB60-BDC6125200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6" y="2028"/>
                <a:ext cx="18" cy="100"/>
              </a:xfrm>
              <a:custGeom>
                <a:avLst/>
                <a:gdLst>
                  <a:gd name="T0" fmla="*/ 11 w 12"/>
                  <a:gd name="T1" fmla="*/ 0 h 69"/>
                  <a:gd name="T2" fmla="*/ 0 w 12"/>
                  <a:gd name="T3" fmla="*/ 0 h 69"/>
                  <a:gd name="T4" fmla="*/ 0 w 12"/>
                  <a:gd name="T5" fmla="*/ 4 h 69"/>
                  <a:gd name="T6" fmla="*/ 0 w 12"/>
                  <a:gd name="T7" fmla="*/ 5 h 69"/>
                  <a:gd name="T8" fmla="*/ 0 w 12"/>
                  <a:gd name="T9" fmla="*/ 14 h 69"/>
                  <a:gd name="T10" fmla="*/ 1 w 12"/>
                  <a:gd name="T11" fmla="*/ 56 h 69"/>
                  <a:gd name="T12" fmla="*/ 2 w 12"/>
                  <a:gd name="T13" fmla="*/ 69 h 69"/>
                  <a:gd name="T14" fmla="*/ 12 w 12"/>
                  <a:gd name="T15" fmla="*/ 69 h 69"/>
                  <a:gd name="T16" fmla="*/ 12 w 12"/>
                  <a:gd name="T17" fmla="*/ 41 h 69"/>
                  <a:gd name="T18" fmla="*/ 11 w 12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69">
                    <a:moveTo>
                      <a:pt x="11" y="0"/>
                    </a:moveTo>
                    <a:cubicBezTo>
                      <a:pt x="8" y="0"/>
                      <a:pt x="4" y="0"/>
                      <a:pt x="0" y="0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5"/>
                    </a:cubicBezTo>
                    <a:cubicBezTo>
                      <a:pt x="0" y="8"/>
                      <a:pt x="0" y="11"/>
                      <a:pt x="0" y="14"/>
                    </a:cubicBezTo>
                    <a:cubicBezTo>
                      <a:pt x="1" y="28"/>
                      <a:pt x="1" y="42"/>
                      <a:pt x="1" y="56"/>
                    </a:cubicBezTo>
                    <a:cubicBezTo>
                      <a:pt x="1" y="60"/>
                      <a:pt x="1" y="65"/>
                      <a:pt x="2" y="69"/>
                    </a:cubicBezTo>
                    <a:cubicBezTo>
                      <a:pt x="5" y="69"/>
                      <a:pt x="8" y="69"/>
                      <a:pt x="12" y="69"/>
                    </a:cubicBezTo>
                    <a:cubicBezTo>
                      <a:pt x="12" y="66"/>
                      <a:pt x="12" y="54"/>
                      <a:pt x="12" y="41"/>
                    </a:cubicBezTo>
                    <a:cubicBezTo>
                      <a:pt x="12" y="23"/>
                      <a:pt x="12" y="2"/>
                      <a:pt x="1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4" name="Freeform 42">
                <a:extLst>
                  <a:ext uri="{FF2B5EF4-FFF2-40B4-BE49-F238E27FC236}">
                    <a16:creationId xmlns:a16="http://schemas.microsoft.com/office/drawing/2014/main" id="{345102B7-B1BE-4974-AF7B-5FB3B90D60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9" y="2160"/>
                <a:ext cx="184" cy="64"/>
              </a:xfrm>
              <a:custGeom>
                <a:avLst/>
                <a:gdLst>
                  <a:gd name="T0" fmla="*/ 1 w 126"/>
                  <a:gd name="T1" fmla="*/ 0 h 44"/>
                  <a:gd name="T2" fmla="*/ 0 w 126"/>
                  <a:gd name="T3" fmla="*/ 6 h 44"/>
                  <a:gd name="T4" fmla="*/ 126 w 126"/>
                  <a:gd name="T5" fmla="*/ 44 h 44"/>
                  <a:gd name="T6" fmla="*/ 126 w 126"/>
                  <a:gd name="T7" fmla="*/ 42 h 44"/>
                  <a:gd name="T8" fmla="*/ 126 w 126"/>
                  <a:gd name="T9" fmla="*/ 40 h 44"/>
                  <a:gd name="T10" fmla="*/ 123 w 126"/>
                  <a:gd name="T11" fmla="*/ 37 h 44"/>
                  <a:gd name="T12" fmla="*/ 94 w 126"/>
                  <a:gd name="T13" fmla="*/ 29 h 44"/>
                  <a:gd name="T14" fmla="*/ 61 w 126"/>
                  <a:gd name="T15" fmla="*/ 19 h 44"/>
                  <a:gd name="T16" fmla="*/ 41 w 126"/>
                  <a:gd name="T17" fmla="*/ 12 h 44"/>
                  <a:gd name="T18" fmla="*/ 14 w 126"/>
                  <a:gd name="T19" fmla="*/ 4 h 44"/>
                  <a:gd name="T20" fmla="*/ 1 w 126"/>
                  <a:gd name="T2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6" h="44">
                    <a:moveTo>
                      <a:pt x="1" y="0"/>
                    </a:moveTo>
                    <a:cubicBezTo>
                      <a:pt x="0" y="3"/>
                      <a:pt x="0" y="4"/>
                      <a:pt x="0" y="6"/>
                    </a:cubicBezTo>
                    <a:cubicBezTo>
                      <a:pt x="42" y="19"/>
                      <a:pt x="83" y="32"/>
                      <a:pt x="126" y="44"/>
                    </a:cubicBezTo>
                    <a:cubicBezTo>
                      <a:pt x="126" y="43"/>
                      <a:pt x="126" y="43"/>
                      <a:pt x="126" y="42"/>
                    </a:cubicBezTo>
                    <a:cubicBezTo>
                      <a:pt x="126" y="41"/>
                      <a:pt x="126" y="41"/>
                      <a:pt x="126" y="40"/>
                    </a:cubicBezTo>
                    <a:cubicBezTo>
                      <a:pt x="126" y="39"/>
                      <a:pt x="125" y="38"/>
                      <a:pt x="123" y="37"/>
                    </a:cubicBezTo>
                    <a:cubicBezTo>
                      <a:pt x="114" y="35"/>
                      <a:pt x="104" y="32"/>
                      <a:pt x="94" y="29"/>
                    </a:cubicBezTo>
                    <a:cubicBezTo>
                      <a:pt x="83" y="25"/>
                      <a:pt x="72" y="22"/>
                      <a:pt x="61" y="19"/>
                    </a:cubicBezTo>
                    <a:cubicBezTo>
                      <a:pt x="54" y="17"/>
                      <a:pt x="48" y="14"/>
                      <a:pt x="41" y="12"/>
                    </a:cubicBezTo>
                    <a:cubicBezTo>
                      <a:pt x="32" y="9"/>
                      <a:pt x="23" y="7"/>
                      <a:pt x="14" y="4"/>
                    </a:cubicBezTo>
                    <a:cubicBezTo>
                      <a:pt x="10" y="3"/>
                      <a:pt x="5" y="2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5" name="Freeform 43">
                <a:extLst>
                  <a:ext uri="{FF2B5EF4-FFF2-40B4-BE49-F238E27FC236}">
                    <a16:creationId xmlns:a16="http://schemas.microsoft.com/office/drawing/2014/main" id="{A9A69107-8005-47DB-A5CA-C74EC31693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3" y="2050"/>
                <a:ext cx="17" cy="93"/>
              </a:xfrm>
              <a:custGeom>
                <a:avLst/>
                <a:gdLst>
                  <a:gd name="T0" fmla="*/ 10 w 12"/>
                  <a:gd name="T1" fmla="*/ 0 h 64"/>
                  <a:gd name="T2" fmla="*/ 0 w 12"/>
                  <a:gd name="T3" fmla="*/ 0 h 64"/>
                  <a:gd name="T4" fmla="*/ 0 w 12"/>
                  <a:gd name="T5" fmla="*/ 1 h 64"/>
                  <a:gd name="T6" fmla="*/ 0 w 12"/>
                  <a:gd name="T7" fmla="*/ 1 h 64"/>
                  <a:gd name="T8" fmla="*/ 1 w 12"/>
                  <a:gd name="T9" fmla="*/ 63 h 64"/>
                  <a:gd name="T10" fmla="*/ 2 w 12"/>
                  <a:gd name="T11" fmla="*/ 64 h 64"/>
                  <a:gd name="T12" fmla="*/ 11 w 12"/>
                  <a:gd name="T13" fmla="*/ 64 h 64"/>
                  <a:gd name="T14" fmla="*/ 12 w 12"/>
                  <a:gd name="T15" fmla="*/ 36 h 64"/>
                  <a:gd name="T16" fmla="*/ 10 w 12"/>
                  <a:gd name="T17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64">
                    <a:moveTo>
                      <a:pt x="10" y="0"/>
                    </a:moveTo>
                    <a:cubicBezTo>
                      <a:pt x="7" y="0"/>
                      <a:pt x="4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2"/>
                      <a:pt x="0" y="43"/>
                      <a:pt x="1" y="63"/>
                    </a:cubicBezTo>
                    <a:cubicBezTo>
                      <a:pt x="1" y="64"/>
                      <a:pt x="1" y="64"/>
                      <a:pt x="2" y="64"/>
                    </a:cubicBezTo>
                    <a:cubicBezTo>
                      <a:pt x="5" y="64"/>
                      <a:pt x="8" y="64"/>
                      <a:pt x="11" y="64"/>
                    </a:cubicBezTo>
                    <a:cubicBezTo>
                      <a:pt x="11" y="61"/>
                      <a:pt x="12" y="49"/>
                      <a:pt x="12" y="36"/>
                    </a:cubicBezTo>
                    <a:cubicBezTo>
                      <a:pt x="12" y="20"/>
                      <a:pt x="11" y="2"/>
                      <a:pt x="1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6" name="Freeform 44">
                <a:extLst>
                  <a:ext uri="{FF2B5EF4-FFF2-40B4-BE49-F238E27FC236}">
                    <a16:creationId xmlns:a16="http://schemas.microsoft.com/office/drawing/2014/main" id="{C2E11A47-2A27-45ED-8BD9-B4DBB1DAD1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5" y="2047"/>
                <a:ext cx="11" cy="112"/>
              </a:xfrm>
              <a:custGeom>
                <a:avLst/>
                <a:gdLst>
                  <a:gd name="T0" fmla="*/ 5 w 8"/>
                  <a:gd name="T1" fmla="*/ 0 h 77"/>
                  <a:gd name="T2" fmla="*/ 0 w 8"/>
                  <a:gd name="T3" fmla="*/ 0 h 77"/>
                  <a:gd name="T4" fmla="*/ 0 w 8"/>
                  <a:gd name="T5" fmla="*/ 3 h 77"/>
                  <a:gd name="T6" fmla="*/ 0 w 8"/>
                  <a:gd name="T7" fmla="*/ 5 h 77"/>
                  <a:gd name="T8" fmla="*/ 1 w 8"/>
                  <a:gd name="T9" fmla="*/ 41 h 77"/>
                  <a:gd name="T10" fmla="*/ 1 w 8"/>
                  <a:gd name="T11" fmla="*/ 70 h 77"/>
                  <a:gd name="T12" fmla="*/ 8 w 8"/>
                  <a:gd name="T13" fmla="*/ 77 h 77"/>
                  <a:gd name="T14" fmla="*/ 8 w 8"/>
                  <a:gd name="T15" fmla="*/ 75 h 77"/>
                  <a:gd name="T16" fmla="*/ 8 w 8"/>
                  <a:gd name="T17" fmla="*/ 74 h 77"/>
                  <a:gd name="T18" fmla="*/ 6 w 8"/>
                  <a:gd name="T19" fmla="*/ 28 h 77"/>
                  <a:gd name="T20" fmla="*/ 5 w 8"/>
                  <a:gd name="T21" fmla="*/ 3 h 77"/>
                  <a:gd name="T22" fmla="*/ 5 w 8"/>
                  <a:gd name="T23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" h="77">
                    <a:moveTo>
                      <a:pt x="5" y="0"/>
                    </a:moveTo>
                    <a:cubicBezTo>
                      <a:pt x="3" y="0"/>
                      <a:pt x="2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4"/>
                      <a:pt x="0" y="4"/>
                      <a:pt x="0" y="5"/>
                    </a:cubicBezTo>
                    <a:cubicBezTo>
                      <a:pt x="1" y="17"/>
                      <a:pt x="1" y="29"/>
                      <a:pt x="1" y="41"/>
                    </a:cubicBezTo>
                    <a:cubicBezTo>
                      <a:pt x="1" y="51"/>
                      <a:pt x="1" y="61"/>
                      <a:pt x="1" y="70"/>
                    </a:cubicBezTo>
                    <a:cubicBezTo>
                      <a:pt x="2" y="75"/>
                      <a:pt x="2" y="75"/>
                      <a:pt x="8" y="77"/>
                    </a:cubicBezTo>
                    <a:cubicBezTo>
                      <a:pt x="8" y="76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58"/>
                      <a:pt x="7" y="43"/>
                      <a:pt x="6" y="28"/>
                    </a:cubicBezTo>
                    <a:cubicBezTo>
                      <a:pt x="6" y="20"/>
                      <a:pt x="6" y="11"/>
                      <a:pt x="5" y="3"/>
                    </a:cubicBezTo>
                    <a:cubicBezTo>
                      <a:pt x="5" y="2"/>
                      <a:pt x="5" y="1"/>
                      <a:pt x="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7" name="Freeform 45">
                <a:extLst>
                  <a:ext uri="{FF2B5EF4-FFF2-40B4-BE49-F238E27FC236}">
                    <a16:creationId xmlns:a16="http://schemas.microsoft.com/office/drawing/2014/main" id="{70D22372-E351-4B98-BAC5-DFB3DFD00B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6" y="2029"/>
                <a:ext cx="11" cy="111"/>
              </a:xfrm>
              <a:custGeom>
                <a:avLst/>
                <a:gdLst>
                  <a:gd name="T0" fmla="*/ 6 w 8"/>
                  <a:gd name="T1" fmla="*/ 0 h 76"/>
                  <a:gd name="T2" fmla="*/ 0 w 8"/>
                  <a:gd name="T3" fmla="*/ 0 h 76"/>
                  <a:gd name="T4" fmla="*/ 1 w 8"/>
                  <a:gd name="T5" fmla="*/ 10 h 76"/>
                  <a:gd name="T6" fmla="*/ 2 w 8"/>
                  <a:gd name="T7" fmla="*/ 61 h 76"/>
                  <a:gd name="T8" fmla="*/ 2 w 8"/>
                  <a:gd name="T9" fmla="*/ 63 h 76"/>
                  <a:gd name="T10" fmla="*/ 2 w 8"/>
                  <a:gd name="T11" fmla="*/ 67 h 76"/>
                  <a:gd name="T12" fmla="*/ 2 w 8"/>
                  <a:gd name="T13" fmla="*/ 69 h 76"/>
                  <a:gd name="T14" fmla="*/ 3 w 8"/>
                  <a:gd name="T15" fmla="*/ 73 h 76"/>
                  <a:gd name="T16" fmla="*/ 8 w 8"/>
                  <a:gd name="T17" fmla="*/ 76 h 76"/>
                  <a:gd name="T18" fmla="*/ 8 w 8"/>
                  <a:gd name="T19" fmla="*/ 74 h 76"/>
                  <a:gd name="T20" fmla="*/ 8 w 8"/>
                  <a:gd name="T21" fmla="*/ 57 h 76"/>
                  <a:gd name="T22" fmla="*/ 6 w 8"/>
                  <a:gd name="T23" fmla="*/ 26 h 76"/>
                  <a:gd name="T24" fmla="*/ 6 w 8"/>
                  <a:gd name="T25" fmla="*/ 17 h 76"/>
                  <a:gd name="T26" fmla="*/ 6 w 8"/>
                  <a:gd name="T27" fmla="*/ 7 h 76"/>
                  <a:gd name="T28" fmla="*/ 6 w 8"/>
                  <a:gd name="T29" fmla="*/ 4 h 76"/>
                  <a:gd name="T30" fmla="*/ 6 w 8"/>
                  <a:gd name="T31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" h="76">
                    <a:moveTo>
                      <a:pt x="6" y="0"/>
                    </a:moveTo>
                    <a:cubicBezTo>
                      <a:pt x="4" y="0"/>
                      <a:pt x="2" y="0"/>
                      <a:pt x="0" y="0"/>
                    </a:cubicBezTo>
                    <a:cubicBezTo>
                      <a:pt x="0" y="4"/>
                      <a:pt x="1" y="7"/>
                      <a:pt x="1" y="10"/>
                    </a:cubicBezTo>
                    <a:cubicBezTo>
                      <a:pt x="1" y="27"/>
                      <a:pt x="2" y="44"/>
                      <a:pt x="2" y="61"/>
                    </a:cubicBezTo>
                    <a:cubicBezTo>
                      <a:pt x="2" y="62"/>
                      <a:pt x="2" y="63"/>
                      <a:pt x="2" y="63"/>
                    </a:cubicBezTo>
                    <a:cubicBezTo>
                      <a:pt x="2" y="65"/>
                      <a:pt x="2" y="66"/>
                      <a:pt x="2" y="67"/>
                    </a:cubicBezTo>
                    <a:cubicBezTo>
                      <a:pt x="2" y="67"/>
                      <a:pt x="2" y="68"/>
                      <a:pt x="2" y="69"/>
                    </a:cubicBezTo>
                    <a:cubicBezTo>
                      <a:pt x="2" y="70"/>
                      <a:pt x="2" y="72"/>
                      <a:pt x="3" y="73"/>
                    </a:cubicBezTo>
                    <a:cubicBezTo>
                      <a:pt x="4" y="74"/>
                      <a:pt x="6" y="75"/>
                      <a:pt x="8" y="76"/>
                    </a:cubicBezTo>
                    <a:cubicBezTo>
                      <a:pt x="8" y="75"/>
                      <a:pt x="8" y="75"/>
                      <a:pt x="8" y="74"/>
                    </a:cubicBezTo>
                    <a:cubicBezTo>
                      <a:pt x="8" y="68"/>
                      <a:pt x="8" y="62"/>
                      <a:pt x="8" y="57"/>
                    </a:cubicBezTo>
                    <a:cubicBezTo>
                      <a:pt x="7" y="47"/>
                      <a:pt x="7" y="36"/>
                      <a:pt x="6" y="26"/>
                    </a:cubicBezTo>
                    <a:cubicBezTo>
                      <a:pt x="6" y="23"/>
                      <a:pt x="6" y="20"/>
                      <a:pt x="6" y="17"/>
                    </a:cubicBezTo>
                    <a:cubicBezTo>
                      <a:pt x="6" y="14"/>
                      <a:pt x="6" y="11"/>
                      <a:pt x="6" y="7"/>
                    </a:cubicBezTo>
                    <a:cubicBezTo>
                      <a:pt x="6" y="6"/>
                      <a:pt x="6" y="5"/>
                      <a:pt x="6" y="4"/>
                    </a:cubicBezTo>
                    <a:cubicBezTo>
                      <a:pt x="6" y="3"/>
                      <a:pt x="6" y="2"/>
                      <a:pt x="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8" name="Freeform 46">
                <a:extLst>
                  <a:ext uri="{FF2B5EF4-FFF2-40B4-BE49-F238E27FC236}">
                    <a16:creationId xmlns:a16="http://schemas.microsoft.com/office/drawing/2014/main" id="{8019F407-5C57-4A2F-AD19-BC89DECB26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6" y="2039"/>
                <a:ext cx="9" cy="110"/>
              </a:xfrm>
              <a:custGeom>
                <a:avLst/>
                <a:gdLst>
                  <a:gd name="T0" fmla="*/ 0 w 6"/>
                  <a:gd name="T1" fmla="*/ 0 h 75"/>
                  <a:gd name="T2" fmla="*/ 0 w 6"/>
                  <a:gd name="T3" fmla="*/ 6 h 75"/>
                  <a:gd name="T4" fmla="*/ 0 w 6"/>
                  <a:gd name="T5" fmla="*/ 9 h 75"/>
                  <a:gd name="T6" fmla="*/ 1 w 6"/>
                  <a:gd name="T7" fmla="*/ 25 h 75"/>
                  <a:gd name="T8" fmla="*/ 1 w 6"/>
                  <a:gd name="T9" fmla="*/ 69 h 75"/>
                  <a:gd name="T10" fmla="*/ 6 w 6"/>
                  <a:gd name="T11" fmla="*/ 75 h 75"/>
                  <a:gd name="T12" fmla="*/ 4 w 6"/>
                  <a:gd name="T13" fmla="*/ 1 h 75"/>
                  <a:gd name="T14" fmla="*/ 0 w 6"/>
                  <a:gd name="T15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75">
                    <a:moveTo>
                      <a:pt x="0" y="0"/>
                    </a:moveTo>
                    <a:cubicBezTo>
                      <a:pt x="0" y="2"/>
                      <a:pt x="0" y="4"/>
                      <a:pt x="0" y="6"/>
                    </a:cubicBezTo>
                    <a:cubicBezTo>
                      <a:pt x="0" y="7"/>
                      <a:pt x="0" y="8"/>
                      <a:pt x="0" y="9"/>
                    </a:cubicBezTo>
                    <a:cubicBezTo>
                      <a:pt x="0" y="14"/>
                      <a:pt x="1" y="19"/>
                      <a:pt x="1" y="25"/>
                    </a:cubicBezTo>
                    <a:cubicBezTo>
                      <a:pt x="1" y="40"/>
                      <a:pt x="1" y="54"/>
                      <a:pt x="1" y="69"/>
                    </a:cubicBezTo>
                    <a:cubicBezTo>
                      <a:pt x="1" y="73"/>
                      <a:pt x="1" y="73"/>
                      <a:pt x="6" y="75"/>
                    </a:cubicBezTo>
                    <a:cubicBezTo>
                      <a:pt x="5" y="50"/>
                      <a:pt x="5" y="26"/>
                      <a:pt x="4" y="1"/>
                    </a:cubicBezTo>
                    <a:cubicBezTo>
                      <a:pt x="3" y="1"/>
                      <a:pt x="2" y="1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9" name="Freeform 47">
                <a:extLst>
                  <a:ext uri="{FF2B5EF4-FFF2-40B4-BE49-F238E27FC236}">
                    <a16:creationId xmlns:a16="http://schemas.microsoft.com/office/drawing/2014/main" id="{1EA4A9A4-A2F5-4257-A868-55EEC6B69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8" y="2170"/>
                <a:ext cx="121" cy="11"/>
              </a:xfrm>
              <a:custGeom>
                <a:avLst/>
                <a:gdLst>
                  <a:gd name="T0" fmla="*/ 71 w 83"/>
                  <a:gd name="T1" fmla="*/ 0 h 7"/>
                  <a:gd name="T2" fmla="*/ 71 w 83"/>
                  <a:gd name="T3" fmla="*/ 0 h 7"/>
                  <a:gd name="T4" fmla="*/ 68 w 83"/>
                  <a:gd name="T5" fmla="*/ 0 h 7"/>
                  <a:gd name="T6" fmla="*/ 68 w 83"/>
                  <a:gd name="T7" fmla="*/ 0 h 7"/>
                  <a:gd name="T8" fmla="*/ 68 w 83"/>
                  <a:gd name="T9" fmla="*/ 0 h 7"/>
                  <a:gd name="T10" fmla="*/ 68 w 83"/>
                  <a:gd name="T11" fmla="*/ 0 h 7"/>
                  <a:gd name="T12" fmla="*/ 35 w 83"/>
                  <a:gd name="T13" fmla="*/ 2 h 7"/>
                  <a:gd name="T14" fmla="*/ 9 w 83"/>
                  <a:gd name="T15" fmla="*/ 3 h 7"/>
                  <a:gd name="T16" fmla="*/ 0 w 83"/>
                  <a:gd name="T17" fmla="*/ 4 h 7"/>
                  <a:gd name="T18" fmla="*/ 0 w 83"/>
                  <a:gd name="T19" fmla="*/ 4 h 7"/>
                  <a:gd name="T20" fmla="*/ 0 w 83"/>
                  <a:gd name="T21" fmla="*/ 5 h 7"/>
                  <a:gd name="T22" fmla="*/ 0 w 83"/>
                  <a:gd name="T23" fmla="*/ 5 h 7"/>
                  <a:gd name="T24" fmla="*/ 0 w 83"/>
                  <a:gd name="T25" fmla="*/ 5 h 7"/>
                  <a:gd name="T26" fmla="*/ 1 w 83"/>
                  <a:gd name="T27" fmla="*/ 5 h 7"/>
                  <a:gd name="T28" fmla="*/ 1 w 83"/>
                  <a:gd name="T29" fmla="*/ 5 h 7"/>
                  <a:gd name="T30" fmla="*/ 1 w 83"/>
                  <a:gd name="T31" fmla="*/ 5 h 7"/>
                  <a:gd name="T32" fmla="*/ 7 w 83"/>
                  <a:gd name="T33" fmla="*/ 7 h 7"/>
                  <a:gd name="T34" fmla="*/ 7 w 83"/>
                  <a:gd name="T35" fmla="*/ 7 h 7"/>
                  <a:gd name="T36" fmla="*/ 7 w 83"/>
                  <a:gd name="T37" fmla="*/ 7 h 7"/>
                  <a:gd name="T38" fmla="*/ 7 w 83"/>
                  <a:gd name="T39" fmla="*/ 7 h 7"/>
                  <a:gd name="T40" fmla="*/ 9 w 83"/>
                  <a:gd name="T41" fmla="*/ 7 h 7"/>
                  <a:gd name="T42" fmla="*/ 9 w 83"/>
                  <a:gd name="T43" fmla="*/ 7 h 7"/>
                  <a:gd name="T44" fmla="*/ 9 w 83"/>
                  <a:gd name="T45" fmla="*/ 7 h 7"/>
                  <a:gd name="T46" fmla="*/ 19 w 83"/>
                  <a:gd name="T47" fmla="*/ 6 h 7"/>
                  <a:gd name="T48" fmla="*/ 27 w 83"/>
                  <a:gd name="T49" fmla="*/ 6 h 7"/>
                  <a:gd name="T50" fmla="*/ 58 w 83"/>
                  <a:gd name="T51" fmla="*/ 4 h 7"/>
                  <a:gd name="T52" fmla="*/ 82 w 83"/>
                  <a:gd name="T53" fmla="*/ 3 h 7"/>
                  <a:gd name="T54" fmla="*/ 83 w 83"/>
                  <a:gd name="T55" fmla="*/ 2 h 7"/>
                  <a:gd name="T56" fmla="*/ 80 w 83"/>
                  <a:gd name="T57" fmla="*/ 0 h 7"/>
                  <a:gd name="T58" fmla="*/ 71 w 83"/>
                  <a:gd name="T59" fmla="*/ 0 h 7"/>
                  <a:gd name="T60" fmla="*/ 71 w 83"/>
                  <a:gd name="T61" fmla="*/ 0 h 7"/>
                  <a:gd name="T62" fmla="*/ 71 w 83"/>
                  <a:gd name="T6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83" h="7">
                    <a:moveTo>
                      <a:pt x="71" y="0"/>
                    </a:moveTo>
                    <a:cubicBezTo>
                      <a:pt x="71" y="0"/>
                      <a:pt x="71" y="0"/>
                      <a:pt x="71" y="0"/>
                    </a:cubicBezTo>
                    <a:cubicBezTo>
                      <a:pt x="70" y="0"/>
                      <a:pt x="69" y="0"/>
                      <a:pt x="68" y="0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57" y="1"/>
                      <a:pt x="46" y="1"/>
                      <a:pt x="35" y="2"/>
                    </a:cubicBezTo>
                    <a:cubicBezTo>
                      <a:pt x="27" y="2"/>
                      <a:pt x="18" y="3"/>
                      <a:pt x="9" y="3"/>
                    </a:cubicBezTo>
                    <a:cubicBezTo>
                      <a:pt x="6" y="3"/>
                      <a:pt x="3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7"/>
                      <a:pt x="4" y="7"/>
                      <a:pt x="7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7" y="7"/>
                      <a:pt x="8" y="7"/>
                      <a:pt x="9" y="7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3" y="7"/>
                      <a:pt x="16" y="6"/>
                      <a:pt x="19" y="6"/>
                    </a:cubicBezTo>
                    <a:cubicBezTo>
                      <a:pt x="21" y="6"/>
                      <a:pt x="24" y="6"/>
                      <a:pt x="27" y="6"/>
                    </a:cubicBezTo>
                    <a:cubicBezTo>
                      <a:pt x="37" y="5"/>
                      <a:pt x="48" y="4"/>
                      <a:pt x="58" y="4"/>
                    </a:cubicBezTo>
                    <a:cubicBezTo>
                      <a:pt x="66" y="3"/>
                      <a:pt x="74" y="3"/>
                      <a:pt x="82" y="3"/>
                    </a:cubicBezTo>
                    <a:cubicBezTo>
                      <a:pt x="83" y="2"/>
                      <a:pt x="83" y="2"/>
                      <a:pt x="83" y="2"/>
                    </a:cubicBezTo>
                    <a:cubicBezTo>
                      <a:pt x="82" y="1"/>
                      <a:pt x="81" y="0"/>
                      <a:pt x="80" y="0"/>
                    </a:cubicBezTo>
                    <a:cubicBezTo>
                      <a:pt x="77" y="0"/>
                      <a:pt x="74" y="0"/>
                      <a:pt x="71" y="0"/>
                    </a:cubicBezTo>
                    <a:cubicBezTo>
                      <a:pt x="71" y="0"/>
                      <a:pt x="71" y="0"/>
                      <a:pt x="71" y="0"/>
                    </a:cubicBezTo>
                    <a:cubicBezTo>
                      <a:pt x="71" y="0"/>
                      <a:pt x="71" y="0"/>
                      <a:pt x="7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0" name="Freeform 48">
                <a:extLst>
                  <a:ext uri="{FF2B5EF4-FFF2-40B4-BE49-F238E27FC236}">
                    <a16:creationId xmlns:a16="http://schemas.microsoft.com/office/drawing/2014/main" id="{72A36C0D-655A-41C1-811F-24BFC5DCD0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5" y="2015"/>
                <a:ext cx="6" cy="93"/>
              </a:xfrm>
              <a:custGeom>
                <a:avLst/>
                <a:gdLst>
                  <a:gd name="T0" fmla="*/ 0 w 4"/>
                  <a:gd name="T1" fmla="*/ 0 h 64"/>
                  <a:gd name="T2" fmla="*/ 0 w 4"/>
                  <a:gd name="T3" fmla="*/ 5 h 64"/>
                  <a:gd name="T4" fmla="*/ 0 w 4"/>
                  <a:gd name="T5" fmla="*/ 8 h 64"/>
                  <a:gd name="T6" fmla="*/ 0 w 4"/>
                  <a:gd name="T7" fmla="*/ 16 h 64"/>
                  <a:gd name="T8" fmla="*/ 0 w 4"/>
                  <a:gd name="T9" fmla="*/ 21 h 64"/>
                  <a:gd name="T10" fmla="*/ 0 w 4"/>
                  <a:gd name="T11" fmla="*/ 40 h 64"/>
                  <a:gd name="T12" fmla="*/ 0 w 4"/>
                  <a:gd name="T13" fmla="*/ 52 h 64"/>
                  <a:gd name="T14" fmla="*/ 0 w 4"/>
                  <a:gd name="T15" fmla="*/ 60 h 64"/>
                  <a:gd name="T16" fmla="*/ 0 w 4"/>
                  <a:gd name="T17" fmla="*/ 60 h 64"/>
                  <a:gd name="T18" fmla="*/ 3 w 4"/>
                  <a:gd name="T19" fmla="*/ 64 h 64"/>
                  <a:gd name="T20" fmla="*/ 4 w 4"/>
                  <a:gd name="T21" fmla="*/ 58 h 64"/>
                  <a:gd name="T22" fmla="*/ 3 w 4"/>
                  <a:gd name="T23" fmla="*/ 33 h 64"/>
                  <a:gd name="T24" fmla="*/ 3 w 4"/>
                  <a:gd name="T25" fmla="*/ 30 h 64"/>
                  <a:gd name="T26" fmla="*/ 3 w 4"/>
                  <a:gd name="T27" fmla="*/ 8 h 64"/>
                  <a:gd name="T28" fmla="*/ 3 w 4"/>
                  <a:gd name="T29" fmla="*/ 0 h 64"/>
                  <a:gd name="T30" fmla="*/ 0 w 4"/>
                  <a:gd name="T31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" h="64">
                    <a:moveTo>
                      <a:pt x="0" y="0"/>
                    </a:moveTo>
                    <a:cubicBezTo>
                      <a:pt x="0" y="2"/>
                      <a:pt x="0" y="4"/>
                      <a:pt x="0" y="5"/>
                    </a:cubicBezTo>
                    <a:cubicBezTo>
                      <a:pt x="0" y="6"/>
                      <a:pt x="0" y="7"/>
                      <a:pt x="0" y="8"/>
                    </a:cubicBezTo>
                    <a:cubicBezTo>
                      <a:pt x="0" y="11"/>
                      <a:pt x="0" y="13"/>
                      <a:pt x="0" y="16"/>
                    </a:cubicBezTo>
                    <a:cubicBezTo>
                      <a:pt x="0" y="17"/>
                      <a:pt x="0" y="19"/>
                      <a:pt x="0" y="21"/>
                    </a:cubicBezTo>
                    <a:cubicBezTo>
                      <a:pt x="0" y="27"/>
                      <a:pt x="0" y="34"/>
                      <a:pt x="0" y="40"/>
                    </a:cubicBezTo>
                    <a:cubicBezTo>
                      <a:pt x="0" y="44"/>
                      <a:pt x="0" y="48"/>
                      <a:pt x="0" y="52"/>
                    </a:cubicBezTo>
                    <a:cubicBezTo>
                      <a:pt x="0" y="55"/>
                      <a:pt x="0" y="57"/>
                      <a:pt x="0" y="6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2"/>
                      <a:pt x="1" y="63"/>
                      <a:pt x="3" y="64"/>
                    </a:cubicBezTo>
                    <a:cubicBezTo>
                      <a:pt x="4" y="62"/>
                      <a:pt x="4" y="60"/>
                      <a:pt x="4" y="58"/>
                    </a:cubicBezTo>
                    <a:cubicBezTo>
                      <a:pt x="4" y="49"/>
                      <a:pt x="3" y="41"/>
                      <a:pt x="3" y="33"/>
                    </a:cubicBezTo>
                    <a:cubicBezTo>
                      <a:pt x="3" y="32"/>
                      <a:pt x="3" y="31"/>
                      <a:pt x="3" y="30"/>
                    </a:cubicBezTo>
                    <a:cubicBezTo>
                      <a:pt x="3" y="23"/>
                      <a:pt x="3" y="16"/>
                      <a:pt x="3" y="8"/>
                    </a:cubicBezTo>
                    <a:cubicBezTo>
                      <a:pt x="3" y="6"/>
                      <a:pt x="3" y="3"/>
                      <a:pt x="3" y="0"/>
                    </a:cubicBezTo>
                    <a:cubicBezTo>
                      <a:pt x="2" y="0"/>
                      <a:pt x="1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1" name="Freeform 49">
                <a:extLst>
                  <a:ext uri="{FF2B5EF4-FFF2-40B4-BE49-F238E27FC236}">
                    <a16:creationId xmlns:a16="http://schemas.microsoft.com/office/drawing/2014/main" id="{71CAF453-40EB-40A7-8974-4EB2F1A007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1" y="2188"/>
                <a:ext cx="114" cy="10"/>
              </a:xfrm>
              <a:custGeom>
                <a:avLst/>
                <a:gdLst>
                  <a:gd name="T0" fmla="*/ 78 w 78"/>
                  <a:gd name="T1" fmla="*/ 0 h 7"/>
                  <a:gd name="T2" fmla="*/ 40 w 78"/>
                  <a:gd name="T3" fmla="*/ 2 h 7"/>
                  <a:gd name="T4" fmla="*/ 40 w 78"/>
                  <a:gd name="T5" fmla="*/ 2 h 7"/>
                  <a:gd name="T6" fmla="*/ 18 w 78"/>
                  <a:gd name="T7" fmla="*/ 4 h 7"/>
                  <a:gd name="T8" fmla="*/ 0 w 78"/>
                  <a:gd name="T9" fmla="*/ 5 h 7"/>
                  <a:gd name="T10" fmla="*/ 0 w 78"/>
                  <a:gd name="T11" fmla="*/ 6 h 7"/>
                  <a:gd name="T12" fmla="*/ 1 w 78"/>
                  <a:gd name="T13" fmla="*/ 6 h 7"/>
                  <a:gd name="T14" fmla="*/ 3 w 78"/>
                  <a:gd name="T15" fmla="*/ 7 h 7"/>
                  <a:gd name="T16" fmla="*/ 3 w 78"/>
                  <a:gd name="T17" fmla="*/ 7 h 7"/>
                  <a:gd name="T18" fmla="*/ 3 w 78"/>
                  <a:gd name="T19" fmla="*/ 7 h 7"/>
                  <a:gd name="T20" fmla="*/ 3 w 78"/>
                  <a:gd name="T21" fmla="*/ 7 h 7"/>
                  <a:gd name="T22" fmla="*/ 4 w 78"/>
                  <a:gd name="T23" fmla="*/ 7 h 7"/>
                  <a:gd name="T24" fmla="*/ 4 w 78"/>
                  <a:gd name="T25" fmla="*/ 7 h 7"/>
                  <a:gd name="T26" fmla="*/ 4 w 78"/>
                  <a:gd name="T27" fmla="*/ 7 h 7"/>
                  <a:gd name="T28" fmla="*/ 4 w 78"/>
                  <a:gd name="T29" fmla="*/ 7 h 7"/>
                  <a:gd name="T30" fmla="*/ 4 w 78"/>
                  <a:gd name="T31" fmla="*/ 7 h 7"/>
                  <a:gd name="T32" fmla="*/ 24 w 78"/>
                  <a:gd name="T33" fmla="*/ 5 h 7"/>
                  <a:gd name="T34" fmla="*/ 51 w 78"/>
                  <a:gd name="T35" fmla="*/ 4 h 7"/>
                  <a:gd name="T36" fmla="*/ 74 w 78"/>
                  <a:gd name="T37" fmla="*/ 2 h 7"/>
                  <a:gd name="T38" fmla="*/ 78 w 78"/>
                  <a:gd name="T3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8" h="7">
                    <a:moveTo>
                      <a:pt x="78" y="0"/>
                    </a:moveTo>
                    <a:cubicBezTo>
                      <a:pt x="65" y="1"/>
                      <a:pt x="53" y="1"/>
                      <a:pt x="40" y="2"/>
                    </a:cubicBezTo>
                    <a:cubicBezTo>
                      <a:pt x="40" y="2"/>
                      <a:pt x="40" y="2"/>
                      <a:pt x="40" y="2"/>
                    </a:cubicBezTo>
                    <a:cubicBezTo>
                      <a:pt x="32" y="2"/>
                      <a:pt x="25" y="3"/>
                      <a:pt x="18" y="4"/>
                    </a:cubicBezTo>
                    <a:cubicBezTo>
                      <a:pt x="12" y="4"/>
                      <a:pt x="6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1" y="6"/>
                      <a:pt x="1" y="6"/>
                    </a:cubicBezTo>
                    <a:cubicBezTo>
                      <a:pt x="2" y="6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4" y="7"/>
                      <a:pt x="4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11" y="6"/>
                      <a:pt x="17" y="5"/>
                      <a:pt x="24" y="5"/>
                    </a:cubicBezTo>
                    <a:cubicBezTo>
                      <a:pt x="33" y="4"/>
                      <a:pt x="42" y="4"/>
                      <a:pt x="51" y="4"/>
                    </a:cubicBezTo>
                    <a:cubicBezTo>
                      <a:pt x="58" y="3"/>
                      <a:pt x="66" y="3"/>
                      <a:pt x="74" y="2"/>
                    </a:cubicBezTo>
                    <a:cubicBezTo>
                      <a:pt x="75" y="2"/>
                      <a:pt x="77" y="2"/>
                      <a:pt x="78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2" name="Freeform 50">
                <a:extLst>
                  <a:ext uri="{FF2B5EF4-FFF2-40B4-BE49-F238E27FC236}">
                    <a16:creationId xmlns:a16="http://schemas.microsoft.com/office/drawing/2014/main" id="{C84A5CE0-6C0A-4F00-A06E-9BE1182DB6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3" y="1277"/>
                <a:ext cx="396" cy="610"/>
              </a:xfrm>
              <a:custGeom>
                <a:avLst/>
                <a:gdLst>
                  <a:gd name="T0" fmla="*/ 49 w 272"/>
                  <a:gd name="T1" fmla="*/ 5 h 419"/>
                  <a:gd name="T2" fmla="*/ 70 w 272"/>
                  <a:gd name="T3" fmla="*/ 39 h 419"/>
                  <a:gd name="T4" fmla="*/ 68 w 272"/>
                  <a:gd name="T5" fmla="*/ 54 h 419"/>
                  <a:gd name="T6" fmla="*/ 3 w 272"/>
                  <a:gd name="T7" fmla="*/ 166 h 419"/>
                  <a:gd name="T8" fmla="*/ 31 w 272"/>
                  <a:gd name="T9" fmla="*/ 190 h 419"/>
                  <a:gd name="T10" fmla="*/ 8 w 272"/>
                  <a:gd name="T11" fmla="*/ 171 h 419"/>
                  <a:gd name="T12" fmla="*/ 7 w 272"/>
                  <a:gd name="T13" fmla="*/ 171 h 419"/>
                  <a:gd name="T14" fmla="*/ 7 w 272"/>
                  <a:gd name="T15" fmla="*/ 171 h 419"/>
                  <a:gd name="T16" fmla="*/ 2 w 272"/>
                  <a:gd name="T17" fmla="*/ 169 h 419"/>
                  <a:gd name="T18" fmla="*/ 0 w 272"/>
                  <a:gd name="T19" fmla="*/ 169 h 419"/>
                  <a:gd name="T20" fmla="*/ 4 w 272"/>
                  <a:gd name="T21" fmla="*/ 201 h 419"/>
                  <a:gd name="T22" fmla="*/ 24 w 272"/>
                  <a:gd name="T23" fmla="*/ 248 h 419"/>
                  <a:gd name="T24" fmla="*/ 33 w 272"/>
                  <a:gd name="T25" fmla="*/ 264 h 419"/>
                  <a:gd name="T26" fmla="*/ 108 w 272"/>
                  <a:gd name="T27" fmla="*/ 243 h 419"/>
                  <a:gd name="T28" fmla="*/ 129 w 272"/>
                  <a:gd name="T29" fmla="*/ 233 h 419"/>
                  <a:gd name="T30" fmla="*/ 140 w 272"/>
                  <a:gd name="T31" fmla="*/ 234 h 419"/>
                  <a:gd name="T32" fmla="*/ 157 w 272"/>
                  <a:gd name="T33" fmla="*/ 239 h 419"/>
                  <a:gd name="T34" fmla="*/ 141 w 272"/>
                  <a:gd name="T35" fmla="*/ 237 h 419"/>
                  <a:gd name="T36" fmla="*/ 130 w 272"/>
                  <a:gd name="T37" fmla="*/ 236 h 419"/>
                  <a:gd name="T38" fmla="*/ 130 w 272"/>
                  <a:gd name="T39" fmla="*/ 236 h 419"/>
                  <a:gd name="T40" fmla="*/ 120 w 272"/>
                  <a:gd name="T41" fmla="*/ 237 h 419"/>
                  <a:gd name="T42" fmla="*/ 110 w 272"/>
                  <a:gd name="T43" fmla="*/ 250 h 419"/>
                  <a:gd name="T44" fmla="*/ 105 w 272"/>
                  <a:gd name="T45" fmla="*/ 256 h 419"/>
                  <a:gd name="T46" fmla="*/ 105 w 272"/>
                  <a:gd name="T47" fmla="*/ 311 h 419"/>
                  <a:gd name="T48" fmla="*/ 149 w 272"/>
                  <a:gd name="T49" fmla="*/ 408 h 419"/>
                  <a:gd name="T50" fmla="*/ 158 w 272"/>
                  <a:gd name="T51" fmla="*/ 413 h 419"/>
                  <a:gd name="T52" fmla="*/ 181 w 272"/>
                  <a:gd name="T53" fmla="*/ 419 h 419"/>
                  <a:gd name="T54" fmla="*/ 203 w 272"/>
                  <a:gd name="T55" fmla="*/ 405 h 419"/>
                  <a:gd name="T56" fmla="*/ 198 w 272"/>
                  <a:gd name="T57" fmla="*/ 405 h 419"/>
                  <a:gd name="T58" fmla="*/ 170 w 272"/>
                  <a:gd name="T59" fmla="*/ 348 h 419"/>
                  <a:gd name="T60" fmla="*/ 153 w 272"/>
                  <a:gd name="T61" fmla="*/ 265 h 419"/>
                  <a:gd name="T62" fmla="*/ 149 w 272"/>
                  <a:gd name="T63" fmla="*/ 255 h 419"/>
                  <a:gd name="T64" fmla="*/ 155 w 272"/>
                  <a:gd name="T65" fmla="*/ 245 h 419"/>
                  <a:gd name="T66" fmla="*/ 221 w 272"/>
                  <a:gd name="T67" fmla="*/ 161 h 419"/>
                  <a:gd name="T68" fmla="*/ 272 w 272"/>
                  <a:gd name="T69" fmla="*/ 105 h 419"/>
                  <a:gd name="T70" fmla="*/ 241 w 272"/>
                  <a:gd name="T71" fmla="*/ 74 h 419"/>
                  <a:gd name="T72" fmla="*/ 185 w 272"/>
                  <a:gd name="T73" fmla="*/ 45 h 419"/>
                  <a:gd name="T74" fmla="*/ 103 w 272"/>
                  <a:gd name="T75" fmla="*/ 23 h 419"/>
                  <a:gd name="T76" fmla="*/ 103 w 272"/>
                  <a:gd name="T77" fmla="*/ 46 h 419"/>
                  <a:gd name="T78" fmla="*/ 77 w 272"/>
                  <a:gd name="T79" fmla="*/ 144 h 419"/>
                  <a:gd name="T80" fmla="*/ 34 w 272"/>
                  <a:gd name="T81" fmla="*/ 191 h 419"/>
                  <a:gd name="T82" fmla="*/ 38 w 272"/>
                  <a:gd name="T83" fmla="*/ 187 h 419"/>
                  <a:gd name="T84" fmla="*/ 99 w 272"/>
                  <a:gd name="T85" fmla="*/ 63 h 419"/>
                  <a:gd name="T86" fmla="*/ 96 w 272"/>
                  <a:gd name="T87" fmla="*/ 22 h 419"/>
                  <a:gd name="T88" fmla="*/ 48 w 272"/>
                  <a:gd name="T89" fmla="*/ 0 h 4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72" h="419">
                    <a:moveTo>
                      <a:pt x="48" y="0"/>
                    </a:moveTo>
                    <a:cubicBezTo>
                      <a:pt x="48" y="1"/>
                      <a:pt x="48" y="1"/>
                      <a:pt x="48" y="2"/>
                    </a:cubicBezTo>
                    <a:cubicBezTo>
                      <a:pt x="48" y="3"/>
                      <a:pt x="49" y="4"/>
                      <a:pt x="49" y="5"/>
                    </a:cubicBezTo>
                    <a:cubicBezTo>
                      <a:pt x="53" y="10"/>
                      <a:pt x="55" y="14"/>
                      <a:pt x="58" y="19"/>
                    </a:cubicBezTo>
                    <a:cubicBezTo>
                      <a:pt x="62" y="26"/>
                      <a:pt x="66" y="33"/>
                      <a:pt x="70" y="39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68" y="42"/>
                      <a:pt x="68" y="42"/>
                      <a:pt x="68" y="45"/>
                    </a:cubicBezTo>
                    <a:cubicBezTo>
                      <a:pt x="68" y="48"/>
                      <a:pt x="68" y="51"/>
                      <a:pt x="68" y="54"/>
                    </a:cubicBezTo>
                    <a:cubicBezTo>
                      <a:pt x="67" y="62"/>
                      <a:pt x="64" y="69"/>
                      <a:pt x="61" y="76"/>
                    </a:cubicBezTo>
                    <a:cubicBezTo>
                      <a:pt x="55" y="90"/>
                      <a:pt x="49" y="104"/>
                      <a:pt x="41" y="116"/>
                    </a:cubicBezTo>
                    <a:cubicBezTo>
                      <a:pt x="29" y="134"/>
                      <a:pt x="17" y="151"/>
                      <a:pt x="3" y="166"/>
                    </a:cubicBezTo>
                    <a:cubicBezTo>
                      <a:pt x="13" y="171"/>
                      <a:pt x="29" y="184"/>
                      <a:pt x="31" y="190"/>
                    </a:cubicBezTo>
                    <a:cubicBezTo>
                      <a:pt x="31" y="190"/>
                      <a:pt x="31" y="190"/>
                      <a:pt x="31" y="190"/>
                    </a:cubicBezTo>
                    <a:cubicBezTo>
                      <a:pt x="31" y="190"/>
                      <a:pt x="31" y="190"/>
                      <a:pt x="31" y="190"/>
                    </a:cubicBezTo>
                    <a:cubicBezTo>
                      <a:pt x="30" y="189"/>
                      <a:pt x="28" y="189"/>
                      <a:pt x="28" y="189"/>
                    </a:cubicBezTo>
                    <a:cubicBezTo>
                      <a:pt x="26" y="187"/>
                      <a:pt x="24" y="185"/>
                      <a:pt x="22" y="183"/>
                    </a:cubicBezTo>
                    <a:cubicBezTo>
                      <a:pt x="17" y="179"/>
                      <a:pt x="13" y="175"/>
                      <a:pt x="8" y="171"/>
                    </a:cubicBezTo>
                    <a:cubicBezTo>
                      <a:pt x="8" y="171"/>
                      <a:pt x="8" y="171"/>
                      <a:pt x="8" y="171"/>
                    </a:cubicBezTo>
                    <a:cubicBezTo>
                      <a:pt x="8" y="171"/>
                      <a:pt x="8" y="171"/>
                      <a:pt x="8" y="171"/>
                    </a:cubicBezTo>
                    <a:cubicBezTo>
                      <a:pt x="7" y="171"/>
                      <a:pt x="7" y="171"/>
                      <a:pt x="7" y="171"/>
                    </a:cubicBezTo>
                    <a:cubicBezTo>
                      <a:pt x="7" y="171"/>
                      <a:pt x="7" y="171"/>
                      <a:pt x="7" y="171"/>
                    </a:cubicBezTo>
                    <a:cubicBezTo>
                      <a:pt x="7" y="171"/>
                      <a:pt x="7" y="171"/>
                      <a:pt x="7" y="171"/>
                    </a:cubicBezTo>
                    <a:cubicBezTo>
                      <a:pt x="7" y="171"/>
                      <a:pt x="7" y="171"/>
                      <a:pt x="7" y="171"/>
                    </a:cubicBezTo>
                    <a:cubicBezTo>
                      <a:pt x="6" y="170"/>
                      <a:pt x="4" y="169"/>
                      <a:pt x="2" y="169"/>
                    </a:cubicBezTo>
                    <a:cubicBezTo>
                      <a:pt x="2" y="169"/>
                      <a:pt x="2" y="169"/>
                      <a:pt x="2" y="169"/>
                    </a:cubicBezTo>
                    <a:cubicBezTo>
                      <a:pt x="2" y="169"/>
                      <a:pt x="2" y="169"/>
                      <a:pt x="2" y="169"/>
                    </a:cubicBezTo>
                    <a:cubicBezTo>
                      <a:pt x="2" y="169"/>
                      <a:pt x="2" y="169"/>
                      <a:pt x="2" y="169"/>
                    </a:cubicBezTo>
                    <a:cubicBezTo>
                      <a:pt x="1" y="169"/>
                      <a:pt x="1" y="169"/>
                      <a:pt x="0" y="169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170"/>
                      <a:pt x="0" y="171"/>
                      <a:pt x="0" y="172"/>
                    </a:cubicBezTo>
                    <a:cubicBezTo>
                      <a:pt x="0" y="176"/>
                      <a:pt x="1" y="180"/>
                      <a:pt x="1" y="183"/>
                    </a:cubicBezTo>
                    <a:cubicBezTo>
                      <a:pt x="2" y="189"/>
                      <a:pt x="3" y="195"/>
                      <a:pt x="4" y="201"/>
                    </a:cubicBezTo>
                    <a:cubicBezTo>
                      <a:pt x="5" y="209"/>
                      <a:pt x="6" y="217"/>
                      <a:pt x="8" y="226"/>
                    </a:cubicBezTo>
                    <a:cubicBezTo>
                      <a:pt x="10" y="230"/>
                      <a:pt x="12" y="234"/>
                      <a:pt x="16" y="237"/>
                    </a:cubicBezTo>
                    <a:cubicBezTo>
                      <a:pt x="20" y="240"/>
                      <a:pt x="23" y="244"/>
                      <a:pt x="24" y="248"/>
                    </a:cubicBezTo>
                    <a:cubicBezTo>
                      <a:pt x="25" y="253"/>
                      <a:pt x="26" y="257"/>
                      <a:pt x="27" y="262"/>
                    </a:cubicBezTo>
                    <a:cubicBezTo>
                      <a:pt x="27" y="263"/>
                      <a:pt x="28" y="264"/>
                      <a:pt x="29" y="265"/>
                    </a:cubicBezTo>
                    <a:cubicBezTo>
                      <a:pt x="31" y="265"/>
                      <a:pt x="32" y="265"/>
                      <a:pt x="33" y="264"/>
                    </a:cubicBezTo>
                    <a:cubicBezTo>
                      <a:pt x="56" y="258"/>
                      <a:pt x="78" y="254"/>
                      <a:pt x="101" y="250"/>
                    </a:cubicBezTo>
                    <a:cubicBezTo>
                      <a:pt x="103" y="249"/>
                      <a:pt x="105" y="248"/>
                      <a:pt x="106" y="246"/>
                    </a:cubicBezTo>
                    <a:cubicBezTo>
                      <a:pt x="107" y="245"/>
                      <a:pt x="107" y="244"/>
                      <a:pt x="108" y="243"/>
                    </a:cubicBezTo>
                    <a:cubicBezTo>
                      <a:pt x="113" y="237"/>
                      <a:pt x="119" y="233"/>
                      <a:pt x="128" y="233"/>
                    </a:cubicBezTo>
                    <a:cubicBezTo>
                      <a:pt x="128" y="233"/>
                      <a:pt x="129" y="233"/>
                      <a:pt x="129" y="233"/>
                    </a:cubicBezTo>
                    <a:cubicBezTo>
                      <a:pt x="129" y="233"/>
                      <a:pt x="129" y="233"/>
                      <a:pt x="129" y="233"/>
                    </a:cubicBezTo>
                    <a:cubicBezTo>
                      <a:pt x="129" y="233"/>
                      <a:pt x="129" y="233"/>
                      <a:pt x="129" y="233"/>
                    </a:cubicBezTo>
                    <a:cubicBezTo>
                      <a:pt x="129" y="233"/>
                      <a:pt x="129" y="233"/>
                      <a:pt x="129" y="233"/>
                    </a:cubicBezTo>
                    <a:cubicBezTo>
                      <a:pt x="133" y="233"/>
                      <a:pt x="136" y="233"/>
                      <a:pt x="140" y="234"/>
                    </a:cubicBezTo>
                    <a:cubicBezTo>
                      <a:pt x="143" y="235"/>
                      <a:pt x="146" y="235"/>
                      <a:pt x="149" y="235"/>
                    </a:cubicBezTo>
                    <a:cubicBezTo>
                      <a:pt x="151" y="235"/>
                      <a:pt x="153" y="236"/>
                      <a:pt x="155" y="236"/>
                    </a:cubicBezTo>
                    <a:cubicBezTo>
                      <a:pt x="156" y="236"/>
                      <a:pt x="156" y="237"/>
                      <a:pt x="157" y="239"/>
                    </a:cubicBezTo>
                    <a:cubicBezTo>
                      <a:pt x="157" y="239"/>
                      <a:pt x="157" y="239"/>
                      <a:pt x="157" y="239"/>
                    </a:cubicBezTo>
                    <a:cubicBezTo>
                      <a:pt x="157" y="239"/>
                      <a:pt x="157" y="239"/>
                      <a:pt x="157" y="239"/>
                    </a:cubicBezTo>
                    <a:cubicBezTo>
                      <a:pt x="151" y="238"/>
                      <a:pt x="146" y="238"/>
                      <a:pt x="141" y="237"/>
                    </a:cubicBezTo>
                    <a:cubicBezTo>
                      <a:pt x="141" y="237"/>
                      <a:pt x="141" y="237"/>
                      <a:pt x="141" y="237"/>
                    </a:cubicBezTo>
                    <a:cubicBezTo>
                      <a:pt x="141" y="237"/>
                      <a:pt x="141" y="237"/>
                      <a:pt x="141" y="237"/>
                    </a:cubicBezTo>
                    <a:cubicBezTo>
                      <a:pt x="137" y="236"/>
                      <a:pt x="133" y="236"/>
                      <a:pt x="130" y="236"/>
                    </a:cubicBezTo>
                    <a:cubicBezTo>
                      <a:pt x="130" y="236"/>
                      <a:pt x="130" y="236"/>
                      <a:pt x="130" y="236"/>
                    </a:cubicBezTo>
                    <a:cubicBezTo>
                      <a:pt x="130" y="236"/>
                      <a:pt x="130" y="236"/>
                      <a:pt x="130" y="236"/>
                    </a:cubicBezTo>
                    <a:cubicBezTo>
                      <a:pt x="130" y="236"/>
                      <a:pt x="130" y="236"/>
                      <a:pt x="130" y="236"/>
                    </a:cubicBezTo>
                    <a:cubicBezTo>
                      <a:pt x="128" y="236"/>
                      <a:pt x="126" y="236"/>
                      <a:pt x="124" y="236"/>
                    </a:cubicBezTo>
                    <a:cubicBezTo>
                      <a:pt x="124" y="236"/>
                      <a:pt x="124" y="236"/>
                      <a:pt x="123" y="236"/>
                    </a:cubicBezTo>
                    <a:cubicBezTo>
                      <a:pt x="122" y="236"/>
                      <a:pt x="121" y="237"/>
                      <a:pt x="120" y="237"/>
                    </a:cubicBezTo>
                    <a:cubicBezTo>
                      <a:pt x="115" y="239"/>
                      <a:pt x="111" y="243"/>
                      <a:pt x="109" y="248"/>
                    </a:cubicBezTo>
                    <a:cubicBezTo>
                      <a:pt x="109" y="248"/>
                      <a:pt x="109" y="248"/>
                      <a:pt x="109" y="248"/>
                    </a:cubicBezTo>
                    <a:cubicBezTo>
                      <a:pt x="109" y="249"/>
                      <a:pt x="110" y="249"/>
                      <a:pt x="110" y="250"/>
                    </a:cubicBezTo>
                    <a:cubicBezTo>
                      <a:pt x="110" y="250"/>
                      <a:pt x="110" y="250"/>
                      <a:pt x="110" y="250"/>
                    </a:cubicBezTo>
                    <a:cubicBezTo>
                      <a:pt x="110" y="250"/>
                      <a:pt x="110" y="250"/>
                      <a:pt x="110" y="250"/>
                    </a:cubicBezTo>
                    <a:cubicBezTo>
                      <a:pt x="107" y="251"/>
                      <a:pt x="106" y="253"/>
                      <a:pt x="105" y="256"/>
                    </a:cubicBezTo>
                    <a:cubicBezTo>
                      <a:pt x="104" y="263"/>
                      <a:pt x="103" y="269"/>
                      <a:pt x="103" y="276"/>
                    </a:cubicBezTo>
                    <a:cubicBezTo>
                      <a:pt x="103" y="277"/>
                      <a:pt x="103" y="279"/>
                      <a:pt x="103" y="280"/>
                    </a:cubicBezTo>
                    <a:cubicBezTo>
                      <a:pt x="103" y="291"/>
                      <a:pt x="104" y="301"/>
                      <a:pt x="105" y="311"/>
                    </a:cubicBezTo>
                    <a:cubicBezTo>
                      <a:pt x="107" y="322"/>
                      <a:pt x="109" y="333"/>
                      <a:pt x="112" y="344"/>
                    </a:cubicBezTo>
                    <a:cubicBezTo>
                      <a:pt x="114" y="354"/>
                      <a:pt x="117" y="363"/>
                      <a:pt x="121" y="372"/>
                    </a:cubicBezTo>
                    <a:cubicBezTo>
                      <a:pt x="128" y="386"/>
                      <a:pt x="139" y="396"/>
                      <a:pt x="149" y="408"/>
                    </a:cubicBezTo>
                    <a:cubicBezTo>
                      <a:pt x="150" y="409"/>
                      <a:pt x="151" y="409"/>
                      <a:pt x="152" y="410"/>
                    </a:cubicBezTo>
                    <a:cubicBezTo>
                      <a:pt x="154" y="411"/>
                      <a:pt x="156" y="412"/>
                      <a:pt x="157" y="412"/>
                    </a:cubicBezTo>
                    <a:cubicBezTo>
                      <a:pt x="157" y="413"/>
                      <a:pt x="158" y="413"/>
                      <a:pt x="158" y="413"/>
                    </a:cubicBezTo>
                    <a:cubicBezTo>
                      <a:pt x="165" y="416"/>
                      <a:pt x="173" y="419"/>
                      <a:pt x="181" y="419"/>
                    </a:cubicBezTo>
                    <a:cubicBezTo>
                      <a:pt x="181" y="419"/>
                      <a:pt x="181" y="419"/>
                      <a:pt x="181" y="419"/>
                    </a:cubicBezTo>
                    <a:cubicBezTo>
                      <a:pt x="181" y="419"/>
                      <a:pt x="181" y="419"/>
                      <a:pt x="181" y="419"/>
                    </a:cubicBezTo>
                    <a:cubicBezTo>
                      <a:pt x="181" y="419"/>
                      <a:pt x="181" y="419"/>
                      <a:pt x="181" y="419"/>
                    </a:cubicBezTo>
                    <a:cubicBezTo>
                      <a:pt x="182" y="419"/>
                      <a:pt x="184" y="419"/>
                      <a:pt x="185" y="418"/>
                    </a:cubicBezTo>
                    <a:cubicBezTo>
                      <a:pt x="193" y="418"/>
                      <a:pt x="200" y="414"/>
                      <a:pt x="203" y="405"/>
                    </a:cubicBezTo>
                    <a:cubicBezTo>
                      <a:pt x="201" y="405"/>
                      <a:pt x="200" y="405"/>
                      <a:pt x="198" y="405"/>
                    </a:cubicBezTo>
                    <a:cubicBezTo>
                      <a:pt x="198" y="405"/>
                      <a:pt x="198" y="405"/>
                      <a:pt x="198" y="405"/>
                    </a:cubicBezTo>
                    <a:cubicBezTo>
                      <a:pt x="198" y="405"/>
                      <a:pt x="198" y="405"/>
                      <a:pt x="198" y="405"/>
                    </a:cubicBezTo>
                    <a:cubicBezTo>
                      <a:pt x="200" y="402"/>
                      <a:pt x="200" y="402"/>
                      <a:pt x="203" y="401"/>
                    </a:cubicBezTo>
                    <a:cubicBezTo>
                      <a:pt x="200" y="396"/>
                      <a:pt x="196" y="392"/>
                      <a:pt x="192" y="387"/>
                    </a:cubicBezTo>
                    <a:cubicBezTo>
                      <a:pt x="182" y="375"/>
                      <a:pt x="174" y="363"/>
                      <a:pt x="170" y="348"/>
                    </a:cubicBezTo>
                    <a:cubicBezTo>
                      <a:pt x="165" y="335"/>
                      <a:pt x="161" y="322"/>
                      <a:pt x="159" y="309"/>
                    </a:cubicBezTo>
                    <a:cubicBezTo>
                      <a:pt x="156" y="295"/>
                      <a:pt x="155" y="281"/>
                      <a:pt x="153" y="267"/>
                    </a:cubicBezTo>
                    <a:cubicBezTo>
                      <a:pt x="153" y="267"/>
                      <a:pt x="153" y="266"/>
                      <a:pt x="153" y="265"/>
                    </a:cubicBezTo>
                    <a:cubicBezTo>
                      <a:pt x="153" y="263"/>
                      <a:pt x="153" y="261"/>
                      <a:pt x="153" y="260"/>
                    </a:cubicBezTo>
                    <a:cubicBezTo>
                      <a:pt x="153" y="258"/>
                      <a:pt x="153" y="257"/>
                      <a:pt x="153" y="255"/>
                    </a:cubicBezTo>
                    <a:cubicBezTo>
                      <a:pt x="152" y="255"/>
                      <a:pt x="151" y="255"/>
                      <a:pt x="149" y="255"/>
                    </a:cubicBezTo>
                    <a:cubicBezTo>
                      <a:pt x="149" y="255"/>
                      <a:pt x="149" y="255"/>
                      <a:pt x="149" y="255"/>
                    </a:cubicBezTo>
                    <a:cubicBezTo>
                      <a:pt x="149" y="255"/>
                      <a:pt x="149" y="255"/>
                      <a:pt x="149" y="255"/>
                    </a:cubicBezTo>
                    <a:cubicBezTo>
                      <a:pt x="151" y="251"/>
                      <a:pt x="152" y="248"/>
                      <a:pt x="155" y="245"/>
                    </a:cubicBezTo>
                    <a:cubicBezTo>
                      <a:pt x="158" y="242"/>
                      <a:pt x="161" y="238"/>
                      <a:pt x="164" y="235"/>
                    </a:cubicBezTo>
                    <a:cubicBezTo>
                      <a:pt x="175" y="220"/>
                      <a:pt x="185" y="206"/>
                      <a:pt x="196" y="192"/>
                    </a:cubicBezTo>
                    <a:cubicBezTo>
                      <a:pt x="204" y="181"/>
                      <a:pt x="213" y="171"/>
                      <a:pt x="221" y="161"/>
                    </a:cubicBezTo>
                    <a:cubicBezTo>
                      <a:pt x="227" y="153"/>
                      <a:pt x="233" y="146"/>
                      <a:pt x="239" y="139"/>
                    </a:cubicBezTo>
                    <a:cubicBezTo>
                      <a:pt x="246" y="131"/>
                      <a:pt x="253" y="123"/>
                      <a:pt x="261" y="115"/>
                    </a:cubicBezTo>
                    <a:cubicBezTo>
                      <a:pt x="264" y="111"/>
                      <a:pt x="268" y="108"/>
                      <a:pt x="272" y="105"/>
                    </a:cubicBezTo>
                    <a:cubicBezTo>
                      <a:pt x="270" y="102"/>
                      <a:pt x="268" y="100"/>
                      <a:pt x="266" y="98"/>
                    </a:cubicBezTo>
                    <a:cubicBezTo>
                      <a:pt x="258" y="90"/>
                      <a:pt x="250" y="83"/>
                      <a:pt x="242" y="75"/>
                    </a:cubicBezTo>
                    <a:cubicBezTo>
                      <a:pt x="242" y="75"/>
                      <a:pt x="242" y="74"/>
                      <a:pt x="241" y="74"/>
                    </a:cubicBezTo>
                    <a:cubicBezTo>
                      <a:pt x="238" y="72"/>
                      <a:pt x="234" y="71"/>
                      <a:pt x="231" y="69"/>
                    </a:cubicBezTo>
                    <a:cubicBezTo>
                      <a:pt x="223" y="65"/>
                      <a:pt x="216" y="60"/>
                      <a:pt x="208" y="56"/>
                    </a:cubicBezTo>
                    <a:cubicBezTo>
                      <a:pt x="201" y="52"/>
                      <a:pt x="193" y="48"/>
                      <a:pt x="185" y="45"/>
                    </a:cubicBezTo>
                    <a:cubicBezTo>
                      <a:pt x="172" y="41"/>
                      <a:pt x="160" y="38"/>
                      <a:pt x="147" y="34"/>
                    </a:cubicBezTo>
                    <a:cubicBezTo>
                      <a:pt x="133" y="29"/>
                      <a:pt x="119" y="24"/>
                      <a:pt x="104" y="23"/>
                    </a:cubicBezTo>
                    <a:cubicBezTo>
                      <a:pt x="103" y="23"/>
                      <a:pt x="103" y="23"/>
                      <a:pt x="103" y="23"/>
                    </a:cubicBezTo>
                    <a:cubicBezTo>
                      <a:pt x="103" y="24"/>
                      <a:pt x="102" y="25"/>
                      <a:pt x="101" y="26"/>
                    </a:cubicBezTo>
                    <a:cubicBezTo>
                      <a:pt x="102" y="32"/>
                      <a:pt x="103" y="37"/>
                      <a:pt x="103" y="42"/>
                    </a:cubicBezTo>
                    <a:cubicBezTo>
                      <a:pt x="103" y="44"/>
                      <a:pt x="103" y="45"/>
                      <a:pt x="103" y="46"/>
                    </a:cubicBezTo>
                    <a:cubicBezTo>
                      <a:pt x="103" y="55"/>
                      <a:pt x="102" y="64"/>
                      <a:pt x="101" y="73"/>
                    </a:cubicBezTo>
                    <a:cubicBezTo>
                      <a:pt x="100" y="86"/>
                      <a:pt x="97" y="98"/>
                      <a:pt x="93" y="111"/>
                    </a:cubicBezTo>
                    <a:cubicBezTo>
                      <a:pt x="89" y="123"/>
                      <a:pt x="83" y="133"/>
                      <a:pt x="77" y="144"/>
                    </a:cubicBezTo>
                    <a:cubicBezTo>
                      <a:pt x="69" y="159"/>
                      <a:pt x="59" y="173"/>
                      <a:pt x="45" y="184"/>
                    </a:cubicBezTo>
                    <a:cubicBezTo>
                      <a:pt x="42" y="187"/>
                      <a:pt x="39" y="190"/>
                      <a:pt x="34" y="191"/>
                    </a:cubicBezTo>
                    <a:cubicBezTo>
                      <a:pt x="34" y="191"/>
                      <a:pt x="34" y="191"/>
                      <a:pt x="34" y="191"/>
                    </a:cubicBezTo>
                    <a:cubicBezTo>
                      <a:pt x="34" y="191"/>
                      <a:pt x="34" y="191"/>
                      <a:pt x="34" y="191"/>
                    </a:cubicBezTo>
                    <a:cubicBezTo>
                      <a:pt x="35" y="190"/>
                      <a:pt x="35" y="189"/>
                      <a:pt x="35" y="188"/>
                    </a:cubicBezTo>
                    <a:cubicBezTo>
                      <a:pt x="36" y="188"/>
                      <a:pt x="37" y="187"/>
                      <a:pt x="38" y="187"/>
                    </a:cubicBezTo>
                    <a:cubicBezTo>
                      <a:pt x="48" y="180"/>
                      <a:pt x="56" y="172"/>
                      <a:pt x="62" y="162"/>
                    </a:cubicBezTo>
                    <a:cubicBezTo>
                      <a:pt x="75" y="144"/>
                      <a:pt x="86" y="126"/>
                      <a:pt x="92" y="105"/>
                    </a:cubicBezTo>
                    <a:cubicBezTo>
                      <a:pt x="96" y="92"/>
                      <a:pt x="98" y="78"/>
                      <a:pt x="99" y="63"/>
                    </a:cubicBezTo>
                    <a:cubicBezTo>
                      <a:pt x="100" y="58"/>
                      <a:pt x="100" y="53"/>
                      <a:pt x="100" y="48"/>
                    </a:cubicBezTo>
                    <a:cubicBezTo>
                      <a:pt x="100" y="40"/>
                      <a:pt x="100" y="33"/>
                      <a:pt x="99" y="26"/>
                    </a:cubicBezTo>
                    <a:cubicBezTo>
                      <a:pt x="98" y="24"/>
                      <a:pt x="98" y="22"/>
                      <a:pt x="96" y="22"/>
                    </a:cubicBezTo>
                    <a:cubicBezTo>
                      <a:pt x="95" y="21"/>
                      <a:pt x="94" y="21"/>
                      <a:pt x="93" y="20"/>
                    </a:cubicBezTo>
                    <a:cubicBezTo>
                      <a:pt x="79" y="14"/>
                      <a:pt x="65" y="7"/>
                      <a:pt x="51" y="1"/>
                    </a:cubicBezTo>
                    <a:cubicBezTo>
                      <a:pt x="50" y="0"/>
                      <a:pt x="49" y="0"/>
                      <a:pt x="48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3" name="Freeform 51">
                <a:extLst>
                  <a:ext uri="{FF2B5EF4-FFF2-40B4-BE49-F238E27FC236}">
                    <a16:creationId xmlns:a16="http://schemas.microsoft.com/office/drawing/2014/main" id="{3DA2AE39-BEC2-443E-AB3C-06B6DB9A922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47" y="635"/>
                <a:ext cx="447" cy="288"/>
              </a:xfrm>
              <a:custGeom>
                <a:avLst/>
                <a:gdLst>
                  <a:gd name="T0" fmla="*/ 178 w 307"/>
                  <a:gd name="T1" fmla="*/ 54 h 198"/>
                  <a:gd name="T2" fmla="*/ 181 w 307"/>
                  <a:gd name="T3" fmla="*/ 54 h 198"/>
                  <a:gd name="T4" fmla="*/ 181 w 307"/>
                  <a:gd name="T5" fmla="*/ 54 h 198"/>
                  <a:gd name="T6" fmla="*/ 156 w 307"/>
                  <a:gd name="T7" fmla="*/ 60 h 198"/>
                  <a:gd name="T8" fmla="*/ 89 w 307"/>
                  <a:gd name="T9" fmla="*/ 75 h 198"/>
                  <a:gd name="T10" fmla="*/ 58 w 307"/>
                  <a:gd name="T11" fmla="*/ 142 h 198"/>
                  <a:gd name="T12" fmla="*/ 57 w 307"/>
                  <a:gd name="T13" fmla="*/ 134 h 198"/>
                  <a:gd name="T14" fmla="*/ 120 w 307"/>
                  <a:gd name="T15" fmla="*/ 63 h 198"/>
                  <a:gd name="T16" fmla="*/ 178 w 307"/>
                  <a:gd name="T17" fmla="*/ 54 h 198"/>
                  <a:gd name="T18" fmla="*/ 178 w 307"/>
                  <a:gd name="T19" fmla="*/ 54 h 198"/>
                  <a:gd name="T20" fmla="*/ 199 w 307"/>
                  <a:gd name="T21" fmla="*/ 0 h 198"/>
                  <a:gd name="T22" fmla="*/ 195 w 307"/>
                  <a:gd name="T23" fmla="*/ 0 h 198"/>
                  <a:gd name="T24" fmla="*/ 163 w 307"/>
                  <a:gd name="T25" fmla="*/ 5 h 198"/>
                  <a:gd name="T26" fmla="*/ 95 w 307"/>
                  <a:gd name="T27" fmla="*/ 24 h 198"/>
                  <a:gd name="T28" fmla="*/ 44 w 307"/>
                  <a:gd name="T29" fmla="*/ 54 h 198"/>
                  <a:gd name="T30" fmla="*/ 24 w 307"/>
                  <a:gd name="T31" fmla="*/ 85 h 198"/>
                  <a:gd name="T32" fmla="*/ 5 w 307"/>
                  <a:gd name="T33" fmla="*/ 155 h 198"/>
                  <a:gd name="T34" fmla="*/ 7 w 307"/>
                  <a:gd name="T35" fmla="*/ 188 h 198"/>
                  <a:gd name="T36" fmla="*/ 9 w 307"/>
                  <a:gd name="T37" fmla="*/ 189 h 198"/>
                  <a:gd name="T38" fmla="*/ 11 w 307"/>
                  <a:gd name="T39" fmla="*/ 189 h 198"/>
                  <a:gd name="T40" fmla="*/ 12 w 307"/>
                  <a:gd name="T41" fmla="*/ 189 h 198"/>
                  <a:gd name="T42" fmla="*/ 23 w 307"/>
                  <a:gd name="T43" fmla="*/ 189 h 198"/>
                  <a:gd name="T44" fmla="*/ 33 w 307"/>
                  <a:gd name="T45" fmla="*/ 189 h 198"/>
                  <a:gd name="T46" fmla="*/ 33 w 307"/>
                  <a:gd name="T47" fmla="*/ 189 h 198"/>
                  <a:gd name="T48" fmla="*/ 35 w 307"/>
                  <a:gd name="T49" fmla="*/ 189 h 198"/>
                  <a:gd name="T50" fmla="*/ 93 w 307"/>
                  <a:gd name="T51" fmla="*/ 177 h 198"/>
                  <a:gd name="T52" fmla="*/ 93 w 307"/>
                  <a:gd name="T53" fmla="*/ 177 h 198"/>
                  <a:gd name="T54" fmla="*/ 94 w 307"/>
                  <a:gd name="T55" fmla="*/ 177 h 198"/>
                  <a:gd name="T56" fmla="*/ 101 w 307"/>
                  <a:gd name="T57" fmla="*/ 175 h 198"/>
                  <a:gd name="T58" fmla="*/ 106 w 307"/>
                  <a:gd name="T59" fmla="*/ 176 h 198"/>
                  <a:gd name="T60" fmla="*/ 135 w 307"/>
                  <a:gd name="T61" fmla="*/ 168 h 198"/>
                  <a:gd name="T62" fmla="*/ 190 w 307"/>
                  <a:gd name="T63" fmla="*/ 152 h 198"/>
                  <a:gd name="T64" fmla="*/ 190 w 307"/>
                  <a:gd name="T65" fmla="*/ 152 h 198"/>
                  <a:gd name="T66" fmla="*/ 198 w 307"/>
                  <a:gd name="T67" fmla="*/ 151 h 198"/>
                  <a:gd name="T68" fmla="*/ 206 w 307"/>
                  <a:gd name="T69" fmla="*/ 153 h 198"/>
                  <a:gd name="T70" fmla="*/ 224 w 307"/>
                  <a:gd name="T71" fmla="*/ 162 h 198"/>
                  <a:gd name="T72" fmla="*/ 305 w 307"/>
                  <a:gd name="T73" fmla="*/ 194 h 198"/>
                  <a:gd name="T74" fmla="*/ 302 w 307"/>
                  <a:gd name="T75" fmla="*/ 142 h 198"/>
                  <a:gd name="T76" fmla="*/ 298 w 307"/>
                  <a:gd name="T77" fmla="*/ 84 h 198"/>
                  <a:gd name="T78" fmla="*/ 248 w 307"/>
                  <a:gd name="T79" fmla="*/ 18 h 198"/>
                  <a:gd name="T80" fmla="*/ 231 w 307"/>
                  <a:gd name="T81" fmla="*/ 6 h 198"/>
                  <a:gd name="T82" fmla="*/ 231 w 307"/>
                  <a:gd name="T83" fmla="*/ 6 h 198"/>
                  <a:gd name="T84" fmla="*/ 199 w 307"/>
                  <a:gd name="T85" fmla="*/ 0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07" h="198">
                    <a:moveTo>
                      <a:pt x="178" y="54"/>
                    </a:moveTo>
                    <a:cubicBezTo>
                      <a:pt x="178" y="54"/>
                      <a:pt x="178" y="54"/>
                      <a:pt x="178" y="54"/>
                    </a:cubicBezTo>
                    <a:cubicBezTo>
                      <a:pt x="178" y="54"/>
                      <a:pt x="178" y="54"/>
                      <a:pt x="178" y="54"/>
                    </a:cubicBezTo>
                    <a:cubicBezTo>
                      <a:pt x="179" y="54"/>
                      <a:pt x="179" y="54"/>
                      <a:pt x="179" y="54"/>
                    </a:cubicBezTo>
                    <a:cubicBezTo>
                      <a:pt x="179" y="54"/>
                      <a:pt x="179" y="54"/>
                      <a:pt x="179" y="54"/>
                    </a:cubicBezTo>
                    <a:cubicBezTo>
                      <a:pt x="180" y="54"/>
                      <a:pt x="180" y="54"/>
                      <a:pt x="181" y="54"/>
                    </a:cubicBezTo>
                    <a:cubicBezTo>
                      <a:pt x="181" y="54"/>
                      <a:pt x="181" y="54"/>
                      <a:pt x="181" y="54"/>
                    </a:cubicBezTo>
                    <a:cubicBezTo>
                      <a:pt x="181" y="54"/>
                      <a:pt x="181" y="54"/>
                      <a:pt x="181" y="54"/>
                    </a:cubicBezTo>
                    <a:cubicBezTo>
                      <a:pt x="181" y="54"/>
                      <a:pt x="181" y="54"/>
                      <a:pt x="181" y="54"/>
                    </a:cubicBezTo>
                    <a:cubicBezTo>
                      <a:pt x="181" y="54"/>
                      <a:pt x="181" y="54"/>
                      <a:pt x="181" y="54"/>
                    </a:cubicBezTo>
                    <a:cubicBezTo>
                      <a:pt x="179" y="56"/>
                      <a:pt x="178" y="57"/>
                      <a:pt x="176" y="57"/>
                    </a:cubicBezTo>
                    <a:cubicBezTo>
                      <a:pt x="170" y="58"/>
                      <a:pt x="163" y="59"/>
                      <a:pt x="156" y="60"/>
                    </a:cubicBezTo>
                    <a:cubicBezTo>
                      <a:pt x="149" y="61"/>
                      <a:pt x="141" y="62"/>
                      <a:pt x="133" y="63"/>
                    </a:cubicBezTo>
                    <a:cubicBezTo>
                      <a:pt x="124" y="65"/>
                      <a:pt x="115" y="66"/>
                      <a:pt x="105" y="69"/>
                    </a:cubicBezTo>
                    <a:cubicBezTo>
                      <a:pt x="100" y="70"/>
                      <a:pt x="95" y="73"/>
                      <a:pt x="89" y="75"/>
                    </a:cubicBezTo>
                    <a:cubicBezTo>
                      <a:pt x="85" y="77"/>
                      <a:pt x="83" y="80"/>
                      <a:pt x="80" y="83"/>
                    </a:cubicBezTo>
                    <a:cubicBezTo>
                      <a:pt x="72" y="97"/>
                      <a:pt x="66" y="111"/>
                      <a:pt x="62" y="127"/>
                    </a:cubicBezTo>
                    <a:cubicBezTo>
                      <a:pt x="60" y="132"/>
                      <a:pt x="59" y="137"/>
                      <a:pt x="58" y="142"/>
                    </a:cubicBezTo>
                    <a:cubicBezTo>
                      <a:pt x="58" y="143"/>
                      <a:pt x="57" y="144"/>
                      <a:pt x="57" y="145"/>
                    </a:cubicBezTo>
                    <a:cubicBezTo>
                      <a:pt x="56" y="144"/>
                      <a:pt x="56" y="143"/>
                      <a:pt x="56" y="141"/>
                    </a:cubicBezTo>
                    <a:cubicBezTo>
                      <a:pt x="56" y="139"/>
                      <a:pt x="57" y="136"/>
                      <a:pt x="57" y="134"/>
                    </a:cubicBezTo>
                    <a:cubicBezTo>
                      <a:pt x="61" y="117"/>
                      <a:pt x="67" y="100"/>
                      <a:pt x="76" y="85"/>
                    </a:cubicBezTo>
                    <a:cubicBezTo>
                      <a:pt x="81" y="77"/>
                      <a:pt x="88" y="71"/>
                      <a:pt x="98" y="68"/>
                    </a:cubicBezTo>
                    <a:cubicBezTo>
                      <a:pt x="105" y="66"/>
                      <a:pt x="112" y="65"/>
                      <a:pt x="120" y="63"/>
                    </a:cubicBezTo>
                    <a:cubicBezTo>
                      <a:pt x="127" y="62"/>
                      <a:pt x="134" y="60"/>
                      <a:pt x="142" y="59"/>
                    </a:cubicBezTo>
                    <a:cubicBezTo>
                      <a:pt x="148" y="58"/>
                      <a:pt x="154" y="57"/>
                      <a:pt x="160" y="57"/>
                    </a:cubicBezTo>
                    <a:cubicBezTo>
                      <a:pt x="166" y="56"/>
                      <a:pt x="172" y="55"/>
                      <a:pt x="178" y="54"/>
                    </a:cubicBezTo>
                    <a:cubicBezTo>
                      <a:pt x="178" y="54"/>
                      <a:pt x="178" y="54"/>
                      <a:pt x="178" y="54"/>
                    </a:cubicBezTo>
                    <a:cubicBezTo>
                      <a:pt x="178" y="54"/>
                      <a:pt x="178" y="54"/>
                      <a:pt x="178" y="54"/>
                    </a:cubicBezTo>
                    <a:cubicBezTo>
                      <a:pt x="178" y="54"/>
                      <a:pt x="178" y="54"/>
                      <a:pt x="178" y="54"/>
                    </a:cubicBezTo>
                    <a:cubicBezTo>
                      <a:pt x="178" y="54"/>
                      <a:pt x="178" y="54"/>
                      <a:pt x="178" y="54"/>
                    </a:cubicBezTo>
                    <a:moveTo>
                      <a:pt x="199" y="0"/>
                    </a:moveTo>
                    <a:cubicBezTo>
                      <a:pt x="199" y="0"/>
                      <a:pt x="199" y="0"/>
                      <a:pt x="199" y="0"/>
                    </a:cubicBezTo>
                    <a:cubicBezTo>
                      <a:pt x="198" y="0"/>
                      <a:pt x="197" y="0"/>
                      <a:pt x="196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0"/>
                      <a:pt x="196" y="0"/>
                      <a:pt x="195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88" y="0"/>
                      <a:pt x="180" y="2"/>
                      <a:pt x="172" y="4"/>
                    </a:cubicBezTo>
                    <a:cubicBezTo>
                      <a:pt x="169" y="4"/>
                      <a:pt x="166" y="5"/>
                      <a:pt x="163" y="5"/>
                    </a:cubicBezTo>
                    <a:cubicBezTo>
                      <a:pt x="153" y="7"/>
                      <a:pt x="142" y="9"/>
                      <a:pt x="132" y="12"/>
                    </a:cubicBezTo>
                    <a:cubicBezTo>
                      <a:pt x="124" y="14"/>
                      <a:pt x="116" y="16"/>
                      <a:pt x="108" y="19"/>
                    </a:cubicBezTo>
                    <a:cubicBezTo>
                      <a:pt x="104" y="20"/>
                      <a:pt x="99" y="21"/>
                      <a:pt x="95" y="24"/>
                    </a:cubicBezTo>
                    <a:cubicBezTo>
                      <a:pt x="91" y="26"/>
                      <a:pt x="86" y="28"/>
                      <a:pt x="81" y="30"/>
                    </a:cubicBezTo>
                    <a:cubicBezTo>
                      <a:pt x="77" y="31"/>
                      <a:pt x="72" y="33"/>
                      <a:pt x="68" y="35"/>
                    </a:cubicBezTo>
                    <a:cubicBezTo>
                      <a:pt x="59" y="40"/>
                      <a:pt x="51" y="47"/>
                      <a:pt x="44" y="54"/>
                    </a:cubicBezTo>
                    <a:cubicBezTo>
                      <a:pt x="40" y="60"/>
                      <a:pt x="35" y="65"/>
                      <a:pt x="30" y="71"/>
                    </a:cubicBezTo>
                    <a:cubicBezTo>
                      <a:pt x="28" y="73"/>
                      <a:pt x="27" y="76"/>
                      <a:pt x="26" y="79"/>
                    </a:cubicBezTo>
                    <a:cubicBezTo>
                      <a:pt x="25" y="81"/>
                      <a:pt x="25" y="83"/>
                      <a:pt x="24" y="85"/>
                    </a:cubicBezTo>
                    <a:cubicBezTo>
                      <a:pt x="22" y="90"/>
                      <a:pt x="19" y="95"/>
                      <a:pt x="18" y="100"/>
                    </a:cubicBezTo>
                    <a:cubicBezTo>
                      <a:pt x="15" y="112"/>
                      <a:pt x="12" y="124"/>
                      <a:pt x="9" y="136"/>
                    </a:cubicBezTo>
                    <a:cubicBezTo>
                      <a:pt x="7" y="142"/>
                      <a:pt x="6" y="149"/>
                      <a:pt x="5" y="155"/>
                    </a:cubicBezTo>
                    <a:cubicBezTo>
                      <a:pt x="3" y="163"/>
                      <a:pt x="2" y="172"/>
                      <a:pt x="1" y="180"/>
                    </a:cubicBezTo>
                    <a:cubicBezTo>
                      <a:pt x="0" y="181"/>
                      <a:pt x="0" y="182"/>
                      <a:pt x="0" y="183"/>
                    </a:cubicBezTo>
                    <a:cubicBezTo>
                      <a:pt x="0" y="186"/>
                      <a:pt x="2" y="188"/>
                      <a:pt x="7" y="188"/>
                    </a:cubicBezTo>
                    <a:cubicBezTo>
                      <a:pt x="7" y="188"/>
                      <a:pt x="7" y="188"/>
                      <a:pt x="7" y="188"/>
                    </a:cubicBezTo>
                    <a:cubicBezTo>
                      <a:pt x="8" y="189"/>
                      <a:pt x="9" y="189"/>
                      <a:pt x="9" y="189"/>
                    </a:cubicBezTo>
                    <a:cubicBezTo>
                      <a:pt x="9" y="189"/>
                      <a:pt x="9" y="189"/>
                      <a:pt x="9" y="189"/>
                    </a:cubicBezTo>
                    <a:cubicBezTo>
                      <a:pt x="9" y="189"/>
                      <a:pt x="9" y="189"/>
                      <a:pt x="9" y="189"/>
                    </a:cubicBezTo>
                    <a:cubicBezTo>
                      <a:pt x="10" y="189"/>
                      <a:pt x="10" y="189"/>
                      <a:pt x="10" y="189"/>
                    </a:cubicBezTo>
                    <a:cubicBezTo>
                      <a:pt x="10" y="189"/>
                      <a:pt x="11" y="189"/>
                      <a:pt x="11" y="189"/>
                    </a:cubicBezTo>
                    <a:cubicBezTo>
                      <a:pt x="11" y="189"/>
                      <a:pt x="11" y="189"/>
                      <a:pt x="11" y="189"/>
                    </a:cubicBezTo>
                    <a:cubicBezTo>
                      <a:pt x="11" y="189"/>
                      <a:pt x="11" y="189"/>
                      <a:pt x="12" y="189"/>
                    </a:cubicBezTo>
                    <a:cubicBezTo>
                      <a:pt x="12" y="189"/>
                      <a:pt x="12" y="189"/>
                      <a:pt x="12" y="189"/>
                    </a:cubicBezTo>
                    <a:cubicBezTo>
                      <a:pt x="12" y="189"/>
                      <a:pt x="12" y="189"/>
                      <a:pt x="12" y="189"/>
                    </a:cubicBezTo>
                    <a:cubicBezTo>
                      <a:pt x="16" y="189"/>
                      <a:pt x="19" y="189"/>
                      <a:pt x="23" y="189"/>
                    </a:cubicBezTo>
                    <a:cubicBezTo>
                      <a:pt x="23" y="189"/>
                      <a:pt x="23" y="189"/>
                      <a:pt x="23" y="189"/>
                    </a:cubicBezTo>
                    <a:cubicBezTo>
                      <a:pt x="23" y="189"/>
                      <a:pt x="24" y="189"/>
                      <a:pt x="24" y="189"/>
                    </a:cubicBezTo>
                    <a:cubicBezTo>
                      <a:pt x="25" y="189"/>
                      <a:pt x="26" y="189"/>
                      <a:pt x="27" y="189"/>
                    </a:cubicBezTo>
                    <a:cubicBezTo>
                      <a:pt x="29" y="189"/>
                      <a:pt x="31" y="189"/>
                      <a:pt x="33" y="189"/>
                    </a:cubicBezTo>
                    <a:cubicBezTo>
                      <a:pt x="33" y="189"/>
                      <a:pt x="33" y="189"/>
                      <a:pt x="33" y="189"/>
                    </a:cubicBezTo>
                    <a:cubicBezTo>
                      <a:pt x="33" y="189"/>
                      <a:pt x="33" y="189"/>
                      <a:pt x="33" y="189"/>
                    </a:cubicBezTo>
                    <a:cubicBezTo>
                      <a:pt x="33" y="189"/>
                      <a:pt x="33" y="189"/>
                      <a:pt x="33" y="189"/>
                    </a:cubicBezTo>
                    <a:cubicBezTo>
                      <a:pt x="33" y="189"/>
                      <a:pt x="34" y="189"/>
                      <a:pt x="35" y="189"/>
                    </a:cubicBezTo>
                    <a:cubicBezTo>
                      <a:pt x="35" y="189"/>
                      <a:pt x="35" y="189"/>
                      <a:pt x="35" y="189"/>
                    </a:cubicBezTo>
                    <a:cubicBezTo>
                      <a:pt x="35" y="189"/>
                      <a:pt x="35" y="189"/>
                      <a:pt x="35" y="189"/>
                    </a:cubicBezTo>
                    <a:cubicBezTo>
                      <a:pt x="43" y="189"/>
                      <a:pt x="51" y="187"/>
                      <a:pt x="58" y="187"/>
                    </a:cubicBezTo>
                    <a:cubicBezTo>
                      <a:pt x="70" y="185"/>
                      <a:pt x="82" y="181"/>
                      <a:pt x="93" y="177"/>
                    </a:cubicBezTo>
                    <a:cubicBezTo>
                      <a:pt x="93" y="177"/>
                      <a:pt x="93" y="177"/>
                      <a:pt x="93" y="177"/>
                    </a:cubicBezTo>
                    <a:cubicBezTo>
                      <a:pt x="93" y="177"/>
                      <a:pt x="93" y="177"/>
                      <a:pt x="93" y="177"/>
                    </a:cubicBezTo>
                    <a:cubicBezTo>
                      <a:pt x="93" y="177"/>
                      <a:pt x="93" y="177"/>
                      <a:pt x="93" y="177"/>
                    </a:cubicBezTo>
                    <a:cubicBezTo>
                      <a:pt x="93" y="177"/>
                      <a:pt x="93" y="177"/>
                      <a:pt x="93" y="177"/>
                    </a:cubicBezTo>
                    <a:cubicBezTo>
                      <a:pt x="93" y="177"/>
                      <a:pt x="94" y="177"/>
                      <a:pt x="94" y="177"/>
                    </a:cubicBezTo>
                    <a:cubicBezTo>
                      <a:pt x="94" y="177"/>
                      <a:pt x="94" y="177"/>
                      <a:pt x="94" y="177"/>
                    </a:cubicBezTo>
                    <a:cubicBezTo>
                      <a:pt x="94" y="177"/>
                      <a:pt x="94" y="177"/>
                      <a:pt x="94" y="177"/>
                    </a:cubicBezTo>
                    <a:cubicBezTo>
                      <a:pt x="94" y="177"/>
                      <a:pt x="94" y="177"/>
                      <a:pt x="94" y="177"/>
                    </a:cubicBezTo>
                    <a:cubicBezTo>
                      <a:pt x="96" y="176"/>
                      <a:pt x="99" y="175"/>
                      <a:pt x="101" y="175"/>
                    </a:cubicBezTo>
                    <a:cubicBezTo>
                      <a:pt x="101" y="175"/>
                      <a:pt x="101" y="175"/>
                      <a:pt x="101" y="175"/>
                    </a:cubicBezTo>
                    <a:cubicBezTo>
                      <a:pt x="101" y="175"/>
                      <a:pt x="101" y="175"/>
                      <a:pt x="101" y="175"/>
                    </a:cubicBezTo>
                    <a:cubicBezTo>
                      <a:pt x="101" y="175"/>
                      <a:pt x="101" y="175"/>
                      <a:pt x="101" y="175"/>
                    </a:cubicBezTo>
                    <a:cubicBezTo>
                      <a:pt x="103" y="175"/>
                      <a:pt x="104" y="175"/>
                      <a:pt x="106" y="176"/>
                    </a:cubicBezTo>
                    <a:cubicBezTo>
                      <a:pt x="106" y="176"/>
                      <a:pt x="106" y="176"/>
                      <a:pt x="106" y="176"/>
                    </a:cubicBezTo>
                    <a:cubicBezTo>
                      <a:pt x="108" y="176"/>
                      <a:pt x="110" y="175"/>
                      <a:pt x="112" y="175"/>
                    </a:cubicBezTo>
                    <a:cubicBezTo>
                      <a:pt x="119" y="172"/>
                      <a:pt x="127" y="170"/>
                      <a:pt x="135" y="168"/>
                    </a:cubicBezTo>
                    <a:cubicBezTo>
                      <a:pt x="142" y="165"/>
                      <a:pt x="149" y="162"/>
                      <a:pt x="157" y="160"/>
                    </a:cubicBezTo>
                    <a:cubicBezTo>
                      <a:pt x="168" y="157"/>
                      <a:pt x="179" y="154"/>
                      <a:pt x="190" y="152"/>
                    </a:cubicBezTo>
                    <a:cubicBezTo>
                      <a:pt x="190" y="152"/>
                      <a:pt x="190" y="152"/>
                      <a:pt x="190" y="152"/>
                    </a:cubicBezTo>
                    <a:cubicBezTo>
                      <a:pt x="190" y="152"/>
                      <a:pt x="190" y="152"/>
                      <a:pt x="190" y="152"/>
                    </a:cubicBezTo>
                    <a:cubicBezTo>
                      <a:pt x="190" y="152"/>
                      <a:pt x="190" y="152"/>
                      <a:pt x="190" y="152"/>
                    </a:cubicBezTo>
                    <a:cubicBezTo>
                      <a:pt x="190" y="152"/>
                      <a:pt x="190" y="152"/>
                      <a:pt x="190" y="152"/>
                    </a:cubicBezTo>
                    <a:cubicBezTo>
                      <a:pt x="193" y="151"/>
                      <a:pt x="195" y="151"/>
                      <a:pt x="198" y="151"/>
                    </a:cubicBezTo>
                    <a:cubicBezTo>
                      <a:pt x="198" y="151"/>
                      <a:pt x="198" y="151"/>
                      <a:pt x="198" y="151"/>
                    </a:cubicBezTo>
                    <a:cubicBezTo>
                      <a:pt x="198" y="151"/>
                      <a:pt x="198" y="151"/>
                      <a:pt x="198" y="151"/>
                    </a:cubicBezTo>
                    <a:cubicBezTo>
                      <a:pt x="198" y="151"/>
                      <a:pt x="198" y="151"/>
                      <a:pt x="198" y="151"/>
                    </a:cubicBezTo>
                    <a:cubicBezTo>
                      <a:pt x="201" y="151"/>
                      <a:pt x="204" y="152"/>
                      <a:pt x="206" y="153"/>
                    </a:cubicBezTo>
                    <a:cubicBezTo>
                      <a:pt x="206" y="153"/>
                      <a:pt x="206" y="153"/>
                      <a:pt x="206" y="153"/>
                    </a:cubicBezTo>
                    <a:cubicBezTo>
                      <a:pt x="207" y="153"/>
                      <a:pt x="207" y="153"/>
                      <a:pt x="207" y="153"/>
                    </a:cubicBezTo>
                    <a:cubicBezTo>
                      <a:pt x="207" y="153"/>
                      <a:pt x="207" y="153"/>
                      <a:pt x="207" y="153"/>
                    </a:cubicBezTo>
                    <a:cubicBezTo>
                      <a:pt x="212" y="156"/>
                      <a:pt x="219" y="159"/>
                      <a:pt x="224" y="162"/>
                    </a:cubicBezTo>
                    <a:cubicBezTo>
                      <a:pt x="235" y="168"/>
                      <a:pt x="245" y="175"/>
                      <a:pt x="256" y="181"/>
                    </a:cubicBezTo>
                    <a:cubicBezTo>
                      <a:pt x="271" y="190"/>
                      <a:pt x="288" y="196"/>
                      <a:pt x="307" y="198"/>
                    </a:cubicBezTo>
                    <a:cubicBezTo>
                      <a:pt x="306" y="196"/>
                      <a:pt x="306" y="195"/>
                      <a:pt x="305" y="194"/>
                    </a:cubicBezTo>
                    <a:cubicBezTo>
                      <a:pt x="302" y="187"/>
                      <a:pt x="300" y="180"/>
                      <a:pt x="300" y="172"/>
                    </a:cubicBezTo>
                    <a:cubicBezTo>
                      <a:pt x="300" y="171"/>
                      <a:pt x="300" y="169"/>
                      <a:pt x="300" y="168"/>
                    </a:cubicBezTo>
                    <a:cubicBezTo>
                      <a:pt x="300" y="159"/>
                      <a:pt x="301" y="151"/>
                      <a:pt x="302" y="142"/>
                    </a:cubicBezTo>
                    <a:cubicBezTo>
                      <a:pt x="303" y="136"/>
                      <a:pt x="303" y="129"/>
                      <a:pt x="303" y="123"/>
                    </a:cubicBezTo>
                    <a:cubicBezTo>
                      <a:pt x="303" y="119"/>
                      <a:pt x="303" y="116"/>
                      <a:pt x="303" y="112"/>
                    </a:cubicBezTo>
                    <a:cubicBezTo>
                      <a:pt x="302" y="103"/>
                      <a:pt x="301" y="93"/>
                      <a:pt x="298" y="84"/>
                    </a:cubicBezTo>
                    <a:cubicBezTo>
                      <a:pt x="296" y="77"/>
                      <a:pt x="294" y="70"/>
                      <a:pt x="290" y="64"/>
                    </a:cubicBezTo>
                    <a:cubicBezTo>
                      <a:pt x="286" y="57"/>
                      <a:pt x="281" y="50"/>
                      <a:pt x="275" y="44"/>
                    </a:cubicBezTo>
                    <a:cubicBezTo>
                      <a:pt x="266" y="35"/>
                      <a:pt x="257" y="27"/>
                      <a:pt x="248" y="18"/>
                    </a:cubicBezTo>
                    <a:cubicBezTo>
                      <a:pt x="246" y="16"/>
                      <a:pt x="243" y="14"/>
                      <a:pt x="241" y="12"/>
                    </a:cubicBezTo>
                    <a:cubicBezTo>
                      <a:pt x="238" y="10"/>
                      <a:pt x="234" y="8"/>
                      <a:pt x="231" y="6"/>
                    </a:cubicBezTo>
                    <a:cubicBezTo>
                      <a:pt x="231" y="6"/>
                      <a:pt x="231" y="6"/>
                      <a:pt x="231" y="6"/>
                    </a:cubicBezTo>
                    <a:cubicBezTo>
                      <a:pt x="231" y="6"/>
                      <a:pt x="231" y="6"/>
                      <a:pt x="231" y="6"/>
                    </a:cubicBezTo>
                    <a:cubicBezTo>
                      <a:pt x="231" y="6"/>
                      <a:pt x="231" y="6"/>
                      <a:pt x="231" y="6"/>
                    </a:cubicBezTo>
                    <a:cubicBezTo>
                      <a:pt x="231" y="6"/>
                      <a:pt x="231" y="6"/>
                      <a:pt x="231" y="6"/>
                    </a:cubicBezTo>
                    <a:cubicBezTo>
                      <a:pt x="230" y="6"/>
                      <a:pt x="230" y="6"/>
                      <a:pt x="230" y="6"/>
                    </a:cubicBezTo>
                    <a:cubicBezTo>
                      <a:pt x="230" y="6"/>
                      <a:pt x="230" y="6"/>
                      <a:pt x="230" y="6"/>
                    </a:cubicBezTo>
                    <a:cubicBezTo>
                      <a:pt x="220" y="1"/>
                      <a:pt x="210" y="0"/>
                      <a:pt x="199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0"/>
                      <a:pt x="199" y="0"/>
                      <a:pt x="199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4" name="Freeform 52">
                <a:extLst>
                  <a:ext uri="{FF2B5EF4-FFF2-40B4-BE49-F238E27FC236}">
                    <a16:creationId xmlns:a16="http://schemas.microsoft.com/office/drawing/2014/main" id="{3C68EEA0-BDFC-4C2A-A749-29EC224458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1" y="1873"/>
                <a:ext cx="199" cy="121"/>
              </a:xfrm>
              <a:custGeom>
                <a:avLst/>
                <a:gdLst>
                  <a:gd name="T0" fmla="*/ 100 w 137"/>
                  <a:gd name="T1" fmla="*/ 0 h 83"/>
                  <a:gd name="T2" fmla="*/ 85 w 137"/>
                  <a:gd name="T3" fmla="*/ 1 h 83"/>
                  <a:gd name="T4" fmla="*/ 65 w 137"/>
                  <a:gd name="T5" fmla="*/ 2 h 83"/>
                  <a:gd name="T6" fmla="*/ 24 w 137"/>
                  <a:gd name="T7" fmla="*/ 3 h 83"/>
                  <a:gd name="T8" fmla="*/ 24 w 137"/>
                  <a:gd name="T9" fmla="*/ 3 h 83"/>
                  <a:gd name="T10" fmla="*/ 20 w 137"/>
                  <a:gd name="T11" fmla="*/ 4 h 83"/>
                  <a:gd name="T12" fmla="*/ 20 w 137"/>
                  <a:gd name="T13" fmla="*/ 4 h 83"/>
                  <a:gd name="T14" fmla="*/ 16 w 137"/>
                  <a:gd name="T15" fmla="*/ 4 h 83"/>
                  <a:gd name="T16" fmla="*/ 16 w 137"/>
                  <a:gd name="T17" fmla="*/ 4 h 83"/>
                  <a:gd name="T18" fmla="*/ 16 w 137"/>
                  <a:gd name="T19" fmla="*/ 4 h 83"/>
                  <a:gd name="T20" fmla="*/ 16 w 137"/>
                  <a:gd name="T21" fmla="*/ 4 h 83"/>
                  <a:gd name="T22" fmla="*/ 14 w 137"/>
                  <a:gd name="T23" fmla="*/ 4 h 83"/>
                  <a:gd name="T24" fmla="*/ 12 w 137"/>
                  <a:gd name="T25" fmla="*/ 4 h 83"/>
                  <a:gd name="T26" fmla="*/ 12 w 137"/>
                  <a:gd name="T27" fmla="*/ 4 h 83"/>
                  <a:gd name="T28" fmla="*/ 12 w 137"/>
                  <a:gd name="T29" fmla="*/ 4 h 83"/>
                  <a:gd name="T30" fmla="*/ 7 w 137"/>
                  <a:gd name="T31" fmla="*/ 4 h 83"/>
                  <a:gd name="T32" fmla="*/ 7 w 137"/>
                  <a:gd name="T33" fmla="*/ 4 h 83"/>
                  <a:gd name="T34" fmla="*/ 4 w 137"/>
                  <a:gd name="T35" fmla="*/ 4 h 83"/>
                  <a:gd name="T36" fmla="*/ 0 w 137"/>
                  <a:gd name="T37" fmla="*/ 4 h 83"/>
                  <a:gd name="T38" fmla="*/ 0 w 137"/>
                  <a:gd name="T39" fmla="*/ 4 h 83"/>
                  <a:gd name="T40" fmla="*/ 10 w 137"/>
                  <a:gd name="T41" fmla="*/ 18 h 83"/>
                  <a:gd name="T42" fmla="*/ 11 w 137"/>
                  <a:gd name="T43" fmla="*/ 20 h 83"/>
                  <a:gd name="T44" fmla="*/ 11 w 137"/>
                  <a:gd name="T45" fmla="*/ 21 h 83"/>
                  <a:gd name="T46" fmla="*/ 11 w 137"/>
                  <a:gd name="T47" fmla="*/ 22 h 83"/>
                  <a:gd name="T48" fmla="*/ 13 w 137"/>
                  <a:gd name="T49" fmla="*/ 27 h 83"/>
                  <a:gd name="T50" fmla="*/ 37 w 137"/>
                  <a:gd name="T51" fmla="*/ 57 h 83"/>
                  <a:gd name="T52" fmla="*/ 44 w 137"/>
                  <a:gd name="T53" fmla="*/ 62 h 83"/>
                  <a:gd name="T54" fmla="*/ 70 w 137"/>
                  <a:gd name="T55" fmla="*/ 71 h 83"/>
                  <a:gd name="T56" fmla="*/ 94 w 137"/>
                  <a:gd name="T57" fmla="*/ 77 h 83"/>
                  <a:gd name="T58" fmla="*/ 120 w 137"/>
                  <a:gd name="T59" fmla="*/ 81 h 83"/>
                  <a:gd name="T60" fmla="*/ 137 w 137"/>
                  <a:gd name="T61" fmla="*/ 83 h 83"/>
                  <a:gd name="T62" fmla="*/ 131 w 137"/>
                  <a:gd name="T63" fmla="*/ 76 h 83"/>
                  <a:gd name="T64" fmla="*/ 119 w 137"/>
                  <a:gd name="T65" fmla="*/ 67 h 83"/>
                  <a:gd name="T66" fmla="*/ 114 w 137"/>
                  <a:gd name="T67" fmla="*/ 59 h 83"/>
                  <a:gd name="T68" fmla="*/ 114 w 137"/>
                  <a:gd name="T69" fmla="*/ 59 h 83"/>
                  <a:gd name="T70" fmla="*/ 114 w 137"/>
                  <a:gd name="T71" fmla="*/ 58 h 83"/>
                  <a:gd name="T72" fmla="*/ 109 w 137"/>
                  <a:gd name="T73" fmla="*/ 31 h 83"/>
                  <a:gd name="T74" fmla="*/ 100 w 137"/>
                  <a:gd name="T75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37" h="83">
                    <a:moveTo>
                      <a:pt x="100" y="0"/>
                    </a:moveTo>
                    <a:cubicBezTo>
                      <a:pt x="95" y="0"/>
                      <a:pt x="90" y="1"/>
                      <a:pt x="85" y="1"/>
                    </a:cubicBezTo>
                    <a:cubicBezTo>
                      <a:pt x="79" y="2"/>
                      <a:pt x="72" y="2"/>
                      <a:pt x="65" y="2"/>
                    </a:cubicBezTo>
                    <a:cubicBezTo>
                      <a:pt x="51" y="3"/>
                      <a:pt x="38" y="3"/>
                      <a:pt x="24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3" y="3"/>
                      <a:pt x="21" y="4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19" y="4"/>
                      <a:pt x="18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5" y="4"/>
                      <a:pt x="14" y="4"/>
                    </a:cubicBezTo>
                    <a:cubicBezTo>
                      <a:pt x="13" y="4"/>
                      <a:pt x="13" y="4"/>
                      <a:pt x="12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0" y="4"/>
                      <a:pt x="9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6" y="4"/>
                      <a:pt x="5" y="4"/>
                      <a:pt x="4" y="4"/>
                    </a:cubicBezTo>
                    <a:cubicBezTo>
                      <a:pt x="3" y="4"/>
                      <a:pt x="2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4" y="9"/>
                      <a:pt x="7" y="13"/>
                      <a:pt x="10" y="18"/>
                    </a:cubicBezTo>
                    <a:cubicBezTo>
                      <a:pt x="10" y="19"/>
                      <a:pt x="11" y="20"/>
                      <a:pt x="11" y="20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2"/>
                      <a:pt x="11" y="22"/>
                    </a:cubicBezTo>
                    <a:cubicBezTo>
                      <a:pt x="11" y="24"/>
                      <a:pt x="12" y="25"/>
                      <a:pt x="13" y="27"/>
                    </a:cubicBezTo>
                    <a:cubicBezTo>
                      <a:pt x="21" y="37"/>
                      <a:pt x="29" y="47"/>
                      <a:pt x="37" y="57"/>
                    </a:cubicBezTo>
                    <a:cubicBezTo>
                      <a:pt x="39" y="59"/>
                      <a:pt x="41" y="61"/>
                      <a:pt x="44" y="62"/>
                    </a:cubicBezTo>
                    <a:cubicBezTo>
                      <a:pt x="52" y="65"/>
                      <a:pt x="61" y="68"/>
                      <a:pt x="70" y="71"/>
                    </a:cubicBezTo>
                    <a:cubicBezTo>
                      <a:pt x="78" y="74"/>
                      <a:pt x="86" y="76"/>
                      <a:pt x="94" y="77"/>
                    </a:cubicBezTo>
                    <a:cubicBezTo>
                      <a:pt x="103" y="78"/>
                      <a:pt x="112" y="80"/>
                      <a:pt x="120" y="81"/>
                    </a:cubicBezTo>
                    <a:cubicBezTo>
                      <a:pt x="126" y="82"/>
                      <a:pt x="132" y="82"/>
                      <a:pt x="137" y="83"/>
                    </a:cubicBezTo>
                    <a:cubicBezTo>
                      <a:pt x="135" y="80"/>
                      <a:pt x="133" y="78"/>
                      <a:pt x="131" y="76"/>
                    </a:cubicBezTo>
                    <a:cubicBezTo>
                      <a:pt x="127" y="73"/>
                      <a:pt x="123" y="70"/>
                      <a:pt x="119" y="67"/>
                    </a:cubicBezTo>
                    <a:cubicBezTo>
                      <a:pt x="116" y="65"/>
                      <a:pt x="114" y="62"/>
                      <a:pt x="114" y="59"/>
                    </a:cubicBezTo>
                    <a:cubicBezTo>
                      <a:pt x="114" y="59"/>
                      <a:pt x="114" y="59"/>
                      <a:pt x="114" y="59"/>
                    </a:cubicBezTo>
                    <a:cubicBezTo>
                      <a:pt x="114" y="58"/>
                      <a:pt x="114" y="58"/>
                      <a:pt x="114" y="58"/>
                    </a:cubicBezTo>
                    <a:cubicBezTo>
                      <a:pt x="114" y="49"/>
                      <a:pt x="111" y="40"/>
                      <a:pt x="109" y="31"/>
                    </a:cubicBezTo>
                    <a:cubicBezTo>
                      <a:pt x="106" y="21"/>
                      <a:pt x="103" y="11"/>
                      <a:pt x="10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5" name="Freeform 53">
                <a:extLst>
                  <a:ext uri="{FF2B5EF4-FFF2-40B4-BE49-F238E27FC236}">
                    <a16:creationId xmlns:a16="http://schemas.microsoft.com/office/drawing/2014/main" id="{0C408A5C-8446-49C4-A62B-A2F43F532C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9" y="859"/>
                <a:ext cx="295" cy="79"/>
              </a:xfrm>
              <a:custGeom>
                <a:avLst/>
                <a:gdLst>
                  <a:gd name="T0" fmla="*/ 152 w 202"/>
                  <a:gd name="T1" fmla="*/ 0 h 54"/>
                  <a:gd name="T2" fmla="*/ 152 w 202"/>
                  <a:gd name="T3" fmla="*/ 0 h 54"/>
                  <a:gd name="T4" fmla="*/ 149 w 202"/>
                  <a:gd name="T5" fmla="*/ 1 h 54"/>
                  <a:gd name="T6" fmla="*/ 149 w 202"/>
                  <a:gd name="T7" fmla="*/ 1 h 54"/>
                  <a:gd name="T8" fmla="*/ 149 w 202"/>
                  <a:gd name="T9" fmla="*/ 1 h 54"/>
                  <a:gd name="T10" fmla="*/ 149 w 202"/>
                  <a:gd name="T11" fmla="*/ 1 h 54"/>
                  <a:gd name="T12" fmla="*/ 136 w 202"/>
                  <a:gd name="T13" fmla="*/ 4 h 54"/>
                  <a:gd name="T14" fmla="*/ 113 w 202"/>
                  <a:gd name="T15" fmla="*/ 10 h 54"/>
                  <a:gd name="T16" fmla="*/ 81 w 202"/>
                  <a:gd name="T17" fmla="*/ 20 h 54"/>
                  <a:gd name="T18" fmla="*/ 48 w 202"/>
                  <a:gd name="T19" fmla="*/ 31 h 54"/>
                  <a:gd name="T20" fmla="*/ 21 w 202"/>
                  <a:gd name="T21" fmla="*/ 40 h 54"/>
                  <a:gd name="T22" fmla="*/ 0 w 202"/>
                  <a:gd name="T23" fmla="*/ 47 h 54"/>
                  <a:gd name="T24" fmla="*/ 0 w 202"/>
                  <a:gd name="T25" fmla="*/ 47 h 54"/>
                  <a:gd name="T26" fmla="*/ 2 w 202"/>
                  <a:gd name="T27" fmla="*/ 49 h 54"/>
                  <a:gd name="T28" fmla="*/ 7 w 202"/>
                  <a:gd name="T29" fmla="*/ 51 h 54"/>
                  <a:gd name="T30" fmla="*/ 7 w 202"/>
                  <a:gd name="T31" fmla="*/ 51 h 54"/>
                  <a:gd name="T32" fmla="*/ 24 w 202"/>
                  <a:gd name="T33" fmla="*/ 54 h 54"/>
                  <a:gd name="T34" fmla="*/ 24 w 202"/>
                  <a:gd name="T35" fmla="*/ 54 h 54"/>
                  <a:gd name="T36" fmla="*/ 24 w 202"/>
                  <a:gd name="T37" fmla="*/ 54 h 54"/>
                  <a:gd name="T38" fmla="*/ 24 w 202"/>
                  <a:gd name="T39" fmla="*/ 54 h 54"/>
                  <a:gd name="T40" fmla="*/ 27 w 202"/>
                  <a:gd name="T41" fmla="*/ 53 h 54"/>
                  <a:gd name="T42" fmla="*/ 27 w 202"/>
                  <a:gd name="T43" fmla="*/ 53 h 54"/>
                  <a:gd name="T44" fmla="*/ 27 w 202"/>
                  <a:gd name="T45" fmla="*/ 53 h 54"/>
                  <a:gd name="T46" fmla="*/ 47 w 202"/>
                  <a:gd name="T47" fmla="*/ 50 h 54"/>
                  <a:gd name="T48" fmla="*/ 64 w 202"/>
                  <a:gd name="T49" fmla="*/ 48 h 54"/>
                  <a:gd name="T50" fmla="*/ 85 w 202"/>
                  <a:gd name="T51" fmla="*/ 41 h 54"/>
                  <a:gd name="T52" fmla="*/ 93 w 202"/>
                  <a:gd name="T53" fmla="*/ 38 h 54"/>
                  <a:gd name="T54" fmla="*/ 94 w 202"/>
                  <a:gd name="T55" fmla="*/ 38 h 54"/>
                  <a:gd name="T56" fmla="*/ 95 w 202"/>
                  <a:gd name="T57" fmla="*/ 37 h 54"/>
                  <a:gd name="T58" fmla="*/ 95 w 202"/>
                  <a:gd name="T59" fmla="*/ 37 h 54"/>
                  <a:gd name="T60" fmla="*/ 95 w 202"/>
                  <a:gd name="T61" fmla="*/ 37 h 54"/>
                  <a:gd name="T62" fmla="*/ 111 w 202"/>
                  <a:gd name="T63" fmla="*/ 35 h 54"/>
                  <a:gd name="T64" fmla="*/ 111 w 202"/>
                  <a:gd name="T65" fmla="*/ 35 h 54"/>
                  <a:gd name="T66" fmla="*/ 111 w 202"/>
                  <a:gd name="T67" fmla="*/ 35 h 54"/>
                  <a:gd name="T68" fmla="*/ 111 w 202"/>
                  <a:gd name="T69" fmla="*/ 35 h 54"/>
                  <a:gd name="T70" fmla="*/ 117 w 202"/>
                  <a:gd name="T71" fmla="*/ 36 h 54"/>
                  <a:gd name="T72" fmla="*/ 117 w 202"/>
                  <a:gd name="T73" fmla="*/ 36 h 54"/>
                  <a:gd name="T74" fmla="*/ 139 w 202"/>
                  <a:gd name="T75" fmla="*/ 51 h 54"/>
                  <a:gd name="T76" fmla="*/ 139 w 202"/>
                  <a:gd name="T77" fmla="*/ 51 h 54"/>
                  <a:gd name="T78" fmla="*/ 152 w 202"/>
                  <a:gd name="T79" fmla="*/ 51 h 54"/>
                  <a:gd name="T80" fmla="*/ 152 w 202"/>
                  <a:gd name="T81" fmla="*/ 51 h 54"/>
                  <a:gd name="T82" fmla="*/ 152 w 202"/>
                  <a:gd name="T83" fmla="*/ 51 h 54"/>
                  <a:gd name="T84" fmla="*/ 152 w 202"/>
                  <a:gd name="T85" fmla="*/ 51 h 54"/>
                  <a:gd name="T86" fmla="*/ 200 w 202"/>
                  <a:gd name="T87" fmla="*/ 49 h 54"/>
                  <a:gd name="T88" fmla="*/ 200 w 202"/>
                  <a:gd name="T89" fmla="*/ 49 h 54"/>
                  <a:gd name="T90" fmla="*/ 201 w 202"/>
                  <a:gd name="T91" fmla="*/ 49 h 54"/>
                  <a:gd name="T92" fmla="*/ 201 w 202"/>
                  <a:gd name="T93" fmla="*/ 49 h 54"/>
                  <a:gd name="T94" fmla="*/ 202 w 202"/>
                  <a:gd name="T95" fmla="*/ 49 h 54"/>
                  <a:gd name="T96" fmla="*/ 202 w 202"/>
                  <a:gd name="T97" fmla="*/ 49 h 54"/>
                  <a:gd name="T98" fmla="*/ 202 w 202"/>
                  <a:gd name="T99" fmla="*/ 49 h 54"/>
                  <a:gd name="T100" fmla="*/ 197 w 202"/>
                  <a:gd name="T101" fmla="*/ 38 h 54"/>
                  <a:gd name="T102" fmla="*/ 178 w 202"/>
                  <a:gd name="T103" fmla="*/ 17 h 54"/>
                  <a:gd name="T104" fmla="*/ 157 w 202"/>
                  <a:gd name="T105" fmla="*/ 2 h 54"/>
                  <a:gd name="T106" fmla="*/ 157 w 202"/>
                  <a:gd name="T107" fmla="*/ 2 h 54"/>
                  <a:gd name="T108" fmla="*/ 157 w 202"/>
                  <a:gd name="T109" fmla="*/ 2 h 54"/>
                  <a:gd name="T110" fmla="*/ 157 w 202"/>
                  <a:gd name="T111" fmla="*/ 2 h 54"/>
                  <a:gd name="T112" fmla="*/ 157 w 202"/>
                  <a:gd name="T113" fmla="*/ 2 h 54"/>
                  <a:gd name="T114" fmla="*/ 152 w 202"/>
                  <a:gd name="T115" fmla="*/ 0 h 54"/>
                  <a:gd name="T116" fmla="*/ 152 w 202"/>
                  <a:gd name="T117" fmla="*/ 0 h 54"/>
                  <a:gd name="T118" fmla="*/ 152 w 202"/>
                  <a:gd name="T119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2" h="54">
                    <a:moveTo>
                      <a:pt x="152" y="0"/>
                    </a:moveTo>
                    <a:cubicBezTo>
                      <a:pt x="152" y="0"/>
                      <a:pt x="152" y="0"/>
                      <a:pt x="152" y="0"/>
                    </a:cubicBezTo>
                    <a:cubicBezTo>
                      <a:pt x="151" y="0"/>
                      <a:pt x="150" y="1"/>
                      <a:pt x="149" y="1"/>
                    </a:cubicBezTo>
                    <a:cubicBezTo>
                      <a:pt x="149" y="1"/>
                      <a:pt x="149" y="1"/>
                      <a:pt x="149" y="1"/>
                    </a:cubicBezTo>
                    <a:cubicBezTo>
                      <a:pt x="149" y="1"/>
                      <a:pt x="149" y="1"/>
                      <a:pt x="149" y="1"/>
                    </a:cubicBezTo>
                    <a:cubicBezTo>
                      <a:pt x="149" y="1"/>
                      <a:pt x="149" y="1"/>
                      <a:pt x="149" y="1"/>
                    </a:cubicBezTo>
                    <a:cubicBezTo>
                      <a:pt x="145" y="3"/>
                      <a:pt x="140" y="3"/>
                      <a:pt x="136" y="4"/>
                    </a:cubicBezTo>
                    <a:cubicBezTo>
                      <a:pt x="128" y="6"/>
                      <a:pt x="121" y="7"/>
                      <a:pt x="113" y="10"/>
                    </a:cubicBezTo>
                    <a:cubicBezTo>
                      <a:pt x="102" y="14"/>
                      <a:pt x="91" y="17"/>
                      <a:pt x="81" y="20"/>
                    </a:cubicBezTo>
                    <a:cubicBezTo>
                      <a:pt x="70" y="24"/>
                      <a:pt x="59" y="28"/>
                      <a:pt x="48" y="31"/>
                    </a:cubicBezTo>
                    <a:cubicBezTo>
                      <a:pt x="39" y="34"/>
                      <a:pt x="30" y="37"/>
                      <a:pt x="21" y="40"/>
                    </a:cubicBezTo>
                    <a:cubicBezTo>
                      <a:pt x="14" y="42"/>
                      <a:pt x="7" y="45"/>
                      <a:pt x="0" y="47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1" y="48"/>
                      <a:pt x="1" y="49"/>
                      <a:pt x="2" y="49"/>
                    </a:cubicBezTo>
                    <a:cubicBezTo>
                      <a:pt x="4" y="50"/>
                      <a:pt x="5" y="50"/>
                      <a:pt x="7" y="5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13" y="52"/>
                      <a:pt x="18" y="54"/>
                      <a:pt x="24" y="54"/>
                    </a:cubicBezTo>
                    <a:cubicBezTo>
                      <a:pt x="24" y="54"/>
                      <a:pt x="24" y="54"/>
                      <a:pt x="24" y="54"/>
                    </a:cubicBezTo>
                    <a:cubicBezTo>
                      <a:pt x="24" y="54"/>
                      <a:pt x="24" y="54"/>
                      <a:pt x="24" y="54"/>
                    </a:cubicBezTo>
                    <a:cubicBezTo>
                      <a:pt x="24" y="54"/>
                      <a:pt x="24" y="54"/>
                      <a:pt x="24" y="54"/>
                    </a:cubicBezTo>
                    <a:cubicBezTo>
                      <a:pt x="25" y="54"/>
                      <a:pt x="26" y="54"/>
                      <a:pt x="27" y="53"/>
                    </a:cubicBezTo>
                    <a:cubicBezTo>
                      <a:pt x="27" y="53"/>
                      <a:pt x="27" y="53"/>
                      <a:pt x="27" y="53"/>
                    </a:cubicBezTo>
                    <a:cubicBezTo>
                      <a:pt x="27" y="53"/>
                      <a:pt x="27" y="53"/>
                      <a:pt x="27" y="53"/>
                    </a:cubicBezTo>
                    <a:cubicBezTo>
                      <a:pt x="34" y="53"/>
                      <a:pt x="41" y="51"/>
                      <a:pt x="47" y="50"/>
                    </a:cubicBezTo>
                    <a:cubicBezTo>
                      <a:pt x="53" y="49"/>
                      <a:pt x="58" y="49"/>
                      <a:pt x="64" y="48"/>
                    </a:cubicBezTo>
                    <a:cubicBezTo>
                      <a:pt x="71" y="46"/>
                      <a:pt x="78" y="43"/>
                      <a:pt x="85" y="41"/>
                    </a:cubicBezTo>
                    <a:cubicBezTo>
                      <a:pt x="88" y="40"/>
                      <a:pt x="91" y="38"/>
                      <a:pt x="93" y="38"/>
                    </a:cubicBezTo>
                    <a:cubicBezTo>
                      <a:pt x="93" y="38"/>
                      <a:pt x="94" y="38"/>
                      <a:pt x="94" y="38"/>
                    </a:cubicBezTo>
                    <a:cubicBezTo>
                      <a:pt x="94" y="38"/>
                      <a:pt x="94" y="37"/>
                      <a:pt x="95" y="37"/>
                    </a:cubicBezTo>
                    <a:cubicBezTo>
                      <a:pt x="95" y="37"/>
                      <a:pt x="95" y="37"/>
                      <a:pt x="95" y="37"/>
                    </a:cubicBezTo>
                    <a:cubicBezTo>
                      <a:pt x="95" y="37"/>
                      <a:pt x="95" y="37"/>
                      <a:pt x="95" y="37"/>
                    </a:cubicBezTo>
                    <a:cubicBezTo>
                      <a:pt x="100" y="36"/>
                      <a:pt x="105" y="35"/>
                      <a:pt x="111" y="35"/>
                    </a:cubicBezTo>
                    <a:cubicBezTo>
                      <a:pt x="111" y="35"/>
                      <a:pt x="111" y="35"/>
                      <a:pt x="111" y="35"/>
                    </a:cubicBezTo>
                    <a:cubicBezTo>
                      <a:pt x="111" y="35"/>
                      <a:pt x="111" y="35"/>
                      <a:pt x="111" y="35"/>
                    </a:cubicBezTo>
                    <a:cubicBezTo>
                      <a:pt x="111" y="35"/>
                      <a:pt x="111" y="35"/>
                      <a:pt x="111" y="35"/>
                    </a:cubicBezTo>
                    <a:cubicBezTo>
                      <a:pt x="113" y="35"/>
                      <a:pt x="115" y="36"/>
                      <a:pt x="117" y="36"/>
                    </a:cubicBezTo>
                    <a:cubicBezTo>
                      <a:pt x="117" y="36"/>
                      <a:pt x="117" y="36"/>
                      <a:pt x="117" y="36"/>
                    </a:cubicBezTo>
                    <a:cubicBezTo>
                      <a:pt x="127" y="37"/>
                      <a:pt x="135" y="41"/>
                      <a:pt x="139" y="51"/>
                    </a:cubicBezTo>
                    <a:cubicBezTo>
                      <a:pt x="139" y="51"/>
                      <a:pt x="139" y="51"/>
                      <a:pt x="139" y="51"/>
                    </a:cubicBezTo>
                    <a:cubicBezTo>
                      <a:pt x="143" y="51"/>
                      <a:pt x="147" y="51"/>
                      <a:pt x="152" y="51"/>
                    </a:cubicBezTo>
                    <a:cubicBezTo>
                      <a:pt x="152" y="51"/>
                      <a:pt x="152" y="51"/>
                      <a:pt x="152" y="51"/>
                    </a:cubicBezTo>
                    <a:cubicBezTo>
                      <a:pt x="152" y="51"/>
                      <a:pt x="152" y="51"/>
                      <a:pt x="152" y="51"/>
                    </a:cubicBezTo>
                    <a:cubicBezTo>
                      <a:pt x="152" y="51"/>
                      <a:pt x="152" y="51"/>
                      <a:pt x="152" y="51"/>
                    </a:cubicBezTo>
                    <a:cubicBezTo>
                      <a:pt x="168" y="51"/>
                      <a:pt x="184" y="51"/>
                      <a:pt x="200" y="49"/>
                    </a:cubicBezTo>
                    <a:cubicBezTo>
                      <a:pt x="200" y="49"/>
                      <a:pt x="200" y="49"/>
                      <a:pt x="200" y="49"/>
                    </a:cubicBezTo>
                    <a:cubicBezTo>
                      <a:pt x="200" y="49"/>
                      <a:pt x="201" y="49"/>
                      <a:pt x="201" y="49"/>
                    </a:cubicBezTo>
                    <a:cubicBezTo>
                      <a:pt x="201" y="49"/>
                      <a:pt x="201" y="49"/>
                      <a:pt x="201" y="49"/>
                    </a:cubicBezTo>
                    <a:cubicBezTo>
                      <a:pt x="201" y="49"/>
                      <a:pt x="202" y="49"/>
                      <a:pt x="202" y="49"/>
                    </a:cubicBezTo>
                    <a:cubicBezTo>
                      <a:pt x="202" y="49"/>
                      <a:pt x="202" y="49"/>
                      <a:pt x="202" y="49"/>
                    </a:cubicBezTo>
                    <a:cubicBezTo>
                      <a:pt x="202" y="49"/>
                      <a:pt x="202" y="49"/>
                      <a:pt x="202" y="49"/>
                    </a:cubicBezTo>
                    <a:cubicBezTo>
                      <a:pt x="200" y="45"/>
                      <a:pt x="199" y="42"/>
                      <a:pt x="197" y="38"/>
                    </a:cubicBezTo>
                    <a:cubicBezTo>
                      <a:pt x="192" y="30"/>
                      <a:pt x="185" y="24"/>
                      <a:pt x="178" y="17"/>
                    </a:cubicBezTo>
                    <a:cubicBezTo>
                      <a:pt x="172" y="12"/>
                      <a:pt x="165" y="7"/>
                      <a:pt x="157" y="2"/>
                    </a:cubicBezTo>
                    <a:cubicBezTo>
                      <a:pt x="157" y="2"/>
                      <a:pt x="157" y="2"/>
                      <a:pt x="157" y="2"/>
                    </a:cubicBezTo>
                    <a:cubicBezTo>
                      <a:pt x="157" y="2"/>
                      <a:pt x="157" y="2"/>
                      <a:pt x="157" y="2"/>
                    </a:cubicBezTo>
                    <a:cubicBezTo>
                      <a:pt x="157" y="2"/>
                      <a:pt x="157" y="2"/>
                      <a:pt x="157" y="2"/>
                    </a:cubicBezTo>
                    <a:cubicBezTo>
                      <a:pt x="157" y="2"/>
                      <a:pt x="157" y="2"/>
                      <a:pt x="157" y="2"/>
                    </a:cubicBezTo>
                    <a:cubicBezTo>
                      <a:pt x="155" y="1"/>
                      <a:pt x="154" y="0"/>
                      <a:pt x="152" y="0"/>
                    </a:cubicBezTo>
                    <a:cubicBezTo>
                      <a:pt x="152" y="0"/>
                      <a:pt x="152" y="0"/>
                      <a:pt x="152" y="0"/>
                    </a:cubicBezTo>
                    <a:cubicBezTo>
                      <a:pt x="152" y="0"/>
                      <a:pt x="152" y="0"/>
                      <a:pt x="152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6" name="Freeform 54">
                <a:extLst>
                  <a:ext uri="{FF2B5EF4-FFF2-40B4-BE49-F238E27FC236}">
                    <a16:creationId xmlns:a16="http://schemas.microsoft.com/office/drawing/2014/main" id="{462D5DD0-E5B7-41ED-826B-DCABA25CC5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5" y="914"/>
                <a:ext cx="221" cy="69"/>
              </a:xfrm>
              <a:custGeom>
                <a:avLst/>
                <a:gdLst>
                  <a:gd name="T0" fmla="*/ 131 w 152"/>
                  <a:gd name="T1" fmla="*/ 0 h 47"/>
                  <a:gd name="T2" fmla="*/ 128 w 152"/>
                  <a:gd name="T3" fmla="*/ 0 h 47"/>
                  <a:gd name="T4" fmla="*/ 128 w 152"/>
                  <a:gd name="T5" fmla="*/ 0 h 47"/>
                  <a:gd name="T6" fmla="*/ 121 w 152"/>
                  <a:gd name="T7" fmla="*/ 1 h 47"/>
                  <a:gd name="T8" fmla="*/ 121 w 152"/>
                  <a:gd name="T9" fmla="*/ 1 h 47"/>
                  <a:gd name="T10" fmla="*/ 120 w 152"/>
                  <a:gd name="T11" fmla="*/ 1 h 47"/>
                  <a:gd name="T12" fmla="*/ 120 w 152"/>
                  <a:gd name="T13" fmla="*/ 1 h 47"/>
                  <a:gd name="T14" fmla="*/ 120 w 152"/>
                  <a:gd name="T15" fmla="*/ 1 h 47"/>
                  <a:gd name="T16" fmla="*/ 119 w 152"/>
                  <a:gd name="T17" fmla="*/ 1 h 47"/>
                  <a:gd name="T18" fmla="*/ 119 w 152"/>
                  <a:gd name="T19" fmla="*/ 1 h 47"/>
                  <a:gd name="T20" fmla="*/ 105 w 152"/>
                  <a:gd name="T21" fmla="*/ 4 h 47"/>
                  <a:gd name="T22" fmla="*/ 105 w 152"/>
                  <a:gd name="T23" fmla="*/ 4 h 47"/>
                  <a:gd name="T24" fmla="*/ 105 w 152"/>
                  <a:gd name="T25" fmla="*/ 4 h 47"/>
                  <a:gd name="T26" fmla="*/ 64 w 152"/>
                  <a:gd name="T27" fmla="*/ 15 h 47"/>
                  <a:gd name="T28" fmla="*/ 46 w 152"/>
                  <a:gd name="T29" fmla="*/ 17 h 47"/>
                  <a:gd name="T30" fmla="*/ 46 w 152"/>
                  <a:gd name="T31" fmla="*/ 17 h 47"/>
                  <a:gd name="T32" fmla="*/ 45 w 152"/>
                  <a:gd name="T33" fmla="*/ 17 h 47"/>
                  <a:gd name="T34" fmla="*/ 45 w 152"/>
                  <a:gd name="T35" fmla="*/ 17 h 47"/>
                  <a:gd name="T36" fmla="*/ 40 w 152"/>
                  <a:gd name="T37" fmla="*/ 17 h 47"/>
                  <a:gd name="T38" fmla="*/ 40 w 152"/>
                  <a:gd name="T39" fmla="*/ 17 h 47"/>
                  <a:gd name="T40" fmla="*/ 34 w 152"/>
                  <a:gd name="T41" fmla="*/ 17 h 47"/>
                  <a:gd name="T42" fmla="*/ 16 w 152"/>
                  <a:gd name="T43" fmla="*/ 13 h 47"/>
                  <a:gd name="T44" fmla="*/ 13 w 152"/>
                  <a:gd name="T45" fmla="*/ 17 h 47"/>
                  <a:gd name="T46" fmla="*/ 0 w 152"/>
                  <a:gd name="T47" fmla="*/ 47 h 47"/>
                  <a:gd name="T48" fmla="*/ 47 w 152"/>
                  <a:gd name="T49" fmla="*/ 31 h 47"/>
                  <a:gd name="T50" fmla="*/ 144 w 152"/>
                  <a:gd name="T51" fmla="*/ 13 h 47"/>
                  <a:gd name="T52" fmla="*/ 145 w 152"/>
                  <a:gd name="T53" fmla="*/ 12 h 47"/>
                  <a:gd name="T54" fmla="*/ 145 w 152"/>
                  <a:gd name="T55" fmla="*/ 12 h 47"/>
                  <a:gd name="T56" fmla="*/ 150 w 152"/>
                  <a:gd name="T57" fmla="*/ 13 h 47"/>
                  <a:gd name="T58" fmla="*/ 152 w 152"/>
                  <a:gd name="T59" fmla="*/ 13 h 47"/>
                  <a:gd name="T60" fmla="*/ 150 w 152"/>
                  <a:gd name="T61" fmla="*/ 8 h 47"/>
                  <a:gd name="T62" fmla="*/ 150 w 152"/>
                  <a:gd name="T63" fmla="*/ 7 h 47"/>
                  <a:gd name="T64" fmla="*/ 131 w 152"/>
                  <a:gd name="T6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52" h="47">
                    <a:moveTo>
                      <a:pt x="131" y="0"/>
                    </a:moveTo>
                    <a:cubicBezTo>
                      <a:pt x="131" y="0"/>
                      <a:pt x="131" y="0"/>
                      <a:pt x="131" y="0"/>
                    </a:cubicBezTo>
                    <a:cubicBezTo>
                      <a:pt x="130" y="0"/>
                      <a:pt x="129" y="0"/>
                      <a:pt x="128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5" y="0"/>
                      <a:pt x="123" y="1"/>
                      <a:pt x="121" y="1"/>
                    </a:cubicBezTo>
                    <a:cubicBezTo>
                      <a:pt x="121" y="1"/>
                      <a:pt x="121" y="1"/>
                      <a:pt x="121" y="1"/>
                    </a:cubicBezTo>
                    <a:cubicBezTo>
                      <a:pt x="121" y="1"/>
                      <a:pt x="121" y="1"/>
                      <a:pt x="121" y="1"/>
                    </a:cubicBezTo>
                    <a:cubicBezTo>
                      <a:pt x="121" y="1"/>
                      <a:pt x="121" y="1"/>
                      <a:pt x="121" y="1"/>
                    </a:cubicBezTo>
                    <a:cubicBezTo>
                      <a:pt x="121" y="1"/>
                      <a:pt x="120" y="1"/>
                      <a:pt x="120" y="1"/>
                    </a:cubicBezTo>
                    <a:cubicBezTo>
                      <a:pt x="120" y="1"/>
                      <a:pt x="120" y="1"/>
                      <a:pt x="120" y="1"/>
                    </a:cubicBezTo>
                    <a:cubicBezTo>
                      <a:pt x="120" y="1"/>
                      <a:pt x="120" y="1"/>
                      <a:pt x="120" y="1"/>
                    </a:cubicBezTo>
                    <a:cubicBezTo>
                      <a:pt x="120" y="1"/>
                      <a:pt x="120" y="1"/>
                      <a:pt x="120" y="1"/>
                    </a:cubicBezTo>
                    <a:cubicBezTo>
                      <a:pt x="120" y="1"/>
                      <a:pt x="120" y="1"/>
                      <a:pt x="120" y="1"/>
                    </a:cubicBezTo>
                    <a:cubicBezTo>
                      <a:pt x="119" y="1"/>
                      <a:pt x="119" y="1"/>
                      <a:pt x="119" y="1"/>
                    </a:cubicBezTo>
                    <a:cubicBezTo>
                      <a:pt x="119" y="1"/>
                      <a:pt x="119" y="1"/>
                      <a:pt x="119" y="1"/>
                    </a:cubicBezTo>
                    <a:cubicBezTo>
                      <a:pt x="119" y="1"/>
                      <a:pt x="119" y="1"/>
                      <a:pt x="119" y="1"/>
                    </a:cubicBezTo>
                    <a:cubicBezTo>
                      <a:pt x="119" y="1"/>
                      <a:pt x="119" y="1"/>
                      <a:pt x="119" y="1"/>
                    </a:cubicBezTo>
                    <a:cubicBezTo>
                      <a:pt x="114" y="1"/>
                      <a:pt x="109" y="2"/>
                      <a:pt x="105" y="4"/>
                    </a:cubicBezTo>
                    <a:cubicBezTo>
                      <a:pt x="105" y="4"/>
                      <a:pt x="105" y="4"/>
                      <a:pt x="105" y="4"/>
                    </a:cubicBezTo>
                    <a:cubicBezTo>
                      <a:pt x="105" y="4"/>
                      <a:pt x="105" y="4"/>
                      <a:pt x="105" y="4"/>
                    </a:cubicBezTo>
                    <a:cubicBezTo>
                      <a:pt x="105" y="4"/>
                      <a:pt x="105" y="4"/>
                      <a:pt x="105" y="4"/>
                    </a:cubicBezTo>
                    <a:cubicBezTo>
                      <a:pt x="105" y="4"/>
                      <a:pt x="105" y="4"/>
                      <a:pt x="105" y="4"/>
                    </a:cubicBezTo>
                    <a:cubicBezTo>
                      <a:pt x="105" y="4"/>
                      <a:pt x="105" y="4"/>
                      <a:pt x="105" y="4"/>
                    </a:cubicBezTo>
                    <a:cubicBezTo>
                      <a:pt x="103" y="5"/>
                      <a:pt x="101" y="6"/>
                      <a:pt x="100" y="6"/>
                    </a:cubicBezTo>
                    <a:cubicBezTo>
                      <a:pt x="88" y="11"/>
                      <a:pt x="76" y="13"/>
                      <a:pt x="64" y="15"/>
                    </a:cubicBezTo>
                    <a:cubicBezTo>
                      <a:pt x="58" y="16"/>
                      <a:pt x="52" y="17"/>
                      <a:pt x="46" y="17"/>
                    </a:cubicBezTo>
                    <a:cubicBezTo>
                      <a:pt x="46" y="17"/>
                      <a:pt x="46" y="17"/>
                      <a:pt x="46" y="17"/>
                    </a:cubicBezTo>
                    <a:cubicBezTo>
                      <a:pt x="46" y="17"/>
                      <a:pt x="46" y="17"/>
                      <a:pt x="46" y="17"/>
                    </a:cubicBezTo>
                    <a:cubicBezTo>
                      <a:pt x="46" y="17"/>
                      <a:pt x="46" y="17"/>
                      <a:pt x="46" y="17"/>
                    </a:cubicBezTo>
                    <a:cubicBezTo>
                      <a:pt x="46" y="17"/>
                      <a:pt x="46" y="17"/>
                      <a:pt x="45" y="17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3" y="17"/>
                      <a:pt x="42" y="17"/>
                      <a:pt x="40" y="17"/>
                    </a:cubicBezTo>
                    <a:cubicBezTo>
                      <a:pt x="40" y="17"/>
                      <a:pt x="40" y="17"/>
                      <a:pt x="40" y="17"/>
                    </a:cubicBezTo>
                    <a:cubicBezTo>
                      <a:pt x="40" y="17"/>
                      <a:pt x="40" y="17"/>
                      <a:pt x="40" y="17"/>
                    </a:cubicBezTo>
                    <a:cubicBezTo>
                      <a:pt x="40" y="17"/>
                      <a:pt x="40" y="17"/>
                      <a:pt x="40" y="17"/>
                    </a:cubicBezTo>
                    <a:cubicBezTo>
                      <a:pt x="38" y="17"/>
                      <a:pt x="36" y="17"/>
                      <a:pt x="34" y="17"/>
                    </a:cubicBezTo>
                    <a:cubicBezTo>
                      <a:pt x="34" y="17"/>
                      <a:pt x="34" y="17"/>
                      <a:pt x="34" y="17"/>
                    </a:cubicBezTo>
                    <a:cubicBezTo>
                      <a:pt x="34" y="17"/>
                      <a:pt x="34" y="17"/>
                      <a:pt x="34" y="17"/>
                    </a:cubicBezTo>
                    <a:cubicBezTo>
                      <a:pt x="28" y="16"/>
                      <a:pt x="22" y="14"/>
                      <a:pt x="16" y="13"/>
                    </a:cubicBezTo>
                    <a:cubicBezTo>
                      <a:pt x="16" y="14"/>
                      <a:pt x="15" y="16"/>
                      <a:pt x="14" y="17"/>
                    </a:cubicBezTo>
                    <a:cubicBezTo>
                      <a:pt x="13" y="17"/>
                      <a:pt x="13" y="17"/>
                      <a:pt x="13" y="17"/>
                    </a:cubicBezTo>
                    <a:cubicBezTo>
                      <a:pt x="13" y="15"/>
                      <a:pt x="14" y="14"/>
                      <a:pt x="14" y="12"/>
                    </a:cubicBezTo>
                    <a:cubicBezTo>
                      <a:pt x="5" y="22"/>
                      <a:pt x="0" y="33"/>
                      <a:pt x="0" y="47"/>
                    </a:cubicBezTo>
                    <a:cubicBezTo>
                      <a:pt x="3" y="46"/>
                      <a:pt x="5" y="45"/>
                      <a:pt x="7" y="44"/>
                    </a:cubicBezTo>
                    <a:cubicBezTo>
                      <a:pt x="20" y="39"/>
                      <a:pt x="33" y="34"/>
                      <a:pt x="47" y="31"/>
                    </a:cubicBezTo>
                    <a:cubicBezTo>
                      <a:pt x="68" y="26"/>
                      <a:pt x="89" y="22"/>
                      <a:pt x="110" y="16"/>
                    </a:cubicBezTo>
                    <a:cubicBezTo>
                      <a:pt x="121" y="13"/>
                      <a:pt x="132" y="13"/>
                      <a:pt x="144" y="13"/>
                    </a:cubicBezTo>
                    <a:cubicBezTo>
                      <a:pt x="144" y="13"/>
                      <a:pt x="144" y="12"/>
                      <a:pt x="145" y="12"/>
                    </a:cubicBezTo>
                    <a:cubicBezTo>
                      <a:pt x="145" y="12"/>
                      <a:pt x="145" y="12"/>
                      <a:pt x="145" y="12"/>
                    </a:cubicBezTo>
                    <a:cubicBezTo>
                      <a:pt x="145" y="12"/>
                      <a:pt x="145" y="12"/>
                      <a:pt x="145" y="12"/>
                    </a:cubicBezTo>
                    <a:cubicBezTo>
                      <a:pt x="145" y="12"/>
                      <a:pt x="145" y="12"/>
                      <a:pt x="145" y="12"/>
                    </a:cubicBezTo>
                    <a:cubicBezTo>
                      <a:pt x="146" y="13"/>
                      <a:pt x="148" y="13"/>
                      <a:pt x="150" y="13"/>
                    </a:cubicBezTo>
                    <a:cubicBezTo>
                      <a:pt x="150" y="13"/>
                      <a:pt x="150" y="13"/>
                      <a:pt x="150" y="13"/>
                    </a:cubicBezTo>
                    <a:cubicBezTo>
                      <a:pt x="151" y="13"/>
                      <a:pt x="151" y="13"/>
                      <a:pt x="151" y="13"/>
                    </a:cubicBezTo>
                    <a:cubicBezTo>
                      <a:pt x="151" y="13"/>
                      <a:pt x="151" y="13"/>
                      <a:pt x="152" y="13"/>
                    </a:cubicBezTo>
                    <a:cubicBezTo>
                      <a:pt x="152" y="12"/>
                      <a:pt x="152" y="12"/>
                      <a:pt x="152" y="11"/>
                    </a:cubicBezTo>
                    <a:cubicBezTo>
                      <a:pt x="152" y="10"/>
                      <a:pt x="151" y="9"/>
                      <a:pt x="150" y="8"/>
                    </a:cubicBezTo>
                    <a:cubicBezTo>
                      <a:pt x="150" y="8"/>
                      <a:pt x="150" y="8"/>
                      <a:pt x="150" y="8"/>
                    </a:cubicBezTo>
                    <a:cubicBezTo>
                      <a:pt x="150" y="8"/>
                      <a:pt x="150" y="8"/>
                      <a:pt x="150" y="7"/>
                    </a:cubicBezTo>
                    <a:cubicBezTo>
                      <a:pt x="144" y="3"/>
                      <a:pt x="138" y="0"/>
                      <a:pt x="131" y="0"/>
                    </a:cubicBezTo>
                    <a:cubicBezTo>
                      <a:pt x="131" y="0"/>
                      <a:pt x="131" y="0"/>
                      <a:pt x="131" y="0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7" name="Freeform 55">
                <a:extLst>
                  <a:ext uri="{FF2B5EF4-FFF2-40B4-BE49-F238E27FC236}">
                    <a16:creationId xmlns:a16="http://schemas.microsoft.com/office/drawing/2014/main" id="{985E3A9C-B8FF-4D49-9351-E2F7FD5280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2" y="910"/>
                <a:ext cx="118" cy="35"/>
              </a:xfrm>
              <a:custGeom>
                <a:avLst/>
                <a:gdLst>
                  <a:gd name="T0" fmla="*/ 29 w 81"/>
                  <a:gd name="T1" fmla="*/ 0 h 24"/>
                  <a:gd name="T2" fmla="*/ 29 w 81"/>
                  <a:gd name="T3" fmla="*/ 0 h 24"/>
                  <a:gd name="T4" fmla="*/ 27 w 81"/>
                  <a:gd name="T5" fmla="*/ 0 h 24"/>
                  <a:gd name="T6" fmla="*/ 27 w 81"/>
                  <a:gd name="T7" fmla="*/ 0 h 24"/>
                  <a:gd name="T8" fmla="*/ 23 w 81"/>
                  <a:gd name="T9" fmla="*/ 2 h 24"/>
                  <a:gd name="T10" fmla="*/ 2 w 81"/>
                  <a:gd name="T11" fmla="*/ 17 h 24"/>
                  <a:gd name="T12" fmla="*/ 0 w 81"/>
                  <a:gd name="T13" fmla="*/ 21 h 24"/>
                  <a:gd name="T14" fmla="*/ 0 w 81"/>
                  <a:gd name="T15" fmla="*/ 21 h 24"/>
                  <a:gd name="T16" fmla="*/ 0 w 81"/>
                  <a:gd name="T17" fmla="*/ 22 h 24"/>
                  <a:gd name="T18" fmla="*/ 0 w 81"/>
                  <a:gd name="T19" fmla="*/ 22 h 24"/>
                  <a:gd name="T20" fmla="*/ 3 w 81"/>
                  <a:gd name="T21" fmla="*/ 24 h 24"/>
                  <a:gd name="T22" fmla="*/ 3 w 81"/>
                  <a:gd name="T23" fmla="*/ 24 h 24"/>
                  <a:gd name="T24" fmla="*/ 3 w 81"/>
                  <a:gd name="T25" fmla="*/ 24 h 24"/>
                  <a:gd name="T26" fmla="*/ 4 w 81"/>
                  <a:gd name="T27" fmla="*/ 24 h 24"/>
                  <a:gd name="T28" fmla="*/ 5 w 81"/>
                  <a:gd name="T29" fmla="*/ 24 h 24"/>
                  <a:gd name="T30" fmla="*/ 33 w 81"/>
                  <a:gd name="T31" fmla="*/ 19 h 24"/>
                  <a:gd name="T32" fmla="*/ 42 w 81"/>
                  <a:gd name="T33" fmla="*/ 17 h 24"/>
                  <a:gd name="T34" fmla="*/ 55 w 81"/>
                  <a:gd name="T35" fmla="*/ 14 h 24"/>
                  <a:gd name="T36" fmla="*/ 63 w 81"/>
                  <a:gd name="T37" fmla="*/ 12 h 24"/>
                  <a:gd name="T38" fmla="*/ 70 w 81"/>
                  <a:gd name="T39" fmla="*/ 10 h 24"/>
                  <a:gd name="T40" fmla="*/ 70 w 81"/>
                  <a:gd name="T41" fmla="*/ 10 h 24"/>
                  <a:gd name="T42" fmla="*/ 69 w 81"/>
                  <a:gd name="T43" fmla="*/ 10 h 24"/>
                  <a:gd name="T44" fmla="*/ 69 w 81"/>
                  <a:gd name="T45" fmla="*/ 10 h 24"/>
                  <a:gd name="T46" fmla="*/ 69 w 81"/>
                  <a:gd name="T47" fmla="*/ 10 h 24"/>
                  <a:gd name="T48" fmla="*/ 36 w 81"/>
                  <a:gd name="T49" fmla="*/ 15 h 24"/>
                  <a:gd name="T50" fmla="*/ 36 w 81"/>
                  <a:gd name="T51" fmla="*/ 15 h 24"/>
                  <a:gd name="T52" fmla="*/ 36 w 81"/>
                  <a:gd name="T53" fmla="*/ 15 h 24"/>
                  <a:gd name="T54" fmla="*/ 36 w 81"/>
                  <a:gd name="T55" fmla="*/ 15 h 24"/>
                  <a:gd name="T56" fmla="*/ 31 w 81"/>
                  <a:gd name="T57" fmla="*/ 14 h 24"/>
                  <a:gd name="T58" fmla="*/ 31 w 81"/>
                  <a:gd name="T59" fmla="*/ 14 h 24"/>
                  <a:gd name="T60" fmla="*/ 31 w 81"/>
                  <a:gd name="T61" fmla="*/ 14 h 24"/>
                  <a:gd name="T62" fmla="*/ 31 w 81"/>
                  <a:gd name="T63" fmla="*/ 14 h 24"/>
                  <a:gd name="T64" fmla="*/ 31 w 81"/>
                  <a:gd name="T65" fmla="*/ 14 h 24"/>
                  <a:gd name="T66" fmla="*/ 81 w 81"/>
                  <a:gd name="T67" fmla="*/ 3 h 24"/>
                  <a:gd name="T68" fmla="*/ 81 w 81"/>
                  <a:gd name="T69" fmla="*/ 3 h 24"/>
                  <a:gd name="T70" fmla="*/ 75 w 81"/>
                  <a:gd name="T71" fmla="*/ 3 h 24"/>
                  <a:gd name="T72" fmla="*/ 70 w 81"/>
                  <a:gd name="T73" fmla="*/ 3 h 24"/>
                  <a:gd name="T74" fmla="*/ 70 w 81"/>
                  <a:gd name="T75" fmla="*/ 3 h 24"/>
                  <a:gd name="T76" fmla="*/ 70 w 81"/>
                  <a:gd name="T77" fmla="*/ 3 h 24"/>
                  <a:gd name="T78" fmla="*/ 70 w 81"/>
                  <a:gd name="T79" fmla="*/ 3 h 24"/>
                  <a:gd name="T80" fmla="*/ 67 w 81"/>
                  <a:gd name="T81" fmla="*/ 3 h 24"/>
                  <a:gd name="T82" fmla="*/ 66 w 81"/>
                  <a:gd name="T83" fmla="*/ 3 h 24"/>
                  <a:gd name="T84" fmla="*/ 64 w 81"/>
                  <a:gd name="T85" fmla="*/ 3 h 24"/>
                  <a:gd name="T86" fmla="*/ 64 w 81"/>
                  <a:gd name="T87" fmla="*/ 3 h 24"/>
                  <a:gd name="T88" fmla="*/ 58 w 81"/>
                  <a:gd name="T89" fmla="*/ 3 h 24"/>
                  <a:gd name="T90" fmla="*/ 53 w 81"/>
                  <a:gd name="T91" fmla="*/ 4 h 24"/>
                  <a:gd name="T92" fmla="*/ 53 w 81"/>
                  <a:gd name="T93" fmla="*/ 4 h 24"/>
                  <a:gd name="T94" fmla="*/ 53 w 81"/>
                  <a:gd name="T95" fmla="*/ 4 h 24"/>
                  <a:gd name="T96" fmla="*/ 53 w 81"/>
                  <a:gd name="T97" fmla="*/ 4 h 24"/>
                  <a:gd name="T98" fmla="*/ 52 w 81"/>
                  <a:gd name="T99" fmla="*/ 4 h 24"/>
                  <a:gd name="T100" fmla="*/ 52 w 81"/>
                  <a:gd name="T101" fmla="*/ 4 h 24"/>
                  <a:gd name="T102" fmla="*/ 52 w 81"/>
                  <a:gd name="T103" fmla="*/ 4 h 24"/>
                  <a:gd name="T104" fmla="*/ 39 w 81"/>
                  <a:gd name="T105" fmla="*/ 3 h 24"/>
                  <a:gd name="T106" fmla="*/ 32 w 81"/>
                  <a:gd name="T107" fmla="*/ 1 h 24"/>
                  <a:gd name="T108" fmla="*/ 32 w 81"/>
                  <a:gd name="T109" fmla="*/ 1 h 24"/>
                  <a:gd name="T110" fmla="*/ 31 w 81"/>
                  <a:gd name="T111" fmla="*/ 1 h 24"/>
                  <a:gd name="T112" fmla="*/ 31 w 81"/>
                  <a:gd name="T113" fmla="*/ 1 h 24"/>
                  <a:gd name="T114" fmla="*/ 31 w 81"/>
                  <a:gd name="T115" fmla="*/ 1 h 24"/>
                  <a:gd name="T116" fmla="*/ 29 w 81"/>
                  <a:gd name="T117" fmla="*/ 0 h 24"/>
                  <a:gd name="T118" fmla="*/ 29 w 81"/>
                  <a:gd name="T119" fmla="*/ 0 h 24"/>
                  <a:gd name="T120" fmla="*/ 29 w 81"/>
                  <a:gd name="T12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81" h="24">
                    <a:moveTo>
                      <a:pt x="29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28" y="0"/>
                      <a:pt x="28" y="0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6" y="1"/>
                      <a:pt x="25" y="2"/>
                      <a:pt x="23" y="2"/>
                    </a:cubicBezTo>
                    <a:cubicBezTo>
                      <a:pt x="15" y="6"/>
                      <a:pt x="8" y="11"/>
                      <a:pt x="2" y="17"/>
                    </a:cubicBezTo>
                    <a:cubicBezTo>
                      <a:pt x="1" y="19"/>
                      <a:pt x="0" y="20"/>
                      <a:pt x="0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1" y="23"/>
                      <a:pt x="2" y="24"/>
                      <a:pt x="3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4" y="24"/>
                      <a:pt x="4" y="24"/>
                      <a:pt x="5" y="24"/>
                    </a:cubicBezTo>
                    <a:cubicBezTo>
                      <a:pt x="14" y="22"/>
                      <a:pt x="24" y="21"/>
                      <a:pt x="33" y="19"/>
                    </a:cubicBezTo>
                    <a:cubicBezTo>
                      <a:pt x="36" y="19"/>
                      <a:pt x="39" y="18"/>
                      <a:pt x="42" y="17"/>
                    </a:cubicBezTo>
                    <a:cubicBezTo>
                      <a:pt x="47" y="16"/>
                      <a:pt x="51" y="15"/>
                      <a:pt x="55" y="14"/>
                    </a:cubicBezTo>
                    <a:cubicBezTo>
                      <a:pt x="58" y="14"/>
                      <a:pt x="60" y="13"/>
                      <a:pt x="63" y="12"/>
                    </a:cubicBezTo>
                    <a:cubicBezTo>
                      <a:pt x="65" y="11"/>
                      <a:pt x="68" y="11"/>
                      <a:pt x="70" y="10"/>
                    </a:cubicBezTo>
                    <a:cubicBezTo>
                      <a:pt x="70" y="10"/>
                      <a:pt x="70" y="10"/>
                      <a:pt x="70" y="10"/>
                    </a:cubicBezTo>
                    <a:cubicBezTo>
                      <a:pt x="70" y="10"/>
                      <a:pt x="69" y="10"/>
                      <a:pt x="69" y="10"/>
                    </a:cubicBezTo>
                    <a:cubicBezTo>
                      <a:pt x="69" y="10"/>
                      <a:pt x="69" y="10"/>
                      <a:pt x="69" y="10"/>
                    </a:cubicBezTo>
                    <a:cubicBezTo>
                      <a:pt x="69" y="10"/>
                      <a:pt x="69" y="10"/>
                      <a:pt x="69" y="10"/>
                    </a:cubicBezTo>
                    <a:cubicBezTo>
                      <a:pt x="58" y="12"/>
                      <a:pt x="47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4" y="15"/>
                      <a:pt x="33" y="15"/>
                      <a:pt x="31" y="14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47" y="11"/>
                      <a:pt x="64" y="7"/>
                      <a:pt x="81" y="3"/>
                    </a:cubicBezTo>
                    <a:cubicBezTo>
                      <a:pt x="81" y="3"/>
                      <a:pt x="81" y="3"/>
                      <a:pt x="81" y="3"/>
                    </a:cubicBezTo>
                    <a:cubicBezTo>
                      <a:pt x="79" y="3"/>
                      <a:pt x="77" y="3"/>
                      <a:pt x="75" y="3"/>
                    </a:cubicBezTo>
                    <a:cubicBezTo>
                      <a:pt x="73" y="3"/>
                      <a:pt x="72" y="3"/>
                      <a:pt x="70" y="3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69" y="3"/>
                      <a:pt x="68" y="3"/>
                      <a:pt x="67" y="3"/>
                    </a:cubicBezTo>
                    <a:cubicBezTo>
                      <a:pt x="67" y="3"/>
                      <a:pt x="67" y="3"/>
                      <a:pt x="66" y="3"/>
                    </a:cubicBezTo>
                    <a:cubicBezTo>
                      <a:pt x="66" y="3"/>
                      <a:pt x="65" y="3"/>
                      <a:pt x="64" y="3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2" y="3"/>
                      <a:pt x="60" y="3"/>
                      <a:pt x="58" y="3"/>
                    </a:cubicBezTo>
                    <a:cubicBezTo>
                      <a:pt x="57" y="4"/>
                      <a:pt x="55" y="4"/>
                      <a:pt x="53" y="4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3" y="4"/>
                      <a:pt x="52" y="4"/>
                      <a:pt x="52" y="4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47" y="4"/>
                      <a:pt x="43" y="3"/>
                      <a:pt x="39" y="3"/>
                    </a:cubicBezTo>
                    <a:cubicBezTo>
                      <a:pt x="36" y="3"/>
                      <a:pt x="34" y="2"/>
                      <a:pt x="32" y="1"/>
                    </a:cubicBezTo>
                    <a:cubicBezTo>
                      <a:pt x="32" y="1"/>
                      <a:pt x="32" y="1"/>
                      <a:pt x="32" y="1"/>
                    </a:cubicBezTo>
                    <a:cubicBezTo>
                      <a:pt x="32" y="1"/>
                      <a:pt x="31" y="1"/>
                      <a:pt x="31" y="1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31" y="0"/>
                      <a:pt x="30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8" name="Freeform 56">
                <a:extLst>
                  <a:ext uri="{FF2B5EF4-FFF2-40B4-BE49-F238E27FC236}">
                    <a16:creationId xmlns:a16="http://schemas.microsoft.com/office/drawing/2014/main" id="{B5D1EDF8-8700-493D-AD64-EB24D5206F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0" y="866"/>
                <a:ext cx="71" cy="74"/>
              </a:xfrm>
              <a:custGeom>
                <a:avLst/>
                <a:gdLst>
                  <a:gd name="T0" fmla="*/ 0 w 49"/>
                  <a:gd name="T1" fmla="*/ 0 h 51"/>
                  <a:gd name="T2" fmla="*/ 42 w 49"/>
                  <a:gd name="T3" fmla="*/ 51 h 51"/>
                  <a:gd name="T4" fmla="*/ 44 w 49"/>
                  <a:gd name="T5" fmla="*/ 51 h 51"/>
                  <a:gd name="T6" fmla="*/ 45 w 49"/>
                  <a:gd name="T7" fmla="*/ 51 h 51"/>
                  <a:gd name="T8" fmla="*/ 45 w 49"/>
                  <a:gd name="T9" fmla="*/ 51 h 51"/>
                  <a:gd name="T10" fmla="*/ 45 w 49"/>
                  <a:gd name="T11" fmla="*/ 51 h 51"/>
                  <a:gd name="T12" fmla="*/ 45 w 49"/>
                  <a:gd name="T13" fmla="*/ 51 h 51"/>
                  <a:gd name="T14" fmla="*/ 47 w 49"/>
                  <a:gd name="T15" fmla="*/ 51 h 51"/>
                  <a:gd name="T16" fmla="*/ 48 w 49"/>
                  <a:gd name="T17" fmla="*/ 51 h 51"/>
                  <a:gd name="T18" fmla="*/ 48 w 49"/>
                  <a:gd name="T19" fmla="*/ 51 h 51"/>
                  <a:gd name="T20" fmla="*/ 49 w 49"/>
                  <a:gd name="T21" fmla="*/ 50 h 51"/>
                  <a:gd name="T22" fmla="*/ 31 w 49"/>
                  <a:gd name="T23" fmla="*/ 18 h 51"/>
                  <a:gd name="T24" fmla="*/ 0 w 49"/>
                  <a:gd name="T25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9" h="51">
                    <a:moveTo>
                      <a:pt x="0" y="0"/>
                    </a:moveTo>
                    <a:cubicBezTo>
                      <a:pt x="19" y="13"/>
                      <a:pt x="35" y="28"/>
                      <a:pt x="42" y="51"/>
                    </a:cubicBezTo>
                    <a:cubicBezTo>
                      <a:pt x="42" y="51"/>
                      <a:pt x="43" y="51"/>
                      <a:pt x="44" y="51"/>
                    </a:cubicBezTo>
                    <a:cubicBezTo>
                      <a:pt x="44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6" y="51"/>
                      <a:pt x="46" y="51"/>
                      <a:pt x="47" y="51"/>
                    </a:cubicBezTo>
                    <a:cubicBezTo>
                      <a:pt x="47" y="51"/>
                      <a:pt x="48" y="51"/>
                      <a:pt x="48" y="51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48" y="51"/>
                      <a:pt x="49" y="50"/>
                      <a:pt x="49" y="50"/>
                    </a:cubicBezTo>
                    <a:cubicBezTo>
                      <a:pt x="45" y="38"/>
                      <a:pt x="39" y="28"/>
                      <a:pt x="31" y="18"/>
                    </a:cubicBezTo>
                    <a:cubicBezTo>
                      <a:pt x="26" y="12"/>
                      <a:pt x="6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9" name="Freeform 57">
                <a:extLst>
                  <a:ext uri="{FF2B5EF4-FFF2-40B4-BE49-F238E27FC236}">
                    <a16:creationId xmlns:a16="http://schemas.microsoft.com/office/drawing/2014/main" id="{FB4A9A1E-B2F3-46B8-B62D-3FCAFBB46B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5" y="1006"/>
                <a:ext cx="98" cy="67"/>
              </a:xfrm>
              <a:custGeom>
                <a:avLst/>
                <a:gdLst>
                  <a:gd name="T0" fmla="*/ 66 w 67"/>
                  <a:gd name="T1" fmla="*/ 0 h 46"/>
                  <a:gd name="T2" fmla="*/ 0 w 67"/>
                  <a:gd name="T3" fmla="*/ 46 h 46"/>
                  <a:gd name="T4" fmla="*/ 4 w 67"/>
                  <a:gd name="T5" fmla="*/ 44 h 46"/>
                  <a:gd name="T6" fmla="*/ 61 w 67"/>
                  <a:gd name="T7" fmla="*/ 13 h 46"/>
                  <a:gd name="T8" fmla="*/ 67 w 67"/>
                  <a:gd name="T9" fmla="*/ 5 h 46"/>
                  <a:gd name="T10" fmla="*/ 67 w 67"/>
                  <a:gd name="T11" fmla="*/ 2 h 46"/>
                  <a:gd name="T12" fmla="*/ 66 w 67"/>
                  <a:gd name="T13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7" h="46">
                    <a:moveTo>
                      <a:pt x="66" y="0"/>
                    </a:moveTo>
                    <a:cubicBezTo>
                      <a:pt x="44" y="16"/>
                      <a:pt x="22" y="31"/>
                      <a:pt x="0" y="46"/>
                    </a:cubicBezTo>
                    <a:cubicBezTo>
                      <a:pt x="2" y="46"/>
                      <a:pt x="3" y="45"/>
                      <a:pt x="4" y="44"/>
                    </a:cubicBezTo>
                    <a:cubicBezTo>
                      <a:pt x="23" y="33"/>
                      <a:pt x="41" y="22"/>
                      <a:pt x="61" y="13"/>
                    </a:cubicBezTo>
                    <a:cubicBezTo>
                      <a:pt x="66" y="10"/>
                      <a:pt x="67" y="10"/>
                      <a:pt x="67" y="5"/>
                    </a:cubicBezTo>
                    <a:cubicBezTo>
                      <a:pt x="67" y="4"/>
                      <a:pt x="67" y="3"/>
                      <a:pt x="67" y="2"/>
                    </a:cubicBezTo>
                    <a:cubicBezTo>
                      <a:pt x="67" y="2"/>
                      <a:pt x="67" y="1"/>
                      <a:pt x="6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0" name="Freeform 58">
                <a:extLst>
                  <a:ext uri="{FF2B5EF4-FFF2-40B4-BE49-F238E27FC236}">
                    <a16:creationId xmlns:a16="http://schemas.microsoft.com/office/drawing/2014/main" id="{A0E45A75-D0A9-4C89-B87D-ACD023D8A8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6" y="981"/>
                <a:ext cx="33" cy="38"/>
              </a:xfrm>
              <a:custGeom>
                <a:avLst/>
                <a:gdLst>
                  <a:gd name="T0" fmla="*/ 22 w 23"/>
                  <a:gd name="T1" fmla="*/ 0 h 26"/>
                  <a:gd name="T2" fmla="*/ 0 w 23"/>
                  <a:gd name="T3" fmla="*/ 15 h 26"/>
                  <a:gd name="T4" fmla="*/ 0 w 23"/>
                  <a:gd name="T5" fmla="*/ 26 h 26"/>
                  <a:gd name="T6" fmla="*/ 20 w 23"/>
                  <a:gd name="T7" fmla="*/ 15 h 26"/>
                  <a:gd name="T8" fmla="*/ 23 w 23"/>
                  <a:gd name="T9" fmla="*/ 11 h 26"/>
                  <a:gd name="T10" fmla="*/ 23 w 23"/>
                  <a:gd name="T11" fmla="*/ 6 h 26"/>
                  <a:gd name="T12" fmla="*/ 22 w 23"/>
                  <a:gd name="T13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26">
                    <a:moveTo>
                      <a:pt x="22" y="0"/>
                    </a:moveTo>
                    <a:cubicBezTo>
                      <a:pt x="15" y="5"/>
                      <a:pt x="7" y="10"/>
                      <a:pt x="0" y="15"/>
                    </a:cubicBezTo>
                    <a:cubicBezTo>
                      <a:pt x="0" y="19"/>
                      <a:pt x="0" y="22"/>
                      <a:pt x="0" y="26"/>
                    </a:cubicBezTo>
                    <a:cubicBezTo>
                      <a:pt x="7" y="22"/>
                      <a:pt x="13" y="19"/>
                      <a:pt x="20" y="15"/>
                    </a:cubicBezTo>
                    <a:cubicBezTo>
                      <a:pt x="21" y="14"/>
                      <a:pt x="22" y="13"/>
                      <a:pt x="23" y="11"/>
                    </a:cubicBezTo>
                    <a:cubicBezTo>
                      <a:pt x="23" y="9"/>
                      <a:pt x="23" y="8"/>
                      <a:pt x="23" y="6"/>
                    </a:cubicBezTo>
                    <a:cubicBezTo>
                      <a:pt x="23" y="4"/>
                      <a:pt x="23" y="2"/>
                      <a:pt x="22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1" name="Freeform 59">
                <a:extLst>
                  <a:ext uri="{FF2B5EF4-FFF2-40B4-BE49-F238E27FC236}">
                    <a16:creationId xmlns:a16="http://schemas.microsoft.com/office/drawing/2014/main" id="{5543C867-3B26-41AE-A412-821346C7AB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2" y="895"/>
                <a:ext cx="36" cy="79"/>
              </a:xfrm>
              <a:custGeom>
                <a:avLst/>
                <a:gdLst>
                  <a:gd name="T0" fmla="*/ 0 w 25"/>
                  <a:gd name="T1" fmla="*/ 0 h 54"/>
                  <a:gd name="T2" fmla="*/ 25 w 25"/>
                  <a:gd name="T3" fmla="*/ 54 h 54"/>
                  <a:gd name="T4" fmla="*/ 25 w 25"/>
                  <a:gd name="T5" fmla="*/ 52 h 54"/>
                  <a:gd name="T6" fmla="*/ 23 w 25"/>
                  <a:gd name="T7" fmla="*/ 37 h 54"/>
                  <a:gd name="T8" fmla="*/ 15 w 25"/>
                  <a:gd name="T9" fmla="*/ 11 h 54"/>
                  <a:gd name="T10" fmla="*/ 13 w 25"/>
                  <a:gd name="T11" fmla="*/ 7 h 54"/>
                  <a:gd name="T12" fmla="*/ 7 w 25"/>
                  <a:gd name="T13" fmla="*/ 4 h 54"/>
                  <a:gd name="T14" fmla="*/ 0 w 25"/>
                  <a:gd name="T15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" h="54">
                    <a:moveTo>
                      <a:pt x="0" y="0"/>
                    </a:moveTo>
                    <a:cubicBezTo>
                      <a:pt x="11" y="17"/>
                      <a:pt x="19" y="34"/>
                      <a:pt x="25" y="54"/>
                    </a:cubicBezTo>
                    <a:cubicBezTo>
                      <a:pt x="25" y="53"/>
                      <a:pt x="25" y="52"/>
                      <a:pt x="25" y="52"/>
                    </a:cubicBezTo>
                    <a:cubicBezTo>
                      <a:pt x="25" y="47"/>
                      <a:pt x="24" y="42"/>
                      <a:pt x="23" y="37"/>
                    </a:cubicBezTo>
                    <a:cubicBezTo>
                      <a:pt x="21" y="28"/>
                      <a:pt x="19" y="19"/>
                      <a:pt x="15" y="11"/>
                    </a:cubicBezTo>
                    <a:cubicBezTo>
                      <a:pt x="15" y="9"/>
                      <a:pt x="14" y="8"/>
                      <a:pt x="13" y="7"/>
                    </a:cubicBezTo>
                    <a:cubicBezTo>
                      <a:pt x="11" y="6"/>
                      <a:pt x="9" y="5"/>
                      <a:pt x="7" y="4"/>
                    </a:cubicBezTo>
                    <a:cubicBezTo>
                      <a:pt x="5" y="3"/>
                      <a:pt x="3" y="1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2" name="Freeform 60">
                <a:extLst>
                  <a:ext uri="{FF2B5EF4-FFF2-40B4-BE49-F238E27FC236}">
                    <a16:creationId xmlns:a16="http://schemas.microsoft.com/office/drawing/2014/main" id="{902DD980-3BEB-4045-82FE-43B6022275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0" y="1058"/>
                <a:ext cx="76" cy="47"/>
              </a:xfrm>
              <a:custGeom>
                <a:avLst/>
                <a:gdLst>
                  <a:gd name="T0" fmla="*/ 52 w 52"/>
                  <a:gd name="T1" fmla="*/ 0 h 32"/>
                  <a:gd name="T2" fmla="*/ 0 w 52"/>
                  <a:gd name="T3" fmla="*/ 32 h 32"/>
                  <a:gd name="T4" fmla="*/ 0 w 52"/>
                  <a:gd name="T5" fmla="*/ 32 h 32"/>
                  <a:gd name="T6" fmla="*/ 0 w 52"/>
                  <a:gd name="T7" fmla="*/ 32 h 32"/>
                  <a:gd name="T8" fmla="*/ 0 w 52"/>
                  <a:gd name="T9" fmla="*/ 32 h 32"/>
                  <a:gd name="T10" fmla="*/ 2 w 52"/>
                  <a:gd name="T11" fmla="*/ 32 h 32"/>
                  <a:gd name="T12" fmla="*/ 2 w 52"/>
                  <a:gd name="T13" fmla="*/ 32 h 32"/>
                  <a:gd name="T14" fmla="*/ 2 w 52"/>
                  <a:gd name="T15" fmla="*/ 32 h 32"/>
                  <a:gd name="T16" fmla="*/ 2 w 52"/>
                  <a:gd name="T17" fmla="*/ 32 h 32"/>
                  <a:gd name="T18" fmla="*/ 6 w 52"/>
                  <a:gd name="T19" fmla="*/ 30 h 32"/>
                  <a:gd name="T20" fmla="*/ 16 w 52"/>
                  <a:gd name="T21" fmla="*/ 24 h 32"/>
                  <a:gd name="T22" fmla="*/ 45 w 52"/>
                  <a:gd name="T23" fmla="*/ 5 h 32"/>
                  <a:gd name="T24" fmla="*/ 52 w 52"/>
                  <a:gd name="T2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2" h="32">
                    <a:moveTo>
                      <a:pt x="52" y="0"/>
                    </a:moveTo>
                    <a:cubicBezTo>
                      <a:pt x="33" y="7"/>
                      <a:pt x="17" y="19"/>
                      <a:pt x="0" y="32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1" y="32"/>
                      <a:pt x="1" y="32"/>
                      <a:pt x="2" y="32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2"/>
                      <a:pt x="5" y="31"/>
                      <a:pt x="6" y="30"/>
                    </a:cubicBezTo>
                    <a:cubicBezTo>
                      <a:pt x="10" y="28"/>
                      <a:pt x="13" y="26"/>
                      <a:pt x="16" y="24"/>
                    </a:cubicBezTo>
                    <a:cubicBezTo>
                      <a:pt x="26" y="18"/>
                      <a:pt x="35" y="11"/>
                      <a:pt x="45" y="5"/>
                    </a:cubicBezTo>
                    <a:cubicBezTo>
                      <a:pt x="47" y="3"/>
                      <a:pt x="50" y="2"/>
                      <a:pt x="52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3" name="Freeform 61">
                <a:extLst>
                  <a:ext uri="{FF2B5EF4-FFF2-40B4-BE49-F238E27FC236}">
                    <a16:creationId xmlns:a16="http://schemas.microsoft.com/office/drawing/2014/main" id="{73D716C3-A3AA-4CB0-B91B-5A26CCE8D5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4" y="1118"/>
                <a:ext cx="14" cy="10"/>
              </a:xfrm>
              <a:custGeom>
                <a:avLst/>
                <a:gdLst>
                  <a:gd name="T0" fmla="*/ 10 w 10"/>
                  <a:gd name="T1" fmla="*/ 0 h 7"/>
                  <a:gd name="T2" fmla="*/ 0 w 10"/>
                  <a:gd name="T3" fmla="*/ 6 h 7"/>
                  <a:gd name="T4" fmla="*/ 0 w 10"/>
                  <a:gd name="T5" fmla="*/ 6 h 7"/>
                  <a:gd name="T6" fmla="*/ 0 w 10"/>
                  <a:gd name="T7" fmla="*/ 6 h 7"/>
                  <a:gd name="T8" fmla="*/ 0 w 10"/>
                  <a:gd name="T9" fmla="*/ 6 h 7"/>
                  <a:gd name="T10" fmla="*/ 4 w 10"/>
                  <a:gd name="T11" fmla="*/ 7 h 7"/>
                  <a:gd name="T12" fmla="*/ 4 w 10"/>
                  <a:gd name="T13" fmla="*/ 7 h 7"/>
                  <a:gd name="T14" fmla="*/ 4 w 10"/>
                  <a:gd name="T15" fmla="*/ 7 h 7"/>
                  <a:gd name="T16" fmla="*/ 4 w 10"/>
                  <a:gd name="T17" fmla="*/ 7 h 7"/>
                  <a:gd name="T18" fmla="*/ 10 w 10"/>
                  <a:gd name="T19" fmla="*/ 3 h 7"/>
                  <a:gd name="T20" fmla="*/ 10 w 10"/>
                  <a:gd name="T21" fmla="*/ 3 h 7"/>
                  <a:gd name="T22" fmla="*/ 10 w 10"/>
                  <a:gd name="T23" fmla="*/ 3 h 7"/>
                  <a:gd name="T24" fmla="*/ 10 w 10"/>
                  <a:gd name="T25" fmla="*/ 2 h 7"/>
                  <a:gd name="T26" fmla="*/ 10 w 10"/>
                  <a:gd name="T2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" h="7">
                    <a:moveTo>
                      <a:pt x="10" y="0"/>
                    </a:moveTo>
                    <a:cubicBezTo>
                      <a:pt x="7" y="2"/>
                      <a:pt x="3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7"/>
                      <a:pt x="3" y="7"/>
                      <a:pt x="4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6" y="7"/>
                      <a:pt x="8" y="6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0" y="3"/>
                      <a:pt x="10" y="3"/>
                      <a:pt x="10" y="2"/>
                    </a:cubicBezTo>
                    <a:cubicBezTo>
                      <a:pt x="10" y="2"/>
                      <a:pt x="10" y="1"/>
                      <a:pt x="1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4" name="Freeform 62">
                <a:extLst>
                  <a:ext uri="{FF2B5EF4-FFF2-40B4-BE49-F238E27FC236}">
                    <a16:creationId xmlns:a16="http://schemas.microsoft.com/office/drawing/2014/main" id="{E9239594-C70C-425F-BA23-59DC818AB9A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59" y="920"/>
                <a:ext cx="319" cy="199"/>
              </a:xfrm>
              <a:custGeom>
                <a:avLst/>
                <a:gdLst>
                  <a:gd name="T0" fmla="*/ 157 w 219"/>
                  <a:gd name="T1" fmla="*/ 45 h 137"/>
                  <a:gd name="T2" fmla="*/ 161 w 219"/>
                  <a:gd name="T3" fmla="*/ 45 h 137"/>
                  <a:gd name="T4" fmla="*/ 164 w 219"/>
                  <a:gd name="T5" fmla="*/ 47 h 137"/>
                  <a:gd name="T6" fmla="*/ 160 w 219"/>
                  <a:gd name="T7" fmla="*/ 49 h 137"/>
                  <a:gd name="T8" fmla="*/ 160 w 219"/>
                  <a:gd name="T9" fmla="*/ 49 h 137"/>
                  <a:gd name="T10" fmla="*/ 158 w 219"/>
                  <a:gd name="T11" fmla="*/ 48 h 137"/>
                  <a:gd name="T12" fmla="*/ 157 w 219"/>
                  <a:gd name="T13" fmla="*/ 48 h 137"/>
                  <a:gd name="T14" fmla="*/ 156 w 219"/>
                  <a:gd name="T15" fmla="*/ 48 h 137"/>
                  <a:gd name="T16" fmla="*/ 142 w 219"/>
                  <a:gd name="T17" fmla="*/ 52 h 137"/>
                  <a:gd name="T18" fmla="*/ 132 w 219"/>
                  <a:gd name="T19" fmla="*/ 66 h 137"/>
                  <a:gd name="T20" fmla="*/ 132 w 219"/>
                  <a:gd name="T21" fmla="*/ 89 h 137"/>
                  <a:gd name="T22" fmla="*/ 134 w 219"/>
                  <a:gd name="T23" fmla="*/ 99 h 137"/>
                  <a:gd name="T24" fmla="*/ 128 w 219"/>
                  <a:gd name="T25" fmla="*/ 73 h 137"/>
                  <a:gd name="T26" fmla="*/ 137 w 219"/>
                  <a:gd name="T27" fmla="*/ 50 h 137"/>
                  <a:gd name="T28" fmla="*/ 157 w 219"/>
                  <a:gd name="T29" fmla="*/ 45 h 137"/>
                  <a:gd name="T30" fmla="*/ 116 w 219"/>
                  <a:gd name="T31" fmla="*/ 0 h 137"/>
                  <a:gd name="T32" fmla="*/ 110 w 219"/>
                  <a:gd name="T33" fmla="*/ 1 h 137"/>
                  <a:gd name="T34" fmla="*/ 102 w 219"/>
                  <a:gd name="T35" fmla="*/ 1 h 137"/>
                  <a:gd name="T36" fmla="*/ 102 w 219"/>
                  <a:gd name="T37" fmla="*/ 1 h 137"/>
                  <a:gd name="T38" fmla="*/ 102 w 219"/>
                  <a:gd name="T39" fmla="*/ 1 h 137"/>
                  <a:gd name="T40" fmla="*/ 73 w 219"/>
                  <a:gd name="T41" fmla="*/ 6 h 137"/>
                  <a:gd name="T42" fmla="*/ 72 w 219"/>
                  <a:gd name="T43" fmla="*/ 6 h 137"/>
                  <a:gd name="T44" fmla="*/ 71 w 219"/>
                  <a:gd name="T45" fmla="*/ 6 h 137"/>
                  <a:gd name="T46" fmla="*/ 15 w 219"/>
                  <a:gd name="T47" fmla="*/ 46 h 137"/>
                  <a:gd name="T48" fmla="*/ 0 w 219"/>
                  <a:gd name="T49" fmla="*/ 94 h 137"/>
                  <a:gd name="T50" fmla="*/ 0 w 219"/>
                  <a:gd name="T51" fmla="*/ 108 h 137"/>
                  <a:gd name="T52" fmla="*/ 0 w 219"/>
                  <a:gd name="T53" fmla="*/ 119 h 137"/>
                  <a:gd name="T54" fmla="*/ 3 w 219"/>
                  <a:gd name="T55" fmla="*/ 125 h 137"/>
                  <a:gd name="T56" fmla="*/ 31 w 219"/>
                  <a:gd name="T57" fmla="*/ 137 h 137"/>
                  <a:gd name="T58" fmla="*/ 32 w 219"/>
                  <a:gd name="T59" fmla="*/ 137 h 137"/>
                  <a:gd name="T60" fmla="*/ 49 w 219"/>
                  <a:gd name="T61" fmla="*/ 135 h 137"/>
                  <a:gd name="T62" fmla="*/ 50 w 219"/>
                  <a:gd name="T63" fmla="*/ 135 h 137"/>
                  <a:gd name="T64" fmla="*/ 153 w 219"/>
                  <a:gd name="T65" fmla="*/ 109 h 137"/>
                  <a:gd name="T66" fmla="*/ 162 w 219"/>
                  <a:gd name="T67" fmla="*/ 108 h 137"/>
                  <a:gd name="T68" fmla="*/ 162 w 219"/>
                  <a:gd name="T69" fmla="*/ 108 h 137"/>
                  <a:gd name="T70" fmla="*/ 176 w 219"/>
                  <a:gd name="T71" fmla="*/ 112 h 137"/>
                  <a:gd name="T72" fmla="*/ 188 w 219"/>
                  <a:gd name="T73" fmla="*/ 116 h 137"/>
                  <a:gd name="T74" fmla="*/ 200 w 219"/>
                  <a:gd name="T75" fmla="*/ 132 h 137"/>
                  <a:gd name="T76" fmla="*/ 215 w 219"/>
                  <a:gd name="T77" fmla="*/ 137 h 137"/>
                  <a:gd name="T78" fmla="*/ 219 w 219"/>
                  <a:gd name="T79" fmla="*/ 137 h 137"/>
                  <a:gd name="T80" fmla="*/ 219 w 219"/>
                  <a:gd name="T81" fmla="*/ 137 h 137"/>
                  <a:gd name="T82" fmla="*/ 199 w 219"/>
                  <a:gd name="T83" fmla="*/ 67 h 137"/>
                  <a:gd name="T84" fmla="*/ 150 w 219"/>
                  <a:gd name="T85" fmla="*/ 8 h 137"/>
                  <a:gd name="T86" fmla="*/ 118 w 219"/>
                  <a:gd name="T87" fmla="*/ 0 h 137"/>
                  <a:gd name="T88" fmla="*/ 116 w 219"/>
                  <a:gd name="T89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19" h="137">
                    <a:moveTo>
                      <a:pt x="157" y="45"/>
                    </a:moveTo>
                    <a:cubicBezTo>
                      <a:pt x="157" y="45"/>
                      <a:pt x="157" y="45"/>
                      <a:pt x="157" y="45"/>
                    </a:cubicBezTo>
                    <a:cubicBezTo>
                      <a:pt x="157" y="45"/>
                      <a:pt x="157" y="45"/>
                      <a:pt x="157" y="45"/>
                    </a:cubicBezTo>
                    <a:cubicBezTo>
                      <a:pt x="158" y="45"/>
                      <a:pt x="159" y="45"/>
                      <a:pt x="160" y="45"/>
                    </a:cubicBezTo>
                    <a:cubicBezTo>
                      <a:pt x="160" y="45"/>
                      <a:pt x="161" y="45"/>
                      <a:pt x="161" y="45"/>
                    </a:cubicBezTo>
                    <a:cubicBezTo>
                      <a:pt x="161" y="45"/>
                      <a:pt x="161" y="45"/>
                      <a:pt x="161" y="45"/>
                    </a:cubicBezTo>
                    <a:cubicBezTo>
                      <a:pt x="162" y="46"/>
                      <a:pt x="162" y="46"/>
                      <a:pt x="164" y="47"/>
                    </a:cubicBezTo>
                    <a:cubicBezTo>
                      <a:pt x="164" y="47"/>
                      <a:pt x="164" y="47"/>
                      <a:pt x="164" y="47"/>
                    </a:cubicBezTo>
                    <a:cubicBezTo>
                      <a:pt x="164" y="47"/>
                      <a:pt x="164" y="47"/>
                      <a:pt x="164" y="47"/>
                    </a:cubicBezTo>
                    <a:cubicBezTo>
                      <a:pt x="164" y="47"/>
                      <a:pt x="164" y="47"/>
                      <a:pt x="164" y="47"/>
                    </a:cubicBezTo>
                    <a:cubicBezTo>
                      <a:pt x="164" y="47"/>
                      <a:pt x="164" y="47"/>
                      <a:pt x="164" y="47"/>
                    </a:cubicBezTo>
                    <a:cubicBezTo>
                      <a:pt x="162" y="48"/>
                      <a:pt x="161" y="49"/>
                      <a:pt x="160" y="49"/>
                    </a:cubicBezTo>
                    <a:cubicBezTo>
                      <a:pt x="160" y="49"/>
                      <a:pt x="160" y="49"/>
                      <a:pt x="160" y="49"/>
                    </a:cubicBezTo>
                    <a:cubicBezTo>
                      <a:pt x="160" y="49"/>
                      <a:pt x="160" y="49"/>
                      <a:pt x="160" y="49"/>
                    </a:cubicBezTo>
                    <a:cubicBezTo>
                      <a:pt x="160" y="49"/>
                      <a:pt x="160" y="49"/>
                      <a:pt x="160" y="49"/>
                    </a:cubicBezTo>
                    <a:cubicBezTo>
                      <a:pt x="160" y="49"/>
                      <a:pt x="160" y="49"/>
                      <a:pt x="160" y="49"/>
                    </a:cubicBezTo>
                    <a:cubicBezTo>
                      <a:pt x="159" y="49"/>
                      <a:pt x="158" y="48"/>
                      <a:pt x="158" y="48"/>
                    </a:cubicBezTo>
                    <a:cubicBezTo>
                      <a:pt x="158" y="48"/>
                      <a:pt x="158" y="48"/>
                      <a:pt x="158" y="48"/>
                    </a:cubicBezTo>
                    <a:cubicBezTo>
                      <a:pt x="158" y="48"/>
                      <a:pt x="157" y="48"/>
                      <a:pt x="157" y="48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57" y="48"/>
                      <a:pt x="156" y="48"/>
                      <a:pt x="156" y="48"/>
                    </a:cubicBezTo>
                    <a:cubicBezTo>
                      <a:pt x="156" y="48"/>
                      <a:pt x="156" y="48"/>
                      <a:pt x="156" y="48"/>
                    </a:cubicBezTo>
                    <a:cubicBezTo>
                      <a:pt x="156" y="48"/>
                      <a:pt x="156" y="48"/>
                      <a:pt x="156" y="48"/>
                    </a:cubicBezTo>
                    <a:cubicBezTo>
                      <a:pt x="151" y="48"/>
                      <a:pt x="146" y="50"/>
                      <a:pt x="142" y="52"/>
                    </a:cubicBezTo>
                    <a:cubicBezTo>
                      <a:pt x="142" y="52"/>
                      <a:pt x="142" y="52"/>
                      <a:pt x="142" y="52"/>
                    </a:cubicBezTo>
                    <a:cubicBezTo>
                      <a:pt x="142" y="52"/>
                      <a:pt x="142" y="52"/>
                      <a:pt x="142" y="52"/>
                    </a:cubicBezTo>
                    <a:cubicBezTo>
                      <a:pt x="141" y="52"/>
                      <a:pt x="141" y="52"/>
                      <a:pt x="141" y="52"/>
                    </a:cubicBezTo>
                    <a:cubicBezTo>
                      <a:pt x="141" y="52"/>
                      <a:pt x="141" y="52"/>
                      <a:pt x="141" y="52"/>
                    </a:cubicBezTo>
                    <a:cubicBezTo>
                      <a:pt x="135" y="54"/>
                      <a:pt x="132" y="59"/>
                      <a:pt x="132" y="66"/>
                    </a:cubicBezTo>
                    <a:cubicBezTo>
                      <a:pt x="132" y="68"/>
                      <a:pt x="131" y="71"/>
                      <a:pt x="131" y="74"/>
                    </a:cubicBezTo>
                    <a:cubicBezTo>
                      <a:pt x="131" y="74"/>
                      <a:pt x="131" y="74"/>
                      <a:pt x="131" y="74"/>
                    </a:cubicBezTo>
                    <a:cubicBezTo>
                      <a:pt x="131" y="79"/>
                      <a:pt x="132" y="84"/>
                      <a:pt x="132" y="89"/>
                    </a:cubicBezTo>
                    <a:cubicBezTo>
                      <a:pt x="133" y="92"/>
                      <a:pt x="133" y="95"/>
                      <a:pt x="134" y="99"/>
                    </a:cubicBezTo>
                    <a:cubicBezTo>
                      <a:pt x="134" y="99"/>
                      <a:pt x="134" y="99"/>
                      <a:pt x="134" y="99"/>
                    </a:cubicBezTo>
                    <a:cubicBezTo>
                      <a:pt x="134" y="99"/>
                      <a:pt x="134" y="99"/>
                      <a:pt x="134" y="99"/>
                    </a:cubicBezTo>
                    <a:cubicBezTo>
                      <a:pt x="133" y="99"/>
                      <a:pt x="131" y="99"/>
                      <a:pt x="131" y="98"/>
                    </a:cubicBezTo>
                    <a:cubicBezTo>
                      <a:pt x="130" y="96"/>
                      <a:pt x="129" y="94"/>
                      <a:pt x="129" y="92"/>
                    </a:cubicBezTo>
                    <a:cubicBezTo>
                      <a:pt x="128" y="85"/>
                      <a:pt x="128" y="79"/>
                      <a:pt x="128" y="73"/>
                    </a:cubicBezTo>
                    <a:cubicBezTo>
                      <a:pt x="128" y="71"/>
                      <a:pt x="128" y="69"/>
                      <a:pt x="128" y="67"/>
                    </a:cubicBezTo>
                    <a:cubicBezTo>
                      <a:pt x="128" y="64"/>
                      <a:pt x="129" y="60"/>
                      <a:pt x="130" y="57"/>
                    </a:cubicBezTo>
                    <a:cubicBezTo>
                      <a:pt x="132" y="54"/>
                      <a:pt x="134" y="52"/>
                      <a:pt x="137" y="50"/>
                    </a:cubicBezTo>
                    <a:cubicBezTo>
                      <a:pt x="138" y="50"/>
                      <a:pt x="138" y="50"/>
                      <a:pt x="138" y="50"/>
                    </a:cubicBezTo>
                    <a:cubicBezTo>
                      <a:pt x="144" y="47"/>
                      <a:pt x="150" y="45"/>
                      <a:pt x="157" y="45"/>
                    </a:cubicBezTo>
                    <a:cubicBezTo>
                      <a:pt x="157" y="45"/>
                      <a:pt x="157" y="45"/>
                      <a:pt x="157" y="45"/>
                    </a:cubicBezTo>
                    <a:cubicBezTo>
                      <a:pt x="157" y="45"/>
                      <a:pt x="157" y="45"/>
                      <a:pt x="157" y="45"/>
                    </a:cubicBezTo>
                    <a:moveTo>
                      <a:pt x="116" y="0"/>
                    </a:moveTo>
                    <a:cubicBezTo>
                      <a:pt x="116" y="0"/>
                      <a:pt x="116" y="0"/>
                      <a:pt x="116" y="0"/>
                    </a:cubicBezTo>
                    <a:cubicBezTo>
                      <a:pt x="114" y="0"/>
                      <a:pt x="112" y="0"/>
                      <a:pt x="110" y="1"/>
                    </a:cubicBezTo>
                    <a:cubicBezTo>
                      <a:pt x="110" y="1"/>
                      <a:pt x="110" y="1"/>
                      <a:pt x="110" y="1"/>
                    </a:cubicBezTo>
                    <a:cubicBezTo>
                      <a:pt x="110" y="1"/>
                      <a:pt x="110" y="1"/>
                      <a:pt x="110" y="1"/>
                    </a:cubicBezTo>
                    <a:cubicBezTo>
                      <a:pt x="110" y="1"/>
                      <a:pt x="109" y="1"/>
                      <a:pt x="109" y="1"/>
                    </a:cubicBezTo>
                    <a:cubicBezTo>
                      <a:pt x="109" y="1"/>
                      <a:pt x="109" y="1"/>
                      <a:pt x="109" y="1"/>
                    </a:cubicBezTo>
                    <a:cubicBezTo>
                      <a:pt x="107" y="1"/>
                      <a:pt x="105" y="1"/>
                      <a:pt x="102" y="1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92" y="1"/>
                      <a:pt x="82" y="3"/>
                      <a:pt x="73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6"/>
                      <a:pt x="72" y="6"/>
                      <a:pt x="72" y="6"/>
                    </a:cubicBezTo>
                    <a:cubicBezTo>
                      <a:pt x="72" y="6"/>
                      <a:pt x="72" y="6"/>
                      <a:pt x="72" y="6"/>
                    </a:cubicBezTo>
                    <a:cubicBezTo>
                      <a:pt x="72" y="6"/>
                      <a:pt x="72" y="6"/>
                      <a:pt x="72" y="6"/>
                    </a:cubicBezTo>
                    <a:cubicBezTo>
                      <a:pt x="72" y="6"/>
                      <a:pt x="71" y="6"/>
                      <a:pt x="71" y="6"/>
                    </a:cubicBezTo>
                    <a:cubicBezTo>
                      <a:pt x="71" y="6"/>
                      <a:pt x="71" y="6"/>
                      <a:pt x="71" y="6"/>
                    </a:cubicBezTo>
                    <a:cubicBezTo>
                      <a:pt x="71" y="6"/>
                      <a:pt x="71" y="6"/>
                      <a:pt x="71" y="6"/>
                    </a:cubicBezTo>
                    <a:cubicBezTo>
                      <a:pt x="60" y="10"/>
                      <a:pt x="50" y="14"/>
                      <a:pt x="40" y="20"/>
                    </a:cubicBezTo>
                    <a:cubicBezTo>
                      <a:pt x="30" y="26"/>
                      <a:pt x="21" y="35"/>
                      <a:pt x="15" y="46"/>
                    </a:cubicBezTo>
                    <a:cubicBezTo>
                      <a:pt x="10" y="54"/>
                      <a:pt x="7" y="63"/>
                      <a:pt x="4" y="72"/>
                    </a:cubicBezTo>
                    <a:cubicBezTo>
                      <a:pt x="3" y="77"/>
                      <a:pt x="2" y="82"/>
                      <a:pt x="1" y="87"/>
                    </a:cubicBezTo>
                    <a:cubicBezTo>
                      <a:pt x="1" y="89"/>
                      <a:pt x="0" y="92"/>
                      <a:pt x="0" y="94"/>
                    </a:cubicBezTo>
                    <a:cubicBezTo>
                      <a:pt x="0" y="95"/>
                      <a:pt x="0" y="95"/>
                      <a:pt x="0" y="96"/>
                    </a:cubicBezTo>
                    <a:cubicBezTo>
                      <a:pt x="0" y="98"/>
                      <a:pt x="0" y="100"/>
                      <a:pt x="0" y="102"/>
                    </a:cubicBezTo>
                    <a:cubicBezTo>
                      <a:pt x="0" y="104"/>
                      <a:pt x="0" y="106"/>
                      <a:pt x="0" y="108"/>
                    </a:cubicBezTo>
                    <a:cubicBezTo>
                      <a:pt x="0" y="109"/>
                      <a:pt x="0" y="110"/>
                      <a:pt x="0" y="110"/>
                    </a:cubicBezTo>
                    <a:cubicBezTo>
                      <a:pt x="0" y="113"/>
                      <a:pt x="0" y="115"/>
                      <a:pt x="0" y="118"/>
                    </a:cubicBezTo>
                    <a:cubicBezTo>
                      <a:pt x="0" y="118"/>
                      <a:pt x="0" y="118"/>
                      <a:pt x="0" y="119"/>
                    </a:cubicBezTo>
                    <a:cubicBezTo>
                      <a:pt x="0" y="119"/>
                      <a:pt x="0" y="119"/>
                      <a:pt x="0" y="119"/>
                    </a:cubicBezTo>
                    <a:cubicBezTo>
                      <a:pt x="0" y="119"/>
                      <a:pt x="1" y="120"/>
                      <a:pt x="1" y="120"/>
                    </a:cubicBezTo>
                    <a:cubicBezTo>
                      <a:pt x="3" y="121"/>
                      <a:pt x="3" y="123"/>
                      <a:pt x="3" y="125"/>
                    </a:cubicBezTo>
                    <a:cubicBezTo>
                      <a:pt x="4" y="129"/>
                      <a:pt x="6" y="131"/>
                      <a:pt x="10" y="133"/>
                    </a:cubicBezTo>
                    <a:cubicBezTo>
                      <a:pt x="17" y="136"/>
                      <a:pt x="24" y="137"/>
                      <a:pt x="31" y="137"/>
                    </a:cubicBezTo>
                    <a:cubicBezTo>
                      <a:pt x="31" y="137"/>
                      <a:pt x="31" y="137"/>
                      <a:pt x="31" y="137"/>
                    </a:cubicBezTo>
                    <a:cubicBezTo>
                      <a:pt x="31" y="137"/>
                      <a:pt x="32" y="137"/>
                      <a:pt x="32" y="137"/>
                    </a:cubicBezTo>
                    <a:cubicBezTo>
                      <a:pt x="32" y="137"/>
                      <a:pt x="32" y="137"/>
                      <a:pt x="32" y="137"/>
                    </a:cubicBezTo>
                    <a:cubicBezTo>
                      <a:pt x="32" y="137"/>
                      <a:pt x="32" y="137"/>
                      <a:pt x="32" y="137"/>
                    </a:cubicBezTo>
                    <a:cubicBezTo>
                      <a:pt x="32" y="137"/>
                      <a:pt x="32" y="137"/>
                      <a:pt x="32" y="137"/>
                    </a:cubicBezTo>
                    <a:cubicBezTo>
                      <a:pt x="35" y="137"/>
                      <a:pt x="39" y="136"/>
                      <a:pt x="42" y="136"/>
                    </a:cubicBezTo>
                    <a:cubicBezTo>
                      <a:pt x="44" y="136"/>
                      <a:pt x="46" y="135"/>
                      <a:pt x="49" y="135"/>
                    </a:cubicBezTo>
                    <a:cubicBezTo>
                      <a:pt x="49" y="135"/>
                      <a:pt x="49" y="135"/>
                      <a:pt x="50" y="135"/>
                    </a:cubicBezTo>
                    <a:cubicBezTo>
                      <a:pt x="50" y="135"/>
                      <a:pt x="50" y="135"/>
                      <a:pt x="50" y="135"/>
                    </a:cubicBezTo>
                    <a:cubicBezTo>
                      <a:pt x="50" y="135"/>
                      <a:pt x="50" y="135"/>
                      <a:pt x="50" y="135"/>
                    </a:cubicBezTo>
                    <a:cubicBezTo>
                      <a:pt x="60" y="135"/>
                      <a:pt x="69" y="133"/>
                      <a:pt x="79" y="130"/>
                    </a:cubicBezTo>
                    <a:cubicBezTo>
                      <a:pt x="93" y="127"/>
                      <a:pt x="108" y="122"/>
                      <a:pt x="123" y="118"/>
                    </a:cubicBezTo>
                    <a:cubicBezTo>
                      <a:pt x="133" y="115"/>
                      <a:pt x="143" y="112"/>
                      <a:pt x="153" y="109"/>
                    </a:cubicBezTo>
                    <a:cubicBezTo>
                      <a:pt x="153" y="109"/>
                      <a:pt x="153" y="109"/>
                      <a:pt x="153" y="109"/>
                    </a:cubicBezTo>
                    <a:cubicBezTo>
                      <a:pt x="153" y="109"/>
                      <a:pt x="153" y="109"/>
                      <a:pt x="153" y="109"/>
                    </a:cubicBezTo>
                    <a:cubicBezTo>
                      <a:pt x="156" y="108"/>
                      <a:pt x="159" y="108"/>
                      <a:pt x="162" y="108"/>
                    </a:cubicBezTo>
                    <a:cubicBezTo>
                      <a:pt x="162" y="108"/>
                      <a:pt x="162" y="108"/>
                      <a:pt x="162" y="108"/>
                    </a:cubicBezTo>
                    <a:cubicBezTo>
                      <a:pt x="162" y="108"/>
                      <a:pt x="162" y="108"/>
                      <a:pt x="162" y="108"/>
                    </a:cubicBezTo>
                    <a:cubicBezTo>
                      <a:pt x="162" y="108"/>
                      <a:pt x="162" y="108"/>
                      <a:pt x="162" y="108"/>
                    </a:cubicBezTo>
                    <a:cubicBezTo>
                      <a:pt x="167" y="108"/>
                      <a:pt x="171" y="109"/>
                      <a:pt x="176" y="112"/>
                    </a:cubicBezTo>
                    <a:cubicBezTo>
                      <a:pt x="176" y="112"/>
                      <a:pt x="176" y="112"/>
                      <a:pt x="176" y="112"/>
                    </a:cubicBezTo>
                    <a:cubicBezTo>
                      <a:pt x="176" y="112"/>
                      <a:pt x="176" y="112"/>
                      <a:pt x="176" y="112"/>
                    </a:cubicBezTo>
                    <a:cubicBezTo>
                      <a:pt x="176" y="112"/>
                      <a:pt x="176" y="112"/>
                      <a:pt x="176" y="112"/>
                    </a:cubicBezTo>
                    <a:cubicBezTo>
                      <a:pt x="178" y="113"/>
                      <a:pt x="180" y="114"/>
                      <a:pt x="182" y="114"/>
                    </a:cubicBezTo>
                    <a:cubicBezTo>
                      <a:pt x="185" y="114"/>
                      <a:pt x="187" y="115"/>
                      <a:pt x="188" y="116"/>
                    </a:cubicBezTo>
                    <a:cubicBezTo>
                      <a:pt x="190" y="120"/>
                      <a:pt x="192" y="123"/>
                      <a:pt x="194" y="126"/>
                    </a:cubicBezTo>
                    <a:cubicBezTo>
                      <a:pt x="196" y="128"/>
                      <a:pt x="198" y="131"/>
                      <a:pt x="200" y="132"/>
                    </a:cubicBezTo>
                    <a:cubicBezTo>
                      <a:pt x="200" y="132"/>
                      <a:pt x="200" y="132"/>
                      <a:pt x="200" y="132"/>
                    </a:cubicBezTo>
                    <a:cubicBezTo>
                      <a:pt x="205" y="135"/>
                      <a:pt x="210" y="137"/>
                      <a:pt x="215" y="137"/>
                    </a:cubicBezTo>
                    <a:cubicBezTo>
                      <a:pt x="215" y="137"/>
                      <a:pt x="215" y="137"/>
                      <a:pt x="215" y="137"/>
                    </a:cubicBezTo>
                    <a:cubicBezTo>
                      <a:pt x="215" y="137"/>
                      <a:pt x="215" y="137"/>
                      <a:pt x="215" y="137"/>
                    </a:cubicBezTo>
                    <a:cubicBezTo>
                      <a:pt x="215" y="137"/>
                      <a:pt x="215" y="137"/>
                      <a:pt x="215" y="137"/>
                    </a:cubicBezTo>
                    <a:cubicBezTo>
                      <a:pt x="217" y="137"/>
                      <a:pt x="218" y="137"/>
                      <a:pt x="219" y="137"/>
                    </a:cubicBezTo>
                    <a:cubicBezTo>
                      <a:pt x="219" y="137"/>
                      <a:pt x="219" y="137"/>
                      <a:pt x="219" y="137"/>
                    </a:cubicBezTo>
                    <a:cubicBezTo>
                      <a:pt x="219" y="137"/>
                      <a:pt x="219" y="137"/>
                      <a:pt x="219" y="137"/>
                    </a:cubicBezTo>
                    <a:cubicBezTo>
                      <a:pt x="219" y="137"/>
                      <a:pt x="219" y="137"/>
                      <a:pt x="219" y="137"/>
                    </a:cubicBezTo>
                    <a:cubicBezTo>
                      <a:pt x="219" y="137"/>
                      <a:pt x="219" y="137"/>
                      <a:pt x="219" y="137"/>
                    </a:cubicBezTo>
                    <a:cubicBezTo>
                      <a:pt x="219" y="137"/>
                      <a:pt x="219" y="137"/>
                      <a:pt x="219" y="137"/>
                    </a:cubicBezTo>
                    <a:cubicBezTo>
                      <a:pt x="217" y="129"/>
                      <a:pt x="216" y="121"/>
                      <a:pt x="213" y="114"/>
                    </a:cubicBezTo>
                    <a:cubicBezTo>
                      <a:pt x="209" y="98"/>
                      <a:pt x="204" y="82"/>
                      <a:pt x="199" y="67"/>
                    </a:cubicBezTo>
                    <a:cubicBezTo>
                      <a:pt x="196" y="58"/>
                      <a:pt x="192" y="49"/>
                      <a:pt x="187" y="41"/>
                    </a:cubicBezTo>
                    <a:cubicBezTo>
                      <a:pt x="181" y="32"/>
                      <a:pt x="174" y="24"/>
                      <a:pt x="166" y="17"/>
                    </a:cubicBezTo>
                    <a:cubicBezTo>
                      <a:pt x="161" y="13"/>
                      <a:pt x="156" y="10"/>
                      <a:pt x="150" y="8"/>
                    </a:cubicBezTo>
                    <a:cubicBezTo>
                      <a:pt x="143" y="5"/>
                      <a:pt x="137" y="4"/>
                      <a:pt x="131" y="2"/>
                    </a:cubicBezTo>
                    <a:cubicBezTo>
                      <a:pt x="126" y="1"/>
                      <a:pt x="122" y="0"/>
                      <a:pt x="118" y="0"/>
                    </a:cubicBezTo>
                    <a:cubicBezTo>
                      <a:pt x="118" y="0"/>
                      <a:pt x="118" y="0"/>
                      <a:pt x="118" y="0"/>
                    </a:cubicBezTo>
                    <a:cubicBezTo>
                      <a:pt x="118" y="0"/>
                      <a:pt x="117" y="0"/>
                      <a:pt x="117" y="0"/>
                    </a:cubicBezTo>
                    <a:cubicBezTo>
                      <a:pt x="117" y="0"/>
                      <a:pt x="116" y="0"/>
                      <a:pt x="116" y="0"/>
                    </a:cubicBezTo>
                    <a:cubicBezTo>
                      <a:pt x="116" y="0"/>
                      <a:pt x="116" y="0"/>
                      <a:pt x="116" y="0"/>
                    </a:cubicBezTo>
                    <a:cubicBezTo>
                      <a:pt x="116" y="0"/>
                      <a:pt x="116" y="0"/>
                      <a:pt x="11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5" name="Freeform 63">
                <a:extLst>
                  <a:ext uri="{FF2B5EF4-FFF2-40B4-BE49-F238E27FC236}">
                    <a16:creationId xmlns:a16="http://schemas.microsoft.com/office/drawing/2014/main" id="{5404D1F3-8F08-4AC4-98A6-DF24D0F6A9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8" y="1082"/>
                <a:ext cx="283" cy="67"/>
              </a:xfrm>
              <a:custGeom>
                <a:avLst/>
                <a:gdLst>
                  <a:gd name="T0" fmla="*/ 184 w 194"/>
                  <a:gd name="T1" fmla="*/ 0 h 46"/>
                  <a:gd name="T2" fmla="*/ 184 w 194"/>
                  <a:gd name="T3" fmla="*/ 0 h 46"/>
                  <a:gd name="T4" fmla="*/ 178 w 194"/>
                  <a:gd name="T5" fmla="*/ 0 h 46"/>
                  <a:gd name="T6" fmla="*/ 178 w 194"/>
                  <a:gd name="T7" fmla="*/ 0 h 46"/>
                  <a:gd name="T8" fmla="*/ 145 w 194"/>
                  <a:gd name="T9" fmla="*/ 10 h 46"/>
                  <a:gd name="T10" fmla="*/ 124 w 194"/>
                  <a:gd name="T11" fmla="*/ 16 h 46"/>
                  <a:gd name="T12" fmla="*/ 104 w 194"/>
                  <a:gd name="T13" fmla="*/ 22 h 46"/>
                  <a:gd name="T14" fmla="*/ 75 w 194"/>
                  <a:gd name="T15" fmla="*/ 27 h 46"/>
                  <a:gd name="T16" fmla="*/ 75 w 194"/>
                  <a:gd name="T17" fmla="*/ 27 h 46"/>
                  <a:gd name="T18" fmla="*/ 75 w 194"/>
                  <a:gd name="T19" fmla="*/ 27 h 46"/>
                  <a:gd name="T20" fmla="*/ 74 w 194"/>
                  <a:gd name="T21" fmla="*/ 27 h 46"/>
                  <a:gd name="T22" fmla="*/ 56 w 194"/>
                  <a:gd name="T23" fmla="*/ 29 h 46"/>
                  <a:gd name="T24" fmla="*/ 56 w 194"/>
                  <a:gd name="T25" fmla="*/ 29 h 46"/>
                  <a:gd name="T26" fmla="*/ 56 w 194"/>
                  <a:gd name="T27" fmla="*/ 29 h 46"/>
                  <a:gd name="T28" fmla="*/ 56 w 194"/>
                  <a:gd name="T29" fmla="*/ 29 h 46"/>
                  <a:gd name="T30" fmla="*/ 38 w 194"/>
                  <a:gd name="T31" fmla="*/ 27 h 46"/>
                  <a:gd name="T32" fmla="*/ 22 w 194"/>
                  <a:gd name="T33" fmla="*/ 17 h 46"/>
                  <a:gd name="T34" fmla="*/ 20 w 194"/>
                  <a:gd name="T35" fmla="*/ 16 h 46"/>
                  <a:gd name="T36" fmla="*/ 17 w 194"/>
                  <a:gd name="T37" fmla="*/ 18 h 46"/>
                  <a:gd name="T38" fmla="*/ 6 w 194"/>
                  <a:gd name="T39" fmla="*/ 30 h 46"/>
                  <a:gd name="T40" fmla="*/ 1 w 194"/>
                  <a:gd name="T41" fmla="*/ 36 h 46"/>
                  <a:gd name="T42" fmla="*/ 0 w 194"/>
                  <a:gd name="T43" fmla="*/ 40 h 46"/>
                  <a:gd name="T44" fmla="*/ 3 w 194"/>
                  <a:gd name="T45" fmla="*/ 43 h 46"/>
                  <a:gd name="T46" fmla="*/ 13 w 194"/>
                  <a:gd name="T47" fmla="*/ 45 h 46"/>
                  <a:gd name="T48" fmla="*/ 13 w 194"/>
                  <a:gd name="T49" fmla="*/ 45 h 46"/>
                  <a:gd name="T50" fmla="*/ 29 w 194"/>
                  <a:gd name="T51" fmla="*/ 46 h 46"/>
                  <a:gd name="T52" fmla="*/ 29 w 194"/>
                  <a:gd name="T53" fmla="*/ 46 h 46"/>
                  <a:gd name="T54" fmla="*/ 29 w 194"/>
                  <a:gd name="T55" fmla="*/ 46 h 46"/>
                  <a:gd name="T56" fmla="*/ 29 w 194"/>
                  <a:gd name="T57" fmla="*/ 46 h 46"/>
                  <a:gd name="T58" fmla="*/ 53 w 194"/>
                  <a:gd name="T59" fmla="*/ 45 h 46"/>
                  <a:gd name="T60" fmla="*/ 53 w 194"/>
                  <a:gd name="T61" fmla="*/ 45 h 46"/>
                  <a:gd name="T62" fmla="*/ 53 w 194"/>
                  <a:gd name="T63" fmla="*/ 45 h 46"/>
                  <a:gd name="T64" fmla="*/ 54 w 194"/>
                  <a:gd name="T65" fmla="*/ 45 h 46"/>
                  <a:gd name="T66" fmla="*/ 54 w 194"/>
                  <a:gd name="T67" fmla="*/ 45 h 46"/>
                  <a:gd name="T68" fmla="*/ 82 w 194"/>
                  <a:gd name="T69" fmla="*/ 41 h 46"/>
                  <a:gd name="T70" fmla="*/ 106 w 194"/>
                  <a:gd name="T71" fmla="*/ 37 h 46"/>
                  <a:gd name="T72" fmla="*/ 129 w 194"/>
                  <a:gd name="T73" fmla="*/ 32 h 46"/>
                  <a:gd name="T74" fmla="*/ 146 w 194"/>
                  <a:gd name="T75" fmla="*/ 28 h 46"/>
                  <a:gd name="T76" fmla="*/ 184 w 194"/>
                  <a:gd name="T77" fmla="*/ 10 h 46"/>
                  <a:gd name="T78" fmla="*/ 194 w 194"/>
                  <a:gd name="T79" fmla="*/ 3 h 46"/>
                  <a:gd name="T80" fmla="*/ 194 w 194"/>
                  <a:gd name="T81" fmla="*/ 3 h 46"/>
                  <a:gd name="T82" fmla="*/ 194 w 194"/>
                  <a:gd name="T83" fmla="*/ 3 h 46"/>
                  <a:gd name="T84" fmla="*/ 194 w 194"/>
                  <a:gd name="T85" fmla="*/ 3 h 46"/>
                  <a:gd name="T86" fmla="*/ 194 w 194"/>
                  <a:gd name="T87" fmla="*/ 3 h 46"/>
                  <a:gd name="T88" fmla="*/ 194 w 194"/>
                  <a:gd name="T89" fmla="*/ 3 h 46"/>
                  <a:gd name="T90" fmla="*/ 194 w 194"/>
                  <a:gd name="T91" fmla="*/ 3 h 46"/>
                  <a:gd name="T92" fmla="*/ 194 w 194"/>
                  <a:gd name="T93" fmla="*/ 3 h 46"/>
                  <a:gd name="T94" fmla="*/ 184 w 194"/>
                  <a:gd name="T95" fmla="*/ 0 h 46"/>
                  <a:gd name="T96" fmla="*/ 184 w 194"/>
                  <a:gd name="T97" fmla="*/ 0 h 46"/>
                  <a:gd name="T98" fmla="*/ 184 w 194"/>
                  <a:gd name="T9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94" h="46">
                    <a:moveTo>
                      <a:pt x="184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182" y="0"/>
                      <a:pt x="180" y="0"/>
                      <a:pt x="178" y="0"/>
                    </a:cubicBezTo>
                    <a:cubicBezTo>
                      <a:pt x="178" y="0"/>
                      <a:pt x="178" y="0"/>
                      <a:pt x="178" y="0"/>
                    </a:cubicBezTo>
                    <a:cubicBezTo>
                      <a:pt x="167" y="3"/>
                      <a:pt x="156" y="6"/>
                      <a:pt x="145" y="10"/>
                    </a:cubicBezTo>
                    <a:cubicBezTo>
                      <a:pt x="138" y="12"/>
                      <a:pt x="131" y="14"/>
                      <a:pt x="124" y="16"/>
                    </a:cubicBezTo>
                    <a:cubicBezTo>
                      <a:pt x="118" y="18"/>
                      <a:pt x="111" y="20"/>
                      <a:pt x="104" y="22"/>
                    </a:cubicBezTo>
                    <a:cubicBezTo>
                      <a:pt x="94" y="24"/>
                      <a:pt x="85" y="25"/>
                      <a:pt x="75" y="27"/>
                    </a:cubicBezTo>
                    <a:cubicBezTo>
                      <a:pt x="75" y="27"/>
                      <a:pt x="75" y="27"/>
                      <a:pt x="75" y="27"/>
                    </a:cubicBezTo>
                    <a:cubicBezTo>
                      <a:pt x="75" y="27"/>
                      <a:pt x="75" y="27"/>
                      <a:pt x="75" y="27"/>
                    </a:cubicBezTo>
                    <a:cubicBezTo>
                      <a:pt x="74" y="27"/>
                      <a:pt x="74" y="27"/>
                      <a:pt x="74" y="27"/>
                    </a:cubicBezTo>
                    <a:cubicBezTo>
                      <a:pt x="68" y="28"/>
                      <a:pt x="62" y="29"/>
                      <a:pt x="56" y="29"/>
                    </a:cubicBezTo>
                    <a:cubicBezTo>
                      <a:pt x="56" y="29"/>
                      <a:pt x="56" y="29"/>
                      <a:pt x="56" y="29"/>
                    </a:cubicBezTo>
                    <a:cubicBezTo>
                      <a:pt x="56" y="29"/>
                      <a:pt x="56" y="29"/>
                      <a:pt x="56" y="29"/>
                    </a:cubicBezTo>
                    <a:cubicBezTo>
                      <a:pt x="56" y="29"/>
                      <a:pt x="56" y="29"/>
                      <a:pt x="56" y="29"/>
                    </a:cubicBezTo>
                    <a:cubicBezTo>
                      <a:pt x="50" y="29"/>
                      <a:pt x="44" y="28"/>
                      <a:pt x="38" y="27"/>
                    </a:cubicBezTo>
                    <a:cubicBezTo>
                      <a:pt x="32" y="26"/>
                      <a:pt x="25" y="24"/>
                      <a:pt x="22" y="17"/>
                    </a:cubicBezTo>
                    <a:cubicBezTo>
                      <a:pt x="22" y="17"/>
                      <a:pt x="21" y="17"/>
                      <a:pt x="20" y="16"/>
                    </a:cubicBezTo>
                    <a:cubicBezTo>
                      <a:pt x="19" y="17"/>
                      <a:pt x="18" y="17"/>
                      <a:pt x="17" y="18"/>
                    </a:cubicBezTo>
                    <a:cubicBezTo>
                      <a:pt x="13" y="22"/>
                      <a:pt x="9" y="26"/>
                      <a:pt x="6" y="30"/>
                    </a:cubicBezTo>
                    <a:cubicBezTo>
                      <a:pt x="4" y="32"/>
                      <a:pt x="2" y="34"/>
                      <a:pt x="1" y="36"/>
                    </a:cubicBezTo>
                    <a:cubicBezTo>
                      <a:pt x="0" y="38"/>
                      <a:pt x="0" y="39"/>
                      <a:pt x="0" y="40"/>
                    </a:cubicBezTo>
                    <a:cubicBezTo>
                      <a:pt x="0" y="41"/>
                      <a:pt x="1" y="43"/>
                      <a:pt x="3" y="43"/>
                    </a:cubicBezTo>
                    <a:cubicBezTo>
                      <a:pt x="7" y="44"/>
                      <a:pt x="10" y="45"/>
                      <a:pt x="13" y="45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8" y="46"/>
                      <a:pt x="24" y="46"/>
                      <a:pt x="29" y="46"/>
                    </a:cubicBezTo>
                    <a:cubicBezTo>
                      <a:pt x="29" y="46"/>
                      <a:pt x="29" y="46"/>
                      <a:pt x="29" y="46"/>
                    </a:cubicBezTo>
                    <a:cubicBezTo>
                      <a:pt x="29" y="46"/>
                      <a:pt x="29" y="46"/>
                      <a:pt x="29" y="46"/>
                    </a:cubicBezTo>
                    <a:cubicBezTo>
                      <a:pt x="29" y="46"/>
                      <a:pt x="29" y="46"/>
                      <a:pt x="29" y="46"/>
                    </a:cubicBezTo>
                    <a:cubicBezTo>
                      <a:pt x="37" y="46"/>
                      <a:pt x="45" y="46"/>
                      <a:pt x="53" y="45"/>
                    </a:cubicBezTo>
                    <a:cubicBezTo>
                      <a:pt x="53" y="45"/>
                      <a:pt x="53" y="45"/>
                      <a:pt x="53" y="45"/>
                    </a:cubicBezTo>
                    <a:cubicBezTo>
                      <a:pt x="53" y="45"/>
                      <a:pt x="53" y="45"/>
                      <a:pt x="53" y="45"/>
                    </a:cubicBezTo>
                    <a:cubicBezTo>
                      <a:pt x="54" y="45"/>
                      <a:pt x="54" y="45"/>
                      <a:pt x="54" y="45"/>
                    </a:cubicBezTo>
                    <a:cubicBezTo>
                      <a:pt x="54" y="45"/>
                      <a:pt x="54" y="45"/>
                      <a:pt x="54" y="45"/>
                    </a:cubicBezTo>
                    <a:cubicBezTo>
                      <a:pt x="63" y="44"/>
                      <a:pt x="72" y="42"/>
                      <a:pt x="82" y="41"/>
                    </a:cubicBezTo>
                    <a:cubicBezTo>
                      <a:pt x="90" y="40"/>
                      <a:pt x="98" y="38"/>
                      <a:pt x="106" y="37"/>
                    </a:cubicBezTo>
                    <a:cubicBezTo>
                      <a:pt x="114" y="35"/>
                      <a:pt x="121" y="34"/>
                      <a:pt x="129" y="32"/>
                    </a:cubicBezTo>
                    <a:cubicBezTo>
                      <a:pt x="135" y="31"/>
                      <a:pt x="140" y="29"/>
                      <a:pt x="146" y="28"/>
                    </a:cubicBezTo>
                    <a:cubicBezTo>
                      <a:pt x="159" y="23"/>
                      <a:pt x="172" y="18"/>
                      <a:pt x="184" y="10"/>
                    </a:cubicBezTo>
                    <a:cubicBezTo>
                      <a:pt x="188" y="8"/>
                      <a:pt x="191" y="7"/>
                      <a:pt x="194" y="3"/>
                    </a:cubicBezTo>
                    <a:cubicBezTo>
                      <a:pt x="194" y="3"/>
                      <a:pt x="194" y="3"/>
                      <a:pt x="194" y="3"/>
                    </a:cubicBezTo>
                    <a:cubicBezTo>
                      <a:pt x="194" y="3"/>
                      <a:pt x="194" y="3"/>
                      <a:pt x="194" y="3"/>
                    </a:cubicBezTo>
                    <a:cubicBezTo>
                      <a:pt x="194" y="3"/>
                      <a:pt x="194" y="3"/>
                      <a:pt x="194" y="3"/>
                    </a:cubicBezTo>
                    <a:cubicBezTo>
                      <a:pt x="194" y="3"/>
                      <a:pt x="194" y="3"/>
                      <a:pt x="194" y="3"/>
                    </a:cubicBezTo>
                    <a:cubicBezTo>
                      <a:pt x="194" y="3"/>
                      <a:pt x="194" y="3"/>
                      <a:pt x="194" y="3"/>
                    </a:cubicBezTo>
                    <a:cubicBezTo>
                      <a:pt x="194" y="3"/>
                      <a:pt x="194" y="3"/>
                      <a:pt x="194" y="3"/>
                    </a:cubicBezTo>
                    <a:cubicBezTo>
                      <a:pt x="194" y="3"/>
                      <a:pt x="194" y="3"/>
                      <a:pt x="194" y="3"/>
                    </a:cubicBezTo>
                    <a:cubicBezTo>
                      <a:pt x="190" y="0"/>
                      <a:pt x="187" y="0"/>
                      <a:pt x="184" y="0"/>
                    </a:cubicBezTo>
                    <a:cubicBezTo>
                      <a:pt x="184" y="0"/>
                      <a:pt x="184" y="0"/>
                      <a:pt x="184" y="0"/>
                    </a:cubicBezTo>
                    <a:cubicBezTo>
                      <a:pt x="184" y="0"/>
                      <a:pt x="184" y="0"/>
                      <a:pt x="184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6" name="Freeform 64">
                <a:extLst>
                  <a:ext uri="{FF2B5EF4-FFF2-40B4-BE49-F238E27FC236}">
                    <a16:creationId xmlns:a16="http://schemas.microsoft.com/office/drawing/2014/main" id="{2526A43C-2D4D-4895-911C-F3DBA6DC76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" y="1114"/>
                <a:ext cx="193" cy="68"/>
              </a:xfrm>
              <a:custGeom>
                <a:avLst/>
                <a:gdLst>
                  <a:gd name="T0" fmla="*/ 124 w 133"/>
                  <a:gd name="T1" fmla="*/ 0 h 47"/>
                  <a:gd name="T2" fmla="*/ 117 w 133"/>
                  <a:gd name="T3" fmla="*/ 3 h 47"/>
                  <a:gd name="T4" fmla="*/ 110 w 133"/>
                  <a:gd name="T5" fmla="*/ 6 h 47"/>
                  <a:gd name="T6" fmla="*/ 90 w 133"/>
                  <a:gd name="T7" fmla="*/ 12 h 47"/>
                  <a:gd name="T8" fmla="*/ 63 w 133"/>
                  <a:gd name="T9" fmla="*/ 18 h 47"/>
                  <a:gd name="T10" fmla="*/ 39 w 133"/>
                  <a:gd name="T11" fmla="*/ 22 h 47"/>
                  <a:gd name="T12" fmla="*/ 23 w 133"/>
                  <a:gd name="T13" fmla="*/ 24 h 47"/>
                  <a:gd name="T14" fmla="*/ 3 w 133"/>
                  <a:gd name="T15" fmla="*/ 27 h 47"/>
                  <a:gd name="T16" fmla="*/ 0 w 133"/>
                  <a:gd name="T17" fmla="*/ 47 h 47"/>
                  <a:gd name="T18" fmla="*/ 0 w 133"/>
                  <a:gd name="T19" fmla="*/ 47 h 47"/>
                  <a:gd name="T20" fmla="*/ 18 w 133"/>
                  <a:gd name="T21" fmla="*/ 43 h 47"/>
                  <a:gd name="T22" fmla="*/ 46 w 133"/>
                  <a:gd name="T23" fmla="*/ 38 h 47"/>
                  <a:gd name="T24" fmla="*/ 80 w 133"/>
                  <a:gd name="T25" fmla="*/ 30 h 47"/>
                  <a:gd name="T26" fmla="*/ 84 w 133"/>
                  <a:gd name="T27" fmla="*/ 28 h 47"/>
                  <a:gd name="T28" fmla="*/ 91 w 133"/>
                  <a:gd name="T29" fmla="*/ 24 h 47"/>
                  <a:gd name="T30" fmla="*/ 107 w 133"/>
                  <a:gd name="T31" fmla="*/ 22 h 47"/>
                  <a:gd name="T32" fmla="*/ 107 w 133"/>
                  <a:gd name="T33" fmla="*/ 22 h 47"/>
                  <a:gd name="T34" fmla="*/ 107 w 133"/>
                  <a:gd name="T35" fmla="*/ 22 h 47"/>
                  <a:gd name="T36" fmla="*/ 109 w 133"/>
                  <a:gd name="T37" fmla="*/ 22 h 47"/>
                  <a:gd name="T38" fmla="*/ 109 w 133"/>
                  <a:gd name="T39" fmla="*/ 22 h 47"/>
                  <a:gd name="T40" fmla="*/ 109 w 133"/>
                  <a:gd name="T41" fmla="*/ 22 h 47"/>
                  <a:gd name="T42" fmla="*/ 109 w 133"/>
                  <a:gd name="T43" fmla="*/ 22 h 47"/>
                  <a:gd name="T44" fmla="*/ 117 w 133"/>
                  <a:gd name="T45" fmla="*/ 25 h 47"/>
                  <a:gd name="T46" fmla="*/ 117 w 133"/>
                  <a:gd name="T47" fmla="*/ 25 h 47"/>
                  <a:gd name="T48" fmla="*/ 133 w 133"/>
                  <a:gd name="T49" fmla="*/ 20 h 47"/>
                  <a:gd name="T50" fmla="*/ 133 w 133"/>
                  <a:gd name="T51" fmla="*/ 20 h 47"/>
                  <a:gd name="T52" fmla="*/ 124 w 133"/>
                  <a:gd name="T5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33" h="47">
                    <a:moveTo>
                      <a:pt x="124" y="0"/>
                    </a:moveTo>
                    <a:cubicBezTo>
                      <a:pt x="122" y="1"/>
                      <a:pt x="119" y="2"/>
                      <a:pt x="117" y="3"/>
                    </a:cubicBezTo>
                    <a:cubicBezTo>
                      <a:pt x="115" y="4"/>
                      <a:pt x="112" y="5"/>
                      <a:pt x="110" y="6"/>
                    </a:cubicBezTo>
                    <a:cubicBezTo>
                      <a:pt x="103" y="8"/>
                      <a:pt x="97" y="10"/>
                      <a:pt x="90" y="12"/>
                    </a:cubicBezTo>
                    <a:cubicBezTo>
                      <a:pt x="81" y="14"/>
                      <a:pt x="72" y="16"/>
                      <a:pt x="63" y="18"/>
                    </a:cubicBezTo>
                    <a:cubicBezTo>
                      <a:pt x="55" y="20"/>
                      <a:pt x="47" y="21"/>
                      <a:pt x="39" y="22"/>
                    </a:cubicBezTo>
                    <a:cubicBezTo>
                      <a:pt x="34" y="23"/>
                      <a:pt x="28" y="23"/>
                      <a:pt x="23" y="24"/>
                    </a:cubicBezTo>
                    <a:cubicBezTo>
                      <a:pt x="16" y="25"/>
                      <a:pt x="10" y="26"/>
                      <a:pt x="3" y="27"/>
                    </a:cubicBezTo>
                    <a:cubicBezTo>
                      <a:pt x="1" y="33"/>
                      <a:pt x="0" y="40"/>
                      <a:pt x="0" y="47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6" y="46"/>
                      <a:pt x="12" y="45"/>
                      <a:pt x="18" y="43"/>
                    </a:cubicBezTo>
                    <a:cubicBezTo>
                      <a:pt x="27" y="41"/>
                      <a:pt x="37" y="39"/>
                      <a:pt x="46" y="38"/>
                    </a:cubicBezTo>
                    <a:cubicBezTo>
                      <a:pt x="58" y="37"/>
                      <a:pt x="69" y="34"/>
                      <a:pt x="80" y="30"/>
                    </a:cubicBezTo>
                    <a:cubicBezTo>
                      <a:pt x="82" y="29"/>
                      <a:pt x="83" y="28"/>
                      <a:pt x="84" y="28"/>
                    </a:cubicBezTo>
                    <a:cubicBezTo>
                      <a:pt x="86" y="27"/>
                      <a:pt x="89" y="25"/>
                      <a:pt x="91" y="24"/>
                    </a:cubicBezTo>
                    <a:cubicBezTo>
                      <a:pt x="96" y="23"/>
                      <a:pt x="102" y="23"/>
                      <a:pt x="107" y="22"/>
                    </a:cubicBezTo>
                    <a:cubicBezTo>
                      <a:pt x="107" y="22"/>
                      <a:pt x="107" y="22"/>
                      <a:pt x="107" y="22"/>
                    </a:cubicBezTo>
                    <a:cubicBezTo>
                      <a:pt x="107" y="22"/>
                      <a:pt x="107" y="22"/>
                      <a:pt x="107" y="22"/>
                    </a:cubicBezTo>
                    <a:cubicBezTo>
                      <a:pt x="108" y="22"/>
                      <a:pt x="108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112" y="22"/>
                      <a:pt x="115" y="23"/>
                      <a:pt x="117" y="25"/>
                    </a:cubicBezTo>
                    <a:cubicBezTo>
                      <a:pt x="117" y="25"/>
                      <a:pt x="117" y="25"/>
                      <a:pt x="117" y="25"/>
                    </a:cubicBezTo>
                    <a:cubicBezTo>
                      <a:pt x="123" y="23"/>
                      <a:pt x="128" y="22"/>
                      <a:pt x="133" y="20"/>
                    </a:cubicBezTo>
                    <a:cubicBezTo>
                      <a:pt x="133" y="20"/>
                      <a:pt x="133" y="20"/>
                      <a:pt x="133" y="20"/>
                    </a:cubicBezTo>
                    <a:cubicBezTo>
                      <a:pt x="132" y="13"/>
                      <a:pt x="132" y="5"/>
                      <a:pt x="124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7" name="Freeform 65">
                <a:extLst>
                  <a:ext uri="{FF2B5EF4-FFF2-40B4-BE49-F238E27FC236}">
                    <a16:creationId xmlns:a16="http://schemas.microsoft.com/office/drawing/2014/main" id="{5A059768-6384-4BC0-A931-38FA0B124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0" y="1092"/>
                <a:ext cx="70" cy="51"/>
              </a:xfrm>
              <a:custGeom>
                <a:avLst/>
                <a:gdLst>
                  <a:gd name="T0" fmla="*/ 26 w 48"/>
                  <a:gd name="T1" fmla="*/ 0 h 35"/>
                  <a:gd name="T2" fmla="*/ 0 w 48"/>
                  <a:gd name="T3" fmla="*/ 14 h 35"/>
                  <a:gd name="T4" fmla="*/ 0 w 48"/>
                  <a:gd name="T5" fmla="*/ 14 h 35"/>
                  <a:gd name="T6" fmla="*/ 10 w 48"/>
                  <a:gd name="T7" fmla="*/ 35 h 35"/>
                  <a:gd name="T8" fmla="*/ 28 w 48"/>
                  <a:gd name="T9" fmla="*/ 29 h 35"/>
                  <a:gd name="T10" fmla="*/ 37 w 48"/>
                  <a:gd name="T11" fmla="*/ 25 h 35"/>
                  <a:gd name="T12" fmla="*/ 42 w 48"/>
                  <a:gd name="T13" fmla="*/ 24 h 35"/>
                  <a:gd name="T14" fmla="*/ 42 w 48"/>
                  <a:gd name="T15" fmla="*/ 24 h 35"/>
                  <a:gd name="T16" fmla="*/ 42 w 48"/>
                  <a:gd name="T17" fmla="*/ 24 h 35"/>
                  <a:gd name="T18" fmla="*/ 42 w 48"/>
                  <a:gd name="T19" fmla="*/ 24 h 35"/>
                  <a:gd name="T20" fmla="*/ 45 w 48"/>
                  <a:gd name="T21" fmla="*/ 25 h 35"/>
                  <a:gd name="T22" fmla="*/ 45 w 48"/>
                  <a:gd name="T23" fmla="*/ 25 h 35"/>
                  <a:gd name="T24" fmla="*/ 45 w 48"/>
                  <a:gd name="T25" fmla="*/ 25 h 35"/>
                  <a:gd name="T26" fmla="*/ 45 w 48"/>
                  <a:gd name="T27" fmla="*/ 25 h 35"/>
                  <a:gd name="T28" fmla="*/ 45 w 48"/>
                  <a:gd name="T29" fmla="*/ 25 h 35"/>
                  <a:gd name="T30" fmla="*/ 45 w 48"/>
                  <a:gd name="T31" fmla="*/ 25 h 35"/>
                  <a:gd name="T32" fmla="*/ 45 w 48"/>
                  <a:gd name="T33" fmla="*/ 25 h 35"/>
                  <a:gd name="T34" fmla="*/ 45 w 48"/>
                  <a:gd name="T35" fmla="*/ 25 h 35"/>
                  <a:gd name="T36" fmla="*/ 45 w 48"/>
                  <a:gd name="T37" fmla="*/ 25 h 35"/>
                  <a:gd name="T38" fmla="*/ 45 w 48"/>
                  <a:gd name="T39" fmla="*/ 25 h 35"/>
                  <a:gd name="T40" fmla="*/ 45 w 48"/>
                  <a:gd name="T41" fmla="*/ 25 h 35"/>
                  <a:gd name="T42" fmla="*/ 46 w 48"/>
                  <a:gd name="T43" fmla="*/ 25 h 35"/>
                  <a:gd name="T44" fmla="*/ 46 w 48"/>
                  <a:gd name="T45" fmla="*/ 25 h 35"/>
                  <a:gd name="T46" fmla="*/ 46 w 48"/>
                  <a:gd name="T47" fmla="*/ 25 h 35"/>
                  <a:gd name="T48" fmla="*/ 46 w 48"/>
                  <a:gd name="T49" fmla="*/ 25 h 35"/>
                  <a:gd name="T50" fmla="*/ 47 w 48"/>
                  <a:gd name="T51" fmla="*/ 25 h 35"/>
                  <a:gd name="T52" fmla="*/ 48 w 48"/>
                  <a:gd name="T53" fmla="*/ 25 h 35"/>
                  <a:gd name="T54" fmla="*/ 48 w 48"/>
                  <a:gd name="T55" fmla="*/ 25 h 35"/>
                  <a:gd name="T56" fmla="*/ 48 w 48"/>
                  <a:gd name="T57" fmla="*/ 25 h 35"/>
                  <a:gd name="T58" fmla="*/ 42 w 48"/>
                  <a:gd name="T59" fmla="*/ 14 h 35"/>
                  <a:gd name="T60" fmla="*/ 40 w 48"/>
                  <a:gd name="T61" fmla="*/ 11 h 35"/>
                  <a:gd name="T62" fmla="*/ 37 w 48"/>
                  <a:gd name="T63" fmla="*/ 5 h 35"/>
                  <a:gd name="T64" fmla="*/ 37 w 48"/>
                  <a:gd name="T65" fmla="*/ 5 h 35"/>
                  <a:gd name="T66" fmla="*/ 36 w 48"/>
                  <a:gd name="T67" fmla="*/ 5 h 35"/>
                  <a:gd name="T68" fmla="*/ 36 w 48"/>
                  <a:gd name="T69" fmla="*/ 5 h 35"/>
                  <a:gd name="T70" fmla="*/ 36 w 48"/>
                  <a:gd name="T71" fmla="*/ 5 h 35"/>
                  <a:gd name="T72" fmla="*/ 36 w 48"/>
                  <a:gd name="T73" fmla="*/ 5 h 35"/>
                  <a:gd name="T74" fmla="*/ 28 w 48"/>
                  <a:gd name="T75" fmla="*/ 1 h 35"/>
                  <a:gd name="T76" fmla="*/ 26 w 48"/>
                  <a:gd name="T77" fmla="*/ 0 h 35"/>
                  <a:gd name="T78" fmla="*/ 26 w 48"/>
                  <a:gd name="T7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48" h="35">
                    <a:moveTo>
                      <a:pt x="26" y="0"/>
                    </a:moveTo>
                    <a:cubicBezTo>
                      <a:pt x="18" y="4"/>
                      <a:pt x="9" y="9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8" y="19"/>
                      <a:pt x="8" y="27"/>
                      <a:pt x="10" y="35"/>
                    </a:cubicBezTo>
                    <a:cubicBezTo>
                      <a:pt x="16" y="33"/>
                      <a:pt x="22" y="31"/>
                      <a:pt x="28" y="29"/>
                    </a:cubicBezTo>
                    <a:cubicBezTo>
                      <a:pt x="31" y="28"/>
                      <a:pt x="34" y="27"/>
                      <a:pt x="37" y="25"/>
                    </a:cubicBezTo>
                    <a:cubicBezTo>
                      <a:pt x="39" y="25"/>
                      <a:pt x="40" y="24"/>
                      <a:pt x="42" y="24"/>
                    </a:cubicBezTo>
                    <a:cubicBezTo>
                      <a:pt x="42" y="24"/>
                      <a:pt x="42" y="24"/>
                      <a:pt x="42" y="24"/>
                    </a:cubicBezTo>
                    <a:cubicBezTo>
                      <a:pt x="42" y="24"/>
                      <a:pt x="42" y="24"/>
                      <a:pt x="42" y="24"/>
                    </a:cubicBezTo>
                    <a:cubicBezTo>
                      <a:pt x="42" y="24"/>
                      <a:pt x="42" y="24"/>
                      <a:pt x="42" y="24"/>
                    </a:cubicBezTo>
                    <a:cubicBezTo>
                      <a:pt x="43" y="24"/>
                      <a:pt x="44" y="24"/>
                      <a:pt x="45" y="25"/>
                    </a:cubicBezTo>
                    <a:cubicBezTo>
                      <a:pt x="45" y="25"/>
                      <a:pt x="45" y="25"/>
                      <a:pt x="45" y="25"/>
                    </a:cubicBezTo>
                    <a:cubicBezTo>
                      <a:pt x="45" y="25"/>
                      <a:pt x="45" y="25"/>
                      <a:pt x="45" y="25"/>
                    </a:cubicBezTo>
                    <a:cubicBezTo>
                      <a:pt x="45" y="25"/>
                      <a:pt x="45" y="25"/>
                      <a:pt x="45" y="25"/>
                    </a:cubicBezTo>
                    <a:cubicBezTo>
                      <a:pt x="45" y="25"/>
                      <a:pt x="45" y="25"/>
                      <a:pt x="45" y="25"/>
                    </a:cubicBezTo>
                    <a:cubicBezTo>
                      <a:pt x="45" y="25"/>
                      <a:pt x="45" y="25"/>
                      <a:pt x="45" y="25"/>
                    </a:cubicBezTo>
                    <a:cubicBezTo>
                      <a:pt x="45" y="25"/>
                      <a:pt x="45" y="25"/>
                      <a:pt x="45" y="25"/>
                    </a:cubicBezTo>
                    <a:cubicBezTo>
                      <a:pt x="45" y="25"/>
                      <a:pt x="45" y="25"/>
                      <a:pt x="45" y="25"/>
                    </a:cubicBezTo>
                    <a:cubicBezTo>
                      <a:pt x="45" y="25"/>
                      <a:pt x="45" y="25"/>
                      <a:pt x="45" y="25"/>
                    </a:cubicBezTo>
                    <a:cubicBezTo>
                      <a:pt x="45" y="25"/>
                      <a:pt x="45" y="25"/>
                      <a:pt x="45" y="25"/>
                    </a:cubicBezTo>
                    <a:cubicBezTo>
                      <a:pt x="45" y="25"/>
                      <a:pt x="45" y="25"/>
                      <a:pt x="45" y="25"/>
                    </a:cubicBezTo>
                    <a:cubicBezTo>
                      <a:pt x="45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7" y="25"/>
                    </a:cubicBezTo>
                    <a:cubicBezTo>
                      <a:pt x="47" y="25"/>
                      <a:pt x="48" y="25"/>
                      <a:pt x="48" y="25"/>
                    </a:cubicBezTo>
                    <a:cubicBezTo>
                      <a:pt x="48" y="25"/>
                      <a:pt x="48" y="25"/>
                      <a:pt x="48" y="25"/>
                    </a:cubicBezTo>
                    <a:cubicBezTo>
                      <a:pt x="48" y="25"/>
                      <a:pt x="48" y="25"/>
                      <a:pt x="48" y="25"/>
                    </a:cubicBezTo>
                    <a:cubicBezTo>
                      <a:pt x="47" y="21"/>
                      <a:pt x="46" y="17"/>
                      <a:pt x="42" y="14"/>
                    </a:cubicBezTo>
                    <a:cubicBezTo>
                      <a:pt x="41" y="14"/>
                      <a:pt x="41" y="12"/>
                      <a:pt x="40" y="11"/>
                    </a:cubicBezTo>
                    <a:cubicBezTo>
                      <a:pt x="39" y="9"/>
                      <a:pt x="38" y="7"/>
                      <a:pt x="37" y="5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7" y="5"/>
                      <a:pt x="36" y="5"/>
                      <a:pt x="36" y="5"/>
                    </a:cubicBezTo>
                    <a:cubicBezTo>
                      <a:pt x="36" y="5"/>
                      <a:pt x="36" y="5"/>
                      <a:pt x="36" y="5"/>
                    </a:cubicBezTo>
                    <a:cubicBezTo>
                      <a:pt x="36" y="5"/>
                      <a:pt x="36" y="5"/>
                      <a:pt x="36" y="5"/>
                    </a:cubicBezTo>
                    <a:cubicBezTo>
                      <a:pt x="36" y="5"/>
                      <a:pt x="36" y="5"/>
                      <a:pt x="36" y="5"/>
                    </a:cubicBezTo>
                    <a:cubicBezTo>
                      <a:pt x="33" y="5"/>
                      <a:pt x="31" y="3"/>
                      <a:pt x="28" y="1"/>
                    </a:cubicBezTo>
                    <a:cubicBezTo>
                      <a:pt x="28" y="0"/>
                      <a:pt x="27" y="0"/>
                      <a:pt x="26" y="0"/>
                    </a:cubicBezTo>
                    <a:cubicBezTo>
                      <a:pt x="26" y="0"/>
                      <a:pt x="26" y="0"/>
                      <a:pt x="2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8" name="Freeform 66">
                <a:extLst>
                  <a:ext uri="{FF2B5EF4-FFF2-40B4-BE49-F238E27FC236}">
                    <a16:creationId xmlns:a16="http://schemas.microsoft.com/office/drawing/2014/main" id="{7159360E-56B4-4870-8D9E-3A51B56B16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0" y="1869"/>
                <a:ext cx="769" cy="48"/>
              </a:xfrm>
              <a:custGeom>
                <a:avLst/>
                <a:gdLst>
                  <a:gd name="T0" fmla="*/ 247 w 528"/>
                  <a:gd name="T1" fmla="*/ 0 h 33"/>
                  <a:gd name="T2" fmla="*/ 202 w 528"/>
                  <a:gd name="T3" fmla="*/ 0 h 33"/>
                  <a:gd name="T4" fmla="*/ 100 w 528"/>
                  <a:gd name="T5" fmla="*/ 5 h 33"/>
                  <a:gd name="T6" fmla="*/ 17 w 528"/>
                  <a:gd name="T7" fmla="*/ 14 h 33"/>
                  <a:gd name="T8" fmla="*/ 0 w 528"/>
                  <a:gd name="T9" fmla="*/ 20 h 33"/>
                  <a:gd name="T10" fmla="*/ 28 w 528"/>
                  <a:gd name="T11" fmla="*/ 27 h 33"/>
                  <a:gd name="T12" fmla="*/ 55 w 528"/>
                  <a:gd name="T13" fmla="*/ 29 h 33"/>
                  <a:gd name="T14" fmla="*/ 55 w 528"/>
                  <a:gd name="T15" fmla="*/ 29 h 33"/>
                  <a:gd name="T16" fmla="*/ 59 w 528"/>
                  <a:gd name="T17" fmla="*/ 29 h 33"/>
                  <a:gd name="T18" fmla="*/ 109 w 528"/>
                  <a:gd name="T19" fmla="*/ 31 h 33"/>
                  <a:gd name="T20" fmla="*/ 114 w 528"/>
                  <a:gd name="T21" fmla="*/ 32 h 33"/>
                  <a:gd name="T22" fmla="*/ 153 w 528"/>
                  <a:gd name="T23" fmla="*/ 32 h 33"/>
                  <a:gd name="T24" fmla="*/ 153 w 528"/>
                  <a:gd name="T25" fmla="*/ 32 h 33"/>
                  <a:gd name="T26" fmla="*/ 155 w 528"/>
                  <a:gd name="T27" fmla="*/ 32 h 33"/>
                  <a:gd name="T28" fmla="*/ 187 w 528"/>
                  <a:gd name="T29" fmla="*/ 33 h 33"/>
                  <a:gd name="T30" fmla="*/ 225 w 528"/>
                  <a:gd name="T31" fmla="*/ 33 h 33"/>
                  <a:gd name="T32" fmla="*/ 226 w 528"/>
                  <a:gd name="T33" fmla="*/ 33 h 33"/>
                  <a:gd name="T34" fmla="*/ 281 w 528"/>
                  <a:gd name="T35" fmla="*/ 32 h 33"/>
                  <a:gd name="T36" fmla="*/ 285 w 528"/>
                  <a:gd name="T37" fmla="*/ 32 h 33"/>
                  <a:gd name="T38" fmla="*/ 361 w 528"/>
                  <a:gd name="T39" fmla="*/ 30 h 33"/>
                  <a:gd name="T40" fmla="*/ 430 w 528"/>
                  <a:gd name="T41" fmla="*/ 26 h 33"/>
                  <a:gd name="T42" fmla="*/ 505 w 528"/>
                  <a:gd name="T43" fmla="*/ 19 h 33"/>
                  <a:gd name="T44" fmla="*/ 528 w 528"/>
                  <a:gd name="T45" fmla="*/ 12 h 33"/>
                  <a:gd name="T46" fmla="*/ 492 w 528"/>
                  <a:gd name="T47" fmla="*/ 5 h 33"/>
                  <a:gd name="T48" fmla="*/ 418 w 528"/>
                  <a:gd name="T49" fmla="*/ 0 h 33"/>
                  <a:gd name="T50" fmla="*/ 414 w 528"/>
                  <a:gd name="T51" fmla="*/ 0 h 33"/>
                  <a:gd name="T52" fmla="*/ 414 w 528"/>
                  <a:gd name="T53" fmla="*/ 0 h 33"/>
                  <a:gd name="T54" fmla="*/ 409 w 528"/>
                  <a:gd name="T55" fmla="*/ 7 h 33"/>
                  <a:gd name="T56" fmla="*/ 408 w 528"/>
                  <a:gd name="T57" fmla="*/ 16 h 33"/>
                  <a:gd name="T58" fmla="*/ 403 w 528"/>
                  <a:gd name="T59" fmla="*/ 16 h 33"/>
                  <a:gd name="T60" fmla="*/ 403 w 528"/>
                  <a:gd name="T61" fmla="*/ 16 h 33"/>
                  <a:gd name="T62" fmla="*/ 400 w 528"/>
                  <a:gd name="T63" fmla="*/ 16 h 33"/>
                  <a:gd name="T64" fmla="*/ 368 w 528"/>
                  <a:gd name="T65" fmla="*/ 18 h 33"/>
                  <a:gd name="T66" fmla="*/ 330 w 528"/>
                  <a:gd name="T67" fmla="*/ 19 h 33"/>
                  <a:gd name="T68" fmla="*/ 326 w 528"/>
                  <a:gd name="T69" fmla="*/ 19 h 33"/>
                  <a:gd name="T70" fmla="*/ 325 w 528"/>
                  <a:gd name="T71" fmla="*/ 19 h 33"/>
                  <a:gd name="T72" fmla="*/ 324 w 528"/>
                  <a:gd name="T73" fmla="*/ 19 h 33"/>
                  <a:gd name="T74" fmla="*/ 322 w 528"/>
                  <a:gd name="T75" fmla="*/ 19 h 33"/>
                  <a:gd name="T76" fmla="*/ 315 w 528"/>
                  <a:gd name="T77" fmla="*/ 19 h 33"/>
                  <a:gd name="T78" fmla="*/ 301 w 528"/>
                  <a:gd name="T79" fmla="*/ 21 h 33"/>
                  <a:gd name="T80" fmla="*/ 295 w 528"/>
                  <a:gd name="T81" fmla="*/ 21 h 33"/>
                  <a:gd name="T82" fmla="*/ 295 w 528"/>
                  <a:gd name="T83" fmla="*/ 21 h 33"/>
                  <a:gd name="T84" fmla="*/ 291 w 528"/>
                  <a:gd name="T85" fmla="*/ 21 h 33"/>
                  <a:gd name="T86" fmla="*/ 260 w 528"/>
                  <a:gd name="T87" fmla="*/ 15 h 33"/>
                  <a:gd name="T88" fmla="*/ 252 w 528"/>
                  <a:gd name="T89" fmla="*/ 10 h 33"/>
                  <a:gd name="T90" fmla="*/ 252 w 528"/>
                  <a:gd name="T91" fmla="*/ 0 h 33"/>
                  <a:gd name="T92" fmla="*/ 248 w 528"/>
                  <a:gd name="T93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28" h="33">
                    <a:moveTo>
                      <a:pt x="248" y="0"/>
                    </a:moveTo>
                    <a:cubicBezTo>
                      <a:pt x="248" y="0"/>
                      <a:pt x="248" y="0"/>
                      <a:pt x="248" y="0"/>
                    </a:cubicBezTo>
                    <a:cubicBezTo>
                      <a:pt x="248" y="0"/>
                      <a:pt x="248" y="0"/>
                      <a:pt x="247" y="0"/>
                    </a:cubicBezTo>
                    <a:cubicBezTo>
                      <a:pt x="247" y="0"/>
                      <a:pt x="247" y="0"/>
                      <a:pt x="246" y="0"/>
                    </a:cubicBezTo>
                    <a:cubicBezTo>
                      <a:pt x="233" y="0"/>
                      <a:pt x="219" y="0"/>
                      <a:pt x="205" y="0"/>
                    </a:cubicBezTo>
                    <a:cubicBezTo>
                      <a:pt x="204" y="0"/>
                      <a:pt x="203" y="0"/>
                      <a:pt x="202" y="0"/>
                    </a:cubicBezTo>
                    <a:cubicBezTo>
                      <a:pt x="189" y="1"/>
                      <a:pt x="175" y="2"/>
                      <a:pt x="162" y="2"/>
                    </a:cubicBezTo>
                    <a:cubicBezTo>
                      <a:pt x="151" y="3"/>
                      <a:pt x="141" y="3"/>
                      <a:pt x="130" y="3"/>
                    </a:cubicBezTo>
                    <a:cubicBezTo>
                      <a:pt x="120" y="4"/>
                      <a:pt x="110" y="5"/>
                      <a:pt x="100" y="5"/>
                    </a:cubicBezTo>
                    <a:cubicBezTo>
                      <a:pt x="94" y="6"/>
                      <a:pt x="88" y="6"/>
                      <a:pt x="82" y="7"/>
                    </a:cubicBezTo>
                    <a:cubicBezTo>
                      <a:pt x="73" y="7"/>
                      <a:pt x="63" y="9"/>
                      <a:pt x="53" y="9"/>
                    </a:cubicBezTo>
                    <a:cubicBezTo>
                      <a:pt x="41" y="10"/>
                      <a:pt x="29" y="12"/>
                      <a:pt x="17" y="14"/>
                    </a:cubicBezTo>
                    <a:cubicBezTo>
                      <a:pt x="12" y="15"/>
                      <a:pt x="8" y="16"/>
                      <a:pt x="3" y="17"/>
                    </a:cubicBezTo>
                    <a:cubicBezTo>
                      <a:pt x="2" y="18"/>
                      <a:pt x="0" y="18"/>
                      <a:pt x="0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1" y="21"/>
                      <a:pt x="2" y="22"/>
                      <a:pt x="3" y="22"/>
                    </a:cubicBezTo>
                    <a:cubicBezTo>
                      <a:pt x="10" y="24"/>
                      <a:pt x="17" y="26"/>
                      <a:pt x="24" y="26"/>
                    </a:cubicBezTo>
                    <a:cubicBezTo>
                      <a:pt x="25" y="26"/>
                      <a:pt x="27" y="26"/>
                      <a:pt x="28" y="27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9" y="27"/>
                      <a:pt x="29" y="27"/>
                      <a:pt x="29" y="27"/>
                    </a:cubicBezTo>
                    <a:cubicBezTo>
                      <a:pt x="37" y="27"/>
                      <a:pt x="46" y="29"/>
                      <a:pt x="55" y="29"/>
                    </a:cubicBezTo>
                    <a:cubicBezTo>
                      <a:pt x="55" y="29"/>
                      <a:pt x="55" y="29"/>
                      <a:pt x="55" y="29"/>
                    </a:cubicBezTo>
                    <a:cubicBezTo>
                      <a:pt x="55" y="29"/>
                      <a:pt x="55" y="29"/>
                      <a:pt x="55" y="29"/>
                    </a:cubicBezTo>
                    <a:cubicBezTo>
                      <a:pt x="55" y="29"/>
                      <a:pt x="55" y="29"/>
                      <a:pt x="55" y="29"/>
                    </a:cubicBezTo>
                    <a:cubicBezTo>
                      <a:pt x="56" y="29"/>
                      <a:pt x="57" y="29"/>
                      <a:pt x="59" y="29"/>
                    </a:cubicBezTo>
                    <a:cubicBezTo>
                      <a:pt x="59" y="29"/>
                      <a:pt x="59" y="29"/>
                      <a:pt x="59" y="29"/>
                    </a:cubicBezTo>
                    <a:cubicBezTo>
                      <a:pt x="59" y="29"/>
                      <a:pt x="59" y="29"/>
                      <a:pt x="59" y="29"/>
                    </a:cubicBezTo>
                    <a:cubicBezTo>
                      <a:pt x="60" y="29"/>
                      <a:pt x="60" y="29"/>
                      <a:pt x="60" y="29"/>
                    </a:cubicBezTo>
                    <a:cubicBezTo>
                      <a:pt x="68" y="29"/>
                      <a:pt x="75" y="30"/>
                      <a:pt x="83" y="30"/>
                    </a:cubicBezTo>
                    <a:cubicBezTo>
                      <a:pt x="91" y="31"/>
                      <a:pt x="100" y="31"/>
                      <a:pt x="109" y="31"/>
                    </a:cubicBezTo>
                    <a:cubicBezTo>
                      <a:pt x="109" y="31"/>
                      <a:pt x="109" y="31"/>
                      <a:pt x="109" y="31"/>
                    </a:cubicBezTo>
                    <a:cubicBezTo>
                      <a:pt x="110" y="31"/>
                      <a:pt x="111" y="31"/>
                      <a:pt x="112" y="31"/>
                    </a:cubicBezTo>
                    <a:cubicBezTo>
                      <a:pt x="113" y="31"/>
                      <a:pt x="114" y="32"/>
                      <a:pt x="114" y="32"/>
                    </a:cubicBezTo>
                    <a:cubicBezTo>
                      <a:pt x="115" y="32"/>
                      <a:pt x="115" y="32"/>
                      <a:pt x="116" y="32"/>
                    </a:cubicBezTo>
                    <a:cubicBezTo>
                      <a:pt x="118" y="32"/>
                      <a:pt x="119" y="32"/>
                      <a:pt x="121" y="32"/>
                    </a:cubicBezTo>
                    <a:cubicBezTo>
                      <a:pt x="131" y="32"/>
                      <a:pt x="142" y="32"/>
                      <a:pt x="153" y="32"/>
                    </a:cubicBezTo>
                    <a:cubicBezTo>
                      <a:pt x="153" y="32"/>
                      <a:pt x="153" y="32"/>
                      <a:pt x="153" y="32"/>
                    </a:cubicBezTo>
                    <a:cubicBezTo>
                      <a:pt x="153" y="32"/>
                      <a:pt x="153" y="32"/>
                      <a:pt x="153" y="32"/>
                    </a:cubicBezTo>
                    <a:cubicBezTo>
                      <a:pt x="153" y="32"/>
                      <a:pt x="153" y="32"/>
                      <a:pt x="153" y="32"/>
                    </a:cubicBezTo>
                    <a:cubicBezTo>
                      <a:pt x="153" y="32"/>
                      <a:pt x="153" y="32"/>
                      <a:pt x="153" y="32"/>
                    </a:cubicBezTo>
                    <a:cubicBezTo>
                      <a:pt x="154" y="32"/>
                      <a:pt x="154" y="32"/>
                      <a:pt x="155" y="32"/>
                    </a:cubicBezTo>
                    <a:cubicBezTo>
                      <a:pt x="155" y="32"/>
                      <a:pt x="155" y="32"/>
                      <a:pt x="155" y="32"/>
                    </a:cubicBezTo>
                    <a:cubicBezTo>
                      <a:pt x="155" y="32"/>
                      <a:pt x="155" y="32"/>
                      <a:pt x="155" y="32"/>
                    </a:cubicBezTo>
                    <a:cubicBezTo>
                      <a:pt x="155" y="32"/>
                      <a:pt x="155" y="32"/>
                      <a:pt x="155" y="32"/>
                    </a:cubicBezTo>
                    <a:cubicBezTo>
                      <a:pt x="166" y="32"/>
                      <a:pt x="176" y="32"/>
                      <a:pt x="187" y="33"/>
                    </a:cubicBezTo>
                    <a:cubicBezTo>
                      <a:pt x="188" y="33"/>
                      <a:pt x="189" y="33"/>
                      <a:pt x="190" y="33"/>
                    </a:cubicBezTo>
                    <a:cubicBezTo>
                      <a:pt x="190" y="33"/>
                      <a:pt x="190" y="33"/>
                      <a:pt x="190" y="33"/>
                    </a:cubicBezTo>
                    <a:cubicBezTo>
                      <a:pt x="202" y="33"/>
                      <a:pt x="214" y="33"/>
                      <a:pt x="225" y="33"/>
                    </a:cubicBezTo>
                    <a:cubicBezTo>
                      <a:pt x="226" y="33"/>
                      <a:pt x="226" y="33"/>
                      <a:pt x="226" y="33"/>
                    </a:cubicBezTo>
                    <a:cubicBezTo>
                      <a:pt x="226" y="33"/>
                      <a:pt x="226" y="33"/>
                      <a:pt x="226" y="33"/>
                    </a:cubicBezTo>
                    <a:cubicBezTo>
                      <a:pt x="226" y="33"/>
                      <a:pt x="226" y="33"/>
                      <a:pt x="226" y="33"/>
                    </a:cubicBezTo>
                    <a:cubicBezTo>
                      <a:pt x="243" y="33"/>
                      <a:pt x="261" y="33"/>
                      <a:pt x="279" y="32"/>
                    </a:cubicBezTo>
                    <a:cubicBezTo>
                      <a:pt x="279" y="32"/>
                      <a:pt x="280" y="32"/>
                      <a:pt x="280" y="32"/>
                    </a:cubicBezTo>
                    <a:cubicBezTo>
                      <a:pt x="280" y="32"/>
                      <a:pt x="281" y="32"/>
                      <a:pt x="281" y="32"/>
                    </a:cubicBezTo>
                    <a:cubicBezTo>
                      <a:pt x="282" y="32"/>
                      <a:pt x="283" y="32"/>
                      <a:pt x="284" y="32"/>
                    </a:cubicBezTo>
                    <a:cubicBezTo>
                      <a:pt x="284" y="32"/>
                      <a:pt x="284" y="32"/>
                      <a:pt x="284" y="32"/>
                    </a:cubicBezTo>
                    <a:cubicBezTo>
                      <a:pt x="284" y="32"/>
                      <a:pt x="285" y="32"/>
                      <a:pt x="285" y="32"/>
                    </a:cubicBezTo>
                    <a:cubicBezTo>
                      <a:pt x="285" y="32"/>
                      <a:pt x="285" y="32"/>
                      <a:pt x="285" y="32"/>
                    </a:cubicBezTo>
                    <a:cubicBezTo>
                      <a:pt x="301" y="31"/>
                      <a:pt x="317" y="31"/>
                      <a:pt x="332" y="31"/>
                    </a:cubicBezTo>
                    <a:cubicBezTo>
                      <a:pt x="342" y="30"/>
                      <a:pt x="351" y="30"/>
                      <a:pt x="361" y="30"/>
                    </a:cubicBezTo>
                    <a:cubicBezTo>
                      <a:pt x="374" y="29"/>
                      <a:pt x="387" y="29"/>
                      <a:pt x="400" y="28"/>
                    </a:cubicBezTo>
                    <a:cubicBezTo>
                      <a:pt x="401" y="28"/>
                      <a:pt x="402" y="28"/>
                      <a:pt x="403" y="28"/>
                    </a:cubicBezTo>
                    <a:cubicBezTo>
                      <a:pt x="412" y="28"/>
                      <a:pt x="421" y="27"/>
                      <a:pt x="430" y="26"/>
                    </a:cubicBezTo>
                    <a:cubicBezTo>
                      <a:pt x="439" y="25"/>
                      <a:pt x="449" y="25"/>
                      <a:pt x="459" y="24"/>
                    </a:cubicBezTo>
                    <a:cubicBezTo>
                      <a:pt x="463" y="24"/>
                      <a:pt x="468" y="23"/>
                      <a:pt x="473" y="23"/>
                    </a:cubicBezTo>
                    <a:cubicBezTo>
                      <a:pt x="483" y="22"/>
                      <a:pt x="494" y="20"/>
                      <a:pt x="505" y="19"/>
                    </a:cubicBezTo>
                    <a:cubicBezTo>
                      <a:pt x="509" y="18"/>
                      <a:pt x="514" y="18"/>
                      <a:pt x="518" y="17"/>
                    </a:cubicBezTo>
                    <a:cubicBezTo>
                      <a:pt x="521" y="16"/>
                      <a:pt x="525" y="15"/>
                      <a:pt x="528" y="12"/>
                    </a:cubicBezTo>
                    <a:cubicBezTo>
                      <a:pt x="528" y="12"/>
                      <a:pt x="528" y="12"/>
                      <a:pt x="528" y="12"/>
                    </a:cubicBezTo>
                    <a:cubicBezTo>
                      <a:pt x="527" y="11"/>
                      <a:pt x="526" y="10"/>
                      <a:pt x="525" y="10"/>
                    </a:cubicBezTo>
                    <a:cubicBezTo>
                      <a:pt x="521" y="9"/>
                      <a:pt x="517" y="8"/>
                      <a:pt x="513" y="8"/>
                    </a:cubicBezTo>
                    <a:cubicBezTo>
                      <a:pt x="506" y="7"/>
                      <a:pt x="499" y="6"/>
                      <a:pt x="492" y="5"/>
                    </a:cubicBezTo>
                    <a:cubicBezTo>
                      <a:pt x="482" y="4"/>
                      <a:pt x="472" y="3"/>
                      <a:pt x="462" y="2"/>
                    </a:cubicBezTo>
                    <a:cubicBezTo>
                      <a:pt x="450" y="2"/>
                      <a:pt x="438" y="2"/>
                      <a:pt x="426" y="1"/>
                    </a:cubicBezTo>
                    <a:cubicBezTo>
                      <a:pt x="423" y="1"/>
                      <a:pt x="420" y="1"/>
                      <a:pt x="418" y="0"/>
                    </a:cubicBezTo>
                    <a:cubicBezTo>
                      <a:pt x="418" y="0"/>
                      <a:pt x="418" y="0"/>
                      <a:pt x="418" y="0"/>
                    </a:cubicBezTo>
                    <a:cubicBezTo>
                      <a:pt x="417" y="0"/>
                      <a:pt x="417" y="0"/>
                      <a:pt x="416" y="0"/>
                    </a:cubicBezTo>
                    <a:cubicBezTo>
                      <a:pt x="415" y="0"/>
                      <a:pt x="415" y="0"/>
                      <a:pt x="414" y="0"/>
                    </a:cubicBezTo>
                    <a:cubicBezTo>
                      <a:pt x="414" y="0"/>
                      <a:pt x="414" y="0"/>
                      <a:pt x="414" y="0"/>
                    </a:cubicBezTo>
                    <a:cubicBezTo>
                      <a:pt x="414" y="0"/>
                      <a:pt x="414" y="0"/>
                      <a:pt x="414" y="0"/>
                    </a:cubicBezTo>
                    <a:cubicBezTo>
                      <a:pt x="414" y="0"/>
                      <a:pt x="414" y="0"/>
                      <a:pt x="414" y="0"/>
                    </a:cubicBezTo>
                    <a:cubicBezTo>
                      <a:pt x="414" y="0"/>
                      <a:pt x="413" y="0"/>
                      <a:pt x="412" y="0"/>
                    </a:cubicBezTo>
                    <a:cubicBezTo>
                      <a:pt x="411" y="0"/>
                      <a:pt x="410" y="0"/>
                      <a:pt x="409" y="0"/>
                    </a:cubicBezTo>
                    <a:cubicBezTo>
                      <a:pt x="409" y="3"/>
                      <a:pt x="409" y="5"/>
                      <a:pt x="409" y="7"/>
                    </a:cubicBezTo>
                    <a:cubicBezTo>
                      <a:pt x="409" y="9"/>
                      <a:pt x="409" y="11"/>
                      <a:pt x="409" y="12"/>
                    </a:cubicBezTo>
                    <a:cubicBezTo>
                      <a:pt x="409" y="13"/>
                      <a:pt x="409" y="13"/>
                      <a:pt x="409" y="14"/>
                    </a:cubicBezTo>
                    <a:cubicBezTo>
                      <a:pt x="409" y="15"/>
                      <a:pt x="409" y="16"/>
                      <a:pt x="408" y="16"/>
                    </a:cubicBezTo>
                    <a:cubicBezTo>
                      <a:pt x="408" y="16"/>
                      <a:pt x="408" y="16"/>
                      <a:pt x="408" y="16"/>
                    </a:cubicBezTo>
                    <a:cubicBezTo>
                      <a:pt x="407" y="16"/>
                      <a:pt x="405" y="16"/>
                      <a:pt x="404" y="16"/>
                    </a:cubicBezTo>
                    <a:cubicBezTo>
                      <a:pt x="404" y="16"/>
                      <a:pt x="403" y="16"/>
                      <a:pt x="403" y="16"/>
                    </a:cubicBezTo>
                    <a:cubicBezTo>
                      <a:pt x="403" y="16"/>
                      <a:pt x="403" y="16"/>
                      <a:pt x="403" y="16"/>
                    </a:cubicBezTo>
                    <a:cubicBezTo>
                      <a:pt x="403" y="16"/>
                      <a:pt x="403" y="16"/>
                      <a:pt x="403" y="16"/>
                    </a:cubicBezTo>
                    <a:cubicBezTo>
                      <a:pt x="403" y="16"/>
                      <a:pt x="403" y="16"/>
                      <a:pt x="403" y="16"/>
                    </a:cubicBezTo>
                    <a:cubicBezTo>
                      <a:pt x="402" y="16"/>
                      <a:pt x="402" y="16"/>
                      <a:pt x="401" y="16"/>
                    </a:cubicBezTo>
                    <a:cubicBezTo>
                      <a:pt x="401" y="16"/>
                      <a:pt x="401" y="16"/>
                      <a:pt x="401" y="16"/>
                    </a:cubicBezTo>
                    <a:cubicBezTo>
                      <a:pt x="401" y="16"/>
                      <a:pt x="401" y="16"/>
                      <a:pt x="400" y="16"/>
                    </a:cubicBezTo>
                    <a:cubicBezTo>
                      <a:pt x="400" y="16"/>
                      <a:pt x="400" y="16"/>
                      <a:pt x="400" y="16"/>
                    </a:cubicBezTo>
                    <a:cubicBezTo>
                      <a:pt x="397" y="16"/>
                      <a:pt x="395" y="17"/>
                      <a:pt x="392" y="17"/>
                    </a:cubicBezTo>
                    <a:cubicBezTo>
                      <a:pt x="384" y="17"/>
                      <a:pt x="376" y="18"/>
                      <a:pt x="368" y="18"/>
                    </a:cubicBezTo>
                    <a:cubicBezTo>
                      <a:pt x="356" y="18"/>
                      <a:pt x="344" y="19"/>
                      <a:pt x="332" y="19"/>
                    </a:cubicBezTo>
                    <a:cubicBezTo>
                      <a:pt x="332" y="19"/>
                      <a:pt x="331" y="19"/>
                      <a:pt x="331" y="19"/>
                    </a:cubicBezTo>
                    <a:cubicBezTo>
                      <a:pt x="331" y="19"/>
                      <a:pt x="330" y="19"/>
                      <a:pt x="330" y="19"/>
                    </a:cubicBezTo>
                    <a:cubicBezTo>
                      <a:pt x="329" y="19"/>
                      <a:pt x="329" y="19"/>
                      <a:pt x="329" y="19"/>
                    </a:cubicBezTo>
                    <a:cubicBezTo>
                      <a:pt x="328" y="19"/>
                      <a:pt x="327" y="19"/>
                      <a:pt x="326" y="19"/>
                    </a:cubicBezTo>
                    <a:cubicBezTo>
                      <a:pt x="326" y="19"/>
                      <a:pt x="326" y="19"/>
                      <a:pt x="326" y="19"/>
                    </a:cubicBezTo>
                    <a:cubicBezTo>
                      <a:pt x="326" y="19"/>
                      <a:pt x="326" y="19"/>
                      <a:pt x="326" y="19"/>
                    </a:cubicBezTo>
                    <a:cubicBezTo>
                      <a:pt x="326" y="19"/>
                      <a:pt x="326" y="19"/>
                      <a:pt x="326" y="19"/>
                    </a:cubicBezTo>
                    <a:cubicBezTo>
                      <a:pt x="326" y="19"/>
                      <a:pt x="325" y="19"/>
                      <a:pt x="325" y="19"/>
                    </a:cubicBezTo>
                    <a:cubicBezTo>
                      <a:pt x="325" y="19"/>
                      <a:pt x="324" y="19"/>
                      <a:pt x="324" y="19"/>
                    </a:cubicBezTo>
                    <a:cubicBezTo>
                      <a:pt x="324" y="19"/>
                      <a:pt x="324" y="19"/>
                      <a:pt x="324" y="19"/>
                    </a:cubicBezTo>
                    <a:cubicBezTo>
                      <a:pt x="324" y="19"/>
                      <a:pt x="324" y="19"/>
                      <a:pt x="324" y="19"/>
                    </a:cubicBezTo>
                    <a:cubicBezTo>
                      <a:pt x="324" y="19"/>
                      <a:pt x="324" y="19"/>
                      <a:pt x="323" y="19"/>
                    </a:cubicBezTo>
                    <a:cubicBezTo>
                      <a:pt x="323" y="19"/>
                      <a:pt x="323" y="19"/>
                      <a:pt x="323" y="19"/>
                    </a:cubicBezTo>
                    <a:cubicBezTo>
                      <a:pt x="323" y="19"/>
                      <a:pt x="323" y="19"/>
                      <a:pt x="322" y="19"/>
                    </a:cubicBezTo>
                    <a:cubicBezTo>
                      <a:pt x="322" y="19"/>
                      <a:pt x="322" y="19"/>
                      <a:pt x="322" y="19"/>
                    </a:cubicBezTo>
                    <a:cubicBezTo>
                      <a:pt x="322" y="19"/>
                      <a:pt x="322" y="19"/>
                      <a:pt x="322" y="19"/>
                    </a:cubicBezTo>
                    <a:cubicBezTo>
                      <a:pt x="320" y="19"/>
                      <a:pt x="318" y="19"/>
                      <a:pt x="315" y="19"/>
                    </a:cubicBezTo>
                    <a:cubicBezTo>
                      <a:pt x="315" y="19"/>
                      <a:pt x="315" y="19"/>
                      <a:pt x="315" y="19"/>
                    </a:cubicBezTo>
                    <a:cubicBezTo>
                      <a:pt x="310" y="19"/>
                      <a:pt x="305" y="20"/>
                      <a:pt x="301" y="21"/>
                    </a:cubicBezTo>
                    <a:cubicBezTo>
                      <a:pt x="301" y="21"/>
                      <a:pt x="301" y="21"/>
                      <a:pt x="301" y="21"/>
                    </a:cubicBezTo>
                    <a:cubicBezTo>
                      <a:pt x="301" y="21"/>
                      <a:pt x="301" y="21"/>
                      <a:pt x="301" y="21"/>
                    </a:cubicBezTo>
                    <a:cubicBezTo>
                      <a:pt x="301" y="21"/>
                      <a:pt x="301" y="21"/>
                      <a:pt x="301" y="21"/>
                    </a:cubicBezTo>
                    <a:cubicBezTo>
                      <a:pt x="299" y="21"/>
                      <a:pt x="297" y="21"/>
                      <a:pt x="295" y="21"/>
                    </a:cubicBezTo>
                    <a:cubicBezTo>
                      <a:pt x="295" y="21"/>
                      <a:pt x="295" y="21"/>
                      <a:pt x="295" y="21"/>
                    </a:cubicBezTo>
                    <a:cubicBezTo>
                      <a:pt x="295" y="21"/>
                      <a:pt x="295" y="21"/>
                      <a:pt x="295" y="21"/>
                    </a:cubicBezTo>
                    <a:cubicBezTo>
                      <a:pt x="295" y="21"/>
                      <a:pt x="295" y="21"/>
                      <a:pt x="295" y="21"/>
                    </a:cubicBezTo>
                    <a:cubicBezTo>
                      <a:pt x="294" y="21"/>
                      <a:pt x="292" y="21"/>
                      <a:pt x="291" y="21"/>
                    </a:cubicBezTo>
                    <a:cubicBezTo>
                      <a:pt x="291" y="21"/>
                      <a:pt x="291" y="21"/>
                      <a:pt x="291" y="21"/>
                    </a:cubicBezTo>
                    <a:cubicBezTo>
                      <a:pt x="291" y="21"/>
                      <a:pt x="291" y="21"/>
                      <a:pt x="291" y="21"/>
                    </a:cubicBezTo>
                    <a:cubicBezTo>
                      <a:pt x="291" y="21"/>
                      <a:pt x="291" y="21"/>
                      <a:pt x="291" y="21"/>
                    </a:cubicBezTo>
                    <a:cubicBezTo>
                      <a:pt x="291" y="21"/>
                      <a:pt x="291" y="21"/>
                      <a:pt x="291" y="21"/>
                    </a:cubicBezTo>
                    <a:cubicBezTo>
                      <a:pt x="280" y="18"/>
                      <a:pt x="270" y="16"/>
                      <a:pt x="260" y="15"/>
                    </a:cubicBezTo>
                    <a:cubicBezTo>
                      <a:pt x="256" y="14"/>
                      <a:pt x="252" y="14"/>
                      <a:pt x="248" y="12"/>
                    </a:cubicBezTo>
                    <a:cubicBezTo>
                      <a:pt x="248" y="12"/>
                      <a:pt x="248" y="12"/>
                      <a:pt x="248" y="12"/>
                    </a:cubicBezTo>
                    <a:cubicBezTo>
                      <a:pt x="250" y="11"/>
                      <a:pt x="251" y="10"/>
                      <a:pt x="252" y="10"/>
                    </a:cubicBezTo>
                    <a:cubicBezTo>
                      <a:pt x="252" y="8"/>
                      <a:pt x="252" y="7"/>
                      <a:pt x="252" y="6"/>
                    </a:cubicBezTo>
                    <a:cubicBezTo>
                      <a:pt x="252" y="4"/>
                      <a:pt x="252" y="3"/>
                      <a:pt x="252" y="2"/>
                    </a:cubicBezTo>
                    <a:cubicBezTo>
                      <a:pt x="252" y="1"/>
                      <a:pt x="252" y="1"/>
                      <a:pt x="252" y="0"/>
                    </a:cubicBezTo>
                    <a:cubicBezTo>
                      <a:pt x="252" y="0"/>
                      <a:pt x="252" y="0"/>
                      <a:pt x="252" y="0"/>
                    </a:cubicBezTo>
                    <a:cubicBezTo>
                      <a:pt x="251" y="0"/>
                      <a:pt x="251" y="0"/>
                      <a:pt x="250" y="0"/>
                    </a:cubicBezTo>
                    <a:cubicBezTo>
                      <a:pt x="250" y="0"/>
                      <a:pt x="249" y="0"/>
                      <a:pt x="248" y="0"/>
                    </a:cubicBezTo>
                    <a:cubicBezTo>
                      <a:pt x="248" y="0"/>
                      <a:pt x="248" y="0"/>
                      <a:pt x="248" y="0"/>
                    </a:cubicBezTo>
                    <a:cubicBezTo>
                      <a:pt x="248" y="0"/>
                      <a:pt x="248" y="0"/>
                      <a:pt x="248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9" name="Freeform 67">
                <a:extLst>
                  <a:ext uri="{FF2B5EF4-FFF2-40B4-BE49-F238E27FC236}">
                    <a16:creationId xmlns:a16="http://schemas.microsoft.com/office/drawing/2014/main" id="{8A29B5CE-1E22-4E7A-ABD2-73B030B5E1C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18" y="1735"/>
                <a:ext cx="155" cy="131"/>
              </a:xfrm>
              <a:custGeom>
                <a:avLst/>
                <a:gdLst>
                  <a:gd name="T0" fmla="*/ 38 w 106"/>
                  <a:gd name="T1" fmla="*/ 64 h 90"/>
                  <a:gd name="T2" fmla="*/ 37 w 106"/>
                  <a:gd name="T3" fmla="*/ 76 h 90"/>
                  <a:gd name="T4" fmla="*/ 37 w 106"/>
                  <a:gd name="T5" fmla="*/ 52 h 90"/>
                  <a:gd name="T6" fmla="*/ 40 w 106"/>
                  <a:gd name="T7" fmla="*/ 52 h 90"/>
                  <a:gd name="T8" fmla="*/ 37 w 106"/>
                  <a:gd name="T9" fmla="*/ 52 h 90"/>
                  <a:gd name="T10" fmla="*/ 39 w 106"/>
                  <a:gd name="T11" fmla="*/ 26 h 90"/>
                  <a:gd name="T12" fmla="*/ 40 w 106"/>
                  <a:gd name="T13" fmla="*/ 38 h 90"/>
                  <a:gd name="T14" fmla="*/ 37 w 106"/>
                  <a:gd name="T15" fmla="*/ 34 h 90"/>
                  <a:gd name="T16" fmla="*/ 40 w 106"/>
                  <a:gd name="T17" fmla="*/ 6 h 90"/>
                  <a:gd name="T18" fmla="*/ 40 w 106"/>
                  <a:gd name="T19" fmla="*/ 6 h 90"/>
                  <a:gd name="T20" fmla="*/ 40 w 106"/>
                  <a:gd name="T21" fmla="*/ 6 h 90"/>
                  <a:gd name="T22" fmla="*/ 41 w 106"/>
                  <a:gd name="T23" fmla="*/ 8 h 90"/>
                  <a:gd name="T24" fmla="*/ 40 w 106"/>
                  <a:gd name="T25" fmla="*/ 16 h 90"/>
                  <a:gd name="T26" fmla="*/ 37 w 106"/>
                  <a:gd name="T27" fmla="*/ 14 h 90"/>
                  <a:gd name="T28" fmla="*/ 38 w 106"/>
                  <a:gd name="T29" fmla="*/ 6 h 90"/>
                  <a:gd name="T30" fmla="*/ 38 w 106"/>
                  <a:gd name="T31" fmla="*/ 6 h 90"/>
                  <a:gd name="T32" fmla="*/ 39 w 106"/>
                  <a:gd name="T33" fmla="*/ 6 h 90"/>
                  <a:gd name="T34" fmla="*/ 40 w 106"/>
                  <a:gd name="T35" fmla="*/ 6 h 90"/>
                  <a:gd name="T36" fmla="*/ 40 w 106"/>
                  <a:gd name="T37" fmla="*/ 6 h 90"/>
                  <a:gd name="T38" fmla="*/ 31 w 106"/>
                  <a:gd name="T39" fmla="*/ 0 h 90"/>
                  <a:gd name="T40" fmla="*/ 1 w 106"/>
                  <a:gd name="T41" fmla="*/ 4 h 90"/>
                  <a:gd name="T42" fmla="*/ 1 w 106"/>
                  <a:gd name="T43" fmla="*/ 4 h 90"/>
                  <a:gd name="T44" fmla="*/ 0 w 106"/>
                  <a:gd name="T45" fmla="*/ 7 h 90"/>
                  <a:gd name="T46" fmla="*/ 1 w 106"/>
                  <a:gd name="T47" fmla="*/ 87 h 90"/>
                  <a:gd name="T48" fmla="*/ 36 w 106"/>
                  <a:gd name="T49" fmla="*/ 88 h 90"/>
                  <a:gd name="T50" fmla="*/ 41 w 106"/>
                  <a:gd name="T51" fmla="*/ 80 h 90"/>
                  <a:gd name="T52" fmla="*/ 40 w 106"/>
                  <a:gd name="T53" fmla="*/ 88 h 90"/>
                  <a:gd name="T54" fmla="*/ 67 w 106"/>
                  <a:gd name="T55" fmla="*/ 89 h 90"/>
                  <a:gd name="T56" fmla="*/ 67 w 106"/>
                  <a:gd name="T57" fmla="*/ 89 h 90"/>
                  <a:gd name="T58" fmla="*/ 70 w 106"/>
                  <a:gd name="T59" fmla="*/ 89 h 90"/>
                  <a:gd name="T60" fmla="*/ 74 w 106"/>
                  <a:gd name="T61" fmla="*/ 89 h 90"/>
                  <a:gd name="T62" fmla="*/ 74 w 106"/>
                  <a:gd name="T63" fmla="*/ 89 h 90"/>
                  <a:gd name="T64" fmla="*/ 81 w 106"/>
                  <a:gd name="T65" fmla="*/ 89 h 90"/>
                  <a:gd name="T66" fmla="*/ 81 w 106"/>
                  <a:gd name="T67" fmla="*/ 89 h 90"/>
                  <a:gd name="T68" fmla="*/ 102 w 106"/>
                  <a:gd name="T69" fmla="*/ 89 h 90"/>
                  <a:gd name="T70" fmla="*/ 102 w 106"/>
                  <a:gd name="T71" fmla="*/ 89 h 90"/>
                  <a:gd name="T72" fmla="*/ 103 w 106"/>
                  <a:gd name="T73" fmla="*/ 89 h 90"/>
                  <a:gd name="T74" fmla="*/ 104 w 106"/>
                  <a:gd name="T75" fmla="*/ 90 h 90"/>
                  <a:gd name="T76" fmla="*/ 104 w 106"/>
                  <a:gd name="T77" fmla="*/ 85 h 90"/>
                  <a:gd name="T78" fmla="*/ 104 w 106"/>
                  <a:gd name="T79" fmla="*/ 52 h 90"/>
                  <a:gd name="T80" fmla="*/ 106 w 106"/>
                  <a:gd name="T81" fmla="*/ 6 h 90"/>
                  <a:gd name="T82" fmla="*/ 102 w 106"/>
                  <a:gd name="T83" fmla="*/ 2 h 90"/>
                  <a:gd name="T84" fmla="*/ 37 w 106"/>
                  <a:gd name="T85" fmla="*/ 0 h 90"/>
                  <a:gd name="T86" fmla="*/ 37 w 106"/>
                  <a:gd name="T87" fmla="*/ 0 h 90"/>
                  <a:gd name="T88" fmla="*/ 37 w 106"/>
                  <a:gd name="T89" fmla="*/ 0 h 90"/>
                  <a:gd name="T90" fmla="*/ 37 w 106"/>
                  <a:gd name="T91" fmla="*/ 0 h 90"/>
                  <a:gd name="T92" fmla="*/ 36 w 106"/>
                  <a:gd name="T93" fmla="*/ 0 h 90"/>
                  <a:gd name="T94" fmla="*/ 36 w 106"/>
                  <a:gd name="T95" fmla="*/ 0 h 90"/>
                  <a:gd name="T96" fmla="*/ 36 w 106"/>
                  <a:gd name="T97" fmla="*/ 0 h 90"/>
                  <a:gd name="T98" fmla="*/ 35 w 106"/>
                  <a:gd name="T99" fmla="*/ 0 h 90"/>
                  <a:gd name="T100" fmla="*/ 31 w 106"/>
                  <a:gd name="T101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06" h="90">
                    <a:moveTo>
                      <a:pt x="36" y="70"/>
                    </a:moveTo>
                    <a:cubicBezTo>
                      <a:pt x="36" y="68"/>
                      <a:pt x="36" y="66"/>
                      <a:pt x="38" y="64"/>
                    </a:cubicBezTo>
                    <a:cubicBezTo>
                      <a:pt x="39" y="65"/>
                      <a:pt x="39" y="67"/>
                      <a:pt x="39" y="68"/>
                    </a:cubicBezTo>
                    <a:cubicBezTo>
                      <a:pt x="39" y="71"/>
                      <a:pt x="38" y="73"/>
                      <a:pt x="37" y="76"/>
                    </a:cubicBezTo>
                    <a:cubicBezTo>
                      <a:pt x="36" y="74"/>
                      <a:pt x="36" y="72"/>
                      <a:pt x="36" y="70"/>
                    </a:cubicBezTo>
                    <a:moveTo>
                      <a:pt x="37" y="52"/>
                    </a:moveTo>
                    <a:cubicBezTo>
                      <a:pt x="37" y="50"/>
                      <a:pt x="38" y="48"/>
                      <a:pt x="39" y="45"/>
                    </a:cubicBezTo>
                    <a:cubicBezTo>
                      <a:pt x="40" y="48"/>
                      <a:pt x="40" y="50"/>
                      <a:pt x="40" y="52"/>
                    </a:cubicBezTo>
                    <a:cubicBezTo>
                      <a:pt x="40" y="54"/>
                      <a:pt x="40" y="56"/>
                      <a:pt x="39" y="58"/>
                    </a:cubicBezTo>
                    <a:cubicBezTo>
                      <a:pt x="38" y="56"/>
                      <a:pt x="37" y="54"/>
                      <a:pt x="37" y="52"/>
                    </a:cubicBezTo>
                    <a:moveTo>
                      <a:pt x="37" y="34"/>
                    </a:moveTo>
                    <a:cubicBezTo>
                      <a:pt x="37" y="32"/>
                      <a:pt x="38" y="29"/>
                      <a:pt x="39" y="26"/>
                    </a:cubicBezTo>
                    <a:cubicBezTo>
                      <a:pt x="40" y="28"/>
                      <a:pt x="40" y="30"/>
                      <a:pt x="40" y="33"/>
                    </a:cubicBezTo>
                    <a:cubicBezTo>
                      <a:pt x="40" y="35"/>
                      <a:pt x="40" y="36"/>
                      <a:pt x="40" y="38"/>
                    </a:cubicBezTo>
                    <a:cubicBezTo>
                      <a:pt x="39" y="38"/>
                      <a:pt x="38" y="38"/>
                      <a:pt x="38" y="37"/>
                    </a:cubicBezTo>
                    <a:cubicBezTo>
                      <a:pt x="37" y="36"/>
                      <a:pt x="37" y="35"/>
                      <a:pt x="37" y="34"/>
                    </a:cubicBezTo>
                    <a:moveTo>
                      <a:pt x="40" y="6"/>
                    </a:moveTo>
                    <a:cubicBezTo>
                      <a:pt x="40" y="6"/>
                      <a:pt x="40" y="6"/>
                      <a:pt x="40" y="6"/>
                    </a:cubicBezTo>
                    <a:cubicBezTo>
                      <a:pt x="40" y="6"/>
                      <a:pt x="40" y="6"/>
                      <a:pt x="40" y="6"/>
                    </a:cubicBezTo>
                    <a:cubicBezTo>
                      <a:pt x="40" y="6"/>
                      <a:pt x="40" y="6"/>
                      <a:pt x="40" y="6"/>
                    </a:cubicBezTo>
                    <a:cubicBezTo>
                      <a:pt x="40" y="6"/>
                      <a:pt x="40" y="6"/>
                      <a:pt x="40" y="6"/>
                    </a:cubicBezTo>
                    <a:cubicBezTo>
                      <a:pt x="40" y="6"/>
                      <a:pt x="40" y="6"/>
                      <a:pt x="40" y="6"/>
                    </a:cubicBezTo>
                    <a:cubicBezTo>
                      <a:pt x="40" y="6"/>
                      <a:pt x="41" y="7"/>
                      <a:pt x="41" y="7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11"/>
                      <a:pt x="40" y="13"/>
                      <a:pt x="40" y="16"/>
                    </a:cubicBezTo>
                    <a:cubicBezTo>
                      <a:pt x="39" y="16"/>
                      <a:pt x="39" y="16"/>
                      <a:pt x="39" y="16"/>
                    </a:cubicBezTo>
                    <a:cubicBezTo>
                      <a:pt x="38" y="15"/>
                      <a:pt x="37" y="14"/>
                      <a:pt x="37" y="14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37" y="11"/>
                      <a:pt x="38" y="9"/>
                      <a:pt x="38" y="6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39" y="6"/>
                      <a:pt x="40" y="6"/>
                      <a:pt x="40" y="6"/>
                    </a:cubicBezTo>
                    <a:cubicBezTo>
                      <a:pt x="40" y="6"/>
                      <a:pt x="40" y="6"/>
                      <a:pt x="40" y="6"/>
                    </a:cubicBezTo>
                    <a:cubicBezTo>
                      <a:pt x="40" y="6"/>
                      <a:pt x="40" y="6"/>
                      <a:pt x="40" y="6"/>
                    </a:cubicBezTo>
                    <a:moveTo>
                      <a:pt x="31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24" y="0"/>
                      <a:pt x="17" y="1"/>
                      <a:pt x="11" y="2"/>
                    </a:cubicBezTo>
                    <a:cubicBezTo>
                      <a:pt x="7" y="3"/>
                      <a:pt x="4" y="3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5"/>
                      <a:pt x="0" y="6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33"/>
                      <a:pt x="0" y="60"/>
                      <a:pt x="0" y="87"/>
                    </a:cubicBezTo>
                    <a:cubicBezTo>
                      <a:pt x="1" y="87"/>
                      <a:pt x="1" y="87"/>
                      <a:pt x="1" y="87"/>
                    </a:cubicBezTo>
                    <a:cubicBezTo>
                      <a:pt x="1" y="88"/>
                      <a:pt x="1" y="88"/>
                      <a:pt x="1" y="88"/>
                    </a:cubicBezTo>
                    <a:cubicBezTo>
                      <a:pt x="13" y="88"/>
                      <a:pt x="25" y="88"/>
                      <a:pt x="36" y="88"/>
                    </a:cubicBezTo>
                    <a:cubicBezTo>
                      <a:pt x="38" y="86"/>
                      <a:pt x="37" y="82"/>
                      <a:pt x="41" y="80"/>
                    </a:cubicBezTo>
                    <a:cubicBezTo>
                      <a:pt x="41" y="80"/>
                      <a:pt x="41" y="80"/>
                      <a:pt x="41" y="80"/>
                    </a:cubicBezTo>
                    <a:cubicBezTo>
                      <a:pt x="41" y="83"/>
                      <a:pt x="41" y="85"/>
                      <a:pt x="40" y="88"/>
                    </a:cubicBezTo>
                    <a:cubicBezTo>
                      <a:pt x="40" y="88"/>
                      <a:pt x="40" y="88"/>
                      <a:pt x="40" y="88"/>
                    </a:cubicBezTo>
                    <a:cubicBezTo>
                      <a:pt x="41" y="88"/>
                      <a:pt x="41" y="88"/>
                      <a:pt x="42" y="88"/>
                    </a:cubicBezTo>
                    <a:cubicBezTo>
                      <a:pt x="50" y="89"/>
                      <a:pt x="59" y="89"/>
                      <a:pt x="67" y="89"/>
                    </a:cubicBezTo>
                    <a:cubicBezTo>
                      <a:pt x="67" y="89"/>
                      <a:pt x="67" y="89"/>
                      <a:pt x="67" y="89"/>
                    </a:cubicBezTo>
                    <a:cubicBezTo>
                      <a:pt x="67" y="89"/>
                      <a:pt x="67" y="89"/>
                      <a:pt x="67" y="89"/>
                    </a:cubicBezTo>
                    <a:cubicBezTo>
                      <a:pt x="67" y="89"/>
                      <a:pt x="67" y="89"/>
                      <a:pt x="67" y="89"/>
                    </a:cubicBezTo>
                    <a:cubicBezTo>
                      <a:pt x="68" y="89"/>
                      <a:pt x="69" y="89"/>
                      <a:pt x="70" y="89"/>
                    </a:cubicBezTo>
                    <a:cubicBezTo>
                      <a:pt x="72" y="89"/>
                      <a:pt x="73" y="89"/>
                      <a:pt x="74" y="89"/>
                    </a:cubicBezTo>
                    <a:cubicBezTo>
                      <a:pt x="74" y="89"/>
                      <a:pt x="74" y="89"/>
                      <a:pt x="74" y="89"/>
                    </a:cubicBezTo>
                    <a:cubicBezTo>
                      <a:pt x="74" y="89"/>
                      <a:pt x="74" y="89"/>
                      <a:pt x="74" y="89"/>
                    </a:cubicBezTo>
                    <a:cubicBezTo>
                      <a:pt x="74" y="89"/>
                      <a:pt x="74" y="89"/>
                      <a:pt x="74" y="89"/>
                    </a:cubicBezTo>
                    <a:cubicBezTo>
                      <a:pt x="76" y="89"/>
                      <a:pt x="78" y="89"/>
                      <a:pt x="81" y="89"/>
                    </a:cubicBezTo>
                    <a:cubicBezTo>
                      <a:pt x="81" y="89"/>
                      <a:pt x="81" y="89"/>
                      <a:pt x="81" y="89"/>
                    </a:cubicBezTo>
                    <a:cubicBezTo>
                      <a:pt x="81" y="89"/>
                      <a:pt x="81" y="89"/>
                      <a:pt x="81" y="89"/>
                    </a:cubicBezTo>
                    <a:cubicBezTo>
                      <a:pt x="81" y="89"/>
                      <a:pt x="81" y="89"/>
                      <a:pt x="81" y="89"/>
                    </a:cubicBezTo>
                    <a:cubicBezTo>
                      <a:pt x="88" y="89"/>
                      <a:pt x="95" y="89"/>
                      <a:pt x="102" y="89"/>
                    </a:cubicBezTo>
                    <a:cubicBezTo>
                      <a:pt x="102" y="89"/>
                      <a:pt x="102" y="89"/>
                      <a:pt x="102" y="89"/>
                    </a:cubicBezTo>
                    <a:cubicBezTo>
                      <a:pt x="102" y="89"/>
                      <a:pt x="102" y="89"/>
                      <a:pt x="102" y="89"/>
                    </a:cubicBezTo>
                    <a:cubicBezTo>
                      <a:pt x="102" y="89"/>
                      <a:pt x="102" y="89"/>
                      <a:pt x="102" y="89"/>
                    </a:cubicBezTo>
                    <a:cubicBezTo>
                      <a:pt x="102" y="89"/>
                      <a:pt x="102" y="89"/>
                      <a:pt x="102" y="89"/>
                    </a:cubicBezTo>
                    <a:cubicBezTo>
                      <a:pt x="102" y="89"/>
                      <a:pt x="103" y="89"/>
                      <a:pt x="103" y="89"/>
                    </a:cubicBezTo>
                    <a:cubicBezTo>
                      <a:pt x="103" y="89"/>
                      <a:pt x="103" y="89"/>
                      <a:pt x="103" y="89"/>
                    </a:cubicBezTo>
                    <a:cubicBezTo>
                      <a:pt x="103" y="90"/>
                      <a:pt x="103" y="90"/>
                      <a:pt x="104" y="90"/>
                    </a:cubicBezTo>
                    <a:cubicBezTo>
                      <a:pt x="104" y="90"/>
                      <a:pt x="104" y="90"/>
                      <a:pt x="104" y="90"/>
                    </a:cubicBezTo>
                    <a:cubicBezTo>
                      <a:pt x="104" y="88"/>
                      <a:pt x="104" y="87"/>
                      <a:pt x="104" y="85"/>
                    </a:cubicBezTo>
                    <a:cubicBezTo>
                      <a:pt x="104" y="85"/>
                      <a:pt x="104" y="84"/>
                      <a:pt x="104" y="83"/>
                    </a:cubicBezTo>
                    <a:cubicBezTo>
                      <a:pt x="104" y="73"/>
                      <a:pt x="104" y="63"/>
                      <a:pt x="104" y="52"/>
                    </a:cubicBezTo>
                    <a:cubicBezTo>
                      <a:pt x="105" y="37"/>
                      <a:pt x="105" y="23"/>
                      <a:pt x="106" y="8"/>
                    </a:cubicBezTo>
                    <a:cubicBezTo>
                      <a:pt x="106" y="7"/>
                      <a:pt x="106" y="7"/>
                      <a:pt x="106" y="6"/>
                    </a:cubicBezTo>
                    <a:cubicBezTo>
                      <a:pt x="106" y="5"/>
                      <a:pt x="106" y="4"/>
                      <a:pt x="106" y="3"/>
                    </a:cubicBezTo>
                    <a:cubicBezTo>
                      <a:pt x="104" y="2"/>
                      <a:pt x="103" y="2"/>
                      <a:pt x="102" y="2"/>
                    </a:cubicBezTo>
                    <a:cubicBezTo>
                      <a:pt x="94" y="2"/>
                      <a:pt x="87" y="2"/>
                      <a:pt x="79" y="1"/>
                    </a:cubicBezTo>
                    <a:cubicBezTo>
                      <a:pt x="65" y="1"/>
                      <a:pt x="51" y="1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4" y="0"/>
                      <a:pt x="32" y="0"/>
                      <a:pt x="31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0"/>
                      <a:pt x="31" y="0"/>
                      <a:pt x="3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0" name="Freeform 68">
                <a:extLst>
                  <a:ext uri="{FF2B5EF4-FFF2-40B4-BE49-F238E27FC236}">
                    <a16:creationId xmlns:a16="http://schemas.microsoft.com/office/drawing/2014/main" id="{5B143EAB-4C8D-4C2A-8132-D0632B1604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1735"/>
                <a:ext cx="61" cy="130"/>
              </a:xfrm>
              <a:custGeom>
                <a:avLst/>
                <a:gdLst>
                  <a:gd name="T0" fmla="*/ 1 w 42"/>
                  <a:gd name="T1" fmla="*/ 1 h 89"/>
                  <a:gd name="T2" fmla="*/ 1 w 42"/>
                  <a:gd name="T3" fmla="*/ 2 h 89"/>
                  <a:gd name="T4" fmla="*/ 1 w 42"/>
                  <a:gd name="T5" fmla="*/ 4 h 89"/>
                  <a:gd name="T6" fmla="*/ 1 w 42"/>
                  <a:gd name="T7" fmla="*/ 4 h 89"/>
                  <a:gd name="T8" fmla="*/ 1 w 42"/>
                  <a:gd name="T9" fmla="*/ 5 h 89"/>
                  <a:gd name="T10" fmla="*/ 1 w 42"/>
                  <a:gd name="T11" fmla="*/ 6 h 89"/>
                  <a:gd name="T12" fmla="*/ 1 w 42"/>
                  <a:gd name="T13" fmla="*/ 7 h 89"/>
                  <a:gd name="T14" fmla="*/ 1 w 42"/>
                  <a:gd name="T15" fmla="*/ 8 h 89"/>
                  <a:gd name="T16" fmla="*/ 1 w 42"/>
                  <a:gd name="T17" fmla="*/ 8 h 89"/>
                  <a:gd name="T18" fmla="*/ 1 w 42"/>
                  <a:gd name="T19" fmla="*/ 9 h 89"/>
                  <a:gd name="T20" fmla="*/ 1 w 42"/>
                  <a:gd name="T21" fmla="*/ 10 h 89"/>
                  <a:gd name="T22" fmla="*/ 1 w 42"/>
                  <a:gd name="T23" fmla="*/ 11 h 89"/>
                  <a:gd name="T24" fmla="*/ 1 w 42"/>
                  <a:gd name="T25" fmla="*/ 11 h 89"/>
                  <a:gd name="T26" fmla="*/ 1 w 42"/>
                  <a:gd name="T27" fmla="*/ 12 h 89"/>
                  <a:gd name="T28" fmla="*/ 1 w 42"/>
                  <a:gd name="T29" fmla="*/ 13 h 89"/>
                  <a:gd name="T30" fmla="*/ 1 w 42"/>
                  <a:gd name="T31" fmla="*/ 13 h 89"/>
                  <a:gd name="T32" fmla="*/ 1 w 42"/>
                  <a:gd name="T33" fmla="*/ 14 h 89"/>
                  <a:gd name="T34" fmla="*/ 1 w 42"/>
                  <a:gd name="T35" fmla="*/ 15 h 89"/>
                  <a:gd name="T36" fmla="*/ 1 w 42"/>
                  <a:gd name="T37" fmla="*/ 16 h 89"/>
                  <a:gd name="T38" fmla="*/ 1 w 42"/>
                  <a:gd name="T39" fmla="*/ 16 h 89"/>
                  <a:gd name="T40" fmla="*/ 1 w 42"/>
                  <a:gd name="T41" fmla="*/ 17 h 89"/>
                  <a:gd name="T42" fmla="*/ 1 w 42"/>
                  <a:gd name="T43" fmla="*/ 18 h 89"/>
                  <a:gd name="T44" fmla="*/ 1 w 42"/>
                  <a:gd name="T45" fmla="*/ 18 h 89"/>
                  <a:gd name="T46" fmla="*/ 1 w 42"/>
                  <a:gd name="T47" fmla="*/ 19 h 89"/>
                  <a:gd name="T48" fmla="*/ 1 w 42"/>
                  <a:gd name="T49" fmla="*/ 20 h 89"/>
                  <a:gd name="T50" fmla="*/ 1 w 42"/>
                  <a:gd name="T51" fmla="*/ 45 h 89"/>
                  <a:gd name="T52" fmla="*/ 0 w 42"/>
                  <a:gd name="T53" fmla="*/ 89 h 89"/>
                  <a:gd name="T54" fmla="*/ 1 w 42"/>
                  <a:gd name="T55" fmla="*/ 89 h 89"/>
                  <a:gd name="T56" fmla="*/ 2 w 42"/>
                  <a:gd name="T57" fmla="*/ 89 h 89"/>
                  <a:gd name="T58" fmla="*/ 12 w 42"/>
                  <a:gd name="T59" fmla="*/ 89 h 89"/>
                  <a:gd name="T60" fmla="*/ 12 w 42"/>
                  <a:gd name="T61" fmla="*/ 89 h 89"/>
                  <a:gd name="T62" fmla="*/ 40 w 42"/>
                  <a:gd name="T63" fmla="*/ 88 h 89"/>
                  <a:gd name="T64" fmla="*/ 40 w 42"/>
                  <a:gd name="T65" fmla="*/ 87 h 89"/>
                  <a:gd name="T66" fmla="*/ 41 w 42"/>
                  <a:gd name="T67" fmla="*/ 4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42" h="89">
                    <a:moveTo>
                      <a:pt x="1" y="0"/>
                    </a:moveTo>
                    <a:cubicBezTo>
                      <a:pt x="1" y="0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7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9"/>
                      <a:pt x="1" y="9"/>
                      <a:pt x="1" y="1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1" y="10"/>
                      <a:pt x="1" y="10"/>
                      <a:pt x="1" y="11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1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1" y="15"/>
                      <a:pt x="1" y="15"/>
                      <a:pt x="1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1" y="16"/>
                      <a:pt x="1" y="16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8"/>
                    </a:cubicBezTo>
                    <a:cubicBezTo>
                      <a:pt x="1" y="18"/>
                      <a:pt x="1" y="18"/>
                      <a:pt x="1" y="18"/>
                    </a:cubicBezTo>
                    <a:cubicBezTo>
                      <a:pt x="1" y="18"/>
                      <a:pt x="1" y="18"/>
                      <a:pt x="1" y="18"/>
                    </a:cubicBezTo>
                    <a:cubicBezTo>
                      <a:pt x="1" y="18"/>
                      <a:pt x="1" y="19"/>
                      <a:pt x="1" y="19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19"/>
                      <a:pt x="1" y="20"/>
                      <a:pt x="1" y="20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1" y="29"/>
                      <a:pt x="1" y="37"/>
                      <a:pt x="1" y="45"/>
                    </a:cubicBezTo>
                    <a:cubicBezTo>
                      <a:pt x="1" y="45"/>
                      <a:pt x="1" y="45"/>
                      <a:pt x="1" y="45"/>
                    </a:cubicBezTo>
                    <a:cubicBezTo>
                      <a:pt x="1" y="56"/>
                      <a:pt x="0" y="67"/>
                      <a:pt x="0" y="79"/>
                    </a:cubicBezTo>
                    <a:cubicBezTo>
                      <a:pt x="0" y="82"/>
                      <a:pt x="0" y="85"/>
                      <a:pt x="0" y="89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9"/>
                      <a:pt x="0" y="89"/>
                      <a:pt x="1" y="89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" y="89"/>
                      <a:pt x="2" y="89"/>
                      <a:pt x="2" y="89"/>
                    </a:cubicBezTo>
                    <a:cubicBezTo>
                      <a:pt x="2" y="89"/>
                      <a:pt x="2" y="89"/>
                      <a:pt x="2" y="89"/>
                    </a:cubicBezTo>
                    <a:cubicBezTo>
                      <a:pt x="5" y="89"/>
                      <a:pt x="8" y="89"/>
                      <a:pt x="12" y="89"/>
                    </a:cubicBezTo>
                    <a:cubicBezTo>
                      <a:pt x="12" y="89"/>
                      <a:pt x="12" y="89"/>
                      <a:pt x="12" y="89"/>
                    </a:cubicBezTo>
                    <a:cubicBezTo>
                      <a:pt x="12" y="89"/>
                      <a:pt x="12" y="89"/>
                      <a:pt x="12" y="89"/>
                    </a:cubicBezTo>
                    <a:cubicBezTo>
                      <a:pt x="12" y="89"/>
                      <a:pt x="12" y="89"/>
                      <a:pt x="12" y="89"/>
                    </a:cubicBezTo>
                    <a:cubicBezTo>
                      <a:pt x="21" y="89"/>
                      <a:pt x="30" y="88"/>
                      <a:pt x="40" y="88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41" y="80"/>
                      <a:pt x="42" y="53"/>
                      <a:pt x="42" y="32"/>
                    </a:cubicBezTo>
                    <a:cubicBezTo>
                      <a:pt x="42" y="18"/>
                      <a:pt x="42" y="6"/>
                      <a:pt x="41" y="4"/>
                    </a:cubicBezTo>
                    <a:cubicBezTo>
                      <a:pt x="28" y="3"/>
                      <a:pt x="15" y="1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1" name="Freeform 69">
                <a:extLst>
                  <a:ext uri="{FF2B5EF4-FFF2-40B4-BE49-F238E27FC236}">
                    <a16:creationId xmlns:a16="http://schemas.microsoft.com/office/drawing/2014/main" id="{DE13254F-3F8A-4759-AC22-66EF9CA6879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17" y="1868"/>
                <a:ext cx="151" cy="26"/>
              </a:xfrm>
              <a:custGeom>
                <a:avLst/>
                <a:gdLst>
                  <a:gd name="T0" fmla="*/ 86 w 104"/>
                  <a:gd name="T1" fmla="*/ 8 h 18"/>
                  <a:gd name="T2" fmla="*/ 98 w 104"/>
                  <a:gd name="T3" fmla="*/ 11 h 18"/>
                  <a:gd name="T4" fmla="*/ 98 w 104"/>
                  <a:gd name="T5" fmla="*/ 11 h 18"/>
                  <a:gd name="T6" fmla="*/ 92 w 104"/>
                  <a:gd name="T7" fmla="*/ 12 h 18"/>
                  <a:gd name="T8" fmla="*/ 92 w 104"/>
                  <a:gd name="T9" fmla="*/ 12 h 18"/>
                  <a:gd name="T10" fmla="*/ 85 w 104"/>
                  <a:gd name="T11" fmla="*/ 10 h 18"/>
                  <a:gd name="T12" fmla="*/ 85 w 104"/>
                  <a:gd name="T13" fmla="*/ 9 h 18"/>
                  <a:gd name="T14" fmla="*/ 19 w 104"/>
                  <a:gd name="T15" fmla="*/ 7 h 18"/>
                  <a:gd name="T16" fmla="*/ 24 w 104"/>
                  <a:gd name="T17" fmla="*/ 8 h 18"/>
                  <a:gd name="T18" fmla="*/ 24 w 104"/>
                  <a:gd name="T19" fmla="*/ 8 h 18"/>
                  <a:gd name="T20" fmla="*/ 23 w 104"/>
                  <a:gd name="T21" fmla="*/ 8 h 18"/>
                  <a:gd name="T22" fmla="*/ 15 w 104"/>
                  <a:gd name="T23" fmla="*/ 11 h 18"/>
                  <a:gd name="T24" fmla="*/ 15 w 104"/>
                  <a:gd name="T25" fmla="*/ 11 h 18"/>
                  <a:gd name="T26" fmla="*/ 12 w 104"/>
                  <a:gd name="T27" fmla="*/ 10 h 18"/>
                  <a:gd name="T28" fmla="*/ 12 w 104"/>
                  <a:gd name="T29" fmla="*/ 10 h 18"/>
                  <a:gd name="T30" fmla="*/ 19 w 104"/>
                  <a:gd name="T31" fmla="*/ 7 h 18"/>
                  <a:gd name="T32" fmla="*/ 67 w 104"/>
                  <a:gd name="T33" fmla="*/ 6 h 18"/>
                  <a:gd name="T34" fmla="*/ 73 w 104"/>
                  <a:gd name="T35" fmla="*/ 9 h 18"/>
                  <a:gd name="T36" fmla="*/ 73 w 104"/>
                  <a:gd name="T37" fmla="*/ 9 h 18"/>
                  <a:gd name="T38" fmla="*/ 73 w 104"/>
                  <a:gd name="T39" fmla="*/ 9 h 18"/>
                  <a:gd name="T40" fmla="*/ 73 w 104"/>
                  <a:gd name="T41" fmla="*/ 9 h 18"/>
                  <a:gd name="T42" fmla="*/ 72 w 104"/>
                  <a:gd name="T43" fmla="*/ 9 h 18"/>
                  <a:gd name="T44" fmla="*/ 68 w 104"/>
                  <a:gd name="T45" fmla="*/ 10 h 18"/>
                  <a:gd name="T46" fmla="*/ 63 w 104"/>
                  <a:gd name="T47" fmla="*/ 8 h 18"/>
                  <a:gd name="T48" fmla="*/ 63 w 104"/>
                  <a:gd name="T49" fmla="*/ 8 h 18"/>
                  <a:gd name="T50" fmla="*/ 63 w 104"/>
                  <a:gd name="T51" fmla="*/ 8 h 18"/>
                  <a:gd name="T52" fmla="*/ 67 w 104"/>
                  <a:gd name="T53" fmla="*/ 6 h 18"/>
                  <a:gd name="T54" fmla="*/ 39 w 104"/>
                  <a:gd name="T55" fmla="*/ 4 h 18"/>
                  <a:gd name="T56" fmla="*/ 39 w 104"/>
                  <a:gd name="T57" fmla="*/ 7 h 18"/>
                  <a:gd name="T58" fmla="*/ 39 w 104"/>
                  <a:gd name="T59" fmla="*/ 7 h 18"/>
                  <a:gd name="T60" fmla="*/ 36 w 104"/>
                  <a:gd name="T61" fmla="*/ 8 h 18"/>
                  <a:gd name="T62" fmla="*/ 36 w 104"/>
                  <a:gd name="T63" fmla="*/ 8 h 18"/>
                  <a:gd name="T64" fmla="*/ 31 w 104"/>
                  <a:gd name="T65" fmla="*/ 7 h 18"/>
                  <a:gd name="T66" fmla="*/ 48 w 104"/>
                  <a:gd name="T67" fmla="*/ 3 h 18"/>
                  <a:gd name="T68" fmla="*/ 55 w 104"/>
                  <a:gd name="T69" fmla="*/ 5 h 18"/>
                  <a:gd name="T70" fmla="*/ 55 w 104"/>
                  <a:gd name="T71" fmla="*/ 5 h 18"/>
                  <a:gd name="T72" fmla="*/ 53 w 104"/>
                  <a:gd name="T73" fmla="*/ 7 h 18"/>
                  <a:gd name="T74" fmla="*/ 51 w 104"/>
                  <a:gd name="T75" fmla="*/ 7 h 18"/>
                  <a:gd name="T76" fmla="*/ 51 w 104"/>
                  <a:gd name="T77" fmla="*/ 7 h 18"/>
                  <a:gd name="T78" fmla="*/ 50 w 104"/>
                  <a:gd name="T79" fmla="*/ 7 h 18"/>
                  <a:gd name="T80" fmla="*/ 50 w 104"/>
                  <a:gd name="T81" fmla="*/ 7 h 18"/>
                  <a:gd name="T82" fmla="*/ 48 w 104"/>
                  <a:gd name="T83" fmla="*/ 6 h 18"/>
                  <a:gd name="T84" fmla="*/ 47 w 104"/>
                  <a:gd name="T85" fmla="*/ 7 h 18"/>
                  <a:gd name="T86" fmla="*/ 43 w 104"/>
                  <a:gd name="T87" fmla="*/ 5 h 18"/>
                  <a:gd name="T88" fmla="*/ 43 w 104"/>
                  <a:gd name="T89" fmla="*/ 5 h 18"/>
                  <a:gd name="T90" fmla="*/ 43 w 104"/>
                  <a:gd name="T91" fmla="*/ 5 h 18"/>
                  <a:gd name="T92" fmla="*/ 48 w 104"/>
                  <a:gd name="T93" fmla="*/ 3 h 18"/>
                  <a:gd name="T94" fmla="*/ 21 w 104"/>
                  <a:gd name="T95" fmla="*/ 0 h 18"/>
                  <a:gd name="T96" fmla="*/ 4 w 104"/>
                  <a:gd name="T97" fmla="*/ 0 h 18"/>
                  <a:gd name="T98" fmla="*/ 2 w 104"/>
                  <a:gd name="T99" fmla="*/ 0 h 18"/>
                  <a:gd name="T100" fmla="*/ 1 w 104"/>
                  <a:gd name="T101" fmla="*/ 0 h 18"/>
                  <a:gd name="T102" fmla="*/ 18 w 104"/>
                  <a:gd name="T103" fmla="*/ 17 h 18"/>
                  <a:gd name="T104" fmla="*/ 78 w 104"/>
                  <a:gd name="T105" fmla="*/ 15 h 18"/>
                  <a:gd name="T106" fmla="*/ 81 w 104"/>
                  <a:gd name="T107" fmla="*/ 15 h 18"/>
                  <a:gd name="T108" fmla="*/ 86 w 104"/>
                  <a:gd name="T109" fmla="*/ 15 h 18"/>
                  <a:gd name="T110" fmla="*/ 91 w 104"/>
                  <a:gd name="T111" fmla="*/ 14 h 18"/>
                  <a:gd name="T112" fmla="*/ 104 w 104"/>
                  <a:gd name="T113" fmla="*/ 13 h 18"/>
                  <a:gd name="T114" fmla="*/ 104 w 104"/>
                  <a:gd name="T115" fmla="*/ 1 h 18"/>
                  <a:gd name="T116" fmla="*/ 96 w 104"/>
                  <a:gd name="T117" fmla="*/ 1 h 18"/>
                  <a:gd name="T118" fmla="*/ 64 w 104"/>
                  <a:gd name="T119" fmla="*/ 1 h 18"/>
                  <a:gd name="T120" fmla="*/ 58 w 104"/>
                  <a:gd name="T121" fmla="*/ 1 h 18"/>
                  <a:gd name="T122" fmla="*/ 55 w 104"/>
                  <a:gd name="T123" fmla="*/ 0 h 18"/>
                  <a:gd name="T124" fmla="*/ 21 w 104"/>
                  <a:gd name="T125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04" h="18">
                    <a:moveTo>
                      <a:pt x="86" y="8"/>
                    </a:moveTo>
                    <a:cubicBezTo>
                      <a:pt x="86" y="8"/>
                      <a:pt x="86" y="8"/>
                      <a:pt x="86" y="8"/>
                    </a:cubicBezTo>
                    <a:cubicBezTo>
                      <a:pt x="86" y="8"/>
                      <a:pt x="86" y="8"/>
                      <a:pt x="86" y="8"/>
                    </a:cubicBezTo>
                    <a:cubicBezTo>
                      <a:pt x="86" y="8"/>
                      <a:pt x="86" y="8"/>
                      <a:pt x="86" y="8"/>
                    </a:cubicBezTo>
                    <a:cubicBezTo>
                      <a:pt x="90" y="9"/>
                      <a:pt x="93" y="9"/>
                      <a:pt x="97" y="10"/>
                    </a:cubicBezTo>
                    <a:cubicBezTo>
                      <a:pt x="97" y="10"/>
                      <a:pt x="97" y="10"/>
                      <a:pt x="98" y="11"/>
                    </a:cubicBezTo>
                    <a:cubicBezTo>
                      <a:pt x="98" y="11"/>
                      <a:pt x="98" y="11"/>
                      <a:pt x="98" y="11"/>
                    </a:cubicBezTo>
                    <a:cubicBezTo>
                      <a:pt x="98" y="11"/>
                      <a:pt x="98" y="11"/>
                      <a:pt x="98" y="11"/>
                    </a:cubicBezTo>
                    <a:cubicBezTo>
                      <a:pt x="98" y="11"/>
                      <a:pt x="98" y="11"/>
                      <a:pt x="98" y="11"/>
                    </a:cubicBezTo>
                    <a:cubicBezTo>
                      <a:pt x="97" y="11"/>
                      <a:pt x="96" y="11"/>
                      <a:pt x="95" y="12"/>
                    </a:cubicBezTo>
                    <a:cubicBezTo>
                      <a:pt x="94" y="12"/>
                      <a:pt x="93" y="12"/>
                      <a:pt x="92" y="12"/>
                    </a:cubicBezTo>
                    <a:cubicBezTo>
                      <a:pt x="92" y="12"/>
                      <a:pt x="92" y="12"/>
                      <a:pt x="92" y="12"/>
                    </a:cubicBezTo>
                    <a:cubicBezTo>
                      <a:pt x="92" y="12"/>
                      <a:pt x="92" y="12"/>
                      <a:pt x="92" y="12"/>
                    </a:cubicBezTo>
                    <a:cubicBezTo>
                      <a:pt x="92" y="12"/>
                      <a:pt x="92" y="12"/>
                      <a:pt x="92" y="12"/>
                    </a:cubicBezTo>
                    <a:cubicBezTo>
                      <a:pt x="92" y="12"/>
                      <a:pt x="92" y="12"/>
                      <a:pt x="92" y="12"/>
                    </a:cubicBezTo>
                    <a:cubicBezTo>
                      <a:pt x="90" y="12"/>
                      <a:pt x="88" y="11"/>
                      <a:pt x="87" y="11"/>
                    </a:cubicBezTo>
                    <a:cubicBezTo>
                      <a:pt x="86" y="11"/>
                      <a:pt x="86" y="11"/>
                      <a:pt x="86" y="11"/>
                    </a:cubicBezTo>
                    <a:cubicBezTo>
                      <a:pt x="86" y="11"/>
                      <a:pt x="85" y="10"/>
                      <a:pt x="85" y="10"/>
                    </a:cubicBezTo>
                    <a:cubicBezTo>
                      <a:pt x="85" y="10"/>
                      <a:pt x="85" y="9"/>
                      <a:pt x="85" y="9"/>
                    </a:cubicBezTo>
                    <a:cubicBezTo>
                      <a:pt x="85" y="9"/>
                      <a:pt x="85" y="9"/>
                      <a:pt x="85" y="9"/>
                    </a:cubicBezTo>
                    <a:cubicBezTo>
                      <a:pt x="85" y="9"/>
                      <a:pt x="85" y="9"/>
                      <a:pt x="85" y="9"/>
                    </a:cubicBezTo>
                    <a:cubicBezTo>
                      <a:pt x="85" y="9"/>
                      <a:pt x="86" y="8"/>
                      <a:pt x="86" y="8"/>
                    </a:cubicBezTo>
                    <a:cubicBezTo>
                      <a:pt x="86" y="8"/>
                      <a:pt x="86" y="8"/>
                      <a:pt x="86" y="8"/>
                    </a:cubicBezTo>
                    <a:moveTo>
                      <a:pt x="19" y="7"/>
                    </a:moveTo>
                    <a:cubicBezTo>
                      <a:pt x="19" y="7"/>
                      <a:pt x="19" y="7"/>
                      <a:pt x="19" y="7"/>
                    </a:cubicBezTo>
                    <a:cubicBezTo>
                      <a:pt x="19" y="7"/>
                      <a:pt x="19" y="7"/>
                      <a:pt x="19" y="7"/>
                    </a:cubicBezTo>
                    <a:cubicBezTo>
                      <a:pt x="21" y="7"/>
                      <a:pt x="22" y="7"/>
                      <a:pt x="24" y="8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8"/>
                      <a:pt x="24" y="8"/>
                      <a:pt x="23" y="8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0" y="9"/>
                      <a:pt x="17" y="11"/>
                      <a:pt x="15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4" y="11"/>
                      <a:pt x="13" y="10"/>
                      <a:pt x="12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4" y="8"/>
                      <a:pt x="16" y="7"/>
                      <a:pt x="19" y="7"/>
                    </a:cubicBezTo>
                    <a:cubicBezTo>
                      <a:pt x="19" y="7"/>
                      <a:pt x="19" y="7"/>
                      <a:pt x="19" y="7"/>
                    </a:cubicBezTo>
                    <a:cubicBezTo>
                      <a:pt x="19" y="7"/>
                      <a:pt x="19" y="7"/>
                      <a:pt x="19" y="7"/>
                    </a:cubicBezTo>
                    <a:moveTo>
                      <a:pt x="67" y="6"/>
                    </a:moveTo>
                    <a:cubicBezTo>
                      <a:pt x="67" y="6"/>
                      <a:pt x="67" y="6"/>
                      <a:pt x="67" y="6"/>
                    </a:cubicBezTo>
                    <a:cubicBezTo>
                      <a:pt x="67" y="6"/>
                      <a:pt x="67" y="6"/>
                      <a:pt x="67" y="6"/>
                    </a:cubicBezTo>
                    <a:cubicBezTo>
                      <a:pt x="69" y="6"/>
                      <a:pt x="71" y="7"/>
                      <a:pt x="73" y="9"/>
                    </a:cubicBezTo>
                    <a:cubicBezTo>
                      <a:pt x="73" y="9"/>
                      <a:pt x="73" y="9"/>
                      <a:pt x="73" y="9"/>
                    </a:cubicBezTo>
                    <a:cubicBezTo>
                      <a:pt x="73" y="9"/>
                      <a:pt x="73" y="9"/>
                      <a:pt x="73" y="9"/>
                    </a:cubicBezTo>
                    <a:cubicBezTo>
                      <a:pt x="73" y="9"/>
                      <a:pt x="73" y="9"/>
                      <a:pt x="73" y="9"/>
                    </a:cubicBezTo>
                    <a:cubicBezTo>
                      <a:pt x="73" y="9"/>
                      <a:pt x="73" y="9"/>
                      <a:pt x="73" y="9"/>
                    </a:cubicBezTo>
                    <a:cubicBezTo>
                      <a:pt x="73" y="9"/>
                      <a:pt x="73" y="9"/>
                      <a:pt x="73" y="9"/>
                    </a:cubicBezTo>
                    <a:cubicBezTo>
                      <a:pt x="73" y="9"/>
                      <a:pt x="73" y="9"/>
                      <a:pt x="73" y="9"/>
                    </a:cubicBezTo>
                    <a:cubicBezTo>
                      <a:pt x="73" y="9"/>
                      <a:pt x="73" y="9"/>
                      <a:pt x="73" y="9"/>
                    </a:cubicBezTo>
                    <a:cubicBezTo>
                      <a:pt x="73" y="9"/>
                      <a:pt x="73" y="9"/>
                      <a:pt x="73" y="9"/>
                    </a:cubicBezTo>
                    <a:cubicBezTo>
                      <a:pt x="73" y="9"/>
                      <a:pt x="73" y="9"/>
                      <a:pt x="73" y="9"/>
                    </a:cubicBezTo>
                    <a:cubicBezTo>
                      <a:pt x="73" y="9"/>
                      <a:pt x="73" y="9"/>
                      <a:pt x="72" y="9"/>
                    </a:cubicBezTo>
                    <a:cubicBezTo>
                      <a:pt x="72" y="9"/>
                      <a:pt x="72" y="9"/>
                      <a:pt x="72" y="9"/>
                    </a:cubicBezTo>
                    <a:cubicBezTo>
                      <a:pt x="72" y="9"/>
                      <a:pt x="72" y="9"/>
                      <a:pt x="72" y="9"/>
                    </a:cubicBezTo>
                    <a:cubicBezTo>
                      <a:pt x="70" y="9"/>
                      <a:pt x="69" y="10"/>
                      <a:pt x="68" y="10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66" y="10"/>
                      <a:pt x="64" y="9"/>
                      <a:pt x="63" y="8"/>
                    </a:cubicBezTo>
                    <a:cubicBezTo>
                      <a:pt x="63" y="8"/>
                      <a:pt x="63" y="8"/>
                      <a:pt x="63" y="8"/>
                    </a:cubicBezTo>
                    <a:cubicBezTo>
                      <a:pt x="63" y="8"/>
                      <a:pt x="63" y="8"/>
                      <a:pt x="63" y="8"/>
                    </a:cubicBezTo>
                    <a:cubicBezTo>
                      <a:pt x="63" y="8"/>
                      <a:pt x="63" y="8"/>
                      <a:pt x="63" y="8"/>
                    </a:cubicBezTo>
                    <a:cubicBezTo>
                      <a:pt x="63" y="8"/>
                      <a:pt x="63" y="8"/>
                      <a:pt x="63" y="8"/>
                    </a:cubicBezTo>
                    <a:cubicBezTo>
                      <a:pt x="63" y="8"/>
                      <a:pt x="63" y="8"/>
                      <a:pt x="63" y="8"/>
                    </a:cubicBezTo>
                    <a:cubicBezTo>
                      <a:pt x="63" y="8"/>
                      <a:pt x="63" y="8"/>
                      <a:pt x="63" y="8"/>
                    </a:cubicBezTo>
                    <a:cubicBezTo>
                      <a:pt x="64" y="7"/>
                      <a:pt x="66" y="6"/>
                      <a:pt x="67" y="6"/>
                    </a:cubicBezTo>
                    <a:cubicBezTo>
                      <a:pt x="67" y="6"/>
                      <a:pt x="67" y="6"/>
                      <a:pt x="67" y="6"/>
                    </a:cubicBezTo>
                    <a:cubicBezTo>
                      <a:pt x="67" y="6"/>
                      <a:pt x="67" y="6"/>
                      <a:pt x="67" y="6"/>
                    </a:cubicBezTo>
                    <a:moveTo>
                      <a:pt x="31" y="7"/>
                    </a:moveTo>
                    <a:cubicBezTo>
                      <a:pt x="31" y="7"/>
                      <a:pt x="31" y="7"/>
                      <a:pt x="31" y="7"/>
                    </a:cubicBezTo>
                    <a:cubicBezTo>
                      <a:pt x="34" y="5"/>
                      <a:pt x="36" y="5"/>
                      <a:pt x="39" y="4"/>
                    </a:cubicBezTo>
                    <a:cubicBezTo>
                      <a:pt x="40" y="4"/>
                      <a:pt x="40" y="5"/>
                      <a:pt x="40" y="5"/>
                    </a:cubicBezTo>
                    <a:cubicBezTo>
                      <a:pt x="40" y="6"/>
                      <a:pt x="40" y="6"/>
                      <a:pt x="39" y="7"/>
                    </a:cubicBezTo>
                    <a:cubicBezTo>
                      <a:pt x="39" y="7"/>
                      <a:pt x="39" y="7"/>
                      <a:pt x="39" y="7"/>
                    </a:cubicBezTo>
                    <a:cubicBezTo>
                      <a:pt x="39" y="7"/>
                      <a:pt x="39" y="7"/>
                      <a:pt x="39" y="7"/>
                    </a:cubicBezTo>
                    <a:cubicBezTo>
                      <a:pt x="39" y="7"/>
                      <a:pt x="39" y="7"/>
                      <a:pt x="39" y="7"/>
                    </a:cubicBezTo>
                    <a:cubicBezTo>
                      <a:pt x="39" y="7"/>
                      <a:pt x="39" y="7"/>
                      <a:pt x="39" y="7"/>
                    </a:cubicBezTo>
                    <a:cubicBezTo>
                      <a:pt x="39" y="7"/>
                      <a:pt x="39" y="7"/>
                      <a:pt x="39" y="7"/>
                    </a:cubicBezTo>
                    <a:cubicBezTo>
                      <a:pt x="39" y="7"/>
                      <a:pt x="39" y="7"/>
                      <a:pt x="39" y="7"/>
                    </a:cubicBezTo>
                    <a:cubicBezTo>
                      <a:pt x="38" y="8"/>
                      <a:pt x="37" y="8"/>
                      <a:pt x="36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4" y="8"/>
                      <a:pt x="33" y="8"/>
                      <a:pt x="31" y="7"/>
                    </a:cubicBezTo>
                    <a:cubicBezTo>
                      <a:pt x="31" y="7"/>
                      <a:pt x="31" y="7"/>
                      <a:pt x="31" y="7"/>
                    </a:cubicBezTo>
                    <a:cubicBezTo>
                      <a:pt x="31" y="7"/>
                      <a:pt x="31" y="7"/>
                      <a:pt x="31" y="7"/>
                    </a:cubicBezTo>
                    <a:moveTo>
                      <a:pt x="48" y="3"/>
                    </a:moveTo>
                    <a:cubicBezTo>
                      <a:pt x="48" y="3"/>
                      <a:pt x="48" y="3"/>
                      <a:pt x="48" y="3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50" y="3"/>
                      <a:pt x="53" y="4"/>
                      <a:pt x="55" y="5"/>
                    </a:cubicBezTo>
                    <a:cubicBezTo>
                      <a:pt x="55" y="5"/>
                      <a:pt x="55" y="5"/>
                      <a:pt x="55" y="5"/>
                    </a:cubicBezTo>
                    <a:cubicBezTo>
                      <a:pt x="55" y="5"/>
                      <a:pt x="55" y="5"/>
                      <a:pt x="55" y="5"/>
                    </a:cubicBezTo>
                    <a:cubicBezTo>
                      <a:pt x="55" y="5"/>
                      <a:pt x="55" y="5"/>
                      <a:pt x="55" y="5"/>
                    </a:cubicBezTo>
                    <a:cubicBezTo>
                      <a:pt x="55" y="5"/>
                      <a:pt x="55" y="5"/>
                      <a:pt x="55" y="5"/>
                    </a:cubicBezTo>
                    <a:cubicBezTo>
                      <a:pt x="54" y="6"/>
                      <a:pt x="54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2" y="7"/>
                      <a:pt x="51" y="7"/>
                    </a:cubicBezTo>
                    <a:cubicBezTo>
                      <a:pt x="51" y="7"/>
                      <a:pt x="51" y="7"/>
                      <a:pt x="51" y="7"/>
                    </a:cubicBezTo>
                    <a:cubicBezTo>
                      <a:pt x="51" y="7"/>
                      <a:pt x="51" y="7"/>
                      <a:pt x="51" y="7"/>
                    </a:cubicBezTo>
                    <a:cubicBezTo>
                      <a:pt x="51" y="7"/>
                      <a:pt x="51" y="7"/>
                      <a:pt x="51" y="7"/>
                    </a:cubicBezTo>
                    <a:cubicBezTo>
                      <a:pt x="51" y="7"/>
                      <a:pt x="51" y="7"/>
                      <a:pt x="51" y="7"/>
                    </a:cubicBezTo>
                    <a:cubicBezTo>
                      <a:pt x="51" y="7"/>
                      <a:pt x="51" y="7"/>
                      <a:pt x="51" y="7"/>
                    </a:cubicBezTo>
                    <a:cubicBezTo>
                      <a:pt x="51" y="7"/>
                      <a:pt x="51" y="7"/>
                      <a:pt x="50" y="7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50" y="7"/>
                      <a:pt x="49" y="7"/>
                      <a:pt x="48" y="6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6"/>
                      <a:pt x="47" y="7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45" y="7"/>
                      <a:pt x="44" y="6"/>
                      <a:pt x="43" y="5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4" y="3"/>
                      <a:pt x="46" y="3"/>
                      <a:pt x="48" y="3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48" y="3"/>
                      <a:pt x="48" y="3"/>
                      <a:pt x="48" y="3"/>
                    </a:cubicBezTo>
                    <a:moveTo>
                      <a:pt x="21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15" y="0"/>
                      <a:pt x="10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3"/>
                      <a:pt x="0" y="6"/>
                      <a:pt x="0" y="9"/>
                    </a:cubicBezTo>
                    <a:cubicBezTo>
                      <a:pt x="0" y="12"/>
                      <a:pt x="1" y="16"/>
                      <a:pt x="1" y="18"/>
                    </a:cubicBezTo>
                    <a:cubicBezTo>
                      <a:pt x="7" y="18"/>
                      <a:pt x="12" y="17"/>
                      <a:pt x="18" y="17"/>
                    </a:cubicBezTo>
                    <a:cubicBezTo>
                      <a:pt x="26" y="16"/>
                      <a:pt x="34" y="16"/>
                      <a:pt x="42" y="16"/>
                    </a:cubicBezTo>
                    <a:cubicBezTo>
                      <a:pt x="54" y="15"/>
                      <a:pt x="66" y="15"/>
                      <a:pt x="78" y="15"/>
                    </a:cubicBezTo>
                    <a:cubicBezTo>
                      <a:pt x="78" y="15"/>
                      <a:pt x="78" y="15"/>
                      <a:pt x="78" y="15"/>
                    </a:cubicBezTo>
                    <a:cubicBezTo>
                      <a:pt x="78" y="15"/>
                      <a:pt x="79" y="15"/>
                      <a:pt x="79" y="15"/>
                    </a:cubicBezTo>
                    <a:cubicBezTo>
                      <a:pt x="79" y="15"/>
                      <a:pt x="80" y="15"/>
                      <a:pt x="80" y="15"/>
                    </a:cubicBezTo>
                    <a:cubicBezTo>
                      <a:pt x="80" y="15"/>
                      <a:pt x="81" y="15"/>
                      <a:pt x="81" y="15"/>
                    </a:cubicBezTo>
                    <a:cubicBezTo>
                      <a:pt x="81" y="15"/>
                      <a:pt x="81" y="15"/>
                      <a:pt x="81" y="15"/>
                    </a:cubicBezTo>
                    <a:cubicBezTo>
                      <a:pt x="82" y="15"/>
                      <a:pt x="83" y="15"/>
                      <a:pt x="84" y="15"/>
                    </a:cubicBezTo>
                    <a:cubicBezTo>
                      <a:pt x="84" y="15"/>
                      <a:pt x="85" y="15"/>
                      <a:pt x="86" y="15"/>
                    </a:cubicBezTo>
                    <a:cubicBezTo>
                      <a:pt x="86" y="15"/>
                      <a:pt x="86" y="15"/>
                      <a:pt x="86" y="15"/>
                    </a:cubicBezTo>
                    <a:cubicBezTo>
                      <a:pt x="86" y="15"/>
                      <a:pt x="86" y="15"/>
                      <a:pt x="86" y="15"/>
                    </a:cubicBezTo>
                    <a:cubicBezTo>
                      <a:pt x="88" y="15"/>
                      <a:pt x="89" y="15"/>
                      <a:pt x="91" y="14"/>
                    </a:cubicBezTo>
                    <a:cubicBezTo>
                      <a:pt x="91" y="14"/>
                      <a:pt x="91" y="14"/>
                      <a:pt x="91" y="14"/>
                    </a:cubicBezTo>
                    <a:cubicBezTo>
                      <a:pt x="91" y="14"/>
                      <a:pt x="91" y="14"/>
                      <a:pt x="91" y="14"/>
                    </a:cubicBezTo>
                    <a:cubicBezTo>
                      <a:pt x="96" y="14"/>
                      <a:pt x="100" y="14"/>
                      <a:pt x="104" y="13"/>
                    </a:cubicBezTo>
                    <a:cubicBezTo>
                      <a:pt x="104" y="13"/>
                      <a:pt x="104" y="13"/>
                      <a:pt x="104" y="13"/>
                    </a:cubicBezTo>
                    <a:cubicBezTo>
                      <a:pt x="104" y="9"/>
                      <a:pt x="104" y="5"/>
                      <a:pt x="104" y="1"/>
                    </a:cubicBezTo>
                    <a:cubicBezTo>
                      <a:pt x="104" y="1"/>
                      <a:pt x="104" y="1"/>
                      <a:pt x="104" y="1"/>
                    </a:cubicBezTo>
                    <a:cubicBezTo>
                      <a:pt x="102" y="1"/>
                      <a:pt x="99" y="1"/>
                      <a:pt x="96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85" y="1"/>
                      <a:pt x="74" y="1"/>
                      <a:pt x="64" y="1"/>
                    </a:cubicBezTo>
                    <a:cubicBezTo>
                      <a:pt x="64" y="1"/>
                      <a:pt x="64" y="1"/>
                      <a:pt x="64" y="1"/>
                    </a:cubicBezTo>
                    <a:cubicBezTo>
                      <a:pt x="62" y="1"/>
                      <a:pt x="61" y="1"/>
                      <a:pt x="59" y="1"/>
                    </a:cubicBezTo>
                    <a:cubicBezTo>
                      <a:pt x="59" y="1"/>
                      <a:pt x="59" y="1"/>
                      <a:pt x="58" y="1"/>
                    </a:cubicBezTo>
                    <a:cubicBezTo>
                      <a:pt x="58" y="1"/>
                      <a:pt x="58" y="1"/>
                      <a:pt x="58" y="1"/>
                    </a:cubicBezTo>
                    <a:cubicBezTo>
                      <a:pt x="58" y="1"/>
                      <a:pt x="58" y="1"/>
                      <a:pt x="58" y="1"/>
                    </a:cubicBezTo>
                    <a:cubicBezTo>
                      <a:pt x="57" y="1"/>
                      <a:pt x="57" y="1"/>
                      <a:pt x="56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4" y="0"/>
                      <a:pt x="54" y="0"/>
                      <a:pt x="53" y="0"/>
                    </a:cubicBezTo>
                    <a:cubicBezTo>
                      <a:pt x="42" y="0"/>
                      <a:pt x="32" y="0"/>
                      <a:pt x="21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0"/>
                      <a:pt x="21" y="0"/>
                      <a:pt x="2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2" name="Freeform 70">
                <a:extLst>
                  <a:ext uri="{FF2B5EF4-FFF2-40B4-BE49-F238E27FC236}">
                    <a16:creationId xmlns:a16="http://schemas.microsoft.com/office/drawing/2014/main" id="{CCEED2FF-94E3-4136-B1FE-205469A4A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5" y="1719"/>
                <a:ext cx="195" cy="16"/>
              </a:xfrm>
              <a:custGeom>
                <a:avLst/>
                <a:gdLst>
                  <a:gd name="T0" fmla="*/ 73 w 134"/>
                  <a:gd name="T1" fmla="*/ 0 h 11"/>
                  <a:gd name="T2" fmla="*/ 73 w 134"/>
                  <a:gd name="T3" fmla="*/ 0 h 11"/>
                  <a:gd name="T4" fmla="*/ 72 w 134"/>
                  <a:gd name="T5" fmla="*/ 0 h 11"/>
                  <a:gd name="T6" fmla="*/ 72 w 134"/>
                  <a:gd name="T7" fmla="*/ 0 h 11"/>
                  <a:gd name="T8" fmla="*/ 40 w 134"/>
                  <a:gd name="T9" fmla="*/ 3 h 11"/>
                  <a:gd name="T10" fmla="*/ 26 w 134"/>
                  <a:gd name="T11" fmla="*/ 5 h 11"/>
                  <a:gd name="T12" fmla="*/ 10 w 134"/>
                  <a:gd name="T13" fmla="*/ 7 h 11"/>
                  <a:gd name="T14" fmla="*/ 0 w 134"/>
                  <a:gd name="T15" fmla="*/ 8 h 11"/>
                  <a:gd name="T16" fmla="*/ 0 w 134"/>
                  <a:gd name="T17" fmla="*/ 8 h 11"/>
                  <a:gd name="T18" fmla="*/ 27 w 134"/>
                  <a:gd name="T19" fmla="*/ 11 h 11"/>
                  <a:gd name="T20" fmla="*/ 27 w 134"/>
                  <a:gd name="T21" fmla="*/ 11 h 11"/>
                  <a:gd name="T22" fmla="*/ 34 w 134"/>
                  <a:gd name="T23" fmla="*/ 11 h 11"/>
                  <a:gd name="T24" fmla="*/ 34 w 134"/>
                  <a:gd name="T25" fmla="*/ 11 h 11"/>
                  <a:gd name="T26" fmla="*/ 34 w 134"/>
                  <a:gd name="T27" fmla="*/ 11 h 11"/>
                  <a:gd name="T28" fmla="*/ 34 w 134"/>
                  <a:gd name="T29" fmla="*/ 11 h 11"/>
                  <a:gd name="T30" fmla="*/ 45 w 134"/>
                  <a:gd name="T31" fmla="*/ 10 h 11"/>
                  <a:gd name="T32" fmla="*/ 45 w 134"/>
                  <a:gd name="T33" fmla="*/ 10 h 11"/>
                  <a:gd name="T34" fmla="*/ 45 w 134"/>
                  <a:gd name="T35" fmla="*/ 10 h 11"/>
                  <a:gd name="T36" fmla="*/ 45 w 134"/>
                  <a:gd name="T37" fmla="*/ 10 h 11"/>
                  <a:gd name="T38" fmla="*/ 46 w 134"/>
                  <a:gd name="T39" fmla="*/ 10 h 11"/>
                  <a:gd name="T40" fmla="*/ 47 w 134"/>
                  <a:gd name="T41" fmla="*/ 10 h 11"/>
                  <a:gd name="T42" fmla="*/ 47 w 134"/>
                  <a:gd name="T43" fmla="*/ 10 h 11"/>
                  <a:gd name="T44" fmla="*/ 66 w 134"/>
                  <a:gd name="T45" fmla="*/ 8 h 11"/>
                  <a:gd name="T46" fmla="*/ 66 w 134"/>
                  <a:gd name="T47" fmla="*/ 8 h 11"/>
                  <a:gd name="T48" fmla="*/ 66 w 134"/>
                  <a:gd name="T49" fmla="*/ 8 h 11"/>
                  <a:gd name="T50" fmla="*/ 66 w 134"/>
                  <a:gd name="T51" fmla="*/ 8 h 11"/>
                  <a:gd name="T52" fmla="*/ 70 w 134"/>
                  <a:gd name="T53" fmla="*/ 8 h 11"/>
                  <a:gd name="T54" fmla="*/ 70 w 134"/>
                  <a:gd name="T55" fmla="*/ 8 h 11"/>
                  <a:gd name="T56" fmla="*/ 70 w 134"/>
                  <a:gd name="T57" fmla="*/ 8 h 11"/>
                  <a:gd name="T58" fmla="*/ 71 w 134"/>
                  <a:gd name="T59" fmla="*/ 8 h 11"/>
                  <a:gd name="T60" fmla="*/ 71 w 134"/>
                  <a:gd name="T61" fmla="*/ 8 h 11"/>
                  <a:gd name="T62" fmla="*/ 71 w 134"/>
                  <a:gd name="T63" fmla="*/ 8 h 11"/>
                  <a:gd name="T64" fmla="*/ 71 w 134"/>
                  <a:gd name="T65" fmla="*/ 8 h 11"/>
                  <a:gd name="T66" fmla="*/ 74 w 134"/>
                  <a:gd name="T67" fmla="*/ 8 h 11"/>
                  <a:gd name="T68" fmla="*/ 74 w 134"/>
                  <a:gd name="T69" fmla="*/ 8 h 11"/>
                  <a:gd name="T70" fmla="*/ 74 w 134"/>
                  <a:gd name="T71" fmla="*/ 8 h 11"/>
                  <a:gd name="T72" fmla="*/ 76 w 134"/>
                  <a:gd name="T73" fmla="*/ 2 h 11"/>
                  <a:gd name="T74" fmla="*/ 78 w 134"/>
                  <a:gd name="T75" fmla="*/ 7 h 11"/>
                  <a:gd name="T76" fmla="*/ 78 w 134"/>
                  <a:gd name="T77" fmla="*/ 7 h 11"/>
                  <a:gd name="T78" fmla="*/ 81 w 134"/>
                  <a:gd name="T79" fmla="*/ 7 h 11"/>
                  <a:gd name="T80" fmla="*/ 83 w 134"/>
                  <a:gd name="T81" fmla="*/ 7 h 11"/>
                  <a:gd name="T82" fmla="*/ 83 w 134"/>
                  <a:gd name="T83" fmla="*/ 7 h 11"/>
                  <a:gd name="T84" fmla="*/ 83 w 134"/>
                  <a:gd name="T85" fmla="*/ 7 h 11"/>
                  <a:gd name="T86" fmla="*/ 83 w 134"/>
                  <a:gd name="T87" fmla="*/ 7 h 11"/>
                  <a:gd name="T88" fmla="*/ 85 w 134"/>
                  <a:gd name="T89" fmla="*/ 7 h 11"/>
                  <a:gd name="T90" fmla="*/ 86 w 134"/>
                  <a:gd name="T91" fmla="*/ 7 h 11"/>
                  <a:gd name="T92" fmla="*/ 113 w 134"/>
                  <a:gd name="T93" fmla="*/ 8 h 11"/>
                  <a:gd name="T94" fmla="*/ 114 w 134"/>
                  <a:gd name="T95" fmla="*/ 8 h 11"/>
                  <a:gd name="T96" fmla="*/ 134 w 134"/>
                  <a:gd name="T97" fmla="*/ 9 h 11"/>
                  <a:gd name="T98" fmla="*/ 134 w 134"/>
                  <a:gd name="T99" fmla="*/ 9 h 11"/>
                  <a:gd name="T100" fmla="*/ 134 w 134"/>
                  <a:gd name="T101" fmla="*/ 8 h 11"/>
                  <a:gd name="T102" fmla="*/ 110 w 134"/>
                  <a:gd name="T103" fmla="*/ 3 h 11"/>
                  <a:gd name="T104" fmla="*/ 81 w 134"/>
                  <a:gd name="T105" fmla="*/ 1 h 11"/>
                  <a:gd name="T106" fmla="*/ 76 w 134"/>
                  <a:gd name="T107" fmla="*/ 0 h 11"/>
                  <a:gd name="T108" fmla="*/ 76 w 134"/>
                  <a:gd name="T109" fmla="*/ 0 h 11"/>
                  <a:gd name="T110" fmla="*/ 75 w 134"/>
                  <a:gd name="T111" fmla="*/ 0 h 11"/>
                  <a:gd name="T112" fmla="*/ 73 w 134"/>
                  <a:gd name="T113" fmla="*/ 0 h 11"/>
                  <a:gd name="T114" fmla="*/ 73 w 134"/>
                  <a:gd name="T115" fmla="*/ 0 h 11"/>
                  <a:gd name="T116" fmla="*/ 73 w 134"/>
                  <a:gd name="T1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34" h="11">
                    <a:moveTo>
                      <a:pt x="73" y="0"/>
                    </a:moveTo>
                    <a:cubicBezTo>
                      <a:pt x="73" y="0"/>
                      <a:pt x="73" y="0"/>
                      <a:pt x="73" y="0"/>
                    </a:cubicBezTo>
                    <a:cubicBezTo>
                      <a:pt x="73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61" y="1"/>
                      <a:pt x="51" y="2"/>
                      <a:pt x="40" y="3"/>
                    </a:cubicBezTo>
                    <a:cubicBezTo>
                      <a:pt x="35" y="3"/>
                      <a:pt x="31" y="4"/>
                      <a:pt x="26" y="5"/>
                    </a:cubicBezTo>
                    <a:cubicBezTo>
                      <a:pt x="20" y="6"/>
                      <a:pt x="15" y="6"/>
                      <a:pt x="10" y="7"/>
                    </a:cubicBezTo>
                    <a:cubicBezTo>
                      <a:pt x="7" y="8"/>
                      <a:pt x="4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0" y="9"/>
                      <a:pt x="18" y="10"/>
                      <a:pt x="27" y="11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9" y="11"/>
                      <a:pt x="32" y="11"/>
                      <a:pt x="34" y="11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8" y="11"/>
                      <a:pt x="41" y="11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6" y="10"/>
                    </a:cubicBezTo>
                    <a:cubicBezTo>
                      <a:pt x="46" y="10"/>
                      <a:pt x="46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53" y="9"/>
                      <a:pt x="59" y="8"/>
                      <a:pt x="66" y="8"/>
                    </a:cubicBezTo>
                    <a:cubicBezTo>
                      <a:pt x="66" y="8"/>
                      <a:pt x="66" y="8"/>
                      <a:pt x="66" y="8"/>
                    </a:cubicBezTo>
                    <a:cubicBezTo>
                      <a:pt x="66" y="8"/>
                      <a:pt x="66" y="8"/>
                      <a:pt x="66" y="8"/>
                    </a:cubicBezTo>
                    <a:cubicBezTo>
                      <a:pt x="66" y="8"/>
                      <a:pt x="66" y="8"/>
                      <a:pt x="66" y="8"/>
                    </a:cubicBezTo>
                    <a:cubicBezTo>
                      <a:pt x="67" y="8"/>
                      <a:pt x="68" y="8"/>
                      <a:pt x="70" y="8"/>
                    </a:cubicBezTo>
                    <a:cubicBezTo>
                      <a:pt x="70" y="8"/>
                      <a:pt x="70" y="8"/>
                      <a:pt x="70" y="8"/>
                    </a:cubicBezTo>
                    <a:cubicBezTo>
                      <a:pt x="70" y="8"/>
                      <a:pt x="70" y="8"/>
                      <a:pt x="70" y="8"/>
                    </a:cubicBezTo>
                    <a:cubicBezTo>
                      <a:pt x="70" y="8"/>
                      <a:pt x="70" y="8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72" y="8"/>
                      <a:pt x="73" y="8"/>
                      <a:pt x="74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5" y="6"/>
                      <a:pt x="75" y="4"/>
                      <a:pt x="76" y="2"/>
                    </a:cubicBezTo>
                    <a:cubicBezTo>
                      <a:pt x="77" y="4"/>
                      <a:pt x="78" y="6"/>
                      <a:pt x="78" y="7"/>
                    </a:cubicBezTo>
                    <a:cubicBezTo>
                      <a:pt x="78" y="7"/>
                      <a:pt x="78" y="7"/>
                      <a:pt x="78" y="7"/>
                    </a:cubicBezTo>
                    <a:cubicBezTo>
                      <a:pt x="79" y="7"/>
                      <a:pt x="80" y="7"/>
                      <a:pt x="81" y="7"/>
                    </a:cubicBezTo>
                    <a:cubicBezTo>
                      <a:pt x="82" y="7"/>
                      <a:pt x="82" y="7"/>
                      <a:pt x="83" y="7"/>
                    </a:cubicBezTo>
                    <a:cubicBezTo>
                      <a:pt x="83" y="7"/>
                      <a:pt x="83" y="7"/>
                      <a:pt x="83" y="7"/>
                    </a:cubicBezTo>
                    <a:cubicBezTo>
                      <a:pt x="83" y="7"/>
                      <a:pt x="83" y="7"/>
                      <a:pt x="83" y="7"/>
                    </a:cubicBezTo>
                    <a:cubicBezTo>
                      <a:pt x="83" y="7"/>
                      <a:pt x="83" y="7"/>
                      <a:pt x="83" y="7"/>
                    </a:cubicBezTo>
                    <a:cubicBezTo>
                      <a:pt x="84" y="7"/>
                      <a:pt x="84" y="7"/>
                      <a:pt x="85" y="7"/>
                    </a:cubicBezTo>
                    <a:cubicBezTo>
                      <a:pt x="85" y="7"/>
                      <a:pt x="86" y="7"/>
                      <a:pt x="86" y="7"/>
                    </a:cubicBezTo>
                    <a:cubicBezTo>
                      <a:pt x="95" y="7"/>
                      <a:pt x="104" y="8"/>
                      <a:pt x="113" y="8"/>
                    </a:cubicBezTo>
                    <a:cubicBezTo>
                      <a:pt x="114" y="8"/>
                      <a:pt x="114" y="8"/>
                      <a:pt x="114" y="8"/>
                    </a:cubicBezTo>
                    <a:cubicBezTo>
                      <a:pt x="121" y="8"/>
                      <a:pt x="128" y="9"/>
                      <a:pt x="134" y="9"/>
                    </a:cubicBezTo>
                    <a:cubicBezTo>
                      <a:pt x="134" y="9"/>
                      <a:pt x="134" y="9"/>
                      <a:pt x="134" y="9"/>
                    </a:cubicBezTo>
                    <a:cubicBezTo>
                      <a:pt x="134" y="9"/>
                      <a:pt x="134" y="9"/>
                      <a:pt x="134" y="8"/>
                    </a:cubicBezTo>
                    <a:cubicBezTo>
                      <a:pt x="126" y="6"/>
                      <a:pt x="118" y="4"/>
                      <a:pt x="110" y="3"/>
                    </a:cubicBezTo>
                    <a:cubicBezTo>
                      <a:pt x="100" y="2"/>
                      <a:pt x="90" y="1"/>
                      <a:pt x="81" y="1"/>
                    </a:cubicBezTo>
                    <a:cubicBezTo>
                      <a:pt x="79" y="1"/>
                      <a:pt x="78" y="0"/>
                      <a:pt x="76" y="0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6" y="0"/>
                      <a:pt x="75" y="0"/>
                      <a:pt x="75" y="0"/>
                    </a:cubicBezTo>
                    <a:cubicBezTo>
                      <a:pt x="74" y="0"/>
                      <a:pt x="74" y="0"/>
                      <a:pt x="73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73" y="0"/>
                      <a:pt x="73" y="0"/>
                      <a:pt x="7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3" name="Freeform 71">
                <a:extLst>
                  <a:ext uri="{FF2B5EF4-FFF2-40B4-BE49-F238E27FC236}">
                    <a16:creationId xmlns:a16="http://schemas.microsoft.com/office/drawing/2014/main" id="{59BCCE12-841A-4D4C-A3F6-A2462B94FD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1868"/>
                <a:ext cx="60" cy="27"/>
              </a:xfrm>
              <a:custGeom>
                <a:avLst/>
                <a:gdLst>
                  <a:gd name="T0" fmla="*/ 36 w 41"/>
                  <a:gd name="T1" fmla="*/ 0 h 19"/>
                  <a:gd name="T2" fmla="*/ 36 w 41"/>
                  <a:gd name="T3" fmla="*/ 0 h 19"/>
                  <a:gd name="T4" fmla="*/ 0 w 41"/>
                  <a:gd name="T5" fmla="*/ 2 h 19"/>
                  <a:gd name="T6" fmla="*/ 0 w 41"/>
                  <a:gd name="T7" fmla="*/ 7 h 19"/>
                  <a:gd name="T8" fmla="*/ 6 w 41"/>
                  <a:gd name="T9" fmla="*/ 13 h 19"/>
                  <a:gd name="T10" fmla="*/ 6 w 41"/>
                  <a:gd name="T11" fmla="*/ 13 h 19"/>
                  <a:gd name="T12" fmla="*/ 6 w 41"/>
                  <a:gd name="T13" fmla="*/ 13 h 19"/>
                  <a:gd name="T14" fmla="*/ 6 w 41"/>
                  <a:gd name="T15" fmla="*/ 12 h 19"/>
                  <a:gd name="T16" fmla="*/ 10 w 41"/>
                  <a:gd name="T17" fmla="*/ 9 h 19"/>
                  <a:gd name="T18" fmla="*/ 12 w 41"/>
                  <a:gd name="T19" fmla="*/ 9 h 19"/>
                  <a:gd name="T20" fmla="*/ 14 w 41"/>
                  <a:gd name="T21" fmla="*/ 9 h 19"/>
                  <a:gd name="T22" fmla="*/ 14 w 41"/>
                  <a:gd name="T23" fmla="*/ 9 h 19"/>
                  <a:gd name="T24" fmla="*/ 18 w 41"/>
                  <a:gd name="T25" fmla="*/ 9 h 19"/>
                  <a:gd name="T26" fmla="*/ 22 w 41"/>
                  <a:gd name="T27" fmla="*/ 9 h 19"/>
                  <a:gd name="T28" fmla="*/ 22 w 41"/>
                  <a:gd name="T29" fmla="*/ 9 h 19"/>
                  <a:gd name="T30" fmla="*/ 16 w 41"/>
                  <a:gd name="T31" fmla="*/ 13 h 19"/>
                  <a:gd name="T32" fmla="*/ 15 w 41"/>
                  <a:gd name="T33" fmla="*/ 13 h 19"/>
                  <a:gd name="T34" fmla="*/ 15 w 41"/>
                  <a:gd name="T35" fmla="*/ 13 h 19"/>
                  <a:gd name="T36" fmla="*/ 15 w 41"/>
                  <a:gd name="T37" fmla="*/ 13 h 19"/>
                  <a:gd name="T38" fmla="*/ 6 w 41"/>
                  <a:gd name="T39" fmla="*/ 13 h 19"/>
                  <a:gd name="T40" fmla="*/ 35 w 41"/>
                  <a:gd name="T41" fmla="*/ 18 h 19"/>
                  <a:gd name="T42" fmla="*/ 38 w 41"/>
                  <a:gd name="T43" fmla="*/ 19 h 19"/>
                  <a:gd name="T44" fmla="*/ 38 w 41"/>
                  <a:gd name="T45" fmla="*/ 19 h 19"/>
                  <a:gd name="T46" fmla="*/ 40 w 41"/>
                  <a:gd name="T47" fmla="*/ 18 h 19"/>
                  <a:gd name="T48" fmla="*/ 40 w 41"/>
                  <a:gd name="T49" fmla="*/ 18 h 19"/>
                  <a:gd name="T50" fmla="*/ 41 w 41"/>
                  <a:gd name="T51" fmla="*/ 18 h 19"/>
                  <a:gd name="T52" fmla="*/ 40 w 41"/>
                  <a:gd name="T53" fmla="*/ 11 h 19"/>
                  <a:gd name="T54" fmla="*/ 38 w 41"/>
                  <a:gd name="T55" fmla="*/ 11 h 19"/>
                  <a:gd name="T56" fmla="*/ 38 w 41"/>
                  <a:gd name="T57" fmla="*/ 11 h 19"/>
                  <a:gd name="T58" fmla="*/ 36 w 41"/>
                  <a:gd name="T59" fmla="*/ 11 h 19"/>
                  <a:gd name="T60" fmla="*/ 36 w 41"/>
                  <a:gd name="T61" fmla="*/ 11 h 19"/>
                  <a:gd name="T62" fmla="*/ 35 w 41"/>
                  <a:gd name="T63" fmla="*/ 11 h 19"/>
                  <a:gd name="T64" fmla="*/ 32 w 41"/>
                  <a:gd name="T65" fmla="*/ 10 h 19"/>
                  <a:gd name="T66" fmla="*/ 32 w 41"/>
                  <a:gd name="T67" fmla="*/ 9 h 19"/>
                  <a:gd name="T68" fmla="*/ 32 w 41"/>
                  <a:gd name="T69" fmla="*/ 9 h 19"/>
                  <a:gd name="T70" fmla="*/ 32 w 41"/>
                  <a:gd name="T71" fmla="*/ 9 h 19"/>
                  <a:gd name="T72" fmla="*/ 40 w 41"/>
                  <a:gd name="T73" fmla="*/ 8 h 19"/>
                  <a:gd name="T74" fmla="*/ 40 w 41"/>
                  <a:gd name="T75" fmla="*/ 8 h 19"/>
                  <a:gd name="T76" fmla="*/ 39 w 41"/>
                  <a:gd name="T77" fmla="*/ 0 h 19"/>
                  <a:gd name="T78" fmla="*/ 38 w 41"/>
                  <a:gd name="T79" fmla="*/ 0 h 19"/>
                  <a:gd name="T80" fmla="*/ 36 w 41"/>
                  <a:gd name="T81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1" h="19">
                    <a:moveTo>
                      <a:pt x="36" y="0"/>
                    </a:move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25" y="0"/>
                      <a:pt x="13" y="1"/>
                      <a:pt x="2" y="1"/>
                    </a:cubicBezTo>
                    <a:cubicBezTo>
                      <a:pt x="1" y="1"/>
                      <a:pt x="1" y="1"/>
                      <a:pt x="0" y="2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0" y="5"/>
                      <a:pt x="0" y="6"/>
                      <a:pt x="0" y="7"/>
                    </a:cubicBezTo>
                    <a:cubicBezTo>
                      <a:pt x="0" y="12"/>
                      <a:pt x="0" y="12"/>
                      <a:pt x="6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0"/>
                      <a:pt x="8" y="9"/>
                      <a:pt x="9" y="9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10" y="9"/>
                      <a:pt x="11" y="9"/>
                      <a:pt x="11" y="9"/>
                    </a:cubicBezTo>
                    <a:cubicBezTo>
                      <a:pt x="11" y="9"/>
                      <a:pt x="12" y="9"/>
                      <a:pt x="12" y="9"/>
                    </a:cubicBezTo>
                    <a:cubicBezTo>
                      <a:pt x="13" y="9"/>
                      <a:pt x="13" y="9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5" y="9"/>
                      <a:pt x="16" y="9"/>
                      <a:pt x="18" y="9"/>
                    </a:cubicBezTo>
                    <a:cubicBezTo>
                      <a:pt x="19" y="9"/>
                      <a:pt x="20" y="9"/>
                      <a:pt x="22" y="9"/>
                    </a:cubicBezTo>
                    <a:cubicBezTo>
                      <a:pt x="22" y="9"/>
                      <a:pt x="22" y="9"/>
                      <a:pt x="22" y="9"/>
                    </a:cubicBezTo>
                    <a:cubicBezTo>
                      <a:pt x="22" y="9"/>
                      <a:pt x="22" y="9"/>
                      <a:pt x="22" y="9"/>
                    </a:cubicBezTo>
                    <a:cubicBezTo>
                      <a:pt x="22" y="9"/>
                      <a:pt x="22" y="9"/>
                      <a:pt x="22" y="9"/>
                    </a:cubicBezTo>
                    <a:cubicBezTo>
                      <a:pt x="20" y="12"/>
                      <a:pt x="18" y="13"/>
                      <a:pt x="16" y="13"/>
                    </a:cubicBezTo>
                    <a:cubicBezTo>
                      <a:pt x="16" y="13"/>
                      <a:pt x="16" y="13"/>
                      <a:pt x="16" y="13"/>
                    </a:cubicBezTo>
                    <a:cubicBezTo>
                      <a:pt x="16" y="13"/>
                      <a:pt x="16" y="13"/>
                      <a:pt x="15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2" y="13"/>
                      <a:pt x="9" y="13"/>
                      <a:pt x="6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9" y="13"/>
                      <a:pt x="12" y="14"/>
                      <a:pt x="15" y="14"/>
                    </a:cubicBezTo>
                    <a:cubicBezTo>
                      <a:pt x="21" y="16"/>
                      <a:pt x="28" y="17"/>
                      <a:pt x="35" y="18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9"/>
                      <a:pt x="37" y="19"/>
                      <a:pt x="38" y="19"/>
                    </a:cubicBezTo>
                    <a:cubicBezTo>
                      <a:pt x="38" y="19"/>
                      <a:pt x="38" y="19"/>
                      <a:pt x="38" y="19"/>
                    </a:cubicBezTo>
                    <a:cubicBezTo>
                      <a:pt x="38" y="19"/>
                      <a:pt x="38" y="19"/>
                      <a:pt x="38" y="19"/>
                    </a:cubicBezTo>
                    <a:cubicBezTo>
                      <a:pt x="38" y="19"/>
                      <a:pt x="38" y="19"/>
                      <a:pt x="38" y="19"/>
                    </a:cubicBezTo>
                    <a:cubicBezTo>
                      <a:pt x="39" y="19"/>
                      <a:pt x="40" y="19"/>
                      <a:pt x="40" y="18"/>
                    </a:cubicBezTo>
                    <a:cubicBezTo>
                      <a:pt x="40" y="18"/>
                      <a:pt x="40" y="18"/>
                      <a:pt x="40" y="18"/>
                    </a:cubicBezTo>
                    <a:cubicBezTo>
                      <a:pt x="40" y="18"/>
                      <a:pt x="40" y="18"/>
                      <a:pt x="40" y="18"/>
                    </a:cubicBezTo>
                    <a:cubicBezTo>
                      <a:pt x="40" y="18"/>
                      <a:pt x="40" y="18"/>
                      <a:pt x="40" y="18"/>
                    </a:cubicBezTo>
                    <a:cubicBezTo>
                      <a:pt x="40" y="18"/>
                      <a:pt x="41" y="18"/>
                      <a:pt x="41" y="18"/>
                    </a:cubicBezTo>
                    <a:cubicBezTo>
                      <a:pt x="41" y="18"/>
                      <a:pt x="41" y="18"/>
                      <a:pt x="41" y="18"/>
                    </a:cubicBezTo>
                    <a:cubicBezTo>
                      <a:pt x="40" y="16"/>
                      <a:pt x="40" y="13"/>
                      <a:pt x="40" y="11"/>
                    </a:cubicBezTo>
                    <a:cubicBezTo>
                      <a:pt x="39" y="11"/>
                      <a:pt x="39" y="11"/>
                      <a:pt x="38" y="11"/>
                    </a:cubicBezTo>
                    <a:cubicBezTo>
                      <a:pt x="38" y="11"/>
                      <a:pt x="38" y="11"/>
                      <a:pt x="38" y="11"/>
                    </a:cubicBezTo>
                    <a:cubicBezTo>
                      <a:pt x="38" y="11"/>
                      <a:pt x="38" y="11"/>
                      <a:pt x="38" y="11"/>
                    </a:cubicBezTo>
                    <a:cubicBezTo>
                      <a:pt x="38" y="11"/>
                      <a:pt x="38" y="11"/>
                      <a:pt x="38" y="11"/>
                    </a:cubicBezTo>
                    <a:cubicBezTo>
                      <a:pt x="38" y="11"/>
                      <a:pt x="37" y="11"/>
                      <a:pt x="36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1"/>
                      <a:pt x="35" y="11"/>
                      <a:pt x="35" y="11"/>
                    </a:cubicBezTo>
                    <a:cubicBezTo>
                      <a:pt x="35" y="11"/>
                      <a:pt x="35" y="11"/>
                      <a:pt x="35" y="11"/>
                    </a:cubicBezTo>
                    <a:cubicBezTo>
                      <a:pt x="34" y="11"/>
                      <a:pt x="33" y="11"/>
                      <a:pt x="32" y="10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10"/>
                      <a:pt x="32" y="10"/>
                      <a:pt x="32" y="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4" y="8"/>
                      <a:pt x="37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6"/>
                      <a:pt x="40" y="5"/>
                      <a:pt x="40" y="4"/>
                    </a:cubicBezTo>
                    <a:cubicBezTo>
                      <a:pt x="40" y="2"/>
                      <a:pt x="40" y="1"/>
                      <a:pt x="39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0"/>
                      <a:pt x="38" y="0"/>
                      <a:pt x="38" y="0"/>
                    </a:cubicBezTo>
                    <a:cubicBezTo>
                      <a:pt x="37" y="0"/>
                      <a:pt x="37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4" name="Freeform 72">
                <a:extLst>
                  <a:ext uri="{FF2B5EF4-FFF2-40B4-BE49-F238E27FC236}">
                    <a16:creationId xmlns:a16="http://schemas.microsoft.com/office/drawing/2014/main" id="{20364838-7AA7-45C2-B009-E598472BE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8" y="713"/>
                <a:ext cx="182" cy="133"/>
              </a:xfrm>
              <a:custGeom>
                <a:avLst/>
                <a:gdLst>
                  <a:gd name="T0" fmla="*/ 122 w 125"/>
                  <a:gd name="T1" fmla="*/ 0 h 91"/>
                  <a:gd name="T2" fmla="*/ 122 w 125"/>
                  <a:gd name="T3" fmla="*/ 0 h 91"/>
                  <a:gd name="T4" fmla="*/ 122 w 125"/>
                  <a:gd name="T5" fmla="*/ 0 h 91"/>
                  <a:gd name="T6" fmla="*/ 122 w 125"/>
                  <a:gd name="T7" fmla="*/ 0 h 91"/>
                  <a:gd name="T8" fmla="*/ 104 w 125"/>
                  <a:gd name="T9" fmla="*/ 3 h 91"/>
                  <a:gd name="T10" fmla="*/ 86 w 125"/>
                  <a:gd name="T11" fmla="*/ 5 h 91"/>
                  <a:gd name="T12" fmla="*/ 64 w 125"/>
                  <a:gd name="T13" fmla="*/ 9 h 91"/>
                  <a:gd name="T14" fmla="*/ 42 w 125"/>
                  <a:gd name="T15" fmla="*/ 14 h 91"/>
                  <a:gd name="T16" fmla="*/ 20 w 125"/>
                  <a:gd name="T17" fmla="*/ 31 h 91"/>
                  <a:gd name="T18" fmla="*/ 1 w 125"/>
                  <a:gd name="T19" fmla="*/ 80 h 91"/>
                  <a:gd name="T20" fmla="*/ 0 w 125"/>
                  <a:gd name="T21" fmla="*/ 87 h 91"/>
                  <a:gd name="T22" fmla="*/ 1 w 125"/>
                  <a:gd name="T23" fmla="*/ 91 h 91"/>
                  <a:gd name="T24" fmla="*/ 2 w 125"/>
                  <a:gd name="T25" fmla="*/ 88 h 91"/>
                  <a:gd name="T26" fmla="*/ 6 w 125"/>
                  <a:gd name="T27" fmla="*/ 73 h 91"/>
                  <a:gd name="T28" fmla="*/ 24 w 125"/>
                  <a:gd name="T29" fmla="*/ 29 h 91"/>
                  <a:gd name="T30" fmla="*/ 33 w 125"/>
                  <a:gd name="T31" fmla="*/ 21 h 91"/>
                  <a:gd name="T32" fmla="*/ 49 w 125"/>
                  <a:gd name="T33" fmla="*/ 15 h 91"/>
                  <a:gd name="T34" fmla="*/ 77 w 125"/>
                  <a:gd name="T35" fmla="*/ 9 h 91"/>
                  <a:gd name="T36" fmla="*/ 100 w 125"/>
                  <a:gd name="T37" fmla="*/ 6 h 91"/>
                  <a:gd name="T38" fmla="*/ 120 w 125"/>
                  <a:gd name="T39" fmla="*/ 3 h 91"/>
                  <a:gd name="T40" fmla="*/ 125 w 125"/>
                  <a:gd name="T41" fmla="*/ 0 h 91"/>
                  <a:gd name="T42" fmla="*/ 125 w 125"/>
                  <a:gd name="T43" fmla="*/ 0 h 91"/>
                  <a:gd name="T44" fmla="*/ 125 w 125"/>
                  <a:gd name="T45" fmla="*/ 0 h 91"/>
                  <a:gd name="T46" fmla="*/ 125 w 125"/>
                  <a:gd name="T47" fmla="*/ 0 h 91"/>
                  <a:gd name="T48" fmla="*/ 123 w 125"/>
                  <a:gd name="T49" fmla="*/ 0 h 91"/>
                  <a:gd name="T50" fmla="*/ 123 w 125"/>
                  <a:gd name="T51" fmla="*/ 0 h 91"/>
                  <a:gd name="T52" fmla="*/ 122 w 125"/>
                  <a:gd name="T53" fmla="*/ 0 h 91"/>
                  <a:gd name="T54" fmla="*/ 122 w 125"/>
                  <a:gd name="T55" fmla="*/ 0 h 91"/>
                  <a:gd name="T56" fmla="*/ 122 w 125"/>
                  <a:gd name="T57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5" h="91">
                    <a:moveTo>
                      <a:pt x="122" y="0"/>
                    </a:moveTo>
                    <a:cubicBezTo>
                      <a:pt x="122" y="0"/>
                      <a:pt x="122" y="0"/>
                      <a:pt x="122" y="0"/>
                    </a:cubicBezTo>
                    <a:cubicBezTo>
                      <a:pt x="122" y="0"/>
                      <a:pt x="122" y="0"/>
                      <a:pt x="122" y="0"/>
                    </a:cubicBezTo>
                    <a:cubicBezTo>
                      <a:pt x="122" y="0"/>
                      <a:pt x="122" y="0"/>
                      <a:pt x="122" y="0"/>
                    </a:cubicBezTo>
                    <a:cubicBezTo>
                      <a:pt x="116" y="1"/>
                      <a:pt x="110" y="2"/>
                      <a:pt x="104" y="3"/>
                    </a:cubicBezTo>
                    <a:cubicBezTo>
                      <a:pt x="98" y="3"/>
                      <a:pt x="92" y="4"/>
                      <a:pt x="86" y="5"/>
                    </a:cubicBezTo>
                    <a:cubicBezTo>
                      <a:pt x="78" y="6"/>
                      <a:pt x="71" y="8"/>
                      <a:pt x="64" y="9"/>
                    </a:cubicBezTo>
                    <a:cubicBezTo>
                      <a:pt x="56" y="11"/>
                      <a:pt x="49" y="12"/>
                      <a:pt x="42" y="14"/>
                    </a:cubicBezTo>
                    <a:cubicBezTo>
                      <a:pt x="32" y="17"/>
                      <a:pt x="25" y="23"/>
                      <a:pt x="20" y="31"/>
                    </a:cubicBezTo>
                    <a:cubicBezTo>
                      <a:pt x="11" y="46"/>
                      <a:pt x="5" y="63"/>
                      <a:pt x="1" y="80"/>
                    </a:cubicBezTo>
                    <a:cubicBezTo>
                      <a:pt x="1" y="82"/>
                      <a:pt x="0" y="85"/>
                      <a:pt x="0" y="87"/>
                    </a:cubicBezTo>
                    <a:cubicBezTo>
                      <a:pt x="0" y="89"/>
                      <a:pt x="0" y="90"/>
                      <a:pt x="1" y="91"/>
                    </a:cubicBezTo>
                    <a:cubicBezTo>
                      <a:pt x="1" y="90"/>
                      <a:pt x="2" y="89"/>
                      <a:pt x="2" y="88"/>
                    </a:cubicBezTo>
                    <a:cubicBezTo>
                      <a:pt x="3" y="83"/>
                      <a:pt x="4" y="78"/>
                      <a:pt x="6" y="73"/>
                    </a:cubicBezTo>
                    <a:cubicBezTo>
                      <a:pt x="10" y="57"/>
                      <a:pt x="16" y="43"/>
                      <a:pt x="24" y="29"/>
                    </a:cubicBezTo>
                    <a:cubicBezTo>
                      <a:pt x="27" y="26"/>
                      <a:pt x="29" y="23"/>
                      <a:pt x="33" y="21"/>
                    </a:cubicBezTo>
                    <a:cubicBezTo>
                      <a:pt x="39" y="19"/>
                      <a:pt x="44" y="16"/>
                      <a:pt x="49" y="15"/>
                    </a:cubicBezTo>
                    <a:cubicBezTo>
                      <a:pt x="59" y="12"/>
                      <a:pt x="68" y="11"/>
                      <a:pt x="77" y="9"/>
                    </a:cubicBezTo>
                    <a:cubicBezTo>
                      <a:pt x="85" y="8"/>
                      <a:pt x="93" y="7"/>
                      <a:pt x="100" y="6"/>
                    </a:cubicBezTo>
                    <a:cubicBezTo>
                      <a:pt x="107" y="5"/>
                      <a:pt x="114" y="4"/>
                      <a:pt x="120" y="3"/>
                    </a:cubicBezTo>
                    <a:cubicBezTo>
                      <a:pt x="122" y="3"/>
                      <a:pt x="123" y="2"/>
                      <a:pt x="125" y="0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24" y="0"/>
                      <a:pt x="124" y="0"/>
                      <a:pt x="123" y="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23" y="0"/>
                      <a:pt x="123" y="0"/>
                      <a:pt x="122" y="0"/>
                    </a:cubicBezTo>
                    <a:cubicBezTo>
                      <a:pt x="122" y="0"/>
                      <a:pt x="122" y="0"/>
                      <a:pt x="122" y="0"/>
                    </a:cubicBezTo>
                    <a:cubicBezTo>
                      <a:pt x="122" y="0"/>
                      <a:pt x="122" y="0"/>
                      <a:pt x="122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5" name="Freeform 73">
                <a:extLst>
                  <a:ext uri="{FF2B5EF4-FFF2-40B4-BE49-F238E27FC236}">
                    <a16:creationId xmlns:a16="http://schemas.microsoft.com/office/drawing/2014/main" id="{0101BC81-92AE-4C33-8D4E-D43B1B3659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5" y="986"/>
                <a:ext cx="53" cy="78"/>
              </a:xfrm>
              <a:custGeom>
                <a:avLst/>
                <a:gdLst>
                  <a:gd name="T0" fmla="*/ 29 w 36"/>
                  <a:gd name="T1" fmla="*/ 0 h 54"/>
                  <a:gd name="T2" fmla="*/ 29 w 36"/>
                  <a:gd name="T3" fmla="*/ 0 h 54"/>
                  <a:gd name="T4" fmla="*/ 10 w 36"/>
                  <a:gd name="T5" fmla="*/ 5 h 54"/>
                  <a:gd name="T6" fmla="*/ 9 w 36"/>
                  <a:gd name="T7" fmla="*/ 5 h 54"/>
                  <a:gd name="T8" fmla="*/ 2 w 36"/>
                  <a:gd name="T9" fmla="*/ 12 h 54"/>
                  <a:gd name="T10" fmla="*/ 0 w 36"/>
                  <a:gd name="T11" fmla="*/ 22 h 54"/>
                  <a:gd name="T12" fmla="*/ 0 w 36"/>
                  <a:gd name="T13" fmla="*/ 28 h 54"/>
                  <a:gd name="T14" fmla="*/ 1 w 36"/>
                  <a:gd name="T15" fmla="*/ 47 h 54"/>
                  <a:gd name="T16" fmla="*/ 3 w 36"/>
                  <a:gd name="T17" fmla="*/ 53 h 54"/>
                  <a:gd name="T18" fmla="*/ 6 w 36"/>
                  <a:gd name="T19" fmla="*/ 54 h 54"/>
                  <a:gd name="T20" fmla="*/ 6 w 36"/>
                  <a:gd name="T21" fmla="*/ 54 h 54"/>
                  <a:gd name="T22" fmla="*/ 4 w 36"/>
                  <a:gd name="T23" fmla="*/ 44 h 54"/>
                  <a:gd name="T24" fmla="*/ 3 w 36"/>
                  <a:gd name="T25" fmla="*/ 29 h 54"/>
                  <a:gd name="T26" fmla="*/ 3 w 36"/>
                  <a:gd name="T27" fmla="*/ 29 h 54"/>
                  <a:gd name="T28" fmla="*/ 4 w 36"/>
                  <a:gd name="T29" fmla="*/ 21 h 54"/>
                  <a:gd name="T30" fmla="*/ 13 w 36"/>
                  <a:gd name="T31" fmla="*/ 7 h 54"/>
                  <a:gd name="T32" fmla="*/ 13 w 36"/>
                  <a:gd name="T33" fmla="*/ 7 h 54"/>
                  <a:gd name="T34" fmla="*/ 14 w 36"/>
                  <a:gd name="T35" fmla="*/ 7 h 54"/>
                  <a:gd name="T36" fmla="*/ 14 w 36"/>
                  <a:gd name="T37" fmla="*/ 7 h 54"/>
                  <a:gd name="T38" fmla="*/ 14 w 36"/>
                  <a:gd name="T39" fmla="*/ 7 h 54"/>
                  <a:gd name="T40" fmla="*/ 28 w 36"/>
                  <a:gd name="T41" fmla="*/ 3 h 54"/>
                  <a:gd name="T42" fmla="*/ 28 w 36"/>
                  <a:gd name="T43" fmla="*/ 3 h 54"/>
                  <a:gd name="T44" fmla="*/ 28 w 36"/>
                  <a:gd name="T45" fmla="*/ 3 h 54"/>
                  <a:gd name="T46" fmla="*/ 28 w 36"/>
                  <a:gd name="T47" fmla="*/ 3 h 54"/>
                  <a:gd name="T48" fmla="*/ 29 w 36"/>
                  <a:gd name="T49" fmla="*/ 3 h 54"/>
                  <a:gd name="T50" fmla="*/ 29 w 36"/>
                  <a:gd name="T51" fmla="*/ 3 h 54"/>
                  <a:gd name="T52" fmla="*/ 29 w 36"/>
                  <a:gd name="T53" fmla="*/ 3 h 54"/>
                  <a:gd name="T54" fmla="*/ 30 w 36"/>
                  <a:gd name="T55" fmla="*/ 3 h 54"/>
                  <a:gd name="T56" fmla="*/ 30 w 36"/>
                  <a:gd name="T57" fmla="*/ 3 h 54"/>
                  <a:gd name="T58" fmla="*/ 32 w 36"/>
                  <a:gd name="T59" fmla="*/ 4 h 54"/>
                  <a:gd name="T60" fmla="*/ 32 w 36"/>
                  <a:gd name="T61" fmla="*/ 4 h 54"/>
                  <a:gd name="T62" fmla="*/ 32 w 36"/>
                  <a:gd name="T63" fmla="*/ 4 h 54"/>
                  <a:gd name="T64" fmla="*/ 32 w 36"/>
                  <a:gd name="T65" fmla="*/ 4 h 54"/>
                  <a:gd name="T66" fmla="*/ 36 w 36"/>
                  <a:gd name="T67" fmla="*/ 2 h 54"/>
                  <a:gd name="T68" fmla="*/ 36 w 36"/>
                  <a:gd name="T69" fmla="*/ 2 h 54"/>
                  <a:gd name="T70" fmla="*/ 36 w 36"/>
                  <a:gd name="T71" fmla="*/ 2 h 54"/>
                  <a:gd name="T72" fmla="*/ 36 w 36"/>
                  <a:gd name="T73" fmla="*/ 2 h 54"/>
                  <a:gd name="T74" fmla="*/ 33 w 36"/>
                  <a:gd name="T75" fmla="*/ 0 h 54"/>
                  <a:gd name="T76" fmla="*/ 33 w 36"/>
                  <a:gd name="T77" fmla="*/ 0 h 54"/>
                  <a:gd name="T78" fmla="*/ 32 w 36"/>
                  <a:gd name="T79" fmla="*/ 0 h 54"/>
                  <a:gd name="T80" fmla="*/ 29 w 36"/>
                  <a:gd name="T81" fmla="*/ 0 h 54"/>
                  <a:gd name="T82" fmla="*/ 29 w 36"/>
                  <a:gd name="T83" fmla="*/ 0 h 54"/>
                  <a:gd name="T84" fmla="*/ 29 w 36"/>
                  <a:gd name="T85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6" h="54">
                    <a:moveTo>
                      <a:pt x="29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22" y="0"/>
                      <a:pt x="16" y="2"/>
                      <a:pt x="10" y="5"/>
                    </a:cubicBezTo>
                    <a:cubicBezTo>
                      <a:pt x="10" y="5"/>
                      <a:pt x="10" y="5"/>
                      <a:pt x="9" y="5"/>
                    </a:cubicBezTo>
                    <a:cubicBezTo>
                      <a:pt x="6" y="7"/>
                      <a:pt x="4" y="9"/>
                      <a:pt x="2" y="12"/>
                    </a:cubicBezTo>
                    <a:cubicBezTo>
                      <a:pt x="1" y="15"/>
                      <a:pt x="0" y="19"/>
                      <a:pt x="0" y="22"/>
                    </a:cubicBezTo>
                    <a:cubicBezTo>
                      <a:pt x="0" y="24"/>
                      <a:pt x="0" y="26"/>
                      <a:pt x="0" y="28"/>
                    </a:cubicBezTo>
                    <a:cubicBezTo>
                      <a:pt x="0" y="34"/>
                      <a:pt x="0" y="40"/>
                      <a:pt x="1" y="47"/>
                    </a:cubicBezTo>
                    <a:cubicBezTo>
                      <a:pt x="1" y="49"/>
                      <a:pt x="2" y="51"/>
                      <a:pt x="3" y="53"/>
                    </a:cubicBezTo>
                    <a:cubicBezTo>
                      <a:pt x="3" y="54"/>
                      <a:pt x="5" y="54"/>
                      <a:pt x="6" y="54"/>
                    </a:cubicBezTo>
                    <a:cubicBezTo>
                      <a:pt x="6" y="54"/>
                      <a:pt x="6" y="54"/>
                      <a:pt x="6" y="54"/>
                    </a:cubicBezTo>
                    <a:cubicBezTo>
                      <a:pt x="5" y="50"/>
                      <a:pt x="5" y="47"/>
                      <a:pt x="4" y="44"/>
                    </a:cubicBezTo>
                    <a:cubicBezTo>
                      <a:pt x="4" y="39"/>
                      <a:pt x="3" y="34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6"/>
                      <a:pt x="4" y="23"/>
                      <a:pt x="4" y="21"/>
                    </a:cubicBezTo>
                    <a:cubicBezTo>
                      <a:pt x="4" y="14"/>
                      <a:pt x="7" y="9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8" y="5"/>
                      <a:pt x="23" y="3"/>
                      <a:pt x="28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3"/>
                      <a:pt x="29" y="3"/>
                      <a:pt x="29" y="3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9" y="3"/>
                      <a:pt x="30" y="3"/>
                      <a:pt x="30" y="3"/>
                    </a:cubicBezTo>
                    <a:cubicBezTo>
                      <a:pt x="30" y="3"/>
                      <a:pt x="30" y="3"/>
                      <a:pt x="30" y="3"/>
                    </a:cubicBezTo>
                    <a:cubicBezTo>
                      <a:pt x="30" y="3"/>
                      <a:pt x="31" y="4"/>
                      <a:pt x="32" y="4"/>
                    </a:cubicBezTo>
                    <a:cubicBezTo>
                      <a:pt x="32" y="4"/>
                      <a:pt x="32" y="4"/>
                      <a:pt x="32" y="4"/>
                    </a:cubicBezTo>
                    <a:cubicBezTo>
                      <a:pt x="32" y="4"/>
                      <a:pt x="32" y="4"/>
                      <a:pt x="32" y="4"/>
                    </a:cubicBezTo>
                    <a:cubicBezTo>
                      <a:pt x="32" y="4"/>
                      <a:pt x="32" y="4"/>
                      <a:pt x="32" y="4"/>
                    </a:cubicBezTo>
                    <a:cubicBezTo>
                      <a:pt x="33" y="4"/>
                      <a:pt x="34" y="3"/>
                      <a:pt x="36" y="2"/>
                    </a:cubicBezTo>
                    <a:cubicBezTo>
                      <a:pt x="36" y="2"/>
                      <a:pt x="36" y="2"/>
                      <a:pt x="36" y="2"/>
                    </a:cubicBezTo>
                    <a:cubicBezTo>
                      <a:pt x="36" y="2"/>
                      <a:pt x="36" y="2"/>
                      <a:pt x="36" y="2"/>
                    </a:cubicBezTo>
                    <a:cubicBezTo>
                      <a:pt x="36" y="2"/>
                      <a:pt x="36" y="2"/>
                      <a:pt x="36" y="2"/>
                    </a:cubicBezTo>
                    <a:cubicBezTo>
                      <a:pt x="34" y="1"/>
                      <a:pt x="34" y="1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2" y="0"/>
                      <a:pt x="32" y="0"/>
                    </a:cubicBezTo>
                    <a:cubicBezTo>
                      <a:pt x="31" y="0"/>
                      <a:pt x="30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6" name="Freeform 74">
                <a:extLst>
                  <a:ext uri="{FF2B5EF4-FFF2-40B4-BE49-F238E27FC236}">
                    <a16:creationId xmlns:a16="http://schemas.microsoft.com/office/drawing/2014/main" id="{1A4C6617-E326-4BCA-A887-1A0525DD85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2" y="1801"/>
                <a:ext cx="5" cy="19"/>
              </a:xfrm>
              <a:custGeom>
                <a:avLst/>
                <a:gdLst>
                  <a:gd name="T0" fmla="*/ 2 w 3"/>
                  <a:gd name="T1" fmla="*/ 0 h 13"/>
                  <a:gd name="T2" fmla="*/ 0 w 3"/>
                  <a:gd name="T3" fmla="*/ 7 h 13"/>
                  <a:gd name="T4" fmla="*/ 2 w 3"/>
                  <a:gd name="T5" fmla="*/ 13 h 13"/>
                  <a:gd name="T6" fmla="*/ 3 w 3"/>
                  <a:gd name="T7" fmla="*/ 7 h 13"/>
                  <a:gd name="T8" fmla="*/ 2 w 3"/>
                  <a:gd name="T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13">
                    <a:moveTo>
                      <a:pt x="2" y="0"/>
                    </a:moveTo>
                    <a:cubicBezTo>
                      <a:pt x="1" y="3"/>
                      <a:pt x="0" y="5"/>
                      <a:pt x="0" y="7"/>
                    </a:cubicBezTo>
                    <a:cubicBezTo>
                      <a:pt x="0" y="9"/>
                      <a:pt x="1" y="11"/>
                      <a:pt x="2" y="13"/>
                    </a:cubicBezTo>
                    <a:cubicBezTo>
                      <a:pt x="3" y="11"/>
                      <a:pt x="3" y="9"/>
                      <a:pt x="3" y="7"/>
                    </a:cubicBezTo>
                    <a:cubicBezTo>
                      <a:pt x="3" y="5"/>
                      <a:pt x="3" y="3"/>
                      <a:pt x="2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7" name="Freeform 75">
                <a:extLst>
                  <a:ext uri="{FF2B5EF4-FFF2-40B4-BE49-F238E27FC236}">
                    <a16:creationId xmlns:a16="http://schemas.microsoft.com/office/drawing/2014/main" id="{3D63E64A-69F8-495B-B7AF-84AB1D7F31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1" y="1828"/>
                <a:ext cx="4" cy="18"/>
              </a:xfrm>
              <a:custGeom>
                <a:avLst/>
                <a:gdLst>
                  <a:gd name="T0" fmla="*/ 2 w 3"/>
                  <a:gd name="T1" fmla="*/ 0 h 12"/>
                  <a:gd name="T2" fmla="*/ 0 w 3"/>
                  <a:gd name="T3" fmla="*/ 6 h 12"/>
                  <a:gd name="T4" fmla="*/ 1 w 3"/>
                  <a:gd name="T5" fmla="*/ 12 h 12"/>
                  <a:gd name="T6" fmla="*/ 3 w 3"/>
                  <a:gd name="T7" fmla="*/ 4 h 12"/>
                  <a:gd name="T8" fmla="*/ 2 w 3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12">
                    <a:moveTo>
                      <a:pt x="2" y="0"/>
                    </a:moveTo>
                    <a:cubicBezTo>
                      <a:pt x="0" y="2"/>
                      <a:pt x="0" y="4"/>
                      <a:pt x="0" y="6"/>
                    </a:cubicBezTo>
                    <a:cubicBezTo>
                      <a:pt x="0" y="8"/>
                      <a:pt x="0" y="10"/>
                      <a:pt x="1" y="12"/>
                    </a:cubicBezTo>
                    <a:cubicBezTo>
                      <a:pt x="2" y="9"/>
                      <a:pt x="3" y="7"/>
                      <a:pt x="3" y="4"/>
                    </a:cubicBezTo>
                    <a:cubicBezTo>
                      <a:pt x="3" y="3"/>
                      <a:pt x="3" y="1"/>
                      <a:pt x="2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8" name="Freeform 76">
                <a:extLst>
                  <a:ext uri="{FF2B5EF4-FFF2-40B4-BE49-F238E27FC236}">
                    <a16:creationId xmlns:a16="http://schemas.microsoft.com/office/drawing/2014/main" id="{639D5FD7-DF60-4A59-87D6-9FA7F034AB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2" y="1773"/>
                <a:ext cx="5" cy="17"/>
              </a:xfrm>
              <a:custGeom>
                <a:avLst/>
                <a:gdLst>
                  <a:gd name="T0" fmla="*/ 2 w 3"/>
                  <a:gd name="T1" fmla="*/ 0 h 12"/>
                  <a:gd name="T2" fmla="*/ 0 w 3"/>
                  <a:gd name="T3" fmla="*/ 8 h 12"/>
                  <a:gd name="T4" fmla="*/ 1 w 3"/>
                  <a:gd name="T5" fmla="*/ 11 h 12"/>
                  <a:gd name="T6" fmla="*/ 3 w 3"/>
                  <a:gd name="T7" fmla="*/ 12 h 12"/>
                  <a:gd name="T8" fmla="*/ 3 w 3"/>
                  <a:gd name="T9" fmla="*/ 7 h 12"/>
                  <a:gd name="T10" fmla="*/ 2 w 3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12">
                    <a:moveTo>
                      <a:pt x="2" y="0"/>
                    </a:moveTo>
                    <a:cubicBezTo>
                      <a:pt x="1" y="3"/>
                      <a:pt x="0" y="6"/>
                      <a:pt x="0" y="8"/>
                    </a:cubicBezTo>
                    <a:cubicBezTo>
                      <a:pt x="0" y="9"/>
                      <a:pt x="0" y="10"/>
                      <a:pt x="1" y="11"/>
                    </a:cubicBezTo>
                    <a:cubicBezTo>
                      <a:pt x="1" y="12"/>
                      <a:pt x="2" y="12"/>
                      <a:pt x="3" y="12"/>
                    </a:cubicBezTo>
                    <a:cubicBezTo>
                      <a:pt x="3" y="10"/>
                      <a:pt x="3" y="9"/>
                      <a:pt x="3" y="7"/>
                    </a:cubicBezTo>
                    <a:cubicBezTo>
                      <a:pt x="3" y="4"/>
                      <a:pt x="3" y="2"/>
                      <a:pt x="2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9" name="Freeform 77">
                <a:extLst>
                  <a:ext uri="{FF2B5EF4-FFF2-40B4-BE49-F238E27FC236}">
                    <a16:creationId xmlns:a16="http://schemas.microsoft.com/office/drawing/2014/main" id="{9C1E9212-BBB3-4DD9-A60C-8EDA0D180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2" y="1744"/>
                <a:ext cx="6" cy="14"/>
              </a:xfrm>
              <a:custGeom>
                <a:avLst/>
                <a:gdLst>
                  <a:gd name="T0" fmla="*/ 3 w 4"/>
                  <a:gd name="T1" fmla="*/ 0 h 10"/>
                  <a:gd name="T2" fmla="*/ 3 w 4"/>
                  <a:gd name="T3" fmla="*/ 0 h 10"/>
                  <a:gd name="T4" fmla="*/ 2 w 4"/>
                  <a:gd name="T5" fmla="*/ 0 h 10"/>
                  <a:gd name="T6" fmla="*/ 2 w 4"/>
                  <a:gd name="T7" fmla="*/ 0 h 10"/>
                  <a:gd name="T8" fmla="*/ 1 w 4"/>
                  <a:gd name="T9" fmla="*/ 0 h 10"/>
                  <a:gd name="T10" fmla="*/ 1 w 4"/>
                  <a:gd name="T11" fmla="*/ 0 h 10"/>
                  <a:gd name="T12" fmla="*/ 1 w 4"/>
                  <a:gd name="T13" fmla="*/ 0 h 10"/>
                  <a:gd name="T14" fmla="*/ 1 w 4"/>
                  <a:gd name="T15" fmla="*/ 0 h 10"/>
                  <a:gd name="T16" fmla="*/ 0 w 4"/>
                  <a:gd name="T17" fmla="*/ 8 h 10"/>
                  <a:gd name="T18" fmla="*/ 0 w 4"/>
                  <a:gd name="T19" fmla="*/ 8 h 10"/>
                  <a:gd name="T20" fmla="*/ 2 w 4"/>
                  <a:gd name="T21" fmla="*/ 10 h 10"/>
                  <a:gd name="T22" fmla="*/ 3 w 4"/>
                  <a:gd name="T23" fmla="*/ 10 h 10"/>
                  <a:gd name="T24" fmla="*/ 4 w 4"/>
                  <a:gd name="T25" fmla="*/ 2 h 10"/>
                  <a:gd name="T26" fmla="*/ 4 w 4"/>
                  <a:gd name="T27" fmla="*/ 2 h 10"/>
                  <a:gd name="T28" fmla="*/ 4 w 4"/>
                  <a:gd name="T29" fmla="*/ 1 h 10"/>
                  <a:gd name="T30" fmla="*/ 3 w 4"/>
                  <a:gd name="T31" fmla="*/ 0 h 10"/>
                  <a:gd name="T32" fmla="*/ 3 w 4"/>
                  <a:gd name="T33" fmla="*/ 0 h 10"/>
                  <a:gd name="T34" fmla="*/ 3 w 4"/>
                  <a:gd name="T35" fmla="*/ 0 h 10"/>
                  <a:gd name="T36" fmla="*/ 3 w 4"/>
                  <a:gd name="T37" fmla="*/ 0 h 10"/>
                  <a:gd name="T38" fmla="*/ 3 w 4"/>
                  <a:gd name="T39" fmla="*/ 0 h 10"/>
                  <a:gd name="T40" fmla="*/ 3 w 4"/>
                  <a:gd name="T41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3"/>
                      <a:pt x="0" y="5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1" y="9"/>
                      <a:pt x="2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7"/>
                      <a:pt x="4" y="5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0" name="Freeform 78">
                <a:extLst>
                  <a:ext uri="{FF2B5EF4-FFF2-40B4-BE49-F238E27FC236}">
                    <a16:creationId xmlns:a16="http://schemas.microsoft.com/office/drawing/2014/main" id="{2682C496-6244-453E-B0E2-FE2FB0F7F6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0" y="1872"/>
                <a:ext cx="17" cy="6"/>
              </a:xfrm>
              <a:custGeom>
                <a:avLst/>
                <a:gdLst>
                  <a:gd name="T0" fmla="*/ 5 w 12"/>
                  <a:gd name="T1" fmla="*/ 0 h 4"/>
                  <a:gd name="T2" fmla="*/ 5 w 12"/>
                  <a:gd name="T3" fmla="*/ 0 h 4"/>
                  <a:gd name="T4" fmla="*/ 0 w 12"/>
                  <a:gd name="T5" fmla="*/ 2 h 4"/>
                  <a:gd name="T6" fmla="*/ 0 w 12"/>
                  <a:gd name="T7" fmla="*/ 2 h 4"/>
                  <a:gd name="T8" fmla="*/ 0 w 12"/>
                  <a:gd name="T9" fmla="*/ 2 h 4"/>
                  <a:gd name="T10" fmla="*/ 0 w 12"/>
                  <a:gd name="T11" fmla="*/ 2 h 4"/>
                  <a:gd name="T12" fmla="*/ 0 w 12"/>
                  <a:gd name="T13" fmla="*/ 2 h 4"/>
                  <a:gd name="T14" fmla="*/ 0 w 12"/>
                  <a:gd name="T15" fmla="*/ 2 h 4"/>
                  <a:gd name="T16" fmla="*/ 0 w 12"/>
                  <a:gd name="T17" fmla="*/ 2 h 4"/>
                  <a:gd name="T18" fmla="*/ 0 w 12"/>
                  <a:gd name="T19" fmla="*/ 2 h 4"/>
                  <a:gd name="T20" fmla="*/ 4 w 12"/>
                  <a:gd name="T21" fmla="*/ 4 h 4"/>
                  <a:gd name="T22" fmla="*/ 4 w 12"/>
                  <a:gd name="T23" fmla="*/ 4 h 4"/>
                  <a:gd name="T24" fmla="*/ 4 w 12"/>
                  <a:gd name="T25" fmla="*/ 4 h 4"/>
                  <a:gd name="T26" fmla="*/ 4 w 12"/>
                  <a:gd name="T27" fmla="*/ 4 h 4"/>
                  <a:gd name="T28" fmla="*/ 4 w 12"/>
                  <a:gd name="T29" fmla="*/ 4 h 4"/>
                  <a:gd name="T30" fmla="*/ 5 w 12"/>
                  <a:gd name="T31" fmla="*/ 3 h 4"/>
                  <a:gd name="T32" fmla="*/ 5 w 12"/>
                  <a:gd name="T33" fmla="*/ 3 h 4"/>
                  <a:gd name="T34" fmla="*/ 5 w 12"/>
                  <a:gd name="T35" fmla="*/ 3 h 4"/>
                  <a:gd name="T36" fmla="*/ 5 w 12"/>
                  <a:gd name="T37" fmla="*/ 3 h 4"/>
                  <a:gd name="T38" fmla="*/ 7 w 12"/>
                  <a:gd name="T39" fmla="*/ 4 h 4"/>
                  <a:gd name="T40" fmla="*/ 7 w 12"/>
                  <a:gd name="T41" fmla="*/ 4 h 4"/>
                  <a:gd name="T42" fmla="*/ 7 w 12"/>
                  <a:gd name="T43" fmla="*/ 4 h 4"/>
                  <a:gd name="T44" fmla="*/ 7 w 12"/>
                  <a:gd name="T45" fmla="*/ 4 h 4"/>
                  <a:gd name="T46" fmla="*/ 8 w 12"/>
                  <a:gd name="T47" fmla="*/ 4 h 4"/>
                  <a:gd name="T48" fmla="*/ 8 w 12"/>
                  <a:gd name="T49" fmla="*/ 4 h 4"/>
                  <a:gd name="T50" fmla="*/ 8 w 12"/>
                  <a:gd name="T51" fmla="*/ 4 h 4"/>
                  <a:gd name="T52" fmla="*/ 8 w 12"/>
                  <a:gd name="T53" fmla="*/ 4 h 4"/>
                  <a:gd name="T54" fmla="*/ 8 w 12"/>
                  <a:gd name="T55" fmla="*/ 4 h 4"/>
                  <a:gd name="T56" fmla="*/ 10 w 12"/>
                  <a:gd name="T57" fmla="*/ 4 h 4"/>
                  <a:gd name="T58" fmla="*/ 10 w 12"/>
                  <a:gd name="T59" fmla="*/ 4 h 4"/>
                  <a:gd name="T60" fmla="*/ 10 w 12"/>
                  <a:gd name="T61" fmla="*/ 4 h 4"/>
                  <a:gd name="T62" fmla="*/ 10 w 12"/>
                  <a:gd name="T63" fmla="*/ 4 h 4"/>
                  <a:gd name="T64" fmla="*/ 10 w 12"/>
                  <a:gd name="T65" fmla="*/ 4 h 4"/>
                  <a:gd name="T66" fmla="*/ 12 w 12"/>
                  <a:gd name="T67" fmla="*/ 2 h 4"/>
                  <a:gd name="T68" fmla="*/ 12 w 12"/>
                  <a:gd name="T69" fmla="*/ 2 h 4"/>
                  <a:gd name="T70" fmla="*/ 12 w 12"/>
                  <a:gd name="T71" fmla="*/ 2 h 4"/>
                  <a:gd name="T72" fmla="*/ 12 w 12"/>
                  <a:gd name="T73" fmla="*/ 2 h 4"/>
                  <a:gd name="T74" fmla="*/ 5 w 12"/>
                  <a:gd name="T75" fmla="*/ 0 h 4"/>
                  <a:gd name="T76" fmla="*/ 5 w 12"/>
                  <a:gd name="T77" fmla="*/ 0 h 4"/>
                  <a:gd name="T78" fmla="*/ 5 w 12"/>
                  <a:gd name="T7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2" h="4">
                    <a:moveTo>
                      <a:pt x="5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1" y="0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3"/>
                      <a:pt x="2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6" y="4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4"/>
                      <a:pt x="10" y="4"/>
                      <a:pt x="10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1" y="4"/>
                      <a:pt x="11" y="3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0" y="1"/>
                      <a:pt x="7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1" name="Freeform 79">
                <a:extLst>
                  <a:ext uri="{FF2B5EF4-FFF2-40B4-BE49-F238E27FC236}">
                    <a16:creationId xmlns:a16="http://schemas.microsoft.com/office/drawing/2014/main" id="{FC1CBF30-6EB1-45A5-B301-61DEC3BFD9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1" y="1879"/>
                <a:ext cx="19" cy="6"/>
              </a:xfrm>
              <a:custGeom>
                <a:avLst/>
                <a:gdLst>
                  <a:gd name="T0" fmla="*/ 1 w 13"/>
                  <a:gd name="T1" fmla="*/ 0 h 4"/>
                  <a:gd name="T2" fmla="*/ 0 w 13"/>
                  <a:gd name="T3" fmla="*/ 1 h 4"/>
                  <a:gd name="T4" fmla="*/ 0 w 13"/>
                  <a:gd name="T5" fmla="*/ 1 h 4"/>
                  <a:gd name="T6" fmla="*/ 0 w 13"/>
                  <a:gd name="T7" fmla="*/ 1 h 4"/>
                  <a:gd name="T8" fmla="*/ 0 w 13"/>
                  <a:gd name="T9" fmla="*/ 2 h 4"/>
                  <a:gd name="T10" fmla="*/ 1 w 13"/>
                  <a:gd name="T11" fmla="*/ 3 h 4"/>
                  <a:gd name="T12" fmla="*/ 2 w 13"/>
                  <a:gd name="T13" fmla="*/ 3 h 4"/>
                  <a:gd name="T14" fmla="*/ 7 w 13"/>
                  <a:gd name="T15" fmla="*/ 4 h 4"/>
                  <a:gd name="T16" fmla="*/ 7 w 13"/>
                  <a:gd name="T17" fmla="*/ 4 h 4"/>
                  <a:gd name="T18" fmla="*/ 7 w 13"/>
                  <a:gd name="T19" fmla="*/ 4 h 4"/>
                  <a:gd name="T20" fmla="*/ 7 w 13"/>
                  <a:gd name="T21" fmla="*/ 4 h 4"/>
                  <a:gd name="T22" fmla="*/ 10 w 13"/>
                  <a:gd name="T23" fmla="*/ 4 h 4"/>
                  <a:gd name="T24" fmla="*/ 13 w 13"/>
                  <a:gd name="T25" fmla="*/ 3 h 4"/>
                  <a:gd name="T26" fmla="*/ 13 w 13"/>
                  <a:gd name="T27" fmla="*/ 3 h 4"/>
                  <a:gd name="T28" fmla="*/ 13 w 13"/>
                  <a:gd name="T29" fmla="*/ 3 h 4"/>
                  <a:gd name="T30" fmla="*/ 12 w 13"/>
                  <a:gd name="T31" fmla="*/ 2 h 4"/>
                  <a:gd name="T32" fmla="*/ 1 w 13"/>
                  <a:gd name="T33" fmla="*/ 0 h 4"/>
                  <a:gd name="T34" fmla="*/ 1 w 13"/>
                  <a:gd name="T35" fmla="*/ 0 h 4"/>
                  <a:gd name="T36" fmla="*/ 1 w 13"/>
                  <a:gd name="T37" fmla="*/ 0 h 4"/>
                  <a:gd name="T38" fmla="*/ 1 w 13"/>
                  <a:gd name="T3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3" h="4">
                    <a:moveTo>
                      <a:pt x="1" y="0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ubicBezTo>
                      <a:pt x="0" y="2"/>
                      <a:pt x="1" y="3"/>
                      <a:pt x="1" y="3"/>
                    </a:cubicBezTo>
                    <a:cubicBezTo>
                      <a:pt x="1" y="3"/>
                      <a:pt x="1" y="3"/>
                      <a:pt x="2" y="3"/>
                    </a:cubicBezTo>
                    <a:cubicBezTo>
                      <a:pt x="3" y="3"/>
                      <a:pt x="5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8" y="4"/>
                      <a:pt x="9" y="4"/>
                      <a:pt x="10" y="4"/>
                    </a:cubicBezTo>
                    <a:cubicBezTo>
                      <a:pt x="11" y="3"/>
                      <a:pt x="12" y="3"/>
                      <a:pt x="13" y="3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8" y="1"/>
                      <a:pt x="5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2" name="Freeform 80">
                <a:extLst>
                  <a:ext uri="{FF2B5EF4-FFF2-40B4-BE49-F238E27FC236}">
                    <a16:creationId xmlns:a16="http://schemas.microsoft.com/office/drawing/2014/main" id="{10730C48-E4E3-40B4-8A9D-87FDAEA836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9" y="1876"/>
                <a:ext cx="14" cy="6"/>
              </a:xfrm>
              <a:custGeom>
                <a:avLst/>
                <a:gdLst>
                  <a:gd name="T0" fmla="*/ 4 w 10"/>
                  <a:gd name="T1" fmla="*/ 0 h 4"/>
                  <a:gd name="T2" fmla="*/ 4 w 10"/>
                  <a:gd name="T3" fmla="*/ 0 h 4"/>
                  <a:gd name="T4" fmla="*/ 0 w 10"/>
                  <a:gd name="T5" fmla="*/ 2 h 4"/>
                  <a:gd name="T6" fmla="*/ 0 w 10"/>
                  <a:gd name="T7" fmla="*/ 2 h 4"/>
                  <a:gd name="T8" fmla="*/ 0 w 10"/>
                  <a:gd name="T9" fmla="*/ 2 h 4"/>
                  <a:gd name="T10" fmla="*/ 0 w 10"/>
                  <a:gd name="T11" fmla="*/ 2 h 4"/>
                  <a:gd name="T12" fmla="*/ 0 w 10"/>
                  <a:gd name="T13" fmla="*/ 2 h 4"/>
                  <a:gd name="T14" fmla="*/ 0 w 10"/>
                  <a:gd name="T15" fmla="*/ 2 h 4"/>
                  <a:gd name="T16" fmla="*/ 5 w 10"/>
                  <a:gd name="T17" fmla="*/ 4 h 4"/>
                  <a:gd name="T18" fmla="*/ 5 w 10"/>
                  <a:gd name="T19" fmla="*/ 4 h 4"/>
                  <a:gd name="T20" fmla="*/ 5 w 10"/>
                  <a:gd name="T21" fmla="*/ 4 h 4"/>
                  <a:gd name="T22" fmla="*/ 5 w 10"/>
                  <a:gd name="T23" fmla="*/ 4 h 4"/>
                  <a:gd name="T24" fmla="*/ 9 w 10"/>
                  <a:gd name="T25" fmla="*/ 3 h 4"/>
                  <a:gd name="T26" fmla="*/ 9 w 10"/>
                  <a:gd name="T27" fmla="*/ 3 h 4"/>
                  <a:gd name="T28" fmla="*/ 9 w 10"/>
                  <a:gd name="T29" fmla="*/ 3 h 4"/>
                  <a:gd name="T30" fmla="*/ 10 w 10"/>
                  <a:gd name="T31" fmla="*/ 3 h 4"/>
                  <a:gd name="T32" fmla="*/ 10 w 10"/>
                  <a:gd name="T33" fmla="*/ 3 h 4"/>
                  <a:gd name="T34" fmla="*/ 10 w 10"/>
                  <a:gd name="T35" fmla="*/ 3 h 4"/>
                  <a:gd name="T36" fmla="*/ 10 w 10"/>
                  <a:gd name="T37" fmla="*/ 3 h 4"/>
                  <a:gd name="T38" fmla="*/ 10 w 10"/>
                  <a:gd name="T39" fmla="*/ 3 h 4"/>
                  <a:gd name="T40" fmla="*/ 10 w 10"/>
                  <a:gd name="T41" fmla="*/ 3 h 4"/>
                  <a:gd name="T42" fmla="*/ 10 w 10"/>
                  <a:gd name="T43" fmla="*/ 3 h 4"/>
                  <a:gd name="T44" fmla="*/ 10 w 10"/>
                  <a:gd name="T45" fmla="*/ 3 h 4"/>
                  <a:gd name="T46" fmla="*/ 10 w 10"/>
                  <a:gd name="T47" fmla="*/ 3 h 4"/>
                  <a:gd name="T48" fmla="*/ 4 w 10"/>
                  <a:gd name="T49" fmla="*/ 0 h 4"/>
                  <a:gd name="T50" fmla="*/ 4 w 10"/>
                  <a:gd name="T51" fmla="*/ 0 h 4"/>
                  <a:gd name="T52" fmla="*/ 4 w 10"/>
                  <a:gd name="T5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" h="4">
                    <a:moveTo>
                      <a:pt x="4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1" y="1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3"/>
                      <a:pt x="3" y="4"/>
                      <a:pt x="5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6" y="4"/>
                      <a:pt x="7" y="3"/>
                      <a:pt x="9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8" y="1"/>
                      <a:pt x="6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3" name="Freeform 81">
                <a:extLst>
                  <a:ext uri="{FF2B5EF4-FFF2-40B4-BE49-F238E27FC236}">
                    <a16:creationId xmlns:a16="http://schemas.microsoft.com/office/drawing/2014/main" id="{6354C324-598A-4AE5-B73B-31BEED64F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4" y="1878"/>
                <a:ext cx="18" cy="6"/>
              </a:xfrm>
              <a:custGeom>
                <a:avLst/>
                <a:gdLst>
                  <a:gd name="T0" fmla="*/ 7 w 12"/>
                  <a:gd name="T1" fmla="*/ 0 h 4"/>
                  <a:gd name="T2" fmla="*/ 7 w 12"/>
                  <a:gd name="T3" fmla="*/ 0 h 4"/>
                  <a:gd name="T4" fmla="*/ 0 w 12"/>
                  <a:gd name="T5" fmla="*/ 3 h 4"/>
                  <a:gd name="T6" fmla="*/ 0 w 12"/>
                  <a:gd name="T7" fmla="*/ 3 h 4"/>
                  <a:gd name="T8" fmla="*/ 0 w 12"/>
                  <a:gd name="T9" fmla="*/ 3 h 4"/>
                  <a:gd name="T10" fmla="*/ 0 w 12"/>
                  <a:gd name="T11" fmla="*/ 3 h 4"/>
                  <a:gd name="T12" fmla="*/ 0 w 12"/>
                  <a:gd name="T13" fmla="*/ 3 h 4"/>
                  <a:gd name="T14" fmla="*/ 0 w 12"/>
                  <a:gd name="T15" fmla="*/ 3 h 4"/>
                  <a:gd name="T16" fmla="*/ 3 w 12"/>
                  <a:gd name="T17" fmla="*/ 4 h 4"/>
                  <a:gd name="T18" fmla="*/ 3 w 12"/>
                  <a:gd name="T19" fmla="*/ 4 h 4"/>
                  <a:gd name="T20" fmla="*/ 3 w 12"/>
                  <a:gd name="T21" fmla="*/ 4 h 4"/>
                  <a:gd name="T22" fmla="*/ 3 w 12"/>
                  <a:gd name="T23" fmla="*/ 4 h 4"/>
                  <a:gd name="T24" fmla="*/ 11 w 12"/>
                  <a:gd name="T25" fmla="*/ 1 h 4"/>
                  <a:gd name="T26" fmla="*/ 11 w 12"/>
                  <a:gd name="T27" fmla="*/ 1 h 4"/>
                  <a:gd name="T28" fmla="*/ 11 w 12"/>
                  <a:gd name="T29" fmla="*/ 1 h 4"/>
                  <a:gd name="T30" fmla="*/ 11 w 12"/>
                  <a:gd name="T31" fmla="*/ 1 h 4"/>
                  <a:gd name="T32" fmla="*/ 12 w 12"/>
                  <a:gd name="T33" fmla="*/ 1 h 4"/>
                  <a:gd name="T34" fmla="*/ 12 w 12"/>
                  <a:gd name="T35" fmla="*/ 1 h 4"/>
                  <a:gd name="T36" fmla="*/ 12 w 12"/>
                  <a:gd name="T37" fmla="*/ 1 h 4"/>
                  <a:gd name="T38" fmla="*/ 12 w 12"/>
                  <a:gd name="T39" fmla="*/ 1 h 4"/>
                  <a:gd name="T40" fmla="*/ 7 w 12"/>
                  <a:gd name="T41" fmla="*/ 0 h 4"/>
                  <a:gd name="T42" fmla="*/ 7 w 12"/>
                  <a:gd name="T43" fmla="*/ 0 h 4"/>
                  <a:gd name="T44" fmla="*/ 7 w 12"/>
                  <a:gd name="T4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" h="4"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0"/>
                      <a:pt x="2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3"/>
                      <a:pt x="2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5" y="4"/>
                      <a:pt x="8" y="2"/>
                      <a:pt x="11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0" y="0"/>
                      <a:pt x="9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4" name="Freeform 82">
                <a:extLst>
                  <a:ext uri="{FF2B5EF4-FFF2-40B4-BE49-F238E27FC236}">
                    <a16:creationId xmlns:a16="http://schemas.microsoft.com/office/drawing/2014/main" id="{DC20B8D6-A6EE-48D1-9F34-4DEA281A9D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" y="1873"/>
                <a:ext cx="13" cy="6"/>
              </a:xfrm>
              <a:custGeom>
                <a:avLst/>
                <a:gdLst>
                  <a:gd name="T0" fmla="*/ 8 w 9"/>
                  <a:gd name="T1" fmla="*/ 0 h 4"/>
                  <a:gd name="T2" fmla="*/ 0 w 9"/>
                  <a:gd name="T3" fmla="*/ 3 h 4"/>
                  <a:gd name="T4" fmla="*/ 0 w 9"/>
                  <a:gd name="T5" fmla="*/ 3 h 4"/>
                  <a:gd name="T6" fmla="*/ 0 w 9"/>
                  <a:gd name="T7" fmla="*/ 3 h 4"/>
                  <a:gd name="T8" fmla="*/ 5 w 9"/>
                  <a:gd name="T9" fmla="*/ 4 h 4"/>
                  <a:gd name="T10" fmla="*/ 5 w 9"/>
                  <a:gd name="T11" fmla="*/ 4 h 4"/>
                  <a:gd name="T12" fmla="*/ 5 w 9"/>
                  <a:gd name="T13" fmla="*/ 4 h 4"/>
                  <a:gd name="T14" fmla="*/ 5 w 9"/>
                  <a:gd name="T15" fmla="*/ 4 h 4"/>
                  <a:gd name="T16" fmla="*/ 8 w 9"/>
                  <a:gd name="T17" fmla="*/ 3 h 4"/>
                  <a:gd name="T18" fmla="*/ 8 w 9"/>
                  <a:gd name="T19" fmla="*/ 3 h 4"/>
                  <a:gd name="T20" fmla="*/ 8 w 9"/>
                  <a:gd name="T21" fmla="*/ 3 h 4"/>
                  <a:gd name="T22" fmla="*/ 8 w 9"/>
                  <a:gd name="T23" fmla="*/ 3 h 4"/>
                  <a:gd name="T24" fmla="*/ 8 w 9"/>
                  <a:gd name="T25" fmla="*/ 3 h 4"/>
                  <a:gd name="T26" fmla="*/ 8 w 9"/>
                  <a:gd name="T27" fmla="*/ 3 h 4"/>
                  <a:gd name="T28" fmla="*/ 8 w 9"/>
                  <a:gd name="T29" fmla="*/ 3 h 4"/>
                  <a:gd name="T30" fmla="*/ 9 w 9"/>
                  <a:gd name="T31" fmla="*/ 1 h 4"/>
                  <a:gd name="T32" fmla="*/ 8 w 9"/>
                  <a:gd name="T3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" h="4">
                    <a:moveTo>
                      <a:pt x="8" y="0"/>
                    </a:moveTo>
                    <a:cubicBezTo>
                      <a:pt x="5" y="1"/>
                      <a:pt x="3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2" y="4"/>
                      <a:pt x="3" y="4"/>
                      <a:pt x="5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6" y="4"/>
                      <a:pt x="7" y="4"/>
                      <a:pt x="8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9" y="2"/>
                      <a:pt x="9" y="2"/>
                      <a:pt x="9" y="1"/>
                    </a:cubicBezTo>
                    <a:cubicBezTo>
                      <a:pt x="9" y="1"/>
                      <a:pt x="9" y="0"/>
                      <a:pt x="8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5" name="Freeform 83">
                <a:extLst>
                  <a:ext uri="{FF2B5EF4-FFF2-40B4-BE49-F238E27FC236}">
                    <a16:creationId xmlns:a16="http://schemas.microsoft.com/office/drawing/2014/main" id="{C70E3681-A02D-437A-9E28-62E75ADCBB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63" y="1881"/>
                <a:ext cx="23" cy="6"/>
              </a:xfrm>
              <a:custGeom>
                <a:avLst/>
                <a:gdLst>
                  <a:gd name="T0" fmla="*/ 0 w 16"/>
                  <a:gd name="T1" fmla="*/ 4 h 4"/>
                  <a:gd name="T2" fmla="*/ 0 w 16"/>
                  <a:gd name="T3" fmla="*/ 4 h 4"/>
                  <a:gd name="T4" fmla="*/ 0 w 16"/>
                  <a:gd name="T5" fmla="*/ 4 h 4"/>
                  <a:gd name="T6" fmla="*/ 0 w 16"/>
                  <a:gd name="T7" fmla="*/ 4 h 4"/>
                  <a:gd name="T8" fmla="*/ 0 w 16"/>
                  <a:gd name="T9" fmla="*/ 4 h 4"/>
                  <a:gd name="T10" fmla="*/ 0 w 16"/>
                  <a:gd name="T11" fmla="*/ 4 h 4"/>
                  <a:gd name="T12" fmla="*/ 8 w 16"/>
                  <a:gd name="T13" fmla="*/ 0 h 4"/>
                  <a:gd name="T14" fmla="*/ 8 w 16"/>
                  <a:gd name="T15" fmla="*/ 0 h 4"/>
                  <a:gd name="T16" fmla="*/ 6 w 16"/>
                  <a:gd name="T17" fmla="*/ 0 h 4"/>
                  <a:gd name="T18" fmla="*/ 5 w 16"/>
                  <a:gd name="T19" fmla="*/ 0 h 4"/>
                  <a:gd name="T20" fmla="*/ 4 w 16"/>
                  <a:gd name="T21" fmla="*/ 0 h 4"/>
                  <a:gd name="T22" fmla="*/ 3 w 16"/>
                  <a:gd name="T23" fmla="*/ 0 h 4"/>
                  <a:gd name="T24" fmla="*/ 0 w 16"/>
                  <a:gd name="T25" fmla="*/ 3 h 4"/>
                  <a:gd name="T26" fmla="*/ 0 w 16"/>
                  <a:gd name="T27" fmla="*/ 4 h 4"/>
                  <a:gd name="T28" fmla="*/ 0 w 16"/>
                  <a:gd name="T29" fmla="*/ 4 h 4"/>
                  <a:gd name="T30" fmla="*/ 9 w 16"/>
                  <a:gd name="T31" fmla="*/ 4 h 4"/>
                  <a:gd name="T32" fmla="*/ 9 w 16"/>
                  <a:gd name="T33" fmla="*/ 4 h 4"/>
                  <a:gd name="T34" fmla="*/ 9 w 16"/>
                  <a:gd name="T35" fmla="*/ 4 h 4"/>
                  <a:gd name="T36" fmla="*/ 9 w 16"/>
                  <a:gd name="T37" fmla="*/ 4 h 4"/>
                  <a:gd name="T38" fmla="*/ 9 w 16"/>
                  <a:gd name="T39" fmla="*/ 4 h 4"/>
                  <a:gd name="T40" fmla="*/ 10 w 16"/>
                  <a:gd name="T41" fmla="*/ 4 h 4"/>
                  <a:gd name="T42" fmla="*/ 10 w 16"/>
                  <a:gd name="T43" fmla="*/ 4 h 4"/>
                  <a:gd name="T44" fmla="*/ 16 w 16"/>
                  <a:gd name="T45" fmla="*/ 0 h 4"/>
                  <a:gd name="T46" fmla="*/ 16 w 16"/>
                  <a:gd name="T47" fmla="*/ 0 h 4"/>
                  <a:gd name="T48" fmla="*/ 16 w 16"/>
                  <a:gd name="T49" fmla="*/ 0 h 4"/>
                  <a:gd name="T50" fmla="*/ 12 w 16"/>
                  <a:gd name="T51" fmla="*/ 0 h 4"/>
                  <a:gd name="T52" fmla="*/ 8 w 16"/>
                  <a:gd name="T53" fmla="*/ 0 h 4"/>
                  <a:gd name="T54" fmla="*/ 8 w 16"/>
                  <a:gd name="T55" fmla="*/ 0 h 4"/>
                  <a:gd name="T56" fmla="*/ 8 w 16"/>
                  <a:gd name="T5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" h="4"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7" y="0"/>
                      <a:pt x="7" y="0"/>
                      <a:pt x="6" y="0"/>
                    </a:cubicBezTo>
                    <a:cubicBezTo>
                      <a:pt x="6" y="0"/>
                      <a:pt x="5" y="0"/>
                      <a:pt x="5" y="0"/>
                    </a:cubicBezTo>
                    <a:cubicBezTo>
                      <a:pt x="5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3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3" y="4"/>
                      <a:pt x="6" y="4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2" y="4"/>
                      <a:pt x="14" y="3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4" y="0"/>
                      <a:pt x="13" y="0"/>
                      <a:pt x="12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6" name="Rectangle 84">
                <a:extLst>
                  <a:ext uri="{FF2B5EF4-FFF2-40B4-BE49-F238E27FC236}">
                    <a16:creationId xmlns:a16="http://schemas.microsoft.com/office/drawing/2014/main" id="{56B7D891-4F4A-46DB-8512-3E8E7AFA68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1" y="-11"/>
                <a:ext cx="3242" cy="324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7" name="Freeform 85">
                <a:extLst>
                  <a:ext uri="{FF2B5EF4-FFF2-40B4-BE49-F238E27FC236}">
                    <a16:creationId xmlns:a16="http://schemas.microsoft.com/office/drawing/2014/main" id="{806DC7B4-0923-4079-A01D-451B305A9A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0" y="1923"/>
                <a:ext cx="572" cy="623"/>
              </a:xfrm>
              <a:custGeom>
                <a:avLst/>
                <a:gdLst>
                  <a:gd name="T0" fmla="*/ 4 w 393"/>
                  <a:gd name="T1" fmla="*/ 310 h 428"/>
                  <a:gd name="T2" fmla="*/ 39 w 393"/>
                  <a:gd name="T3" fmla="*/ 147 h 428"/>
                  <a:gd name="T4" fmla="*/ 60 w 393"/>
                  <a:gd name="T5" fmla="*/ 80 h 428"/>
                  <a:gd name="T6" fmla="*/ 66 w 393"/>
                  <a:gd name="T7" fmla="*/ 60 h 428"/>
                  <a:gd name="T8" fmla="*/ 69 w 393"/>
                  <a:gd name="T9" fmla="*/ 53 h 428"/>
                  <a:gd name="T10" fmla="*/ 69 w 393"/>
                  <a:gd name="T11" fmla="*/ 53 h 428"/>
                  <a:gd name="T12" fmla="*/ 69 w 393"/>
                  <a:gd name="T13" fmla="*/ 26 h 428"/>
                  <a:gd name="T14" fmla="*/ 67 w 393"/>
                  <a:gd name="T15" fmla="*/ 26 h 428"/>
                  <a:gd name="T16" fmla="*/ 69 w 393"/>
                  <a:gd name="T17" fmla="*/ 27 h 428"/>
                  <a:gd name="T18" fmla="*/ 68 w 393"/>
                  <a:gd name="T19" fmla="*/ 27 h 428"/>
                  <a:gd name="T20" fmla="*/ 69 w 393"/>
                  <a:gd name="T21" fmla="*/ 27 h 428"/>
                  <a:gd name="T22" fmla="*/ 69 w 393"/>
                  <a:gd name="T23" fmla="*/ 27 h 428"/>
                  <a:gd name="T24" fmla="*/ 68 w 393"/>
                  <a:gd name="T25" fmla="*/ 27 h 428"/>
                  <a:gd name="T26" fmla="*/ 69 w 393"/>
                  <a:gd name="T27" fmla="*/ 27 h 428"/>
                  <a:gd name="T28" fmla="*/ 69 w 393"/>
                  <a:gd name="T29" fmla="*/ 27 h 428"/>
                  <a:gd name="T30" fmla="*/ 94 w 393"/>
                  <a:gd name="T31" fmla="*/ 16 h 428"/>
                  <a:gd name="T32" fmla="*/ 184 w 393"/>
                  <a:gd name="T33" fmla="*/ 5 h 428"/>
                  <a:gd name="T34" fmla="*/ 228 w 393"/>
                  <a:gd name="T35" fmla="*/ 4 h 428"/>
                  <a:gd name="T36" fmla="*/ 296 w 393"/>
                  <a:gd name="T37" fmla="*/ 8 h 428"/>
                  <a:gd name="T38" fmla="*/ 308 w 393"/>
                  <a:gd name="T39" fmla="*/ 11 h 428"/>
                  <a:gd name="T40" fmla="*/ 310 w 393"/>
                  <a:gd name="T41" fmla="*/ 12 h 428"/>
                  <a:gd name="T42" fmla="*/ 311 w 393"/>
                  <a:gd name="T43" fmla="*/ 12 h 428"/>
                  <a:gd name="T44" fmla="*/ 311 w 393"/>
                  <a:gd name="T45" fmla="*/ 12 h 428"/>
                  <a:gd name="T46" fmla="*/ 311 w 393"/>
                  <a:gd name="T47" fmla="*/ 12 h 428"/>
                  <a:gd name="T48" fmla="*/ 312 w 393"/>
                  <a:gd name="T49" fmla="*/ 11 h 428"/>
                  <a:gd name="T50" fmla="*/ 311 w 393"/>
                  <a:gd name="T51" fmla="*/ 12 h 428"/>
                  <a:gd name="T52" fmla="*/ 311 w 393"/>
                  <a:gd name="T53" fmla="*/ 12 h 428"/>
                  <a:gd name="T54" fmla="*/ 312 w 393"/>
                  <a:gd name="T55" fmla="*/ 11 h 428"/>
                  <a:gd name="T56" fmla="*/ 311 w 393"/>
                  <a:gd name="T57" fmla="*/ 12 h 428"/>
                  <a:gd name="T58" fmla="*/ 312 w 393"/>
                  <a:gd name="T59" fmla="*/ 11 h 428"/>
                  <a:gd name="T60" fmla="*/ 310 w 393"/>
                  <a:gd name="T61" fmla="*/ 11 h 428"/>
                  <a:gd name="T62" fmla="*/ 314 w 393"/>
                  <a:gd name="T63" fmla="*/ 43 h 428"/>
                  <a:gd name="T64" fmla="*/ 314 w 393"/>
                  <a:gd name="T65" fmla="*/ 43 h 428"/>
                  <a:gd name="T66" fmla="*/ 314 w 393"/>
                  <a:gd name="T67" fmla="*/ 43 h 428"/>
                  <a:gd name="T68" fmla="*/ 370 w 393"/>
                  <a:gd name="T69" fmla="*/ 219 h 428"/>
                  <a:gd name="T70" fmla="*/ 385 w 393"/>
                  <a:gd name="T71" fmla="*/ 373 h 428"/>
                  <a:gd name="T72" fmla="*/ 389 w 393"/>
                  <a:gd name="T73" fmla="*/ 414 h 428"/>
                  <a:gd name="T74" fmla="*/ 389 w 393"/>
                  <a:gd name="T75" fmla="*/ 428 h 428"/>
                  <a:gd name="T76" fmla="*/ 393 w 393"/>
                  <a:gd name="T77" fmla="*/ 428 h 428"/>
                  <a:gd name="T78" fmla="*/ 374 w 393"/>
                  <a:gd name="T79" fmla="*/ 219 h 428"/>
                  <a:gd name="T80" fmla="*/ 317 w 393"/>
                  <a:gd name="T81" fmla="*/ 40 h 428"/>
                  <a:gd name="T82" fmla="*/ 315 w 393"/>
                  <a:gd name="T83" fmla="*/ 42 h 428"/>
                  <a:gd name="T84" fmla="*/ 317 w 393"/>
                  <a:gd name="T85" fmla="*/ 42 h 428"/>
                  <a:gd name="T86" fmla="*/ 314 w 393"/>
                  <a:gd name="T87" fmla="*/ 9 h 428"/>
                  <a:gd name="T88" fmla="*/ 313 w 393"/>
                  <a:gd name="T89" fmla="*/ 9 h 428"/>
                  <a:gd name="T90" fmla="*/ 228 w 393"/>
                  <a:gd name="T91" fmla="*/ 0 h 428"/>
                  <a:gd name="T92" fmla="*/ 184 w 393"/>
                  <a:gd name="T93" fmla="*/ 1 h 428"/>
                  <a:gd name="T94" fmla="*/ 84 w 393"/>
                  <a:gd name="T95" fmla="*/ 14 h 428"/>
                  <a:gd name="T96" fmla="*/ 65 w 393"/>
                  <a:gd name="T97" fmla="*/ 26 h 428"/>
                  <a:gd name="T98" fmla="*/ 65 w 393"/>
                  <a:gd name="T99" fmla="*/ 26 h 428"/>
                  <a:gd name="T100" fmla="*/ 65 w 393"/>
                  <a:gd name="T101" fmla="*/ 53 h 428"/>
                  <a:gd name="T102" fmla="*/ 67 w 393"/>
                  <a:gd name="T103" fmla="*/ 53 h 428"/>
                  <a:gd name="T104" fmla="*/ 65 w 393"/>
                  <a:gd name="T105" fmla="*/ 52 h 428"/>
                  <a:gd name="T106" fmla="*/ 35 w 393"/>
                  <a:gd name="T107" fmla="*/ 146 h 428"/>
                  <a:gd name="T108" fmla="*/ 0 w 393"/>
                  <a:gd name="T109" fmla="*/ 310 h 428"/>
                  <a:gd name="T110" fmla="*/ 4 w 393"/>
                  <a:gd name="T111" fmla="*/ 310 h 4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93" h="428">
                    <a:moveTo>
                      <a:pt x="4" y="310"/>
                    </a:moveTo>
                    <a:cubicBezTo>
                      <a:pt x="8" y="264"/>
                      <a:pt x="24" y="200"/>
                      <a:pt x="39" y="147"/>
                    </a:cubicBezTo>
                    <a:cubicBezTo>
                      <a:pt x="47" y="121"/>
                      <a:pt x="54" y="97"/>
                      <a:pt x="60" y="80"/>
                    </a:cubicBezTo>
                    <a:cubicBezTo>
                      <a:pt x="62" y="72"/>
                      <a:pt x="65" y="65"/>
                      <a:pt x="66" y="60"/>
                    </a:cubicBezTo>
                    <a:cubicBezTo>
                      <a:pt x="68" y="56"/>
                      <a:pt x="69" y="53"/>
                      <a:pt x="69" y="53"/>
                    </a:cubicBezTo>
                    <a:cubicBezTo>
                      <a:pt x="69" y="53"/>
                      <a:pt x="69" y="53"/>
                      <a:pt x="69" y="53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67" y="26"/>
                      <a:pt x="67" y="26"/>
                      <a:pt x="67" y="26"/>
                    </a:cubicBezTo>
                    <a:cubicBezTo>
                      <a:pt x="69" y="27"/>
                      <a:pt x="69" y="27"/>
                      <a:pt x="69" y="27"/>
                    </a:cubicBezTo>
                    <a:cubicBezTo>
                      <a:pt x="68" y="27"/>
                      <a:pt x="68" y="27"/>
                      <a:pt x="68" y="27"/>
                    </a:cubicBezTo>
                    <a:cubicBezTo>
                      <a:pt x="69" y="27"/>
                      <a:pt x="69" y="27"/>
                      <a:pt x="69" y="27"/>
                    </a:cubicBezTo>
                    <a:cubicBezTo>
                      <a:pt x="69" y="27"/>
                      <a:pt x="69" y="27"/>
                      <a:pt x="69" y="27"/>
                    </a:cubicBezTo>
                    <a:cubicBezTo>
                      <a:pt x="68" y="27"/>
                      <a:pt x="68" y="27"/>
                      <a:pt x="68" y="27"/>
                    </a:cubicBezTo>
                    <a:cubicBezTo>
                      <a:pt x="69" y="27"/>
                      <a:pt x="69" y="27"/>
                      <a:pt x="69" y="27"/>
                    </a:cubicBezTo>
                    <a:cubicBezTo>
                      <a:pt x="69" y="27"/>
                      <a:pt x="69" y="27"/>
                      <a:pt x="69" y="27"/>
                    </a:cubicBezTo>
                    <a:cubicBezTo>
                      <a:pt x="71" y="25"/>
                      <a:pt x="77" y="20"/>
                      <a:pt x="94" y="16"/>
                    </a:cubicBezTo>
                    <a:cubicBezTo>
                      <a:pt x="111" y="11"/>
                      <a:pt x="138" y="7"/>
                      <a:pt x="184" y="5"/>
                    </a:cubicBezTo>
                    <a:cubicBezTo>
                      <a:pt x="201" y="4"/>
                      <a:pt x="215" y="4"/>
                      <a:pt x="228" y="4"/>
                    </a:cubicBezTo>
                    <a:cubicBezTo>
                      <a:pt x="263" y="4"/>
                      <a:pt x="283" y="6"/>
                      <a:pt x="296" y="8"/>
                    </a:cubicBezTo>
                    <a:cubicBezTo>
                      <a:pt x="302" y="9"/>
                      <a:pt x="306" y="10"/>
                      <a:pt x="308" y="11"/>
                    </a:cubicBezTo>
                    <a:cubicBezTo>
                      <a:pt x="309" y="12"/>
                      <a:pt x="310" y="12"/>
                      <a:pt x="310" y="12"/>
                    </a:cubicBezTo>
                    <a:cubicBezTo>
                      <a:pt x="311" y="12"/>
                      <a:pt x="311" y="12"/>
                      <a:pt x="311" y="12"/>
                    </a:cubicBezTo>
                    <a:cubicBezTo>
                      <a:pt x="311" y="12"/>
                      <a:pt x="311" y="12"/>
                      <a:pt x="311" y="12"/>
                    </a:cubicBezTo>
                    <a:cubicBezTo>
                      <a:pt x="311" y="12"/>
                      <a:pt x="311" y="12"/>
                      <a:pt x="311" y="12"/>
                    </a:cubicBezTo>
                    <a:cubicBezTo>
                      <a:pt x="312" y="11"/>
                      <a:pt x="312" y="11"/>
                      <a:pt x="312" y="11"/>
                    </a:cubicBezTo>
                    <a:cubicBezTo>
                      <a:pt x="311" y="12"/>
                      <a:pt x="311" y="12"/>
                      <a:pt x="311" y="12"/>
                    </a:cubicBezTo>
                    <a:cubicBezTo>
                      <a:pt x="311" y="12"/>
                      <a:pt x="311" y="12"/>
                      <a:pt x="311" y="12"/>
                    </a:cubicBezTo>
                    <a:cubicBezTo>
                      <a:pt x="312" y="11"/>
                      <a:pt x="312" y="11"/>
                      <a:pt x="312" y="11"/>
                    </a:cubicBezTo>
                    <a:cubicBezTo>
                      <a:pt x="311" y="12"/>
                      <a:pt x="311" y="12"/>
                      <a:pt x="311" y="12"/>
                    </a:cubicBezTo>
                    <a:cubicBezTo>
                      <a:pt x="312" y="11"/>
                      <a:pt x="312" y="11"/>
                      <a:pt x="312" y="11"/>
                    </a:cubicBezTo>
                    <a:cubicBezTo>
                      <a:pt x="310" y="11"/>
                      <a:pt x="310" y="11"/>
                      <a:pt x="310" y="11"/>
                    </a:cubicBezTo>
                    <a:cubicBezTo>
                      <a:pt x="314" y="43"/>
                      <a:pt x="314" y="43"/>
                      <a:pt x="314" y="43"/>
                    </a:cubicBezTo>
                    <a:cubicBezTo>
                      <a:pt x="314" y="43"/>
                      <a:pt x="314" y="43"/>
                      <a:pt x="314" y="43"/>
                    </a:cubicBezTo>
                    <a:cubicBezTo>
                      <a:pt x="314" y="43"/>
                      <a:pt x="314" y="43"/>
                      <a:pt x="314" y="43"/>
                    </a:cubicBezTo>
                    <a:cubicBezTo>
                      <a:pt x="316" y="46"/>
                      <a:pt x="355" y="92"/>
                      <a:pt x="370" y="219"/>
                    </a:cubicBezTo>
                    <a:cubicBezTo>
                      <a:pt x="378" y="285"/>
                      <a:pt x="382" y="337"/>
                      <a:pt x="385" y="373"/>
                    </a:cubicBezTo>
                    <a:cubicBezTo>
                      <a:pt x="387" y="391"/>
                      <a:pt x="388" y="405"/>
                      <a:pt x="389" y="414"/>
                    </a:cubicBezTo>
                    <a:cubicBezTo>
                      <a:pt x="389" y="423"/>
                      <a:pt x="389" y="428"/>
                      <a:pt x="389" y="428"/>
                    </a:cubicBezTo>
                    <a:cubicBezTo>
                      <a:pt x="393" y="428"/>
                      <a:pt x="393" y="428"/>
                      <a:pt x="393" y="428"/>
                    </a:cubicBezTo>
                    <a:cubicBezTo>
                      <a:pt x="393" y="428"/>
                      <a:pt x="389" y="351"/>
                      <a:pt x="374" y="219"/>
                    </a:cubicBezTo>
                    <a:cubicBezTo>
                      <a:pt x="358" y="87"/>
                      <a:pt x="317" y="41"/>
                      <a:pt x="317" y="40"/>
                    </a:cubicBezTo>
                    <a:cubicBezTo>
                      <a:pt x="315" y="42"/>
                      <a:pt x="315" y="42"/>
                      <a:pt x="315" y="42"/>
                    </a:cubicBezTo>
                    <a:cubicBezTo>
                      <a:pt x="317" y="42"/>
                      <a:pt x="317" y="42"/>
                      <a:pt x="317" y="42"/>
                    </a:cubicBezTo>
                    <a:cubicBezTo>
                      <a:pt x="314" y="9"/>
                      <a:pt x="314" y="9"/>
                      <a:pt x="314" y="9"/>
                    </a:cubicBezTo>
                    <a:cubicBezTo>
                      <a:pt x="313" y="9"/>
                      <a:pt x="313" y="9"/>
                      <a:pt x="313" y="9"/>
                    </a:cubicBezTo>
                    <a:cubicBezTo>
                      <a:pt x="312" y="9"/>
                      <a:pt x="297" y="0"/>
                      <a:pt x="228" y="0"/>
                    </a:cubicBezTo>
                    <a:cubicBezTo>
                      <a:pt x="215" y="0"/>
                      <a:pt x="201" y="0"/>
                      <a:pt x="184" y="1"/>
                    </a:cubicBezTo>
                    <a:cubicBezTo>
                      <a:pt x="130" y="3"/>
                      <a:pt x="100" y="9"/>
                      <a:pt x="84" y="14"/>
                    </a:cubicBezTo>
                    <a:cubicBezTo>
                      <a:pt x="68" y="20"/>
                      <a:pt x="65" y="25"/>
                      <a:pt x="65" y="26"/>
                    </a:cubicBezTo>
                    <a:cubicBezTo>
                      <a:pt x="65" y="26"/>
                      <a:pt x="65" y="26"/>
                      <a:pt x="65" y="26"/>
                    </a:cubicBezTo>
                    <a:cubicBezTo>
                      <a:pt x="65" y="53"/>
                      <a:pt x="65" y="53"/>
                      <a:pt x="65" y="53"/>
                    </a:cubicBezTo>
                    <a:cubicBezTo>
                      <a:pt x="67" y="53"/>
                      <a:pt x="67" y="53"/>
                      <a:pt x="67" y="53"/>
                    </a:cubicBezTo>
                    <a:cubicBezTo>
                      <a:pt x="65" y="52"/>
                      <a:pt x="65" y="52"/>
                      <a:pt x="65" y="52"/>
                    </a:cubicBezTo>
                    <a:cubicBezTo>
                      <a:pt x="65" y="52"/>
                      <a:pt x="51" y="93"/>
                      <a:pt x="35" y="146"/>
                    </a:cubicBezTo>
                    <a:cubicBezTo>
                      <a:pt x="20" y="199"/>
                      <a:pt x="4" y="263"/>
                      <a:pt x="0" y="310"/>
                    </a:cubicBezTo>
                    <a:cubicBezTo>
                      <a:pt x="4" y="310"/>
                      <a:pt x="4" y="310"/>
                      <a:pt x="4" y="31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8" name="Freeform 86">
                <a:extLst>
                  <a:ext uri="{FF2B5EF4-FFF2-40B4-BE49-F238E27FC236}">
                    <a16:creationId xmlns:a16="http://schemas.microsoft.com/office/drawing/2014/main" id="{929A49CB-774F-46D8-830C-68D3FD9D97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9" y="1646"/>
                <a:ext cx="157" cy="136"/>
              </a:xfrm>
              <a:custGeom>
                <a:avLst/>
                <a:gdLst>
                  <a:gd name="T0" fmla="*/ 23 w 108"/>
                  <a:gd name="T1" fmla="*/ 16 h 93"/>
                  <a:gd name="T2" fmla="*/ 1 w 108"/>
                  <a:gd name="T3" fmla="*/ 34 h 93"/>
                  <a:gd name="T4" fmla="*/ 26 w 108"/>
                  <a:gd name="T5" fmla="*/ 82 h 93"/>
                  <a:gd name="T6" fmla="*/ 49 w 108"/>
                  <a:gd name="T7" fmla="*/ 91 h 93"/>
                  <a:gd name="T8" fmla="*/ 82 w 108"/>
                  <a:gd name="T9" fmla="*/ 93 h 93"/>
                  <a:gd name="T10" fmla="*/ 108 w 108"/>
                  <a:gd name="T11" fmla="*/ 13 h 93"/>
                  <a:gd name="T12" fmla="*/ 59 w 108"/>
                  <a:gd name="T13" fmla="*/ 0 h 93"/>
                  <a:gd name="T14" fmla="*/ 23 w 108"/>
                  <a:gd name="T15" fmla="*/ 16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8" h="93">
                    <a:moveTo>
                      <a:pt x="23" y="16"/>
                    </a:moveTo>
                    <a:cubicBezTo>
                      <a:pt x="13" y="20"/>
                      <a:pt x="0" y="29"/>
                      <a:pt x="1" y="34"/>
                    </a:cubicBezTo>
                    <a:cubicBezTo>
                      <a:pt x="2" y="40"/>
                      <a:pt x="16" y="72"/>
                      <a:pt x="26" y="82"/>
                    </a:cubicBezTo>
                    <a:cubicBezTo>
                      <a:pt x="36" y="92"/>
                      <a:pt x="40" y="91"/>
                      <a:pt x="49" y="91"/>
                    </a:cubicBezTo>
                    <a:cubicBezTo>
                      <a:pt x="59" y="92"/>
                      <a:pt x="82" y="93"/>
                      <a:pt x="82" y="93"/>
                    </a:cubicBezTo>
                    <a:cubicBezTo>
                      <a:pt x="108" y="13"/>
                      <a:pt x="108" y="13"/>
                      <a:pt x="108" y="13"/>
                    </a:cubicBezTo>
                    <a:cubicBezTo>
                      <a:pt x="59" y="0"/>
                      <a:pt x="59" y="0"/>
                      <a:pt x="59" y="0"/>
                    </a:cubicBezTo>
                    <a:lnTo>
                      <a:pt x="23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9" name="Freeform 87">
                <a:extLst>
                  <a:ext uri="{FF2B5EF4-FFF2-40B4-BE49-F238E27FC236}">
                    <a16:creationId xmlns:a16="http://schemas.microsoft.com/office/drawing/2014/main" id="{3CC037F6-8BF1-483C-B384-733FD0442A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7" y="1643"/>
                <a:ext cx="162" cy="142"/>
              </a:xfrm>
              <a:custGeom>
                <a:avLst/>
                <a:gdLst>
                  <a:gd name="T0" fmla="*/ 24 w 111"/>
                  <a:gd name="T1" fmla="*/ 18 h 97"/>
                  <a:gd name="T2" fmla="*/ 23 w 111"/>
                  <a:gd name="T3" fmla="*/ 16 h 97"/>
                  <a:gd name="T4" fmla="*/ 8 w 111"/>
                  <a:gd name="T5" fmla="*/ 25 h 97"/>
                  <a:gd name="T6" fmla="*/ 2 w 111"/>
                  <a:gd name="T7" fmla="*/ 30 h 97"/>
                  <a:gd name="T8" fmla="*/ 0 w 111"/>
                  <a:gd name="T9" fmla="*/ 36 h 97"/>
                  <a:gd name="T10" fmla="*/ 0 w 111"/>
                  <a:gd name="T11" fmla="*/ 37 h 97"/>
                  <a:gd name="T12" fmla="*/ 3 w 111"/>
                  <a:gd name="T13" fmla="*/ 46 h 97"/>
                  <a:gd name="T14" fmla="*/ 13 w 111"/>
                  <a:gd name="T15" fmla="*/ 67 h 97"/>
                  <a:gd name="T16" fmla="*/ 26 w 111"/>
                  <a:gd name="T17" fmla="*/ 86 h 97"/>
                  <a:gd name="T18" fmla="*/ 38 w 111"/>
                  <a:gd name="T19" fmla="*/ 94 h 97"/>
                  <a:gd name="T20" fmla="*/ 50 w 111"/>
                  <a:gd name="T21" fmla="*/ 95 h 97"/>
                  <a:gd name="T22" fmla="*/ 83 w 111"/>
                  <a:gd name="T23" fmla="*/ 97 h 97"/>
                  <a:gd name="T24" fmla="*/ 84 w 111"/>
                  <a:gd name="T25" fmla="*/ 97 h 97"/>
                  <a:gd name="T26" fmla="*/ 111 w 111"/>
                  <a:gd name="T27" fmla="*/ 14 h 97"/>
                  <a:gd name="T28" fmla="*/ 60 w 111"/>
                  <a:gd name="T29" fmla="*/ 0 h 97"/>
                  <a:gd name="T30" fmla="*/ 23 w 111"/>
                  <a:gd name="T31" fmla="*/ 16 h 97"/>
                  <a:gd name="T32" fmla="*/ 24 w 111"/>
                  <a:gd name="T33" fmla="*/ 18 h 97"/>
                  <a:gd name="T34" fmla="*/ 23 w 111"/>
                  <a:gd name="T35" fmla="*/ 16 h 97"/>
                  <a:gd name="T36" fmla="*/ 24 w 111"/>
                  <a:gd name="T37" fmla="*/ 18 h 97"/>
                  <a:gd name="T38" fmla="*/ 25 w 111"/>
                  <a:gd name="T39" fmla="*/ 20 h 97"/>
                  <a:gd name="T40" fmla="*/ 60 w 111"/>
                  <a:gd name="T41" fmla="*/ 4 h 97"/>
                  <a:gd name="T42" fmla="*/ 106 w 111"/>
                  <a:gd name="T43" fmla="*/ 17 h 97"/>
                  <a:gd name="T44" fmla="*/ 81 w 111"/>
                  <a:gd name="T45" fmla="*/ 95 h 97"/>
                  <a:gd name="T46" fmla="*/ 83 w 111"/>
                  <a:gd name="T47" fmla="*/ 95 h 97"/>
                  <a:gd name="T48" fmla="*/ 83 w 111"/>
                  <a:gd name="T49" fmla="*/ 93 h 97"/>
                  <a:gd name="T50" fmla="*/ 70 w 111"/>
                  <a:gd name="T51" fmla="*/ 93 h 97"/>
                  <a:gd name="T52" fmla="*/ 50 w 111"/>
                  <a:gd name="T53" fmla="*/ 91 h 97"/>
                  <a:gd name="T54" fmla="*/ 40 w 111"/>
                  <a:gd name="T55" fmla="*/ 91 h 97"/>
                  <a:gd name="T56" fmla="*/ 29 w 111"/>
                  <a:gd name="T57" fmla="*/ 83 h 97"/>
                  <a:gd name="T58" fmla="*/ 21 w 111"/>
                  <a:gd name="T59" fmla="*/ 73 h 97"/>
                  <a:gd name="T60" fmla="*/ 10 w 111"/>
                  <a:gd name="T61" fmla="*/ 51 h 97"/>
                  <a:gd name="T62" fmla="*/ 6 w 111"/>
                  <a:gd name="T63" fmla="*/ 41 h 97"/>
                  <a:gd name="T64" fmla="*/ 4 w 111"/>
                  <a:gd name="T65" fmla="*/ 36 h 97"/>
                  <a:gd name="T66" fmla="*/ 4 w 111"/>
                  <a:gd name="T67" fmla="*/ 36 h 97"/>
                  <a:gd name="T68" fmla="*/ 5 w 111"/>
                  <a:gd name="T69" fmla="*/ 32 h 97"/>
                  <a:gd name="T70" fmla="*/ 14 w 111"/>
                  <a:gd name="T71" fmla="*/ 26 h 97"/>
                  <a:gd name="T72" fmla="*/ 25 w 111"/>
                  <a:gd name="T73" fmla="*/ 20 h 97"/>
                  <a:gd name="T74" fmla="*/ 25 w 111"/>
                  <a:gd name="T75" fmla="*/ 20 h 97"/>
                  <a:gd name="T76" fmla="*/ 25 w 111"/>
                  <a:gd name="T77" fmla="*/ 20 h 97"/>
                  <a:gd name="T78" fmla="*/ 24 w 111"/>
                  <a:gd name="T79" fmla="*/ 18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11" h="97">
                    <a:moveTo>
                      <a:pt x="24" y="18"/>
                    </a:moveTo>
                    <a:cubicBezTo>
                      <a:pt x="23" y="16"/>
                      <a:pt x="23" y="16"/>
                      <a:pt x="23" y="16"/>
                    </a:cubicBezTo>
                    <a:cubicBezTo>
                      <a:pt x="18" y="18"/>
                      <a:pt x="13" y="21"/>
                      <a:pt x="8" y="25"/>
                    </a:cubicBezTo>
                    <a:cubicBezTo>
                      <a:pt x="6" y="26"/>
                      <a:pt x="4" y="28"/>
                      <a:pt x="2" y="30"/>
                    </a:cubicBezTo>
                    <a:cubicBezTo>
                      <a:pt x="1" y="31"/>
                      <a:pt x="0" y="33"/>
                      <a:pt x="0" y="36"/>
                    </a:cubicBezTo>
                    <a:cubicBezTo>
                      <a:pt x="0" y="36"/>
                      <a:pt x="0" y="36"/>
                      <a:pt x="0" y="37"/>
                    </a:cubicBezTo>
                    <a:cubicBezTo>
                      <a:pt x="0" y="39"/>
                      <a:pt x="2" y="42"/>
                      <a:pt x="3" y="46"/>
                    </a:cubicBezTo>
                    <a:cubicBezTo>
                      <a:pt x="6" y="52"/>
                      <a:pt x="9" y="60"/>
                      <a:pt x="13" y="67"/>
                    </a:cubicBezTo>
                    <a:cubicBezTo>
                      <a:pt x="17" y="75"/>
                      <a:pt x="22" y="82"/>
                      <a:pt x="26" y="86"/>
                    </a:cubicBezTo>
                    <a:cubicBezTo>
                      <a:pt x="31" y="91"/>
                      <a:pt x="35" y="93"/>
                      <a:pt x="38" y="94"/>
                    </a:cubicBezTo>
                    <a:cubicBezTo>
                      <a:pt x="42" y="95"/>
                      <a:pt x="46" y="95"/>
                      <a:pt x="50" y="95"/>
                    </a:cubicBezTo>
                    <a:cubicBezTo>
                      <a:pt x="60" y="96"/>
                      <a:pt x="83" y="97"/>
                      <a:pt x="83" y="97"/>
                    </a:cubicBezTo>
                    <a:cubicBezTo>
                      <a:pt x="84" y="97"/>
                      <a:pt x="84" y="97"/>
                      <a:pt x="84" y="97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23" y="16"/>
                      <a:pt x="23" y="16"/>
                      <a:pt x="23" y="1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3" y="16"/>
                      <a:pt x="23" y="16"/>
                      <a:pt x="23" y="1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60" y="4"/>
                      <a:pt x="60" y="4"/>
                      <a:pt x="60" y="4"/>
                    </a:cubicBezTo>
                    <a:cubicBezTo>
                      <a:pt x="106" y="17"/>
                      <a:pt x="106" y="17"/>
                      <a:pt x="106" y="17"/>
                    </a:cubicBezTo>
                    <a:cubicBezTo>
                      <a:pt x="81" y="95"/>
                      <a:pt x="81" y="95"/>
                      <a:pt x="81" y="95"/>
                    </a:cubicBezTo>
                    <a:cubicBezTo>
                      <a:pt x="83" y="95"/>
                      <a:pt x="83" y="95"/>
                      <a:pt x="83" y="95"/>
                    </a:cubicBezTo>
                    <a:cubicBezTo>
                      <a:pt x="83" y="93"/>
                      <a:pt x="83" y="93"/>
                      <a:pt x="83" y="93"/>
                    </a:cubicBezTo>
                    <a:cubicBezTo>
                      <a:pt x="83" y="93"/>
                      <a:pt x="77" y="93"/>
                      <a:pt x="70" y="93"/>
                    </a:cubicBezTo>
                    <a:cubicBezTo>
                      <a:pt x="63" y="92"/>
                      <a:pt x="55" y="92"/>
                      <a:pt x="50" y="91"/>
                    </a:cubicBezTo>
                    <a:cubicBezTo>
                      <a:pt x="46" y="91"/>
                      <a:pt x="42" y="91"/>
                      <a:pt x="40" y="91"/>
                    </a:cubicBezTo>
                    <a:cubicBezTo>
                      <a:pt x="37" y="90"/>
                      <a:pt x="34" y="88"/>
                      <a:pt x="29" y="83"/>
                    </a:cubicBezTo>
                    <a:cubicBezTo>
                      <a:pt x="26" y="81"/>
                      <a:pt x="24" y="77"/>
                      <a:pt x="21" y="73"/>
                    </a:cubicBezTo>
                    <a:cubicBezTo>
                      <a:pt x="17" y="66"/>
                      <a:pt x="13" y="58"/>
                      <a:pt x="10" y="51"/>
                    </a:cubicBezTo>
                    <a:cubicBezTo>
                      <a:pt x="8" y="47"/>
                      <a:pt x="7" y="44"/>
                      <a:pt x="6" y="41"/>
                    </a:cubicBezTo>
                    <a:cubicBezTo>
                      <a:pt x="5" y="39"/>
                      <a:pt x="4" y="37"/>
                      <a:pt x="4" y="36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4" y="35"/>
                      <a:pt x="4" y="34"/>
                      <a:pt x="5" y="32"/>
                    </a:cubicBezTo>
                    <a:cubicBezTo>
                      <a:pt x="7" y="30"/>
                      <a:pt x="10" y="28"/>
                      <a:pt x="14" y="26"/>
                    </a:cubicBezTo>
                    <a:cubicBezTo>
                      <a:pt x="17" y="23"/>
                      <a:pt x="21" y="21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lnTo>
                      <a:pt x="24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0" name="Freeform 88">
                <a:extLst>
                  <a:ext uri="{FF2B5EF4-FFF2-40B4-BE49-F238E27FC236}">
                    <a16:creationId xmlns:a16="http://schemas.microsoft.com/office/drawing/2014/main" id="{6A6B2345-0B2C-4F76-8F93-8AF481B01C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3" y="1520"/>
                <a:ext cx="586" cy="279"/>
              </a:xfrm>
              <a:custGeom>
                <a:avLst/>
                <a:gdLst>
                  <a:gd name="T0" fmla="*/ 338 w 402"/>
                  <a:gd name="T1" fmla="*/ 0 h 192"/>
                  <a:gd name="T2" fmla="*/ 206 w 402"/>
                  <a:gd name="T3" fmla="*/ 45 h 192"/>
                  <a:gd name="T4" fmla="*/ 121 w 402"/>
                  <a:gd name="T5" fmla="*/ 92 h 192"/>
                  <a:gd name="T6" fmla="*/ 88 w 402"/>
                  <a:gd name="T7" fmla="*/ 74 h 192"/>
                  <a:gd name="T8" fmla="*/ 57 w 402"/>
                  <a:gd name="T9" fmla="*/ 71 h 192"/>
                  <a:gd name="T10" fmla="*/ 8 w 402"/>
                  <a:gd name="T11" fmla="*/ 82 h 192"/>
                  <a:gd name="T12" fmla="*/ 16 w 402"/>
                  <a:gd name="T13" fmla="*/ 101 h 192"/>
                  <a:gd name="T14" fmla="*/ 89 w 402"/>
                  <a:gd name="T15" fmla="*/ 105 h 192"/>
                  <a:gd name="T16" fmla="*/ 104 w 402"/>
                  <a:gd name="T17" fmla="*/ 131 h 192"/>
                  <a:gd name="T18" fmla="*/ 109 w 402"/>
                  <a:gd name="T19" fmla="*/ 178 h 192"/>
                  <a:gd name="T20" fmla="*/ 127 w 402"/>
                  <a:gd name="T21" fmla="*/ 190 h 192"/>
                  <a:gd name="T22" fmla="*/ 141 w 402"/>
                  <a:gd name="T23" fmla="*/ 183 h 192"/>
                  <a:gd name="T24" fmla="*/ 136 w 402"/>
                  <a:gd name="T25" fmla="*/ 157 h 192"/>
                  <a:gd name="T26" fmla="*/ 137 w 402"/>
                  <a:gd name="T27" fmla="*/ 148 h 192"/>
                  <a:gd name="T28" fmla="*/ 169 w 402"/>
                  <a:gd name="T29" fmla="*/ 134 h 192"/>
                  <a:gd name="T30" fmla="*/ 372 w 402"/>
                  <a:gd name="T31" fmla="*/ 93 h 192"/>
                  <a:gd name="T32" fmla="*/ 388 w 402"/>
                  <a:gd name="T33" fmla="*/ 15 h 192"/>
                  <a:gd name="T34" fmla="*/ 338 w 402"/>
                  <a:gd name="T35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02" h="192">
                    <a:moveTo>
                      <a:pt x="338" y="0"/>
                    </a:moveTo>
                    <a:cubicBezTo>
                      <a:pt x="309" y="5"/>
                      <a:pt x="257" y="18"/>
                      <a:pt x="206" y="45"/>
                    </a:cubicBezTo>
                    <a:cubicBezTo>
                      <a:pt x="156" y="71"/>
                      <a:pt x="143" y="85"/>
                      <a:pt x="121" y="92"/>
                    </a:cubicBezTo>
                    <a:cubicBezTo>
                      <a:pt x="121" y="92"/>
                      <a:pt x="93" y="76"/>
                      <a:pt x="88" y="74"/>
                    </a:cubicBezTo>
                    <a:cubicBezTo>
                      <a:pt x="83" y="72"/>
                      <a:pt x="71" y="67"/>
                      <a:pt x="57" y="71"/>
                    </a:cubicBezTo>
                    <a:cubicBezTo>
                      <a:pt x="44" y="76"/>
                      <a:pt x="14" y="82"/>
                      <a:pt x="8" y="82"/>
                    </a:cubicBezTo>
                    <a:cubicBezTo>
                      <a:pt x="1" y="83"/>
                      <a:pt x="0" y="100"/>
                      <a:pt x="16" y="101"/>
                    </a:cubicBezTo>
                    <a:cubicBezTo>
                      <a:pt x="33" y="102"/>
                      <a:pt x="80" y="104"/>
                      <a:pt x="89" y="105"/>
                    </a:cubicBezTo>
                    <a:cubicBezTo>
                      <a:pt x="98" y="105"/>
                      <a:pt x="107" y="119"/>
                      <a:pt x="104" y="131"/>
                    </a:cubicBezTo>
                    <a:cubicBezTo>
                      <a:pt x="102" y="144"/>
                      <a:pt x="97" y="165"/>
                      <a:pt x="109" y="178"/>
                    </a:cubicBezTo>
                    <a:cubicBezTo>
                      <a:pt x="122" y="192"/>
                      <a:pt x="122" y="190"/>
                      <a:pt x="127" y="190"/>
                    </a:cubicBezTo>
                    <a:cubicBezTo>
                      <a:pt x="132" y="190"/>
                      <a:pt x="144" y="191"/>
                      <a:pt x="141" y="183"/>
                    </a:cubicBezTo>
                    <a:cubicBezTo>
                      <a:pt x="138" y="175"/>
                      <a:pt x="134" y="168"/>
                      <a:pt x="136" y="157"/>
                    </a:cubicBezTo>
                    <a:cubicBezTo>
                      <a:pt x="137" y="146"/>
                      <a:pt x="137" y="148"/>
                      <a:pt x="137" y="148"/>
                    </a:cubicBezTo>
                    <a:cubicBezTo>
                      <a:pt x="137" y="148"/>
                      <a:pt x="150" y="137"/>
                      <a:pt x="169" y="134"/>
                    </a:cubicBezTo>
                    <a:cubicBezTo>
                      <a:pt x="206" y="128"/>
                      <a:pt x="344" y="117"/>
                      <a:pt x="372" y="93"/>
                    </a:cubicBezTo>
                    <a:cubicBezTo>
                      <a:pt x="402" y="67"/>
                      <a:pt x="388" y="15"/>
                      <a:pt x="388" y="15"/>
                    </a:cubicBezTo>
                    <a:lnTo>
                      <a:pt x="33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1" name="Freeform 89">
                <a:extLst>
                  <a:ext uri="{FF2B5EF4-FFF2-40B4-BE49-F238E27FC236}">
                    <a16:creationId xmlns:a16="http://schemas.microsoft.com/office/drawing/2014/main" id="{AA995711-1985-4C01-A1E9-32BE5FD30E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5" y="1517"/>
                <a:ext cx="570" cy="282"/>
              </a:xfrm>
              <a:custGeom>
                <a:avLst/>
                <a:gdLst>
                  <a:gd name="T0" fmla="*/ 205 w 392"/>
                  <a:gd name="T1" fmla="*/ 45 h 194"/>
                  <a:gd name="T2" fmla="*/ 120 w 392"/>
                  <a:gd name="T3" fmla="*/ 94 h 194"/>
                  <a:gd name="T4" fmla="*/ 95 w 392"/>
                  <a:gd name="T5" fmla="*/ 78 h 194"/>
                  <a:gd name="T6" fmla="*/ 56 w 392"/>
                  <a:gd name="T7" fmla="*/ 71 h 194"/>
                  <a:gd name="T8" fmla="*/ 2 w 392"/>
                  <a:gd name="T9" fmla="*/ 85 h 194"/>
                  <a:gd name="T10" fmla="*/ 15 w 392"/>
                  <a:gd name="T11" fmla="*/ 105 h 194"/>
                  <a:gd name="T12" fmla="*/ 102 w 392"/>
                  <a:gd name="T13" fmla="*/ 129 h 194"/>
                  <a:gd name="T14" fmla="*/ 107 w 392"/>
                  <a:gd name="T15" fmla="*/ 182 h 194"/>
                  <a:gd name="T16" fmla="*/ 126 w 392"/>
                  <a:gd name="T17" fmla="*/ 194 h 194"/>
                  <a:gd name="T18" fmla="*/ 141 w 392"/>
                  <a:gd name="T19" fmla="*/ 191 h 194"/>
                  <a:gd name="T20" fmla="*/ 137 w 392"/>
                  <a:gd name="T21" fmla="*/ 164 h 194"/>
                  <a:gd name="T22" fmla="*/ 138 w 392"/>
                  <a:gd name="T23" fmla="*/ 150 h 194"/>
                  <a:gd name="T24" fmla="*/ 138 w 392"/>
                  <a:gd name="T25" fmla="*/ 150 h 194"/>
                  <a:gd name="T26" fmla="*/ 138 w 392"/>
                  <a:gd name="T27" fmla="*/ 150 h 194"/>
                  <a:gd name="T28" fmla="*/ 138 w 392"/>
                  <a:gd name="T29" fmla="*/ 150 h 194"/>
                  <a:gd name="T30" fmla="*/ 136 w 392"/>
                  <a:gd name="T31" fmla="*/ 149 h 194"/>
                  <a:gd name="T32" fmla="*/ 136 w 392"/>
                  <a:gd name="T33" fmla="*/ 149 h 194"/>
                  <a:gd name="T34" fmla="*/ 138 w 392"/>
                  <a:gd name="T35" fmla="*/ 151 h 194"/>
                  <a:gd name="T36" fmla="*/ 138 w 392"/>
                  <a:gd name="T37" fmla="*/ 151 h 194"/>
                  <a:gd name="T38" fmla="*/ 138 w 392"/>
                  <a:gd name="T39" fmla="*/ 151 h 194"/>
                  <a:gd name="T40" fmla="*/ 136 w 392"/>
                  <a:gd name="T41" fmla="*/ 149 h 194"/>
                  <a:gd name="T42" fmla="*/ 136 w 392"/>
                  <a:gd name="T43" fmla="*/ 149 h 194"/>
                  <a:gd name="T44" fmla="*/ 135 w 392"/>
                  <a:gd name="T45" fmla="*/ 151 h 194"/>
                  <a:gd name="T46" fmla="*/ 135 w 392"/>
                  <a:gd name="T47" fmla="*/ 151 h 194"/>
                  <a:gd name="T48" fmla="*/ 135 w 392"/>
                  <a:gd name="T49" fmla="*/ 151 h 194"/>
                  <a:gd name="T50" fmla="*/ 136 w 392"/>
                  <a:gd name="T51" fmla="*/ 149 h 194"/>
                  <a:gd name="T52" fmla="*/ 136 w 392"/>
                  <a:gd name="T53" fmla="*/ 149 h 194"/>
                  <a:gd name="T54" fmla="*/ 134 w 392"/>
                  <a:gd name="T55" fmla="*/ 149 h 194"/>
                  <a:gd name="T56" fmla="*/ 134 w 392"/>
                  <a:gd name="T57" fmla="*/ 149 h 194"/>
                  <a:gd name="T58" fmla="*/ 138 w 392"/>
                  <a:gd name="T59" fmla="*/ 151 h 194"/>
                  <a:gd name="T60" fmla="*/ 273 w 392"/>
                  <a:gd name="T61" fmla="*/ 124 h 194"/>
                  <a:gd name="T62" fmla="*/ 388 w 392"/>
                  <a:gd name="T63" fmla="*/ 72 h 194"/>
                  <a:gd name="T64" fmla="*/ 389 w 392"/>
                  <a:gd name="T65" fmla="*/ 15 h 194"/>
                  <a:gd name="T66" fmla="*/ 337 w 392"/>
                  <a:gd name="T67" fmla="*/ 2 h 194"/>
                  <a:gd name="T68" fmla="*/ 387 w 392"/>
                  <a:gd name="T69" fmla="*/ 17 h 194"/>
                  <a:gd name="T70" fmla="*/ 388 w 392"/>
                  <a:gd name="T71" fmla="*/ 44 h 194"/>
                  <a:gd name="T72" fmla="*/ 332 w 392"/>
                  <a:gd name="T73" fmla="*/ 109 h 194"/>
                  <a:gd name="T74" fmla="*/ 135 w 392"/>
                  <a:gd name="T75" fmla="*/ 148 h 194"/>
                  <a:gd name="T76" fmla="*/ 138 w 392"/>
                  <a:gd name="T77" fmla="*/ 150 h 194"/>
                  <a:gd name="T78" fmla="*/ 138 w 392"/>
                  <a:gd name="T79" fmla="*/ 149 h 194"/>
                  <a:gd name="T80" fmla="*/ 135 w 392"/>
                  <a:gd name="T81" fmla="*/ 148 h 194"/>
                  <a:gd name="T82" fmla="*/ 134 w 392"/>
                  <a:gd name="T83" fmla="*/ 149 h 194"/>
                  <a:gd name="T84" fmla="*/ 133 w 392"/>
                  <a:gd name="T85" fmla="*/ 164 h 194"/>
                  <a:gd name="T86" fmla="*/ 138 w 392"/>
                  <a:gd name="T87" fmla="*/ 188 h 194"/>
                  <a:gd name="T88" fmla="*/ 126 w 392"/>
                  <a:gd name="T89" fmla="*/ 190 h 194"/>
                  <a:gd name="T90" fmla="*/ 110 w 392"/>
                  <a:gd name="T91" fmla="*/ 179 h 194"/>
                  <a:gd name="T92" fmla="*/ 106 w 392"/>
                  <a:gd name="T93" fmla="*/ 129 h 194"/>
                  <a:gd name="T94" fmla="*/ 15 w 392"/>
                  <a:gd name="T95" fmla="*/ 101 h 194"/>
                  <a:gd name="T96" fmla="*/ 5 w 392"/>
                  <a:gd name="T97" fmla="*/ 88 h 194"/>
                  <a:gd name="T98" fmla="*/ 57 w 392"/>
                  <a:gd name="T99" fmla="*/ 75 h 194"/>
                  <a:gd name="T100" fmla="*/ 93 w 392"/>
                  <a:gd name="T101" fmla="*/ 81 h 194"/>
                  <a:gd name="T102" fmla="*/ 120 w 392"/>
                  <a:gd name="T103" fmla="*/ 96 h 194"/>
                  <a:gd name="T104" fmla="*/ 206 w 392"/>
                  <a:gd name="T105" fmla="*/ 48 h 194"/>
                  <a:gd name="T106" fmla="*/ 336 w 392"/>
                  <a:gd name="T107" fmla="*/ 4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92" h="194">
                    <a:moveTo>
                      <a:pt x="337" y="2"/>
                    </a:moveTo>
                    <a:cubicBezTo>
                      <a:pt x="336" y="0"/>
                      <a:pt x="336" y="0"/>
                      <a:pt x="336" y="0"/>
                    </a:cubicBezTo>
                    <a:cubicBezTo>
                      <a:pt x="308" y="5"/>
                      <a:pt x="255" y="18"/>
                      <a:pt x="205" y="45"/>
                    </a:cubicBezTo>
                    <a:cubicBezTo>
                      <a:pt x="179" y="58"/>
                      <a:pt x="164" y="68"/>
                      <a:pt x="151" y="76"/>
                    </a:cubicBezTo>
                    <a:cubicBezTo>
                      <a:pt x="139" y="83"/>
                      <a:pt x="131" y="89"/>
                      <a:pt x="120" y="92"/>
                    </a:cubicBezTo>
                    <a:cubicBezTo>
                      <a:pt x="120" y="94"/>
                      <a:pt x="120" y="94"/>
                      <a:pt x="120" y="94"/>
                    </a:cubicBezTo>
                    <a:cubicBezTo>
                      <a:pt x="121" y="92"/>
                      <a:pt x="121" y="92"/>
                      <a:pt x="121" y="92"/>
                    </a:cubicBezTo>
                    <a:cubicBezTo>
                      <a:pt x="121" y="92"/>
                      <a:pt x="114" y="88"/>
                      <a:pt x="106" y="84"/>
                    </a:cubicBezTo>
                    <a:cubicBezTo>
                      <a:pt x="102" y="82"/>
                      <a:pt x="98" y="79"/>
                      <a:pt x="95" y="78"/>
                    </a:cubicBezTo>
                    <a:cubicBezTo>
                      <a:pt x="92" y="76"/>
                      <a:pt x="89" y="74"/>
                      <a:pt x="87" y="74"/>
                    </a:cubicBezTo>
                    <a:cubicBezTo>
                      <a:pt x="84" y="72"/>
                      <a:pt x="77" y="69"/>
                      <a:pt x="68" y="69"/>
                    </a:cubicBezTo>
                    <a:cubicBezTo>
                      <a:pt x="64" y="69"/>
                      <a:pt x="60" y="70"/>
                      <a:pt x="56" y="71"/>
                    </a:cubicBezTo>
                    <a:cubicBezTo>
                      <a:pt x="49" y="73"/>
                      <a:pt x="38" y="76"/>
                      <a:pt x="28" y="78"/>
                    </a:cubicBezTo>
                    <a:cubicBezTo>
                      <a:pt x="18" y="80"/>
                      <a:pt x="9" y="82"/>
                      <a:pt x="6" y="82"/>
                    </a:cubicBezTo>
                    <a:cubicBezTo>
                      <a:pt x="4" y="83"/>
                      <a:pt x="3" y="84"/>
                      <a:pt x="2" y="85"/>
                    </a:cubicBezTo>
                    <a:cubicBezTo>
                      <a:pt x="1" y="87"/>
                      <a:pt x="0" y="89"/>
                      <a:pt x="0" y="91"/>
                    </a:cubicBezTo>
                    <a:cubicBezTo>
                      <a:pt x="0" y="94"/>
                      <a:pt x="1" y="97"/>
                      <a:pt x="4" y="100"/>
                    </a:cubicBezTo>
                    <a:cubicBezTo>
                      <a:pt x="6" y="103"/>
                      <a:pt x="10" y="104"/>
                      <a:pt x="15" y="105"/>
                    </a:cubicBezTo>
                    <a:cubicBezTo>
                      <a:pt x="31" y="106"/>
                      <a:pt x="79" y="108"/>
                      <a:pt x="88" y="109"/>
                    </a:cubicBezTo>
                    <a:cubicBezTo>
                      <a:pt x="91" y="109"/>
                      <a:pt x="95" y="111"/>
                      <a:pt x="97" y="115"/>
                    </a:cubicBezTo>
                    <a:cubicBezTo>
                      <a:pt x="100" y="119"/>
                      <a:pt x="102" y="124"/>
                      <a:pt x="102" y="129"/>
                    </a:cubicBezTo>
                    <a:cubicBezTo>
                      <a:pt x="102" y="130"/>
                      <a:pt x="102" y="131"/>
                      <a:pt x="101" y="133"/>
                    </a:cubicBezTo>
                    <a:cubicBezTo>
                      <a:pt x="100" y="139"/>
                      <a:pt x="98" y="148"/>
                      <a:pt x="98" y="156"/>
                    </a:cubicBezTo>
                    <a:cubicBezTo>
                      <a:pt x="98" y="165"/>
                      <a:pt x="100" y="175"/>
                      <a:pt x="107" y="182"/>
                    </a:cubicBezTo>
                    <a:cubicBezTo>
                      <a:pt x="113" y="188"/>
                      <a:pt x="116" y="191"/>
                      <a:pt x="119" y="193"/>
                    </a:cubicBezTo>
                    <a:cubicBezTo>
                      <a:pt x="120" y="194"/>
                      <a:pt x="122" y="194"/>
                      <a:pt x="123" y="194"/>
                    </a:cubicBezTo>
                    <a:cubicBezTo>
                      <a:pt x="124" y="194"/>
                      <a:pt x="125" y="194"/>
                      <a:pt x="126" y="194"/>
                    </a:cubicBezTo>
                    <a:cubicBezTo>
                      <a:pt x="127" y="194"/>
                      <a:pt x="128" y="194"/>
                      <a:pt x="129" y="194"/>
                    </a:cubicBezTo>
                    <a:cubicBezTo>
                      <a:pt x="132" y="194"/>
                      <a:pt x="135" y="194"/>
                      <a:pt x="137" y="193"/>
                    </a:cubicBezTo>
                    <a:cubicBezTo>
                      <a:pt x="139" y="193"/>
                      <a:pt x="140" y="192"/>
                      <a:pt x="141" y="191"/>
                    </a:cubicBezTo>
                    <a:cubicBezTo>
                      <a:pt x="142" y="190"/>
                      <a:pt x="142" y="188"/>
                      <a:pt x="142" y="187"/>
                    </a:cubicBezTo>
                    <a:cubicBezTo>
                      <a:pt x="142" y="186"/>
                      <a:pt x="142" y="185"/>
                      <a:pt x="142" y="184"/>
                    </a:cubicBezTo>
                    <a:cubicBezTo>
                      <a:pt x="139" y="177"/>
                      <a:pt x="137" y="171"/>
                      <a:pt x="137" y="164"/>
                    </a:cubicBezTo>
                    <a:cubicBezTo>
                      <a:pt x="137" y="162"/>
                      <a:pt x="137" y="161"/>
                      <a:pt x="137" y="159"/>
                    </a:cubicBezTo>
                    <a:cubicBezTo>
                      <a:pt x="137" y="155"/>
                      <a:pt x="138" y="153"/>
                      <a:pt x="138" y="151"/>
                    </a:cubicBezTo>
                    <a:cubicBezTo>
                      <a:pt x="138" y="151"/>
                      <a:pt x="138" y="150"/>
                      <a:pt x="138" y="150"/>
                    </a:cubicBezTo>
                    <a:cubicBezTo>
                      <a:pt x="138" y="150"/>
                      <a:pt x="138" y="150"/>
                      <a:pt x="138" y="150"/>
                    </a:cubicBezTo>
                    <a:cubicBezTo>
                      <a:pt x="137" y="150"/>
                      <a:pt x="137" y="150"/>
                      <a:pt x="137" y="150"/>
                    </a:cubicBezTo>
                    <a:cubicBezTo>
                      <a:pt x="138" y="150"/>
                      <a:pt x="138" y="150"/>
                      <a:pt x="138" y="150"/>
                    </a:cubicBezTo>
                    <a:cubicBezTo>
                      <a:pt x="138" y="150"/>
                      <a:pt x="138" y="150"/>
                      <a:pt x="138" y="150"/>
                    </a:cubicBezTo>
                    <a:cubicBezTo>
                      <a:pt x="137" y="150"/>
                      <a:pt x="137" y="150"/>
                      <a:pt x="137" y="150"/>
                    </a:cubicBezTo>
                    <a:cubicBezTo>
                      <a:pt x="138" y="150"/>
                      <a:pt x="138" y="150"/>
                      <a:pt x="138" y="150"/>
                    </a:cubicBezTo>
                    <a:cubicBezTo>
                      <a:pt x="136" y="149"/>
                      <a:pt x="136" y="149"/>
                      <a:pt x="136" y="149"/>
                    </a:cubicBezTo>
                    <a:cubicBezTo>
                      <a:pt x="138" y="150"/>
                      <a:pt x="138" y="150"/>
                      <a:pt x="138" y="150"/>
                    </a:cubicBezTo>
                    <a:cubicBezTo>
                      <a:pt x="138" y="150"/>
                      <a:pt x="138" y="150"/>
                      <a:pt x="138" y="150"/>
                    </a:cubicBezTo>
                    <a:cubicBezTo>
                      <a:pt x="136" y="149"/>
                      <a:pt x="136" y="149"/>
                      <a:pt x="136" y="149"/>
                    </a:cubicBezTo>
                    <a:cubicBezTo>
                      <a:pt x="138" y="150"/>
                      <a:pt x="138" y="150"/>
                      <a:pt x="138" y="150"/>
                    </a:cubicBezTo>
                    <a:cubicBezTo>
                      <a:pt x="136" y="149"/>
                      <a:pt x="136" y="149"/>
                      <a:pt x="136" y="149"/>
                    </a:cubicBezTo>
                    <a:cubicBezTo>
                      <a:pt x="138" y="150"/>
                      <a:pt x="138" y="150"/>
                      <a:pt x="138" y="150"/>
                    </a:cubicBezTo>
                    <a:cubicBezTo>
                      <a:pt x="138" y="150"/>
                      <a:pt x="138" y="150"/>
                      <a:pt x="138" y="150"/>
                    </a:cubicBezTo>
                    <a:cubicBezTo>
                      <a:pt x="136" y="149"/>
                      <a:pt x="136" y="149"/>
                      <a:pt x="136" y="149"/>
                    </a:cubicBezTo>
                    <a:cubicBezTo>
                      <a:pt x="138" y="150"/>
                      <a:pt x="138" y="150"/>
                      <a:pt x="138" y="150"/>
                    </a:cubicBezTo>
                    <a:cubicBezTo>
                      <a:pt x="136" y="149"/>
                      <a:pt x="136" y="149"/>
                      <a:pt x="136" y="149"/>
                    </a:cubicBezTo>
                    <a:cubicBezTo>
                      <a:pt x="138" y="151"/>
                      <a:pt x="138" y="151"/>
                      <a:pt x="138" y="151"/>
                    </a:cubicBezTo>
                    <a:cubicBezTo>
                      <a:pt x="138" y="150"/>
                      <a:pt x="138" y="150"/>
                      <a:pt x="138" y="150"/>
                    </a:cubicBezTo>
                    <a:cubicBezTo>
                      <a:pt x="136" y="149"/>
                      <a:pt x="136" y="149"/>
                      <a:pt x="136" y="149"/>
                    </a:cubicBezTo>
                    <a:cubicBezTo>
                      <a:pt x="138" y="151"/>
                      <a:pt x="138" y="151"/>
                      <a:pt x="138" y="151"/>
                    </a:cubicBezTo>
                    <a:cubicBezTo>
                      <a:pt x="136" y="149"/>
                      <a:pt x="136" y="149"/>
                      <a:pt x="136" y="149"/>
                    </a:cubicBezTo>
                    <a:cubicBezTo>
                      <a:pt x="137" y="151"/>
                      <a:pt x="137" y="151"/>
                      <a:pt x="137" y="151"/>
                    </a:cubicBezTo>
                    <a:cubicBezTo>
                      <a:pt x="138" y="151"/>
                      <a:pt x="138" y="151"/>
                      <a:pt x="138" y="151"/>
                    </a:cubicBezTo>
                    <a:cubicBezTo>
                      <a:pt x="136" y="149"/>
                      <a:pt x="136" y="149"/>
                      <a:pt x="136" y="149"/>
                    </a:cubicBezTo>
                    <a:cubicBezTo>
                      <a:pt x="137" y="151"/>
                      <a:pt x="137" y="151"/>
                      <a:pt x="137" y="151"/>
                    </a:cubicBezTo>
                    <a:cubicBezTo>
                      <a:pt x="136" y="149"/>
                      <a:pt x="136" y="149"/>
                      <a:pt x="136" y="149"/>
                    </a:cubicBezTo>
                    <a:cubicBezTo>
                      <a:pt x="136" y="151"/>
                      <a:pt x="136" y="151"/>
                      <a:pt x="136" y="151"/>
                    </a:cubicBezTo>
                    <a:cubicBezTo>
                      <a:pt x="137" y="151"/>
                      <a:pt x="137" y="151"/>
                      <a:pt x="137" y="151"/>
                    </a:cubicBezTo>
                    <a:cubicBezTo>
                      <a:pt x="136" y="149"/>
                      <a:pt x="136" y="149"/>
                      <a:pt x="136" y="149"/>
                    </a:cubicBezTo>
                    <a:cubicBezTo>
                      <a:pt x="136" y="151"/>
                      <a:pt x="136" y="151"/>
                      <a:pt x="136" y="151"/>
                    </a:cubicBezTo>
                    <a:cubicBezTo>
                      <a:pt x="136" y="149"/>
                      <a:pt x="136" y="149"/>
                      <a:pt x="136" y="149"/>
                    </a:cubicBezTo>
                    <a:cubicBezTo>
                      <a:pt x="135" y="151"/>
                      <a:pt x="135" y="151"/>
                      <a:pt x="135" y="151"/>
                    </a:cubicBezTo>
                    <a:cubicBezTo>
                      <a:pt x="135" y="151"/>
                      <a:pt x="136" y="151"/>
                      <a:pt x="136" y="151"/>
                    </a:cubicBezTo>
                    <a:cubicBezTo>
                      <a:pt x="136" y="149"/>
                      <a:pt x="136" y="149"/>
                      <a:pt x="136" y="149"/>
                    </a:cubicBezTo>
                    <a:cubicBezTo>
                      <a:pt x="135" y="151"/>
                      <a:pt x="135" y="151"/>
                      <a:pt x="135" y="151"/>
                    </a:cubicBezTo>
                    <a:cubicBezTo>
                      <a:pt x="136" y="149"/>
                      <a:pt x="136" y="149"/>
                      <a:pt x="136" y="149"/>
                    </a:cubicBezTo>
                    <a:cubicBezTo>
                      <a:pt x="134" y="150"/>
                      <a:pt x="134" y="150"/>
                      <a:pt x="134" y="150"/>
                    </a:cubicBezTo>
                    <a:cubicBezTo>
                      <a:pt x="134" y="150"/>
                      <a:pt x="134" y="150"/>
                      <a:pt x="135" y="151"/>
                    </a:cubicBezTo>
                    <a:cubicBezTo>
                      <a:pt x="136" y="149"/>
                      <a:pt x="136" y="149"/>
                      <a:pt x="136" y="149"/>
                    </a:cubicBezTo>
                    <a:cubicBezTo>
                      <a:pt x="134" y="150"/>
                      <a:pt x="134" y="150"/>
                      <a:pt x="134" y="150"/>
                    </a:cubicBezTo>
                    <a:cubicBezTo>
                      <a:pt x="136" y="149"/>
                      <a:pt x="136" y="149"/>
                      <a:pt x="136" y="149"/>
                    </a:cubicBezTo>
                    <a:cubicBezTo>
                      <a:pt x="134" y="149"/>
                      <a:pt x="134" y="149"/>
                      <a:pt x="134" y="149"/>
                    </a:cubicBezTo>
                    <a:cubicBezTo>
                      <a:pt x="134" y="149"/>
                      <a:pt x="134" y="149"/>
                      <a:pt x="134" y="150"/>
                    </a:cubicBezTo>
                    <a:cubicBezTo>
                      <a:pt x="136" y="149"/>
                      <a:pt x="136" y="149"/>
                      <a:pt x="136" y="149"/>
                    </a:cubicBezTo>
                    <a:cubicBezTo>
                      <a:pt x="134" y="149"/>
                      <a:pt x="134" y="149"/>
                      <a:pt x="134" y="149"/>
                    </a:cubicBezTo>
                    <a:cubicBezTo>
                      <a:pt x="136" y="149"/>
                      <a:pt x="136" y="149"/>
                      <a:pt x="136" y="149"/>
                    </a:cubicBezTo>
                    <a:cubicBezTo>
                      <a:pt x="134" y="149"/>
                      <a:pt x="134" y="149"/>
                      <a:pt x="134" y="149"/>
                    </a:cubicBezTo>
                    <a:cubicBezTo>
                      <a:pt x="134" y="149"/>
                      <a:pt x="134" y="149"/>
                      <a:pt x="134" y="149"/>
                    </a:cubicBezTo>
                    <a:cubicBezTo>
                      <a:pt x="136" y="149"/>
                      <a:pt x="136" y="149"/>
                      <a:pt x="136" y="149"/>
                    </a:cubicBezTo>
                    <a:cubicBezTo>
                      <a:pt x="134" y="149"/>
                      <a:pt x="134" y="149"/>
                      <a:pt x="134" y="149"/>
                    </a:cubicBezTo>
                    <a:cubicBezTo>
                      <a:pt x="134" y="149"/>
                      <a:pt x="134" y="149"/>
                      <a:pt x="134" y="149"/>
                    </a:cubicBezTo>
                    <a:cubicBezTo>
                      <a:pt x="134" y="154"/>
                      <a:pt x="134" y="154"/>
                      <a:pt x="134" y="154"/>
                    </a:cubicBezTo>
                    <a:cubicBezTo>
                      <a:pt x="138" y="151"/>
                      <a:pt x="138" y="151"/>
                      <a:pt x="138" y="151"/>
                    </a:cubicBezTo>
                    <a:cubicBezTo>
                      <a:pt x="138" y="151"/>
                      <a:pt x="138" y="151"/>
                      <a:pt x="138" y="151"/>
                    </a:cubicBezTo>
                    <a:cubicBezTo>
                      <a:pt x="139" y="150"/>
                      <a:pt x="151" y="141"/>
                      <a:pt x="168" y="138"/>
                    </a:cubicBezTo>
                    <a:cubicBezTo>
                      <a:pt x="187" y="135"/>
                      <a:pt x="231" y="131"/>
                      <a:pt x="273" y="124"/>
                    </a:cubicBezTo>
                    <a:cubicBezTo>
                      <a:pt x="295" y="121"/>
                      <a:pt x="316" y="117"/>
                      <a:pt x="333" y="113"/>
                    </a:cubicBezTo>
                    <a:cubicBezTo>
                      <a:pt x="351" y="108"/>
                      <a:pt x="364" y="103"/>
                      <a:pt x="372" y="97"/>
                    </a:cubicBezTo>
                    <a:cubicBezTo>
                      <a:pt x="380" y="90"/>
                      <a:pt x="385" y="81"/>
                      <a:pt x="388" y="72"/>
                    </a:cubicBezTo>
                    <a:cubicBezTo>
                      <a:pt x="391" y="63"/>
                      <a:pt x="392" y="53"/>
                      <a:pt x="392" y="44"/>
                    </a:cubicBezTo>
                    <a:cubicBezTo>
                      <a:pt x="392" y="29"/>
                      <a:pt x="389" y="16"/>
                      <a:pt x="389" y="16"/>
                    </a:cubicBezTo>
                    <a:cubicBezTo>
                      <a:pt x="389" y="15"/>
                      <a:pt x="389" y="15"/>
                      <a:pt x="389" y="15"/>
                    </a:cubicBezTo>
                    <a:cubicBezTo>
                      <a:pt x="337" y="0"/>
                      <a:pt x="337" y="0"/>
                      <a:pt x="337" y="0"/>
                    </a:cubicBezTo>
                    <a:cubicBezTo>
                      <a:pt x="336" y="0"/>
                      <a:pt x="336" y="0"/>
                      <a:pt x="336" y="0"/>
                    </a:cubicBezTo>
                    <a:cubicBezTo>
                      <a:pt x="337" y="2"/>
                      <a:pt x="337" y="2"/>
                      <a:pt x="337" y="2"/>
                    </a:cubicBezTo>
                    <a:cubicBezTo>
                      <a:pt x="336" y="4"/>
                      <a:pt x="336" y="4"/>
                      <a:pt x="336" y="4"/>
                    </a:cubicBezTo>
                    <a:cubicBezTo>
                      <a:pt x="386" y="19"/>
                      <a:pt x="386" y="19"/>
                      <a:pt x="386" y="19"/>
                    </a:cubicBezTo>
                    <a:cubicBezTo>
                      <a:pt x="387" y="17"/>
                      <a:pt x="387" y="17"/>
                      <a:pt x="387" y="17"/>
                    </a:cubicBezTo>
                    <a:cubicBezTo>
                      <a:pt x="385" y="17"/>
                      <a:pt x="385" y="17"/>
                      <a:pt x="385" y="17"/>
                    </a:cubicBezTo>
                    <a:cubicBezTo>
                      <a:pt x="385" y="18"/>
                      <a:pt x="385" y="18"/>
                      <a:pt x="385" y="18"/>
                    </a:cubicBezTo>
                    <a:cubicBezTo>
                      <a:pt x="386" y="20"/>
                      <a:pt x="388" y="31"/>
                      <a:pt x="388" y="44"/>
                    </a:cubicBezTo>
                    <a:cubicBezTo>
                      <a:pt x="388" y="53"/>
                      <a:pt x="387" y="62"/>
                      <a:pt x="384" y="71"/>
                    </a:cubicBezTo>
                    <a:cubicBezTo>
                      <a:pt x="382" y="79"/>
                      <a:pt x="377" y="87"/>
                      <a:pt x="369" y="94"/>
                    </a:cubicBezTo>
                    <a:cubicBezTo>
                      <a:pt x="363" y="99"/>
                      <a:pt x="349" y="104"/>
                      <a:pt x="332" y="109"/>
                    </a:cubicBezTo>
                    <a:cubicBezTo>
                      <a:pt x="306" y="115"/>
                      <a:pt x="272" y="121"/>
                      <a:pt x="241" y="125"/>
                    </a:cubicBezTo>
                    <a:cubicBezTo>
                      <a:pt x="210" y="129"/>
                      <a:pt x="182" y="132"/>
                      <a:pt x="167" y="134"/>
                    </a:cubicBezTo>
                    <a:cubicBezTo>
                      <a:pt x="148" y="137"/>
                      <a:pt x="135" y="148"/>
                      <a:pt x="135" y="148"/>
                    </a:cubicBezTo>
                    <a:cubicBezTo>
                      <a:pt x="136" y="150"/>
                      <a:pt x="136" y="150"/>
                      <a:pt x="136" y="150"/>
                    </a:cubicBezTo>
                    <a:cubicBezTo>
                      <a:pt x="138" y="150"/>
                      <a:pt x="138" y="150"/>
                      <a:pt x="138" y="150"/>
                    </a:cubicBezTo>
                    <a:cubicBezTo>
                      <a:pt x="138" y="150"/>
                      <a:pt x="138" y="150"/>
                      <a:pt x="138" y="150"/>
                    </a:cubicBezTo>
                    <a:cubicBezTo>
                      <a:pt x="138" y="149"/>
                      <a:pt x="138" y="149"/>
                      <a:pt x="138" y="149"/>
                    </a:cubicBezTo>
                    <a:cubicBezTo>
                      <a:pt x="138" y="149"/>
                      <a:pt x="138" y="149"/>
                      <a:pt x="138" y="149"/>
                    </a:cubicBezTo>
                    <a:cubicBezTo>
                      <a:pt x="138" y="149"/>
                      <a:pt x="138" y="149"/>
                      <a:pt x="138" y="149"/>
                    </a:cubicBezTo>
                    <a:cubicBezTo>
                      <a:pt x="138" y="148"/>
                      <a:pt x="138" y="148"/>
                      <a:pt x="138" y="148"/>
                    </a:cubicBezTo>
                    <a:cubicBezTo>
                      <a:pt x="138" y="148"/>
                      <a:pt x="137" y="147"/>
                      <a:pt x="136" y="147"/>
                    </a:cubicBezTo>
                    <a:cubicBezTo>
                      <a:pt x="136" y="147"/>
                      <a:pt x="135" y="148"/>
                      <a:pt x="135" y="148"/>
                    </a:cubicBezTo>
                    <a:cubicBezTo>
                      <a:pt x="135" y="148"/>
                      <a:pt x="135" y="148"/>
                      <a:pt x="134" y="148"/>
                    </a:cubicBezTo>
                    <a:cubicBezTo>
                      <a:pt x="134" y="149"/>
                      <a:pt x="134" y="149"/>
                      <a:pt x="134" y="149"/>
                    </a:cubicBezTo>
                    <a:cubicBezTo>
                      <a:pt x="134" y="149"/>
                      <a:pt x="134" y="149"/>
                      <a:pt x="134" y="149"/>
                    </a:cubicBezTo>
                    <a:cubicBezTo>
                      <a:pt x="134" y="149"/>
                      <a:pt x="134" y="150"/>
                      <a:pt x="134" y="151"/>
                    </a:cubicBezTo>
                    <a:cubicBezTo>
                      <a:pt x="134" y="152"/>
                      <a:pt x="133" y="155"/>
                      <a:pt x="133" y="158"/>
                    </a:cubicBezTo>
                    <a:cubicBezTo>
                      <a:pt x="133" y="160"/>
                      <a:pt x="133" y="162"/>
                      <a:pt x="133" y="164"/>
                    </a:cubicBezTo>
                    <a:cubicBezTo>
                      <a:pt x="133" y="172"/>
                      <a:pt x="136" y="179"/>
                      <a:pt x="138" y="185"/>
                    </a:cubicBezTo>
                    <a:cubicBezTo>
                      <a:pt x="138" y="186"/>
                      <a:pt x="138" y="186"/>
                      <a:pt x="138" y="187"/>
                    </a:cubicBezTo>
                    <a:cubicBezTo>
                      <a:pt x="138" y="188"/>
                      <a:pt x="138" y="188"/>
                      <a:pt x="138" y="188"/>
                    </a:cubicBezTo>
                    <a:cubicBezTo>
                      <a:pt x="137" y="189"/>
                      <a:pt x="136" y="189"/>
                      <a:pt x="135" y="190"/>
                    </a:cubicBezTo>
                    <a:cubicBezTo>
                      <a:pt x="133" y="190"/>
                      <a:pt x="131" y="190"/>
                      <a:pt x="129" y="190"/>
                    </a:cubicBezTo>
                    <a:cubicBezTo>
                      <a:pt x="128" y="190"/>
                      <a:pt x="127" y="190"/>
                      <a:pt x="126" y="190"/>
                    </a:cubicBezTo>
                    <a:cubicBezTo>
                      <a:pt x="125" y="190"/>
                      <a:pt x="124" y="190"/>
                      <a:pt x="123" y="190"/>
                    </a:cubicBezTo>
                    <a:cubicBezTo>
                      <a:pt x="123" y="190"/>
                      <a:pt x="122" y="190"/>
                      <a:pt x="122" y="190"/>
                    </a:cubicBezTo>
                    <a:cubicBezTo>
                      <a:pt x="120" y="189"/>
                      <a:pt x="117" y="186"/>
                      <a:pt x="110" y="179"/>
                    </a:cubicBezTo>
                    <a:cubicBezTo>
                      <a:pt x="104" y="173"/>
                      <a:pt x="102" y="165"/>
                      <a:pt x="102" y="156"/>
                    </a:cubicBezTo>
                    <a:cubicBezTo>
                      <a:pt x="102" y="148"/>
                      <a:pt x="104" y="140"/>
                      <a:pt x="105" y="134"/>
                    </a:cubicBezTo>
                    <a:cubicBezTo>
                      <a:pt x="106" y="132"/>
                      <a:pt x="106" y="130"/>
                      <a:pt x="106" y="129"/>
                    </a:cubicBezTo>
                    <a:cubicBezTo>
                      <a:pt x="106" y="123"/>
                      <a:pt x="104" y="117"/>
                      <a:pt x="101" y="113"/>
                    </a:cubicBezTo>
                    <a:cubicBezTo>
                      <a:pt x="97" y="108"/>
                      <a:pt x="93" y="105"/>
                      <a:pt x="88" y="105"/>
                    </a:cubicBezTo>
                    <a:cubicBezTo>
                      <a:pt x="79" y="104"/>
                      <a:pt x="32" y="102"/>
                      <a:pt x="15" y="101"/>
                    </a:cubicBezTo>
                    <a:cubicBezTo>
                      <a:pt x="11" y="101"/>
                      <a:pt x="8" y="99"/>
                      <a:pt x="7" y="97"/>
                    </a:cubicBezTo>
                    <a:cubicBezTo>
                      <a:pt x="5" y="95"/>
                      <a:pt x="4" y="93"/>
                      <a:pt x="4" y="91"/>
                    </a:cubicBezTo>
                    <a:cubicBezTo>
                      <a:pt x="4" y="90"/>
                      <a:pt x="5" y="88"/>
                      <a:pt x="5" y="88"/>
                    </a:cubicBezTo>
                    <a:cubicBezTo>
                      <a:pt x="6" y="87"/>
                      <a:pt x="6" y="86"/>
                      <a:pt x="7" y="86"/>
                    </a:cubicBezTo>
                    <a:cubicBezTo>
                      <a:pt x="10" y="86"/>
                      <a:pt x="19" y="84"/>
                      <a:pt x="29" y="82"/>
                    </a:cubicBezTo>
                    <a:cubicBezTo>
                      <a:pt x="39" y="80"/>
                      <a:pt x="50" y="77"/>
                      <a:pt x="57" y="75"/>
                    </a:cubicBezTo>
                    <a:cubicBezTo>
                      <a:pt x="61" y="74"/>
                      <a:pt x="65" y="73"/>
                      <a:pt x="68" y="73"/>
                    </a:cubicBezTo>
                    <a:cubicBezTo>
                      <a:pt x="76" y="73"/>
                      <a:pt x="82" y="76"/>
                      <a:pt x="86" y="77"/>
                    </a:cubicBezTo>
                    <a:cubicBezTo>
                      <a:pt x="87" y="78"/>
                      <a:pt x="90" y="79"/>
                      <a:pt x="93" y="81"/>
                    </a:cubicBezTo>
                    <a:cubicBezTo>
                      <a:pt x="98" y="84"/>
                      <a:pt x="105" y="88"/>
                      <a:pt x="110" y="91"/>
                    </a:cubicBezTo>
                    <a:cubicBezTo>
                      <a:pt x="115" y="94"/>
                      <a:pt x="119" y="96"/>
                      <a:pt x="119" y="96"/>
                    </a:cubicBezTo>
                    <a:cubicBezTo>
                      <a:pt x="120" y="96"/>
                      <a:pt x="120" y="96"/>
                      <a:pt x="120" y="96"/>
                    </a:cubicBezTo>
                    <a:cubicBezTo>
                      <a:pt x="121" y="96"/>
                      <a:pt x="121" y="96"/>
                      <a:pt x="121" y="96"/>
                    </a:cubicBezTo>
                    <a:cubicBezTo>
                      <a:pt x="132" y="92"/>
                      <a:pt x="141" y="87"/>
                      <a:pt x="153" y="79"/>
                    </a:cubicBezTo>
                    <a:cubicBezTo>
                      <a:pt x="166" y="72"/>
                      <a:pt x="181" y="62"/>
                      <a:pt x="206" y="48"/>
                    </a:cubicBezTo>
                    <a:cubicBezTo>
                      <a:pt x="256" y="22"/>
                      <a:pt x="309" y="9"/>
                      <a:pt x="337" y="4"/>
                    </a:cubicBezTo>
                    <a:cubicBezTo>
                      <a:pt x="337" y="2"/>
                      <a:pt x="337" y="2"/>
                      <a:pt x="337" y="2"/>
                    </a:cubicBezTo>
                    <a:cubicBezTo>
                      <a:pt x="336" y="4"/>
                      <a:pt x="336" y="4"/>
                      <a:pt x="336" y="4"/>
                    </a:cubicBezTo>
                    <a:lnTo>
                      <a:pt x="337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2" name="Freeform 90">
                <a:extLst>
                  <a:ext uri="{FF2B5EF4-FFF2-40B4-BE49-F238E27FC236}">
                    <a16:creationId xmlns:a16="http://schemas.microsoft.com/office/drawing/2014/main" id="{84EA32E4-8813-432B-BA61-C8B460D4AF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8" y="1300"/>
                <a:ext cx="775" cy="706"/>
              </a:xfrm>
              <a:custGeom>
                <a:avLst/>
                <a:gdLst>
                  <a:gd name="T0" fmla="*/ 311 w 533"/>
                  <a:gd name="T1" fmla="*/ 485 h 485"/>
                  <a:gd name="T2" fmla="*/ 214 w 533"/>
                  <a:gd name="T3" fmla="*/ 462 h 485"/>
                  <a:gd name="T4" fmla="*/ 182 w 533"/>
                  <a:gd name="T5" fmla="*/ 434 h 485"/>
                  <a:gd name="T6" fmla="*/ 170 w 533"/>
                  <a:gd name="T7" fmla="*/ 414 h 485"/>
                  <a:gd name="T8" fmla="*/ 97 w 533"/>
                  <a:gd name="T9" fmla="*/ 266 h 485"/>
                  <a:gd name="T10" fmla="*/ 54 w 533"/>
                  <a:gd name="T11" fmla="*/ 272 h 485"/>
                  <a:gd name="T12" fmla="*/ 50 w 533"/>
                  <a:gd name="T13" fmla="*/ 272 h 485"/>
                  <a:gd name="T14" fmla="*/ 52 w 533"/>
                  <a:gd name="T15" fmla="*/ 269 h 485"/>
                  <a:gd name="T16" fmla="*/ 36 w 533"/>
                  <a:gd name="T17" fmla="*/ 181 h 485"/>
                  <a:gd name="T18" fmla="*/ 9 w 533"/>
                  <a:gd name="T19" fmla="*/ 151 h 485"/>
                  <a:gd name="T20" fmla="*/ 3 w 533"/>
                  <a:gd name="T21" fmla="*/ 154 h 485"/>
                  <a:gd name="T22" fmla="*/ 0 w 533"/>
                  <a:gd name="T23" fmla="*/ 151 h 485"/>
                  <a:gd name="T24" fmla="*/ 103 w 533"/>
                  <a:gd name="T25" fmla="*/ 64 h 485"/>
                  <a:gd name="T26" fmla="*/ 130 w 533"/>
                  <a:gd name="T27" fmla="*/ 52 h 485"/>
                  <a:gd name="T28" fmla="*/ 280 w 533"/>
                  <a:gd name="T29" fmla="*/ 0 h 485"/>
                  <a:gd name="T30" fmla="*/ 289 w 533"/>
                  <a:gd name="T31" fmla="*/ 1 h 485"/>
                  <a:gd name="T32" fmla="*/ 295 w 533"/>
                  <a:gd name="T33" fmla="*/ 2 h 485"/>
                  <a:gd name="T34" fmla="*/ 458 w 533"/>
                  <a:gd name="T35" fmla="*/ 69 h 485"/>
                  <a:gd name="T36" fmla="*/ 532 w 533"/>
                  <a:gd name="T37" fmla="*/ 225 h 485"/>
                  <a:gd name="T38" fmla="*/ 533 w 533"/>
                  <a:gd name="T39" fmla="*/ 226 h 485"/>
                  <a:gd name="T40" fmla="*/ 462 w 533"/>
                  <a:gd name="T41" fmla="*/ 314 h 485"/>
                  <a:gd name="T42" fmla="*/ 453 w 533"/>
                  <a:gd name="T43" fmla="*/ 440 h 485"/>
                  <a:gd name="T44" fmla="*/ 311 w 533"/>
                  <a:gd name="T45" fmla="*/ 485 h 4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33" h="485">
                    <a:moveTo>
                      <a:pt x="311" y="485"/>
                    </a:moveTo>
                    <a:cubicBezTo>
                      <a:pt x="273" y="485"/>
                      <a:pt x="239" y="477"/>
                      <a:pt x="214" y="462"/>
                    </a:cubicBezTo>
                    <a:cubicBezTo>
                      <a:pt x="213" y="461"/>
                      <a:pt x="188" y="446"/>
                      <a:pt x="182" y="434"/>
                    </a:cubicBezTo>
                    <a:cubicBezTo>
                      <a:pt x="180" y="431"/>
                      <a:pt x="176" y="424"/>
                      <a:pt x="170" y="414"/>
                    </a:cubicBezTo>
                    <a:cubicBezTo>
                      <a:pt x="151" y="379"/>
                      <a:pt x="111" y="308"/>
                      <a:pt x="97" y="266"/>
                    </a:cubicBezTo>
                    <a:cubicBezTo>
                      <a:pt x="91" y="268"/>
                      <a:pt x="74" y="271"/>
                      <a:pt x="54" y="272"/>
                    </a:cubicBezTo>
                    <a:cubicBezTo>
                      <a:pt x="50" y="272"/>
                      <a:pt x="50" y="272"/>
                      <a:pt x="50" y="272"/>
                    </a:cubicBezTo>
                    <a:cubicBezTo>
                      <a:pt x="52" y="269"/>
                      <a:pt x="52" y="269"/>
                      <a:pt x="52" y="269"/>
                    </a:cubicBezTo>
                    <a:cubicBezTo>
                      <a:pt x="62" y="257"/>
                      <a:pt x="51" y="211"/>
                      <a:pt x="36" y="181"/>
                    </a:cubicBezTo>
                    <a:cubicBezTo>
                      <a:pt x="26" y="162"/>
                      <a:pt x="17" y="151"/>
                      <a:pt x="9" y="151"/>
                    </a:cubicBezTo>
                    <a:cubicBezTo>
                      <a:pt x="7" y="151"/>
                      <a:pt x="5" y="152"/>
                      <a:pt x="3" y="154"/>
                    </a:cubicBezTo>
                    <a:cubicBezTo>
                      <a:pt x="0" y="151"/>
                      <a:pt x="0" y="151"/>
                      <a:pt x="0" y="151"/>
                    </a:cubicBezTo>
                    <a:cubicBezTo>
                      <a:pt x="3" y="148"/>
                      <a:pt x="70" y="78"/>
                      <a:pt x="103" y="64"/>
                    </a:cubicBezTo>
                    <a:cubicBezTo>
                      <a:pt x="110" y="62"/>
                      <a:pt x="119" y="57"/>
                      <a:pt x="130" y="52"/>
                    </a:cubicBezTo>
                    <a:cubicBezTo>
                      <a:pt x="172" y="33"/>
                      <a:pt x="241" y="0"/>
                      <a:pt x="280" y="0"/>
                    </a:cubicBezTo>
                    <a:cubicBezTo>
                      <a:pt x="284" y="0"/>
                      <a:pt x="287" y="0"/>
                      <a:pt x="289" y="1"/>
                    </a:cubicBezTo>
                    <a:cubicBezTo>
                      <a:pt x="295" y="2"/>
                      <a:pt x="295" y="2"/>
                      <a:pt x="295" y="2"/>
                    </a:cubicBezTo>
                    <a:cubicBezTo>
                      <a:pt x="331" y="9"/>
                      <a:pt x="416" y="26"/>
                      <a:pt x="458" y="69"/>
                    </a:cubicBezTo>
                    <a:cubicBezTo>
                      <a:pt x="502" y="113"/>
                      <a:pt x="531" y="220"/>
                      <a:pt x="532" y="225"/>
                    </a:cubicBezTo>
                    <a:cubicBezTo>
                      <a:pt x="533" y="226"/>
                      <a:pt x="533" y="226"/>
                      <a:pt x="533" y="226"/>
                    </a:cubicBezTo>
                    <a:cubicBezTo>
                      <a:pt x="462" y="314"/>
                      <a:pt x="462" y="314"/>
                      <a:pt x="462" y="314"/>
                    </a:cubicBezTo>
                    <a:cubicBezTo>
                      <a:pt x="463" y="324"/>
                      <a:pt x="471" y="408"/>
                      <a:pt x="453" y="440"/>
                    </a:cubicBezTo>
                    <a:cubicBezTo>
                      <a:pt x="438" y="466"/>
                      <a:pt x="365" y="485"/>
                      <a:pt x="311" y="48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3" name="Freeform 91">
                <a:extLst>
                  <a:ext uri="{FF2B5EF4-FFF2-40B4-BE49-F238E27FC236}">
                    <a16:creationId xmlns:a16="http://schemas.microsoft.com/office/drawing/2014/main" id="{572A99A4-1542-4C1D-A408-E49E3818957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6" y="1297"/>
                <a:ext cx="780" cy="712"/>
              </a:xfrm>
              <a:custGeom>
                <a:avLst/>
                <a:gdLst>
                  <a:gd name="T0" fmla="*/ 281 w 536"/>
                  <a:gd name="T1" fmla="*/ 4 h 489"/>
                  <a:gd name="T2" fmla="*/ 290 w 536"/>
                  <a:gd name="T3" fmla="*/ 5 h 489"/>
                  <a:gd name="T4" fmla="*/ 458 w 536"/>
                  <a:gd name="T5" fmla="*/ 72 h 489"/>
                  <a:gd name="T6" fmla="*/ 531 w 536"/>
                  <a:gd name="T7" fmla="*/ 227 h 489"/>
                  <a:gd name="T8" fmla="*/ 460 w 536"/>
                  <a:gd name="T9" fmla="*/ 316 h 489"/>
                  <a:gd name="T10" fmla="*/ 452 w 536"/>
                  <a:gd name="T11" fmla="*/ 441 h 489"/>
                  <a:gd name="T12" fmla="*/ 312 w 536"/>
                  <a:gd name="T13" fmla="*/ 485 h 489"/>
                  <a:gd name="T14" fmla="*/ 216 w 536"/>
                  <a:gd name="T15" fmla="*/ 462 h 489"/>
                  <a:gd name="T16" fmla="*/ 184 w 536"/>
                  <a:gd name="T17" fmla="*/ 435 h 489"/>
                  <a:gd name="T18" fmla="*/ 99 w 536"/>
                  <a:gd name="T19" fmla="*/ 266 h 489"/>
                  <a:gd name="T20" fmla="*/ 55 w 536"/>
                  <a:gd name="T21" fmla="*/ 272 h 489"/>
                  <a:gd name="T22" fmla="*/ 10 w 536"/>
                  <a:gd name="T23" fmla="*/ 151 h 489"/>
                  <a:gd name="T24" fmla="*/ 2 w 536"/>
                  <a:gd name="T25" fmla="*/ 155 h 489"/>
                  <a:gd name="T26" fmla="*/ 105 w 536"/>
                  <a:gd name="T27" fmla="*/ 68 h 489"/>
                  <a:gd name="T28" fmla="*/ 281 w 536"/>
                  <a:gd name="T29" fmla="*/ 4 h 489"/>
                  <a:gd name="T30" fmla="*/ 2 w 536"/>
                  <a:gd name="T31" fmla="*/ 155 h 489"/>
                  <a:gd name="T32" fmla="*/ 2 w 536"/>
                  <a:gd name="T33" fmla="*/ 155 h 489"/>
                  <a:gd name="T34" fmla="*/ 281 w 536"/>
                  <a:gd name="T35" fmla="*/ 0 h 489"/>
                  <a:gd name="T36" fmla="*/ 281 w 536"/>
                  <a:gd name="T37" fmla="*/ 0 h 489"/>
                  <a:gd name="T38" fmla="*/ 130 w 536"/>
                  <a:gd name="T39" fmla="*/ 52 h 489"/>
                  <a:gd name="T40" fmla="*/ 103 w 536"/>
                  <a:gd name="T41" fmla="*/ 64 h 489"/>
                  <a:gd name="T42" fmla="*/ 0 w 536"/>
                  <a:gd name="T43" fmla="*/ 152 h 489"/>
                  <a:gd name="T44" fmla="*/ 5 w 536"/>
                  <a:gd name="T45" fmla="*/ 157 h 489"/>
                  <a:gd name="T46" fmla="*/ 10 w 536"/>
                  <a:gd name="T47" fmla="*/ 155 h 489"/>
                  <a:gd name="T48" fmla="*/ 35 w 536"/>
                  <a:gd name="T49" fmla="*/ 184 h 489"/>
                  <a:gd name="T50" fmla="*/ 52 w 536"/>
                  <a:gd name="T51" fmla="*/ 270 h 489"/>
                  <a:gd name="T52" fmla="*/ 47 w 536"/>
                  <a:gd name="T53" fmla="*/ 277 h 489"/>
                  <a:gd name="T54" fmla="*/ 55 w 536"/>
                  <a:gd name="T55" fmla="*/ 276 h 489"/>
                  <a:gd name="T56" fmla="*/ 96 w 536"/>
                  <a:gd name="T57" fmla="*/ 271 h 489"/>
                  <a:gd name="T58" fmla="*/ 170 w 536"/>
                  <a:gd name="T59" fmla="*/ 417 h 489"/>
                  <a:gd name="T60" fmla="*/ 181 w 536"/>
                  <a:gd name="T61" fmla="*/ 436 h 489"/>
                  <a:gd name="T62" fmla="*/ 214 w 536"/>
                  <a:gd name="T63" fmla="*/ 466 h 489"/>
                  <a:gd name="T64" fmla="*/ 312 w 536"/>
                  <a:gd name="T65" fmla="*/ 489 h 489"/>
                  <a:gd name="T66" fmla="*/ 455 w 536"/>
                  <a:gd name="T67" fmla="*/ 443 h 489"/>
                  <a:gd name="T68" fmla="*/ 465 w 536"/>
                  <a:gd name="T69" fmla="*/ 317 h 489"/>
                  <a:gd name="T70" fmla="*/ 535 w 536"/>
                  <a:gd name="T71" fmla="*/ 230 h 489"/>
                  <a:gd name="T72" fmla="*/ 536 w 536"/>
                  <a:gd name="T73" fmla="*/ 228 h 489"/>
                  <a:gd name="T74" fmla="*/ 535 w 536"/>
                  <a:gd name="T75" fmla="*/ 226 h 489"/>
                  <a:gd name="T76" fmla="*/ 460 w 536"/>
                  <a:gd name="T77" fmla="*/ 69 h 489"/>
                  <a:gd name="T78" fmla="*/ 296 w 536"/>
                  <a:gd name="T79" fmla="*/ 2 h 489"/>
                  <a:gd name="T80" fmla="*/ 291 w 536"/>
                  <a:gd name="T81" fmla="*/ 1 h 489"/>
                  <a:gd name="T82" fmla="*/ 281 w 536"/>
                  <a:gd name="T83" fmla="*/ 0 h 4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536" h="489">
                    <a:moveTo>
                      <a:pt x="281" y="4"/>
                    </a:moveTo>
                    <a:cubicBezTo>
                      <a:pt x="284" y="4"/>
                      <a:pt x="287" y="4"/>
                      <a:pt x="290" y="5"/>
                    </a:cubicBezTo>
                    <a:cubicBezTo>
                      <a:pt x="321" y="11"/>
                      <a:pt x="413" y="28"/>
                      <a:pt x="458" y="72"/>
                    </a:cubicBezTo>
                    <a:cubicBezTo>
                      <a:pt x="502" y="117"/>
                      <a:pt x="531" y="227"/>
                      <a:pt x="531" y="227"/>
                    </a:cubicBezTo>
                    <a:cubicBezTo>
                      <a:pt x="460" y="316"/>
                      <a:pt x="460" y="316"/>
                      <a:pt x="460" y="316"/>
                    </a:cubicBezTo>
                    <a:cubicBezTo>
                      <a:pt x="460" y="316"/>
                      <a:pt x="471" y="408"/>
                      <a:pt x="452" y="441"/>
                    </a:cubicBezTo>
                    <a:cubicBezTo>
                      <a:pt x="440" y="462"/>
                      <a:pt x="376" y="485"/>
                      <a:pt x="312" y="485"/>
                    </a:cubicBezTo>
                    <a:cubicBezTo>
                      <a:pt x="278" y="485"/>
                      <a:pt x="243" y="479"/>
                      <a:pt x="216" y="462"/>
                    </a:cubicBezTo>
                    <a:cubicBezTo>
                      <a:pt x="216" y="462"/>
                      <a:pt x="190" y="447"/>
                      <a:pt x="184" y="435"/>
                    </a:cubicBezTo>
                    <a:cubicBezTo>
                      <a:pt x="178" y="422"/>
                      <a:pt x="116" y="319"/>
                      <a:pt x="99" y="266"/>
                    </a:cubicBezTo>
                    <a:cubicBezTo>
                      <a:pt x="99" y="266"/>
                      <a:pt x="79" y="271"/>
                      <a:pt x="55" y="272"/>
                    </a:cubicBezTo>
                    <a:cubicBezTo>
                      <a:pt x="70" y="252"/>
                      <a:pt x="36" y="151"/>
                      <a:pt x="10" y="151"/>
                    </a:cubicBezTo>
                    <a:cubicBezTo>
                      <a:pt x="7" y="151"/>
                      <a:pt x="5" y="152"/>
                      <a:pt x="2" y="155"/>
                    </a:cubicBezTo>
                    <a:cubicBezTo>
                      <a:pt x="3" y="155"/>
                      <a:pt x="72" y="82"/>
                      <a:pt x="105" y="68"/>
                    </a:cubicBezTo>
                    <a:cubicBezTo>
                      <a:pt x="136" y="55"/>
                      <a:pt x="233" y="4"/>
                      <a:pt x="281" y="4"/>
                    </a:cubicBezTo>
                    <a:moveTo>
                      <a:pt x="2" y="155"/>
                    </a:moveTo>
                    <a:cubicBezTo>
                      <a:pt x="2" y="155"/>
                      <a:pt x="2" y="155"/>
                      <a:pt x="2" y="155"/>
                    </a:cubicBezTo>
                    <a:moveTo>
                      <a:pt x="281" y="0"/>
                    </a:moveTo>
                    <a:cubicBezTo>
                      <a:pt x="281" y="0"/>
                      <a:pt x="281" y="0"/>
                      <a:pt x="281" y="0"/>
                    </a:cubicBezTo>
                    <a:cubicBezTo>
                      <a:pt x="242" y="0"/>
                      <a:pt x="172" y="33"/>
                      <a:pt x="130" y="52"/>
                    </a:cubicBezTo>
                    <a:cubicBezTo>
                      <a:pt x="119" y="57"/>
                      <a:pt x="110" y="62"/>
                      <a:pt x="103" y="64"/>
                    </a:cubicBezTo>
                    <a:cubicBezTo>
                      <a:pt x="70" y="78"/>
                      <a:pt x="2" y="149"/>
                      <a:pt x="0" y="152"/>
                    </a:cubicBezTo>
                    <a:cubicBezTo>
                      <a:pt x="5" y="157"/>
                      <a:pt x="5" y="157"/>
                      <a:pt x="5" y="157"/>
                    </a:cubicBezTo>
                    <a:cubicBezTo>
                      <a:pt x="7" y="156"/>
                      <a:pt x="8" y="155"/>
                      <a:pt x="10" y="155"/>
                    </a:cubicBezTo>
                    <a:cubicBezTo>
                      <a:pt x="15" y="155"/>
                      <a:pt x="24" y="163"/>
                      <a:pt x="35" y="184"/>
                    </a:cubicBezTo>
                    <a:cubicBezTo>
                      <a:pt x="51" y="217"/>
                      <a:pt x="60" y="259"/>
                      <a:pt x="52" y="270"/>
                    </a:cubicBezTo>
                    <a:cubicBezTo>
                      <a:pt x="47" y="277"/>
                      <a:pt x="47" y="277"/>
                      <a:pt x="47" y="277"/>
                    </a:cubicBezTo>
                    <a:cubicBezTo>
                      <a:pt x="55" y="276"/>
                      <a:pt x="55" y="276"/>
                      <a:pt x="55" y="276"/>
                    </a:cubicBezTo>
                    <a:cubicBezTo>
                      <a:pt x="74" y="275"/>
                      <a:pt x="90" y="272"/>
                      <a:pt x="96" y="271"/>
                    </a:cubicBezTo>
                    <a:cubicBezTo>
                      <a:pt x="111" y="313"/>
                      <a:pt x="151" y="382"/>
                      <a:pt x="170" y="417"/>
                    </a:cubicBezTo>
                    <a:cubicBezTo>
                      <a:pt x="175" y="427"/>
                      <a:pt x="179" y="434"/>
                      <a:pt x="181" y="436"/>
                    </a:cubicBezTo>
                    <a:cubicBezTo>
                      <a:pt x="187" y="450"/>
                      <a:pt x="213" y="465"/>
                      <a:pt x="214" y="466"/>
                    </a:cubicBezTo>
                    <a:cubicBezTo>
                      <a:pt x="239" y="481"/>
                      <a:pt x="273" y="489"/>
                      <a:pt x="312" y="489"/>
                    </a:cubicBezTo>
                    <a:cubicBezTo>
                      <a:pt x="374" y="489"/>
                      <a:pt x="441" y="467"/>
                      <a:pt x="455" y="443"/>
                    </a:cubicBezTo>
                    <a:cubicBezTo>
                      <a:pt x="474" y="411"/>
                      <a:pt x="466" y="330"/>
                      <a:pt x="465" y="317"/>
                    </a:cubicBezTo>
                    <a:cubicBezTo>
                      <a:pt x="535" y="230"/>
                      <a:pt x="535" y="230"/>
                      <a:pt x="535" y="230"/>
                    </a:cubicBezTo>
                    <a:cubicBezTo>
                      <a:pt x="536" y="228"/>
                      <a:pt x="536" y="228"/>
                      <a:pt x="536" y="228"/>
                    </a:cubicBezTo>
                    <a:cubicBezTo>
                      <a:pt x="535" y="226"/>
                      <a:pt x="535" y="226"/>
                      <a:pt x="535" y="226"/>
                    </a:cubicBezTo>
                    <a:cubicBezTo>
                      <a:pt x="534" y="222"/>
                      <a:pt x="505" y="114"/>
                      <a:pt x="460" y="69"/>
                    </a:cubicBezTo>
                    <a:cubicBezTo>
                      <a:pt x="418" y="27"/>
                      <a:pt x="333" y="9"/>
                      <a:pt x="296" y="2"/>
                    </a:cubicBezTo>
                    <a:cubicBezTo>
                      <a:pt x="294" y="2"/>
                      <a:pt x="293" y="1"/>
                      <a:pt x="291" y="1"/>
                    </a:cubicBezTo>
                    <a:cubicBezTo>
                      <a:pt x="288" y="0"/>
                      <a:pt x="285" y="0"/>
                      <a:pt x="28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4" name="Freeform 92">
                <a:extLst>
                  <a:ext uri="{FF2B5EF4-FFF2-40B4-BE49-F238E27FC236}">
                    <a16:creationId xmlns:a16="http://schemas.microsoft.com/office/drawing/2014/main" id="{AF7582EA-2943-45A8-8AE1-A8572C0BDC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4" y="1293"/>
                <a:ext cx="624" cy="259"/>
              </a:xfrm>
              <a:custGeom>
                <a:avLst/>
                <a:gdLst>
                  <a:gd name="T0" fmla="*/ 270 w 429"/>
                  <a:gd name="T1" fmla="*/ 8 h 178"/>
                  <a:gd name="T2" fmla="*/ 94 w 429"/>
                  <a:gd name="T3" fmla="*/ 72 h 178"/>
                  <a:gd name="T4" fmla="*/ 0 w 429"/>
                  <a:gd name="T5" fmla="*/ 156 h 178"/>
                  <a:gd name="T6" fmla="*/ 18 w 429"/>
                  <a:gd name="T7" fmla="*/ 178 h 178"/>
                  <a:gd name="T8" fmla="*/ 429 w 429"/>
                  <a:gd name="T9" fmla="*/ 66 h 178"/>
                  <a:gd name="T10" fmla="*/ 270 w 429"/>
                  <a:gd name="T11" fmla="*/ 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9" h="178">
                    <a:moveTo>
                      <a:pt x="270" y="8"/>
                    </a:moveTo>
                    <a:cubicBezTo>
                      <a:pt x="226" y="0"/>
                      <a:pt x="127" y="58"/>
                      <a:pt x="94" y="72"/>
                    </a:cubicBezTo>
                    <a:cubicBezTo>
                      <a:pt x="61" y="85"/>
                      <a:pt x="0" y="156"/>
                      <a:pt x="0" y="156"/>
                    </a:cubicBezTo>
                    <a:cubicBezTo>
                      <a:pt x="6" y="160"/>
                      <a:pt x="10" y="165"/>
                      <a:pt x="18" y="178"/>
                    </a:cubicBezTo>
                    <a:cubicBezTo>
                      <a:pt x="429" y="66"/>
                      <a:pt x="429" y="66"/>
                      <a:pt x="429" y="66"/>
                    </a:cubicBezTo>
                    <a:cubicBezTo>
                      <a:pt x="382" y="28"/>
                      <a:pt x="299" y="14"/>
                      <a:pt x="270" y="8"/>
                    </a:cubicBezTo>
                    <a:close/>
                  </a:path>
                </a:pathLst>
              </a:custGeom>
              <a:solidFill>
                <a:srgbClr val="4BB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5" name="Freeform 93">
                <a:extLst>
                  <a:ext uri="{FF2B5EF4-FFF2-40B4-BE49-F238E27FC236}">
                    <a16:creationId xmlns:a16="http://schemas.microsoft.com/office/drawing/2014/main" id="{7A89A70D-EC8A-4E59-91F0-1D7EE708FF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2" y="1069"/>
                <a:ext cx="322" cy="496"/>
              </a:xfrm>
              <a:custGeom>
                <a:avLst/>
                <a:gdLst>
                  <a:gd name="T0" fmla="*/ 43 w 221"/>
                  <a:gd name="T1" fmla="*/ 143 h 341"/>
                  <a:gd name="T2" fmla="*/ 53 w 221"/>
                  <a:gd name="T3" fmla="*/ 221 h 341"/>
                  <a:gd name="T4" fmla="*/ 146 w 221"/>
                  <a:gd name="T5" fmla="*/ 319 h 341"/>
                  <a:gd name="T6" fmla="*/ 217 w 221"/>
                  <a:gd name="T7" fmla="*/ 191 h 341"/>
                  <a:gd name="T8" fmla="*/ 179 w 221"/>
                  <a:gd name="T9" fmla="*/ 124 h 341"/>
                  <a:gd name="T10" fmla="*/ 179 w 221"/>
                  <a:gd name="T11" fmla="*/ 124 h 341"/>
                  <a:gd name="T12" fmla="*/ 188 w 221"/>
                  <a:gd name="T13" fmla="*/ 85 h 341"/>
                  <a:gd name="T14" fmla="*/ 181 w 221"/>
                  <a:gd name="T15" fmla="*/ 28 h 341"/>
                  <a:gd name="T16" fmla="*/ 142 w 221"/>
                  <a:gd name="T17" fmla="*/ 0 h 341"/>
                  <a:gd name="T18" fmla="*/ 17 w 221"/>
                  <a:gd name="T19" fmla="*/ 22 h 341"/>
                  <a:gd name="T20" fmla="*/ 4 w 221"/>
                  <a:gd name="T21" fmla="*/ 75 h 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21" h="341">
                    <a:moveTo>
                      <a:pt x="43" y="143"/>
                    </a:moveTo>
                    <a:cubicBezTo>
                      <a:pt x="43" y="143"/>
                      <a:pt x="55" y="202"/>
                      <a:pt x="53" y="221"/>
                    </a:cubicBezTo>
                    <a:cubicBezTo>
                      <a:pt x="51" y="240"/>
                      <a:pt x="71" y="341"/>
                      <a:pt x="146" y="319"/>
                    </a:cubicBezTo>
                    <a:cubicBezTo>
                      <a:pt x="221" y="297"/>
                      <a:pt x="217" y="191"/>
                      <a:pt x="217" y="191"/>
                    </a:cubicBezTo>
                    <a:cubicBezTo>
                      <a:pt x="179" y="124"/>
                      <a:pt x="179" y="124"/>
                      <a:pt x="179" y="124"/>
                    </a:cubicBezTo>
                    <a:cubicBezTo>
                      <a:pt x="179" y="124"/>
                      <a:pt x="179" y="124"/>
                      <a:pt x="179" y="124"/>
                    </a:cubicBezTo>
                    <a:cubicBezTo>
                      <a:pt x="188" y="85"/>
                      <a:pt x="188" y="85"/>
                      <a:pt x="188" y="85"/>
                    </a:cubicBezTo>
                    <a:cubicBezTo>
                      <a:pt x="181" y="28"/>
                      <a:pt x="181" y="28"/>
                      <a:pt x="181" y="28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22"/>
                      <a:pt x="0" y="51"/>
                      <a:pt x="4" y="7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6" name="Freeform 94">
                <a:extLst>
                  <a:ext uri="{FF2B5EF4-FFF2-40B4-BE49-F238E27FC236}">
                    <a16:creationId xmlns:a16="http://schemas.microsoft.com/office/drawing/2014/main" id="{F15D0496-2B5D-4060-8ACF-6725FE6F98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3" y="1066"/>
                <a:ext cx="318" cy="474"/>
              </a:xfrm>
              <a:custGeom>
                <a:avLst/>
                <a:gdLst>
                  <a:gd name="T0" fmla="*/ 40 w 218"/>
                  <a:gd name="T1" fmla="*/ 146 h 326"/>
                  <a:gd name="T2" fmla="*/ 42 w 218"/>
                  <a:gd name="T3" fmla="*/ 154 h 326"/>
                  <a:gd name="T4" fmla="*/ 50 w 218"/>
                  <a:gd name="T5" fmla="*/ 219 h 326"/>
                  <a:gd name="T6" fmla="*/ 50 w 218"/>
                  <a:gd name="T7" fmla="*/ 223 h 326"/>
                  <a:gd name="T8" fmla="*/ 50 w 218"/>
                  <a:gd name="T9" fmla="*/ 226 h 326"/>
                  <a:gd name="T10" fmla="*/ 53 w 218"/>
                  <a:gd name="T11" fmla="*/ 250 h 326"/>
                  <a:gd name="T12" fmla="*/ 76 w 218"/>
                  <a:gd name="T13" fmla="*/ 300 h 326"/>
                  <a:gd name="T14" fmla="*/ 125 w 218"/>
                  <a:gd name="T15" fmla="*/ 326 h 326"/>
                  <a:gd name="T16" fmla="*/ 146 w 218"/>
                  <a:gd name="T17" fmla="*/ 323 h 326"/>
                  <a:gd name="T18" fmla="*/ 186 w 218"/>
                  <a:gd name="T19" fmla="*/ 296 h 326"/>
                  <a:gd name="T20" fmla="*/ 214 w 218"/>
                  <a:gd name="T21" fmla="*/ 237 h 326"/>
                  <a:gd name="T22" fmla="*/ 218 w 218"/>
                  <a:gd name="T23" fmla="*/ 195 h 326"/>
                  <a:gd name="T24" fmla="*/ 218 w 218"/>
                  <a:gd name="T25" fmla="*/ 193 h 326"/>
                  <a:gd name="T26" fmla="*/ 218 w 218"/>
                  <a:gd name="T27" fmla="*/ 192 h 326"/>
                  <a:gd name="T28" fmla="*/ 180 w 218"/>
                  <a:gd name="T29" fmla="*/ 125 h 326"/>
                  <a:gd name="T30" fmla="*/ 180 w 218"/>
                  <a:gd name="T31" fmla="*/ 125 h 326"/>
                  <a:gd name="T32" fmla="*/ 189 w 218"/>
                  <a:gd name="T33" fmla="*/ 87 h 326"/>
                  <a:gd name="T34" fmla="*/ 182 w 218"/>
                  <a:gd name="T35" fmla="*/ 29 h 326"/>
                  <a:gd name="T36" fmla="*/ 141 w 218"/>
                  <a:gd name="T37" fmla="*/ 0 h 326"/>
                  <a:gd name="T38" fmla="*/ 15 w 218"/>
                  <a:gd name="T39" fmla="*/ 22 h 326"/>
                  <a:gd name="T40" fmla="*/ 14 w 218"/>
                  <a:gd name="T41" fmla="*/ 23 h 326"/>
                  <a:gd name="T42" fmla="*/ 7 w 218"/>
                  <a:gd name="T43" fmla="*/ 38 h 326"/>
                  <a:gd name="T44" fmla="*/ 0 w 218"/>
                  <a:gd name="T45" fmla="*/ 70 h 326"/>
                  <a:gd name="T46" fmla="*/ 1 w 218"/>
                  <a:gd name="T47" fmla="*/ 77 h 326"/>
                  <a:gd name="T48" fmla="*/ 5 w 218"/>
                  <a:gd name="T49" fmla="*/ 76 h 326"/>
                  <a:gd name="T50" fmla="*/ 4 w 218"/>
                  <a:gd name="T51" fmla="*/ 70 h 326"/>
                  <a:gd name="T52" fmla="*/ 11 w 218"/>
                  <a:gd name="T53" fmla="*/ 39 h 326"/>
                  <a:gd name="T54" fmla="*/ 16 w 218"/>
                  <a:gd name="T55" fmla="*/ 29 h 326"/>
                  <a:gd name="T56" fmla="*/ 17 w 218"/>
                  <a:gd name="T57" fmla="*/ 26 h 326"/>
                  <a:gd name="T58" fmla="*/ 18 w 218"/>
                  <a:gd name="T59" fmla="*/ 25 h 326"/>
                  <a:gd name="T60" fmla="*/ 16 w 218"/>
                  <a:gd name="T61" fmla="*/ 24 h 326"/>
                  <a:gd name="T62" fmla="*/ 16 w 218"/>
                  <a:gd name="T63" fmla="*/ 26 h 326"/>
                  <a:gd name="T64" fmla="*/ 140 w 218"/>
                  <a:gd name="T65" fmla="*/ 4 h 326"/>
                  <a:gd name="T66" fmla="*/ 178 w 218"/>
                  <a:gd name="T67" fmla="*/ 31 h 326"/>
                  <a:gd name="T68" fmla="*/ 185 w 218"/>
                  <a:gd name="T69" fmla="*/ 87 h 326"/>
                  <a:gd name="T70" fmla="*/ 175 w 218"/>
                  <a:gd name="T71" fmla="*/ 126 h 326"/>
                  <a:gd name="T72" fmla="*/ 176 w 218"/>
                  <a:gd name="T73" fmla="*/ 127 h 326"/>
                  <a:gd name="T74" fmla="*/ 214 w 218"/>
                  <a:gd name="T75" fmla="*/ 194 h 326"/>
                  <a:gd name="T76" fmla="*/ 216 w 218"/>
                  <a:gd name="T77" fmla="*/ 193 h 326"/>
                  <a:gd name="T78" fmla="*/ 214 w 218"/>
                  <a:gd name="T79" fmla="*/ 193 h 326"/>
                  <a:gd name="T80" fmla="*/ 214 w 218"/>
                  <a:gd name="T81" fmla="*/ 195 h 326"/>
                  <a:gd name="T82" fmla="*/ 204 w 218"/>
                  <a:gd name="T83" fmla="*/ 256 h 326"/>
                  <a:gd name="T84" fmla="*/ 183 w 218"/>
                  <a:gd name="T85" fmla="*/ 294 h 326"/>
                  <a:gd name="T86" fmla="*/ 145 w 218"/>
                  <a:gd name="T87" fmla="*/ 319 h 326"/>
                  <a:gd name="T88" fmla="*/ 125 w 218"/>
                  <a:gd name="T89" fmla="*/ 322 h 326"/>
                  <a:gd name="T90" fmla="*/ 91 w 218"/>
                  <a:gd name="T91" fmla="*/ 310 h 326"/>
                  <a:gd name="T92" fmla="*/ 62 w 218"/>
                  <a:gd name="T93" fmla="*/ 265 h 326"/>
                  <a:gd name="T94" fmla="*/ 54 w 218"/>
                  <a:gd name="T95" fmla="*/ 226 h 326"/>
                  <a:gd name="T96" fmla="*/ 54 w 218"/>
                  <a:gd name="T97" fmla="*/ 223 h 326"/>
                  <a:gd name="T98" fmla="*/ 54 w 218"/>
                  <a:gd name="T99" fmla="*/ 219 h 326"/>
                  <a:gd name="T100" fmla="*/ 49 w 218"/>
                  <a:gd name="T101" fmla="*/ 173 h 326"/>
                  <a:gd name="T102" fmla="*/ 44 w 218"/>
                  <a:gd name="T103" fmla="*/ 145 h 326"/>
                  <a:gd name="T104" fmla="*/ 40 w 218"/>
                  <a:gd name="T105" fmla="*/ 146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18" h="326">
                    <a:moveTo>
                      <a:pt x="40" y="146"/>
                    </a:moveTo>
                    <a:cubicBezTo>
                      <a:pt x="40" y="146"/>
                      <a:pt x="41" y="149"/>
                      <a:pt x="42" y="154"/>
                    </a:cubicBezTo>
                    <a:cubicBezTo>
                      <a:pt x="45" y="169"/>
                      <a:pt x="50" y="202"/>
                      <a:pt x="50" y="219"/>
                    </a:cubicBezTo>
                    <a:cubicBezTo>
                      <a:pt x="50" y="220"/>
                      <a:pt x="50" y="222"/>
                      <a:pt x="50" y="223"/>
                    </a:cubicBezTo>
                    <a:cubicBezTo>
                      <a:pt x="50" y="224"/>
                      <a:pt x="50" y="225"/>
                      <a:pt x="50" y="226"/>
                    </a:cubicBezTo>
                    <a:cubicBezTo>
                      <a:pt x="50" y="231"/>
                      <a:pt x="51" y="240"/>
                      <a:pt x="53" y="250"/>
                    </a:cubicBezTo>
                    <a:cubicBezTo>
                      <a:pt x="57" y="266"/>
                      <a:pt x="64" y="285"/>
                      <a:pt x="76" y="300"/>
                    </a:cubicBezTo>
                    <a:cubicBezTo>
                      <a:pt x="87" y="315"/>
                      <a:pt x="103" y="326"/>
                      <a:pt x="125" y="326"/>
                    </a:cubicBezTo>
                    <a:cubicBezTo>
                      <a:pt x="131" y="326"/>
                      <a:pt x="138" y="325"/>
                      <a:pt x="146" y="323"/>
                    </a:cubicBezTo>
                    <a:cubicBezTo>
                      <a:pt x="163" y="317"/>
                      <a:pt x="176" y="308"/>
                      <a:pt x="186" y="296"/>
                    </a:cubicBezTo>
                    <a:cubicBezTo>
                      <a:pt x="202" y="279"/>
                      <a:pt x="209" y="256"/>
                      <a:pt x="214" y="237"/>
                    </a:cubicBezTo>
                    <a:cubicBezTo>
                      <a:pt x="218" y="218"/>
                      <a:pt x="218" y="201"/>
                      <a:pt x="218" y="195"/>
                    </a:cubicBezTo>
                    <a:cubicBezTo>
                      <a:pt x="218" y="193"/>
                      <a:pt x="218" y="193"/>
                      <a:pt x="218" y="193"/>
                    </a:cubicBezTo>
                    <a:cubicBezTo>
                      <a:pt x="218" y="192"/>
                      <a:pt x="218" y="192"/>
                      <a:pt x="218" y="192"/>
                    </a:cubicBezTo>
                    <a:cubicBezTo>
                      <a:pt x="180" y="125"/>
                      <a:pt x="180" y="125"/>
                      <a:pt x="180" y="125"/>
                    </a:cubicBezTo>
                    <a:cubicBezTo>
                      <a:pt x="180" y="125"/>
                      <a:pt x="180" y="125"/>
                      <a:pt x="180" y="125"/>
                    </a:cubicBezTo>
                    <a:cubicBezTo>
                      <a:pt x="189" y="87"/>
                      <a:pt x="189" y="87"/>
                      <a:pt x="189" y="87"/>
                    </a:cubicBezTo>
                    <a:cubicBezTo>
                      <a:pt x="182" y="29"/>
                      <a:pt x="182" y="29"/>
                      <a:pt x="182" y="29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4" y="23"/>
                      <a:pt x="14" y="23"/>
                      <a:pt x="14" y="23"/>
                    </a:cubicBezTo>
                    <a:cubicBezTo>
                      <a:pt x="14" y="23"/>
                      <a:pt x="11" y="29"/>
                      <a:pt x="7" y="38"/>
                    </a:cubicBezTo>
                    <a:cubicBezTo>
                      <a:pt x="4" y="47"/>
                      <a:pt x="0" y="58"/>
                      <a:pt x="0" y="70"/>
                    </a:cubicBezTo>
                    <a:cubicBezTo>
                      <a:pt x="0" y="72"/>
                      <a:pt x="0" y="75"/>
                      <a:pt x="1" y="77"/>
                    </a:cubicBezTo>
                    <a:cubicBezTo>
                      <a:pt x="5" y="76"/>
                      <a:pt x="5" y="76"/>
                      <a:pt x="5" y="76"/>
                    </a:cubicBezTo>
                    <a:cubicBezTo>
                      <a:pt x="4" y="74"/>
                      <a:pt x="4" y="72"/>
                      <a:pt x="4" y="70"/>
                    </a:cubicBezTo>
                    <a:cubicBezTo>
                      <a:pt x="4" y="59"/>
                      <a:pt x="8" y="48"/>
                      <a:pt x="11" y="39"/>
                    </a:cubicBezTo>
                    <a:cubicBezTo>
                      <a:pt x="13" y="35"/>
                      <a:pt x="14" y="31"/>
                      <a:pt x="16" y="29"/>
                    </a:cubicBezTo>
                    <a:cubicBezTo>
                      <a:pt x="16" y="28"/>
                      <a:pt x="17" y="27"/>
                      <a:pt x="17" y="26"/>
                    </a:cubicBezTo>
                    <a:cubicBezTo>
                      <a:pt x="17" y="25"/>
                      <a:pt x="18" y="25"/>
                      <a:pt x="18" y="25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40" y="4"/>
                      <a:pt x="140" y="4"/>
                      <a:pt x="140" y="4"/>
                    </a:cubicBezTo>
                    <a:cubicBezTo>
                      <a:pt x="178" y="31"/>
                      <a:pt x="178" y="31"/>
                      <a:pt x="178" y="31"/>
                    </a:cubicBezTo>
                    <a:cubicBezTo>
                      <a:pt x="185" y="87"/>
                      <a:pt x="185" y="87"/>
                      <a:pt x="185" y="87"/>
                    </a:cubicBezTo>
                    <a:cubicBezTo>
                      <a:pt x="175" y="126"/>
                      <a:pt x="175" y="126"/>
                      <a:pt x="175" y="126"/>
                    </a:cubicBezTo>
                    <a:cubicBezTo>
                      <a:pt x="176" y="127"/>
                      <a:pt x="176" y="127"/>
                      <a:pt x="176" y="127"/>
                    </a:cubicBezTo>
                    <a:cubicBezTo>
                      <a:pt x="214" y="194"/>
                      <a:pt x="214" y="194"/>
                      <a:pt x="214" y="194"/>
                    </a:cubicBezTo>
                    <a:cubicBezTo>
                      <a:pt x="216" y="193"/>
                      <a:pt x="216" y="193"/>
                      <a:pt x="216" y="193"/>
                    </a:cubicBezTo>
                    <a:cubicBezTo>
                      <a:pt x="214" y="193"/>
                      <a:pt x="214" y="193"/>
                      <a:pt x="214" y="193"/>
                    </a:cubicBezTo>
                    <a:cubicBezTo>
                      <a:pt x="214" y="193"/>
                      <a:pt x="214" y="194"/>
                      <a:pt x="214" y="195"/>
                    </a:cubicBezTo>
                    <a:cubicBezTo>
                      <a:pt x="214" y="203"/>
                      <a:pt x="213" y="229"/>
                      <a:pt x="204" y="256"/>
                    </a:cubicBezTo>
                    <a:cubicBezTo>
                      <a:pt x="200" y="269"/>
                      <a:pt x="193" y="282"/>
                      <a:pt x="183" y="294"/>
                    </a:cubicBezTo>
                    <a:cubicBezTo>
                      <a:pt x="174" y="305"/>
                      <a:pt x="161" y="314"/>
                      <a:pt x="145" y="319"/>
                    </a:cubicBezTo>
                    <a:cubicBezTo>
                      <a:pt x="137" y="321"/>
                      <a:pt x="131" y="322"/>
                      <a:pt x="125" y="322"/>
                    </a:cubicBezTo>
                    <a:cubicBezTo>
                      <a:pt x="111" y="322"/>
                      <a:pt x="100" y="317"/>
                      <a:pt x="91" y="310"/>
                    </a:cubicBezTo>
                    <a:cubicBezTo>
                      <a:pt x="77" y="299"/>
                      <a:pt x="68" y="282"/>
                      <a:pt x="62" y="265"/>
                    </a:cubicBezTo>
                    <a:cubicBezTo>
                      <a:pt x="56" y="249"/>
                      <a:pt x="54" y="233"/>
                      <a:pt x="54" y="226"/>
                    </a:cubicBezTo>
                    <a:cubicBezTo>
                      <a:pt x="54" y="225"/>
                      <a:pt x="54" y="224"/>
                      <a:pt x="54" y="223"/>
                    </a:cubicBezTo>
                    <a:cubicBezTo>
                      <a:pt x="54" y="222"/>
                      <a:pt x="54" y="220"/>
                      <a:pt x="54" y="219"/>
                    </a:cubicBezTo>
                    <a:cubicBezTo>
                      <a:pt x="54" y="207"/>
                      <a:pt x="52" y="189"/>
                      <a:pt x="49" y="173"/>
                    </a:cubicBezTo>
                    <a:cubicBezTo>
                      <a:pt x="47" y="158"/>
                      <a:pt x="44" y="145"/>
                      <a:pt x="44" y="145"/>
                    </a:cubicBezTo>
                    <a:cubicBezTo>
                      <a:pt x="40" y="146"/>
                      <a:pt x="40" y="146"/>
                      <a:pt x="40" y="146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7" name="Freeform 95">
                <a:extLst>
                  <a:ext uri="{FF2B5EF4-FFF2-40B4-BE49-F238E27FC236}">
                    <a16:creationId xmlns:a16="http://schemas.microsoft.com/office/drawing/2014/main" id="{95DFCF20-BEFB-4654-980B-7980DFB2B1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4" y="958"/>
                <a:ext cx="320" cy="291"/>
              </a:xfrm>
              <a:custGeom>
                <a:avLst/>
                <a:gdLst>
                  <a:gd name="T0" fmla="*/ 205 w 220"/>
                  <a:gd name="T1" fmla="*/ 200 h 200"/>
                  <a:gd name="T2" fmla="*/ 203 w 220"/>
                  <a:gd name="T3" fmla="*/ 121 h 200"/>
                  <a:gd name="T4" fmla="*/ 191 w 220"/>
                  <a:gd name="T5" fmla="*/ 160 h 200"/>
                  <a:gd name="T6" fmla="*/ 179 w 220"/>
                  <a:gd name="T7" fmla="*/ 164 h 200"/>
                  <a:gd name="T8" fmla="*/ 173 w 220"/>
                  <a:gd name="T9" fmla="*/ 115 h 200"/>
                  <a:gd name="T10" fmla="*/ 98 w 220"/>
                  <a:gd name="T11" fmla="*/ 107 h 200"/>
                  <a:gd name="T12" fmla="*/ 27 w 220"/>
                  <a:gd name="T13" fmla="*/ 115 h 200"/>
                  <a:gd name="T14" fmla="*/ 100 w 220"/>
                  <a:gd name="T15" fmla="*/ 9 h 200"/>
                  <a:gd name="T16" fmla="*/ 220 w 220"/>
                  <a:gd name="T17" fmla="*/ 141 h 200"/>
                  <a:gd name="T18" fmla="*/ 214 w 220"/>
                  <a:gd name="T19" fmla="*/ 183 h 200"/>
                  <a:gd name="T20" fmla="*/ 205 w 220"/>
                  <a:gd name="T21" fmla="*/ 200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20" h="200">
                    <a:moveTo>
                      <a:pt x="205" y="200"/>
                    </a:moveTo>
                    <a:cubicBezTo>
                      <a:pt x="205" y="200"/>
                      <a:pt x="213" y="141"/>
                      <a:pt x="203" y="121"/>
                    </a:cubicBezTo>
                    <a:cubicBezTo>
                      <a:pt x="193" y="102"/>
                      <a:pt x="191" y="160"/>
                      <a:pt x="191" y="160"/>
                    </a:cubicBezTo>
                    <a:cubicBezTo>
                      <a:pt x="179" y="164"/>
                      <a:pt x="179" y="164"/>
                      <a:pt x="179" y="164"/>
                    </a:cubicBezTo>
                    <a:cubicBezTo>
                      <a:pt x="179" y="164"/>
                      <a:pt x="177" y="135"/>
                      <a:pt x="173" y="115"/>
                    </a:cubicBezTo>
                    <a:cubicBezTo>
                      <a:pt x="169" y="95"/>
                      <a:pt x="98" y="107"/>
                      <a:pt x="98" y="107"/>
                    </a:cubicBezTo>
                    <a:cubicBezTo>
                      <a:pt x="27" y="115"/>
                      <a:pt x="27" y="115"/>
                      <a:pt x="27" y="115"/>
                    </a:cubicBezTo>
                    <a:cubicBezTo>
                      <a:pt x="27" y="115"/>
                      <a:pt x="0" y="18"/>
                      <a:pt x="100" y="9"/>
                    </a:cubicBezTo>
                    <a:cubicBezTo>
                      <a:pt x="200" y="0"/>
                      <a:pt x="220" y="109"/>
                      <a:pt x="220" y="141"/>
                    </a:cubicBezTo>
                    <a:cubicBezTo>
                      <a:pt x="220" y="173"/>
                      <a:pt x="214" y="183"/>
                      <a:pt x="214" y="183"/>
                    </a:cubicBezTo>
                    <a:lnTo>
                      <a:pt x="205" y="2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8" name="Freeform 96">
                <a:extLst>
                  <a:ext uri="{FF2B5EF4-FFF2-40B4-BE49-F238E27FC236}">
                    <a16:creationId xmlns:a16="http://schemas.microsoft.com/office/drawing/2014/main" id="{5815E65C-AC66-4DF5-98C8-3CB010A1B6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7" y="1258"/>
                <a:ext cx="174" cy="320"/>
              </a:xfrm>
              <a:custGeom>
                <a:avLst/>
                <a:gdLst>
                  <a:gd name="T0" fmla="*/ 41 w 119"/>
                  <a:gd name="T1" fmla="*/ 11 h 220"/>
                  <a:gd name="T2" fmla="*/ 0 w 119"/>
                  <a:gd name="T3" fmla="*/ 177 h 220"/>
                  <a:gd name="T4" fmla="*/ 24 w 119"/>
                  <a:gd name="T5" fmla="*/ 220 h 220"/>
                  <a:gd name="T6" fmla="*/ 82 w 119"/>
                  <a:gd name="T7" fmla="*/ 32 h 220"/>
                  <a:gd name="T8" fmla="*/ 41 w 119"/>
                  <a:gd name="T9" fmla="*/ 11 h 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220">
                    <a:moveTo>
                      <a:pt x="41" y="11"/>
                    </a:moveTo>
                    <a:cubicBezTo>
                      <a:pt x="51" y="8"/>
                      <a:pt x="95" y="95"/>
                      <a:pt x="0" y="177"/>
                    </a:cubicBezTo>
                    <a:cubicBezTo>
                      <a:pt x="0" y="177"/>
                      <a:pt x="17" y="200"/>
                      <a:pt x="24" y="220"/>
                    </a:cubicBezTo>
                    <a:cubicBezTo>
                      <a:pt x="31" y="215"/>
                      <a:pt x="119" y="142"/>
                      <a:pt x="82" y="32"/>
                    </a:cubicBezTo>
                    <a:cubicBezTo>
                      <a:pt x="82" y="32"/>
                      <a:pt x="59" y="0"/>
                      <a:pt x="41" y="1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9" name="Freeform 97">
                <a:extLst>
                  <a:ext uri="{FF2B5EF4-FFF2-40B4-BE49-F238E27FC236}">
                    <a16:creationId xmlns:a16="http://schemas.microsoft.com/office/drawing/2014/main" id="{F74E287A-95E8-4E4C-822D-9AE237BA06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5" y="1268"/>
                <a:ext cx="138" cy="313"/>
              </a:xfrm>
              <a:custGeom>
                <a:avLst/>
                <a:gdLst>
                  <a:gd name="T0" fmla="*/ 43 w 95"/>
                  <a:gd name="T1" fmla="*/ 4 h 215"/>
                  <a:gd name="T2" fmla="*/ 44 w 95"/>
                  <a:gd name="T3" fmla="*/ 6 h 215"/>
                  <a:gd name="T4" fmla="*/ 44 w 95"/>
                  <a:gd name="T5" fmla="*/ 6 h 215"/>
                  <a:gd name="T6" fmla="*/ 44 w 95"/>
                  <a:gd name="T7" fmla="*/ 6 h 215"/>
                  <a:gd name="T8" fmla="*/ 44 w 95"/>
                  <a:gd name="T9" fmla="*/ 6 h 215"/>
                  <a:gd name="T10" fmla="*/ 44 w 95"/>
                  <a:gd name="T11" fmla="*/ 6 h 215"/>
                  <a:gd name="T12" fmla="*/ 44 w 95"/>
                  <a:gd name="T13" fmla="*/ 6 h 215"/>
                  <a:gd name="T14" fmla="*/ 44 w 95"/>
                  <a:gd name="T15" fmla="*/ 6 h 215"/>
                  <a:gd name="T16" fmla="*/ 45 w 95"/>
                  <a:gd name="T17" fmla="*/ 7 h 215"/>
                  <a:gd name="T18" fmla="*/ 49 w 95"/>
                  <a:gd name="T19" fmla="*/ 12 h 215"/>
                  <a:gd name="T20" fmla="*/ 60 w 95"/>
                  <a:gd name="T21" fmla="*/ 56 h 215"/>
                  <a:gd name="T22" fmla="*/ 1 w 95"/>
                  <a:gd name="T23" fmla="*/ 169 h 215"/>
                  <a:gd name="T24" fmla="*/ 1 w 95"/>
                  <a:gd name="T25" fmla="*/ 171 h 215"/>
                  <a:gd name="T26" fmla="*/ 1 w 95"/>
                  <a:gd name="T27" fmla="*/ 172 h 215"/>
                  <a:gd name="T28" fmla="*/ 24 w 95"/>
                  <a:gd name="T29" fmla="*/ 214 h 215"/>
                  <a:gd name="T30" fmla="*/ 25 w 95"/>
                  <a:gd name="T31" fmla="*/ 215 h 215"/>
                  <a:gd name="T32" fmla="*/ 27 w 95"/>
                  <a:gd name="T33" fmla="*/ 215 h 215"/>
                  <a:gd name="T34" fmla="*/ 32 w 95"/>
                  <a:gd name="T35" fmla="*/ 211 h 215"/>
                  <a:gd name="T36" fmla="*/ 69 w 95"/>
                  <a:gd name="T37" fmla="*/ 166 h 215"/>
                  <a:gd name="T38" fmla="*/ 95 w 95"/>
                  <a:gd name="T39" fmla="*/ 79 h 215"/>
                  <a:gd name="T40" fmla="*/ 86 w 95"/>
                  <a:gd name="T41" fmla="*/ 24 h 215"/>
                  <a:gd name="T42" fmla="*/ 86 w 95"/>
                  <a:gd name="T43" fmla="*/ 24 h 215"/>
                  <a:gd name="T44" fmla="*/ 75 w 95"/>
                  <a:gd name="T45" fmla="*/ 12 h 215"/>
                  <a:gd name="T46" fmla="*/ 51 w 95"/>
                  <a:gd name="T47" fmla="*/ 0 h 215"/>
                  <a:gd name="T48" fmla="*/ 42 w 95"/>
                  <a:gd name="T49" fmla="*/ 3 h 215"/>
                  <a:gd name="T50" fmla="*/ 41 w 95"/>
                  <a:gd name="T51" fmla="*/ 5 h 215"/>
                  <a:gd name="T52" fmla="*/ 44 w 95"/>
                  <a:gd name="T53" fmla="*/ 6 h 215"/>
                  <a:gd name="T54" fmla="*/ 43 w 95"/>
                  <a:gd name="T55" fmla="*/ 4 h 215"/>
                  <a:gd name="T56" fmla="*/ 44 w 95"/>
                  <a:gd name="T57" fmla="*/ 6 h 215"/>
                  <a:gd name="T58" fmla="*/ 51 w 95"/>
                  <a:gd name="T59" fmla="*/ 4 h 215"/>
                  <a:gd name="T60" fmla="*/ 72 w 95"/>
                  <a:gd name="T61" fmla="*/ 15 h 215"/>
                  <a:gd name="T62" fmla="*/ 80 w 95"/>
                  <a:gd name="T63" fmla="*/ 23 h 215"/>
                  <a:gd name="T64" fmla="*/ 82 w 95"/>
                  <a:gd name="T65" fmla="*/ 25 h 215"/>
                  <a:gd name="T66" fmla="*/ 82 w 95"/>
                  <a:gd name="T67" fmla="*/ 26 h 215"/>
                  <a:gd name="T68" fmla="*/ 83 w 95"/>
                  <a:gd name="T69" fmla="*/ 26 h 215"/>
                  <a:gd name="T70" fmla="*/ 84 w 95"/>
                  <a:gd name="T71" fmla="*/ 25 h 215"/>
                  <a:gd name="T72" fmla="*/ 82 w 95"/>
                  <a:gd name="T73" fmla="*/ 26 h 215"/>
                  <a:gd name="T74" fmla="*/ 91 w 95"/>
                  <a:gd name="T75" fmla="*/ 79 h 215"/>
                  <a:gd name="T76" fmla="*/ 60 w 95"/>
                  <a:gd name="T77" fmla="*/ 173 h 215"/>
                  <a:gd name="T78" fmla="*/ 38 w 95"/>
                  <a:gd name="T79" fmla="*/ 200 h 215"/>
                  <a:gd name="T80" fmla="*/ 29 w 95"/>
                  <a:gd name="T81" fmla="*/ 208 h 215"/>
                  <a:gd name="T82" fmla="*/ 25 w 95"/>
                  <a:gd name="T83" fmla="*/ 211 h 215"/>
                  <a:gd name="T84" fmla="*/ 26 w 95"/>
                  <a:gd name="T85" fmla="*/ 213 h 215"/>
                  <a:gd name="T86" fmla="*/ 28 w 95"/>
                  <a:gd name="T87" fmla="*/ 212 h 215"/>
                  <a:gd name="T88" fmla="*/ 4 w 95"/>
                  <a:gd name="T89" fmla="*/ 169 h 215"/>
                  <a:gd name="T90" fmla="*/ 2 w 95"/>
                  <a:gd name="T91" fmla="*/ 170 h 215"/>
                  <a:gd name="T92" fmla="*/ 4 w 95"/>
                  <a:gd name="T93" fmla="*/ 172 h 215"/>
                  <a:gd name="T94" fmla="*/ 64 w 95"/>
                  <a:gd name="T95" fmla="*/ 56 h 215"/>
                  <a:gd name="T96" fmla="*/ 57 w 95"/>
                  <a:gd name="T97" fmla="*/ 18 h 215"/>
                  <a:gd name="T98" fmla="*/ 50 w 95"/>
                  <a:gd name="T99" fmla="*/ 7 h 215"/>
                  <a:gd name="T100" fmla="*/ 47 w 95"/>
                  <a:gd name="T101" fmla="*/ 4 h 215"/>
                  <a:gd name="T102" fmla="*/ 44 w 95"/>
                  <a:gd name="T103" fmla="*/ 2 h 215"/>
                  <a:gd name="T104" fmla="*/ 42 w 95"/>
                  <a:gd name="T105" fmla="*/ 3 h 215"/>
                  <a:gd name="T106" fmla="*/ 43 w 95"/>
                  <a:gd name="T107" fmla="*/ 4 h 215"/>
                  <a:gd name="T108" fmla="*/ 44 w 95"/>
                  <a:gd name="T109" fmla="*/ 6 h 215"/>
                  <a:gd name="T110" fmla="*/ 43 w 95"/>
                  <a:gd name="T111" fmla="*/ 4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95" h="215">
                    <a:moveTo>
                      <a:pt x="43" y="4"/>
                    </a:moveTo>
                    <a:cubicBezTo>
                      <a:pt x="44" y="6"/>
                      <a:pt x="44" y="6"/>
                      <a:pt x="44" y="6"/>
                    </a:cubicBezTo>
                    <a:cubicBezTo>
                      <a:pt x="44" y="6"/>
                      <a:pt x="44" y="6"/>
                      <a:pt x="44" y="6"/>
                    </a:cubicBezTo>
                    <a:cubicBezTo>
                      <a:pt x="44" y="6"/>
                      <a:pt x="44" y="6"/>
                      <a:pt x="44" y="6"/>
                    </a:cubicBezTo>
                    <a:cubicBezTo>
                      <a:pt x="44" y="6"/>
                      <a:pt x="44" y="6"/>
                      <a:pt x="44" y="6"/>
                    </a:cubicBezTo>
                    <a:cubicBezTo>
                      <a:pt x="44" y="6"/>
                      <a:pt x="44" y="6"/>
                      <a:pt x="44" y="6"/>
                    </a:cubicBezTo>
                    <a:cubicBezTo>
                      <a:pt x="44" y="6"/>
                      <a:pt x="44" y="6"/>
                      <a:pt x="44" y="6"/>
                    </a:cubicBezTo>
                    <a:cubicBezTo>
                      <a:pt x="44" y="6"/>
                      <a:pt x="44" y="6"/>
                      <a:pt x="44" y="6"/>
                    </a:cubicBezTo>
                    <a:cubicBezTo>
                      <a:pt x="44" y="6"/>
                      <a:pt x="44" y="6"/>
                      <a:pt x="45" y="7"/>
                    </a:cubicBezTo>
                    <a:cubicBezTo>
                      <a:pt x="46" y="8"/>
                      <a:pt x="48" y="10"/>
                      <a:pt x="49" y="12"/>
                    </a:cubicBezTo>
                    <a:cubicBezTo>
                      <a:pt x="55" y="21"/>
                      <a:pt x="60" y="36"/>
                      <a:pt x="60" y="56"/>
                    </a:cubicBezTo>
                    <a:cubicBezTo>
                      <a:pt x="60" y="87"/>
                      <a:pt x="47" y="128"/>
                      <a:pt x="1" y="169"/>
                    </a:cubicBezTo>
                    <a:cubicBezTo>
                      <a:pt x="0" y="169"/>
                      <a:pt x="0" y="171"/>
                      <a:pt x="1" y="171"/>
                    </a:cubicBezTo>
                    <a:cubicBezTo>
                      <a:pt x="1" y="171"/>
                      <a:pt x="1" y="172"/>
                      <a:pt x="1" y="172"/>
                    </a:cubicBezTo>
                    <a:cubicBezTo>
                      <a:pt x="5" y="177"/>
                      <a:pt x="18" y="196"/>
                      <a:pt x="24" y="214"/>
                    </a:cubicBezTo>
                    <a:cubicBezTo>
                      <a:pt x="24" y="214"/>
                      <a:pt x="25" y="215"/>
                      <a:pt x="25" y="215"/>
                    </a:cubicBezTo>
                    <a:cubicBezTo>
                      <a:pt x="26" y="215"/>
                      <a:pt x="27" y="215"/>
                      <a:pt x="27" y="215"/>
                    </a:cubicBezTo>
                    <a:cubicBezTo>
                      <a:pt x="28" y="214"/>
                      <a:pt x="30" y="213"/>
                      <a:pt x="32" y="211"/>
                    </a:cubicBezTo>
                    <a:cubicBezTo>
                      <a:pt x="40" y="204"/>
                      <a:pt x="56" y="189"/>
                      <a:pt x="69" y="166"/>
                    </a:cubicBezTo>
                    <a:cubicBezTo>
                      <a:pt x="83" y="144"/>
                      <a:pt x="95" y="114"/>
                      <a:pt x="95" y="79"/>
                    </a:cubicBezTo>
                    <a:cubicBezTo>
                      <a:pt x="95" y="62"/>
                      <a:pt x="92" y="44"/>
                      <a:pt x="86" y="24"/>
                    </a:cubicBezTo>
                    <a:cubicBezTo>
                      <a:pt x="86" y="24"/>
                      <a:pt x="86" y="24"/>
                      <a:pt x="86" y="24"/>
                    </a:cubicBezTo>
                    <a:cubicBezTo>
                      <a:pt x="86" y="24"/>
                      <a:pt x="81" y="18"/>
                      <a:pt x="75" y="12"/>
                    </a:cubicBezTo>
                    <a:cubicBezTo>
                      <a:pt x="69" y="6"/>
                      <a:pt x="60" y="0"/>
                      <a:pt x="51" y="0"/>
                    </a:cubicBezTo>
                    <a:cubicBezTo>
                      <a:pt x="48" y="0"/>
                      <a:pt x="45" y="1"/>
                      <a:pt x="42" y="3"/>
                    </a:cubicBezTo>
                    <a:cubicBezTo>
                      <a:pt x="41" y="3"/>
                      <a:pt x="41" y="4"/>
                      <a:pt x="41" y="5"/>
                    </a:cubicBezTo>
                    <a:cubicBezTo>
                      <a:pt x="42" y="6"/>
                      <a:pt x="43" y="7"/>
                      <a:pt x="44" y="6"/>
                    </a:cubicBezTo>
                    <a:cubicBezTo>
                      <a:pt x="43" y="4"/>
                      <a:pt x="43" y="4"/>
                      <a:pt x="43" y="4"/>
                    </a:cubicBezTo>
                    <a:cubicBezTo>
                      <a:pt x="44" y="6"/>
                      <a:pt x="44" y="6"/>
                      <a:pt x="44" y="6"/>
                    </a:cubicBezTo>
                    <a:cubicBezTo>
                      <a:pt x="46" y="5"/>
                      <a:pt x="49" y="4"/>
                      <a:pt x="51" y="4"/>
                    </a:cubicBezTo>
                    <a:cubicBezTo>
                      <a:pt x="58" y="4"/>
                      <a:pt x="66" y="9"/>
                      <a:pt x="72" y="15"/>
                    </a:cubicBezTo>
                    <a:cubicBezTo>
                      <a:pt x="75" y="18"/>
                      <a:pt x="78" y="21"/>
                      <a:pt x="80" y="23"/>
                    </a:cubicBezTo>
                    <a:cubicBezTo>
                      <a:pt x="81" y="24"/>
                      <a:pt x="81" y="25"/>
                      <a:pt x="82" y="25"/>
                    </a:cubicBezTo>
                    <a:cubicBezTo>
                      <a:pt x="82" y="26"/>
                      <a:pt x="82" y="26"/>
                      <a:pt x="82" y="26"/>
                    </a:cubicBezTo>
                    <a:cubicBezTo>
                      <a:pt x="83" y="26"/>
                      <a:pt x="83" y="26"/>
                      <a:pt x="83" y="26"/>
                    </a:cubicBezTo>
                    <a:cubicBezTo>
                      <a:pt x="84" y="25"/>
                      <a:pt x="84" y="25"/>
                      <a:pt x="84" y="25"/>
                    </a:cubicBezTo>
                    <a:cubicBezTo>
                      <a:pt x="82" y="26"/>
                      <a:pt x="82" y="26"/>
                      <a:pt x="82" y="26"/>
                    </a:cubicBezTo>
                    <a:cubicBezTo>
                      <a:pt x="89" y="45"/>
                      <a:pt x="91" y="62"/>
                      <a:pt x="91" y="79"/>
                    </a:cubicBezTo>
                    <a:cubicBezTo>
                      <a:pt x="91" y="118"/>
                      <a:pt x="76" y="150"/>
                      <a:pt x="60" y="173"/>
                    </a:cubicBezTo>
                    <a:cubicBezTo>
                      <a:pt x="52" y="185"/>
                      <a:pt x="44" y="194"/>
                      <a:pt x="38" y="200"/>
                    </a:cubicBezTo>
                    <a:cubicBezTo>
                      <a:pt x="34" y="203"/>
                      <a:pt x="31" y="206"/>
                      <a:pt x="29" y="208"/>
                    </a:cubicBezTo>
                    <a:cubicBezTo>
                      <a:pt x="27" y="210"/>
                      <a:pt x="25" y="211"/>
                      <a:pt x="25" y="211"/>
                    </a:cubicBezTo>
                    <a:cubicBezTo>
                      <a:pt x="26" y="213"/>
                      <a:pt x="26" y="213"/>
                      <a:pt x="26" y="213"/>
                    </a:cubicBezTo>
                    <a:cubicBezTo>
                      <a:pt x="28" y="212"/>
                      <a:pt x="28" y="212"/>
                      <a:pt x="28" y="212"/>
                    </a:cubicBezTo>
                    <a:cubicBezTo>
                      <a:pt x="21" y="192"/>
                      <a:pt x="4" y="169"/>
                      <a:pt x="4" y="169"/>
                    </a:cubicBezTo>
                    <a:cubicBezTo>
                      <a:pt x="2" y="170"/>
                      <a:pt x="2" y="170"/>
                      <a:pt x="2" y="170"/>
                    </a:cubicBezTo>
                    <a:cubicBezTo>
                      <a:pt x="4" y="172"/>
                      <a:pt x="4" y="172"/>
                      <a:pt x="4" y="172"/>
                    </a:cubicBezTo>
                    <a:cubicBezTo>
                      <a:pt x="51" y="131"/>
                      <a:pt x="64" y="88"/>
                      <a:pt x="64" y="56"/>
                    </a:cubicBezTo>
                    <a:cubicBezTo>
                      <a:pt x="64" y="41"/>
                      <a:pt x="61" y="27"/>
                      <a:pt x="57" y="18"/>
                    </a:cubicBezTo>
                    <a:cubicBezTo>
                      <a:pt x="55" y="13"/>
                      <a:pt x="53" y="10"/>
                      <a:pt x="50" y="7"/>
                    </a:cubicBezTo>
                    <a:cubicBezTo>
                      <a:pt x="49" y="6"/>
                      <a:pt x="48" y="4"/>
                      <a:pt x="47" y="4"/>
                    </a:cubicBezTo>
                    <a:cubicBezTo>
                      <a:pt x="46" y="3"/>
                      <a:pt x="45" y="2"/>
                      <a:pt x="44" y="2"/>
                    </a:cubicBezTo>
                    <a:cubicBezTo>
                      <a:pt x="43" y="2"/>
                      <a:pt x="43" y="2"/>
                      <a:pt x="42" y="3"/>
                    </a:cubicBezTo>
                    <a:cubicBezTo>
                      <a:pt x="43" y="4"/>
                      <a:pt x="43" y="4"/>
                      <a:pt x="43" y="4"/>
                    </a:cubicBezTo>
                    <a:cubicBezTo>
                      <a:pt x="44" y="6"/>
                      <a:pt x="44" y="6"/>
                      <a:pt x="44" y="6"/>
                    </a:cubicBezTo>
                    <a:lnTo>
                      <a:pt x="43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0" name="Freeform 98">
                <a:extLst>
                  <a:ext uri="{FF2B5EF4-FFF2-40B4-BE49-F238E27FC236}">
                    <a16:creationId xmlns:a16="http://schemas.microsoft.com/office/drawing/2014/main" id="{A6E2B7B7-006C-4224-AE49-B66E406114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6" y="1345"/>
                <a:ext cx="171" cy="243"/>
              </a:xfrm>
              <a:custGeom>
                <a:avLst/>
                <a:gdLst>
                  <a:gd name="T0" fmla="*/ 118 w 118"/>
                  <a:gd name="T1" fmla="*/ 117 h 167"/>
                  <a:gd name="T2" fmla="*/ 113 w 118"/>
                  <a:gd name="T3" fmla="*/ 167 h 167"/>
                  <a:gd name="T4" fmla="*/ 7 w 118"/>
                  <a:gd name="T5" fmla="*/ 37 h 167"/>
                  <a:gd name="T6" fmla="*/ 15 w 118"/>
                  <a:gd name="T7" fmla="*/ 14 h 167"/>
                  <a:gd name="T8" fmla="*/ 23 w 118"/>
                  <a:gd name="T9" fmla="*/ 20 h 167"/>
                  <a:gd name="T10" fmla="*/ 118 w 118"/>
                  <a:gd name="T11" fmla="*/ 117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8" h="167">
                    <a:moveTo>
                      <a:pt x="118" y="117"/>
                    </a:moveTo>
                    <a:cubicBezTo>
                      <a:pt x="118" y="117"/>
                      <a:pt x="112" y="138"/>
                      <a:pt x="113" y="167"/>
                    </a:cubicBezTo>
                    <a:cubicBezTo>
                      <a:pt x="113" y="167"/>
                      <a:pt x="0" y="121"/>
                      <a:pt x="7" y="37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5" y="14"/>
                      <a:pt x="27" y="0"/>
                      <a:pt x="23" y="20"/>
                    </a:cubicBezTo>
                    <a:cubicBezTo>
                      <a:pt x="19" y="40"/>
                      <a:pt x="45" y="92"/>
                      <a:pt x="118" y="11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1" name="Freeform 99">
                <a:extLst>
                  <a:ext uri="{FF2B5EF4-FFF2-40B4-BE49-F238E27FC236}">
                    <a16:creationId xmlns:a16="http://schemas.microsoft.com/office/drawing/2014/main" id="{81E54477-876E-4B01-A935-3C6D217D81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1" y="1355"/>
                <a:ext cx="171" cy="238"/>
              </a:xfrm>
              <a:custGeom>
                <a:avLst/>
                <a:gdLst>
                  <a:gd name="T0" fmla="*/ 112 w 117"/>
                  <a:gd name="T1" fmla="*/ 110 h 163"/>
                  <a:gd name="T2" fmla="*/ 107 w 117"/>
                  <a:gd name="T3" fmla="*/ 160 h 163"/>
                  <a:gd name="T4" fmla="*/ 110 w 117"/>
                  <a:gd name="T5" fmla="*/ 158 h 163"/>
                  <a:gd name="T6" fmla="*/ 52 w 117"/>
                  <a:gd name="T7" fmla="*/ 123 h 163"/>
                  <a:gd name="T8" fmla="*/ 4 w 117"/>
                  <a:gd name="T9" fmla="*/ 37 h 163"/>
                  <a:gd name="T10" fmla="*/ 3 w 117"/>
                  <a:gd name="T11" fmla="*/ 30 h 163"/>
                  <a:gd name="T12" fmla="*/ 13 w 117"/>
                  <a:gd name="T13" fmla="*/ 8 h 163"/>
                  <a:gd name="T14" fmla="*/ 12 w 117"/>
                  <a:gd name="T15" fmla="*/ 8 h 163"/>
                  <a:gd name="T16" fmla="*/ 15 w 117"/>
                  <a:gd name="T17" fmla="*/ 6 h 163"/>
                  <a:gd name="T18" fmla="*/ 18 w 117"/>
                  <a:gd name="T19" fmla="*/ 4 h 163"/>
                  <a:gd name="T20" fmla="*/ 17 w 117"/>
                  <a:gd name="T21" fmla="*/ 4 h 163"/>
                  <a:gd name="T22" fmla="*/ 18 w 117"/>
                  <a:gd name="T23" fmla="*/ 4 h 163"/>
                  <a:gd name="T24" fmla="*/ 18 w 117"/>
                  <a:gd name="T25" fmla="*/ 4 h 163"/>
                  <a:gd name="T26" fmla="*/ 17 w 117"/>
                  <a:gd name="T27" fmla="*/ 4 h 163"/>
                  <a:gd name="T28" fmla="*/ 17 w 117"/>
                  <a:gd name="T29" fmla="*/ 4 h 163"/>
                  <a:gd name="T30" fmla="*/ 17 w 117"/>
                  <a:gd name="T31" fmla="*/ 12 h 163"/>
                  <a:gd name="T32" fmla="*/ 39 w 117"/>
                  <a:gd name="T33" fmla="*/ 65 h 163"/>
                  <a:gd name="T34" fmla="*/ 114 w 117"/>
                  <a:gd name="T35" fmla="*/ 110 h 163"/>
                  <a:gd name="T36" fmla="*/ 114 w 117"/>
                  <a:gd name="T37" fmla="*/ 110 h 163"/>
                  <a:gd name="T38" fmla="*/ 42 w 117"/>
                  <a:gd name="T39" fmla="*/ 62 h 163"/>
                  <a:gd name="T40" fmla="*/ 21 w 117"/>
                  <a:gd name="T41" fmla="*/ 13 h 163"/>
                  <a:gd name="T42" fmla="*/ 21 w 117"/>
                  <a:gd name="T43" fmla="*/ 2 h 163"/>
                  <a:gd name="T44" fmla="*/ 18 w 117"/>
                  <a:gd name="T45" fmla="*/ 0 h 163"/>
                  <a:gd name="T46" fmla="*/ 9 w 117"/>
                  <a:gd name="T47" fmla="*/ 6 h 163"/>
                  <a:gd name="T48" fmla="*/ 1 w 117"/>
                  <a:gd name="T49" fmla="*/ 30 h 163"/>
                  <a:gd name="T50" fmla="*/ 0 w 117"/>
                  <a:gd name="T51" fmla="*/ 37 h 163"/>
                  <a:gd name="T52" fmla="*/ 74 w 117"/>
                  <a:gd name="T53" fmla="*/ 144 h 163"/>
                  <a:gd name="T54" fmla="*/ 111 w 117"/>
                  <a:gd name="T55" fmla="*/ 163 h 163"/>
                  <a:gd name="T56" fmla="*/ 111 w 117"/>
                  <a:gd name="T57" fmla="*/ 154 h 163"/>
                  <a:gd name="T58" fmla="*/ 115 w 117"/>
                  <a:gd name="T59" fmla="*/ 114 h 163"/>
                  <a:gd name="T60" fmla="*/ 116 w 117"/>
                  <a:gd name="T61" fmla="*/ 111 h 163"/>
                  <a:gd name="T62" fmla="*/ 115 w 117"/>
                  <a:gd name="T63" fmla="*/ 108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7" h="163">
                    <a:moveTo>
                      <a:pt x="114" y="110"/>
                    </a:moveTo>
                    <a:cubicBezTo>
                      <a:pt x="112" y="110"/>
                      <a:pt x="112" y="110"/>
                      <a:pt x="112" y="110"/>
                    </a:cubicBezTo>
                    <a:cubicBezTo>
                      <a:pt x="112" y="110"/>
                      <a:pt x="107" y="128"/>
                      <a:pt x="107" y="154"/>
                    </a:cubicBezTo>
                    <a:cubicBezTo>
                      <a:pt x="107" y="156"/>
                      <a:pt x="107" y="158"/>
                      <a:pt x="107" y="160"/>
                    </a:cubicBezTo>
                    <a:cubicBezTo>
                      <a:pt x="109" y="160"/>
                      <a:pt x="109" y="160"/>
                      <a:pt x="109" y="160"/>
                    </a:cubicBezTo>
                    <a:cubicBezTo>
                      <a:pt x="110" y="158"/>
                      <a:pt x="110" y="158"/>
                      <a:pt x="110" y="158"/>
                    </a:cubicBezTo>
                    <a:cubicBezTo>
                      <a:pt x="110" y="158"/>
                      <a:pt x="109" y="158"/>
                      <a:pt x="108" y="158"/>
                    </a:cubicBezTo>
                    <a:cubicBezTo>
                      <a:pt x="103" y="155"/>
                      <a:pt x="76" y="143"/>
                      <a:pt x="52" y="123"/>
                    </a:cubicBezTo>
                    <a:cubicBezTo>
                      <a:pt x="39" y="113"/>
                      <a:pt x="28" y="100"/>
                      <a:pt x="19" y="86"/>
                    </a:cubicBezTo>
                    <a:cubicBezTo>
                      <a:pt x="10" y="72"/>
                      <a:pt x="4" y="56"/>
                      <a:pt x="4" y="37"/>
                    </a:cubicBezTo>
                    <a:cubicBezTo>
                      <a:pt x="4" y="35"/>
                      <a:pt x="4" y="33"/>
                      <a:pt x="5" y="30"/>
                    </a:cubicBezTo>
                    <a:cubicBezTo>
                      <a:pt x="3" y="30"/>
                      <a:pt x="3" y="30"/>
                      <a:pt x="3" y="30"/>
                    </a:cubicBezTo>
                    <a:cubicBezTo>
                      <a:pt x="4" y="31"/>
                      <a:pt x="4" y="31"/>
                      <a:pt x="4" y="31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4" y="7"/>
                      <a:pt x="15" y="6"/>
                    </a:cubicBezTo>
                    <a:cubicBezTo>
                      <a:pt x="16" y="5"/>
                      <a:pt x="16" y="5"/>
                      <a:pt x="17" y="4"/>
                    </a:cubicBezTo>
                    <a:cubicBezTo>
                      <a:pt x="17" y="4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18" y="5"/>
                      <a:pt x="18" y="6"/>
                    </a:cubicBezTo>
                    <a:cubicBezTo>
                      <a:pt x="18" y="8"/>
                      <a:pt x="18" y="10"/>
                      <a:pt x="17" y="12"/>
                    </a:cubicBezTo>
                    <a:cubicBezTo>
                      <a:pt x="17" y="14"/>
                      <a:pt x="17" y="15"/>
                      <a:pt x="17" y="17"/>
                    </a:cubicBezTo>
                    <a:cubicBezTo>
                      <a:pt x="17" y="29"/>
                      <a:pt x="24" y="47"/>
                      <a:pt x="39" y="65"/>
                    </a:cubicBezTo>
                    <a:cubicBezTo>
                      <a:pt x="55" y="82"/>
                      <a:pt x="79" y="100"/>
                      <a:pt x="114" y="112"/>
                    </a:cubicBezTo>
                    <a:cubicBezTo>
                      <a:pt x="114" y="110"/>
                      <a:pt x="114" y="110"/>
                      <a:pt x="114" y="110"/>
                    </a:cubicBezTo>
                    <a:cubicBezTo>
                      <a:pt x="112" y="110"/>
                      <a:pt x="112" y="110"/>
                      <a:pt x="112" y="110"/>
                    </a:cubicBezTo>
                    <a:cubicBezTo>
                      <a:pt x="114" y="110"/>
                      <a:pt x="114" y="110"/>
                      <a:pt x="114" y="110"/>
                    </a:cubicBezTo>
                    <a:cubicBezTo>
                      <a:pt x="115" y="108"/>
                      <a:pt x="115" y="108"/>
                      <a:pt x="115" y="108"/>
                    </a:cubicBezTo>
                    <a:cubicBezTo>
                      <a:pt x="81" y="97"/>
                      <a:pt x="57" y="79"/>
                      <a:pt x="42" y="62"/>
                    </a:cubicBezTo>
                    <a:cubicBezTo>
                      <a:pt x="27" y="45"/>
                      <a:pt x="20" y="28"/>
                      <a:pt x="21" y="17"/>
                    </a:cubicBezTo>
                    <a:cubicBezTo>
                      <a:pt x="21" y="16"/>
                      <a:pt x="21" y="14"/>
                      <a:pt x="21" y="13"/>
                    </a:cubicBezTo>
                    <a:cubicBezTo>
                      <a:pt x="21" y="10"/>
                      <a:pt x="22" y="8"/>
                      <a:pt x="22" y="6"/>
                    </a:cubicBezTo>
                    <a:cubicBezTo>
                      <a:pt x="22" y="4"/>
                      <a:pt x="22" y="3"/>
                      <a:pt x="21" y="2"/>
                    </a:cubicBezTo>
                    <a:cubicBezTo>
                      <a:pt x="21" y="1"/>
                      <a:pt x="20" y="1"/>
                      <a:pt x="19" y="1"/>
                    </a:cubicBezTo>
                    <a:cubicBezTo>
                      <a:pt x="19" y="0"/>
                      <a:pt x="18" y="0"/>
                      <a:pt x="18" y="0"/>
                    </a:cubicBezTo>
                    <a:cubicBezTo>
                      <a:pt x="16" y="0"/>
                      <a:pt x="15" y="1"/>
                      <a:pt x="14" y="1"/>
                    </a:cubicBezTo>
                    <a:cubicBezTo>
                      <a:pt x="12" y="3"/>
                      <a:pt x="9" y="6"/>
                      <a:pt x="9" y="6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32"/>
                      <a:pt x="0" y="35"/>
                      <a:pt x="0" y="37"/>
                    </a:cubicBezTo>
                    <a:cubicBezTo>
                      <a:pt x="0" y="58"/>
                      <a:pt x="7" y="76"/>
                      <a:pt x="17" y="91"/>
                    </a:cubicBezTo>
                    <a:cubicBezTo>
                      <a:pt x="32" y="114"/>
                      <a:pt x="55" y="132"/>
                      <a:pt x="74" y="144"/>
                    </a:cubicBezTo>
                    <a:cubicBezTo>
                      <a:pt x="93" y="156"/>
                      <a:pt x="108" y="162"/>
                      <a:pt x="108" y="162"/>
                    </a:cubicBezTo>
                    <a:cubicBezTo>
                      <a:pt x="111" y="163"/>
                      <a:pt x="111" y="163"/>
                      <a:pt x="111" y="163"/>
                    </a:cubicBezTo>
                    <a:cubicBezTo>
                      <a:pt x="111" y="160"/>
                      <a:pt x="111" y="160"/>
                      <a:pt x="111" y="160"/>
                    </a:cubicBezTo>
                    <a:cubicBezTo>
                      <a:pt x="111" y="158"/>
                      <a:pt x="111" y="156"/>
                      <a:pt x="111" y="154"/>
                    </a:cubicBezTo>
                    <a:cubicBezTo>
                      <a:pt x="111" y="141"/>
                      <a:pt x="112" y="130"/>
                      <a:pt x="113" y="123"/>
                    </a:cubicBezTo>
                    <a:cubicBezTo>
                      <a:pt x="114" y="119"/>
                      <a:pt x="115" y="116"/>
                      <a:pt x="115" y="114"/>
                    </a:cubicBezTo>
                    <a:cubicBezTo>
                      <a:pt x="116" y="113"/>
                      <a:pt x="116" y="112"/>
                      <a:pt x="116" y="112"/>
                    </a:cubicBezTo>
                    <a:cubicBezTo>
                      <a:pt x="116" y="111"/>
                      <a:pt x="116" y="111"/>
                      <a:pt x="116" y="111"/>
                    </a:cubicBezTo>
                    <a:cubicBezTo>
                      <a:pt x="117" y="109"/>
                      <a:pt x="117" y="109"/>
                      <a:pt x="117" y="109"/>
                    </a:cubicBezTo>
                    <a:cubicBezTo>
                      <a:pt x="115" y="108"/>
                      <a:pt x="115" y="108"/>
                      <a:pt x="115" y="108"/>
                    </a:cubicBezTo>
                    <a:lnTo>
                      <a:pt x="114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2" name="Freeform 100">
                <a:extLst>
                  <a:ext uri="{FF2B5EF4-FFF2-40B4-BE49-F238E27FC236}">
                    <a16:creationId xmlns:a16="http://schemas.microsoft.com/office/drawing/2014/main" id="{02DC84A5-8FFE-40A5-9B10-CF67E02343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4" y="1594"/>
                <a:ext cx="29" cy="92"/>
              </a:xfrm>
              <a:custGeom>
                <a:avLst/>
                <a:gdLst>
                  <a:gd name="T0" fmla="*/ 20 w 20"/>
                  <a:gd name="T1" fmla="*/ 61 h 63"/>
                  <a:gd name="T2" fmla="*/ 9 w 20"/>
                  <a:gd name="T3" fmla="*/ 23 h 63"/>
                  <a:gd name="T4" fmla="*/ 5 w 20"/>
                  <a:gd name="T5" fmla="*/ 6 h 63"/>
                  <a:gd name="T6" fmla="*/ 4 w 20"/>
                  <a:gd name="T7" fmla="*/ 0 h 63"/>
                  <a:gd name="T8" fmla="*/ 0 w 20"/>
                  <a:gd name="T9" fmla="*/ 0 h 63"/>
                  <a:gd name="T10" fmla="*/ 5 w 20"/>
                  <a:gd name="T11" fmla="*/ 24 h 63"/>
                  <a:gd name="T12" fmla="*/ 16 w 20"/>
                  <a:gd name="T13" fmla="*/ 63 h 63"/>
                  <a:gd name="T14" fmla="*/ 20 w 20"/>
                  <a:gd name="T15" fmla="*/ 6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" h="63">
                    <a:moveTo>
                      <a:pt x="20" y="61"/>
                    </a:moveTo>
                    <a:cubicBezTo>
                      <a:pt x="16" y="51"/>
                      <a:pt x="12" y="36"/>
                      <a:pt x="9" y="23"/>
                    </a:cubicBezTo>
                    <a:cubicBezTo>
                      <a:pt x="8" y="16"/>
                      <a:pt x="6" y="11"/>
                      <a:pt x="5" y="6"/>
                    </a:cubicBezTo>
                    <a:cubicBezTo>
                      <a:pt x="5" y="2"/>
                      <a:pt x="4" y="0"/>
                      <a:pt x="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2" y="11"/>
                      <a:pt x="5" y="24"/>
                    </a:cubicBezTo>
                    <a:cubicBezTo>
                      <a:pt x="8" y="37"/>
                      <a:pt x="12" y="52"/>
                      <a:pt x="16" y="63"/>
                    </a:cubicBezTo>
                    <a:cubicBezTo>
                      <a:pt x="20" y="61"/>
                      <a:pt x="20" y="61"/>
                      <a:pt x="20" y="6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3" name="Freeform 101">
                <a:extLst>
                  <a:ext uri="{FF2B5EF4-FFF2-40B4-BE49-F238E27FC236}">
                    <a16:creationId xmlns:a16="http://schemas.microsoft.com/office/drawing/2014/main" id="{D5303B9F-579A-413E-82A6-279C8B39A5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8" y="1732"/>
                <a:ext cx="11" cy="19"/>
              </a:xfrm>
              <a:custGeom>
                <a:avLst/>
                <a:gdLst>
                  <a:gd name="T0" fmla="*/ 4 w 7"/>
                  <a:gd name="T1" fmla="*/ 13 h 13"/>
                  <a:gd name="T2" fmla="*/ 6 w 7"/>
                  <a:gd name="T3" fmla="*/ 4 h 13"/>
                  <a:gd name="T4" fmla="*/ 7 w 7"/>
                  <a:gd name="T5" fmla="*/ 2 h 13"/>
                  <a:gd name="T6" fmla="*/ 7 w 7"/>
                  <a:gd name="T7" fmla="*/ 2 h 13"/>
                  <a:gd name="T8" fmla="*/ 7 w 7"/>
                  <a:gd name="T9" fmla="*/ 2 h 13"/>
                  <a:gd name="T10" fmla="*/ 3 w 7"/>
                  <a:gd name="T11" fmla="*/ 0 h 13"/>
                  <a:gd name="T12" fmla="*/ 0 w 7"/>
                  <a:gd name="T13" fmla="*/ 12 h 13"/>
                  <a:gd name="T14" fmla="*/ 4 w 7"/>
                  <a:gd name="T15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13">
                    <a:moveTo>
                      <a:pt x="4" y="13"/>
                    </a:moveTo>
                    <a:cubicBezTo>
                      <a:pt x="5" y="9"/>
                      <a:pt x="6" y="6"/>
                      <a:pt x="6" y="4"/>
                    </a:cubicBezTo>
                    <a:cubicBezTo>
                      <a:pt x="6" y="4"/>
                      <a:pt x="6" y="3"/>
                      <a:pt x="7" y="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1"/>
                      <a:pt x="2" y="5"/>
                      <a:pt x="0" y="12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4" name="Freeform 102">
                <a:extLst>
                  <a:ext uri="{FF2B5EF4-FFF2-40B4-BE49-F238E27FC236}">
                    <a16:creationId xmlns:a16="http://schemas.microsoft.com/office/drawing/2014/main" id="{9814EDC6-6AC7-4D09-9141-19F7E5067D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5" y="1515"/>
                <a:ext cx="168" cy="489"/>
              </a:xfrm>
              <a:custGeom>
                <a:avLst/>
                <a:gdLst>
                  <a:gd name="T0" fmla="*/ 0 w 116"/>
                  <a:gd name="T1" fmla="*/ 0 h 336"/>
                  <a:gd name="T2" fmla="*/ 5 w 116"/>
                  <a:gd name="T3" fmla="*/ 32 h 336"/>
                  <a:gd name="T4" fmla="*/ 11 w 116"/>
                  <a:gd name="T5" fmla="*/ 58 h 336"/>
                  <a:gd name="T6" fmla="*/ 17 w 116"/>
                  <a:gd name="T7" fmla="*/ 78 h 336"/>
                  <a:gd name="T8" fmla="*/ 45 w 116"/>
                  <a:gd name="T9" fmla="*/ 139 h 336"/>
                  <a:gd name="T10" fmla="*/ 79 w 116"/>
                  <a:gd name="T11" fmla="*/ 292 h 336"/>
                  <a:gd name="T12" fmla="*/ 92 w 116"/>
                  <a:gd name="T13" fmla="*/ 317 h 336"/>
                  <a:gd name="T14" fmla="*/ 114 w 116"/>
                  <a:gd name="T15" fmla="*/ 336 h 336"/>
                  <a:gd name="T16" fmla="*/ 116 w 116"/>
                  <a:gd name="T17" fmla="*/ 332 h 336"/>
                  <a:gd name="T18" fmla="*/ 95 w 116"/>
                  <a:gd name="T19" fmla="*/ 314 h 336"/>
                  <a:gd name="T20" fmla="*/ 82 w 116"/>
                  <a:gd name="T21" fmla="*/ 291 h 336"/>
                  <a:gd name="T22" fmla="*/ 49 w 116"/>
                  <a:gd name="T23" fmla="*/ 139 h 336"/>
                  <a:gd name="T24" fmla="*/ 21 w 116"/>
                  <a:gd name="T25" fmla="*/ 76 h 336"/>
                  <a:gd name="T26" fmla="*/ 15 w 116"/>
                  <a:gd name="T27" fmla="*/ 57 h 336"/>
                  <a:gd name="T28" fmla="*/ 7 w 116"/>
                  <a:gd name="T29" fmla="*/ 19 h 336"/>
                  <a:gd name="T30" fmla="*/ 5 w 116"/>
                  <a:gd name="T31" fmla="*/ 5 h 336"/>
                  <a:gd name="T32" fmla="*/ 4 w 116"/>
                  <a:gd name="T33" fmla="*/ 0 h 336"/>
                  <a:gd name="T34" fmla="*/ 0 w 116"/>
                  <a:gd name="T35" fmla="*/ 0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16" h="336">
                    <a:moveTo>
                      <a:pt x="0" y="0"/>
                    </a:moveTo>
                    <a:cubicBezTo>
                      <a:pt x="0" y="0"/>
                      <a:pt x="2" y="15"/>
                      <a:pt x="5" y="32"/>
                    </a:cubicBezTo>
                    <a:cubicBezTo>
                      <a:pt x="7" y="41"/>
                      <a:pt x="9" y="50"/>
                      <a:pt x="11" y="58"/>
                    </a:cubicBezTo>
                    <a:cubicBezTo>
                      <a:pt x="13" y="66"/>
                      <a:pt x="15" y="73"/>
                      <a:pt x="17" y="78"/>
                    </a:cubicBezTo>
                    <a:cubicBezTo>
                      <a:pt x="27" y="96"/>
                      <a:pt x="38" y="110"/>
                      <a:pt x="45" y="139"/>
                    </a:cubicBezTo>
                    <a:cubicBezTo>
                      <a:pt x="51" y="169"/>
                      <a:pt x="75" y="277"/>
                      <a:pt x="79" y="292"/>
                    </a:cubicBezTo>
                    <a:cubicBezTo>
                      <a:pt x="80" y="299"/>
                      <a:pt x="85" y="308"/>
                      <a:pt x="92" y="317"/>
                    </a:cubicBezTo>
                    <a:cubicBezTo>
                      <a:pt x="98" y="325"/>
                      <a:pt x="106" y="332"/>
                      <a:pt x="114" y="336"/>
                    </a:cubicBezTo>
                    <a:cubicBezTo>
                      <a:pt x="116" y="332"/>
                      <a:pt x="116" y="332"/>
                      <a:pt x="116" y="332"/>
                    </a:cubicBezTo>
                    <a:cubicBezTo>
                      <a:pt x="109" y="329"/>
                      <a:pt x="101" y="322"/>
                      <a:pt x="95" y="314"/>
                    </a:cubicBezTo>
                    <a:cubicBezTo>
                      <a:pt x="89" y="306"/>
                      <a:pt x="84" y="297"/>
                      <a:pt x="82" y="291"/>
                    </a:cubicBezTo>
                    <a:cubicBezTo>
                      <a:pt x="79" y="277"/>
                      <a:pt x="55" y="168"/>
                      <a:pt x="49" y="139"/>
                    </a:cubicBezTo>
                    <a:cubicBezTo>
                      <a:pt x="42" y="109"/>
                      <a:pt x="30" y="94"/>
                      <a:pt x="21" y="76"/>
                    </a:cubicBezTo>
                    <a:cubicBezTo>
                      <a:pt x="19" y="72"/>
                      <a:pt x="17" y="65"/>
                      <a:pt x="15" y="57"/>
                    </a:cubicBezTo>
                    <a:cubicBezTo>
                      <a:pt x="12" y="45"/>
                      <a:pt x="9" y="31"/>
                      <a:pt x="7" y="19"/>
                    </a:cubicBezTo>
                    <a:cubicBezTo>
                      <a:pt x="6" y="14"/>
                      <a:pt x="6" y="9"/>
                      <a:pt x="5" y="5"/>
                    </a:cubicBezTo>
                    <a:cubicBezTo>
                      <a:pt x="5" y="2"/>
                      <a:pt x="4" y="0"/>
                      <a:pt x="4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5" name="Freeform 103">
                <a:extLst>
                  <a:ext uri="{FF2B5EF4-FFF2-40B4-BE49-F238E27FC236}">
                    <a16:creationId xmlns:a16="http://schemas.microsoft.com/office/drawing/2014/main" id="{C5A78BB0-9BA5-4221-A940-088442345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3" y="1296"/>
                <a:ext cx="209" cy="103"/>
              </a:xfrm>
              <a:custGeom>
                <a:avLst/>
                <a:gdLst>
                  <a:gd name="T0" fmla="*/ 0 w 144"/>
                  <a:gd name="T1" fmla="*/ 5 h 71"/>
                  <a:gd name="T2" fmla="*/ 22 w 144"/>
                  <a:gd name="T3" fmla="*/ 58 h 71"/>
                  <a:gd name="T4" fmla="*/ 68 w 144"/>
                  <a:gd name="T5" fmla="*/ 69 h 71"/>
                  <a:gd name="T6" fmla="*/ 120 w 144"/>
                  <a:gd name="T7" fmla="*/ 38 h 71"/>
                  <a:gd name="T8" fmla="*/ 144 w 144"/>
                  <a:gd name="T9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4" h="71">
                    <a:moveTo>
                      <a:pt x="0" y="5"/>
                    </a:moveTo>
                    <a:cubicBezTo>
                      <a:pt x="7" y="27"/>
                      <a:pt x="14" y="47"/>
                      <a:pt x="22" y="58"/>
                    </a:cubicBezTo>
                    <a:cubicBezTo>
                      <a:pt x="29" y="67"/>
                      <a:pt x="60" y="71"/>
                      <a:pt x="68" y="69"/>
                    </a:cubicBezTo>
                    <a:cubicBezTo>
                      <a:pt x="77" y="67"/>
                      <a:pt x="106" y="56"/>
                      <a:pt x="120" y="38"/>
                    </a:cubicBezTo>
                    <a:cubicBezTo>
                      <a:pt x="134" y="20"/>
                      <a:pt x="144" y="0"/>
                      <a:pt x="144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6" name="Freeform 104">
                <a:extLst>
                  <a:ext uri="{FF2B5EF4-FFF2-40B4-BE49-F238E27FC236}">
                    <a16:creationId xmlns:a16="http://schemas.microsoft.com/office/drawing/2014/main" id="{2EBCED6C-DD69-43F2-AA09-8DB079F5EA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0" y="1294"/>
                <a:ext cx="215" cy="106"/>
              </a:xfrm>
              <a:custGeom>
                <a:avLst/>
                <a:gdLst>
                  <a:gd name="T0" fmla="*/ 0 w 148"/>
                  <a:gd name="T1" fmla="*/ 7 h 73"/>
                  <a:gd name="T2" fmla="*/ 23 w 148"/>
                  <a:gd name="T3" fmla="*/ 60 h 73"/>
                  <a:gd name="T4" fmla="*/ 30 w 148"/>
                  <a:gd name="T5" fmla="*/ 66 h 73"/>
                  <a:gd name="T6" fmla="*/ 64 w 148"/>
                  <a:gd name="T7" fmla="*/ 73 h 73"/>
                  <a:gd name="T8" fmla="*/ 71 w 148"/>
                  <a:gd name="T9" fmla="*/ 72 h 73"/>
                  <a:gd name="T10" fmla="*/ 95 w 148"/>
                  <a:gd name="T11" fmla="*/ 62 h 73"/>
                  <a:gd name="T12" fmla="*/ 124 w 148"/>
                  <a:gd name="T13" fmla="*/ 40 h 73"/>
                  <a:gd name="T14" fmla="*/ 148 w 148"/>
                  <a:gd name="T15" fmla="*/ 2 h 73"/>
                  <a:gd name="T16" fmla="*/ 144 w 148"/>
                  <a:gd name="T17" fmla="*/ 0 h 73"/>
                  <a:gd name="T18" fmla="*/ 144 w 148"/>
                  <a:gd name="T19" fmla="*/ 1 h 73"/>
                  <a:gd name="T20" fmla="*/ 120 w 148"/>
                  <a:gd name="T21" fmla="*/ 38 h 73"/>
                  <a:gd name="T22" fmla="*/ 93 w 148"/>
                  <a:gd name="T23" fmla="*/ 59 h 73"/>
                  <a:gd name="T24" fmla="*/ 70 w 148"/>
                  <a:gd name="T25" fmla="*/ 68 h 73"/>
                  <a:gd name="T26" fmla="*/ 64 w 148"/>
                  <a:gd name="T27" fmla="*/ 69 h 73"/>
                  <a:gd name="T28" fmla="*/ 42 w 148"/>
                  <a:gd name="T29" fmla="*/ 66 h 73"/>
                  <a:gd name="T30" fmla="*/ 32 w 148"/>
                  <a:gd name="T31" fmla="*/ 62 h 73"/>
                  <a:gd name="T32" fmla="*/ 26 w 148"/>
                  <a:gd name="T33" fmla="*/ 58 h 73"/>
                  <a:gd name="T34" fmla="*/ 4 w 148"/>
                  <a:gd name="T35" fmla="*/ 6 h 73"/>
                  <a:gd name="T36" fmla="*/ 0 w 148"/>
                  <a:gd name="T37" fmla="*/ 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8" h="73">
                    <a:moveTo>
                      <a:pt x="0" y="7"/>
                    </a:moveTo>
                    <a:cubicBezTo>
                      <a:pt x="7" y="29"/>
                      <a:pt x="14" y="49"/>
                      <a:pt x="23" y="60"/>
                    </a:cubicBezTo>
                    <a:cubicBezTo>
                      <a:pt x="24" y="63"/>
                      <a:pt x="27" y="64"/>
                      <a:pt x="30" y="66"/>
                    </a:cubicBezTo>
                    <a:cubicBezTo>
                      <a:pt x="40" y="70"/>
                      <a:pt x="54" y="73"/>
                      <a:pt x="64" y="73"/>
                    </a:cubicBezTo>
                    <a:cubicBezTo>
                      <a:pt x="67" y="73"/>
                      <a:pt x="69" y="72"/>
                      <a:pt x="71" y="72"/>
                    </a:cubicBezTo>
                    <a:cubicBezTo>
                      <a:pt x="76" y="71"/>
                      <a:pt x="85" y="67"/>
                      <a:pt x="95" y="62"/>
                    </a:cubicBezTo>
                    <a:cubicBezTo>
                      <a:pt x="105" y="57"/>
                      <a:pt x="116" y="49"/>
                      <a:pt x="124" y="40"/>
                    </a:cubicBezTo>
                    <a:cubicBezTo>
                      <a:pt x="138" y="22"/>
                      <a:pt x="148" y="2"/>
                      <a:pt x="148" y="2"/>
                    </a:cubicBezTo>
                    <a:cubicBezTo>
                      <a:pt x="144" y="0"/>
                      <a:pt x="144" y="0"/>
                      <a:pt x="144" y="0"/>
                    </a:cubicBezTo>
                    <a:cubicBezTo>
                      <a:pt x="144" y="0"/>
                      <a:pt x="144" y="0"/>
                      <a:pt x="144" y="1"/>
                    </a:cubicBezTo>
                    <a:cubicBezTo>
                      <a:pt x="142" y="5"/>
                      <a:pt x="133" y="22"/>
                      <a:pt x="120" y="38"/>
                    </a:cubicBezTo>
                    <a:cubicBezTo>
                      <a:pt x="114" y="46"/>
                      <a:pt x="103" y="53"/>
                      <a:pt x="93" y="59"/>
                    </a:cubicBezTo>
                    <a:cubicBezTo>
                      <a:pt x="84" y="64"/>
                      <a:pt x="74" y="67"/>
                      <a:pt x="70" y="68"/>
                    </a:cubicBezTo>
                    <a:cubicBezTo>
                      <a:pt x="69" y="68"/>
                      <a:pt x="66" y="69"/>
                      <a:pt x="64" y="69"/>
                    </a:cubicBezTo>
                    <a:cubicBezTo>
                      <a:pt x="58" y="69"/>
                      <a:pt x="49" y="68"/>
                      <a:pt x="42" y="66"/>
                    </a:cubicBezTo>
                    <a:cubicBezTo>
                      <a:pt x="38" y="65"/>
                      <a:pt x="35" y="64"/>
                      <a:pt x="32" y="62"/>
                    </a:cubicBezTo>
                    <a:cubicBezTo>
                      <a:pt x="29" y="61"/>
                      <a:pt x="27" y="59"/>
                      <a:pt x="26" y="58"/>
                    </a:cubicBezTo>
                    <a:cubicBezTo>
                      <a:pt x="18" y="48"/>
                      <a:pt x="11" y="27"/>
                      <a:pt x="4" y="6"/>
                    </a:cubicBezTo>
                    <a:cubicBezTo>
                      <a:pt x="0" y="7"/>
                      <a:pt x="0" y="7"/>
                      <a:pt x="0" y="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7" name="Freeform 105">
                <a:extLst>
                  <a:ext uri="{FF2B5EF4-FFF2-40B4-BE49-F238E27FC236}">
                    <a16:creationId xmlns:a16="http://schemas.microsoft.com/office/drawing/2014/main" id="{469BD2C6-E6C0-4A97-ADB1-BE51BF65F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8" y="1118"/>
                <a:ext cx="88" cy="118"/>
              </a:xfrm>
              <a:custGeom>
                <a:avLst/>
                <a:gdLst>
                  <a:gd name="T0" fmla="*/ 0 w 88"/>
                  <a:gd name="T1" fmla="*/ 41 h 118"/>
                  <a:gd name="T2" fmla="*/ 82 w 88"/>
                  <a:gd name="T3" fmla="*/ 0 h 118"/>
                  <a:gd name="T4" fmla="*/ 88 w 88"/>
                  <a:gd name="T5" fmla="*/ 55 h 118"/>
                  <a:gd name="T6" fmla="*/ 21 w 88"/>
                  <a:gd name="T7" fmla="*/ 118 h 118"/>
                  <a:gd name="T8" fmla="*/ 0 w 88"/>
                  <a:gd name="T9" fmla="*/ 41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118">
                    <a:moveTo>
                      <a:pt x="0" y="41"/>
                    </a:moveTo>
                    <a:lnTo>
                      <a:pt x="82" y="0"/>
                    </a:lnTo>
                    <a:lnTo>
                      <a:pt x="88" y="55"/>
                    </a:lnTo>
                    <a:lnTo>
                      <a:pt x="21" y="118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8" name="Freeform 106">
                <a:extLst>
                  <a:ext uri="{FF2B5EF4-FFF2-40B4-BE49-F238E27FC236}">
                    <a16:creationId xmlns:a16="http://schemas.microsoft.com/office/drawing/2014/main" id="{173A5389-12C5-4642-8538-5B83A7C3D8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3" y="1970"/>
                <a:ext cx="194" cy="762"/>
              </a:xfrm>
              <a:custGeom>
                <a:avLst/>
                <a:gdLst>
                  <a:gd name="T0" fmla="*/ 101 w 133"/>
                  <a:gd name="T1" fmla="*/ 0 h 524"/>
                  <a:gd name="T2" fmla="*/ 101 w 133"/>
                  <a:gd name="T3" fmla="*/ 29 h 524"/>
                  <a:gd name="T4" fmla="*/ 24 w 133"/>
                  <a:gd name="T5" fmla="*/ 354 h 524"/>
                  <a:gd name="T6" fmla="*/ 24 w 133"/>
                  <a:gd name="T7" fmla="*/ 354 h 524"/>
                  <a:gd name="T8" fmla="*/ 61 w 133"/>
                  <a:gd name="T9" fmla="*/ 354 h 524"/>
                  <a:gd name="T10" fmla="*/ 133 w 133"/>
                  <a:gd name="T11" fmla="*/ 35 h 524"/>
                  <a:gd name="T12" fmla="*/ 133 w 133"/>
                  <a:gd name="T13" fmla="*/ 14 h 524"/>
                  <a:gd name="T14" fmla="*/ 101 w 133"/>
                  <a:gd name="T15" fmla="*/ 0 h 5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3" h="524">
                    <a:moveTo>
                      <a:pt x="101" y="0"/>
                    </a:moveTo>
                    <a:cubicBezTo>
                      <a:pt x="101" y="29"/>
                      <a:pt x="101" y="29"/>
                      <a:pt x="101" y="29"/>
                    </a:cubicBezTo>
                    <a:cubicBezTo>
                      <a:pt x="101" y="29"/>
                      <a:pt x="49" y="184"/>
                      <a:pt x="24" y="354"/>
                    </a:cubicBezTo>
                    <a:cubicBezTo>
                      <a:pt x="0" y="524"/>
                      <a:pt x="24" y="354"/>
                      <a:pt x="24" y="354"/>
                    </a:cubicBezTo>
                    <a:cubicBezTo>
                      <a:pt x="61" y="354"/>
                      <a:pt x="61" y="354"/>
                      <a:pt x="61" y="354"/>
                    </a:cubicBezTo>
                    <a:cubicBezTo>
                      <a:pt x="133" y="35"/>
                      <a:pt x="133" y="35"/>
                      <a:pt x="133" y="35"/>
                    </a:cubicBezTo>
                    <a:cubicBezTo>
                      <a:pt x="133" y="14"/>
                      <a:pt x="133" y="14"/>
                      <a:pt x="133" y="14"/>
                    </a:cubicBez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9" name="Freeform 107">
                <a:extLst>
                  <a:ext uri="{FF2B5EF4-FFF2-40B4-BE49-F238E27FC236}">
                    <a16:creationId xmlns:a16="http://schemas.microsoft.com/office/drawing/2014/main" id="{427F9C71-272B-41DA-8661-E571F30C17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0" y="1965"/>
                <a:ext cx="180" cy="633"/>
              </a:xfrm>
              <a:custGeom>
                <a:avLst/>
                <a:gdLst>
                  <a:gd name="T0" fmla="*/ 90 w 124"/>
                  <a:gd name="T1" fmla="*/ 3 h 435"/>
                  <a:gd name="T2" fmla="*/ 88 w 124"/>
                  <a:gd name="T3" fmla="*/ 3 h 435"/>
                  <a:gd name="T4" fmla="*/ 88 w 124"/>
                  <a:gd name="T5" fmla="*/ 32 h 435"/>
                  <a:gd name="T6" fmla="*/ 90 w 124"/>
                  <a:gd name="T7" fmla="*/ 32 h 435"/>
                  <a:gd name="T8" fmla="*/ 88 w 124"/>
                  <a:gd name="T9" fmla="*/ 31 h 435"/>
                  <a:gd name="T10" fmla="*/ 11 w 124"/>
                  <a:gd name="T11" fmla="*/ 357 h 435"/>
                  <a:gd name="T12" fmla="*/ 0 w 124"/>
                  <a:gd name="T13" fmla="*/ 432 h 435"/>
                  <a:gd name="T14" fmla="*/ 1 w 124"/>
                  <a:gd name="T15" fmla="*/ 434 h 435"/>
                  <a:gd name="T16" fmla="*/ 2 w 124"/>
                  <a:gd name="T17" fmla="*/ 435 h 435"/>
                  <a:gd name="T18" fmla="*/ 4 w 124"/>
                  <a:gd name="T19" fmla="*/ 434 h 435"/>
                  <a:gd name="T20" fmla="*/ 4 w 124"/>
                  <a:gd name="T21" fmla="*/ 433 h 435"/>
                  <a:gd name="T22" fmla="*/ 15 w 124"/>
                  <a:gd name="T23" fmla="*/ 357 h 435"/>
                  <a:gd name="T24" fmla="*/ 13 w 124"/>
                  <a:gd name="T25" fmla="*/ 357 h 435"/>
                  <a:gd name="T26" fmla="*/ 13 w 124"/>
                  <a:gd name="T27" fmla="*/ 359 h 435"/>
                  <a:gd name="T28" fmla="*/ 51 w 124"/>
                  <a:gd name="T29" fmla="*/ 359 h 435"/>
                  <a:gd name="T30" fmla="*/ 124 w 124"/>
                  <a:gd name="T31" fmla="*/ 39 h 435"/>
                  <a:gd name="T32" fmla="*/ 124 w 124"/>
                  <a:gd name="T33" fmla="*/ 16 h 435"/>
                  <a:gd name="T34" fmla="*/ 88 w 124"/>
                  <a:gd name="T35" fmla="*/ 0 h 435"/>
                  <a:gd name="T36" fmla="*/ 88 w 124"/>
                  <a:gd name="T37" fmla="*/ 3 h 435"/>
                  <a:gd name="T38" fmla="*/ 90 w 124"/>
                  <a:gd name="T39" fmla="*/ 3 h 435"/>
                  <a:gd name="T40" fmla="*/ 89 w 124"/>
                  <a:gd name="T41" fmla="*/ 5 h 435"/>
                  <a:gd name="T42" fmla="*/ 120 w 124"/>
                  <a:gd name="T43" fmla="*/ 19 h 435"/>
                  <a:gd name="T44" fmla="*/ 120 w 124"/>
                  <a:gd name="T45" fmla="*/ 38 h 435"/>
                  <a:gd name="T46" fmla="*/ 48 w 124"/>
                  <a:gd name="T47" fmla="*/ 355 h 435"/>
                  <a:gd name="T48" fmla="*/ 11 w 124"/>
                  <a:gd name="T49" fmla="*/ 355 h 435"/>
                  <a:gd name="T50" fmla="*/ 11 w 124"/>
                  <a:gd name="T51" fmla="*/ 357 h 435"/>
                  <a:gd name="T52" fmla="*/ 10 w 124"/>
                  <a:gd name="T53" fmla="*/ 369 h 435"/>
                  <a:gd name="T54" fmla="*/ 0 w 124"/>
                  <a:gd name="T55" fmla="*/ 432 h 435"/>
                  <a:gd name="T56" fmla="*/ 1 w 124"/>
                  <a:gd name="T57" fmla="*/ 434 h 435"/>
                  <a:gd name="T58" fmla="*/ 2 w 124"/>
                  <a:gd name="T59" fmla="*/ 435 h 435"/>
                  <a:gd name="T60" fmla="*/ 4 w 124"/>
                  <a:gd name="T61" fmla="*/ 434 h 435"/>
                  <a:gd name="T62" fmla="*/ 4 w 124"/>
                  <a:gd name="T63" fmla="*/ 433 h 435"/>
                  <a:gd name="T64" fmla="*/ 15 w 124"/>
                  <a:gd name="T65" fmla="*/ 357 h 435"/>
                  <a:gd name="T66" fmla="*/ 63 w 124"/>
                  <a:gd name="T67" fmla="*/ 131 h 435"/>
                  <a:gd name="T68" fmla="*/ 83 w 124"/>
                  <a:gd name="T69" fmla="*/ 59 h 435"/>
                  <a:gd name="T70" fmla="*/ 89 w 124"/>
                  <a:gd name="T71" fmla="*/ 39 h 435"/>
                  <a:gd name="T72" fmla="*/ 92 w 124"/>
                  <a:gd name="T73" fmla="*/ 32 h 435"/>
                  <a:gd name="T74" fmla="*/ 92 w 124"/>
                  <a:gd name="T75" fmla="*/ 32 h 435"/>
                  <a:gd name="T76" fmla="*/ 92 w 124"/>
                  <a:gd name="T77" fmla="*/ 3 h 435"/>
                  <a:gd name="T78" fmla="*/ 90 w 124"/>
                  <a:gd name="T79" fmla="*/ 3 h 435"/>
                  <a:gd name="T80" fmla="*/ 89 w 124"/>
                  <a:gd name="T81" fmla="*/ 5 h 435"/>
                  <a:gd name="T82" fmla="*/ 90 w 124"/>
                  <a:gd name="T83" fmla="*/ 3 h 4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24" h="435">
                    <a:moveTo>
                      <a:pt x="90" y="3"/>
                    </a:moveTo>
                    <a:cubicBezTo>
                      <a:pt x="88" y="3"/>
                      <a:pt x="88" y="3"/>
                      <a:pt x="88" y="3"/>
                    </a:cubicBezTo>
                    <a:cubicBezTo>
                      <a:pt x="88" y="32"/>
                      <a:pt x="88" y="32"/>
                      <a:pt x="88" y="32"/>
                    </a:cubicBezTo>
                    <a:cubicBezTo>
                      <a:pt x="90" y="32"/>
                      <a:pt x="90" y="32"/>
                      <a:pt x="90" y="32"/>
                    </a:cubicBezTo>
                    <a:cubicBezTo>
                      <a:pt x="88" y="31"/>
                      <a:pt x="88" y="31"/>
                      <a:pt x="88" y="31"/>
                    </a:cubicBezTo>
                    <a:cubicBezTo>
                      <a:pt x="88" y="31"/>
                      <a:pt x="36" y="187"/>
                      <a:pt x="11" y="357"/>
                    </a:cubicBezTo>
                    <a:cubicBezTo>
                      <a:pt x="3" y="414"/>
                      <a:pt x="0" y="432"/>
                      <a:pt x="0" y="432"/>
                    </a:cubicBezTo>
                    <a:cubicBezTo>
                      <a:pt x="0" y="433"/>
                      <a:pt x="0" y="433"/>
                      <a:pt x="1" y="434"/>
                    </a:cubicBezTo>
                    <a:cubicBezTo>
                      <a:pt x="1" y="434"/>
                      <a:pt x="2" y="435"/>
                      <a:pt x="2" y="435"/>
                    </a:cubicBezTo>
                    <a:cubicBezTo>
                      <a:pt x="3" y="435"/>
                      <a:pt x="3" y="435"/>
                      <a:pt x="4" y="434"/>
                    </a:cubicBezTo>
                    <a:cubicBezTo>
                      <a:pt x="4" y="434"/>
                      <a:pt x="4" y="433"/>
                      <a:pt x="4" y="433"/>
                    </a:cubicBezTo>
                    <a:cubicBezTo>
                      <a:pt x="15" y="357"/>
                      <a:pt x="15" y="357"/>
                      <a:pt x="15" y="357"/>
                    </a:cubicBezTo>
                    <a:cubicBezTo>
                      <a:pt x="13" y="357"/>
                      <a:pt x="13" y="357"/>
                      <a:pt x="13" y="357"/>
                    </a:cubicBezTo>
                    <a:cubicBezTo>
                      <a:pt x="13" y="359"/>
                      <a:pt x="13" y="359"/>
                      <a:pt x="13" y="359"/>
                    </a:cubicBezTo>
                    <a:cubicBezTo>
                      <a:pt x="51" y="359"/>
                      <a:pt x="51" y="359"/>
                      <a:pt x="51" y="359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4" y="16"/>
                      <a:pt x="124" y="16"/>
                      <a:pt x="124" y="16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3"/>
                      <a:pt x="88" y="3"/>
                      <a:pt x="88" y="3"/>
                    </a:cubicBezTo>
                    <a:cubicBezTo>
                      <a:pt x="90" y="3"/>
                      <a:pt x="90" y="3"/>
                      <a:pt x="90" y="3"/>
                    </a:cubicBezTo>
                    <a:cubicBezTo>
                      <a:pt x="89" y="5"/>
                      <a:pt x="89" y="5"/>
                      <a:pt x="89" y="5"/>
                    </a:cubicBezTo>
                    <a:cubicBezTo>
                      <a:pt x="120" y="19"/>
                      <a:pt x="120" y="19"/>
                      <a:pt x="120" y="19"/>
                    </a:cubicBezTo>
                    <a:cubicBezTo>
                      <a:pt x="120" y="38"/>
                      <a:pt x="120" y="38"/>
                      <a:pt x="120" y="38"/>
                    </a:cubicBezTo>
                    <a:cubicBezTo>
                      <a:pt x="48" y="355"/>
                      <a:pt x="48" y="355"/>
                      <a:pt x="48" y="355"/>
                    </a:cubicBezTo>
                    <a:cubicBezTo>
                      <a:pt x="11" y="355"/>
                      <a:pt x="11" y="355"/>
                      <a:pt x="11" y="355"/>
                    </a:cubicBezTo>
                    <a:cubicBezTo>
                      <a:pt x="11" y="357"/>
                      <a:pt x="11" y="357"/>
                      <a:pt x="11" y="357"/>
                    </a:cubicBezTo>
                    <a:cubicBezTo>
                      <a:pt x="11" y="357"/>
                      <a:pt x="11" y="362"/>
                      <a:pt x="10" y="369"/>
                    </a:cubicBezTo>
                    <a:cubicBezTo>
                      <a:pt x="6" y="390"/>
                      <a:pt x="0" y="432"/>
                      <a:pt x="0" y="432"/>
                    </a:cubicBezTo>
                    <a:cubicBezTo>
                      <a:pt x="0" y="433"/>
                      <a:pt x="0" y="433"/>
                      <a:pt x="1" y="434"/>
                    </a:cubicBezTo>
                    <a:cubicBezTo>
                      <a:pt x="1" y="434"/>
                      <a:pt x="2" y="435"/>
                      <a:pt x="2" y="435"/>
                    </a:cubicBezTo>
                    <a:cubicBezTo>
                      <a:pt x="3" y="435"/>
                      <a:pt x="3" y="435"/>
                      <a:pt x="4" y="434"/>
                    </a:cubicBezTo>
                    <a:cubicBezTo>
                      <a:pt x="4" y="434"/>
                      <a:pt x="4" y="433"/>
                      <a:pt x="4" y="433"/>
                    </a:cubicBezTo>
                    <a:cubicBezTo>
                      <a:pt x="4" y="433"/>
                      <a:pt x="7" y="414"/>
                      <a:pt x="15" y="357"/>
                    </a:cubicBezTo>
                    <a:cubicBezTo>
                      <a:pt x="27" y="273"/>
                      <a:pt x="46" y="191"/>
                      <a:pt x="63" y="131"/>
                    </a:cubicBezTo>
                    <a:cubicBezTo>
                      <a:pt x="71" y="101"/>
                      <a:pt x="78" y="76"/>
                      <a:pt x="83" y="59"/>
                    </a:cubicBezTo>
                    <a:cubicBezTo>
                      <a:pt x="86" y="51"/>
                      <a:pt x="88" y="44"/>
                      <a:pt x="89" y="39"/>
                    </a:cubicBezTo>
                    <a:cubicBezTo>
                      <a:pt x="91" y="35"/>
                      <a:pt x="92" y="32"/>
                      <a:pt x="92" y="32"/>
                    </a:cubicBezTo>
                    <a:cubicBezTo>
                      <a:pt x="92" y="32"/>
                      <a:pt x="92" y="32"/>
                      <a:pt x="92" y="32"/>
                    </a:cubicBezTo>
                    <a:cubicBezTo>
                      <a:pt x="92" y="3"/>
                      <a:pt x="92" y="3"/>
                      <a:pt x="92" y="3"/>
                    </a:cubicBezTo>
                    <a:cubicBezTo>
                      <a:pt x="90" y="3"/>
                      <a:pt x="90" y="3"/>
                      <a:pt x="90" y="3"/>
                    </a:cubicBezTo>
                    <a:cubicBezTo>
                      <a:pt x="89" y="5"/>
                      <a:pt x="89" y="5"/>
                      <a:pt x="89" y="5"/>
                    </a:cubicBezTo>
                    <a:lnTo>
                      <a:pt x="90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0" name="Freeform 108">
                <a:extLst>
                  <a:ext uri="{FF2B5EF4-FFF2-40B4-BE49-F238E27FC236}">
                    <a16:creationId xmlns:a16="http://schemas.microsoft.com/office/drawing/2014/main" id="{83B8F4B2-9FC5-44AB-BEAC-6A07DB140C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3" y="2204"/>
                <a:ext cx="82" cy="313"/>
              </a:xfrm>
              <a:custGeom>
                <a:avLst/>
                <a:gdLst>
                  <a:gd name="T0" fmla="*/ 0 w 82"/>
                  <a:gd name="T1" fmla="*/ 0 h 313"/>
                  <a:gd name="T2" fmla="*/ 54 w 82"/>
                  <a:gd name="T3" fmla="*/ 300 h 313"/>
                  <a:gd name="T4" fmla="*/ 82 w 82"/>
                  <a:gd name="T5" fmla="*/ 313 h 313"/>
                  <a:gd name="T6" fmla="*/ 19 w 82"/>
                  <a:gd name="T7" fmla="*/ 33 h 313"/>
                  <a:gd name="T8" fmla="*/ 0 w 82"/>
                  <a:gd name="T9" fmla="*/ 0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313">
                    <a:moveTo>
                      <a:pt x="0" y="0"/>
                    </a:moveTo>
                    <a:lnTo>
                      <a:pt x="54" y="300"/>
                    </a:lnTo>
                    <a:lnTo>
                      <a:pt x="82" y="313"/>
                    </a:lnTo>
                    <a:lnTo>
                      <a:pt x="19" y="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1" name="Freeform 109">
                <a:extLst>
                  <a:ext uri="{FF2B5EF4-FFF2-40B4-BE49-F238E27FC236}">
                    <a16:creationId xmlns:a16="http://schemas.microsoft.com/office/drawing/2014/main" id="{E6DEC91C-20AD-4CC9-87A6-387B0079F3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3" y="1253"/>
                <a:ext cx="129" cy="140"/>
              </a:xfrm>
              <a:custGeom>
                <a:avLst/>
                <a:gdLst>
                  <a:gd name="T0" fmla="*/ 0 w 89"/>
                  <a:gd name="T1" fmla="*/ 34 h 96"/>
                  <a:gd name="T2" fmla="*/ 22 w 89"/>
                  <a:gd name="T3" fmla="*/ 86 h 96"/>
                  <a:gd name="T4" fmla="*/ 81 w 89"/>
                  <a:gd name="T5" fmla="*/ 78 h 96"/>
                  <a:gd name="T6" fmla="*/ 88 w 89"/>
                  <a:gd name="T7" fmla="*/ 16 h 96"/>
                  <a:gd name="T8" fmla="*/ 60 w 89"/>
                  <a:gd name="T9" fmla="*/ 0 h 96"/>
                  <a:gd name="T10" fmla="*/ 0 w 89"/>
                  <a:gd name="T11" fmla="*/ 34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96">
                    <a:moveTo>
                      <a:pt x="0" y="34"/>
                    </a:moveTo>
                    <a:cubicBezTo>
                      <a:pt x="6" y="55"/>
                      <a:pt x="11" y="76"/>
                      <a:pt x="22" y="86"/>
                    </a:cubicBezTo>
                    <a:cubicBezTo>
                      <a:pt x="33" y="96"/>
                      <a:pt x="73" y="95"/>
                      <a:pt x="81" y="78"/>
                    </a:cubicBezTo>
                    <a:cubicBezTo>
                      <a:pt x="89" y="62"/>
                      <a:pt x="88" y="16"/>
                      <a:pt x="88" y="16"/>
                    </a:cubicBezTo>
                    <a:cubicBezTo>
                      <a:pt x="60" y="0"/>
                      <a:pt x="60" y="0"/>
                      <a:pt x="60" y="0"/>
                    </a:cubicBezTo>
                    <a:lnTo>
                      <a:pt x="0" y="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2" name="Freeform 110">
                <a:extLst>
                  <a:ext uri="{FF2B5EF4-FFF2-40B4-BE49-F238E27FC236}">
                    <a16:creationId xmlns:a16="http://schemas.microsoft.com/office/drawing/2014/main" id="{7229CE0B-776F-4696-80C4-B2D6EA7516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2" y="1134"/>
                <a:ext cx="300" cy="192"/>
              </a:xfrm>
              <a:custGeom>
                <a:avLst/>
                <a:gdLst>
                  <a:gd name="T0" fmla="*/ 200 w 206"/>
                  <a:gd name="T1" fmla="*/ 70 h 132"/>
                  <a:gd name="T2" fmla="*/ 159 w 206"/>
                  <a:gd name="T3" fmla="*/ 115 h 132"/>
                  <a:gd name="T4" fmla="*/ 31 w 206"/>
                  <a:gd name="T5" fmla="*/ 131 h 132"/>
                  <a:gd name="T6" fmla="*/ 11 w 206"/>
                  <a:gd name="T7" fmla="*/ 99 h 132"/>
                  <a:gd name="T8" fmla="*/ 13 w 206"/>
                  <a:gd name="T9" fmla="*/ 30 h 132"/>
                  <a:gd name="T10" fmla="*/ 162 w 206"/>
                  <a:gd name="T11" fmla="*/ 3 h 132"/>
                  <a:gd name="T12" fmla="*/ 186 w 206"/>
                  <a:gd name="T13" fmla="*/ 18 h 132"/>
                  <a:gd name="T14" fmla="*/ 200 w 206"/>
                  <a:gd name="T15" fmla="*/ 7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6" h="132">
                    <a:moveTo>
                      <a:pt x="200" y="70"/>
                    </a:moveTo>
                    <a:cubicBezTo>
                      <a:pt x="191" y="82"/>
                      <a:pt x="175" y="108"/>
                      <a:pt x="159" y="115"/>
                    </a:cubicBezTo>
                    <a:cubicBezTo>
                      <a:pt x="143" y="121"/>
                      <a:pt x="43" y="130"/>
                      <a:pt x="31" y="131"/>
                    </a:cubicBezTo>
                    <a:cubicBezTo>
                      <a:pt x="19" y="132"/>
                      <a:pt x="13" y="109"/>
                      <a:pt x="11" y="99"/>
                    </a:cubicBezTo>
                    <a:cubicBezTo>
                      <a:pt x="9" y="88"/>
                      <a:pt x="0" y="49"/>
                      <a:pt x="13" y="30"/>
                    </a:cubicBezTo>
                    <a:cubicBezTo>
                      <a:pt x="25" y="11"/>
                      <a:pt x="152" y="0"/>
                      <a:pt x="162" y="3"/>
                    </a:cubicBezTo>
                    <a:cubicBezTo>
                      <a:pt x="171" y="6"/>
                      <a:pt x="182" y="16"/>
                      <a:pt x="186" y="18"/>
                    </a:cubicBezTo>
                    <a:cubicBezTo>
                      <a:pt x="190" y="19"/>
                      <a:pt x="206" y="62"/>
                      <a:pt x="200" y="7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" name="Freeform 111">
                <a:extLst>
                  <a:ext uri="{FF2B5EF4-FFF2-40B4-BE49-F238E27FC236}">
                    <a16:creationId xmlns:a16="http://schemas.microsoft.com/office/drawing/2014/main" id="{55484536-583F-4D70-BD07-9757F41C911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97" y="1175"/>
                <a:ext cx="228" cy="137"/>
              </a:xfrm>
              <a:custGeom>
                <a:avLst/>
                <a:gdLst>
                  <a:gd name="T0" fmla="*/ 129 w 157"/>
                  <a:gd name="T1" fmla="*/ 6 h 94"/>
                  <a:gd name="T2" fmla="*/ 129 w 157"/>
                  <a:gd name="T3" fmla="*/ 6 h 94"/>
                  <a:gd name="T4" fmla="*/ 139 w 157"/>
                  <a:gd name="T5" fmla="*/ 12 h 94"/>
                  <a:gd name="T6" fmla="*/ 148 w 157"/>
                  <a:gd name="T7" fmla="*/ 56 h 94"/>
                  <a:gd name="T8" fmla="*/ 146 w 157"/>
                  <a:gd name="T9" fmla="*/ 68 h 94"/>
                  <a:gd name="T10" fmla="*/ 133 w 157"/>
                  <a:gd name="T11" fmla="*/ 76 h 94"/>
                  <a:gd name="T12" fmla="*/ 126 w 157"/>
                  <a:gd name="T13" fmla="*/ 77 h 94"/>
                  <a:gd name="T14" fmla="*/ 25 w 157"/>
                  <a:gd name="T15" fmla="*/ 88 h 94"/>
                  <a:gd name="T16" fmla="*/ 24 w 157"/>
                  <a:gd name="T17" fmla="*/ 88 h 94"/>
                  <a:gd name="T18" fmla="*/ 14 w 157"/>
                  <a:gd name="T19" fmla="*/ 75 h 94"/>
                  <a:gd name="T20" fmla="*/ 9 w 157"/>
                  <a:gd name="T21" fmla="*/ 40 h 94"/>
                  <a:gd name="T22" fmla="*/ 7 w 157"/>
                  <a:gd name="T23" fmla="*/ 32 h 94"/>
                  <a:gd name="T24" fmla="*/ 20 w 157"/>
                  <a:gd name="T25" fmla="*/ 21 h 94"/>
                  <a:gd name="T26" fmla="*/ 123 w 157"/>
                  <a:gd name="T27" fmla="*/ 6 h 94"/>
                  <a:gd name="T28" fmla="*/ 129 w 157"/>
                  <a:gd name="T29" fmla="*/ 6 h 94"/>
                  <a:gd name="T30" fmla="*/ 129 w 157"/>
                  <a:gd name="T31" fmla="*/ 0 h 94"/>
                  <a:gd name="T32" fmla="*/ 122 w 157"/>
                  <a:gd name="T33" fmla="*/ 0 h 94"/>
                  <a:gd name="T34" fmla="*/ 18 w 157"/>
                  <a:gd name="T35" fmla="*/ 15 h 94"/>
                  <a:gd name="T36" fmla="*/ 2 w 157"/>
                  <a:gd name="T37" fmla="*/ 33 h 94"/>
                  <a:gd name="T38" fmla="*/ 9 w 157"/>
                  <a:gd name="T39" fmla="*/ 76 h 94"/>
                  <a:gd name="T40" fmla="*/ 23 w 157"/>
                  <a:gd name="T41" fmla="*/ 94 h 94"/>
                  <a:gd name="T42" fmla="*/ 25 w 157"/>
                  <a:gd name="T43" fmla="*/ 94 h 94"/>
                  <a:gd name="T44" fmla="*/ 133 w 157"/>
                  <a:gd name="T45" fmla="*/ 82 h 94"/>
                  <a:gd name="T46" fmla="*/ 154 w 157"/>
                  <a:gd name="T47" fmla="*/ 55 h 94"/>
                  <a:gd name="T48" fmla="*/ 145 w 157"/>
                  <a:gd name="T49" fmla="*/ 11 h 94"/>
                  <a:gd name="T50" fmla="*/ 129 w 157"/>
                  <a:gd name="T51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7" h="94">
                    <a:moveTo>
                      <a:pt x="129" y="6"/>
                    </a:moveTo>
                    <a:cubicBezTo>
                      <a:pt x="129" y="6"/>
                      <a:pt x="129" y="6"/>
                      <a:pt x="129" y="6"/>
                    </a:cubicBezTo>
                    <a:cubicBezTo>
                      <a:pt x="138" y="6"/>
                      <a:pt x="139" y="10"/>
                      <a:pt x="139" y="12"/>
                    </a:cubicBezTo>
                    <a:cubicBezTo>
                      <a:pt x="141" y="24"/>
                      <a:pt x="148" y="55"/>
                      <a:pt x="148" y="56"/>
                    </a:cubicBezTo>
                    <a:cubicBezTo>
                      <a:pt x="149" y="60"/>
                      <a:pt x="148" y="65"/>
                      <a:pt x="146" y="68"/>
                    </a:cubicBezTo>
                    <a:cubicBezTo>
                      <a:pt x="143" y="72"/>
                      <a:pt x="138" y="75"/>
                      <a:pt x="133" y="76"/>
                    </a:cubicBezTo>
                    <a:cubicBezTo>
                      <a:pt x="126" y="77"/>
                      <a:pt x="126" y="77"/>
                      <a:pt x="126" y="77"/>
                    </a:cubicBezTo>
                    <a:cubicBezTo>
                      <a:pt x="104" y="79"/>
                      <a:pt x="37" y="88"/>
                      <a:pt x="25" y="88"/>
                    </a:cubicBezTo>
                    <a:cubicBezTo>
                      <a:pt x="24" y="88"/>
                      <a:pt x="24" y="88"/>
                      <a:pt x="24" y="88"/>
                    </a:cubicBezTo>
                    <a:cubicBezTo>
                      <a:pt x="22" y="88"/>
                      <a:pt x="17" y="87"/>
                      <a:pt x="14" y="75"/>
                    </a:cubicBezTo>
                    <a:cubicBezTo>
                      <a:pt x="13" y="65"/>
                      <a:pt x="10" y="51"/>
                      <a:pt x="9" y="40"/>
                    </a:cubicBezTo>
                    <a:cubicBezTo>
                      <a:pt x="8" y="37"/>
                      <a:pt x="8" y="34"/>
                      <a:pt x="7" y="32"/>
                    </a:cubicBezTo>
                    <a:cubicBezTo>
                      <a:pt x="7" y="27"/>
                      <a:pt x="7" y="24"/>
                      <a:pt x="20" y="21"/>
                    </a:cubicBezTo>
                    <a:cubicBezTo>
                      <a:pt x="31" y="19"/>
                      <a:pt x="114" y="7"/>
                      <a:pt x="123" y="6"/>
                    </a:cubicBezTo>
                    <a:cubicBezTo>
                      <a:pt x="125" y="6"/>
                      <a:pt x="127" y="6"/>
                      <a:pt x="129" y="6"/>
                    </a:cubicBezTo>
                    <a:moveTo>
                      <a:pt x="129" y="0"/>
                    </a:moveTo>
                    <a:cubicBezTo>
                      <a:pt x="126" y="0"/>
                      <a:pt x="124" y="0"/>
                      <a:pt x="122" y="0"/>
                    </a:cubicBezTo>
                    <a:cubicBezTo>
                      <a:pt x="114" y="1"/>
                      <a:pt x="31" y="13"/>
                      <a:pt x="18" y="15"/>
                    </a:cubicBezTo>
                    <a:cubicBezTo>
                      <a:pt x="6" y="18"/>
                      <a:pt x="0" y="22"/>
                      <a:pt x="2" y="33"/>
                    </a:cubicBezTo>
                    <a:cubicBezTo>
                      <a:pt x="3" y="44"/>
                      <a:pt x="6" y="64"/>
                      <a:pt x="9" y="76"/>
                    </a:cubicBezTo>
                    <a:cubicBezTo>
                      <a:pt x="11" y="88"/>
                      <a:pt x="16" y="93"/>
                      <a:pt x="23" y="94"/>
                    </a:cubicBezTo>
                    <a:cubicBezTo>
                      <a:pt x="24" y="94"/>
                      <a:pt x="24" y="94"/>
                      <a:pt x="25" y="94"/>
                    </a:cubicBezTo>
                    <a:cubicBezTo>
                      <a:pt x="38" y="94"/>
                      <a:pt x="119" y="84"/>
                      <a:pt x="133" y="82"/>
                    </a:cubicBezTo>
                    <a:cubicBezTo>
                      <a:pt x="149" y="80"/>
                      <a:pt x="157" y="66"/>
                      <a:pt x="154" y="55"/>
                    </a:cubicBezTo>
                    <a:cubicBezTo>
                      <a:pt x="154" y="55"/>
                      <a:pt x="147" y="23"/>
                      <a:pt x="145" y="11"/>
                    </a:cubicBezTo>
                    <a:cubicBezTo>
                      <a:pt x="144" y="2"/>
                      <a:pt x="136" y="0"/>
                      <a:pt x="1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" name="Freeform 112">
                <a:extLst>
                  <a:ext uri="{FF2B5EF4-FFF2-40B4-BE49-F238E27FC236}">
                    <a16:creationId xmlns:a16="http://schemas.microsoft.com/office/drawing/2014/main" id="{F33F499B-3AEE-4289-B7DB-C74D45B17DE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23" y="1202"/>
                <a:ext cx="173" cy="83"/>
              </a:xfrm>
              <a:custGeom>
                <a:avLst/>
                <a:gdLst>
                  <a:gd name="T0" fmla="*/ 101 w 119"/>
                  <a:gd name="T1" fmla="*/ 2 h 57"/>
                  <a:gd name="T2" fmla="*/ 101 w 119"/>
                  <a:gd name="T3" fmla="*/ 2 h 57"/>
                  <a:gd name="T4" fmla="*/ 110 w 119"/>
                  <a:gd name="T5" fmla="*/ 6 h 57"/>
                  <a:gd name="T6" fmla="*/ 116 w 119"/>
                  <a:gd name="T7" fmla="*/ 31 h 57"/>
                  <a:gd name="T8" fmla="*/ 115 w 119"/>
                  <a:gd name="T9" fmla="*/ 37 h 57"/>
                  <a:gd name="T10" fmla="*/ 101 w 119"/>
                  <a:gd name="T11" fmla="*/ 44 h 57"/>
                  <a:gd name="T12" fmla="*/ 96 w 119"/>
                  <a:gd name="T13" fmla="*/ 45 h 57"/>
                  <a:gd name="T14" fmla="*/ 17 w 119"/>
                  <a:gd name="T15" fmla="*/ 55 h 57"/>
                  <a:gd name="T16" fmla="*/ 17 w 119"/>
                  <a:gd name="T17" fmla="*/ 55 h 57"/>
                  <a:gd name="T18" fmla="*/ 7 w 119"/>
                  <a:gd name="T19" fmla="*/ 46 h 57"/>
                  <a:gd name="T20" fmla="*/ 4 w 119"/>
                  <a:gd name="T21" fmla="*/ 26 h 57"/>
                  <a:gd name="T22" fmla="*/ 3 w 119"/>
                  <a:gd name="T23" fmla="*/ 22 h 57"/>
                  <a:gd name="T24" fmla="*/ 15 w 119"/>
                  <a:gd name="T25" fmla="*/ 14 h 57"/>
                  <a:gd name="T26" fmla="*/ 95 w 119"/>
                  <a:gd name="T27" fmla="*/ 3 h 57"/>
                  <a:gd name="T28" fmla="*/ 101 w 119"/>
                  <a:gd name="T29" fmla="*/ 2 h 57"/>
                  <a:gd name="T30" fmla="*/ 101 w 119"/>
                  <a:gd name="T31" fmla="*/ 0 h 57"/>
                  <a:gd name="T32" fmla="*/ 95 w 119"/>
                  <a:gd name="T33" fmla="*/ 1 h 57"/>
                  <a:gd name="T34" fmla="*/ 15 w 119"/>
                  <a:gd name="T35" fmla="*/ 12 h 57"/>
                  <a:gd name="T36" fmla="*/ 1 w 119"/>
                  <a:gd name="T37" fmla="*/ 22 h 57"/>
                  <a:gd name="T38" fmla="*/ 6 w 119"/>
                  <a:gd name="T39" fmla="*/ 47 h 57"/>
                  <a:gd name="T40" fmla="*/ 16 w 119"/>
                  <a:gd name="T41" fmla="*/ 57 h 57"/>
                  <a:gd name="T42" fmla="*/ 17 w 119"/>
                  <a:gd name="T43" fmla="*/ 57 h 57"/>
                  <a:gd name="T44" fmla="*/ 101 w 119"/>
                  <a:gd name="T45" fmla="*/ 46 h 57"/>
                  <a:gd name="T46" fmla="*/ 118 w 119"/>
                  <a:gd name="T47" fmla="*/ 31 h 57"/>
                  <a:gd name="T48" fmla="*/ 112 w 119"/>
                  <a:gd name="T49" fmla="*/ 6 h 57"/>
                  <a:gd name="T50" fmla="*/ 101 w 119"/>
                  <a:gd name="T51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9" h="57">
                    <a:moveTo>
                      <a:pt x="101" y="2"/>
                    </a:moveTo>
                    <a:cubicBezTo>
                      <a:pt x="101" y="2"/>
                      <a:pt x="101" y="2"/>
                      <a:pt x="101" y="2"/>
                    </a:cubicBezTo>
                    <a:cubicBezTo>
                      <a:pt x="107" y="2"/>
                      <a:pt x="110" y="4"/>
                      <a:pt x="110" y="6"/>
                    </a:cubicBezTo>
                    <a:cubicBezTo>
                      <a:pt x="112" y="13"/>
                      <a:pt x="116" y="31"/>
                      <a:pt x="116" y="31"/>
                    </a:cubicBezTo>
                    <a:cubicBezTo>
                      <a:pt x="116" y="33"/>
                      <a:pt x="116" y="35"/>
                      <a:pt x="115" y="37"/>
                    </a:cubicBezTo>
                    <a:cubicBezTo>
                      <a:pt x="112" y="41"/>
                      <a:pt x="107" y="44"/>
                      <a:pt x="101" y="44"/>
                    </a:cubicBezTo>
                    <a:cubicBezTo>
                      <a:pt x="96" y="45"/>
                      <a:pt x="96" y="45"/>
                      <a:pt x="96" y="45"/>
                    </a:cubicBezTo>
                    <a:cubicBezTo>
                      <a:pt x="78" y="47"/>
                      <a:pt x="24" y="55"/>
                      <a:pt x="17" y="55"/>
                    </a:cubicBezTo>
                    <a:cubicBezTo>
                      <a:pt x="17" y="55"/>
                      <a:pt x="17" y="55"/>
                      <a:pt x="17" y="55"/>
                    </a:cubicBezTo>
                    <a:cubicBezTo>
                      <a:pt x="11" y="54"/>
                      <a:pt x="9" y="52"/>
                      <a:pt x="7" y="46"/>
                    </a:cubicBezTo>
                    <a:cubicBezTo>
                      <a:pt x="6" y="41"/>
                      <a:pt x="5" y="33"/>
                      <a:pt x="4" y="26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3" y="18"/>
                      <a:pt x="4" y="16"/>
                      <a:pt x="15" y="14"/>
                    </a:cubicBezTo>
                    <a:cubicBezTo>
                      <a:pt x="24" y="12"/>
                      <a:pt x="88" y="3"/>
                      <a:pt x="95" y="3"/>
                    </a:cubicBezTo>
                    <a:cubicBezTo>
                      <a:pt x="97" y="2"/>
                      <a:pt x="99" y="2"/>
                      <a:pt x="101" y="2"/>
                    </a:cubicBezTo>
                    <a:moveTo>
                      <a:pt x="101" y="0"/>
                    </a:moveTo>
                    <a:cubicBezTo>
                      <a:pt x="99" y="0"/>
                      <a:pt x="97" y="0"/>
                      <a:pt x="95" y="1"/>
                    </a:cubicBezTo>
                    <a:cubicBezTo>
                      <a:pt x="89" y="1"/>
                      <a:pt x="24" y="10"/>
                      <a:pt x="15" y="12"/>
                    </a:cubicBezTo>
                    <a:cubicBezTo>
                      <a:pt x="5" y="14"/>
                      <a:pt x="0" y="16"/>
                      <a:pt x="1" y="22"/>
                    </a:cubicBezTo>
                    <a:cubicBezTo>
                      <a:pt x="2" y="29"/>
                      <a:pt x="4" y="40"/>
                      <a:pt x="6" y="47"/>
                    </a:cubicBezTo>
                    <a:cubicBezTo>
                      <a:pt x="7" y="53"/>
                      <a:pt x="11" y="56"/>
                      <a:pt x="16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25" y="57"/>
                      <a:pt x="90" y="48"/>
                      <a:pt x="101" y="46"/>
                    </a:cubicBezTo>
                    <a:cubicBezTo>
                      <a:pt x="113" y="45"/>
                      <a:pt x="119" y="37"/>
                      <a:pt x="118" y="31"/>
                    </a:cubicBezTo>
                    <a:cubicBezTo>
                      <a:pt x="118" y="31"/>
                      <a:pt x="114" y="13"/>
                      <a:pt x="112" y="6"/>
                    </a:cubicBezTo>
                    <a:cubicBezTo>
                      <a:pt x="111" y="1"/>
                      <a:pt x="106" y="0"/>
                      <a:pt x="101" y="0"/>
                    </a:cubicBezTo>
                    <a:close/>
                  </a:path>
                </a:pathLst>
              </a:custGeom>
              <a:solidFill>
                <a:srgbClr val="FF71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5" name="Freeform 113">
                <a:extLst>
                  <a:ext uri="{FF2B5EF4-FFF2-40B4-BE49-F238E27FC236}">
                    <a16:creationId xmlns:a16="http://schemas.microsoft.com/office/drawing/2014/main" id="{1AD565A0-E15A-4CE3-B7D0-6ACF94D416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2" y="1095"/>
                <a:ext cx="307" cy="67"/>
              </a:xfrm>
              <a:custGeom>
                <a:avLst/>
                <a:gdLst>
                  <a:gd name="T0" fmla="*/ 36 w 211"/>
                  <a:gd name="T1" fmla="*/ 7 h 46"/>
                  <a:gd name="T2" fmla="*/ 22 w 211"/>
                  <a:gd name="T3" fmla="*/ 40 h 46"/>
                  <a:gd name="T4" fmla="*/ 211 w 211"/>
                  <a:gd name="T5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1" h="46">
                    <a:moveTo>
                      <a:pt x="36" y="7"/>
                    </a:moveTo>
                    <a:cubicBezTo>
                      <a:pt x="25" y="17"/>
                      <a:pt x="0" y="35"/>
                      <a:pt x="22" y="40"/>
                    </a:cubicBezTo>
                    <a:cubicBezTo>
                      <a:pt x="43" y="46"/>
                      <a:pt x="158" y="37"/>
                      <a:pt x="211" y="0"/>
                    </a:cubicBezTo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6" name="Freeform 114">
                <a:extLst>
                  <a:ext uri="{FF2B5EF4-FFF2-40B4-BE49-F238E27FC236}">
                    <a16:creationId xmlns:a16="http://schemas.microsoft.com/office/drawing/2014/main" id="{16817B5F-5B57-43D4-B66C-2B8F3C4E86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8" y="1092"/>
                <a:ext cx="293" cy="67"/>
              </a:xfrm>
              <a:custGeom>
                <a:avLst/>
                <a:gdLst>
                  <a:gd name="T0" fmla="*/ 23 w 201"/>
                  <a:gd name="T1" fmla="*/ 8 h 46"/>
                  <a:gd name="T2" fmla="*/ 9 w 201"/>
                  <a:gd name="T3" fmla="*/ 21 h 46"/>
                  <a:gd name="T4" fmla="*/ 3 w 201"/>
                  <a:gd name="T5" fmla="*/ 28 h 46"/>
                  <a:gd name="T6" fmla="*/ 0 w 201"/>
                  <a:gd name="T7" fmla="*/ 35 h 46"/>
                  <a:gd name="T8" fmla="*/ 3 w 201"/>
                  <a:gd name="T9" fmla="*/ 41 h 46"/>
                  <a:gd name="T10" fmla="*/ 10 w 201"/>
                  <a:gd name="T11" fmla="*/ 44 h 46"/>
                  <a:gd name="T12" fmla="*/ 30 w 201"/>
                  <a:gd name="T13" fmla="*/ 46 h 46"/>
                  <a:gd name="T14" fmla="*/ 115 w 201"/>
                  <a:gd name="T15" fmla="*/ 36 h 46"/>
                  <a:gd name="T16" fmla="*/ 201 w 201"/>
                  <a:gd name="T17" fmla="*/ 3 h 46"/>
                  <a:gd name="T18" fmla="*/ 199 w 201"/>
                  <a:gd name="T19" fmla="*/ 0 h 46"/>
                  <a:gd name="T20" fmla="*/ 114 w 201"/>
                  <a:gd name="T21" fmla="*/ 32 h 46"/>
                  <a:gd name="T22" fmla="*/ 30 w 201"/>
                  <a:gd name="T23" fmla="*/ 42 h 46"/>
                  <a:gd name="T24" fmla="*/ 11 w 201"/>
                  <a:gd name="T25" fmla="*/ 41 h 46"/>
                  <a:gd name="T26" fmla="*/ 5 w 201"/>
                  <a:gd name="T27" fmla="*/ 38 h 46"/>
                  <a:gd name="T28" fmla="*/ 4 w 201"/>
                  <a:gd name="T29" fmla="*/ 35 h 46"/>
                  <a:gd name="T30" fmla="*/ 6 w 201"/>
                  <a:gd name="T31" fmla="*/ 30 h 46"/>
                  <a:gd name="T32" fmla="*/ 15 w 201"/>
                  <a:gd name="T33" fmla="*/ 20 h 46"/>
                  <a:gd name="T34" fmla="*/ 26 w 201"/>
                  <a:gd name="T35" fmla="*/ 11 h 46"/>
                  <a:gd name="T36" fmla="*/ 23 w 201"/>
                  <a:gd name="T37" fmla="*/ 8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01" h="46">
                    <a:moveTo>
                      <a:pt x="23" y="8"/>
                    </a:moveTo>
                    <a:cubicBezTo>
                      <a:pt x="20" y="11"/>
                      <a:pt x="14" y="16"/>
                      <a:pt x="9" y="21"/>
                    </a:cubicBezTo>
                    <a:cubicBezTo>
                      <a:pt x="7" y="23"/>
                      <a:pt x="4" y="25"/>
                      <a:pt x="3" y="28"/>
                    </a:cubicBezTo>
                    <a:cubicBezTo>
                      <a:pt x="1" y="30"/>
                      <a:pt x="0" y="33"/>
                      <a:pt x="0" y="35"/>
                    </a:cubicBezTo>
                    <a:cubicBezTo>
                      <a:pt x="0" y="37"/>
                      <a:pt x="1" y="39"/>
                      <a:pt x="3" y="41"/>
                    </a:cubicBezTo>
                    <a:cubicBezTo>
                      <a:pt x="4" y="42"/>
                      <a:pt x="7" y="44"/>
                      <a:pt x="10" y="44"/>
                    </a:cubicBezTo>
                    <a:cubicBezTo>
                      <a:pt x="14" y="46"/>
                      <a:pt x="21" y="46"/>
                      <a:pt x="30" y="46"/>
                    </a:cubicBezTo>
                    <a:cubicBezTo>
                      <a:pt x="51" y="46"/>
                      <a:pt x="82" y="43"/>
                      <a:pt x="115" y="36"/>
                    </a:cubicBezTo>
                    <a:cubicBezTo>
                      <a:pt x="147" y="29"/>
                      <a:pt x="179" y="19"/>
                      <a:pt x="201" y="3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78" y="15"/>
                      <a:pt x="146" y="26"/>
                      <a:pt x="114" y="32"/>
                    </a:cubicBezTo>
                    <a:cubicBezTo>
                      <a:pt x="82" y="39"/>
                      <a:pt x="50" y="42"/>
                      <a:pt x="30" y="42"/>
                    </a:cubicBezTo>
                    <a:cubicBezTo>
                      <a:pt x="21" y="42"/>
                      <a:pt x="15" y="41"/>
                      <a:pt x="11" y="41"/>
                    </a:cubicBezTo>
                    <a:cubicBezTo>
                      <a:pt x="8" y="40"/>
                      <a:pt x="6" y="39"/>
                      <a:pt x="5" y="38"/>
                    </a:cubicBezTo>
                    <a:cubicBezTo>
                      <a:pt x="4" y="37"/>
                      <a:pt x="4" y="36"/>
                      <a:pt x="4" y="35"/>
                    </a:cubicBezTo>
                    <a:cubicBezTo>
                      <a:pt x="4" y="34"/>
                      <a:pt x="5" y="32"/>
                      <a:pt x="6" y="30"/>
                    </a:cubicBezTo>
                    <a:cubicBezTo>
                      <a:pt x="8" y="27"/>
                      <a:pt x="12" y="23"/>
                      <a:pt x="15" y="20"/>
                    </a:cubicBezTo>
                    <a:cubicBezTo>
                      <a:pt x="19" y="17"/>
                      <a:pt x="23" y="14"/>
                      <a:pt x="26" y="11"/>
                    </a:cubicBezTo>
                    <a:cubicBezTo>
                      <a:pt x="23" y="8"/>
                      <a:pt x="23" y="8"/>
                      <a:pt x="23" y="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7" name="Freeform 115">
                <a:extLst>
                  <a:ext uri="{FF2B5EF4-FFF2-40B4-BE49-F238E27FC236}">
                    <a16:creationId xmlns:a16="http://schemas.microsoft.com/office/drawing/2014/main" id="{208F1885-91F1-42A9-B0C2-BA9984D47D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7" y="911"/>
                <a:ext cx="341" cy="225"/>
              </a:xfrm>
              <a:custGeom>
                <a:avLst/>
                <a:gdLst>
                  <a:gd name="T0" fmla="*/ 12 w 234"/>
                  <a:gd name="T1" fmla="*/ 133 h 154"/>
                  <a:gd name="T2" fmla="*/ 22 w 234"/>
                  <a:gd name="T3" fmla="*/ 63 h 154"/>
                  <a:gd name="T4" fmla="*/ 99 w 234"/>
                  <a:gd name="T5" fmla="*/ 10 h 154"/>
                  <a:gd name="T6" fmla="*/ 204 w 234"/>
                  <a:gd name="T7" fmla="*/ 47 h 154"/>
                  <a:gd name="T8" fmla="*/ 234 w 234"/>
                  <a:gd name="T9" fmla="*/ 143 h 154"/>
                  <a:gd name="T10" fmla="*/ 225 w 234"/>
                  <a:gd name="T11" fmla="*/ 146 h 154"/>
                  <a:gd name="T12" fmla="*/ 206 w 234"/>
                  <a:gd name="T13" fmla="*/ 139 h 154"/>
                  <a:gd name="T14" fmla="*/ 168 w 234"/>
                  <a:gd name="T15" fmla="*/ 120 h 154"/>
                  <a:gd name="T16" fmla="*/ 57 w 234"/>
                  <a:gd name="T17" fmla="*/ 147 h 154"/>
                  <a:gd name="T18" fmla="*/ 12 w 234"/>
                  <a:gd name="T19" fmla="*/ 133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4" h="154">
                    <a:moveTo>
                      <a:pt x="12" y="133"/>
                    </a:moveTo>
                    <a:cubicBezTo>
                      <a:pt x="12" y="133"/>
                      <a:pt x="7" y="94"/>
                      <a:pt x="22" y="63"/>
                    </a:cubicBezTo>
                    <a:cubicBezTo>
                      <a:pt x="37" y="32"/>
                      <a:pt x="46" y="20"/>
                      <a:pt x="99" y="10"/>
                    </a:cubicBezTo>
                    <a:cubicBezTo>
                      <a:pt x="152" y="0"/>
                      <a:pt x="190" y="18"/>
                      <a:pt x="204" y="47"/>
                    </a:cubicBezTo>
                    <a:cubicBezTo>
                      <a:pt x="218" y="76"/>
                      <a:pt x="234" y="143"/>
                      <a:pt x="234" y="143"/>
                    </a:cubicBezTo>
                    <a:cubicBezTo>
                      <a:pt x="234" y="143"/>
                      <a:pt x="229" y="147"/>
                      <a:pt x="225" y="146"/>
                    </a:cubicBezTo>
                    <a:cubicBezTo>
                      <a:pt x="222" y="146"/>
                      <a:pt x="210" y="146"/>
                      <a:pt x="206" y="139"/>
                    </a:cubicBezTo>
                    <a:cubicBezTo>
                      <a:pt x="203" y="131"/>
                      <a:pt x="183" y="114"/>
                      <a:pt x="168" y="120"/>
                    </a:cubicBezTo>
                    <a:cubicBezTo>
                      <a:pt x="153" y="126"/>
                      <a:pt x="125" y="140"/>
                      <a:pt x="57" y="147"/>
                    </a:cubicBezTo>
                    <a:cubicBezTo>
                      <a:pt x="0" y="154"/>
                      <a:pt x="12" y="133"/>
                      <a:pt x="12" y="133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8" name="Freeform 116">
                <a:extLst>
                  <a:ext uri="{FF2B5EF4-FFF2-40B4-BE49-F238E27FC236}">
                    <a16:creationId xmlns:a16="http://schemas.microsoft.com/office/drawing/2014/main" id="{1C7E2C41-7649-4A59-8181-2AFCD275ED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0" y="919"/>
                <a:ext cx="331" cy="211"/>
              </a:xfrm>
              <a:custGeom>
                <a:avLst/>
                <a:gdLst>
                  <a:gd name="T0" fmla="*/ 5 w 227"/>
                  <a:gd name="T1" fmla="*/ 128 h 145"/>
                  <a:gd name="T2" fmla="*/ 4 w 227"/>
                  <a:gd name="T3" fmla="*/ 116 h 145"/>
                  <a:gd name="T4" fmla="*/ 38 w 227"/>
                  <a:gd name="T5" fmla="*/ 26 h 145"/>
                  <a:gd name="T6" fmla="*/ 119 w 227"/>
                  <a:gd name="T7" fmla="*/ 4 h 145"/>
                  <a:gd name="T8" fmla="*/ 213 w 227"/>
                  <a:gd name="T9" fmla="*/ 101 h 145"/>
                  <a:gd name="T10" fmla="*/ 223 w 227"/>
                  <a:gd name="T11" fmla="*/ 139 h 145"/>
                  <a:gd name="T12" fmla="*/ 224 w 227"/>
                  <a:gd name="T13" fmla="*/ 137 h 145"/>
                  <a:gd name="T14" fmla="*/ 221 w 227"/>
                  <a:gd name="T15" fmla="*/ 138 h 145"/>
                  <a:gd name="T16" fmla="*/ 216 w 227"/>
                  <a:gd name="T17" fmla="*/ 139 h 145"/>
                  <a:gd name="T18" fmla="*/ 207 w 227"/>
                  <a:gd name="T19" fmla="*/ 138 h 145"/>
                  <a:gd name="T20" fmla="*/ 199 w 227"/>
                  <a:gd name="T21" fmla="*/ 133 h 145"/>
                  <a:gd name="T22" fmla="*/ 182 w 227"/>
                  <a:gd name="T23" fmla="*/ 116 h 145"/>
                  <a:gd name="T24" fmla="*/ 158 w 227"/>
                  <a:gd name="T25" fmla="*/ 113 h 145"/>
                  <a:gd name="T26" fmla="*/ 48 w 227"/>
                  <a:gd name="T27" fmla="*/ 140 h 145"/>
                  <a:gd name="T28" fmla="*/ 48 w 227"/>
                  <a:gd name="T29" fmla="*/ 140 h 145"/>
                  <a:gd name="T30" fmla="*/ 7 w 227"/>
                  <a:gd name="T31" fmla="*/ 138 h 145"/>
                  <a:gd name="T32" fmla="*/ 4 w 227"/>
                  <a:gd name="T33" fmla="*/ 132 h 145"/>
                  <a:gd name="T34" fmla="*/ 4 w 227"/>
                  <a:gd name="T35" fmla="*/ 129 h 145"/>
                  <a:gd name="T36" fmla="*/ 4 w 227"/>
                  <a:gd name="T37" fmla="*/ 129 h 145"/>
                  <a:gd name="T38" fmla="*/ 4 w 227"/>
                  <a:gd name="T39" fmla="*/ 129 h 145"/>
                  <a:gd name="T40" fmla="*/ 4 w 227"/>
                  <a:gd name="T41" fmla="*/ 129 h 145"/>
                  <a:gd name="T42" fmla="*/ 5 w 227"/>
                  <a:gd name="T43" fmla="*/ 129 h 145"/>
                  <a:gd name="T44" fmla="*/ 3 w 227"/>
                  <a:gd name="T45" fmla="*/ 128 h 145"/>
                  <a:gd name="T46" fmla="*/ 0 w 227"/>
                  <a:gd name="T47" fmla="*/ 132 h 145"/>
                  <a:gd name="T48" fmla="*/ 9 w 227"/>
                  <a:gd name="T49" fmla="*/ 143 h 145"/>
                  <a:gd name="T50" fmla="*/ 49 w 227"/>
                  <a:gd name="T51" fmla="*/ 144 h 145"/>
                  <a:gd name="T52" fmla="*/ 48 w 227"/>
                  <a:gd name="T53" fmla="*/ 144 h 145"/>
                  <a:gd name="T54" fmla="*/ 160 w 227"/>
                  <a:gd name="T55" fmla="*/ 117 h 145"/>
                  <a:gd name="T56" fmla="*/ 184 w 227"/>
                  <a:gd name="T57" fmla="*/ 123 h 145"/>
                  <a:gd name="T58" fmla="*/ 195 w 227"/>
                  <a:gd name="T59" fmla="*/ 134 h 145"/>
                  <a:gd name="T60" fmla="*/ 209 w 227"/>
                  <a:gd name="T61" fmla="*/ 143 h 145"/>
                  <a:gd name="T62" fmla="*/ 216 w 227"/>
                  <a:gd name="T63" fmla="*/ 143 h 145"/>
                  <a:gd name="T64" fmla="*/ 217 w 227"/>
                  <a:gd name="T65" fmla="*/ 143 h 145"/>
                  <a:gd name="T66" fmla="*/ 226 w 227"/>
                  <a:gd name="T67" fmla="*/ 140 h 145"/>
                  <a:gd name="T68" fmla="*/ 227 w 227"/>
                  <a:gd name="T69" fmla="*/ 138 h 145"/>
                  <a:gd name="T70" fmla="*/ 197 w 227"/>
                  <a:gd name="T71" fmla="*/ 41 h 145"/>
                  <a:gd name="T72" fmla="*/ 90 w 227"/>
                  <a:gd name="T73" fmla="*/ 3 h 145"/>
                  <a:gd name="T74" fmla="*/ 11 w 227"/>
                  <a:gd name="T75" fmla="*/ 57 h 145"/>
                  <a:gd name="T76" fmla="*/ 1 w 227"/>
                  <a:gd name="T77" fmla="*/ 129 h 145"/>
                  <a:gd name="T78" fmla="*/ 1 w 227"/>
                  <a:gd name="T79" fmla="*/ 127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27" h="145">
                    <a:moveTo>
                      <a:pt x="3" y="128"/>
                    </a:moveTo>
                    <a:cubicBezTo>
                      <a:pt x="5" y="128"/>
                      <a:pt x="5" y="128"/>
                      <a:pt x="5" y="128"/>
                    </a:cubicBezTo>
                    <a:cubicBezTo>
                      <a:pt x="5" y="128"/>
                      <a:pt x="5" y="128"/>
                      <a:pt x="4" y="127"/>
                    </a:cubicBezTo>
                    <a:cubicBezTo>
                      <a:pt x="4" y="126"/>
                      <a:pt x="4" y="121"/>
                      <a:pt x="4" y="116"/>
                    </a:cubicBezTo>
                    <a:cubicBezTo>
                      <a:pt x="4" y="102"/>
                      <a:pt x="6" y="79"/>
                      <a:pt x="15" y="59"/>
                    </a:cubicBezTo>
                    <a:cubicBezTo>
                      <a:pt x="22" y="44"/>
                      <a:pt x="28" y="33"/>
                      <a:pt x="38" y="26"/>
                    </a:cubicBezTo>
                    <a:cubicBezTo>
                      <a:pt x="49" y="18"/>
                      <a:pt x="64" y="12"/>
                      <a:pt x="91" y="7"/>
                    </a:cubicBezTo>
                    <a:cubicBezTo>
                      <a:pt x="101" y="5"/>
                      <a:pt x="110" y="4"/>
                      <a:pt x="119" y="4"/>
                    </a:cubicBezTo>
                    <a:cubicBezTo>
                      <a:pt x="157" y="4"/>
                      <a:pt x="182" y="20"/>
                      <a:pt x="193" y="43"/>
                    </a:cubicBezTo>
                    <a:cubicBezTo>
                      <a:pt x="200" y="57"/>
                      <a:pt x="208" y="81"/>
                      <a:pt x="213" y="101"/>
                    </a:cubicBezTo>
                    <a:cubicBezTo>
                      <a:pt x="216" y="111"/>
                      <a:pt x="219" y="121"/>
                      <a:pt x="220" y="128"/>
                    </a:cubicBezTo>
                    <a:cubicBezTo>
                      <a:pt x="222" y="134"/>
                      <a:pt x="223" y="139"/>
                      <a:pt x="223" y="139"/>
                    </a:cubicBezTo>
                    <a:cubicBezTo>
                      <a:pt x="225" y="138"/>
                      <a:pt x="225" y="138"/>
                      <a:pt x="225" y="138"/>
                    </a:cubicBezTo>
                    <a:cubicBezTo>
                      <a:pt x="224" y="137"/>
                      <a:pt x="224" y="137"/>
                      <a:pt x="224" y="137"/>
                    </a:cubicBezTo>
                    <a:cubicBezTo>
                      <a:pt x="223" y="137"/>
                      <a:pt x="223" y="137"/>
                      <a:pt x="223" y="137"/>
                    </a:cubicBezTo>
                    <a:cubicBezTo>
                      <a:pt x="223" y="137"/>
                      <a:pt x="222" y="138"/>
                      <a:pt x="221" y="138"/>
                    </a:cubicBezTo>
                    <a:cubicBezTo>
                      <a:pt x="219" y="139"/>
                      <a:pt x="218" y="140"/>
                      <a:pt x="217" y="139"/>
                    </a:cubicBezTo>
                    <a:cubicBezTo>
                      <a:pt x="216" y="139"/>
                      <a:pt x="216" y="139"/>
                      <a:pt x="216" y="139"/>
                    </a:cubicBezTo>
                    <a:cubicBezTo>
                      <a:pt x="216" y="139"/>
                      <a:pt x="216" y="139"/>
                      <a:pt x="216" y="139"/>
                    </a:cubicBezTo>
                    <a:cubicBezTo>
                      <a:pt x="215" y="139"/>
                      <a:pt x="211" y="139"/>
                      <a:pt x="207" y="138"/>
                    </a:cubicBezTo>
                    <a:cubicBezTo>
                      <a:pt x="205" y="138"/>
                      <a:pt x="204" y="137"/>
                      <a:pt x="202" y="136"/>
                    </a:cubicBezTo>
                    <a:cubicBezTo>
                      <a:pt x="201" y="135"/>
                      <a:pt x="200" y="134"/>
                      <a:pt x="199" y="133"/>
                    </a:cubicBezTo>
                    <a:cubicBezTo>
                      <a:pt x="198" y="131"/>
                      <a:pt x="197" y="129"/>
                      <a:pt x="195" y="126"/>
                    </a:cubicBezTo>
                    <a:cubicBezTo>
                      <a:pt x="191" y="123"/>
                      <a:pt x="187" y="119"/>
                      <a:pt x="182" y="116"/>
                    </a:cubicBezTo>
                    <a:cubicBezTo>
                      <a:pt x="177" y="114"/>
                      <a:pt x="171" y="112"/>
                      <a:pt x="166" y="112"/>
                    </a:cubicBezTo>
                    <a:cubicBezTo>
                      <a:pt x="163" y="112"/>
                      <a:pt x="161" y="112"/>
                      <a:pt x="158" y="113"/>
                    </a:cubicBezTo>
                    <a:cubicBezTo>
                      <a:pt x="151" y="116"/>
                      <a:pt x="140" y="121"/>
                      <a:pt x="123" y="126"/>
                    </a:cubicBezTo>
                    <a:cubicBezTo>
                      <a:pt x="106" y="131"/>
                      <a:pt x="82" y="137"/>
                      <a:pt x="48" y="140"/>
                    </a:cubicBezTo>
                    <a:cubicBezTo>
                      <a:pt x="48" y="140"/>
                      <a:pt x="48" y="140"/>
                      <a:pt x="48" y="140"/>
                    </a:cubicBezTo>
                    <a:cubicBezTo>
                      <a:pt x="48" y="140"/>
                      <a:pt x="48" y="140"/>
                      <a:pt x="48" y="140"/>
                    </a:cubicBezTo>
                    <a:cubicBezTo>
                      <a:pt x="40" y="141"/>
                      <a:pt x="33" y="141"/>
                      <a:pt x="28" y="141"/>
                    </a:cubicBezTo>
                    <a:cubicBezTo>
                      <a:pt x="17" y="142"/>
                      <a:pt x="11" y="140"/>
                      <a:pt x="7" y="138"/>
                    </a:cubicBezTo>
                    <a:cubicBezTo>
                      <a:pt x="6" y="137"/>
                      <a:pt x="5" y="136"/>
                      <a:pt x="4" y="135"/>
                    </a:cubicBezTo>
                    <a:cubicBezTo>
                      <a:pt x="4" y="134"/>
                      <a:pt x="4" y="133"/>
                      <a:pt x="4" y="132"/>
                    </a:cubicBezTo>
                    <a:cubicBezTo>
                      <a:pt x="4" y="131"/>
                      <a:pt x="4" y="131"/>
                      <a:pt x="4" y="130"/>
                    </a:cubicBezTo>
                    <a:cubicBezTo>
                      <a:pt x="4" y="129"/>
                      <a:pt x="4" y="129"/>
                      <a:pt x="4" y="129"/>
                    </a:cubicBezTo>
                    <a:cubicBezTo>
                      <a:pt x="4" y="129"/>
                      <a:pt x="4" y="129"/>
                      <a:pt x="4" y="129"/>
                    </a:cubicBezTo>
                    <a:cubicBezTo>
                      <a:pt x="4" y="129"/>
                      <a:pt x="4" y="129"/>
                      <a:pt x="4" y="129"/>
                    </a:cubicBezTo>
                    <a:cubicBezTo>
                      <a:pt x="4" y="129"/>
                      <a:pt x="4" y="129"/>
                      <a:pt x="4" y="129"/>
                    </a:cubicBezTo>
                    <a:cubicBezTo>
                      <a:pt x="4" y="129"/>
                      <a:pt x="4" y="129"/>
                      <a:pt x="4" y="129"/>
                    </a:cubicBezTo>
                    <a:cubicBezTo>
                      <a:pt x="4" y="129"/>
                      <a:pt x="4" y="129"/>
                      <a:pt x="4" y="129"/>
                    </a:cubicBezTo>
                    <a:cubicBezTo>
                      <a:pt x="4" y="129"/>
                      <a:pt x="4" y="129"/>
                      <a:pt x="4" y="129"/>
                    </a:cubicBezTo>
                    <a:cubicBezTo>
                      <a:pt x="4" y="129"/>
                      <a:pt x="4" y="129"/>
                      <a:pt x="4" y="129"/>
                    </a:cubicBezTo>
                    <a:cubicBezTo>
                      <a:pt x="5" y="129"/>
                      <a:pt x="5" y="129"/>
                      <a:pt x="5" y="129"/>
                    </a:cubicBezTo>
                    <a:cubicBezTo>
                      <a:pt x="5" y="128"/>
                      <a:pt x="5" y="128"/>
                      <a:pt x="5" y="128"/>
                    </a:cubicBezTo>
                    <a:cubicBezTo>
                      <a:pt x="3" y="128"/>
                      <a:pt x="3" y="128"/>
                      <a:pt x="3" y="128"/>
                    </a:cubicBezTo>
                    <a:cubicBezTo>
                      <a:pt x="1" y="127"/>
                      <a:pt x="1" y="127"/>
                      <a:pt x="1" y="127"/>
                    </a:cubicBezTo>
                    <a:cubicBezTo>
                      <a:pt x="1" y="128"/>
                      <a:pt x="0" y="129"/>
                      <a:pt x="0" y="132"/>
                    </a:cubicBezTo>
                    <a:cubicBezTo>
                      <a:pt x="0" y="134"/>
                      <a:pt x="0" y="135"/>
                      <a:pt x="1" y="137"/>
                    </a:cubicBezTo>
                    <a:cubicBezTo>
                      <a:pt x="2" y="139"/>
                      <a:pt x="5" y="141"/>
                      <a:pt x="9" y="143"/>
                    </a:cubicBezTo>
                    <a:cubicBezTo>
                      <a:pt x="13" y="145"/>
                      <a:pt x="19" y="145"/>
                      <a:pt x="28" y="145"/>
                    </a:cubicBezTo>
                    <a:cubicBezTo>
                      <a:pt x="34" y="145"/>
                      <a:pt x="40" y="145"/>
                      <a:pt x="49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8" y="144"/>
                      <a:pt x="48" y="144"/>
                      <a:pt x="48" y="144"/>
                    </a:cubicBezTo>
                    <a:cubicBezTo>
                      <a:pt x="83" y="141"/>
                      <a:pt x="107" y="135"/>
                      <a:pt x="124" y="130"/>
                    </a:cubicBezTo>
                    <a:cubicBezTo>
                      <a:pt x="142" y="125"/>
                      <a:pt x="152" y="119"/>
                      <a:pt x="160" y="117"/>
                    </a:cubicBezTo>
                    <a:cubicBezTo>
                      <a:pt x="162" y="116"/>
                      <a:pt x="163" y="116"/>
                      <a:pt x="166" y="116"/>
                    </a:cubicBezTo>
                    <a:cubicBezTo>
                      <a:pt x="172" y="116"/>
                      <a:pt x="179" y="119"/>
                      <a:pt x="184" y="123"/>
                    </a:cubicBezTo>
                    <a:cubicBezTo>
                      <a:pt x="187" y="125"/>
                      <a:pt x="190" y="127"/>
                      <a:pt x="192" y="129"/>
                    </a:cubicBezTo>
                    <a:cubicBezTo>
                      <a:pt x="194" y="131"/>
                      <a:pt x="195" y="133"/>
                      <a:pt x="195" y="134"/>
                    </a:cubicBezTo>
                    <a:cubicBezTo>
                      <a:pt x="196" y="137"/>
                      <a:pt x="198" y="138"/>
                      <a:pt x="200" y="140"/>
                    </a:cubicBezTo>
                    <a:cubicBezTo>
                      <a:pt x="203" y="142"/>
                      <a:pt x="206" y="142"/>
                      <a:pt x="209" y="143"/>
                    </a:cubicBezTo>
                    <a:cubicBezTo>
                      <a:pt x="212" y="143"/>
                      <a:pt x="215" y="143"/>
                      <a:pt x="216" y="143"/>
                    </a:cubicBezTo>
                    <a:cubicBezTo>
                      <a:pt x="216" y="143"/>
                      <a:pt x="216" y="143"/>
                      <a:pt x="216" y="143"/>
                    </a:cubicBezTo>
                    <a:cubicBezTo>
                      <a:pt x="216" y="143"/>
                      <a:pt x="216" y="143"/>
                      <a:pt x="216" y="143"/>
                    </a:cubicBezTo>
                    <a:cubicBezTo>
                      <a:pt x="217" y="143"/>
                      <a:pt x="217" y="143"/>
                      <a:pt x="217" y="143"/>
                    </a:cubicBezTo>
                    <a:cubicBezTo>
                      <a:pt x="219" y="143"/>
                      <a:pt x="221" y="142"/>
                      <a:pt x="223" y="142"/>
                    </a:cubicBezTo>
                    <a:cubicBezTo>
                      <a:pt x="225" y="141"/>
                      <a:pt x="226" y="140"/>
                      <a:pt x="226" y="140"/>
                    </a:cubicBezTo>
                    <a:cubicBezTo>
                      <a:pt x="227" y="139"/>
                      <a:pt x="227" y="139"/>
                      <a:pt x="227" y="139"/>
                    </a:cubicBezTo>
                    <a:cubicBezTo>
                      <a:pt x="227" y="138"/>
                      <a:pt x="227" y="138"/>
                      <a:pt x="227" y="138"/>
                    </a:cubicBezTo>
                    <a:cubicBezTo>
                      <a:pt x="227" y="138"/>
                      <a:pt x="223" y="121"/>
                      <a:pt x="217" y="100"/>
                    </a:cubicBezTo>
                    <a:cubicBezTo>
                      <a:pt x="212" y="80"/>
                      <a:pt x="204" y="56"/>
                      <a:pt x="197" y="41"/>
                    </a:cubicBezTo>
                    <a:cubicBezTo>
                      <a:pt x="185" y="17"/>
                      <a:pt x="158" y="0"/>
                      <a:pt x="119" y="0"/>
                    </a:cubicBezTo>
                    <a:cubicBezTo>
                      <a:pt x="110" y="0"/>
                      <a:pt x="100" y="1"/>
                      <a:pt x="90" y="3"/>
                    </a:cubicBezTo>
                    <a:cubicBezTo>
                      <a:pt x="63" y="8"/>
                      <a:pt x="47" y="14"/>
                      <a:pt x="36" y="22"/>
                    </a:cubicBezTo>
                    <a:cubicBezTo>
                      <a:pt x="25" y="31"/>
                      <a:pt x="19" y="42"/>
                      <a:pt x="11" y="57"/>
                    </a:cubicBezTo>
                    <a:cubicBezTo>
                      <a:pt x="2" y="78"/>
                      <a:pt x="0" y="101"/>
                      <a:pt x="0" y="116"/>
                    </a:cubicBezTo>
                    <a:cubicBezTo>
                      <a:pt x="0" y="123"/>
                      <a:pt x="1" y="129"/>
                      <a:pt x="1" y="129"/>
                    </a:cubicBezTo>
                    <a:cubicBezTo>
                      <a:pt x="3" y="128"/>
                      <a:pt x="3" y="128"/>
                      <a:pt x="3" y="128"/>
                    </a:cubicBezTo>
                    <a:cubicBezTo>
                      <a:pt x="1" y="127"/>
                      <a:pt x="1" y="127"/>
                      <a:pt x="1" y="127"/>
                    </a:cubicBezTo>
                    <a:lnTo>
                      <a:pt x="3" y="1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9" name="Freeform 117">
                <a:extLst>
                  <a:ext uri="{FF2B5EF4-FFF2-40B4-BE49-F238E27FC236}">
                    <a16:creationId xmlns:a16="http://schemas.microsoft.com/office/drawing/2014/main" id="{5B131E81-F57A-495F-80BF-1834EECCCB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0" y="1034"/>
                <a:ext cx="262" cy="83"/>
              </a:xfrm>
              <a:custGeom>
                <a:avLst/>
                <a:gdLst>
                  <a:gd name="T0" fmla="*/ 5 w 180"/>
                  <a:gd name="T1" fmla="*/ 16 h 57"/>
                  <a:gd name="T2" fmla="*/ 7 w 180"/>
                  <a:gd name="T3" fmla="*/ 55 h 57"/>
                  <a:gd name="T4" fmla="*/ 121 w 180"/>
                  <a:gd name="T5" fmla="*/ 38 h 57"/>
                  <a:gd name="T6" fmla="*/ 82 w 180"/>
                  <a:gd name="T7" fmla="*/ 18 h 57"/>
                  <a:gd name="T8" fmla="*/ 5 w 180"/>
                  <a:gd name="T9" fmla="*/ 1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57">
                    <a:moveTo>
                      <a:pt x="5" y="16"/>
                    </a:moveTo>
                    <a:cubicBezTo>
                      <a:pt x="0" y="33"/>
                      <a:pt x="0" y="53"/>
                      <a:pt x="7" y="55"/>
                    </a:cubicBezTo>
                    <a:cubicBezTo>
                      <a:pt x="14" y="57"/>
                      <a:pt x="69" y="55"/>
                      <a:pt x="121" y="38"/>
                    </a:cubicBezTo>
                    <a:cubicBezTo>
                      <a:pt x="180" y="19"/>
                      <a:pt x="105" y="37"/>
                      <a:pt x="82" y="18"/>
                    </a:cubicBezTo>
                    <a:cubicBezTo>
                      <a:pt x="60" y="0"/>
                      <a:pt x="11" y="6"/>
                      <a:pt x="5" y="1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0" name="Freeform 118">
                <a:extLst>
                  <a:ext uri="{FF2B5EF4-FFF2-40B4-BE49-F238E27FC236}">
                    <a16:creationId xmlns:a16="http://schemas.microsoft.com/office/drawing/2014/main" id="{27F851B7-D851-468A-B3D4-28A9413E4B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4" y="1990"/>
                <a:ext cx="104" cy="322"/>
              </a:xfrm>
              <a:custGeom>
                <a:avLst/>
                <a:gdLst>
                  <a:gd name="T0" fmla="*/ 58 w 71"/>
                  <a:gd name="T1" fmla="*/ 5 h 221"/>
                  <a:gd name="T2" fmla="*/ 0 w 71"/>
                  <a:gd name="T3" fmla="*/ 213 h 221"/>
                  <a:gd name="T4" fmla="*/ 5 w 71"/>
                  <a:gd name="T5" fmla="*/ 220 h 221"/>
                  <a:gd name="T6" fmla="*/ 12 w 71"/>
                  <a:gd name="T7" fmla="*/ 215 h 221"/>
                  <a:gd name="T8" fmla="*/ 49 w 71"/>
                  <a:gd name="T9" fmla="*/ 72 h 221"/>
                  <a:gd name="T10" fmla="*/ 63 w 71"/>
                  <a:gd name="T11" fmla="*/ 26 h 221"/>
                  <a:gd name="T12" fmla="*/ 68 w 71"/>
                  <a:gd name="T13" fmla="*/ 13 h 221"/>
                  <a:gd name="T14" fmla="*/ 69 w 71"/>
                  <a:gd name="T15" fmla="*/ 10 h 221"/>
                  <a:gd name="T16" fmla="*/ 69 w 71"/>
                  <a:gd name="T17" fmla="*/ 9 h 221"/>
                  <a:gd name="T18" fmla="*/ 66 w 71"/>
                  <a:gd name="T19" fmla="*/ 1 h 221"/>
                  <a:gd name="T20" fmla="*/ 58 w 71"/>
                  <a:gd name="T21" fmla="*/ 5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1" h="221">
                    <a:moveTo>
                      <a:pt x="58" y="5"/>
                    </a:moveTo>
                    <a:cubicBezTo>
                      <a:pt x="58" y="5"/>
                      <a:pt x="21" y="106"/>
                      <a:pt x="0" y="213"/>
                    </a:cubicBezTo>
                    <a:cubicBezTo>
                      <a:pt x="0" y="216"/>
                      <a:pt x="2" y="220"/>
                      <a:pt x="5" y="220"/>
                    </a:cubicBezTo>
                    <a:cubicBezTo>
                      <a:pt x="8" y="221"/>
                      <a:pt x="12" y="219"/>
                      <a:pt x="12" y="215"/>
                    </a:cubicBezTo>
                    <a:cubicBezTo>
                      <a:pt x="22" y="163"/>
                      <a:pt x="37" y="111"/>
                      <a:pt x="49" y="72"/>
                    </a:cubicBezTo>
                    <a:cubicBezTo>
                      <a:pt x="54" y="53"/>
                      <a:pt x="60" y="37"/>
                      <a:pt x="63" y="26"/>
                    </a:cubicBezTo>
                    <a:cubicBezTo>
                      <a:pt x="65" y="20"/>
                      <a:pt x="67" y="16"/>
                      <a:pt x="68" y="13"/>
                    </a:cubicBezTo>
                    <a:cubicBezTo>
                      <a:pt x="68" y="12"/>
                      <a:pt x="69" y="11"/>
                      <a:pt x="69" y="10"/>
                    </a:cubicBezTo>
                    <a:cubicBezTo>
                      <a:pt x="69" y="9"/>
                      <a:pt x="69" y="9"/>
                      <a:pt x="69" y="9"/>
                    </a:cubicBezTo>
                    <a:cubicBezTo>
                      <a:pt x="71" y="6"/>
                      <a:pt x="69" y="2"/>
                      <a:pt x="66" y="1"/>
                    </a:cubicBezTo>
                    <a:cubicBezTo>
                      <a:pt x="63" y="0"/>
                      <a:pt x="59" y="1"/>
                      <a:pt x="58" y="5"/>
                    </a:cubicBezTo>
                    <a:close/>
                  </a:path>
                </a:pathLst>
              </a:custGeom>
              <a:solidFill>
                <a:srgbClr val="085E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1" name="Freeform 119">
                <a:extLst>
                  <a:ext uri="{FF2B5EF4-FFF2-40B4-BE49-F238E27FC236}">
                    <a16:creationId xmlns:a16="http://schemas.microsoft.com/office/drawing/2014/main" id="{D7FF54CE-54B8-4A61-B186-BCF44FFD6D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" y="1521"/>
                <a:ext cx="239" cy="118"/>
              </a:xfrm>
              <a:custGeom>
                <a:avLst/>
                <a:gdLst>
                  <a:gd name="T0" fmla="*/ 157 w 164"/>
                  <a:gd name="T1" fmla="*/ 0 h 81"/>
                  <a:gd name="T2" fmla="*/ 4 w 164"/>
                  <a:gd name="T3" fmla="*/ 69 h 81"/>
                  <a:gd name="T4" fmla="*/ 2 w 164"/>
                  <a:gd name="T5" fmla="*/ 77 h 81"/>
                  <a:gd name="T6" fmla="*/ 10 w 164"/>
                  <a:gd name="T7" fmla="*/ 79 h 81"/>
                  <a:gd name="T8" fmla="*/ 117 w 164"/>
                  <a:gd name="T9" fmla="*/ 24 h 81"/>
                  <a:gd name="T10" fmla="*/ 148 w 164"/>
                  <a:gd name="T11" fmla="*/ 15 h 81"/>
                  <a:gd name="T12" fmla="*/ 156 w 164"/>
                  <a:gd name="T13" fmla="*/ 13 h 81"/>
                  <a:gd name="T14" fmla="*/ 158 w 164"/>
                  <a:gd name="T15" fmla="*/ 12 h 81"/>
                  <a:gd name="T16" fmla="*/ 159 w 164"/>
                  <a:gd name="T17" fmla="*/ 12 h 81"/>
                  <a:gd name="T18" fmla="*/ 159 w 164"/>
                  <a:gd name="T19" fmla="*/ 12 h 81"/>
                  <a:gd name="T20" fmla="*/ 164 w 164"/>
                  <a:gd name="T21" fmla="*/ 5 h 81"/>
                  <a:gd name="T22" fmla="*/ 157 w 164"/>
                  <a:gd name="T23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4" h="81">
                    <a:moveTo>
                      <a:pt x="157" y="0"/>
                    </a:moveTo>
                    <a:cubicBezTo>
                      <a:pt x="156" y="0"/>
                      <a:pt x="91" y="11"/>
                      <a:pt x="4" y="69"/>
                    </a:cubicBezTo>
                    <a:cubicBezTo>
                      <a:pt x="1" y="71"/>
                      <a:pt x="0" y="75"/>
                      <a:pt x="2" y="77"/>
                    </a:cubicBezTo>
                    <a:cubicBezTo>
                      <a:pt x="4" y="80"/>
                      <a:pt x="7" y="81"/>
                      <a:pt x="10" y="79"/>
                    </a:cubicBezTo>
                    <a:cubicBezTo>
                      <a:pt x="53" y="51"/>
                      <a:pt x="90" y="34"/>
                      <a:pt x="117" y="24"/>
                    </a:cubicBezTo>
                    <a:cubicBezTo>
                      <a:pt x="130" y="20"/>
                      <a:pt x="141" y="17"/>
                      <a:pt x="148" y="15"/>
                    </a:cubicBezTo>
                    <a:cubicBezTo>
                      <a:pt x="152" y="14"/>
                      <a:pt x="154" y="13"/>
                      <a:pt x="156" y="13"/>
                    </a:cubicBezTo>
                    <a:cubicBezTo>
                      <a:pt x="157" y="13"/>
                      <a:pt x="158" y="12"/>
                      <a:pt x="158" y="12"/>
                    </a:cubicBezTo>
                    <a:cubicBezTo>
                      <a:pt x="159" y="12"/>
                      <a:pt x="159" y="12"/>
                      <a:pt x="159" y="12"/>
                    </a:cubicBezTo>
                    <a:cubicBezTo>
                      <a:pt x="159" y="12"/>
                      <a:pt x="159" y="12"/>
                      <a:pt x="159" y="12"/>
                    </a:cubicBezTo>
                    <a:cubicBezTo>
                      <a:pt x="162" y="12"/>
                      <a:pt x="164" y="9"/>
                      <a:pt x="164" y="5"/>
                    </a:cubicBezTo>
                    <a:cubicBezTo>
                      <a:pt x="163" y="2"/>
                      <a:pt x="160" y="0"/>
                      <a:pt x="157" y="0"/>
                    </a:cubicBezTo>
                    <a:close/>
                  </a:path>
                </a:pathLst>
              </a:custGeom>
              <a:solidFill>
                <a:srgbClr val="085E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2" name="Freeform 120">
                <a:extLst>
                  <a:ext uri="{FF2B5EF4-FFF2-40B4-BE49-F238E27FC236}">
                    <a16:creationId xmlns:a16="http://schemas.microsoft.com/office/drawing/2014/main" id="{CA461A1E-2D0E-4AB8-9F11-E7B434331E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7" y="1258"/>
                <a:ext cx="73" cy="147"/>
              </a:xfrm>
              <a:custGeom>
                <a:avLst/>
                <a:gdLst>
                  <a:gd name="T0" fmla="*/ 0 w 50"/>
                  <a:gd name="T1" fmla="*/ 11 h 101"/>
                  <a:gd name="T2" fmla="*/ 19 w 50"/>
                  <a:gd name="T3" fmla="*/ 85 h 101"/>
                  <a:gd name="T4" fmla="*/ 18 w 50"/>
                  <a:gd name="T5" fmla="*/ 87 h 101"/>
                  <a:gd name="T6" fmla="*/ 47 w 50"/>
                  <a:gd name="T7" fmla="*/ 101 h 101"/>
                  <a:gd name="T8" fmla="*/ 41 w 50"/>
                  <a:gd name="T9" fmla="*/ 32 h 101"/>
                  <a:gd name="T10" fmla="*/ 0 w 50"/>
                  <a:gd name="T11" fmla="*/ 11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" h="101">
                    <a:moveTo>
                      <a:pt x="0" y="11"/>
                    </a:moveTo>
                    <a:cubicBezTo>
                      <a:pt x="6" y="9"/>
                      <a:pt x="27" y="40"/>
                      <a:pt x="19" y="85"/>
                    </a:cubicBezTo>
                    <a:cubicBezTo>
                      <a:pt x="18" y="87"/>
                      <a:pt x="18" y="87"/>
                      <a:pt x="18" y="87"/>
                    </a:cubicBezTo>
                    <a:cubicBezTo>
                      <a:pt x="26" y="87"/>
                      <a:pt x="42" y="97"/>
                      <a:pt x="47" y="101"/>
                    </a:cubicBezTo>
                    <a:cubicBezTo>
                      <a:pt x="50" y="76"/>
                      <a:pt x="45" y="44"/>
                      <a:pt x="41" y="32"/>
                    </a:cubicBezTo>
                    <a:cubicBezTo>
                      <a:pt x="41" y="32"/>
                      <a:pt x="18" y="0"/>
                      <a:pt x="0" y="11"/>
                    </a:cubicBezTo>
                    <a:close/>
                  </a:path>
                </a:pathLst>
              </a:custGeom>
              <a:solidFill>
                <a:srgbClr val="4BB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3" name="Freeform 121">
                <a:extLst>
                  <a:ext uri="{FF2B5EF4-FFF2-40B4-BE49-F238E27FC236}">
                    <a16:creationId xmlns:a16="http://schemas.microsoft.com/office/drawing/2014/main" id="{620821F9-4872-4444-A316-50D8C3271F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7" y="1397"/>
                <a:ext cx="56" cy="108"/>
              </a:xfrm>
              <a:custGeom>
                <a:avLst/>
                <a:gdLst>
                  <a:gd name="T0" fmla="*/ 27 w 38"/>
                  <a:gd name="T1" fmla="*/ 74 h 74"/>
                  <a:gd name="T2" fmla="*/ 38 w 38"/>
                  <a:gd name="T3" fmla="*/ 39 h 74"/>
                  <a:gd name="T4" fmla="*/ 14 w 38"/>
                  <a:gd name="T5" fmla="*/ 0 h 74"/>
                  <a:gd name="T6" fmla="*/ 0 w 38"/>
                  <a:gd name="T7" fmla="*/ 11 h 74"/>
                  <a:gd name="T8" fmla="*/ 27 w 38"/>
                  <a:gd name="T9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74">
                    <a:moveTo>
                      <a:pt x="27" y="74"/>
                    </a:moveTo>
                    <a:cubicBezTo>
                      <a:pt x="27" y="63"/>
                      <a:pt x="38" y="39"/>
                      <a:pt x="38" y="39"/>
                    </a:cubicBezTo>
                    <a:cubicBezTo>
                      <a:pt x="38" y="39"/>
                      <a:pt x="23" y="24"/>
                      <a:pt x="14" y="0"/>
                    </a:cubicBezTo>
                    <a:cubicBezTo>
                      <a:pt x="14" y="0"/>
                      <a:pt x="3" y="3"/>
                      <a:pt x="0" y="11"/>
                    </a:cubicBezTo>
                    <a:cubicBezTo>
                      <a:pt x="0" y="11"/>
                      <a:pt x="0" y="45"/>
                      <a:pt x="27" y="74"/>
                    </a:cubicBezTo>
                    <a:close/>
                  </a:path>
                </a:pathLst>
              </a:custGeom>
              <a:solidFill>
                <a:srgbClr val="4BB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4" name="Freeform 122">
                <a:extLst>
                  <a:ext uri="{FF2B5EF4-FFF2-40B4-BE49-F238E27FC236}">
                    <a16:creationId xmlns:a16="http://schemas.microsoft.com/office/drawing/2014/main" id="{E98FEE36-4008-4036-B608-20F65A63B2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4" y="789"/>
                <a:ext cx="412" cy="512"/>
              </a:xfrm>
              <a:custGeom>
                <a:avLst/>
                <a:gdLst>
                  <a:gd name="T0" fmla="*/ 283 w 283"/>
                  <a:gd name="T1" fmla="*/ 284 h 352"/>
                  <a:gd name="T2" fmla="*/ 236 w 283"/>
                  <a:gd name="T3" fmla="*/ 247 h 352"/>
                  <a:gd name="T4" fmla="*/ 240 w 283"/>
                  <a:gd name="T5" fmla="*/ 228 h 352"/>
                  <a:gd name="T6" fmla="*/ 267 w 283"/>
                  <a:gd name="T7" fmla="*/ 193 h 352"/>
                  <a:gd name="T8" fmla="*/ 261 w 283"/>
                  <a:gd name="T9" fmla="*/ 82 h 352"/>
                  <a:gd name="T10" fmla="*/ 170 w 283"/>
                  <a:gd name="T11" fmla="*/ 0 h 352"/>
                  <a:gd name="T12" fmla="*/ 35 w 283"/>
                  <a:gd name="T13" fmla="*/ 43 h 352"/>
                  <a:gd name="T14" fmla="*/ 24 w 283"/>
                  <a:gd name="T15" fmla="*/ 99 h 352"/>
                  <a:gd name="T16" fmla="*/ 12 w 283"/>
                  <a:gd name="T17" fmla="*/ 168 h 352"/>
                  <a:gd name="T18" fmla="*/ 1 w 283"/>
                  <a:gd name="T19" fmla="*/ 221 h 352"/>
                  <a:gd name="T20" fmla="*/ 56 w 283"/>
                  <a:gd name="T21" fmla="*/ 311 h 352"/>
                  <a:gd name="T22" fmla="*/ 103 w 283"/>
                  <a:gd name="T23" fmla="*/ 313 h 352"/>
                  <a:gd name="T24" fmla="*/ 139 w 283"/>
                  <a:gd name="T25" fmla="*/ 330 h 352"/>
                  <a:gd name="T26" fmla="*/ 274 w 283"/>
                  <a:gd name="T27" fmla="*/ 352 h 352"/>
                  <a:gd name="T28" fmla="*/ 283 w 283"/>
                  <a:gd name="T29" fmla="*/ 284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3" h="352">
                    <a:moveTo>
                      <a:pt x="283" y="284"/>
                    </a:moveTo>
                    <a:cubicBezTo>
                      <a:pt x="283" y="284"/>
                      <a:pt x="240" y="252"/>
                      <a:pt x="236" y="247"/>
                    </a:cubicBezTo>
                    <a:cubicBezTo>
                      <a:pt x="231" y="242"/>
                      <a:pt x="232" y="237"/>
                      <a:pt x="240" y="228"/>
                    </a:cubicBezTo>
                    <a:cubicBezTo>
                      <a:pt x="249" y="218"/>
                      <a:pt x="261" y="216"/>
                      <a:pt x="267" y="193"/>
                    </a:cubicBezTo>
                    <a:cubicBezTo>
                      <a:pt x="272" y="171"/>
                      <a:pt x="277" y="114"/>
                      <a:pt x="261" y="82"/>
                    </a:cubicBezTo>
                    <a:cubicBezTo>
                      <a:pt x="245" y="51"/>
                      <a:pt x="215" y="1"/>
                      <a:pt x="170" y="0"/>
                    </a:cubicBezTo>
                    <a:cubicBezTo>
                      <a:pt x="126" y="0"/>
                      <a:pt x="46" y="26"/>
                      <a:pt x="35" y="43"/>
                    </a:cubicBezTo>
                    <a:cubicBezTo>
                      <a:pt x="25" y="60"/>
                      <a:pt x="10" y="94"/>
                      <a:pt x="24" y="99"/>
                    </a:cubicBezTo>
                    <a:cubicBezTo>
                      <a:pt x="24" y="99"/>
                      <a:pt x="9" y="132"/>
                      <a:pt x="12" y="168"/>
                    </a:cubicBezTo>
                    <a:cubicBezTo>
                      <a:pt x="14" y="204"/>
                      <a:pt x="3" y="210"/>
                      <a:pt x="1" y="221"/>
                    </a:cubicBezTo>
                    <a:cubicBezTo>
                      <a:pt x="0" y="232"/>
                      <a:pt x="40" y="292"/>
                      <a:pt x="56" y="311"/>
                    </a:cubicBezTo>
                    <a:cubicBezTo>
                      <a:pt x="72" y="330"/>
                      <a:pt x="85" y="322"/>
                      <a:pt x="103" y="313"/>
                    </a:cubicBezTo>
                    <a:cubicBezTo>
                      <a:pt x="122" y="304"/>
                      <a:pt x="131" y="319"/>
                      <a:pt x="139" y="330"/>
                    </a:cubicBezTo>
                    <a:cubicBezTo>
                      <a:pt x="146" y="341"/>
                      <a:pt x="274" y="352"/>
                      <a:pt x="274" y="352"/>
                    </a:cubicBezTo>
                    <a:lnTo>
                      <a:pt x="283" y="2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5" name="Freeform 123">
                <a:extLst>
                  <a:ext uri="{FF2B5EF4-FFF2-40B4-BE49-F238E27FC236}">
                    <a16:creationId xmlns:a16="http://schemas.microsoft.com/office/drawing/2014/main" id="{0F3287FF-1507-4EF7-8E59-38E0709FFB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3" y="786"/>
                <a:ext cx="416" cy="518"/>
              </a:xfrm>
              <a:custGeom>
                <a:avLst/>
                <a:gdLst>
                  <a:gd name="T0" fmla="*/ 285 w 286"/>
                  <a:gd name="T1" fmla="*/ 284 h 356"/>
                  <a:gd name="T2" fmla="*/ 255 w 286"/>
                  <a:gd name="T3" fmla="*/ 261 h 356"/>
                  <a:gd name="T4" fmla="*/ 238 w 286"/>
                  <a:gd name="T5" fmla="*/ 248 h 356"/>
                  <a:gd name="T6" fmla="*/ 237 w 286"/>
                  <a:gd name="T7" fmla="*/ 238 h 356"/>
                  <a:gd name="T8" fmla="*/ 257 w 286"/>
                  <a:gd name="T9" fmla="*/ 219 h 356"/>
                  <a:gd name="T10" fmla="*/ 275 w 286"/>
                  <a:gd name="T11" fmla="*/ 145 h 356"/>
                  <a:gd name="T12" fmla="*/ 229 w 286"/>
                  <a:gd name="T13" fmla="*/ 30 h 356"/>
                  <a:gd name="T14" fmla="*/ 170 w 286"/>
                  <a:gd name="T15" fmla="*/ 0 h 356"/>
                  <a:gd name="T16" fmla="*/ 54 w 286"/>
                  <a:gd name="T17" fmla="*/ 30 h 356"/>
                  <a:gd name="T18" fmla="*/ 23 w 286"/>
                  <a:gd name="T19" fmla="*/ 67 h 356"/>
                  <a:gd name="T20" fmla="*/ 19 w 286"/>
                  <a:gd name="T21" fmla="*/ 98 h 356"/>
                  <a:gd name="T22" fmla="*/ 25 w 286"/>
                  <a:gd name="T23" fmla="*/ 101 h 356"/>
                  <a:gd name="T24" fmla="*/ 10 w 286"/>
                  <a:gd name="T25" fmla="*/ 162 h 356"/>
                  <a:gd name="T26" fmla="*/ 11 w 286"/>
                  <a:gd name="T27" fmla="*/ 179 h 356"/>
                  <a:gd name="T28" fmla="*/ 3 w 286"/>
                  <a:gd name="T29" fmla="*/ 215 h 356"/>
                  <a:gd name="T30" fmla="*/ 0 w 286"/>
                  <a:gd name="T31" fmla="*/ 224 h 356"/>
                  <a:gd name="T32" fmla="*/ 26 w 286"/>
                  <a:gd name="T33" fmla="*/ 274 h 356"/>
                  <a:gd name="T34" fmla="*/ 67 w 286"/>
                  <a:gd name="T35" fmla="*/ 324 h 356"/>
                  <a:gd name="T36" fmla="*/ 105 w 286"/>
                  <a:gd name="T37" fmla="*/ 317 h 356"/>
                  <a:gd name="T38" fmla="*/ 128 w 286"/>
                  <a:gd name="T39" fmla="*/ 320 h 356"/>
                  <a:gd name="T40" fmla="*/ 141 w 286"/>
                  <a:gd name="T41" fmla="*/ 336 h 356"/>
                  <a:gd name="T42" fmla="*/ 227 w 286"/>
                  <a:gd name="T43" fmla="*/ 351 h 356"/>
                  <a:gd name="T44" fmla="*/ 277 w 286"/>
                  <a:gd name="T45" fmla="*/ 356 h 356"/>
                  <a:gd name="T46" fmla="*/ 285 w 286"/>
                  <a:gd name="T47" fmla="*/ 284 h 356"/>
                  <a:gd name="T48" fmla="*/ 282 w 286"/>
                  <a:gd name="T49" fmla="*/ 286 h 356"/>
                  <a:gd name="T50" fmla="*/ 275 w 286"/>
                  <a:gd name="T51" fmla="*/ 354 h 356"/>
                  <a:gd name="T52" fmla="*/ 270 w 286"/>
                  <a:gd name="T53" fmla="*/ 351 h 356"/>
                  <a:gd name="T54" fmla="*/ 160 w 286"/>
                  <a:gd name="T55" fmla="*/ 337 h 356"/>
                  <a:gd name="T56" fmla="*/ 143 w 286"/>
                  <a:gd name="T57" fmla="*/ 332 h 356"/>
                  <a:gd name="T58" fmla="*/ 131 w 286"/>
                  <a:gd name="T59" fmla="*/ 317 h 356"/>
                  <a:gd name="T60" fmla="*/ 103 w 286"/>
                  <a:gd name="T61" fmla="*/ 313 h 356"/>
                  <a:gd name="T62" fmla="*/ 68 w 286"/>
                  <a:gd name="T63" fmla="*/ 320 h 356"/>
                  <a:gd name="T64" fmla="*/ 25 w 286"/>
                  <a:gd name="T65" fmla="*/ 265 h 356"/>
                  <a:gd name="T66" fmla="*/ 6 w 286"/>
                  <a:gd name="T67" fmla="*/ 230 h 356"/>
                  <a:gd name="T68" fmla="*/ 4 w 286"/>
                  <a:gd name="T69" fmla="*/ 224 h 356"/>
                  <a:gd name="T70" fmla="*/ 12 w 286"/>
                  <a:gd name="T71" fmla="*/ 203 h 356"/>
                  <a:gd name="T72" fmla="*/ 15 w 286"/>
                  <a:gd name="T73" fmla="*/ 170 h 356"/>
                  <a:gd name="T74" fmla="*/ 21 w 286"/>
                  <a:gd name="T75" fmla="*/ 120 h 356"/>
                  <a:gd name="T76" fmla="*/ 26 w 286"/>
                  <a:gd name="T77" fmla="*/ 103 h 356"/>
                  <a:gd name="T78" fmla="*/ 28 w 286"/>
                  <a:gd name="T79" fmla="*/ 100 h 356"/>
                  <a:gd name="T80" fmla="*/ 22 w 286"/>
                  <a:gd name="T81" fmla="*/ 96 h 356"/>
                  <a:gd name="T82" fmla="*/ 27 w 286"/>
                  <a:gd name="T83" fmla="*/ 68 h 356"/>
                  <a:gd name="T84" fmla="*/ 56 w 286"/>
                  <a:gd name="T85" fmla="*/ 33 h 356"/>
                  <a:gd name="T86" fmla="*/ 171 w 286"/>
                  <a:gd name="T87" fmla="*/ 4 h 356"/>
                  <a:gd name="T88" fmla="*/ 260 w 286"/>
                  <a:gd name="T89" fmla="*/ 85 h 356"/>
                  <a:gd name="T90" fmla="*/ 266 w 286"/>
                  <a:gd name="T91" fmla="*/ 195 h 356"/>
                  <a:gd name="T92" fmla="*/ 240 w 286"/>
                  <a:gd name="T93" fmla="*/ 228 h 356"/>
                  <a:gd name="T94" fmla="*/ 232 w 286"/>
                  <a:gd name="T95" fmla="*/ 243 h 356"/>
                  <a:gd name="T96" fmla="*/ 239 w 286"/>
                  <a:gd name="T97" fmla="*/ 253 h 356"/>
                  <a:gd name="T98" fmla="*/ 284 w 286"/>
                  <a:gd name="T99" fmla="*/ 286 h 356"/>
                  <a:gd name="T100" fmla="*/ 284 w 286"/>
                  <a:gd name="T101" fmla="*/ 286 h 3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86" h="356">
                    <a:moveTo>
                      <a:pt x="284" y="286"/>
                    </a:moveTo>
                    <a:cubicBezTo>
                      <a:pt x="285" y="284"/>
                      <a:pt x="285" y="284"/>
                      <a:pt x="285" y="284"/>
                    </a:cubicBezTo>
                    <a:cubicBezTo>
                      <a:pt x="285" y="284"/>
                      <a:pt x="282" y="282"/>
                      <a:pt x="278" y="279"/>
                    </a:cubicBezTo>
                    <a:cubicBezTo>
                      <a:pt x="272" y="275"/>
                      <a:pt x="263" y="268"/>
                      <a:pt x="255" y="261"/>
                    </a:cubicBezTo>
                    <a:cubicBezTo>
                      <a:pt x="251" y="258"/>
                      <a:pt x="247" y="255"/>
                      <a:pt x="244" y="253"/>
                    </a:cubicBezTo>
                    <a:cubicBezTo>
                      <a:pt x="241" y="250"/>
                      <a:pt x="239" y="248"/>
                      <a:pt x="238" y="248"/>
                    </a:cubicBezTo>
                    <a:cubicBezTo>
                      <a:pt x="236" y="246"/>
                      <a:pt x="236" y="244"/>
                      <a:pt x="236" y="243"/>
                    </a:cubicBezTo>
                    <a:cubicBezTo>
                      <a:pt x="236" y="242"/>
                      <a:pt x="236" y="240"/>
                      <a:pt x="237" y="238"/>
                    </a:cubicBezTo>
                    <a:cubicBezTo>
                      <a:pt x="238" y="236"/>
                      <a:pt x="240" y="234"/>
                      <a:pt x="243" y="231"/>
                    </a:cubicBezTo>
                    <a:cubicBezTo>
                      <a:pt x="247" y="226"/>
                      <a:pt x="252" y="224"/>
                      <a:pt x="257" y="219"/>
                    </a:cubicBezTo>
                    <a:cubicBezTo>
                      <a:pt x="262" y="214"/>
                      <a:pt x="267" y="207"/>
                      <a:pt x="270" y="196"/>
                    </a:cubicBezTo>
                    <a:cubicBezTo>
                      <a:pt x="272" y="184"/>
                      <a:pt x="275" y="165"/>
                      <a:pt x="275" y="145"/>
                    </a:cubicBezTo>
                    <a:cubicBezTo>
                      <a:pt x="275" y="123"/>
                      <a:pt x="272" y="100"/>
                      <a:pt x="264" y="83"/>
                    </a:cubicBezTo>
                    <a:cubicBezTo>
                      <a:pt x="256" y="67"/>
                      <a:pt x="244" y="47"/>
                      <a:pt x="229" y="30"/>
                    </a:cubicBezTo>
                    <a:cubicBezTo>
                      <a:pt x="213" y="14"/>
                      <a:pt x="194" y="1"/>
                      <a:pt x="171" y="0"/>
                    </a:cubicBezTo>
                    <a:cubicBezTo>
                      <a:pt x="171" y="0"/>
                      <a:pt x="170" y="0"/>
                      <a:pt x="170" y="0"/>
                    </a:cubicBezTo>
                    <a:cubicBezTo>
                      <a:pt x="147" y="0"/>
                      <a:pt x="116" y="7"/>
                      <a:pt x="90" y="16"/>
                    </a:cubicBezTo>
                    <a:cubicBezTo>
                      <a:pt x="76" y="20"/>
                      <a:pt x="64" y="25"/>
                      <a:pt x="54" y="30"/>
                    </a:cubicBezTo>
                    <a:cubicBezTo>
                      <a:pt x="45" y="35"/>
                      <a:pt x="38" y="39"/>
                      <a:pt x="35" y="44"/>
                    </a:cubicBezTo>
                    <a:cubicBezTo>
                      <a:pt x="31" y="50"/>
                      <a:pt x="26" y="58"/>
                      <a:pt x="23" y="67"/>
                    </a:cubicBezTo>
                    <a:cubicBezTo>
                      <a:pt x="20" y="75"/>
                      <a:pt x="17" y="84"/>
                      <a:pt x="17" y="90"/>
                    </a:cubicBezTo>
                    <a:cubicBezTo>
                      <a:pt x="17" y="93"/>
                      <a:pt x="18" y="96"/>
                      <a:pt x="19" y="98"/>
                    </a:cubicBezTo>
                    <a:cubicBezTo>
                      <a:pt x="20" y="100"/>
                      <a:pt x="22" y="102"/>
                      <a:pt x="24" y="103"/>
                    </a:cubicBezTo>
                    <a:cubicBezTo>
                      <a:pt x="25" y="101"/>
                      <a:pt x="25" y="101"/>
                      <a:pt x="25" y="101"/>
                    </a:cubicBezTo>
                    <a:cubicBezTo>
                      <a:pt x="23" y="100"/>
                      <a:pt x="23" y="100"/>
                      <a:pt x="23" y="100"/>
                    </a:cubicBezTo>
                    <a:cubicBezTo>
                      <a:pt x="23" y="100"/>
                      <a:pt x="10" y="129"/>
                      <a:pt x="10" y="162"/>
                    </a:cubicBezTo>
                    <a:cubicBezTo>
                      <a:pt x="10" y="165"/>
                      <a:pt x="10" y="167"/>
                      <a:pt x="11" y="170"/>
                    </a:cubicBezTo>
                    <a:cubicBezTo>
                      <a:pt x="11" y="173"/>
                      <a:pt x="11" y="176"/>
                      <a:pt x="11" y="179"/>
                    </a:cubicBezTo>
                    <a:cubicBezTo>
                      <a:pt x="11" y="193"/>
                      <a:pt x="9" y="201"/>
                      <a:pt x="6" y="207"/>
                    </a:cubicBezTo>
                    <a:cubicBezTo>
                      <a:pt x="5" y="210"/>
                      <a:pt x="4" y="213"/>
                      <a:pt x="3" y="215"/>
                    </a:cubicBezTo>
                    <a:cubicBezTo>
                      <a:pt x="2" y="218"/>
                      <a:pt x="1" y="220"/>
                      <a:pt x="0" y="223"/>
                    </a:cubicBezTo>
                    <a:cubicBezTo>
                      <a:pt x="0" y="224"/>
                      <a:pt x="0" y="224"/>
                      <a:pt x="0" y="224"/>
                    </a:cubicBezTo>
                    <a:cubicBezTo>
                      <a:pt x="0" y="226"/>
                      <a:pt x="1" y="228"/>
                      <a:pt x="2" y="231"/>
                    </a:cubicBezTo>
                    <a:cubicBezTo>
                      <a:pt x="6" y="242"/>
                      <a:pt x="16" y="258"/>
                      <a:pt x="26" y="274"/>
                    </a:cubicBezTo>
                    <a:cubicBezTo>
                      <a:pt x="37" y="290"/>
                      <a:pt x="48" y="306"/>
                      <a:pt x="55" y="314"/>
                    </a:cubicBezTo>
                    <a:cubicBezTo>
                      <a:pt x="59" y="319"/>
                      <a:pt x="63" y="322"/>
                      <a:pt x="67" y="324"/>
                    </a:cubicBezTo>
                    <a:cubicBezTo>
                      <a:pt x="70" y="326"/>
                      <a:pt x="74" y="326"/>
                      <a:pt x="78" y="326"/>
                    </a:cubicBezTo>
                    <a:cubicBezTo>
                      <a:pt x="86" y="326"/>
                      <a:pt x="95" y="322"/>
                      <a:pt x="105" y="317"/>
                    </a:cubicBezTo>
                    <a:cubicBezTo>
                      <a:pt x="109" y="315"/>
                      <a:pt x="112" y="314"/>
                      <a:pt x="115" y="314"/>
                    </a:cubicBezTo>
                    <a:cubicBezTo>
                      <a:pt x="120" y="314"/>
                      <a:pt x="124" y="317"/>
                      <a:pt x="128" y="320"/>
                    </a:cubicBezTo>
                    <a:cubicBezTo>
                      <a:pt x="132" y="324"/>
                      <a:pt x="135" y="329"/>
                      <a:pt x="138" y="333"/>
                    </a:cubicBezTo>
                    <a:cubicBezTo>
                      <a:pt x="139" y="334"/>
                      <a:pt x="140" y="335"/>
                      <a:pt x="141" y="336"/>
                    </a:cubicBezTo>
                    <a:cubicBezTo>
                      <a:pt x="144" y="337"/>
                      <a:pt x="148" y="338"/>
                      <a:pt x="153" y="340"/>
                    </a:cubicBezTo>
                    <a:cubicBezTo>
                      <a:pt x="171" y="344"/>
                      <a:pt x="201" y="348"/>
                      <a:pt x="227" y="351"/>
                    </a:cubicBezTo>
                    <a:cubicBezTo>
                      <a:pt x="253" y="354"/>
                      <a:pt x="275" y="356"/>
                      <a:pt x="275" y="356"/>
                    </a:cubicBezTo>
                    <a:cubicBezTo>
                      <a:pt x="277" y="356"/>
                      <a:pt x="277" y="356"/>
                      <a:pt x="277" y="356"/>
                    </a:cubicBezTo>
                    <a:cubicBezTo>
                      <a:pt x="286" y="285"/>
                      <a:pt x="286" y="285"/>
                      <a:pt x="286" y="285"/>
                    </a:cubicBezTo>
                    <a:cubicBezTo>
                      <a:pt x="285" y="284"/>
                      <a:pt x="285" y="284"/>
                      <a:pt x="285" y="284"/>
                    </a:cubicBezTo>
                    <a:cubicBezTo>
                      <a:pt x="284" y="286"/>
                      <a:pt x="284" y="286"/>
                      <a:pt x="284" y="286"/>
                    </a:cubicBezTo>
                    <a:cubicBezTo>
                      <a:pt x="282" y="286"/>
                      <a:pt x="282" y="286"/>
                      <a:pt x="282" y="286"/>
                    </a:cubicBezTo>
                    <a:cubicBezTo>
                      <a:pt x="273" y="353"/>
                      <a:pt x="273" y="353"/>
                      <a:pt x="273" y="353"/>
                    </a:cubicBezTo>
                    <a:cubicBezTo>
                      <a:pt x="275" y="354"/>
                      <a:pt x="275" y="354"/>
                      <a:pt x="275" y="354"/>
                    </a:cubicBezTo>
                    <a:cubicBezTo>
                      <a:pt x="275" y="352"/>
                      <a:pt x="275" y="352"/>
                      <a:pt x="275" y="352"/>
                    </a:cubicBezTo>
                    <a:cubicBezTo>
                      <a:pt x="275" y="352"/>
                      <a:pt x="273" y="352"/>
                      <a:pt x="270" y="351"/>
                    </a:cubicBezTo>
                    <a:cubicBezTo>
                      <a:pt x="257" y="350"/>
                      <a:pt x="226" y="347"/>
                      <a:pt x="198" y="343"/>
                    </a:cubicBezTo>
                    <a:cubicBezTo>
                      <a:pt x="184" y="341"/>
                      <a:pt x="170" y="339"/>
                      <a:pt x="160" y="337"/>
                    </a:cubicBezTo>
                    <a:cubicBezTo>
                      <a:pt x="154" y="336"/>
                      <a:pt x="150" y="335"/>
                      <a:pt x="147" y="334"/>
                    </a:cubicBezTo>
                    <a:cubicBezTo>
                      <a:pt x="145" y="333"/>
                      <a:pt x="144" y="333"/>
                      <a:pt x="143" y="332"/>
                    </a:cubicBezTo>
                    <a:cubicBezTo>
                      <a:pt x="142" y="331"/>
                      <a:pt x="141" y="331"/>
                      <a:pt x="141" y="331"/>
                    </a:cubicBezTo>
                    <a:cubicBezTo>
                      <a:pt x="138" y="326"/>
                      <a:pt x="135" y="321"/>
                      <a:pt x="131" y="317"/>
                    </a:cubicBezTo>
                    <a:cubicBezTo>
                      <a:pt x="127" y="313"/>
                      <a:pt x="121" y="310"/>
                      <a:pt x="115" y="310"/>
                    </a:cubicBezTo>
                    <a:cubicBezTo>
                      <a:pt x="111" y="310"/>
                      <a:pt x="107" y="311"/>
                      <a:pt x="103" y="313"/>
                    </a:cubicBezTo>
                    <a:cubicBezTo>
                      <a:pt x="93" y="318"/>
                      <a:pt x="85" y="323"/>
                      <a:pt x="78" y="322"/>
                    </a:cubicBezTo>
                    <a:cubicBezTo>
                      <a:pt x="74" y="322"/>
                      <a:pt x="72" y="322"/>
                      <a:pt x="68" y="320"/>
                    </a:cubicBezTo>
                    <a:cubicBezTo>
                      <a:pt x="65" y="318"/>
                      <a:pt x="62" y="316"/>
                      <a:pt x="59" y="312"/>
                    </a:cubicBezTo>
                    <a:cubicBezTo>
                      <a:pt x="51" y="303"/>
                      <a:pt x="37" y="284"/>
                      <a:pt x="25" y="265"/>
                    </a:cubicBezTo>
                    <a:cubicBezTo>
                      <a:pt x="20" y="256"/>
                      <a:pt x="14" y="247"/>
                      <a:pt x="10" y="240"/>
                    </a:cubicBezTo>
                    <a:cubicBezTo>
                      <a:pt x="9" y="236"/>
                      <a:pt x="7" y="233"/>
                      <a:pt x="6" y="230"/>
                    </a:cubicBezTo>
                    <a:cubicBezTo>
                      <a:pt x="5" y="227"/>
                      <a:pt x="4" y="225"/>
                      <a:pt x="4" y="224"/>
                    </a:cubicBezTo>
                    <a:cubicBezTo>
                      <a:pt x="4" y="224"/>
                      <a:pt x="4" y="224"/>
                      <a:pt x="4" y="224"/>
                    </a:cubicBezTo>
                    <a:cubicBezTo>
                      <a:pt x="5" y="221"/>
                      <a:pt x="5" y="219"/>
                      <a:pt x="6" y="217"/>
                    </a:cubicBezTo>
                    <a:cubicBezTo>
                      <a:pt x="8" y="213"/>
                      <a:pt x="10" y="209"/>
                      <a:pt x="12" y="203"/>
                    </a:cubicBezTo>
                    <a:cubicBezTo>
                      <a:pt x="14" y="197"/>
                      <a:pt x="15" y="189"/>
                      <a:pt x="15" y="179"/>
                    </a:cubicBezTo>
                    <a:cubicBezTo>
                      <a:pt x="15" y="176"/>
                      <a:pt x="15" y="173"/>
                      <a:pt x="15" y="170"/>
                    </a:cubicBezTo>
                    <a:cubicBezTo>
                      <a:pt x="14" y="167"/>
                      <a:pt x="14" y="165"/>
                      <a:pt x="14" y="162"/>
                    </a:cubicBezTo>
                    <a:cubicBezTo>
                      <a:pt x="14" y="146"/>
                      <a:pt x="18" y="131"/>
                      <a:pt x="21" y="120"/>
                    </a:cubicBezTo>
                    <a:cubicBezTo>
                      <a:pt x="22" y="114"/>
                      <a:pt x="24" y="110"/>
                      <a:pt x="25" y="107"/>
                    </a:cubicBezTo>
                    <a:cubicBezTo>
                      <a:pt x="25" y="105"/>
                      <a:pt x="26" y="104"/>
                      <a:pt x="26" y="103"/>
                    </a:cubicBezTo>
                    <a:cubicBezTo>
                      <a:pt x="27" y="102"/>
                      <a:pt x="27" y="102"/>
                      <a:pt x="27" y="102"/>
                    </a:cubicBezTo>
                    <a:cubicBezTo>
                      <a:pt x="28" y="100"/>
                      <a:pt x="28" y="100"/>
                      <a:pt x="28" y="100"/>
                    </a:cubicBezTo>
                    <a:cubicBezTo>
                      <a:pt x="26" y="99"/>
                      <a:pt x="26" y="99"/>
                      <a:pt x="26" y="99"/>
                    </a:cubicBezTo>
                    <a:cubicBezTo>
                      <a:pt x="24" y="99"/>
                      <a:pt x="23" y="98"/>
                      <a:pt x="22" y="96"/>
                    </a:cubicBezTo>
                    <a:cubicBezTo>
                      <a:pt x="22" y="95"/>
                      <a:pt x="21" y="93"/>
                      <a:pt x="21" y="90"/>
                    </a:cubicBezTo>
                    <a:cubicBezTo>
                      <a:pt x="21" y="85"/>
                      <a:pt x="23" y="76"/>
                      <a:pt x="27" y="68"/>
                    </a:cubicBezTo>
                    <a:cubicBezTo>
                      <a:pt x="30" y="60"/>
                      <a:pt x="34" y="52"/>
                      <a:pt x="38" y="46"/>
                    </a:cubicBezTo>
                    <a:cubicBezTo>
                      <a:pt x="40" y="43"/>
                      <a:pt x="47" y="38"/>
                      <a:pt x="56" y="33"/>
                    </a:cubicBezTo>
                    <a:cubicBezTo>
                      <a:pt x="84" y="19"/>
                      <a:pt x="136" y="4"/>
                      <a:pt x="170" y="4"/>
                    </a:cubicBezTo>
                    <a:cubicBezTo>
                      <a:pt x="170" y="4"/>
                      <a:pt x="171" y="4"/>
                      <a:pt x="171" y="4"/>
                    </a:cubicBezTo>
                    <a:cubicBezTo>
                      <a:pt x="193" y="5"/>
                      <a:pt x="211" y="17"/>
                      <a:pt x="226" y="33"/>
                    </a:cubicBezTo>
                    <a:cubicBezTo>
                      <a:pt x="241" y="49"/>
                      <a:pt x="252" y="69"/>
                      <a:pt x="260" y="85"/>
                    </a:cubicBezTo>
                    <a:cubicBezTo>
                      <a:pt x="268" y="101"/>
                      <a:pt x="271" y="123"/>
                      <a:pt x="271" y="145"/>
                    </a:cubicBezTo>
                    <a:cubicBezTo>
                      <a:pt x="271" y="165"/>
                      <a:pt x="269" y="184"/>
                      <a:pt x="266" y="195"/>
                    </a:cubicBezTo>
                    <a:cubicBezTo>
                      <a:pt x="263" y="206"/>
                      <a:pt x="259" y="211"/>
                      <a:pt x="254" y="216"/>
                    </a:cubicBezTo>
                    <a:cubicBezTo>
                      <a:pt x="250" y="220"/>
                      <a:pt x="244" y="223"/>
                      <a:pt x="240" y="228"/>
                    </a:cubicBezTo>
                    <a:cubicBezTo>
                      <a:pt x="237" y="231"/>
                      <a:pt x="235" y="234"/>
                      <a:pt x="234" y="236"/>
                    </a:cubicBezTo>
                    <a:cubicBezTo>
                      <a:pt x="232" y="238"/>
                      <a:pt x="232" y="241"/>
                      <a:pt x="232" y="243"/>
                    </a:cubicBezTo>
                    <a:cubicBezTo>
                      <a:pt x="232" y="246"/>
                      <a:pt x="233" y="248"/>
                      <a:pt x="235" y="250"/>
                    </a:cubicBezTo>
                    <a:cubicBezTo>
                      <a:pt x="236" y="251"/>
                      <a:pt x="237" y="252"/>
                      <a:pt x="239" y="253"/>
                    </a:cubicBezTo>
                    <a:cubicBezTo>
                      <a:pt x="250" y="263"/>
                      <a:pt x="283" y="287"/>
                      <a:pt x="283" y="287"/>
                    </a:cubicBezTo>
                    <a:cubicBezTo>
                      <a:pt x="284" y="286"/>
                      <a:pt x="284" y="286"/>
                      <a:pt x="284" y="286"/>
                    </a:cubicBezTo>
                    <a:cubicBezTo>
                      <a:pt x="282" y="286"/>
                      <a:pt x="282" y="286"/>
                      <a:pt x="282" y="286"/>
                    </a:cubicBezTo>
                    <a:lnTo>
                      <a:pt x="284" y="2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6" name="Freeform 124">
                <a:extLst>
                  <a:ext uri="{FF2B5EF4-FFF2-40B4-BE49-F238E27FC236}">
                    <a16:creationId xmlns:a16="http://schemas.microsoft.com/office/drawing/2014/main" id="{FE0ED469-030D-47E2-862E-C349879E26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6" y="885"/>
                <a:ext cx="160" cy="392"/>
              </a:xfrm>
              <a:custGeom>
                <a:avLst/>
                <a:gdLst>
                  <a:gd name="T0" fmla="*/ 24 w 110"/>
                  <a:gd name="T1" fmla="*/ 225 h 269"/>
                  <a:gd name="T2" fmla="*/ 84 w 110"/>
                  <a:gd name="T3" fmla="*/ 269 h 269"/>
                  <a:gd name="T4" fmla="*/ 107 w 110"/>
                  <a:gd name="T5" fmla="*/ 239 h 269"/>
                  <a:gd name="T6" fmla="*/ 110 w 110"/>
                  <a:gd name="T7" fmla="*/ 218 h 269"/>
                  <a:gd name="T8" fmla="*/ 63 w 110"/>
                  <a:gd name="T9" fmla="*/ 181 h 269"/>
                  <a:gd name="T10" fmla="*/ 67 w 110"/>
                  <a:gd name="T11" fmla="*/ 162 h 269"/>
                  <a:gd name="T12" fmla="*/ 94 w 110"/>
                  <a:gd name="T13" fmla="*/ 127 h 269"/>
                  <a:gd name="T14" fmla="*/ 88 w 110"/>
                  <a:gd name="T15" fmla="*/ 16 h 269"/>
                  <a:gd name="T16" fmla="*/ 79 w 110"/>
                  <a:gd name="T17" fmla="*/ 0 h 269"/>
                  <a:gd name="T18" fmla="*/ 0 w 110"/>
                  <a:gd name="T19" fmla="*/ 66 h 269"/>
                  <a:gd name="T20" fmla="*/ 24 w 110"/>
                  <a:gd name="T21" fmla="*/ 225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" h="269">
                    <a:moveTo>
                      <a:pt x="24" y="225"/>
                    </a:moveTo>
                    <a:cubicBezTo>
                      <a:pt x="84" y="269"/>
                      <a:pt x="84" y="269"/>
                      <a:pt x="84" y="269"/>
                    </a:cubicBezTo>
                    <a:cubicBezTo>
                      <a:pt x="107" y="239"/>
                      <a:pt x="107" y="239"/>
                      <a:pt x="107" y="239"/>
                    </a:cubicBezTo>
                    <a:cubicBezTo>
                      <a:pt x="110" y="218"/>
                      <a:pt x="110" y="218"/>
                      <a:pt x="110" y="218"/>
                    </a:cubicBezTo>
                    <a:cubicBezTo>
                      <a:pt x="110" y="218"/>
                      <a:pt x="67" y="186"/>
                      <a:pt x="63" y="181"/>
                    </a:cubicBezTo>
                    <a:cubicBezTo>
                      <a:pt x="58" y="176"/>
                      <a:pt x="59" y="171"/>
                      <a:pt x="67" y="162"/>
                    </a:cubicBezTo>
                    <a:cubicBezTo>
                      <a:pt x="76" y="152"/>
                      <a:pt x="88" y="150"/>
                      <a:pt x="94" y="127"/>
                    </a:cubicBezTo>
                    <a:cubicBezTo>
                      <a:pt x="99" y="105"/>
                      <a:pt x="104" y="48"/>
                      <a:pt x="88" y="16"/>
                    </a:cubicBezTo>
                    <a:cubicBezTo>
                      <a:pt x="86" y="11"/>
                      <a:pt x="83" y="6"/>
                      <a:pt x="79" y="0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0" y="66"/>
                      <a:pt x="30" y="175"/>
                      <a:pt x="24" y="225"/>
                    </a:cubicBezTo>
                    <a:close/>
                  </a:path>
                </a:pathLst>
              </a:custGeom>
              <a:solidFill>
                <a:srgbClr val="4BB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7" name="Freeform 125">
                <a:extLst>
                  <a:ext uri="{FF2B5EF4-FFF2-40B4-BE49-F238E27FC236}">
                    <a16:creationId xmlns:a16="http://schemas.microsoft.com/office/drawing/2014/main" id="{1F577EEB-E90E-494C-A54F-52DE4A9468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9" y="789"/>
                <a:ext cx="390" cy="347"/>
              </a:xfrm>
              <a:custGeom>
                <a:avLst/>
                <a:gdLst>
                  <a:gd name="T0" fmla="*/ 96 w 268"/>
                  <a:gd name="T1" fmla="*/ 96 h 238"/>
                  <a:gd name="T2" fmla="*/ 154 w 268"/>
                  <a:gd name="T3" fmla="*/ 115 h 238"/>
                  <a:gd name="T4" fmla="*/ 139 w 268"/>
                  <a:gd name="T5" fmla="*/ 176 h 238"/>
                  <a:gd name="T6" fmla="*/ 161 w 268"/>
                  <a:gd name="T7" fmla="*/ 176 h 238"/>
                  <a:gd name="T8" fmla="*/ 186 w 268"/>
                  <a:gd name="T9" fmla="*/ 131 h 238"/>
                  <a:gd name="T10" fmla="*/ 200 w 268"/>
                  <a:gd name="T11" fmla="*/ 176 h 238"/>
                  <a:gd name="T12" fmla="*/ 200 w 268"/>
                  <a:gd name="T13" fmla="*/ 214 h 238"/>
                  <a:gd name="T14" fmla="*/ 223 w 268"/>
                  <a:gd name="T15" fmla="*/ 237 h 238"/>
                  <a:gd name="T16" fmla="*/ 224 w 268"/>
                  <a:gd name="T17" fmla="*/ 238 h 238"/>
                  <a:gd name="T18" fmla="*/ 231 w 268"/>
                  <a:gd name="T19" fmla="*/ 228 h 238"/>
                  <a:gd name="T20" fmla="*/ 257 w 268"/>
                  <a:gd name="T21" fmla="*/ 193 h 238"/>
                  <a:gd name="T22" fmla="*/ 252 w 268"/>
                  <a:gd name="T23" fmla="*/ 82 h 238"/>
                  <a:gd name="T24" fmla="*/ 161 w 268"/>
                  <a:gd name="T25" fmla="*/ 0 h 238"/>
                  <a:gd name="T26" fmla="*/ 26 w 268"/>
                  <a:gd name="T27" fmla="*/ 43 h 238"/>
                  <a:gd name="T28" fmla="*/ 14 w 268"/>
                  <a:gd name="T29" fmla="*/ 99 h 238"/>
                  <a:gd name="T30" fmla="*/ 96 w 268"/>
                  <a:gd name="T31" fmla="*/ 96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68" h="238">
                    <a:moveTo>
                      <a:pt x="96" y="96"/>
                    </a:moveTo>
                    <a:cubicBezTo>
                      <a:pt x="119" y="90"/>
                      <a:pt x="159" y="82"/>
                      <a:pt x="154" y="115"/>
                    </a:cubicBezTo>
                    <a:cubicBezTo>
                      <a:pt x="148" y="148"/>
                      <a:pt x="139" y="176"/>
                      <a:pt x="139" y="176"/>
                    </a:cubicBezTo>
                    <a:cubicBezTo>
                      <a:pt x="161" y="176"/>
                      <a:pt x="161" y="176"/>
                      <a:pt x="161" y="176"/>
                    </a:cubicBezTo>
                    <a:cubicBezTo>
                      <a:pt x="161" y="176"/>
                      <a:pt x="161" y="131"/>
                      <a:pt x="186" y="131"/>
                    </a:cubicBezTo>
                    <a:cubicBezTo>
                      <a:pt x="210" y="130"/>
                      <a:pt x="206" y="162"/>
                      <a:pt x="200" y="176"/>
                    </a:cubicBezTo>
                    <a:cubicBezTo>
                      <a:pt x="193" y="190"/>
                      <a:pt x="194" y="210"/>
                      <a:pt x="200" y="214"/>
                    </a:cubicBezTo>
                    <a:cubicBezTo>
                      <a:pt x="205" y="218"/>
                      <a:pt x="223" y="218"/>
                      <a:pt x="223" y="237"/>
                    </a:cubicBezTo>
                    <a:cubicBezTo>
                      <a:pt x="224" y="238"/>
                      <a:pt x="224" y="238"/>
                      <a:pt x="224" y="238"/>
                    </a:cubicBezTo>
                    <a:cubicBezTo>
                      <a:pt x="225" y="235"/>
                      <a:pt x="227" y="232"/>
                      <a:pt x="231" y="228"/>
                    </a:cubicBezTo>
                    <a:cubicBezTo>
                      <a:pt x="239" y="218"/>
                      <a:pt x="251" y="216"/>
                      <a:pt x="257" y="193"/>
                    </a:cubicBezTo>
                    <a:cubicBezTo>
                      <a:pt x="263" y="171"/>
                      <a:pt x="268" y="114"/>
                      <a:pt x="252" y="82"/>
                    </a:cubicBezTo>
                    <a:cubicBezTo>
                      <a:pt x="236" y="51"/>
                      <a:pt x="205" y="1"/>
                      <a:pt x="161" y="0"/>
                    </a:cubicBezTo>
                    <a:cubicBezTo>
                      <a:pt x="116" y="0"/>
                      <a:pt x="37" y="26"/>
                      <a:pt x="26" y="43"/>
                    </a:cubicBezTo>
                    <a:cubicBezTo>
                      <a:pt x="15" y="60"/>
                      <a:pt x="0" y="94"/>
                      <a:pt x="14" y="99"/>
                    </a:cubicBezTo>
                    <a:cubicBezTo>
                      <a:pt x="43" y="107"/>
                      <a:pt x="74" y="102"/>
                      <a:pt x="96" y="96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8" name="Freeform 126">
                <a:extLst>
                  <a:ext uri="{FF2B5EF4-FFF2-40B4-BE49-F238E27FC236}">
                    <a16:creationId xmlns:a16="http://schemas.microsoft.com/office/drawing/2014/main" id="{FB1BF64E-4049-4041-B8CF-9FE2FD4F53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0" y="890"/>
                <a:ext cx="253" cy="69"/>
              </a:xfrm>
              <a:custGeom>
                <a:avLst/>
                <a:gdLst>
                  <a:gd name="T0" fmla="*/ 174 w 174"/>
                  <a:gd name="T1" fmla="*/ 0 h 48"/>
                  <a:gd name="T2" fmla="*/ 13 w 174"/>
                  <a:gd name="T3" fmla="*/ 39 h 48"/>
                  <a:gd name="T4" fmla="*/ 40 w 174"/>
                  <a:gd name="T5" fmla="*/ 13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4" h="48">
                    <a:moveTo>
                      <a:pt x="174" y="0"/>
                    </a:moveTo>
                    <a:cubicBezTo>
                      <a:pt x="88" y="32"/>
                      <a:pt x="27" y="48"/>
                      <a:pt x="13" y="39"/>
                    </a:cubicBezTo>
                    <a:cubicBezTo>
                      <a:pt x="0" y="29"/>
                      <a:pt x="40" y="13"/>
                      <a:pt x="40" y="13"/>
                    </a:cubicBezTo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9" name="Freeform 127">
                <a:extLst>
                  <a:ext uri="{FF2B5EF4-FFF2-40B4-BE49-F238E27FC236}">
                    <a16:creationId xmlns:a16="http://schemas.microsoft.com/office/drawing/2014/main" id="{632AEB69-5BEA-4BFB-B32E-AC23AB55B1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2" y="887"/>
                <a:ext cx="243" cy="65"/>
              </a:xfrm>
              <a:custGeom>
                <a:avLst/>
                <a:gdLst>
                  <a:gd name="T0" fmla="*/ 165 w 167"/>
                  <a:gd name="T1" fmla="*/ 0 h 45"/>
                  <a:gd name="T2" fmla="*/ 75 w 167"/>
                  <a:gd name="T3" fmla="*/ 30 h 45"/>
                  <a:gd name="T4" fmla="*/ 18 w 167"/>
                  <a:gd name="T5" fmla="*/ 41 h 45"/>
                  <a:gd name="T6" fmla="*/ 6 w 167"/>
                  <a:gd name="T7" fmla="*/ 39 h 45"/>
                  <a:gd name="T8" fmla="*/ 5 w 167"/>
                  <a:gd name="T9" fmla="*/ 37 h 45"/>
                  <a:gd name="T10" fmla="*/ 4 w 167"/>
                  <a:gd name="T11" fmla="*/ 36 h 45"/>
                  <a:gd name="T12" fmla="*/ 5 w 167"/>
                  <a:gd name="T13" fmla="*/ 34 h 45"/>
                  <a:gd name="T14" fmla="*/ 12 w 167"/>
                  <a:gd name="T15" fmla="*/ 28 h 45"/>
                  <a:gd name="T16" fmla="*/ 25 w 167"/>
                  <a:gd name="T17" fmla="*/ 20 h 45"/>
                  <a:gd name="T18" fmla="*/ 30 w 167"/>
                  <a:gd name="T19" fmla="*/ 18 h 45"/>
                  <a:gd name="T20" fmla="*/ 33 w 167"/>
                  <a:gd name="T21" fmla="*/ 17 h 45"/>
                  <a:gd name="T22" fmla="*/ 31 w 167"/>
                  <a:gd name="T23" fmla="*/ 13 h 45"/>
                  <a:gd name="T24" fmla="*/ 16 w 167"/>
                  <a:gd name="T25" fmla="*/ 21 h 45"/>
                  <a:gd name="T26" fmla="*/ 6 w 167"/>
                  <a:gd name="T27" fmla="*/ 28 h 45"/>
                  <a:gd name="T28" fmla="*/ 2 w 167"/>
                  <a:gd name="T29" fmla="*/ 32 h 45"/>
                  <a:gd name="T30" fmla="*/ 0 w 167"/>
                  <a:gd name="T31" fmla="*/ 36 h 45"/>
                  <a:gd name="T32" fmla="*/ 1 w 167"/>
                  <a:gd name="T33" fmla="*/ 40 h 45"/>
                  <a:gd name="T34" fmla="*/ 4 w 167"/>
                  <a:gd name="T35" fmla="*/ 42 h 45"/>
                  <a:gd name="T36" fmla="*/ 18 w 167"/>
                  <a:gd name="T37" fmla="*/ 45 h 45"/>
                  <a:gd name="T38" fmla="*/ 76 w 167"/>
                  <a:gd name="T39" fmla="*/ 34 h 45"/>
                  <a:gd name="T40" fmla="*/ 167 w 167"/>
                  <a:gd name="T41" fmla="*/ 4 h 45"/>
                  <a:gd name="T42" fmla="*/ 165 w 167"/>
                  <a:gd name="T43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7" h="45">
                    <a:moveTo>
                      <a:pt x="165" y="0"/>
                    </a:moveTo>
                    <a:cubicBezTo>
                      <a:pt x="130" y="13"/>
                      <a:pt x="100" y="23"/>
                      <a:pt x="75" y="30"/>
                    </a:cubicBezTo>
                    <a:cubicBezTo>
                      <a:pt x="50" y="37"/>
                      <a:pt x="30" y="41"/>
                      <a:pt x="18" y="41"/>
                    </a:cubicBezTo>
                    <a:cubicBezTo>
                      <a:pt x="12" y="41"/>
                      <a:pt x="8" y="40"/>
                      <a:pt x="6" y="39"/>
                    </a:cubicBezTo>
                    <a:cubicBezTo>
                      <a:pt x="6" y="38"/>
                      <a:pt x="5" y="38"/>
                      <a:pt x="5" y="37"/>
                    </a:cubicBezTo>
                    <a:cubicBezTo>
                      <a:pt x="5" y="37"/>
                      <a:pt x="4" y="37"/>
                      <a:pt x="4" y="36"/>
                    </a:cubicBezTo>
                    <a:cubicBezTo>
                      <a:pt x="4" y="36"/>
                      <a:pt x="5" y="35"/>
                      <a:pt x="5" y="34"/>
                    </a:cubicBezTo>
                    <a:cubicBezTo>
                      <a:pt x="7" y="32"/>
                      <a:pt x="9" y="30"/>
                      <a:pt x="12" y="28"/>
                    </a:cubicBezTo>
                    <a:cubicBezTo>
                      <a:pt x="16" y="25"/>
                      <a:pt x="21" y="22"/>
                      <a:pt x="25" y="20"/>
                    </a:cubicBezTo>
                    <a:cubicBezTo>
                      <a:pt x="27" y="19"/>
                      <a:pt x="29" y="19"/>
                      <a:pt x="30" y="18"/>
                    </a:cubicBezTo>
                    <a:cubicBezTo>
                      <a:pt x="32" y="17"/>
                      <a:pt x="33" y="17"/>
                      <a:pt x="33" y="17"/>
                    </a:cubicBezTo>
                    <a:cubicBezTo>
                      <a:pt x="31" y="13"/>
                      <a:pt x="31" y="13"/>
                      <a:pt x="31" y="13"/>
                    </a:cubicBezTo>
                    <a:cubicBezTo>
                      <a:pt x="31" y="13"/>
                      <a:pt x="24" y="16"/>
                      <a:pt x="16" y="21"/>
                    </a:cubicBezTo>
                    <a:cubicBezTo>
                      <a:pt x="12" y="23"/>
                      <a:pt x="9" y="25"/>
                      <a:pt x="6" y="28"/>
                    </a:cubicBezTo>
                    <a:cubicBezTo>
                      <a:pt x="4" y="29"/>
                      <a:pt x="3" y="30"/>
                      <a:pt x="2" y="32"/>
                    </a:cubicBezTo>
                    <a:cubicBezTo>
                      <a:pt x="1" y="33"/>
                      <a:pt x="0" y="34"/>
                      <a:pt x="0" y="36"/>
                    </a:cubicBezTo>
                    <a:cubicBezTo>
                      <a:pt x="0" y="37"/>
                      <a:pt x="1" y="39"/>
                      <a:pt x="1" y="40"/>
                    </a:cubicBezTo>
                    <a:cubicBezTo>
                      <a:pt x="2" y="41"/>
                      <a:pt x="3" y="41"/>
                      <a:pt x="4" y="42"/>
                    </a:cubicBezTo>
                    <a:cubicBezTo>
                      <a:pt x="7" y="44"/>
                      <a:pt x="12" y="45"/>
                      <a:pt x="18" y="45"/>
                    </a:cubicBezTo>
                    <a:cubicBezTo>
                      <a:pt x="31" y="45"/>
                      <a:pt x="50" y="41"/>
                      <a:pt x="76" y="34"/>
                    </a:cubicBezTo>
                    <a:cubicBezTo>
                      <a:pt x="101" y="27"/>
                      <a:pt x="132" y="17"/>
                      <a:pt x="167" y="4"/>
                    </a:cubicBezTo>
                    <a:cubicBezTo>
                      <a:pt x="165" y="0"/>
                      <a:pt x="165" y="0"/>
                      <a:pt x="16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0" name="Freeform 128">
                <a:extLst>
                  <a:ext uri="{FF2B5EF4-FFF2-40B4-BE49-F238E27FC236}">
                    <a16:creationId xmlns:a16="http://schemas.microsoft.com/office/drawing/2014/main" id="{EAEEF06E-198B-4749-94A1-3AF55DF1E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1" y="938"/>
                <a:ext cx="212" cy="117"/>
              </a:xfrm>
              <a:custGeom>
                <a:avLst/>
                <a:gdLst>
                  <a:gd name="T0" fmla="*/ 17 w 212"/>
                  <a:gd name="T1" fmla="*/ 117 h 117"/>
                  <a:gd name="T2" fmla="*/ 212 w 212"/>
                  <a:gd name="T3" fmla="*/ 69 h 117"/>
                  <a:gd name="T4" fmla="*/ 208 w 212"/>
                  <a:gd name="T5" fmla="*/ 0 h 117"/>
                  <a:gd name="T6" fmla="*/ 0 w 212"/>
                  <a:gd name="T7" fmla="*/ 48 h 117"/>
                  <a:gd name="T8" fmla="*/ 17 w 212"/>
                  <a:gd name="T9" fmla="*/ 117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2" h="117">
                    <a:moveTo>
                      <a:pt x="17" y="117"/>
                    </a:moveTo>
                    <a:lnTo>
                      <a:pt x="212" y="69"/>
                    </a:lnTo>
                    <a:lnTo>
                      <a:pt x="208" y="0"/>
                    </a:lnTo>
                    <a:lnTo>
                      <a:pt x="0" y="48"/>
                    </a:lnTo>
                    <a:lnTo>
                      <a:pt x="17" y="1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1" name="Freeform 129">
                <a:extLst>
                  <a:ext uri="{FF2B5EF4-FFF2-40B4-BE49-F238E27FC236}">
                    <a16:creationId xmlns:a16="http://schemas.microsoft.com/office/drawing/2014/main" id="{07E0AD6C-DE28-44C1-BE23-02A5E053E5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8" y="946"/>
                <a:ext cx="243" cy="43"/>
              </a:xfrm>
              <a:custGeom>
                <a:avLst/>
                <a:gdLst>
                  <a:gd name="T0" fmla="*/ 164 w 167"/>
                  <a:gd name="T1" fmla="*/ 17 h 29"/>
                  <a:gd name="T2" fmla="*/ 132 w 167"/>
                  <a:gd name="T3" fmla="*/ 25 h 29"/>
                  <a:gd name="T4" fmla="*/ 132 w 167"/>
                  <a:gd name="T5" fmla="*/ 27 h 29"/>
                  <a:gd name="T6" fmla="*/ 134 w 167"/>
                  <a:gd name="T7" fmla="*/ 26 h 29"/>
                  <a:gd name="T8" fmla="*/ 132 w 167"/>
                  <a:gd name="T9" fmla="*/ 15 h 29"/>
                  <a:gd name="T10" fmla="*/ 125 w 167"/>
                  <a:gd name="T11" fmla="*/ 7 h 29"/>
                  <a:gd name="T12" fmla="*/ 115 w 167"/>
                  <a:gd name="T13" fmla="*/ 3 h 29"/>
                  <a:gd name="T14" fmla="*/ 59 w 167"/>
                  <a:gd name="T15" fmla="*/ 0 h 29"/>
                  <a:gd name="T16" fmla="*/ 56 w 167"/>
                  <a:gd name="T17" fmla="*/ 0 h 29"/>
                  <a:gd name="T18" fmla="*/ 23 w 167"/>
                  <a:gd name="T19" fmla="*/ 6 h 29"/>
                  <a:gd name="T20" fmla="*/ 9 w 167"/>
                  <a:gd name="T21" fmla="*/ 10 h 29"/>
                  <a:gd name="T22" fmla="*/ 1 w 167"/>
                  <a:gd name="T23" fmla="*/ 12 h 29"/>
                  <a:gd name="T24" fmla="*/ 0 w 167"/>
                  <a:gd name="T25" fmla="*/ 14 h 29"/>
                  <a:gd name="T26" fmla="*/ 2 w 167"/>
                  <a:gd name="T27" fmla="*/ 15 h 29"/>
                  <a:gd name="T28" fmla="*/ 24 w 167"/>
                  <a:gd name="T29" fmla="*/ 10 h 29"/>
                  <a:gd name="T30" fmla="*/ 56 w 167"/>
                  <a:gd name="T31" fmla="*/ 4 h 29"/>
                  <a:gd name="T32" fmla="*/ 59 w 167"/>
                  <a:gd name="T33" fmla="*/ 4 h 29"/>
                  <a:gd name="T34" fmla="*/ 114 w 167"/>
                  <a:gd name="T35" fmla="*/ 7 h 29"/>
                  <a:gd name="T36" fmla="*/ 123 w 167"/>
                  <a:gd name="T37" fmla="*/ 10 h 29"/>
                  <a:gd name="T38" fmla="*/ 128 w 167"/>
                  <a:gd name="T39" fmla="*/ 16 h 29"/>
                  <a:gd name="T40" fmla="*/ 130 w 167"/>
                  <a:gd name="T41" fmla="*/ 27 h 29"/>
                  <a:gd name="T42" fmla="*/ 131 w 167"/>
                  <a:gd name="T43" fmla="*/ 28 h 29"/>
                  <a:gd name="T44" fmla="*/ 133 w 167"/>
                  <a:gd name="T45" fmla="*/ 29 h 29"/>
                  <a:gd name="T46" fmla="*/ 165 w 167"/>
                  <a:gd name="T47" fmla="*/ 21 h 29"/>
                  <a:gd name="T48" fmla="*/ 166 w 167"/>
                  <a:gd name="T49" fmla="*/ 18 h 29"/>
                  <a:gd name="T50" fmla="*/ 164 w 167"/>
                  <a:gd name="T51" fmla="*/ 17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67" h="29">
                    <a:moveTo>
                      <a:pt x="164" y="17"/>
                    </a:moveTo>
                    <a:cubicBezTo>
                      <a:pt x="132" y="25"/>
                      <a:pt x="132" y="25"/>
                      <a:pt x="132" y="25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4" y="26"/>
                      <a:pt x="134" y="26"/>
                      <a:pt x="134" y="26"/>
                    </a:cubicBezTo>
                    <a:cubicBezTo>
                      <a:pt x="134" y="26"/>
                      <a:pt x="133" y="22"/>
                      <a:pt x="132" y="15"/>
                    </a:cubicBezTo>
                    <a:cubicBezTo>
                      <a:pt x="131" y="11"/>
                      <a:pt x="128" y="8"/>
                      <a:pt x="125" y="7"/>
                    </a:cubicBezTo>
                    <a:cubicBezTo>
                      <a:pt x="122" y="5"/>
                      <a:pt x="119" y="4"/>
                      <a:pt x="115" y="3"/>
                    </a:cubicBezTo>
                    <a:cubicBezTo>
                      <a:pt x="108" y="3"/>
                      <a:pt x="75" y="0"/>
                      <a:pt x="59" y="0"/>
                    </a:cubicBezTo>
                    <a:cubicBezTo>
                      <a:pt x="58" y="0"/>
                      <a:pt x="57" y="0"/>
                      <a:pt x="56" y="0"/>
                    </a:cubicBezTo>
                    <a:cubicBezTo>
                      <a:pt x="42" y="0"/>
                      <a:pt x="31" y="4"/>
                      <a:pt x="23" y="6"/>
                    </a:cubicBezTo>
                    <a:cubicBezTo>
                      <a:pt x="19" y="7"/>
                      <a:pt x="14" y="8"/>
                      <a:pt x="9" y="10"/>
                    </a:cubicBezTo>
                    <a:cubicBezTo>
                      <a:pt x="5" y="11"/>
                      <a:pt x="1" y="12"/>
                      <a:pt x="1" y="12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1" y="16"/>
                      <a:pt x="2" y="15"/>
                    </a:cubicBezTo>
                    <a:cubicBezTo>
                      <a:pt x="2" y="15"/>
                      <a:pt x="16" y="12"/>
                      <a:pt x="24" y="10"/>
                    </a:cubicBezTo>
                    <a:cubicBezTo>
                      <a:pt x="32" y="8"/>
                      <a:pt x="43" y="4"/>
                      <a:pt x="56" y="4"/>
                    </a:cubicBezTo>
                    <a:cubicBezTo>
                      <a:pt x="57" y="4"/>
                      <a:pt x="58" y="4"/>
                      <a:pt x="59" y="4"/>
                    </a:cubicBezTo>
                    <a:cubicBezTo>
                      <a:pt x="75" y="4"/>
                      <a:pt x="108" y="7"/>
                      <a:pt x="114" y="7"/>
                    </a:cubicBezTo>
                    <a:cubicBezTo>
                      <a:pt x="118" y="8"/>
                      <a:pt x="121" y="9"/>
                      <a:pt x="123" y="10"/>
                    </a:cubicBezTo>
                    <a:cubicBezTo>
                      <a:pt x="126" y="11"/>
                      <a:pt x="127" y="13"/>
                      <a:pt x="128" y="16"/>
                    </a:cubicBezTo>
                    <a:cubicBezTo>
                      <a:pt x="129" y="23"/>
                      <a:pt x="130" y="27"/>
                      <a:pt x="130" y="27"/>
                    </a:cubicBezTo>
                    <a:cubicBezTo>
                      <a:pt x="131" y="28"/>
                      <a:pt x="131" y="28"/>
                      <a:pt x="131" y="28"/>
                    </a:cubicBezTo>
                    <a:cubicBezTo>
                      <a:pt x="132" y="29"/>
                      <a:pt x="132" y="29"/>
                      <a:pt x="133" y="29"/>
                    </a:cubicBezTo>
                    <a:cubicBezTo>
                      <a:pt x="165" y="21"/>
                      <a:pt x="165" y="21"/>
                      <a:pt x="165" y="21"/>
                    </a:cubicBezTo>
                    <a:cubicBezTo>
                      <a:pt x="166" y="20"/>
                      <a:pt x="167" y="19"/>
                      <a:pt x="166" y="18"/>
                    </a:cubicBezTo>
                    <a:cubicBezTo>
                      <a:pt x="166" y="17"/>
                      <a:pt x="165" y="16"/>
                      <a:pt x="164" y="1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2" name="Freeform 130">
                <a:extLst>
                  <a:ext uri="{FF2B5EF4-FFF2-40B4-BE49-F238E27FC236}">
                    <a16:creationId xmlns:a16="http://schemas.microsoft.com/office/drawing/2014/main" id="{B8BF296D-54EB-4AA3-BC86-0D32F97649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4" y="1150"/>
                <a:ext cx="163" cy="52"/>
              </a:xfrm>
              <a:custGeom>
                <a:avLst/>
                <a:gdLst>
                  <a:gd name="T0" fmla="*/ 0 w 112"/>
                  <a:gd name="T1" fmla="*/ 36 h 36"/>
                  <a:gd name="T2" fmla="*/ 82 w 112"/>
                  <a:gd name="T3" fmla="*/ 3 h 36"/>
                  <a:gd name="T4" fmla="*/ 112 w 112"/>
                  <a:gd name="T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2" h="36">
                    <a:moveTo>
                      <a:pt x="0" y="36"/>
                    </a:moveTo>
                    <a:cubicBezTo>
                      <a:pt x="54" y="6"/>
                      <a:pt x="77" y="0"/>
                      <a:pt x="82" y="3"/>
                    </a:cubicBezTo>
                    <a:cubicBezTo>
                      <a:pt x="87" y="6"/>
                      <a:pt x="112" y="36"/>
                      <a:pt x="112" y="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3" name="Freeform 131">
                <a:extLst>
                  <a:ext uri="{FF2B5EF4-FFF2-40B4-BE49-F238E27FC236}">
                    <a16:creationId xmlns:a16="http://schemas.microsoft.com/office/drawing/2014/main" id="{72E17C2D-93BD-4515-82FF-74CAAFCF92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2" y="1152"/>
                <a:ext cx="166" cy="53"/>
              </a:xfrm>
              <a:custGeom>
                <a:avLst/>
                <a:gdLst>
                  <a:gd name="T0" fmla="*/ 2 w 114"/>
                  <a:gd name="T1" fmla="*/ 37 h 37"/>
                  <a:gd name="T2" fmla="*/ 55 w 114"/>
                  <a:gd name="T3" fmla="*/ 11 h 37"/>
                  <a:gd name="T4" fmla="*/ 79 w 114"/>
                  <a:gd name="T5" fmla="*/ 4 h 37"/>
                  <a:gd name="T6" fmla="*/ 82 w 114"/>
                  <a:gd name="T7" fmla="*/ 4 h 37"/>
                  <a:gd name="T8" fmla="*/ 84 w 114"/>
                  <a:gd name="T9" fmla="*/ 6 h 37"/>
                  <a:gd name="T10" fmla="*/ 101 w 114"/>
                  <a:gd name="T11" fmla="*/ 24 h 37"/>
                  <a:gd name="T12" fmla="*/ 108 w 114"/>
                  <a:gd name="T13" fmla="*/ 33 h 37"/>
                  <a:gd name="T14" fmla="*/ 111 w 114"/>
                  <a:gd name="T15" fmla="*/ 36 h 37"/>
                  <a:gd name="T16" fmla="*/ 114 w 114"/>
                  <a:gd name="T17" fmla="*/ 34 h 37"/>
                  <a:gd name="T18" fmla="*/ 101 w 114"/>
                  <a:gd name="T19" fmla="*/ 19 h 37"/>
                  <a:gd name="T20" fmla="*/ 91 w 114"/>
                  <a:gd name="T21" fmla="*/ 7 h 37"/>
                  <a:gd name="T22" fmla="*/ 87 w 114"/>
                  <a:gd name="T23" fmla="*/ 3 h 37"/>
                  <a:gd name="T24" fmla="*/ 84 w 114"/>
                  <a:gd name="T25" fmla="*/ 1 h 37"/>
                  <a:gd name="T26" fmla="*/ 79 w 114"/>
                  <a:gd name="T27" fmla="*/ 0 h 37"/>
                  <a:gd name="T28" fmla="*/ 53 w 114"/>
                  <a:gd name="T29" fmla="*/ 7 h 37"/>
                  <a:gd name="T30" fmla="*/ 0 w 114"/>
                  <a:gd name="T31" fmla="*/ 33 h 37"/>
                  <a:gd name="T32" fmla="*/ 2 w 114"/>
                  <a:gd name="T3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14" h="37">
                    <a:moveTo>
                      <a:pt x="2" y="37"/>
                    </a:moveTo>
                    <a:cubicBezTo>
                      <a:pt x="25" y="24"/>
                      <a:pt x="42" y="16"/>
                      <a:pt x="55" y="11"/>
                    </a:cubicBezTo>
                    <a:cubicBezTo>
                      <a:pt x="67" y="6"/>
                      <a:pt x="75" y="4"/>
                      <a:pt x="79" y="4"/>
                    </a:cubicBezTo>
                    <a:cubicBezTo>
                      <a:pt x="81" y="4"/>
                      <a:pt x="81" y="4"/>
                      <a:pt x="82" y="4"/>
                    </a:cubicBezTo>
                    <a:cubicBezTo>
                      <a:pt x="82" y="4"/>
                      <a:pt x="83" y="5"/>
                      <a:pt x="84" y="6"/>
                    </a:cubicBezTo>
                    <a:cubicBezTo>
                      <a:pt x="88" y="10"/>
                      <a:pt x="95" y="17"/>
                      <a:pt x="101" y="24"/>
                    </a:cubicBezTo>
                    <a:cubicBezTo>
                      <a:pt x="103" y="27"/>
                      <a:pt x="106" y="30"/>
                      <a:pt x="108" y="33"/>
                    </a:cubicBezTo>
                    <a:cubicBezTo>
                      <a:pt x="110" y="35"/>
                      <a:pt x="111" y="36"/>
                      <a:pt x="111" y="36"/>
                    </a:cubicBezTo>
                    <a:cubicBezTo>
                      <a:pt x="114" y="34"/>
                      <a:pt x="114" y="34"/>
                      <a:pt x="114" y="34"/>
                    </a:cubicBezTo>
                    <a:cubicBezTo>
                      <a:pt x="114" y="34"/>
                      <a:pt x="108" y="26"/>
                      <a:pt x="101" y="19"/>
                    </a:cubicBezTo>
                    <a:cubicBezTo>
                      <a:pt x="98" y="15"/>
                      <a:pt x="94" y="11"/>
                      <a:pt x="91" y="7"/>
                    </a:cubicBezTo>
                    <a:cubicBezTo>
                      <a:pt x="89" y="6"/>
                      <a:pt x="88" y="4"/>
                      <a:pt x="87" y="3"/>
                    </a:cubicBezTo>
                    <a:cubicBezTo>
                      <a:pt x="86" y="2"/>
                      <a:pt x="85" y="1"/>
                      <a:pt x="84" y="1"/>
                    </a:cubicBezTo>
                    <a:cubicBezTo>
                      <a:pt x="82" y="0"/>
                      <a:pt x="81" y="0"/>
                      <a:pt x="79" y="0"/>
                    </a:cubicBezTo>
                    <a:cubicBezTo>
                      <a:pt x="74" y="0"/>
                      <a:pt x="66" y="2"/>
                      <a:pt x="53" y="7"/>
                    </a:cubicBezTo>
                    <a:cubicBezTo>
                      <a:pt x="41" y="12"/>
                      <a:pt x="23" y="21"/>
                      <a:pt x="0" y="33"/>
                    </a:cubicBezTo>
                    <a:cubicBezTo>
                      <a:pt x="2" y="37"/>
                      <a:pt x="2" y="37"/>
                      <a:pt x="2" y="3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4" name="Freeform 132">
                <a:extLst>
                  <a:ext uri="{FF2B5EF4-FFF2-40B4-BE49-F238E27FC236}">
                    <a16:creationId xmlns:a16="http://schemas.microsoft.com/office/drawing/2014/main" id="{61292986-F4D6-40A0-8A5E-C340EA38CE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3" y="1673"/>
                <a:ext cx="706" cy="211"/>
              </a:xfrm>
              <a:custGeom>
                <a:avLst/>
                <a:gdLst>
                  <a:gd name="T0" fmla="*/ 445 w 485"/>
                  <a:gd name="T1" fmla="*/ 0 h 145"/>
                  <a:gd name="T2" fmla="*/ 175 w 485"/>
                  <a:gd name="T3" fmla="*/ 76 h 145"/>
                  <a:gd name="T4" fmla="*/ 117 w 485"/>
                  <a:gd name="T5" fmla="*/ 44 h 145"/>
                  <a:gd name="T6" fmla="*/ 89 w 485"/>
                  <a:gd name="T7" fmla="*/ 37 h 145"/>
                  <a:gd name="T8" fmla="*/ 14 w 485"/>
                  <a:gd name="T9" fmla="*/ 44 h 145"/>
                  <a:gd name="T10" fmla="*/ 24 w 485"/>
                  <a:gd name="T11" fmla="*/ 61 h 145"/>
                  <a:gd name="T12" fmla="*/ 58 w 485"/>
                  <a:gd name="T13" fmla="*/ 67 h 145"/>
                  <a:gd name="T14" fmla="*/ 40 w 485"/>
                  <a:gd name="T15" fmla="*/ 80 h 145"/>
                  <a:gd name="T16" fmla="*/ 60 w 485"/>
                  <a:gd name="T17" fmla="*/ 126 h 145"/>
                  <a:gd name="T18" fmla="*/ 96 w 485"/>
                  <a:gd name="T19" fmla="*/ 144 h 145"/>
                  <a:gd name="T20" fmla="*/ 160 w 485"/>
                  <a:gd name="T21" fmla="*/ 130 h 145"/>
                  <a:gd name="T22" fmla="*/ 485 w 485"/>
                  <a:gd name="T23" fmla="*/ 141 h 145"/>
                  <a:gd name="T24" fmla="*/ 482 w 485"/>
                  <a:gd name="T25" fmla="*/ 29 h 145"/>
                  <a:gd name="T26" fmla="*/ 445 w 485"/>
                  <a:gd name="T27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5" h="145">
                    <a:moveTo>
                      <a:pt x="445" y="0"/>
                    </a:moveTo>
                    <a:cubicBezTo>
                      <a:pt x="368" y="16"/>
                      <a:pt x="212" y="75"/>
                      <a:pt x="175" y="76"/>
                    </a:cubicBezTo>
                    <a:cubicBezTo>
                      <a:pt x="156" y="77"/>
                      <a:pt x="131" y="53"/>
                      <a:pt x="117" y="44"/>
                    </a:cubicBezTo>
                    <a:cubicBezTo>
                      <a:pt x="104" y="35"/>
                      <a:pt x="97" y="37"/>
                      <a:pt x="89" y="37"/>
                    </a:cubicBezTo>
                    <a:cubicBezTo>
                      <a:pt x="77" y="37"/>
                      <a:pt x="28" y="44"/>
                      <a:pt x="14" y="44"/>
                    </a:cubicBezTo>
                    <a:cubicBezTo>
                      <a:pt x="0" y="44"/>
                      <a:pt x="9" y="59"/>
                      <a:pt x="24" y="61"/>
                    </a:cubicBezTo>
                    <a:cubicBezTo>
                      <a:pt x="39" y="64"/>
                      <a:pt x="58" y="67"/>
                      <a:pt x="58" y="67"/>
                    </a:cubicBezTo>
                    <a:cubicBezTo>
                      <a:pt x="58" y="67"/>
                      <a:pt x="45" y="74"/>
                      <a:pt x="40" y="80"/>
                    </a:cubicBezTo>
                    <a:cubicBezTo>
                      <a:pt x="36" y="87"/>
                      <a:pt x="51" y="116"/>
                      <a:pt x="60" y="126"/>
                    </a:cubicBezTo>
                    <a:cubicBezTo>
                      <a:pt x="69" y="137"/>
                      <a:pt x="81" y="145"/>
                      <a:pt x="96" y="144"/>
                    </a:cubicBezTo>
                    <a:cubicBezTo>
                      <a:pt x="110" y="144"/>
                      <a:pt x="143" y="142"/>
                      <a:pt x="160" y="130"/>
                    </a:cubicBezTo>
                    <a:cubicBezTo>
                      <a:pt x="176" y="132"/>
                      <a:pt x="485" y="141"/>
                      <a:pt x="485" y="141"/>
                    </a:cubicBezTo>
                    <a:cubicBezTo>
                      <a:pt x="482" y="29"/>
                      <a:pt x="482" y="29"/>
                      <a:pt x="482" y="29"/>
                    </a:cubicBez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5" name="Freeform 133">
                <a:extLst>
                  <a:ext uri="{FF2B5EF4-FFF2-40B4-BE49-F238E27FC236}">
                    <a16:creationId xmlns:a16="http://schemas.microsoft.com/office/drawing/2014/main" id="{D1210E27-8113-410B-A7FB-678FACC839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0" y="1670"/>
                <a:ext cx="702" cy="215"/>
              </a:xfrm>
              <a:custGeom>
                <a:avLst/>
                <a:gdLst>
                  <a:gd name="T0" fmla="*/ 440 w 482"/>
                  <a:gd name="T1" fmla="*/ 0 h 148"/>
                  <a:gd name="T2" fmla="*/ 216 w 482"/>
                  <a:gd name="T3" fmla="*/ 66 h 148"/>
                  <a:gd name="T4" fmla="*/ 169 w 482"/>
                  <a:gd name="T5" fmla="*/ 76 h 148"/>
                  <a:gd name="T6" fmla="*/ 114 w 482"/>
                  <a:gd name="T7" fmla="*/ 44 h 148"/>
                  <a:gd name="T8" fmla="*/ 84 w 482"/>
                  <a:gd name="T9" fmla="*/ 37 h 148"/>
                  <a:gd name="T10" fmla="*/ 9 w 482"/>
                  <a:gd name="T11" fmla="*/ 44 h 148"/>
                  <a:gd name="T12" fmla="*/ 0 w 482"/>
                  <a:gd name="T13" fmla="*/ 51 h 148"/>
                  <a:gd name="T14" fmla="*/ 19 w 482"/>
                  <a:gd name="T15" fmla="*/ 65 h 148"/>
                  <a:gd name="T16" fmla="*/ 53 w 482"/>
                  <a:gd name="T17" fmla="*/ 71 h 148"/>
                  <a:gd name="T18" fmla="*/ 52 w 482"/>
                  <a:gd name="T19" fmla="*/ 67 h 148"/>
                  <a:gd name="T20" fmla="*/ 34 w 482"/>
                  <a:gd name="T21" fmla="*/ 81 h 148"/>
                  <a:gd name="T22" fmla="*/ 35 w 482"/>
                  <a:gd name="T23" fmla="*/ 96 h 148"/>
                  <a:gd name="T24" fmla="*/ 89 w 482"/>
                  <a:gd name="T25" fmla="*/ 148 h 148"/>
                  <a:gd name="T26" fmla="*/ 91 w 482"/>
                  <a:gd name="T27" fmla="*/ 146 h 148"/>
                  <a:gd name="T28" fmla="*/ 93 w 482"/>
                  <a:gd name="T29" fmla="*/ 148 h 148"/>
                  <a:gd name="T30" fmla="*/ 156 w 482"/>
                  <a:gd name="T31" fmla="*/ 134 h 148"/>
                  <a:gd name="T32" fmla="*/ 155 w 482"/>
                  <a:gd name="T33" fmla="*/ 134 h 148"/>
                  <a:gd name="T34" fmla="*/ 480 w 482"/>
                  <a:gd name="T35" fmla="*/ 145 h 148"/>
                  <a:gd name="T36" fmla="*/ 479 w 482"/>
                  <a:gd name="T37" fmla="*/ 30 h 148"/>
                  <a:gd name="T38" fmla="*/ 440 w 482"/>
                  <a:gd name="T39" fmla="*/ 0 h 148"/>
                  <a:gd name="T40" fmla="*/ 439 w 482"/>
                  <a:gd name="T41" fmla="*/ 4 h 148"/>
                  <a:gd name="T42" fmla="*/ 478 w 482"/>
                  <a:gd name="T43" fmla="*/ 144 h 148"/>
                  <a:gd name="T44" fmla="*/ 480 w 482"/>
                  <a:gd name="T45" fmla="*/ 141 h 148"/>
                  <a:gd name="T46" fmla="*/ 294 w 482"/>
                  <a:gd name="T47" fmla="*/ 135 h 148"/>
                  <a:gd name="T48" fmla="*/ 155 w 482"/>
                  <a:gd name="T49" fmla="*/ 130 h 148"/>
                  <a:gd name="T50" fmla="*/ 154 w 482"/>
                  <a:gd name="T51" fmla="*/ 131 h 148"/>
                  <a:gd name="T52" fmla="*/ 93 w 482"/>
                  <a:gd name="T53" fmla="*/ 144 h 148"/>
                  <a:gd name="T54" fmla="*/ 91 w 482"/>
                  <a:gd name="T55" fmla="*/ 144 h 148"/>
                  <a:gd name="T56" fmla="*/ 89 w 482"/>
                  <a:gd name="T57" fmla="*/ 144 h 148"/>
                  <a:gd name="T58" fmla="*/ 44 w 482"/>
                  <a:gd name="T59" fmla="*/ 106 h 148"/>
                  <a:gd name="T60" fmla="*/ 37 w 482"/>
                  <a:gd name="T61" fmla="*/ 86 h 148"/>
                  <a:gd name="T62" fmla="*/ 47 w 482"/>
                  <a:gd name="T63" fmla="*/ 75 h 148"/>
                  <a:gd name="T64" fmla="*/ 54 w 482"/>
                  <a:gd name="T65" fmla="*/ 71 h 148"/>
                  <a:gd name="T66" fmla="*/ 60 w 482"/>
                  <a:gd name="T67" fmla="*/ 68 h 148"/>
                  <a:gd name="T68" fmla="*/ 19 w 482"/>
                  <a:gd name="T69" fmla="*/ 61 h 148"/>
                  <a:gd name="T70" fmla="*/ 4 w 482"/>
                  <a:gd name="T71" fmla="*/ 51 h 148"/>
                  <a:gd name="T72" fmla="*/ 9 w 482"/>
                  <a:gd name="T73" fmla="*/ 48 h 148"/>
                  <a:gd name="T74" fmla="*/ 84 w 482"/>
                  <a:gd name="T75" fmla="*/ 41 h 148"/>
                  <a:gd name="T76" fmla="*/ 111 w 482"/>
                  <a:gd name="T77" fmla="*/ 48 h 148"/>
                  <a:gd name="T78" fmla="*/ 169 w 482"/>
                  <a:gd name="T79" fmla="*/ 80 h 148"/>
                  <a:gd name="T80" fmla="*/ 217 w 482"/>
                  <a:gd name="T81" fmla="*/ 70 h 148"/>
                  <a:gd name="T82" fmla="*/ 440 w 482"/>
                  <a:gd name="T83" fmla="*/ 2 h 148"/>
                  <a:gd name="T84" fmla="*/ 440 w 482"/>
                  <a:gd name="T85" fmla="*/ 2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482" h="148">
                    <a:moveTo>
                      <a:pt x="440" y="2"/>
                    </a:moveTo>
                    <a:cubicBezTo>
                      <a:pt x="440" y="0"/>
                      <a:pt x="440" y="0"/>
                      <a:pt x="440" y="0"/>
                    </a:cubicBezTo>
                    <a:cubicBezTo>
                      <a:pt x="401" y="8"/>
                      <a:pt x="342" y="27"/>
                      <a:pt x="289" y="44"/>
                    </a:cubicBezTo>
                    <a:cubicBezTo>
                      <a:pt x="262" y="52"/>
                      <a:pt x="237" y="60"/>
                      <a:pt x="216" y="66"/>
                    </a:cubicBezTo>
                    <a:cubicBezTo>
                      <a:pt x="195" y="72"/>
                      <a:pt x="179" y="76"/>
                      <a:pt x="170" y="76"/>
                    </a:cubicBezTo>
                    <a:cubicBezTo>
                      <a:pt x="169" y="76"/>
                      <a:pt x="169" y="76"/>
                      <a:pt x="169" y="76"/>
                    </a:cubicBezTo>
                    <a:cubicBezTo>
                      <a:pt x="161" y="76"/>
                      <a:pt x="150" y="71"/>
                      <a:pt x="140" y="64"/>
                    </a:cubicBezTo>
                    <a:cubicBezTo>
                      <a:pt x="130" y="57"/>
                      <a:pt x="120" y="49"/>
                      <a:pt x="114" y="44"/>
                    </a:cubicBezTo>
                    <a:cubicBezTo>
                      <a:pt x="105" y="38"/>
                      <a:pt x="98" y="37"/>
                      <a:pt x="93" y="37"/>
                    </a:cubicBezTo>
                    <a:cubicBezTo>
                      <a:pt x="90" y="37"/>
                      <a:pt x="87" y="37"/>
                      <a:pt x="84" y="37"/>
                    </a:cubicBezTo>
                    <a:cubicBezTo>
                      <a:pt x="78" y="37"/>
                      <a:pt x="62" y="39"/>
                      <a:pt x="47" y="41"/>
                    </a:cubicBezTo>
                    <a:cubicBezTo>
                      <a:pt x="31" y="42"/>
                      <a:pt x="16" y="44"/>
                      <a:pt x="9" y="44"/>
                    </a:cubicBezTo>
                    <a:cubicBezTo>
                      <a:pt x="6" y="44"/>
                      <a:pt x="4" y="45"/>
                      <a:pt x="3" y="46"/>
                    </a:cubicBezTo>
                    <a:cubicBezTo>
                      <a:pt x="1" y="47"/>
                      <a:pt x="0" y="49"/>
                      <a:pt x="0" y="51"/>
                    </a:cubicBezTo>
                    <a:cubicBezTo>
                      <a:pt x="0" y="54"/>
                      <a:pt x="2" y="57"/>
                      <a:pt x="6" y="60"/>
                    </a:cubicBezTo>
                    <a:cubicBezTo>
                      <a:pt x="9" y="63"/>
                      <a:pt x="13" y="65"/>
                      <a:pt x="19" y="65"/>
                    </a:cubicBezTo>
                    <a:cubicBezTo>
                      <a:pt x="26" y="67"/>
                      <a:pt x="35" y="68"/>
                      <a:pt x="42" y="69"/>
                    </a:cubicBezTo>
                    <a:cubicBezTo>
                      <a:pt x="48" y="70"/>
                      <a:pt x="53" y="71"/>
                      <a:pt x="53" y="7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52" y="67"/>
                      <a:pt x="52" y="67"/>
                      <a:pt x="52" y="67"/>
                    </a:cubicBezTo>
                    <a:cubicBezTo>
                      <a:pt x="52" y="67"/>
                      <a:pt x="49" y="69"/>
                      <a:pt x="45" y="71"/>
                    </a:cubicBezTo>
                    <a:cubicBezTo>
                      <a:pt x="41" y="74"/>
                      <a:pt x="36" y="77"/>
                      <a:pt x="34" y="81"/>
                    </a:cubicBezTo>
                    <a:cubicBezTo>
                      <a:pt x="33" y="82"/>
                      <a:pt x="33" y="84"/>
                      <a:pt x="33" y="86"/>
                    </a:cubicBezTo>
                    <a:cubicBezTo>
                      <a:pt x="33" y="88"/>
                      <a:pt x="34" y="92"/>
                      <a:pt x="35" y="96"/>
                    </a:cubicBezTo>
                    <a:cubicBezTo>
                      <a:pt x="39" y="107"/>
                      <a:pt x="47" y="122"/>
                      <a:pt x="54" y="130"/>
                    </a:cubicBezTo>
                    <a:cubicBezTo>
                      <a:pt x="63" y="140"/>
                      <a:pt x="74" y="148"/>
                      <a:pt x="89" y="148"/>
                    </a:cubicBezTo>
                    <a:cubicBezTo>
                      <a:pt x="89" y="148"/>
                      <a:pt x="90" y="148"/>
                      <a:pt x="91" y="148"/>
                    </a:cubicBezTo>
                    <a:cubicBezTo>
                      <a:pt x="91" y="146"/>
                      <a:pt x="91" y="146"/>
                      <a:pt x="91" y="146"/>
                    </a:cubicBezTo>
                    <a:cubicBezTo>
                      <a:pt x="91" y="148"/>
                      <a:pt x="91" y="148"/>
                      <a:pt x="91" y="148"/>
                    </a:cubicBezTo>
                    <a:cubicBezTo>
                      <a:pt x="91" y="148"/>
                      <a:pt x="92" y="148"/>
                      <a:pt x="93" y="148"/>
                    </a:cubicBezTo>
                    <a:cubicBezTo>
                      <a:pt x="101" y="148"/>
                      <a:pt x="112" y="147"/>
                      <a:pt x="124" y="145"/>
                    </a:cubicBezTo>
                    <a:cubicBezTo>
                      <a:pt x="136" y="143"/>
                      <a:pt x="148" y="140"/>
                      <a:pt x="156" y="134"/>
                    </a:cubicBezTo>
                    <a:cubicBezTo>
                      <a:pt x="155" y="132"/>
                      <a:pt x="155" y="132"/>
                      <a:pt x="155" y="132"/>
                    </a:cubicBezTo>
                    <a:cubicBezTo>
                      <a:pt x="155" y="134"/>
                      <a:pt x="155" y="134"/>
                      <a:pt x="155" y="134"/>
                    </a:cubicBezTo>
                    <a:cubicBezTo>
                      <a:pt x="159" y="135"/>
                      <a:pt x="181" y="136"/>
                      <a:pt x="213" y="137"/>
                    </a:cubicBezTo>
                    <a:cubicBezTo>
                      <a:pt x="306" y="140"/>
                      <a:pt x="480" y="145"/>
                      <a:pt x="480" y="145"/>
                    </a:cubicBezTo>
                    <a:cubicBezTo>
                      <a:pt x="482" y="146"/>
                      <a:pt x="482" y="146"/>
                      <a:pt x="482" y="146"/>
                    </a:cubicBezTo>
                    <a:cubicBezTo>
                      <a:pt x="479" y="30"/>
                      <a:pt x="479" y="30"/>
                      <a:pt x="479" y="30"/>
                    </a:cubicBezTo>
                    <a:cubicBezTo>
                      <a:pt x="440" y="0"/>
                      <a:pt x="440" y="0"/>
                      <a:pt x="440" y="0"/>
                    </a:cubicBezTo>
                    <a:cubicBezTo>
                      <a:pt x="440" y="0"/>
                      <a:pt x="440" y="0"/>
                      <a:pt x="440" y="0"/>
                    </a:cubicBezTo>
                    <a:cubicBezTo>
                      <a:pt x="440" y="2"/>
                      <a:pt x="440" y="2"/>
                      <a:pt x="440" y="2"/>
                    </a:cubicBezTo>
                    <a:cubicBezTo>
                      <a:pt x="439" y="4"/>
                      <a:pt x="439" y="4"/>
                      <a:pt x="439" y="4"/>
                    </a:cubicBezTo>
                    <a:cubicBezTo>
                      <a:pt x="475" y="32"/>
                      <a:pt x="475" y="32"/>
                      <a:pt x="475" y="32"/>
                    </a:cubicBezTo>
                    <a:cubicBezTo>
                      <a:pt x="478" y="144"/>
                      <a:pt x="478" y="144"/>
                      <a:pt x="478" y="144"/>
                    </a:cubicBezTo>
                    <a:cubicBezTo>
                      <a:pt x="480" y="143"/>
                      <a:pt x="480" y="143"/>
                      <a:pt x="480" y="143"/>
                    </a:cubicBezTo>
                    <a:cubicBezTo>
                      <a:pt x="480" y="141"/>
                      <a:pt x="480" y="141"/>
                      <a:pt x="480" y="141"/>
                    </a:cubicBezTo>
                    <a:cubicBezTo>
                      <a:pt x="480" y="141"/>
                      <a:pt x="475" y="141"/>
                      <a:pt x="467" y="141"/>
                    </a:cubicBezTo>
                    <a:cubicBezTo>
                      <a:pt x="437" y="140"/>
                      <a:pt x="363" y="138"/>
                      <a:pt x="294" y="135"/>
                    </a:cubicBezTo>
                    <a:cubicBezTo>
                      <a:pt x="260" y="134"/>
                      <a:pt x="227" y="133"/>
                      <a:pt x="201" y="132"/>
                    </a:cubicBezTo>
                    <a:cubicBezTo>
                      <a:pt x="176" y="131"/>
                      <a:pt x="159" y="131"/>
                      <a:pt x="155" y="130"/>
                    </a:cubicBezTo>
                    <a:cubicBezTo>
                      <a:pt x="155" y="130"/>
                      <a:pt x="155" y="130"/>
                      <a:pt x="155" y="130"/>
                    </a:cubicBezTo>
                    <a:cubicBezTo>
                      <a:pt x="154" y="131"/>
                      <a:pt x="154" y="131"/>
                      <a:pt x="154" y="131"/>
                    </a:cubicBezTo>
                    <a:cubicBezTo>
                      <a:pt x="146" y="136"/>
                      <a:pt x="135" y="139"/>
                      <a:pt x="123" y="141"/>
                    </a:cubicBezTo>
                    <a:cubicBezTo>
                      <a:pt x="112" y="143"/>
                      <a:pt x="100" y="144"/>
                      <a:pt x="93" y="144"/>
                    </a:cubicBezTo>
                    <a:cubicBezTo>
                      <a:pt x="92" y="144"/>
                      <a:pt x="91" y="144"/>
                      <a:pt x="91" y="144"/>
                    </a:cubicBezTo>
                    <a:cubicBezTo>
                      <a:pt x="91" y="144"/>
                      <a:pt x="91" y="144"/>
                      <a:pt x="91" y="144"/>
                    </a:cubicBezTo>
                    <a:cubicBezTo>
                      <a:pt x="91" y="144"/>
                      <a:pt x="91" y="144"/>
                      <a:pt x="91" y="144"/>
                    </a:cubicBezTo>
                    <a:cubicBezTo>
                      <a:pt x="90" y="144"/>
                      <a:pt x="89" y="144"/>
                      <a:pt x="89" y="144"/>
                    </a:cubicBezTo>
                    <a:cubicBezTo>
                      <a:pt x="76" y="144"/>
                      <a:pt x="65" y="137"/>
                      <a:pt x="57" y="127"/>
                    </a:cubicBezTo>
                    <a:cubicBezTo>
                      <a:pt x="53" y="123"/>
                      <a:pt x="48" y="115"/>
                      <a:pt x="44" y="106"/>
                    </a:cubicBezTo>
                    <a:cubicBezTo>
                      <a:pt x="42" y="102"/>
                      <a:pt x="40" y="98"/>
                      <a:pt x="39" y="95"/>
                    </a:cubicBezTo>
                    <a:cubicBezTo>
                      <a:pt x="37" y="91"/>
                      <a:pt x="37" y="88"/>
                      <a:pt x="37" y="86"/>
                    </a:cubicBezTo>
                    <a:cubicBezTo>
                      <a:pt x="37" y="84"/>
                      <a:pt x="37" y="84"/>
                      <a:pt x="37" y="83"/>
                    </a:cubicBezTo>
                    <a:cubicBezTo>
                      <a:pt x="39" y="81"/>
                      <a:pt x="43" y="77"/>
                      <a:pt x="47" y="75"/>
                    </a:cubicBezTo>
                    <a:cubicBezTo>
                      <a:pt x="49" y="74"/>
                      <a:pt x="51" y="73"/>
                      <a:pt x="52" y="72"/>
                    </a:cubicBezTo>
                    <a:cubicBezTo>
                      <a:pt x="53" y="71"/>
                      <a:pt x="53" y="71"/>
                      <a:pt x="54" y="71"/>
                    </a:cubicBezTo>
                    <a:cubicBezTo>
                      <a:pt x="54" y="71"/>
                      <a:pt x="54" y="71"/>
                      <a:pt x="54" y="71"/>
                    </a:cubicBezTo>
                    <a:cubicBezTo>
                      <a:pt x="60" y="68"/>
                      <a:pt x="60" y="68"/>
                      <a:pt x="60" y="68"/>
                    </a:cubicBezTo>
                    <a:cubicBezTo>
                      <a:pt x="54" y="67"/>
                      <a:pt x="54" y="67"/>
                      <a:pt x="54" y="67"/>
                    </a:cubicBezTo>
                    <a:cubicBezTo>
                      <a:pt x="54" y="67"/>
                      <a:pt x="35" y="64"/>
                      <a:pt x="19" y="61"/>
                    </a:cubicBezTo>
                    <a:cubicBezTo>
                      <a:pt x="15" y="61"/>
                      <a:pt x="11" y="59"/>
                      <a:pt x="8" y="57"/>
                    </a:cubicBezTo>
                    <a:cubicBezTo>
                      <a:pt x="5" y="55"/>
                      <a:pt x="4" y="52"/>
                      <a:pt x="4" y="51"/>
                    </a:cubicBezTo>
                    <a:cubicBezTo>
                      <a:pt x="4" y="50"/>
                      <a:pt x="4" y="50"/>
                      <a:pt x="5" y="49"/>
                    </a:cubicBezTo>
                    <a:cubicBezTo>
                      <a:pt x="6" y="49"/>
                      <a:pt x="7" y="48"/>
                      <a:pt x="9" y="48"/>
                    </a:cubicBezTo>
                    <a:cubicBezTo>
                      <a:pt x="16" y="48"/>
                      <a:pt x="32" y="46"/>
                      <a:pt x="47" y="45"/>
                    </a:cubicBezTo>
                    <a:cubicBezTo>
                      <a:pt x="63" y="43"/>
                      <a:pt x="78" y="41"/>
                      <a:pt x="84" y="41"/>
                    </a:cubicBezTo>
                    <a:cubicBezTo>
                      <a:pt x="87" y="41"/>
                      <a:pt x="90" y="41"/>
                      <a:pt x="93" y="41"/>
                    </a:cubicBezTo>
                    <a:cubicBezTo>
                      <a:pt x="98" y="41"/>
                      <a:pt x="103" y="42"/>
                      <a:pt x="111" y="48"/>
                    </a:cubicBezTo>
                    <a:cubicBezTo>
                      <a:pt x="118" y="52"/>
                      <a:pt x="127" y="60"/>
                      <a:pt x="138" y="67"/>
                    </a:cubicBezTo>
                    <a:cubicBezTo>
                      <a:pt x="148" y="74"/>
                      <a:pt x="159" y="80"/>
                      <a:pt x="169" y="80"/>
                    </a:cubicBezTo>
                    <a:cubicBezTo>
                      <a:pt x="170" y="80"/>
                      <a:pt x="170" y="80"/>
                      <a:pt x="170" y="80"/>
                    </a:cubicBezTo>
                    <a:cubicBezTo>
                      <a:pt x="179" y="80"/>
                      <a:pt x="196" y="76"/>
                      <a:pt x="217" y="70"/>
                    </a:cubicBezTo>
                    <a:cubicBezTo>
                      <a:pt x="280" y="52"/>
                      <a:pt x="383" y="16"/>
                      <a:pt x="440" y="4"/>
                    </a:cubicBezTo>
                    <a:cubicBezTo>
                      <a:pt x="440" y="2"/>
                      <a:pt x="440" y="2"/>
                      <a:pt x="440" y="2"/>
                    </a:cubicBezTo>
                    <a:cubicBezTo>
                      <a:pt x="439" y="4"/>
                      <a:pt x="439" y="4"/>
                      <a:pt x="439" y="4"/>
                    </a:cubicBezTo>
                    <a:lnTo>
                      <a:pt x="440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6" name="Freeform 134">
                <a:extLst>
                  <a:ext uri="{FF2B5EF4-FFF2-40B4-BE49-F238E27FC236}">
                    <a16:creationId xmlns:a16="http://schemas.microsoft.com/office/drawing/2014/main" id="{501B8FAD-AA0F-40F3-8353-BE2103B146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3" y="1603"/>
                <a:ext cx="182" cy="321"/>
              </a:xfrm>
              <a:custGeom>
                <a:avLst/>
                <a:gdLst>
                  <a:gd name="T0" fmla="*/ 71 w 125"/>
                  <a:gd name="T1" fmla="*/ 21 h 221"/>
                  <a:gd name="T2" fmla="*/ 11 w 125"/>
                  <a:gd name="T3" fmla="*/ 32 h 221"/>
                  <a:gd name="T4" fmla="*/ 47 w 125"/>
                  <a:gd name="T5" fmla="*/ 185 h 221"/>
                  <a:gd name="T6" fmla="*/ 117 w 125"/>
                  <a:gd name="T7" fmla="*/ 179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5" h="221">
                    <a:moveTo>
                      <a:pt x="71" y="21"/>
                    </a:moveTo>
                    <a:cubicBezTo>
                      <a:pt x="72" y="4"/>
                      <a:pt x="17" y="0"/>
                      <a:pt x="11" y="32"/>
                    </a:cubicBezTo>
                    <a:cubicBezTo>
                      <a:pt x="4" y="64"/>
                      <a:pt x="0" y="136"/>
                      <a:pt x="47" y="185"/>
                    </a:cubicBezTo>
                    <a:cubicBezTo>
                      <a:pt x="80" y="221"/>
                      <a:pt x="125" y="186"/>
                      <a:pt x="117" y="17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7" name="Freeform 135">
                <a:extLst>
                  <a:ext uri="{FF2B5EF4-FFF2-40B4-BE49-F238E27FC236}">
                    <a16:creationId xmlns:a16="http://schemas.microsoft.com/office/drawing/2014/main" id="{BB1FDBF3-4F3D-4535-8D0B-00F39BB50D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0" y="1611"/>
                <a:ext cx="167" cy="287"/>
              </a:xfrm>
              <a:custGeom>
                <a:avLst/>
                <a:gdLst>
                  <a:gd name="T0" fmla="*/ 68 w 115"/>
                  <a:gd name="T1" fmla="*/ 15 h 197"/>
                  <a:gd name="T2" fmla="*/ 68 w 115"/>
                  <a:gd name="T3" fmla="*/ 15 h 197"/>
                  <a:gd name="T4" fmla="*/ 65 w 115"/>
                  <a:gd name="T5" fmla="*/ 8 h 197"/>
                  <a:gd name="T6" fmla="*/ 56 w 115"/>
                  <a:gd name="T7" fmla="*/ 2 h 197"/>
                  <a:gd name="T8" fmla="*/ 42 w 115"/>
                  <a:gd name="T9" fmla="*/ 0 h 197"/>
                  <a:gd name="T10" fmla="*/ 18 w 115"/>
                  <a:gd name="T11" fmla="*/ 6 h 197"/>
                  <a:gd name="T12" fmla="*/ 4 w 115"/>
                  <a:gd name="T13" fmla="*/ 26 h 197"/>
                  <a:gd name="T14" fmla="*/ 0 w 115"/>
                  <a:gd name="T15" fmla="*/ 67 h 197"/>
                  <a:gd name="T16" fmla="*/ 41 w 115"/>
                  <a:gd name="T17" fmla="*/ 181 h 197"/>
                  <a:gd name="T18" fmla="*/ 41 w 115"/>
                  <a:gd name="T19" fmla="*/ 181 h 197"/>
                  <a:gd name="T20" fmla="*/ 76 w 115"/>
                  <a:gd name="T21" fmla="*/ 197 h 197"/>
                  <a:gd name="T22" fmla="*/ 103 w 115"/>
                  <a:gd name="T23" fmla="*/ 189 h 197"/>
                  <a:gd name="T24" fmla="*/ 111 w 115"/>
                  <a:gd name="T25" fmla="*/ 182 h 197"/>
                  <a:gd name="T26" fmla="*/ 115 w 115"/>
                  <a:gd name="T27" fmla="*/ 175 h 197"/>
                  <a:gd name="T28" fmla="*/ 113 w 115"/>
                  <a:gd name="T29" fmla="*/ 171 h 197"/>
                  <a:gd name="T30" fmla="*/ 110 w 115"/>
                  <a:gd name="T31" fmla="*/ 174 h 197"/>
                  <a:gd name="T32" fmla="*/ 111 w 115"/>
                  <a:gd name="T33" fmla="*/ 175 h 197"/>
                  <a:gd name="T34" fmla="*/ 108 w 115"/>
                  <a:gd name="T35" fmla="*/ 180 h 197"/>
                  <a:gd name="T36" fmla="*/ 95 w 115"/>
                  <a:gd name="T37" fmla="*/ 189 h 197"/>
                  <a:gd name="T38" fmla="*/ 76 w 115"/>
                  <a:gd name="T39" fmla="*/ 193 h 197"/>
                  <a:gd name="T40" fmla="*/ 43 w 115"/>
                  <a:gd name="T41" fmla="*/ 178 h 197"/>
                  <a:gd name="T42" fmla="*/ 43 w 115"/>
                  <a:gd name="T43" fmla="*/ 178 h 197"/>
                  <a:gd name="T44" fmla="*/ 43 w 115"/>
                  <a:gd name="T45" fmla="*/ 178 h 197"/>
                  <a:gd name="T46" fmla="*/ 4 w 115"/>
                  <a:gd name="T47" fmla="*/ 67 h 197"/>
                  <a:gd name="T48" fmla="*/ 8 w 115"/>
                  <a:gd name="T49" fmla="*/ 27 h 197"/>
                  <a:gd name="T50" fmla="*/ 20 w 115"/>
                  <a:gd name="T51" fmla="*/ 10 h 197"/>
                  <a:gd name="T52" fmla="*/ 42 w 115"/>
                  <a:gd name="T53" fmla="*/ 4 h 197"/>
                  <a:gd name="T54" fmla="*/ 58 w 115"/>
                  <a:gd name="T55" fmla="*/ 7 h 197"/>
                  <a:gd name="T56" fmla="*/ 62 w 115"/>
                  <a:gd name="T57" fmla="*/ 11 h 197"/>
                  <a:gd name="T58" fmla="*/ 64 w 115"/>
                  <a:gd name="T59" fmla="*/ 15 h 197"/>
                  <a:gd name="T60" fmla="*/ 64 w 115"/>
                  <a:gd name="T61" fmla="*/ 15 h 197"/>
                  <a:gd name="T62" fmla="*/ 68 w 115"/>
                  <a:gd name="T63" fmla="*/ 15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5" h="197">
                    <a:moveTo>
                      <a:pt x="68" y="15"/>
                    </a:moveTo>
                    <a:cubicBezTo>
                      <a:pt x="68" y="15"/>
                      <a:pt x="68" y="15"/>
                      <a:pt x="68" y="15"/>
                    </a:cubicBezTo>
                    <a:cubicBezTo>
                      <a:pt x="68" y="12"/>
                      <a:pt x="67" y="10"/>
                      <a:pt x="65" y="8"/>
                    </a:cubicBezTo>
                    <a:cubicBezTo>
                      <a:pt x="63" y="6"/>
                      <a:pt x="60" y="4"/>
                      <a:pt x="56" y="2"/>
                    </a:cubicBezTo>
                    <a:cubicBezTo>
                      <a:pt x="52" y="1"/>
                      <a:pt x="47" y="0"/>
                      <a:pt x="42" y="0"/>
                    </a:cubicBezTo>
                    <a:cubicBezTo>
                      <a:pt x="34" y="0"/>
                      <a:pt x="26" y="2"/>
                      <a:pt x="18" y="6"/>
                    </a:cubicBezTo>
                    <a:cubicBezTo>
                      <a:pt x="11" y="10"/>
                      <a:pt x="6" y="17"/>
                      <a:pt x="4" y="26"/>
                    </a:cubicBezTo>
                    <a:cubicBezTo>
                      <a:pt x="2" y="36"/>
                      <a:pt x="0" y="51"/>
                      <a:pt x="0" y="67"/>
                    </a:cubicBezTo>
                    <a:cubicBezTo>
                      <a:pt x="0" y="102"/>
                      <a:pt x="8" y="147"/>
                      <a:pt x="41" y="181"/>
                    </a:cubicBezTo>
                    <a:cubicBezTo>
                      <a:pt x="41" y="181"/>
                      <a:pt x="41" y="181"/>
                      <a:pt x="41" y="181"/>
                    </a:cubicBezTo>
                    <a:cubicBezTo>
                      <a:pt x="52" y="193"/>
                      <a:pt x="64" y="197"/>
                      <a:pt x="76" y="197"/>
                    </a:cubicBezTo>
                    <a:cubicBezTo>
                      <a:pt x="86" y="197"/>
                      <a:pt x="96" y="194"/>
                      <a:pt x="103" y="189"/>
                    </a:cubicBezTo>
                    <a:cubicBezTo>
                      <a:pt x="106" y="187"/>
                      <a:pt x="109" y="185"/>
                      <a:pt x="111" y="182"/>
                    </a:cubicBezTo>
                    <a:cubicBezTo>
                      <a:pt x="113" y="180"/>
                      <a:pt x="115" y="178"/>
                      <a:pt x="115" y="175"/>
                    </a:cubicBezTo>
                    <a:cubicBezTo>
                      <a:pt x="115" y="174"/>
                      <a:pt x="114" y="172"/>
                      <a:pt x="113" y="171"/>
                    </a:cubicBezTo>
                    <a:cubicBezTo>
                      <a:pt x="110" y="174"/>
                      <a:pt x="110" y="174"/>
                      <a:pt x="110" y="174"/>
                    </a:cubicBezTo>
                    <a:cubicBezTo>
                      <a:pt x="111" y="175"/>
                      <a:pt x="111" y="175"/>
                      <a:pt x="111" y="175"/>
                    </a:cubicBezTo>
                    <a:cubicBezTo>
                      <a:pt x="111" y="176"/>
                      <a:pt x="110" y="178"/>
                      <a:pt x="108" y="180"/>
                    </a:cubicBezTo>
                    <a:cubicBezTo>
                      <a:pt x="106" y="183"/>
                      <a:pt x="101" y="186"/>
                      <a:pt x="95" y="189"/>
                    </a:cubicBezTo>
                    <a:cubicBezTo>
                      <a:pt x="90" y="191"/>
                      <a:pt x="83" y="193"/>
                      <a:pt x="76" y="193"/>
                    </a:cubicBezTo>
                    <a:cubicBezTo>
                      <a:pt x="65" y="193"/>
                      <a:pt x="54" y="189"/>
                      <a:pt x="43" y="178"/>
                    </a:cubicBezTo>
                    <a:cubicBezTo>
                      <a:pt x="43" y="178"/>
                      <a:pt x="43" y="178"/>
                      <a:pt x="43" y="178"/>
                    </a:cubicBezTo>
                    <a:cubicBezTo>
                      <a:pt x="43" y="178"/>
                      <a:pt x="43" y="178"/>
                      <a:pt x="43" y="178"/>
                    </a:cubicBezTo>
                    <a:cubicBezTo>
                      <a:pt x="12" y="145"/>
                      <a:pt x="4" y="102"/>
                      <a:pt x="4" y="67"/>
                    </a:cubicBezTo>
                    <a:cubicBezTo>
                      <a:pt x="4" y="51"/>
                      <a:pt x="6" y="37"/>
                      <a:pt x="8" y="27"/>
                    </a:cubicBezTo>
                    <a:cubicBezTo>
                      <a:pt x="9" y="19"/>
                      <a:pt x="14" y="13"/>
                      <a:pt x="20" y="10"/>
                    </a:cubicBezTo>
                    <a:cubicBezTo>
                      <a:pt x="27" y="6"/>
                      <a:pt x="35" y="4"/>
                      <a:pt x="42" y="4"/>
                    </a:cubicBezTo>
                    <a:cubicBezTo>
                      <a:pt x="48" y="4"/>
                      <a:pt x="54" y="5"/>
                      <a:pt x="58" y="7"/>
                    </a:cubicBezTo>
                    <a:cubicBezTo>
                      <a:pt x="60" y="8"/>
                      <a:pt x="61" y="10"/>
                      <a:pt x="62" y="11"/>
                    </a:cubicBezTo>
                    <a:cubicBezTo>
                      <a:pt x="63" y="12"/>
                      <a:pt x="64" y="13"/>
                      <a:pt x="64" y="15"/>
                    </a:cubicBezTo>
                    <a:cubicBezTo>
                      <a:pt x="64" y="15"/>
                      <a:pt x="64" y="15"/>
                      <a:pt x="64" y="15"/>
                    </a:cubicBezTo>
                    <a:cubicBezTo>
                      <a:pt x="68" y="15"/>
                      <a:pt x="68" y="15"/>
                      <a:pt x="68" y="1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8" name="Freeform 136">
                <a:extLst>
                  <a:ext uri="{FF2B5EF4-FFF2-40B4-BE49-F238E27FC236}">
                    <a16:creationId xmlns:a16="http://schemas.microsoft.com/office/drawing/2014/main" id="{35C8038E-2087-4660-BA38-F82F5059EE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8" y="1191"/>
                <a:ext cx="942" cy="974"/>
              </a:xfrm>
              <a:custGeom>
                <a:avLst/>
                <a:gdLst>
                  <a:gd name="T0" fmla="*/ 371 w 647"/>
                  <a:gd name="T1" fmla="*/ 222 h 669"/>
                  <a:gd name="T2" fmla="*/ 90 w 647"/>
                  <a:gd name="T3" fmla="*/ 460 h 669"/>
                  <a:gd name="T4" fmla="*/ 33 w 647"/>
                  <a:gd name="T5" fmla="*/ 304 h 669"/>
                  <a:gd name="T6" fmla="*/ 186 w 647"/>
                  <a:gd name="T7" fmla="*/ 130 h 669"/>
                  <a:gd name="T8" fmla="*/ 366 w 647"/>
                  <a:gd name="T9" fmla="*/ 0 h 669"/>
                  <a:gd name="T10" fmla="*/ 590 w 647"/>
                  <a:gd name="T11" fmla="*/ 287 h 669"/>
                  <a:gd name="T12" fmla="*/ 562 w 647"/>
                  <a:gd name="T13" fmla="*/ 606 h 669"/>
                  <a:gd name="T14" fmla="*/ 270 w 647"/>
                  <a:gd name="T15" fmla="*/ 614 h 669"/>
                  <a:gd name="T16" fmla="*/ 204 w 647"/>
                  <a:gd name="T17" fmla="*/ 390 h 6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47" h="669">
                    <a:moveTo>
                      <a:pt x="371" y="222"/>
                    </a:moveTo>
                    <a:cubicBezTo>
                      <a:pt x="279" y="361"/>
                      <a:pt x="120" y="445"/>
                      <a:pt x="90" y="460"/>
                    </a:cubicBezTo>
                    <a:cubicBezTo>
                      <a:pt x="51" y="480"/>
                      <a:pt x="0" y="344"/>
                      <a:pt x="33" y="304"/>
                    </a:cubicBezTo>
                    <a:cubicBezTo>
                      <a:pt x="53" y="280"/>
                      <a:pt x="115" y="200"/>
                      <a:pt x="186" y="130"/>
                    </a:cubicBezTo>
                    <a:cubicBezTo>
                      <a:pt x="257" y="60"/>
                      <a:pt x="266" y="0"/>
                      <a:pt x="366" y="0"/>
                    </a:cubicBezTo>
                    <a:cubicBezTo>
                      <a:pt x="465" y="0"/>
                      <a:pt x="533" y="80"/>
                      <a:pt x="590" y="287"/>
                    </a:cubicBezTo>
                    <a:cubicBezTo>
                      <a:pt x="647" y="494"/>
                      <a:pt x="562" y="606"/>
                      <a:pt x="562" y="606"/>
                    </a:cubicBezTo>
                    <a:cubicBezTo>
                      <a:pt x="517" y="669"/>
                      <a:pt x="338" y="638"/>
                      <a:pt x="270" y="614"/>
                    </a:cubicBezTo>
                    <a:cubicBezTo>
                      <a:pt x="225" y="598"/>
                      <a:pt x="204" y="390"/>
                      <a:pt x="204" y="39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9" name="Freeform 137">
                <a:extLst>
                  <a:ext uri="{FF2B5EF4-FFF2-40B4-BE49-F238E27FC236}">
                    <a16:creationId xmlns:a16="http://schemas.microsoft.com/office/drawing/2014/main" id="{24218097-026D-4C97-A557-2B5658D438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7" y="1188"/>
                <a:ext cx="862" cy="942"/>
              </a:xfrm>
              <a:custGeom>
                <a:avLst/>
                <a:gdLst>
                  <a:gd name="T0" fmla="*/ 350 w 592"/>
                  <a:gd name="T1" fmla="*/ 222 h 647"/>
                  <a:gd name="T2" fmla="*/ 69 w 592"/>
                  <a:gd name="T3" fmla="*/ 460 h 647"/>
                  <a:gd name="T4" fmla="*/ 62 w 592"/>
                  <a:gd name="T5" fmla="*/ 462 h 647"/>
                  <a:gd name="T6" fmla="*/ 42 w 592"/>
                  <a:gd name="T7" fmla="*/ 451 h 647"/>
                  <a:gd name="T8" fmla="*/ 16 w 592"/>
                  <a:gd name="T9" fmla="*/ 404 h 647"/>
                  <a:gd name="T10" fmla="*/ 4 w 592"/>
                  <a:gd name="T11" fmla="*/ 345 h 647"/>
                  <a:gd name="T12" fmla="*/ 14 w 592"/>
                  <a:gd name="T13" fmla="*/ 307 h 647"/>
                  <a:gd name="T14" fmla="*/ 167 w 592"/>
                  <a:gd name="T15" fmla="*/ 133 h 647"/>
                  <a:gd name="T16" fmla="*/ 247 w 592"/>
                  <a:gd name="T17" fmla="*/ 42 h 647"/>
                  <a:gd name="T18" fmla="*/ 286 w 592"/>
                  <a:gd name="T19" fmla="*/ 14 h 647"/>
                  <a:gd name="T20" fmla="*/ 346 w 592"/>
                  <a:gd name="T21" fmla="*/ 4 h 647"/>
                  <a:gd name="T22" fmla="*/ 472 w 592"/>
                  <a:gd name="T23" fmla="*/ 69 h 647"/>
                  <a:gd name="T24" fmla="*/ 568 w 592"/>
                  <a:gd name="T25" fmla="*/ 290 h 647"/>
                  <a:gd name="T26" fmla="*/ 588 w 592"/>
                  <a:gd name="T27" fmla="*/ 426 h 647"/>
                  <a:gd name="T28" fmla="*/ 564 w 592"/>
                  <a:gd name="T29" fmla="*/ 561 h 647"/>
                  <a:gd name="T30" fmla="*/ 547 w 592"/>
                  <a:gd name="T31" fmla="*/ 595 h 647"/>
                  <a:gd name="T32" fmla="*/ 542 w 592"/>
                  <a:gd name="T33" fmla="*/ 604 h 647"/>
                  <a:gd name="T34" fmla="*/ 540 w 592"/>
                  <a:gd name="T35" fmla="*/ 606 h 647"/>
                  <a:gd name="T36" fmla="*/ 540 w 592"/>
                  <a:gd name="T37" fmla="*/ 607 h 647"/>
                  <a:gd name="T38" fmla="*/ 540 w 592"/>
                  <a:gd name="T39" fmla="*/ 607 h 647"/>
                  <a:gd name="T40" fmla="*/ 540 w 592"/>
                  <a:gd name="T41" fmla="*/ 607 h 647"/>
                  <a:gd name="T42" fmla="*/ 540 w 592"/>
                  <a:gd name="T43" fmla="*/ 607 h 647"/>
                  <a:gd name="T44" fmla="*/ 495 w 592"/>
                  <a:gd name="T45" fmla="*/ 635 h 647"/>
                  <a:gd name="T46" fmla="*/ 427 w 592"/>
                  <a:gd name="T47" fmla="*/ 643 h 647"/>
                  <a:gd name="T48" fmla="*/ 250 w 592"/>
                  <a:gd name="T49" fmla="*/ 614 h 647"/>
                  <a:gd name="T50" fmla="*/ 236 w 592"/>
                  <a:gd name="T51" fmla="*/ 600 h 647"/>
                  <a:gd name="T52" fmla="*/ 214 w 592"/>
                  <a:gd name="T53" fmla="*/ 547 h 647"/>
                  <a:gd name="T54" fmla="*/ 193 w 592"/>
                  <a:gd name="T55" fmla="*/ 445 h 647"/>
                  <a:gd name="T56" fmla="*/ 188 w 592"/>
                  <a:gd name="T57" fmla="*/ 407 h 647"/>
                  <a:gd name="T58" fmla="*/ 186 w 592"/>
                  <a:gd name="T59" fmla="*/ 396 h 647"/>
                  <a:gd name="T60" fmla="*/ 186 w 592"/>
                  <a:gd name="T61" fmla="*/ 392 h 647"/>
                  <a:gd name="T62" fmla="*/ 182 w 592"/>
                  <a:gd name="T63" fmla="*/ 392 h 647"/>
                  <a:gd name="T64" fmla="*/ 198 w 592"/>
                  <a:gd name="T65" fmla="*/ 498 h 647"/>
                  <a:gd name="T66" fmla="*/ 219 w 592"/>
                  <a:gd name="T67" fmla="*/ 575 h 647"/>
                  <a:gd name="T68" fmla="*/ 233 w 592"/>
                  <a:gd name="T69" fmla="*/ 603 h 647"/>
                  <a:gd name="T70" fmla="*/ 249 w 592"/>
                  <a:gd name="T71" fmla="*/ 617 h 647"/>
                  <a:gd name="T72" fmla="*/ 427 w 592"/>
                  <a:gd name="T73" fmla="*/ 647 h 647"/>
                  <a:gd name="T74" fmla="*/ 496 w 592"/>
                  <a:gd name="T75" fmla="*/ 639 h 647"/>
                  <a:gd name="T76" fmla="*/ 543 w 592"/>
                  <a:gd name="T77" fmla="*/ 609 h 647"/>
                  <a:gd name="T78" fmla="*/ 542 w 592"/>
                  <a:gd name="T79" fmla="*/ 608 h 647"/>
                  <a:gd name="T80" fmla="*/ 543 w 592"/>
                  <a:gd name="T81" fmla="*/ 609 h 647"/>
                  <a:gd name="T82" fmla="*/ 592 w 592"/>
                  <a:gd name="T83" fmla="*/ 426 h 647"/>
                  <a:gd name="T84" fmla="*/ 572 w 592"/>
                  <a:gd name="T85" fmla="*/ 289 h 647"/>
                  <a:gd name="T86" fmla="*/ 476 w 592"/>
                  <a:gd name="T87" fmla="*/ 67 h 647"/>
                  <a:gd name="T88" fmla="*/ 346 w 592"/>
                  <a:gd name="T89" fmla="*/ 0 h 647"/>
                  <a:gd name="T90" fmla="*/ 285 w 592"/>
                  <a:gd name="T91" fmla="*/ 10 h 647"/>
                  <a:gd name="T92" fmla="*/ 226 w 592"/>
                  <a:gd name="T93" fmla="*/ 59 h 647"/>
                  <a:gd name="T94" fmla="*/ 164 w 592"/>
                  <a:gd name="T95" fmla="*/ 130 h 647"/>
                  <a:gd name="T96" fmla="*/ 11 w 592"/>
                  <a:gd name="T97" fmla="*/ 305 h 647"/>
                  <a:gd name="T98" fmla="*/ 0 w 592"/>
                  <a:gd name="T99" fmla="*/ 345 h 647"/>
                  <a:gd name="T100" fmla="*/ 20 w 592"/>
                  <a:gd name="T101" fmla="*/ 424 h 647"/>
                  <a:gd name="T102" fmla="*/ 39 w 592"/>
                  <a:gd name="T103" fmla="*/ 454 h 647"/>
                  <a:gd name="T104" fmla="*/ 62 w 592"/>
                  <a:gd name="T105" fmla="*/ 466 h 647"/>
                  <a:gd name="T106" fmla="*/ 71 w 592"/>
                  <a:gd name="T107" fmla="*/ 464 h 647"/>
                  <a:gd name="T108" fmla="*/ 353 w 592"/>
                  <a:gd name="T109" fmla="*/ 225 h 647"/>
                  <a:gd name="T110" fmla="*/ 350 w 592"/>
                  <a:gd name="T111" fmla="*/ 222 h 6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592" h="647">
                    <a:moveTo>
                      <a:pt x="350" y="222"/>
                    </a:moveTo>
                    <a:cubicBezTo>
                      <a:pt x="258" y="362"/>
                      <a:pt x="99" y="445"/>
                      <a:pt x="69" y="460"/>
                    </a:cubicBezTo>
                    <a:cubicBezTo>
                      <a:pt x="67" y="462"/>
                      <a:pt x="64" y="462"/>
                      <a:pt x="62" y="462"/>
                    </a:cubicBezTo>
                    <a:cubicBezTo>
                      <a:pt x="56" y="462"/>
                      <a:pt x="49" y="458"/>
                      <a:pt x="42" y="451"/>
                    </a:cubicBezTo>
                    <a:cubicBezTo>
                      <a:pt x="32" y="441"/>
                      <a:pt x="22" y="423"/>
                      <a:pt x="16" y="404"/>
                    </a:cubicBezTo>
                    <a:cubicBezTo>
                      <a:pt x="9" y="384"/>
                      <a:pt x="4" y="363"/>
                      <a:pt x="4" y="345"/>
                    </a:cubicBezTo>
                    <a:cubicBezTo>
                      <a:pt x="4" y="329"/>
                      <a:pt x="7" y="316"/>
                      <a:pt x="14" y="307"/>
                    </a:cubicBezTo>
                    <a:cubicBezTo>
                      <a:pt x="34" y="283"/>
                      <a:pt x="96" y="203"/>
                      <a:pt x="167" y="133"/>
                    </a:cubicBezTo>
                    <a:cubicBezTo>
                      <a:pt x="203" y="98"/>
                      <a:pt x="223" y="65"/>
                      <a:pt x="247" y="42"/>
                    </a:cubicBezTo>
                    <a:cubicBezTo>
                      <a:pt x="258" y="30"/>
                      <a:pt x="271" y="21"/>
                      <a:pt x="286" y="14"/>
                    </a:cubicBezTo>
                    <a:cubicBezTo>
                      <a:pt x="302" y="7"/>
                      <a:pt x="321" y="4"/>
                      <a:pt x="346" y="4"/>
                    </a:cubicBezTo>
                    <a:cubicBezTo>
                      <a:pt x="395" y="4"/>
                      <a:pt x="436" y="23"/>
                      <a:pt x="472" y="69"/>
                    </a:cubicBezTo>
                    <a:cubicBezTo>
                      <a:pt x="509" y="115"/>
                      <a:pt x="540" y="186"/>
                      <a:pt x="568" y="290"/>
                    </a:cubicBezTo>
                    <a:cubicBezTo>
                      <a:pt x="582" y="341"/>
                      <a:pt x="588" y="387"/>
                      <a:pt x="588" y="426"/>
                    </a:cubicBezTo>
                    <a:cubicBezTo>
                      <a:pt x="588" y="485"/>
                      <a:pt x="576" y="531"/>
                      <a:pt x="564" y="561"/>
                    </a:cubicBezTo>
                    <a:cubicBezTo>
                      <a:pt x="558" y="576"/>
                      <a:pt x="552" y="588"/>
                      <a:pt x="547" y="595"/>
                    </a:cubicBezTo>
                    <a:cubicBezTo>
                      <a:pt x="545" y="599"/>
                      <a:pt x="543" y="602"/>
                      <a:pt x="542" y="604"/>
                    </a:cubicBezTo>
                    <a:cubicBezTo>
                      <a:pt x="541" y="605"/>
                      <a:pt x="541" y="606"/>
                      <a:pt x="540" y="606"/>
                    </a:cubicBezTo>
                    <a:cubicBezTo>
                      <a:pt x="540" y="607"/>
                      <a:pt x="540" y="607"/>
                      <a:pt x="540" y="607"/>
                    </a:cubicBezTo>
                    <a:cubicBezTo>
                      <a:pt x="540" y="607"/>
                      <a:pt x="540" y="607"/>
                      <a:pt x="540" y="607"/>
                    </a:cubicBezTo>
                    <a:cubicBezTo>
                      <a:pt x="540" y="607"/>
                      <a:pt x="540" y="607"/>
                      <a:pt x="540" y="607"/>
                    </a:cubicBezTo>
                    <a:cubicBezTo>
                      <a:pt x="540" y="607"/>
                      <a:pt x="540" y="607"/>
                      <a:pt x="540" y="607"/>
                    </a:cubicBezTo>
                    <a:cubicBezTo>
                      <a:pt x="530" y="620"/>
                      <a:pt x="515" y="629"/>
                      <a:pt x="495" y="635"/>
                    </a:cubicBezTo>
                    <a:cubicBezTo>
                      <a:pt x="475" y="641"/>
                      <a:pt x="452" y="643"/>
                      <a:pt x="427" y="643"/>
                    </a:cubicBezTo>
                    <a:cubicBezTo>
                      <a:pt x="362" y="643"/>
                      <a:pt x="289" y="627"/>
                      <a:pt x="250" y="614"/>
                    </a:cubicBezTo>
                    <a:cubicBezTo>
                      <a:pt x="246" y="612"/>
                      <a:pt x="241" y="607"/>
                      <a:pt x="236" y="600"/>
                    </a:cubicBezTo>
                    <a:cubicBezTo>
                      <a:pt x="228" y="588"/>
                      <a:pt x="220" y="569"/>
                      <a:pt x="214" y="547"/>
                    </a:cubicBezTo>
                    <a:cubicBezTo>
                      <a:pt x="205" y="514"/>
                      <a:pt x="197" y="475"/>
                      <a:pt x="193" y="445"/>
                    </a:cubicBezTo>
                    <a:cubicBezTo>
                      <a:pt x="190" y="430"/>
                      <a:pt x="189" y="416"/>
                      <a:pt x="188" y="407"/>
                    </a:cubicBezTo>
                    <a:cubicBezTo>
                      <a:pt x="187" y="402"/>
                      <a:pt x="187" y="398"/>
                      <a:pt x="186" y="396"/>
                    </a:cubicBezTo>
                    <a:cubicBezTo>
                      <a:pt x="186" y="393"/>
                      <a:pt x="186" y="392"/>
                      <a:pt x="186" y="392"/>
                    </a:cubicBezTo>
                    <a:cubicBezTo>
                      <a:pt x="182" y="392"/>
                      <a:pt x="182" y="392"/>
                      <a:pt x="182" y="392"/>
                    </a:cubicBezTo>
                    <a:cubicBezTo>
                      <a:pt x="182" y="392"/>
                      <a:pt x="187" y="444"/>
                      <a:pt x="198" y="498"/>
                    </a:cubicBezTo>
                    <a:cubicBezTo>
                      <a:pt x="204" y="525"/>
                      <a:pt x="211" y="553"/>
                      <a:pt x="219" y="575"/>
                    </a:cubicBezTo>
                    <a:cubicBezTo>
                      <a:pt x="223" y="586"/>
                      <a:pt x="228" y="595"/>
                      <a:pt x="233" y="603"/>
                    </a:cubicBezTo>
                    <a:cubicBezTo>
                      <a:pt x="238" y="610"/>
                      <a:pt x="243" y="615"/>
                      <a:pt x="249" y="617"/>
                    </a:cubicBezTo>
                    <a:cubicBezTo>
                      <a:pt x="288" y="631"/>
                      <a:pt x="362" y="647"/>
                      <a:pt x="427" y="647"/>
                    </a:cubicBezTo>
                    <a:cubicBezTo>
                      <a:pt x="452" y="647"/>
                      <a:pt x="476" y="645"/>
                      <a:pt x="496" y="639"/>
                    </a:cubicBezTo>
                    <a:cubicBezTo>
                      <a:pt x="516" y="633"/>
                      <a:pt x="533" y="624"/>
                      <a:pt x="543" y="609"/>
                    </a:cubicBezTo>
                    <a:cubicBezTo>
                      <a:pt x="542" y="608"/>
                      <a:pt x="542" y="608"/>
                      <a:pt x="542" y="608"/>
                    </a:cubicBezTo>
                    <a:cubicBezTo>
                      <a:pt x="543" y="609"/>
                      <a:pt x="543" y="609"/>
                      <a:pt x="543" y="609"/>
                    </a:cubicBezTo>
                    <a:cubicBezTo>
                      <a:pt x="543" y="609"/>
                      <a:pt x="592" y="546"/>
                      <a:pt x="592" y="426"/>
                    </a:cubicBezTo>
                    <a:cubicBezTo>
                      <a:pt x="592" y="387"/>
                      <a:pt x="586" y="341"/>
                      <a:pt x="572" y="289"/>
                    </a:cubicBezTo>
                    <a:cubicBezTo>
                      <a:pt x="544" y="185"/>
                      <a:pt x="512" y="113"/>
                      <a:pt x="476" y="67"/>
                    </a:cubicBezTo>
                    <a:cubicBezTo>
                      <a:pt x="439" y="20"/>
                      <a:pt x="396" y="0"/>
                      <a:pt x="346" y="0"/>
                    </a:cubicBezTo>
                    <a:cubicBezTo>
                      <a:pt x="321" y="0"/>
                      <a:pt x="301" y="4"/>
                      <a:pt x="285" y="10"/>
                    </a:cubicBezTo>
                    <a:cubicBezTo>
                      <a:pt x="260" y="21"/>
                      <a:pt x="244" y="38"/>
                      <a:pt x="226" y="59"/>
                    </a:cubicBezTo>
                    <a:cubicBezTo>
                      <a:pt x="209" y="79"/>
                      <a:pt x="191" y="104"/>
                      <a:pt x="164" y="130"/>
                    </a:cubicBezTo>
                    <a:cubicBezTo>
                      <a:pt x="93" y="200"/>
                      <a:pt x="31" y="280"/>
                      <a:pt x="11" y="305"/>
                    </a:cubicBezTo>
                    <a:cubicBezTo>
                      <a:pt x="3" y="314"/>
                      <a:pt x="0" y="329"/>
                      <a:pt x="0" y="345"/>
                    </a:cubicBezTo>
                    <a:cubicBezTo>
                      <a:pt x="0" y="370"/>
                      <a:pt x="8" y="400"/>
                      <a:pt x="20" y="424"/>
                    </a:cubicBezTo>
                    <a:cubicBezTo>
                      <a:pt x="25" y="436"/>
                      <a:pt x="32" y="446"/>
                      <a:pt x="39" y="454"/>
                    </a:cubicBezTo>
                    <a:cubicBezTo>
                      <a:pt x="46" y="461"/>
                      <a:pt x="54" y="466"/>
                      <a:pt x="62" y="466"/>
                    </a:cubicBezTo>
                    <a:cubicBezTo>
                      <a:pt x="65" y="466"/>
                      <a:pt x="68" y="465"/>
                      <a:pt x="71" y="464"/>
                    </a:cubicBezTo>
                    <a:cubicBezTo>
                      <a:pt x="101" y="449"/>
                      <a:pt x="261" y="365"/>
                      <a:pt x="353" y="225"/>
                    </a:cubicBezTo>
                    <a:cubicBezTo>
                      <a:pt x="350" y="222"/>
                      <a:pt x="350" y="222"/>
                      <a:pt x="350" y="22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0" name="Freeform 138">
                <a:extLst>
                  <a:ext uri="{FF2B5EF4-FFF2-40B4-BE49-F238E27FC236}">
                    <a16:creationId xmlns:a16="http://schemas.microsoft.com/office/drawing/2014/main" id="{73636CD9-B5EC-4B0E-BF36-6EC4E6390E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7" y="1285"/>
                <a:ext cx="265" cy="294"/>
              </a:xfrm>
              <a:custGeom>
                <a:avLst/>
                <a:gdLst>
                  <a:gd name="T0" fmla="*/ 12 w 182"/>
                  <a:gd name="T1" fmla="*/ 199 h 202"/>
                  <a:gd name="T2" fmla="*/ 129 w 182"/>
                  <a:gd name="T3" fmla="*/ 69 h 202"/>
                  <a:gd name="T4" fmla="*/ 180 w 182"/>
                  <a:gd name="T5" fmla="*/ 10 h 202"/>
                  <a:gd name="T6" fmla="*/ 179 w 182"/>
                  <a:gd name="T7" fmla="*/ 2 h 202"/>
                  <a:gd name="T8" fmla="*/ 170 w 182"/>
                  <a:gd name="T9" fmla="*/ 3 h 202"/>
                  <a:gd name="T10" fmla="*/ 120 w 182"/>
                  <a:gd name="T11" fmla="*/ 60 h 202"/>
                  <a:gd name="T12" fmla="*/ 2 w 182"/>
                  <a:gd name="T13" fmla="*/ 191 h 202"/>
                  <a:gd name="T14" fmla="*/ 3 w 182"/>
                  <a:gd name="T15" fmla="*/ 200 h 202"/>
                  <a:gd name="T16" fmla="*/ 12 w 182"/>
                  <a:gd name="T17" fmla="*/ 199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2" h="202">
                    <a:moveTo>
                      <a:pt x="12" y="199"/>
                    </a:moveTo>
                    <a:cubicBezTo>
                      <a:pt x="41" y="163"/>
                      <a:pt x="83" y="114"/>
                      <a:pt x="129" y="69"/>
                    </a:cubicBezTo>
                    <a:cubicBezTo>
                      <a:pt x="150" y="48"/>
                      <a:pt x="166" y="28"/>
                      <a:pt x="180" y="10"/>
                    </a:cubicBezTo>
                    <a:cubicBezTo>
                      <a:pt x="182" y="8"/>
                      <a:pt x="181" y="4"/>
                      <a:pt x="179" y="2"/>
                    </a:cubicBezTo>
                    <a:cubicBezTo>
                      <a:pt x="176" y="0"/>
                      <a:pt x="172" y="0"/>
                      <a:pt x="170" y="3"/>
                    </a:cubicBezTo>
                    <a:cubicBezTo>
                      <a:pt x="156" y="21"/>
                      <a:pt x="141" y="40"/>
                      <a:pt x="120" y="60"/>
                    </a:cubicBezTo>
                    <a:cubicBezTo>
                      <a:pt x="74" y="106"/>
                      <a:pt x="32" y="155"/>
                      <a:pt x="2" y="191"/>
                    </a:cubicBezTo>
                    <a:cubicBezTo>
                      <a:pt x="0" y="194"/>
                      <a:pt x="1" y="198"/>
                      <a:pt x="3" y="200"/>
                    </a:cubicBezTo>
                    <a:cubicBezTo>
                      <a:pt x="6" y="202"/>
                      <a:pt x="9" y="202"/>
                      <a:pt x="12" y="199"/>
                    </a:cubicBezTo>
                    <a:close/>
                  </a:path>
                </a:pathLst>
              </a:custGeom>
              <a:solidFill>
                <a:srgbClr val="085E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1" name="Freeform 139">
                <a:extLst>
                  <a:ext uri="{FF2B5EF4-FFF2-40B4-BE49-F238E27FC236}">
                    <a16:creationId xmlns:a16="http://schemas.microsoft.com/office/drawing/2014/main" id="{863257C6-5443-4A4C-993B-BFE0A84561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7" y="629"/>
                <a:ext cx="474" cy="330"/>
              </a:xfrm>
              <a:custGeom>
                <a:avLst/>
                <a:gdLst>
                  <a:gd name="T0" fmla="*/ 1 w 326"/>
                  <a:gd name="T1" fmla="*/ 192 h 227"/>
                  <a:gd name="T2" fmla="*/ 183 w 326"/>
                  <a:gd name="T3" fmla="*/ 166 h 227"/>
                  <a:gd name="T4" fmla="*/ 242 w 326"/>
                  <a:gd name="T5" fmla="*/ 182 h 227"/>
                  <a:gd name="T6" fmla="*/ 314 w 326"/>
                  <a:gd name="T7" fmla="*/ 208 h 227"/>
                  <a:gd name="T8" fmla="*/ 309 w 326"/>
                  <a:gd name="T9" fmla="*/ 162 h 227"/>
                  <a:gd name="T10" fmla="*/ 269 w 326"/>
                  <a:gd name="T11" fmla="*/ 43 h 227"/>
                  <a:gd name="T12" fmla="*/ 124 w 326"/>
                  <a:gd name="T13" fmla="*/ 23 h 227"/>
                  <a:gd name="T14" fmla="*/ 19 w 326"/>
                  <a:gd name="T15" fmla="*/ 102 h 227"/>
                  <a:gd name="T16" fmla="*/ 1 w 326"/>
                  <a:gd name="T17" fmla="*/ 192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6" h="227">
                    <a:moveTo>
                      <a:pt x="1" y="192"/>
                    </a:moveTo>
                    <a:cubicBezTo>
                      <a:pt x="0" y="227"/>
                      <a:pt x="162" y="168"/>
                      <a:pt x="183" y="166"/>
                    </a:cubicBezTo>
                    <a:cubicBezTo>
                      <a:pt x="204" y="164"/>
                      <a:pt x="209" y="161"/>
                      <a:pt x="242" y="182"/>
                    </a:cubicBezTo>
                    <a:cubicBezTo>
                      <a:pt x="275" y="204"/>
                      <a:pt x="303" y="212"/>
                      <a:pt x="314" y="208"/>
                    </a:cubicBezTo>
                    <a:cubicBezTo>
                      <a:pt x="326" y="203"/>
                      <a:pt x="306" y="205"/>
                      <a:pt x="309" y="162"/>
                    </a:cubicBezTo>
                    <a:cubicBezTo>
                      <a:pt x="311" y="120"/>
                      <a:pt x="313" y="76"/>
                      <a:pt x="269" y="43"/>
                    </a:cubicBezTo>
                    <a:cubicBezTo>
                      <a:pt x="224" y="10"/>
                      <a:pt x="197" y="0"/>
                      <a:pt x="124" y="23"/>
                    </a:cubicBezTo>
                    <a:cubicBezTo>
                      <a:pt x="51" y="46"/>
                      <a:pt x="30" y="66"/>
                      <a:pt x="19" y="102"/>
                    </a:cubicBezTo>
                    <a:cubicBezTo>
                      <a:pt x="9" y="138"/>
                      <a:pt x="1" y="192"/>
                      <a:pt x="1" y="19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2" name="Freeform 140">
                <a:extLst>
                  <a:ext uri="{FF2B5EF4-FFF2-40B4-BE49-F238E27FC236}">
                    <a16:creationId xmlns:a16="http://schemas.microsoft.com/office/drawing/2014/main" id="{E61B7368-CC8F-4863-81F4-DFB8C76290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5" y="642"/>
                <a:ext cx="468" cy="294"/>
              </a:xfrm>
              <a:custGeom>
                <a:avLst/>
                <a:gdLst>
                  <a:gd name="T0" fmla="*/ 0 w 321"/>
                  <a:gd name="T1" fmla="*/ 183 h 202"/>
                  <a:gd name="T2" fmla="*/ 2 w 321"/>
                  <a:gd name="T3" fmla="*/ 189 h 202"/>
                  <a:gd name="T4" fmla="*/ 22 w 321"/>
                  <a:gd name="T5" fmla="*/ 196 h 202"/>
                  <a:gd name="T6" fmla="*/ 159 w 321"/>
                  <a:gd name="T7" fmla="*/ 165 h 202"/>
                  <a:gd name="T8" fmla="*/ 184 w 321"/>
                  <a:gd name="T9" fmla="*/ 159 h 202"/>
                  <a:gd name="T10" fmla="*/ 217 w 321"/>
                  <a:gd name="T11" fmla="*/ 161 h 202"/>
                  <a:gd name="T12" fmla="*/ 280 w 321"/>
                  <a:gd name="T13" fmla="*/ 195 h 202"/>
                  <a:gd name="T14" fmla="*/ 316 w 321"/>
                  <a:gd name="T15" fmla="*/ 200 h 202"/>
                  <a:gd name="T16" fmla="*/ 320 w 321"/>
                  <a:gd name="T17" fmla="*/ 197 h 202"/>
                  <a:gd name="T18" fmla="*/ 320 w 321"/>
                  <a:gd name="T19" fmla="*/ 193 h 202"/>
                  <a:gd name="T20" fmla="*/ 311 w 321"/>
                  <a:gd name="T21" fmla="*/ 160 h 202"/>
                  <a:gd name="T22" fmla="*/ 313 w 321"/>
                  <a:gd name="T23" fmla="*/ 125 h 202"/>
                  <a:gd name="T24" fmla="*/ 271 w 321"/>
                  <a:gd name="T25" fmla="*/ 33 h 202"/>
                  <a:gd name="T26" fmla="*/ 190 w 321"/>
                  <a:gd name="T27" fmla="*/ 0 h 202"/>
                  <a:gd name="T28" fmla="*/ 48 w 321"/>
                  <a:gd name="T29" fmla="*/ 47 h 202"/>
                  <a:gd name="T30" fmla="*/ 0 w 321"/>
                  <a:gd name="T31" fmla="*/ 183 h 202"/>
                  <a:gd name="T32" fmla="*/ 0 w 321"/>
                  <a:gd name="T33" fmla="*/ 183 h 202"/>
                  <a:gd name="T34" fmla="*/ 4 w 321"/>
                  <a:gd name="T35" fmla="*/ 184 h 202"/>
                  <a:gd name="T36" fmla="*/ 22 w 321"/>
                  <a:gd name="T37" fmla="*/ 94 h 202"/>
                  <a:gd name="T38" fmla="*/ 126 w 321"/>
                  <a:gd name="T39" fmla="*/ 16 h 202"/>
                  <a:gd name="T40" fmla="*/ 230 w 321"/>
                  <a:gd name="T41" fmla="*/ 12 h 202"/>
                  <a:gd name="T42" fmla="*/ 301 w 321"/>
                  <a:gd name="T43" fmla="*/ 78 h 202"/>
                  <a:gd name="T44" fmla="*/ 308 w 321"/>
                  <a:gd name="T45" fmla="*/ 153 h 202"/>
                  <a:gd name="T46" fmla="*/ 312 w 321"/>
                  <a:gd name="T47" fmla="*/ 188 h 202"/>
                  <a:gd name="T48" fmla="*/ 317 w 321"/>
                  <a:gd name="T49" fmla="*/ 195 h 202"/>
                  <a:gd name="T50" fmla="*/ 317 w 321"/>
                  <a:gd name="T51" fmla="*/ 196 h 202"/>
                  <a:gd name="T52" fmla="*/ 317 w 321"/>
                  <a:gd name="T53" fmla="*/ 196 h 202"/>
                  <a:gd name="T54" fmla="*/ 317 w 321"/>
                  <a:gd name="T55" fmla="*/ 196 h 202"/>
                  <a:gd name="T56" fmla="*/ 317 w 321"/>
                  <a:gd name="T57" fmla="*/ 196 h 202"/>
                  <a:gd name="T58" fmla="*/ 317 w 321"/>
                  <a:gd name="T59" fmla="*/ 196 h 202"/>
                  <a:gd name="T60" fmla="*/ 317 w 321"/>
                  <a:gd name="T61" fmla="*/ 195 h 202"/>
                  <a:gd name="T62" fmla="*/ 317 w 321"/>
                  <a:gd name="T63" fmla="*/ 195 h 202"/>
                  <a:gd name="T64" fmla="*/ 317 w 321"/>
                  <a:gd name="T65" fmla="*/ 196 h 202"/>
                  <a:gd name="T66" fmla="*/ 314 w 321"/>
                  <a:gd name="T67" fmla="*/ 197 h 202"/>
                  <a:gd name="T68" fmla="*/ 281 w 321"/>
                  <a:gd name="T69" fmla="*/ 191 h 202"/>
                  <a:gd name="T70" fmla="*/ 219 w 321"/>
                  <a:gd name="T71" fmla="*/ 157 h 202"/>
                  <a:gd name="T72" fmla="*/ 184 w 321"/>
                  <a:gd name="T73" fmla="*/ 155 h 202"/>
                  <a:gd name="T74" fmla="*/ 101 w 321"/>
                  <a:gd name="T75" fmla="*/ 177 h 202"/>
                  <a:gd name="T76" fmla="*/ 8 w 321"/>
                  <a:gd name="T77" fmla="*/ 190 h 202"/>
                  <a:gd name="T78" fmla="*/ 4 w 321"/>
                  <a:gd name="T79" fmla="*/ 184 h 202"/>
                  <a:gd name="T80" fmla="*/ 2 w 321"/>
                  <a:gd name="T81" fmla="*/ 183 h 202"/>
                  <a:gd name="T82" fmla="*/ 2 w 321"/>
                  <a:gd name="T83" fmla="*/ 18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321" h="202">
                    <a:moveTo>
                      <a:pt x="2" y="183"/>
                    </a:moveTo>
                    <a:cubicBezTo>
                      <a:pt x="0" y="183"/>
                      <a:pt x="0" y="183"/>
                      <a:pt x="0" y="183"/>
                    </a:cubicBezTo>
                    <a:cubicBezTo>
                      <a:pt x="0" y="184"/>
                      <a:pt x="0" y="184"/>
                      <a:pt x="0" y="184"/>
                    </a:cubicBezTo>
                    <a:cubicBezTo>
                      <a:pt x="0" y="186"/>
                      <a:pt x="0" y="188"/>
                      <a:pt x="2" y="189"/>
                    </a:cubicBezTo>
                    <a:cubicBezTo>
                      <a:pt x="3" y="192"/>
                      <a:pt x="6" y="194"/>
                      <a:pt x="10" y="195"/>
                    </a:cubicBezTo>
                    <a:cubicBezTo>
                      <a:pt x="13" y="196"/>
                      <a:pt x="18" y="196"/>
                      <a:pt x="22" y="196"/>
                    </a:cubicBezTo>
                    <a:cubicBezTo>
                      <a:pt x="45" y="196"/>
                      <a:pt x="81" y="187"/>
                      <a:pt x="114" y="178"/>
                    </a:cubicBezTo>
                    <a:cubicBezTo>
                      <a:pt x="131" y="173"/>
                      <a:pt x="146" y="169"/>
                      <a:pt x="159" y="165"/>
                    </a:cubicBezTo>
                    <a:cubicBezTo>
                      <a:pt x="165" y="163"/>
                      <a:pt x="171" y="162"/>
                      <a:pt x="175" y="161"/>
                    </a:cubicBezTo>
                    <a:cubicBezTo>
                      <a:pt x="179" y="160"/>
                      <a:pt x="183" y="159"/>
                      <a:pt x="184" y="159"/>
                    </a:cubicBezTo>
                    <a:cubicBezTo>
                      <a:pt x="192" y="158"/>
                      <a:pt x="197" y="158"/>
                      <a:pt x="202" y="158"/>
                    </a:cubicBezTo>
                    <a:cubicBezTo>
                      <a:pt x="206" y="158"/>
                      <a:pt x="211" y="158"/>
                      <a:pt x="217" y="161"/>
                    </a:cubicBezTo>
                    <a:cubicBezTo>
                      <a:pt x="223" y="163"/>
                      <a:pt x="231" y="168"/>
                      <a:pt x="242" y="175"/>
                    </a:cubicBezTo>
                    <a:cubicBezTo>
                      <a:pt x="256" y="184"/>
                      <a:pt x="268" y="191"/>
                      <a:pt x="280" y="195"/>
                    </a:cubicBezTo>
                    <a:cubicBezTo>
                      <a:pt x="291" y="200"/>
                      <a:pt x="300" y="202"/>
                      <a:pt x="308" y="202"/>
                    </a:cubicBezTo>
                    <a:cubicBezTo>
                      <a:pt x="311" y="202"/>
                      <a:pt x="314" y="201"/>
                      <a:pt x="316" y="200"/>
                    </a:cubicBezTo>
                    <a:cubicBezTo>
                      <a:pt x="317" y="200"/>
                      <a:pt x="318" y="199"/>
                      <a:pt x="319" y="199"/>
                    </a:cubicBezTo>
                    <a:cubicBezTo>
                      <a:pt x="320" y="198"/>
                      <a:pt x="320" y="198"/>
                      <a:pt x="320" y="197"/>
                    </a:cubicBezTo>
                    <a:cubicBezTo>
                      <a:pt x="321" y="197"/>
                      <a:pt x="321" y="196"/>
                      <a:pt x="321" y="196"/>
                    </a:cubicBezTo>
                    <a:cubicBezTo>
                      <a:pt x="321" y="195"/>
                      <a:pt x="320" y="194"/>
                      <a:pt x="320" y="193"/>
                    </a:cubicBezTo>
                    <a:cubicBezTo>
                      <a:pt x="320" y="192"/>
                      <a:pt x="319" y="191"/>
                      <a:pt x="318" y="190"/>
                    </a:cubicBezTo>
                    <a:cubicBezTo>
                      <a:pt x="315" y="185"/>
                      <a:pt x="311" y="178"/>
                      <a:pt x="311" y="160"/>
                    </a:cubicBezTo>
                    <a:cubicBezTo>
                      <a:pt x="311" y="158"/>
                      <a:pt x="311" y="156"/>
                      <a:pt x="312" y="154"/>
                    </a:cubicBezTo>
                    <a:cubicBezTo>
                      <a:pt x="312" y="144"/>
                      <a:pt x="313" y="135"/>
                      <a:pt x="313" y="125"/>
                    </a:cubicBezTo>
                    <a:cubicBezTo>
                      <a:pt x="313" y="108"/>
                      <a:pt x="311" y="92"/>
                      <a:pt x="305" y="76"/>
                    </a:cubicBezTo>
                    <a:cubicBezTo>
                      <a:pt x="299" y="60"/>
                      <a:pt x="289" y="46"/>
                      <a:pt x="271" y="33"/>
                    </a:cubicBezTo>
                    <a:cubicBezTo>
                      <a:pt x="257" y="22"/>
                      <a:pt x="244" y="14"/>
                      <a:pt x="231" y="8"/>
                    </a:cubicBezTo>
                    <a:cubicBezTo>
                      <a:pt x="219" y="3"/>
                      <a:pt x="205" y="0"/>
                      <a:pt x="190" y="0"/>
                    </a:cubicBezTo>
                    <a:cubicBezTo>
                      <a:pt x="172" y="0"/>
                      <a:pt x="151" y="4"/>
                      <a:pt x="124" y="12"/>
                    </a:cubicBezTo>
                    <a:cubicBezTo>
                      <a:pt x="88" y="24"/>
                      <a:pt x="64" y="35"/>
                      <a:pt x="48" y="47"/>
                    </a:cubicBezTo>
                    <a:cubicBezTo>
                      <a:pt x="32" y="60"/>
                      <a:pt x="24" y="74"/>
                      <a:pt x="19" y="92"/>
                    </a:cubicBezTo>
                    <a:cubicBezTo>
                      <a:pt x="8" y="128"/>
                      <a:pt x="0" y="183"/>
                      <a:pt x="0" y="183"/>
                    </a:cubicBezTo>
                    <a:cubicBezTo>
                      <a:pt x="0" y="183"/>
                      <a:pt x="0" y="183"/>
                      <a:pt x="0" y="183"/>
                    </a:cubicBezTo>
                    <a:cubicBezTo>
                      <a:pt x="0" y="183"/>
                      <a:pt x="0" y="183"/>
                      <a:pt x="0" y="183"/>
                    </a:cubicBezTo>
                    <a:cubicBezTo>
                      <a:pt x="2" y="183"/>
                      <a:pt x="2" y="183"/>
                      <a:pt x="2" y="183"/>
                    </a:cubicBezTo>
                    <a:cubicBezTo>
                      <a:pt x="4" y="184"/>
                      <a:pt x="4" y="184"/>
                      <a:pt x="4" y="184"/>
                    </a:cubicBezTo>
                    <a:cubicBezTo>
                      <a:pt x="4" y="184"/>
                      <a:pt x="4" y="180"/>
                      <a:pt x="5" y="175"/>
                    </a:cubicBezTo>
                    <a:cubicBezTo>
                      <a:pt x="8" y="157"/>
                      <a:pt x="15" y="120"/>
                      <a:pt x="22" y="94"/>
                    </a:cubicBezTo>
                    <a:cubicBezTo>
                      <a:pt x="27" y="76"/>
                      <a:pt x="35" y="63"/>
                      <a:pt x="51" y="51"/>
                    </a:cubicBezTo>
                    <a:cubicBezTo>
                      <a:pt x="66" y="38"/>
                      <a:pt x="89" y="28"/>
                      <a:pt x="126" y="16"/>
                    </a:cubicBezTo>
                    <a:cubicBezTo>
                      <a:pt x="152" y="8"/>
                      <a:pt x="173" y="4"/>
                      <a:pt x="190" y="4"/>
                    </a:cubicBezTo>
                    <a:cubicBezTo>
                      <a:pt x="205" y="4"/>
                      <a:pt x="217" y="7"/>
                      <a:pt x="230" y="12"/>
                    </a:cubicBezTo>
                    <a:cubicBezTo>
                      <a:pt x="242" y="17"/>
                      <a:pt x="255" y="26"/>
                      <a:pt x="269" y="36"/>
                    </a:cubicBezTo>
                    <a:cubicBezTo>
                      <a:pt x="286" y="48"/>
                      <a:pt x="296" y="63"/>
                      <a:pt x="301" y="78"/>
                    </a:cubicBezTo>
                    <a:cubicBezTo>
                      <a:pt x="307" y="93"/>
                      <a:pt x="309" y="109"/>
                      <a:pt x="309" y="125"/>
                    </a:cubicBezTo>
                    <a:cubicBezTo>
                      <a:pt x="309" y="134"/>
                      <a:pt x="308" y="144"/>
                      <a:pt x="308" y="153"/>
                    </a:cubicBezTo>
                    <a:cubicBezTo>
                      <a:pt x="307" y="156"/>
                      <a:pt x="307" y="158"/>
                      <a:pt x="307" y="160"/>
                    </a:cubicBezTo>
                    <a:cubicBezTo>
                      <a:pt x="307" y="174"/>
                      <a:pt x="310" y="182"/>
                      <a:pt x="312" y="188"/>
                    </a:cubicBezTo>
                    <a:cubicBezTo>
                      <a:pt x="314" y="190"/>
                      <a:pt x="315" y="192"/>
                      <a:pt x="316" y="194"/>
                    </a:cubicBezTo>
                    <a:cubicBezTo>
                      <a:pt x="316" y="194"/>
                      <a:pt x="316" y="195"/>
                      <a:pt x="317" y="195"/>
                    </a:cubicBezTo>
                    <a:cubicBezTo>
                      <a:pt x="317" y="196"/>
                      <a:pt x="317" y="196"/>
                      <a:pt x="317" y="196"/>
                    </a:cubicBezTo>
                    <a:cubicBezTo>
                      <a:pt x="317" y="196"/>
                      <a:pt x="317" y="196"/>
                      <a:pt x="317" y="196"/>
                    </a:cubicBezTo>
                    <a:cubicBezTo>
                      <a:pt x="317" y="196"/>
                      <a:pt x="317" y="196"/>
                      <a:pt x="317" y="196"/>
                    </a:cubicBezTo>
                    <a:cubicBezTo>
                      <a:pt x="317" y="196"/>
                      <a:pt x="317" y="196"/>
                      <a:pt x="317" y="196"/>
                    </a:cubicBezTo>
                    <a:cubicBezTo>
                      <a:pt x="317" y="196"/>
                      <a:pt x="317" y="196"/>
                      <a:pt x="317" y="196"/>
                    </a:cubicBezTo>
                    <a:cubicBezTo>
                      <a:pt x="317" y="196"/>
                      <a:pt x="317" y="196"/>
                      <a:pt x="317" y="196"/>
                    </a:cubicBezTo>
                    <a:cubicBezTo>
                      <a:pt x="317" y="196"/>
                      <a:pt x="317" y="196"/>
                      <a:pt x="317" y="196"/>
                    </a:cubicBezTo>
                    <a:cubicBezTo>
                      <a:pt x="317" y="196"/>
                      <a:pt x="317" y="196"/>
                      <a:pt x="317" y="196"/>
                    </a:cubicBezTo>
                    <a:cubicBezTo>
                      <a:pt x="317" y="195"/>
                      <a:pt x="317" y="195"/>
                      <a:pt x="317" y="195"/>
                    </a:cubicBezTo>
                    <a:cubicBezTo>
                      <a:pt x="317" y="196"/>
                      <a:pt x="317" y="196"/>
                      <a:pt x="317" y="196"/>
                    </a:cubicBezTo>
                    <a:cubicBezTo>
                      <a:pt x="317" y="196"/>
                      <a:pt x="317" y="196"/>
                      <a:pt x="317" y="196"/>
                    </a:cubicBezTo>
                    <a:cubicBezTo>
                      <a:pt x="317" y="195"/>
                      <a:pt x="317" y="195"/>
                      <a:pt x="317" y="195"/>
                    </a:cubicBezTo>
                    <a:cubicBezTo>
                      <a:pt x="317" y="196"/>
                      <a:pt x="317" y="196"/>
                      <a:pt x="317" y="196"/>
                    </a:cubicBezTo>
                    <a:cubicBezTo>
                      <a:pt x="317" y="195"/>
                      <a:pt x="317" y="195"/>
                      <a:pt x="317" y="195"/>
                    </a:cubicBezTo>
                    <a:cubicBezTo>
                      <a:pt x="317" y="195"/>
                      <a:pt x="317" y="195"/>
                      <a:pt x="317" y="195"/>
                    </a:cubicBezTo>
                    <a:cubicBezTo>
                      <a:pt x="317" y="196"/>
                      <a:pt x="317" y="196"/>
                      <a:pt x="317" y="196"/>
                    </a:cubicBezTo>
                    <a:cubicBezTo>
                      <a:pt x="317" y="195"/>
                      <a:pt x="317" y="195"/>
                      <a:pt x="317" y="195"/>
                    </a:cubicBezTo>
                    <a:cubicBezTo>
                      <a:pt x="317" y="195"/>
                      <a:pt x="316" y="196"/>
                      <a:pt x="314" y="197"/>
                    </a:cubicBezTo>
                    <a:cubicBezTo>
                      <a:pt x="313" y="197"/>
                      <a:pt x="310" y="198"/>
                      <a:pt x="308" y="198"/>
                    </a:cubicBezTo>
                    <a:cubicBezTo>
                      <a:pt x="301" y="198"/>
                      <a:pt x="292" y="196"/>
                      <a:pt x="281" y="191"/>
                    </a:cubicBezTo>
                    <a:cubicBezTo>
                      <a:pt x="270" y="187"/>
                      <a:pt x="258" y="180"/>
                      <a:pt x="244" y="172"/>
                    </a:cubicBezTo>
                    <a:cubicBezTo>
                      <a:pt x="233" y="164"/>
                      <a:pt x="225" y="160"/>
                      <a:pt x="219" y="157"/>
                    </a:cubicBezTo>
                    <a:cubicBezTo>
                      <a:pt x="212" y="155"/>
                      <a:pt x="207" y="154"/>
                      <a:pt x="202" y="154"/>
                    </a:cubicBezTo>
                    <a:cubicBezTo>
                      <a:pt x="196" y="154"/>
                      <a:pt x="191" y="155"/>
                      <a:pt x="184" y="155"/>
                    </a:cubicBezTo>
                    <a:cubicBezTo>
                      <a:pt x="182" y="155"/>
                      <a:pt x="178" y="156"/>
                      <a:pt x="174" y="157"/>
                    </a:cubicBezTo>
                    <a:cubicBezTo>
                      <a:pt x="158" y="161"/>
                      <a:pt x="130" y="170"/>
                      <a:pt x="101" y="177"/>
                    </a:cubicBezTo>
                    <a:cubicBezTo>
                      <a:pt x="72" y="185"/>
                      <a:pt x="41" y="192"/>
                      <a:pt x="22" y="192"/>
                    </a:cubicBezTo>
                    <a:cubicBezTo>
                      <a:pt x="16" y="192"/>
                      <a:pt x="11" y="191"/>
                      <a:pt x="8" y="190"/>
                    </a:cubicBezTo>
                    <a:cubicBezTo>
                      <a:pt x="7" y="189"/>
                      <a:pt x="6" y="188"/>
                      <a:pt x="5" y="187"/>
                    </a:cubicBezTo>
                    <a:cubicBezTo>
                      <a:pt x="4" y="186"/>
                      <a:pt x="4" y="185"/>
                      <a:pt x="4" y="184"/>
                    </a:cubicBezTo>
                    <a:cubicBezTo>
                      <a:pt x="4" y="183"/>
                      <a:pt x="4" y="183"/>
                      <a:pt x="4" y="183"/>
                    </a:cubicBezTo>
                    <a:cubicBezTo>
                      <a:pt x="2" y="183"/>
                      <a:pt x="2" y="183"/>
                      <a:pt x="2" y="183"/>
                    </a:cubicBezTo>
                    <a:cubicBezTo>
                      <a:pt x="4" y="184"/>
                      <a:pt x="4" y="184"/>
                      <a:pt x="4" y="184"/>
                    </a:cubicBezTo>
                    <a:lnTo>
                      <a:pt x="2" y="18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3" name="Freeform 141">
                <a:extLst>
                  <a:ext uri="{FF2B5EF4-FFF2-40B4-BE49-F238E27FC236}">
                    <a16:creationId xmlns:a16="http://schemas.microsoft.com/office/drawing/2014/main" id="{CEF26298-CCDD-40A3-A424-FA0B324B8B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8" y="1512"/>
                <a:ext cx="479" cy="359"/>
              </a:xfrm>
              <a:custGeom>
                <a:avLst/>
                <a:gdLst>
                  <a:gd name="T0" fmla="*/ 48 w 329"/>
                  <a:gd name="T1" fmla="*/ 238 h 246"/>
                  <a:gd name="T2" fmla="*/ 163 w 329"/>
                  <a:gd name="T3" fmla="*/ 167 h 246"/>
                  <a:gd name="T4" fmla="*/ 329 w 329"/>
                  <a:gd name="T5" fmla="*/ 0 h 246"/>
                  <a:gd name="T6" fmla="*/ 3 w 329"/>
                  <a:gd name="T7" fmla="*/ 199 h 246"/>
                  <a:gd name="T8" fmla="*/ 0 w 329"/>
                  <a:gd name="T9" fmla="*/ 196 h 246"/>
                  <a:gd name="T10" fmla="*/ 48 w 329"/>
                  <a:gd name="T11" fmla="*/ 238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9" h="246">
                    <a:moveTo>
                      <a:pt x="48" y="238"/>
                    </a:moveTo>
                    <a:cubicBezTo>
                      <a:pt x="63" y="230"/>
                      <a:pt x="119" y="198"/>
                      <a:pt x="163" y="167"/>
                    </a:cubicBezTo>
                    <a:cubicBezTo>
                      <a:pt x="279" y="85"/>
                      <a:pt x="329" y="0"/>
                      <a:pt x="329" y="0"/>
                    </a:cubicBezTo>
                    <a:cubicBezTo>
                      <a:pt x="329" y="0"/>
                      <a:pt x="25" y="227"/>
                      <a:pt x="3" y="199"/>
                    </a:cubicBezTo>
                    <a:cubicBezTo>
                      <a:pt x="0" y="196"/>
                      <a:pt x="0" y="196"/>
                      <a:pt x="0" y="196"/>
                    </a:cubicBezTo>
                    <a:cubicBezTo>
                      <a:pt x="12" y="223"/>
                      <a:pt x="32" y="246"/>
                      <a:pt x="48" y="238"/>
                    </a:cubicBezTo>
                    <a:close/>
                  </a:path>
                </a:pathLst>
              </a:custGeom>
              <a:solidFill>
                <a:srgbClr val="4BB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4" name="Freeform 142">
                <a:extLst>
                  <a:ext uri="{FF2B5EF4-FFF2-40B4-BE49-F238E27FC236}">
                    <a16:creationId xmlns:a16="http://schemas.microsoft.com/office/drawing/2014/main" id="{97039F20-D454-4C4C-803A-268FDDD7D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3" y="1202"/>
                <a:ext cx="548" cy="963"/>
              </a:xfrm>
              <a:custGeom>
                <a:avLst/>
                <a:gdLst>
                  <a:gd name="T0" fmla="*/ 291 w 377"/>
                  <a:gd name="T1" fmla="*/ 598 h 661"/>
                  <a:gd name="T2" fmla="*/ 320 w 377"/>
                  <a:gd name="T3" fmla="*/ 279 h 661"/>
                  <a:gd name="T4" fmla="*/ 142 w 377"/>
                  <a:gd name="T5" fmla="*/ 0 h 661"/>
                  <a:gd name="T6" fmla="*/ 0 w 377"/>
                  <a:gd name="T7" fmla="*/ 606 h 661"/>
                  <a:gd name="T8" fmla="*/ 291 w 377"/>
                  <a:gd name="T9" fmla="*/ 598 h 6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7" h="661">
                    <a:moveTo>
                      <a:pt x="291" y="598"/>
                    </a:moveTo>
                    <a:cubicBezTo>
                      <a:pt x="291" y="598"/>
                      <a:pt x="377" y="486"/>
                      <a:pt x="320" y="279"/>
                    </a:cubicBezTo>
                    <a:cubicBezTo>
                      <a:pt x="274" y="110"/>
                      <a:pt x="217" y="26"/>
                      <a:pt x="142" y="0"/>
                    </a:cubicBezTo>
                    <a:cubicBezTo>
                      <a:pt x="307" y="265"/>
                      <a:pt x="126" y="593"/>
                      <a:pt x="0" y="606"/>
                    </a:cubicBezTo>
                    <a:cubicBezTo>
                      <a:pt x="68" y="630"/>
                      <a:pt x="246" y="661"/>
                      <a:pt x="291" y="598"/>
                    </a:cubicBezTo>
                    <a:close/>
                  </a:path>
                </a:pathLst>
              </a:custGeom>
              <a:solidFill>
                <a:srgbClr val="4BB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5" name="Freeform 143">
                <a:extLst>
                  <a:ext uri="{FF2B5EF4-FFF2-40B4-BE49-F238E27FC236}">
                    <a16:creationId xmlns:a16="http://schemas.microsoft.com/office/drawing/2014/main" id="{E2CCBDAF-E88C-43EF-91DC-E05E09C8BA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7" y="1197"/>
                <a:ext cx="286" cy="663"/>
              </a:xfrm>
              <a:custGeom>
                <a:avLst/>
                <a:gdLst>
                  <a:gd name="T0" fmla="*/ 5 w 197"/>
                  <a:gd name="T1" fmla="*/ 13 h 456"/>
                  <a:gd name="T2" fmla="*/ 93 w 197"/>
                  <a:gd name="T3" fmla="*/ 98 h 456"/>
                  <a:gd name="T4" fmla="*/ 166 w 197"/>
                  <a:gd name="T5" fmla="*/ 285 h 456"/>
                  <a:gd name="T6" fmla="*/ 185 w 197"/>
                  <a:gd name="T7" fmla="*/ 420 h 456"/>
                  <a:gd name="T8" fmla="*/ 184 w 197"/>
                  <a:gd name="T9" fmla="*/ 450 h 456"/>
                  <a:gd name="T10" fmla="*/ 190 w 197"/>
                  <a:gd name="T11" fmla="*/ 456 h 456"/>
                  <a:gd name="T12" fmla="*/ 196 w 197"/>
                  <a:gd name="T13" fmla="*/ 450 h 456"/>
                  <a:gd name="T14" fmla="*/ 197 w 197"/>
                  <a:gd name="T15" fmla="*/ 420 h 456"/>
                  <a:gd name="T16" fmla="*/ 178 w 197"/>
                  <a:gd name="T17" fmla="*/ 282 h 456"/>
                  <a:gd name="T18" fmla="*/ 104 w 197"/>
                  <a:gd name="T19" fmla="*/ 92 h 456"/>
                  <a:gd name="T20" fmla="*/ 9 w 197"/>
                  <a:gd name="T21" fmla="*/ 2 h 456"/>
                  <a:gd name="T22" fmla="*/ 2 w 197"/>
                  <a:gd name="T23" fmla="*/ 5 h 456"/>
                  <a:gd name="T24" fmla="*/ 5 w 197"/>
                  <a:gd name="T25" fmla="*/ 13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97" h="456">
                    <a:moveTo>
                      <a:pt x="5" y="13"/>
                    </a:moveTo>
                    <a:cubicBezTo>
                      <a:pt x="38" y="26"/>
                      <a:pt x="67" y="54"/>
                      <a:pt x="93" y="98"/>
                    </a:cubicBezTo>
                    <a:cubicBezTo>
                      <a:pt x="120" y="142"/>
                      <a:pt x="144" y="204"/>
                      <a:pt x="166" y="285"/>
                    </a:cubicBezTo>
                    <a:cubicBezTo>
                      <a:pt x="180" y="336"/>
                      <a:pt x="185" y="381"/>
                      <a:pt x="185" y="420"/>
                    </a:cubicBezTo>
                    <a:cubicBezTo>
                      <a:pt x="185" y="430"/>
                      <a:pt x="185" y="440"/>
                      <a:pt x="184" y="450"/>
                    </a:cubicBezTo>
                    <a:cubicBezTo>
                      <a:pt x="184" y="453"/>
                      <a:pt x="187" y="456"/>
                      <a:pt x="190" y="456"/>
                    </a:cubicBezTo>
                    <a:cubicBezTo>
                      <a:pt x="193" y="456"/>
                      <a:pt x="196" y="454"/>
                      <a:pt x="196" y="450"/>
                    </a:cubicBezTo>
                    <a:cubicBezTo>
                      <a:pt x="197" y="441"/>
                      <a:pt x="197" y="431"/>
                      <a:pt x="197" y="420"/>
                    </a:cubicBezTo>
                    <a:cubicBezTo>
                      <a:pt x="197" y="380"/>
                      <a:pt x="192" y="334"/>
                      <a:pt x="178" y="282"/>
                    </a:cubicBezTo>
                    <a:cubicBezTo>
                      <a:pt x="155" y="200"/>
                      <a:pt x="131" y="138"/>
                      <a:pt x="104" y="92"/>
                    </a:cubicBezTo>
                    <a:cubicBezTo>
                      <a:pt x="76" y="46"/>
                      <a:pt x="45" y="17"/>
                      <a:pt x="9" y="2"/>
                    </a:cubicBezTo>
                    <a:cubicBezTo>
                      <a:pt x="6" y="0"/>
                      <a:pt x="3" y="2"/>
                      <a:pt x="2" y="5"/>
                    </a:cubicBezTo>
                    <a:cubicBezTo>
                      <a:pt x="0" y="8"/>
                      <a:pt x="2" y="11"/>
                      <a:pt x="5" y="13"/>
                    </a:cubicBezTo>
                    <a:close/>
                  </a:path>
                </a:pathLst>
              </a:custGeom>
              <a:solidFill>
                <a:srgbClr val="FFB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6" name="Freeform 144">
                <a:extLst>
                  <a:ext uri="{FF2B5EF4-FFF2-40B4-BE49-F238E27FC236}">
                    <a16:creationId xmlns:a16="http://schemas.microsoft.com/office/drawing/2014/main" id="{4CAFFC2D-95A4-4A4A-BC84-E4C14F5952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1" y="1811"/>
                <a:ext cx="118" cy="108"/>
              </a:xfrm>
              <a:custGeom>
                <a:avLst/>
                <a:gdLst>
                  <a:gd name="T0" fmla="*/ 75 w 81"/>
                  <a:gd name="T1" fmla="*/ 37 h 74"/>
                  <a:gd name="T2" fmla="*/ 53 w 81"/>
                  <a:gd name="T3" fmla="*/ 21 h 74"/>
                  <a:gd name="T4" fmla="*/ 39 w 81"/>
                  <a:gd name="T5" fmla="*/ 0 h 74"/>
                  <a:gd name="T6" fmla="*/ 0 w 81"/>
                  <a:gd name="T7" fmla="*/ 32 h 74"/>
                  <a:gd name="T8" fmla="*/ 10 w 81"/>
                  <a:gd name="T9" fmla="*/ 43 h 74"/>
                  <a:gd name="T10" fmla="*/ 75 w 81"/>
                  <a:gd name="T11" fmla="*/ 37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1" h="74">
                    <a:moveTo>
                      <a:pt x="75" y="37"/>
                    </a:moveTo>
                    <a:cubicBezTo>
                      <a:pt x="75" y="37"/>
                      <a:pt x="62" y="32"/>
                      <a:pt x="53" y="21"/>
                    </a:cubicBezTo>
                    <a:cubicBezTo>
                      <a:pt x="46" y="11"/>
                      <a:pt x="39" y="0"/>
                      <a:pt x="39" y="0"/>
                    </a:cubicBezTo>
                    <a:cubicBezTo>
                      <a:pt x="38" y="13"/>
                      <a:pt x="23" y="45"/>
                      <a:pt x="0" y="32"/>
                    </a:cubicBezTo>
                    <a:cubicBezTo>
                      <a:pt x="3" y="35"/>
                      <a:pt x="7" y="39"/>
                      <a:pt x="10" y="43"/>
                    </a:cubicBezTo>
                    <a:cubicBezTo>
                      <a:pt x="37" y="74"/>
                      <a:pt x="81" y="43"/>
                      <a:pt x="75" y="37"/>
                    </a:cubicBezTo>
                    <a:close/>
                  </a:path>
                </a:pathLst>
              </a:custGeom>
              <a:solidFill>
                <a:srgbClr val="4BB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7" name="Freeform 145">
                <a:extLst>
                  <a:ext uri="{FF2B5EF4-FFF2-40B4-BE49-F238E27FC236}">
                    <a16:creationId xmlns:a16="http://schemas.microsoft.com/office/drawing/2014/main" id="{57708993-E837-41ED-BADA-C199C4D9E4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6" y="2084"/>
                <a:ext cx="136" cy="669"/>
              </a:xfrm>
              <a:custGeom>
                <a:avLst/>
                <a:gdLst>
                  <a:gd name="T0" fmla="*/ 66 w 93"/>
                  <a:gd name="T1" fmla="*/ 0 h 459"/>
                  <a:gd name="T2" fmla="*/ 57 w 93"/>
                  <a:gd name="T3" fmla="*/ 39 h 459"/>
                  <a:gd name="T4" fmla="*/ 0 w 93"/>
                  <a:gd name="T5" fmla="*/ 333 h 459"/>
                  <a:gd name="T6" fmla="*/ 40 w 93"/>
                  <a:gd name="T7" fmla="*/ 351 h 459"/>
                  <a:gd name="T8" fmla="*/ 83 w 93"/>
                  <a:gd name="T9" fmla="*/ 48 h 459"/>
                  <a:gd name="T10" fmla="*/ 93 w 93"/>
                  <a:gd name="T11" fmla="*/ 8 h 459"/>
                  <a:gd name="T12" fmla="*/ 66 w 93"/>
                  <a:gd name="T13" fmla="*/ 0 h 4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3" h="459">
                    <a:moveTo>
                      <a:pt x="66" y="0"/>
                    </a:moveTo>
                    <a:cubicBezTo>
                      <a:pt x="57" y="39"/>
                      <a:pt x="57" y="39"/>
                      <a:pt x="57" y="39"/>
                    </a:cubicBezTo>
                    <a:cubicBezTo>
                      <a:pt x="57" y="39"/>
                      <a:pt x="1" y="207"/>
                      <a:pt x="0" y="333"/>
                    </a:cubicBezTo>
                    <a:cubicBezTo>
                      <a:pt x="0" y="459"/>
                      <a:pt x="40" y="351"/>
                      <a:pt x="40" y="351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93" y="8"/>
                      <a:pt x="93" y="8"/>
                      <a:pt x="93" y="8"/>
                    </a:cubicBezTo>
                    <a:cubicBezTo>
                      <a:pt x="66" y="0"/>
                      <a:pt x="66" y="0"/>
                      <a:pt x="66" y="0"/>
                    </a:cubicBezTo>
                  </a:path>
                </a:pathLst>
              </a:custGeom>
              <a:solidFill>
                <a:srgbClr val="66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8" name="Freeform 146">
                <a:extLst>
                  <a:ext uri="{FF2B5EF4-FFF2-40B4-BE49-F238E27FC236}">
                    <a16:creationId xmlns:a16="http://schemas.microsoft.com/office/drawing/2014/main" id="{04038995-3D18-44EC-B2D1-05A38AD2FB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3" y="2073"/>
                <a:ext cx="60" cy="592"/>
              </a:xfrm>
              <a:custGeom>
                <a:avLst/>
                <a:gdLst>
                  <a:gd name="T0" fmla="*/ 0 w 41"/>
                  <a:gd name="T1" fmla="*/ 1 h 407"/>
                  <a:gd name="T2" fmla="*/ 3 w 41"/>
                  <a:gd name="T3" fmla="*/ 16 h 407"/>
                  <a:gd name="T4" fmla="*/ 7 w 41"/>
                  <a:gd name="T5" fmla="*/ 38 h 407"/>
                  <a:gd name="T6" fmla="*/ 11 w 41"/>
                  <a:gd name="T7" fmla="*/ 49 h 407"/>
                  <a:gd name="T8" fmla="*/ 33 w 41"/>
                  <a:gd name="T9" fmla="*/ 141 h 407"/>
                  <a:gd name="T10" fmla="*/ 37 w 41"/>
                  <a:gd name="T11" fmla="*/ 236 h 407"/>
                  <a:gd name="T12" fmla="*/ 35 w 41"/>
                  <a:gd name="T13" fmla="*/ 351 h 407"/>
                  <a:gd name="T14" fmla="*/ 34 w 41"/>
                  <a:gd name="T15" fmla="*/ 391 h 407"/>
                  <a:gd name="T16" fmla="*/ 33 w 41"/>
                  <a:gd name="T17" fmla="*/ 407 h 407"/>
                  <a:gd name="T18" fmla="*/ 37 w 41"/>
                  <a:gd name="T19" fmla="*/ 407 h 407"/>
                  <a:gd name="T20" fmla="*/ 41 w 41"/>
                  <a:gd name="T21" fmla="*/ 236 h 407"/>
                  <a:gd name="T22" fmla="*/ 37 w 41"/>
                  <a:gd name="T23" fmla="*/ 140 h 407"/>
                  <a:gd name="T24" fmla="*/ 21 w 41"/>
                  <a:gd name="T25" fmla="*/ 69 h 407"/>
                  <a:gd name="T26" fmla="*/ 15 w 41"/>
                  <a:gd name="T27" fmla="*/ 48 h 407"/>
                  <a:gd name="T28" fmla="*/ 11 w 41"/>
                  <a:gd name="T29" fmla="*/ 37 h 407"/>
                  <a:gd name="T30" fmla="*/ 4 w 41"/>
                  <a:gd name="T31" fmla="*/ 0 h 407"/>
                  <a:gd name="T32" fmla="*/ 0 w 41"/>
                  <a:gd name="T33" fmla="*/ 1 h 4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1" h="407">
                    <a:moveTo>
                      <a:pt x="0" y="1"/>
                    </a:moveTo>
                    <a:cubicBezTo>
                      <a:pt x="0" y="1"/>
                      <a:pt x="2" y="8"/>
                      <a:pt x="3" y="16"/>
                    </a:cubicBezTo>
                    <a:cubicBezTo>
                      <a:pt x="5" y="24"/>
                      <a:pt x="7" y="34"/>
                      <a:pt x="7" y="38"/>
                    </a:cubicBezTo>
                    <a:cubicBezTo>
                      <a:pt x="8" y="40"/>
                      <a:pt x="9" y="44"/>
                      <a:pt x="11" y="49"/>
                    </a:cubicBezTo>
                    <a:cubicBezTo>
                      <a:pt x="16" y="66"/>
                      <a:pt x="26" y="96"/>
                      <a:pt x="33" y="141"/>
                    </a:cubicBezTo>
                    <a:cubicBezTo>
                      <a:pt x="36" y="160"/>
                      <a:pt x="37" y="197"/>
                      <a:pt x="37" y="236"/>
                    </a:cubicBezTo>
                    <a:cubicBezTo>
                      <a:pt x="37" y="276"/>
                      <a:pt x="36" y="318"/>
                      <a:pt x="35" y="351"/>
                    </a:cubicBezTo>
                    <a:cubicBezTo>
                      <a:pt x="35" y="367"/>
                      <a:pt x="34" y="381"/>
                      <a:pt x="34" y="391"/>
                    </a:cubicBezTo>
                    <a:cubicBezTo>
                      <a:pt x="33" y="401"/>
                      <a:pt x="33" y="407"/>
                      <a:pt x="33" y="407"/>
                    </a:cubicBezTo>
                    <a:cubicBezTo>
                      <a:pt x="37" y="407"/>
                      <a:pt x="37" y="407"/>
                      <a:pt x="37" y="407"/>
                    </a:cubicBezTo>
                    <a:cubicBezTo>
                      <a:pt x="37" y="407"/>
                      <a:pt x="41" y="315"/>
                      <a:pt x="41" y="236"/>
                    </a:cubicBezTo>
                    <a:cubicBezTo>
                      <a:pt x="41" y="197"/>
                      <a:pt x="40" y="160"/>
                      <a:pt x="37" y="140"/>
                    </a:cubicBezTo>
                    <a:cubicBezTo>
                      <a:pt x="32" y="110"/>
                      <a:pt x="26" y="86"/>
                      <a:pt x="21" y="69"/>
                    </a:cubicBezTo>
                    <a:cubicBezTo>
                      <a:pt x="19" y="61"/>
                      <a:pt x="16" y="54"/>
                      <a:pt x="15" y="48"/>
                    </a:cubicBezTo>
                    <a:cubicBezTo>
                      <a:pt x="13" y="43"/>
                      <a:pt x="12" y="39"/>
                      <a:pt x="11" y="37"/>
                    </a:cubicBezTo>
                    <a:cubicBezTo>
                      <a:pt x="10" y="28"/>
                      <a:pt x="4" y="0"/>
                      <a:pt x="4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9" name="Freeform 147">
                <a:extLst>
                  <a:ext uri="{FF2B5EF4-FFF2-40B4-BE49-F238E27FC236}">
                    <a16:creationId xmlns:a16="http://schemas.microsoft.com/office/drawing/2014/main" id="{6D978E43-5A93-49C1-8B69-F50FDFC05F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9" y="1137"/>
                <a:ext cx="70" cy="112"/>
              </a:xfrm>
              <a:custGeom>
                <a:avLst/>
                <a:gdLst>
                  <a:gd name="T0" fmla="*/ 0 w 48"/>
                  <a:gd name="T1" fmla="*/ 23 h 77"/>
                  <a:gd name="T2" fmla="*/ 34 w 48"/>
                  <a:gd name="T3" fmla="*/ 74 h 77"/>
                  <a:gd name="T4" fmla="*/ 47 w 48"/>
                  <a:gd name="T5" fmla="*/ 42 h 77"/>
                  <a:gd name="T6" fmla="*/ 39 w 48"/>
                  <a:gd name="T7" fmla="*/ 0 h 77"/>
                  <a:gd name="T8" fmla="*/ 0 w 48"/>
                  <a:gd name="T9" fmla="*/ 23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" h="77">
                    <a:moveTo>
                      <a:pt x="0" y="23"/>
                    </a:moveTo>
                    <a:cubicBezTo>
                      <a:pt x="0" y="23"/>
                      <a:pt x="26" y="70"/>
                      <a:pt x="34" y="74"/>
                    </a:cubicBezTo>
                    <a:cubicBezTo>
                      <a:pt x="42" y="77"/>
                      <a:pt x="47" y="51"/>
                      <a:pt x="47" y="42"/>
                    </a:cubicBezTo>
                    <a:cubicBezTo>
                      <a:pt x="48" y="33"/>
                      <a:pt x="39" y="0"/>
                      <a:pt x="39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0" name="Freeform 148">
                <a:extLst>
                  <a:ext uri="{FF2B5EF4-FFF2-40B4-BE49-F238E27FC236}">
                    <a16:creationId xmlns:a16="http://schemas.microsoft.com/office/drawing/2014/main" id="{26A06CD3-B618-4942-9F78-C2642312E6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6" y="946"/>
                <a:ext cx="284" cy="245"/>
              </a:xfrm>
              <a:custGeom>
                <a:avLst/>
                <a:gdLst>
                  <a:gd name="T0" fmla="*/ 158 w 195"/>
                  <a:gd name="T1" fmla="*/ 5 h 168"/>
                  <a:gd name="T2" fmla="*/ 88 w 195"/>
                  <a:gd name="T3" fmla="*/ 3 h 168"/>
                  <a:gd name="T4" fmla="*/ 19 w 195"/>
                  <a:gd name="T5" fmla="*/ 20 h 168"/>
                  <a:gd name="T6" fmla="*/ 3 w 195"/>
                  <a:gd name="T7" fmla="*/ 44 h 168"/>
                  <a:gd name="T8" fmla="*/ 31 w 195"/>
                  <a:gd name="T9" fmla="*/ 154 h 168"/>
                  <a:gd name="T10" fmla="*/ 49 w 195"/>
                  <a:gd name="T11" fmla="*/ 165 h 168"/>
                  <a:gd name="T12" fmla="*/ 119 w 195"/>
                  <a:gd name="T13" fmla="*/ 148 h 168"/>
                  <a:gd name="T14" fmla="*/ 184 w 195"/>
                  <a:gd name="T15" fmla="*/ 113 h 168"/>
                  <a:gd name="T16" fmla="*/ 193 w 195"/>
                  <a:gd name="T17" fmla="*/ 98 h 168"/>
                  <a:gd name="T18" fmla="*/ 173 w 195"/>
                  <a:gd name="T19" fmla="*/ 16 h 168"/>
                  <a:gd name="T20" fmla="*/ 158 w 195"/>
                  <a:gd name="T21" fmla="*/ 5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5" h="168">
                    <a:moveTo>
                      <a:pt x="158" y="5"/>
                    </a:moveTo>
                    <a:cubicBezTo>
                      <a:pt x="142" y="3"/>
                      <a:pt x="101" y="0"/>
                      <a:pt x="88" y="3"/>
                    </a:cubicBezTo>
                    <a:cubicBezTo>
                      <a:pt x="76" y="6"/>
                      <a:pt x="38" y="15"/>
                      <a:pt x="19" y="20"/>
                    </a:cubicBezTo>
                    <a:cubicBezTo>
                      <a:pt x="0" y="25"/>
                      <a:pt x="2" y="37"/>
                      <a:pt x="3" y="44"/>
                    </a:cubicBezTo>
                    <a:cubicBezTo>
                      <a:pt x="5" y="51"/>
                      <a:pt x="27" y="140"/>
                      <a:pt x="31" y="154"/>
                    </a:cubicBezTo>
                    <a:cubicBezTo>
                      <a:pt x="34" y="168"/>
                      <a:pt x="44" y="166"/>
                      <a:pt x="49" y="165"/>
                    </a:cubicBezTo>
                    <a:cubicBezTo>
                      <a:pt x="54" y="164"/>
                      <a:pt x="108" y="150"/>
                      <a:pt x="119" y="148"/>
                    </a:cubicBezTo>
                    <a:cubicBezTo>
                      <a:pt x="129" y="145"/>
                      <a:pt x="184" y="113"/>
                      <a:pt x="184" y="113"/>
                    </a:cubicBezTo>
                    <a:cubicBezTo>
                      <a:pt x="184" y="113"/>
                      <a:pt x="195" y="106"/>
                      <a:pt x="193" y="98"/>
                    </a:cubicBezTo>
                    <a:cubicBezTo>
                      <a:pt x="191" y="90"/>
                      <a:pt x="175" y="25"/>
                      <a:pt x="173" y="16"/>
                    </a:cubicBezTo>
                    <a:cubicBezTo>
                      <a:pt x="170" y="6"/>
                      <a:pt x="158" y="5"/>
                      <a:pt x="158" y="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1" name="Freeform 149">
                <a:extLst>
                  <a:ext uri="{FF2B5EF4-FFF2-40B4-BE49-F238E27FC236}">
                    <a16:creationId xmlns:a16="http://schemas.microsoft.com/office/drawing/2014/main" id="{8D5AE9CA-905D-44DE-AEC0-37EB71D5D9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6" y="974"/>
                <a:ext cx="103" cy="207"/>
              </a:xfrm>
              <a:custGeom>
                <a:avLst/>
                <a:gdLst>
                  <a:gd name="T0" fmla="*/ 26 w 71"/>
                  <a:gd name="T1" fmla="*/ 120 h 142"/>
                  <a:gd name="T2" fmla="*/ 52 w 71"/>
                  <a:gd name="T3" fmla="*/ 114 h 142"/>
                  <a:gd name="T4" fmla="*/ 55 w 71"/>
                  <a:gd name="T5" fmla="*/ 93 h 142"/>
                  <a:gd name="T6" fmla="*/ 32 w 71"/>
                  <a:gd name="T7" fmla="*/ 22 h 142"/>
                  <a:gd name="T8" fmla="*/ 32 w 71"/>
                  <a:gd name="T9" fmla="*/ 22 h 142"/>
                  <a:gd name="T10" fmla="*/ 32 w 71"/>
                  <a:gd name="T11" fmla="*/ 22 h 142"/>
                  <a:gd name="T12" fmla="*/ 3 w 71"/>
                  <a:gd name="T13" fmla="*/ 29 h 142"/>
                  <a:gd name="T14" fmla="*/ 0 w 71"/>
                  <a:gd name="T15" fmla="*/ 12 h 142"/>
                  <a:gd name="T16" fmla="*/ 25 w 71"/>
                  <a:gd name="T17" fmla="*/ 0 h 142"/>
                  <a:gd name="T18" fmla="*/ 27 w 71"/>
                  <a:gd name="T19" fmla="*/ 0 h 142"/>
                  <a:gd name="T20" fmla="*/ 68 w 71"/>
                  <a:gd name="T21" fmla="*/ 90 h 142"/>
                  <a:gd name="T22" fmla="*/ 58 w 71"/>
                  <a:gd name="T23" fmla="*/ 139 h 142"/>
                  <a:gd name="T24" fmla="*/ 31 w 71"/>
                  <a:gd name="T25" fmla="*/ 142 h 142"/>
                  <a:gd name="T26" fmla="*/ 26 w 71"/>
                  <a:gd name="T27" fmla="*/ 120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1" h="142">
                    <a:moveTo>
                      <a:pt x="26" y="120"/>
                    </a:moveTo>
                    <a:cubicBezTo>
                      <a:pt x="52" y="114"/>
                      <a:pt x="52" y="114"/>
                      <a:pt x="52" y="114"/>
                    </a:cubicBezTo>
                    <a:cubicBezTo>
                      <a:pt x="55" y="113"/>
                      <a:pt x="57" y="110"/>
                      <a:pt x="55" y="93"/>
                    </a:cubicBezTo>
                    <a:cubicBezTo>
                      <a:pt x="53" y="75"/>
                      <a:pt x="41" y="22"/>
                      <a:pt x="32" y="22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6"/>
                      <a:pt x="25" y="0"/>
                    </a:cubicBezTo>
                    <a:cubicBezTo>
                      <a:pt x="26" y="0"/>
                      <a:pt x="26" y="0"/>
                      <a:pt x="27" y="0"/>
                    </a:cubicBezTo>
                    <a:cubicBezTo>
                      <a:pt x="43" y="0"/>
                      <a:pt x="63" y="49"/>
                      <a:pt x="68" y="90"/>
                    </a:cubicBezTo>
                    <a:cubicBezTo>
                      <a:pt x="71" y="118"/>
                      <a:pt x="67" y="136"/>
                      <a:pt x="58" y="139"/>
                    </a:cubicBezTo>
                    <a:cubicBezTo>
                      <a:pt x="31" y="142"/>
                      <a:pt x="31" y="142"/>
                      <a:pt x="31" y="142"/>
                    </a:cubicBezTo>
                    <a:lnTo>
                      <a:pt x="26" y="1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2" name="Freeform 150">
                <a:extLst>
                  <a:ext uri="{FF2B5EF4-FFF2-40B4-BE49-F238E27FC236}">
                    <a16:creationId xmlns:a16="http://schemas.microsoft.com/office/drawing/2014/main" id="{20E92D39-DBDC-4DF7-9F58-14D10364F4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69" y="971"/>
                <a:ext cx="138" cy="213"/>
              </a:xfrm>
              <a:custGeom>
                <a:avLst/>
                <a:gdLst>
                  <a:gd name="T0" fmla="*/ 32 w 95"/>
                  <a:gd name="T1" fmla="*/ 4 h 146"/>
                  <a:gd name="T2" fmla="*/ 71 w 95"/>
                  <a:gd name="T3" fmla="*/ 93 h 146"/>
                  <a:gd name="T4" fmla="*/ 63 w 95"/>
                  <a:gd name="T5" fmla="*/ 139 h 146"/>
                  <a:gd name="T6" fmla="*/ 37 w 95"/>
                  <a:gd name="T7" fmla="*/ 142 h 146"/>
                  <a:gd name="T8" fmla="*/ 33 w 95"/>
                  <a:gd name="T9" fmla="*/ 124 h 146"/>
                  <a:gd name="T10" fmla="*/ 58 w 95"/>
                  <a:gd name="T11" fmla="*/ 118 h 146"/>
                  <a:gd name="T12" fmla="*/ 62 w 95"/>
                  <a:gd name="T13" fmla="*/ 95 h 146"/>
                  <a:gd name="T14" fmla="*/ 53 w 95"/>
                  <a:gd name="T15" fmla="*/ 50 h 146"/>
                  <a:gd name="T16" fmla="*/ 37 w 95"/>
                  <a:gd name="T17" fmla="*/ 22 h 146"/>
                  <a:gd name="T18" fmla="*/ 36 w 95"/>
                  <a:gd name="T19" fmla="*/ 22 h 146"/>
                  <a:gd name="T20" fmla="*/ 10 w 95"/>
                  <a:gd name="T21" fmla="*/ 29 h 146"/>
                  <a:gd name="T22" fmla="*/ 7 w 95"/>
                  <a:gd name="T23" fmla="*/ 14 h 146"/>
                  <a:gd name="T24" fmla="*/ 31 w 95"/>
                  <a:gd name="T25" fmla="*/ 4 h 146"/>
                  <a:gd name="T26" fmla="*/ 32 w 95"/>
                  <a:gd name="T27" fmla="*/ 4 h 146"/>
                  <a:gd name="T28" fmla="*/ 32 w 95"/>
                  <a:gd name="T29" fmla="*/ 0 h 146"/>
                  <a:gd name="T30" fmla="*/ 30 w 95"/>
                  <a:gd name="T31" fmla="*/ 0 h 146"/>
                  <a:gd name="T32" fmla="*/ 3 w 95"/>
                  <a:gd name="T33" fmla="*/ 15 h 146"/>
                  <a:gd name="T34" fmla="*/ 7 w 95"/>
                  <a:gd name="T35" fmla="*/ 34 h 146"/>
                  <a:gd name="T36" fmla="*/ 37 w 95"/>
                  <a:gd name="T37" fmla="*/ 26 h 146"/>
                  <a:gd name="T38" fmla="*/ 37 w 95"/>
                  <a:gd name="T39" fmla="*/ 26 h 146"/>
                  <a:gd name="T40" fmla="*/ 57 w 95"/>
                  <a:gd name="T41" fmla="*/ 114 h 146"/>
                  <a:gd name="T42" fmla="*/ 28 w 95"/>
                  <a:gd name="T43" fmla="*/ 121 h 146"/>
                  <a:gd name="T44" fmla="*/ 34 w 95"/>
                  <a:gd name="T45" fmla="*/ 146 h 146"/>
                  <a:gd name="T46" fmla="*/ 63 w 95"/>
                  <a:gd name="T47" fmla="*/ 143 h 146"/>
                  <a:gd name="T48" fmla="*/ 32 w 95"/>
                  <a:gd name="T49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5" h="146">
                    <a:moveTo>
                      <a:pt x="32" y="4"/>
                    </a:moveTo>
                    <a:cubicBezTo>
                      <a:pt x="46" y="4"/>
                      <a:pt x="66" y="50"/>
                      <a:pt x="71" y="93"/>
                    </a:cubicBezTo>
                    <a:cubicBezTo>
                      <a:pt x="74" y="118"/>
                      <a:pt x="71" y="136"/>
                      <a:pt x="63" y="139"/>
                    </a:cubicBezTo>
                    <a:cubicBezTo>
                      <a:pt x="37" y="142"/>
                      <a:pt x="37" y="142"/>
                      <a:pt x="37" y="142"/>
                    </a:cubicBezTo>
                    <a:cubicBezTo>
                      <a:pt x="33" y="124"/>
                      <a:pt x="33" y="124"/>
                      <a:pt x="33" y="124"/>
                    </a:cubicBezTo>
                    <a:cubicBezTo>
                      <a:pt x="58" y="118"/>
                      <a:pt x="58" y="118"/>
                      <a:pt x="58" y="118"/>
                    </a:cubicBezTo>
                    <a:cubicBezTo>
                      <a:pt x="63" y="117"/>
                      <a:pt x="64" y="110"/>
                      <a:pt x="62" y="95"/>
                    </a:cubicBezTo>
                    <a:cubicBezTo>
                      <a:pt x="61" y="82"/>
                      <a:pt x="57" y="65"/>
                      <a:pt x="53" y="50"/>
                    </a:cubicBezTo>
                    <a:cubicBezTo>
                      <a:pt x="44" y="22"/>
                      <a:pt x="40" y="22"/>
                      <a:pt x="37" y="22"/>
                    </a:cubicBezTo>
                    <a:cubicBezTo>
                      <a:pt x="37" y="22"/>
                      <a:pt x="37" y="22"/>
                      <a:pt x="36" y="22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7" y="13"/>
                      <a:pt x="11" y="9"/>
                      <a:pt x="31" y="4"/>
                    </a:cubicBezTo>
                    <a:cubicBezTo>
                      <a:pt x="31" y="4"/>
                      <a:pt x="32" y="4"/>
                      <a:pt x="32" y="4"/>
                    </a:cubicBezTo>
                    <a:moveTo>
                      <a:pt x="32" y="0"/>
                    </a:moveTo>
                    <a:cubicBezTo>
                      <a:pt x="31" y="0"/>
                      <a:pt x="31" y="0"/>
                      <a:pt x="30" y="0"/>
                    </a:cubicBezTo>
                    <a:cubicBezTo>
                      <a:pt x="0" y="7"/>
                      <a:pt x="3" y="15"/>
                      <a:pt x="3" y="15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7" y="34"/>
                      <a:pt x="30" y="28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45" y="26"/>
                      <a:pt x="66" y="112"/>
                      <a:pt x="57" y="114"/>
                    </a:cubicBezTo>
                    <a:cubicBezTo>
                      <a:pt x="47" y="116"/>
                      <a:pt x="28" y="121"/>
                      <a:pt x="28" y="121"/>
                    </a:cubicBezTo>
                    <a:cubicBezTo>
                      <a:pt x="34" y="146"/>
                      <a:pt x="34" y="146"/>
                      <a:pt x="34" y="146"/>
                    </a:cubicBezTo>
                    <a:cubicBezTo>
                      <a:pt x="63" y="143"/>
                      <a:pt x="63" y="143"/>
                      <a:pt x="63" y="143"/>
                    </a:cubicBezTo>
                    <a:cubicBezTo>
                      <a:pt x="95" y="135"/>
                      <a:pt x="62" y="0"/>
                      <a:pt x="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3" name="Freeform 151">
                <a:extLst>
                  <a:ext uri="{FF2B5EF4-FFF2-40B4-BE49-F238E27FC236}">
                    <a16:creationId xmlns:a16="http://schemas.microsoft.com/office/drawing/2014/main" id="{408194A2-F762-4B7F-88BA-616CAEC782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6" y="1019"/>
                <a:ext cx="63" cy="119"/>
              </a:xfrm>
              <a:custGeom>
                <a:avLst/>
                <a:gdLst>
                  <a:gd name="T0" fmla="*/ 0 w 43"/>
                  <a:gd name="T1" fmla="*/ 7 h 82"/>
                  <a:gd name="T2" fmla="*/ 21 w 43"/>
                  <a:gd name="T3" fmla="*/ 2 h 82"/>
                  <a:gd name="T4" fmla="*/ 21 w 43"/>
                  <a:gd name="T5" fmla="*/ 2 h 82"/>
                  <a:gd name="T6" fmla="*/ 24 w 43"/>
                  <a:gd name="T7" fmla="*/ 3 h 82"/>
                  <a:gd name="T8" fmla="*/ 37 w 43"/>
                  <a:gd name="T9" fmla="*/ 32 h 82"/>
                  <a:gd name="T10" fmla="*/ 41 w 43"/>
                  <a:gd name="T11" fmla="*/ 62 h 82"/>
                  <a:gd name="T12" fmla="*/ 40 w 43"/>
                  <a:gd name="T13" fmla="*/ 72 h 82"/>
                  <a:gd name="T14" fmla="*/ 39 w 43"/>
                  <a:gd name="T15" fmla="*/ 74 h 82"/>
                  <a:gd name="T16" fmla="*/ 37 w 43"/>
                  <a:gd name="T17" fmla="*/ 75 h 82"/>
                  <a:gd name="T18" fmla="*/ 19 w 43"/>
                  <a:gd name="T19" fmla="*/ 80 h 82"/>
                  <a:gd name="T20" fmla="*/ 19 w 43"/>
                  <a:gd name="T21" fmla="*/ 82 h 82"/>
                  <a:gd name="T22" fmla="*/ 38 w 43"/>
                  <a:gd name="T23" fmla="*/ 77 h 82"/>
                  <a:gd name="T24" fmla="*/ 40 w 43"/>
                  <a:gd name="T25" fmla="*/ 75 h 82"/>
                  <a:gd name="T26" fmla="*/ 43 w 43"/>
                  <a:gd name="T27" fmla="*/ 62 h 82"/>
                  <a:gd name="T28" fmla="*/ 39 w 43"/>
                  <a:gd name="T29" fmla="*/ 32 h 82"/>
                  <a:gd name="T30" fmla="*/ 30 w 43"/>
                  <a:gd name="T31" fmla="*/ 8 h 82"/>
                  <a:gd name="T32" fmla="*/ 26 w 43"/>
                  <a:gd name="T33" fmla="*/ 2 h 82"/>
                  <a:gd name="T34" fmla="*/ 21 w 43"/>
                  <a:gd name="T35" fmla="*/ 0 h 82"/>
                  <a:gd name="T36" fmla="*/ 20 w 43"/>
                  <a:gd name="T37" fmla="*/ 0 h 82"/>
                  <a:gd name="T38" fmla="*/ 0 w 43"/>
                  <a:gd name="T39" fmla="*/ 5 h 82"/>
                  <a:gd name="T40" fmla="*/ 0 w 43"/>
                  <a:gd name="T41" fmla="*/ 7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3" h="82">
                    <a:moveTo>
                      <a:pt x="0" y="7"/>
                    </a:moveTo>
                    <a:cubicBezTo>
                      <a:pt x="0" y="7"/>
                      <a:pt x="17" y="3"/>
                      <a:pt x="21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2" y="2"/>
                      <a:pt x="23" y="2"/>
                      <a:pt x="24" y="3"/>
                    </a:cubicBezTo>
                    <a:cubicBezTo>
                      <a:pt x="28" y="7"/>
                      <a:pt x="33" y="18"/>
                      <a:pt x="37" y="32"/>
                    </a:cubicBezTo>
                    <a:cubicBezTo>
                      <a:pt x="39" y="43"/>
                      <a:pt x="41" y="54"/>
                      <a:pt x="41" y="62"/>
                    </a:cubicBezTo>
                    <a:cubicBezTo>
                      <a:pt x="41" y="66"/>
                      <a:pt x="40" y="69"/>
                      <a:pt x="40" y="72"/>
                    </a:cubicBezTo>
                    <a:cubicBezTo>
                      <a:pt x="40" y="73"/>
                      <a:pt x="39" y="74"/>
                      <a:pt x="39" y="74"/>
                    </a:cubicBezTo>
                    <a:cubicBezTo>
                      <a:pt x="38" y="75"/>
                      <a:pt x="38" y="75"/>
                      <a:pt x="37" y="75"/>
                    </a:cubicBezTo>
                    <a:cubicBezTo>
                      <a:pt x="31" y="77"/>
                      <a:pt x="19" y="80"/>
                      <a:pt x="19" y="80"/>
                    </a:cubicBezTo>
                    <a:cubicBezTo>
                      <a:pt x="19" y="82"/>
                      <a:pt x="19" y="82"/>
                      <a:pt x="19" y="82"/>
                    </a:cubicBezTo>
                    <a:cubicBezTo>
                      <a:pt x="19" y="82"/>
                      <a:pt x="32" y="79"/>
                      <a:pt x="38" y="77"/>
                    </a:cubicBezTo>
                    <a:cubicBezTo>
                      <a:pt x="39" y="77"/>
                      <a:pt x="40" y="76"/>
                      <a:pt x="40" y="75"/>
                    </a:cubicBezTo>
                    <a:cubicBezTo>
                      <a:pt x="42" y="73"/>
                      <a:pt x="43" y="68"/>
                      <a:pt x="43" y="62"/>
                    </a:cubicBezTo>
                    <a:cubicBezTo>
                      <a:pt x="43" y="54"/>
                      <a:pt x="41" y="42"/>
                      <a:pt x="39" y="32"/>
                    </a:cubicBezTo>
                    <a:cubicBezTo>
                      <a:pt x="36" y="22"/>
                      <a:pt x="33" y="14"/>
                      <a:pt x="30" y="8"/>
                    </a:cubicBezTo>
                    <a:cubicBezTo>
                      <a:pt x="29" y="6"/>
                      <a:pt x="27" y="4"/>
                      <a:pt x="26" y="2"/>
                    </a:cubicBezTo>
                    <a:cubicBezTo>
                      <a:pt x="24" y="1"/>
                      <a:pt x="23" y="0"/>
                      <a:pt x="21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6" y="1"/>
                      <a:pt x="0" y="5"/>
                      <a:pt x="0" y="5"/>
                    </a:cubicBezTo>
                    <a:cubicBezTo>
                      <a:pt x="0" y="7"/>
                      <a:pt x="0" y="7"/>
                      <a:pt x="0" y="7"/>
                    </a:cubicBezTo>
                    <a:close/>
                  </a:path>
                </a:pathLst>
              </a:custGeom>
              <a:solidFill>
                <a:srgbClr val="FF71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4" name="Freeform 152">
                <a:extLst>
                  <a:ext uri="{FF2B5EF4-FFF2-40B4-BE49-F238E27FC236}">
                    <a16:creationId xmlns:a16="http://schemas.microsoft.com/office/drawing/2014/main" id="{8A93B5CA-8C84-4A33-9FFE-8114C7D687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8" y="2144"/>
                <a:ext cx="97" cy="434"/>
              </a:xfrm>
              <a:custGeom>
                <a:avLst/>
                <a:gdLst>
                  <a:gd name="T0" fmla="*/ 55 w 67"/>
                  <a:gd name="T1" fmla="*/ 5 h 298"/>
                  <a:gd name="T2" fmla="*/ 0 w 67"/>
                  <a:gd name="T3" fmla="*/ 292 h 298"/>
                  <a:gd name="T4" fmla="*/ 6 w 67"/>
                  <a:gd name="T5" fmla="*/ 298 h 298"/>
                  <a:gd name="T6" fmla="*/ 12 w 67"/>
                  <a:gd name="T7" fmla="*/ 292 h 298"/>
                  <a:gd name="T8" fmla="*/ 43 w 67"/>
                  <a:gd name="T9" fmla="*/ 90 h 298"/>
                  <a:gd name="T10" fmla="*/ 59 w 67"/>
                  <a:gd name="T11" fmla="*/ 30 h 298"/>
                  <a:gd name="T12" fmla="*/ 64 w 67"/>
                  <a:gd name="T13" fmla="*/ 14 h 298"/>
                  <a:gd name="T14" fmla="*/ 66 w 67"/>
                  <a:gd name="T15" fmla="*/ 10 h 298"/>
                  <a:gd name="T16" fmla="*/ 66 w 67"/>
                  <a:gd name="T17" fmla="*/ 9 h 298"/>
                  <a:gd name="T18" fmla="*/ 66 w 67"/>
                  <a:gd name="T19" fmla="*/ 9 h 298"/>
                  <a:gd name="T20" fmla="*/ 62 w 67"/>
                  <a:gd name="T21" fmla="*/ 1 h 298"/>
                  <a:gd name="T22" fmla="*/ 55 w 67"/>
                  <a:gd name="T23" fmla="*/ 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7" h="298">
                    <a:moveTo>
                      <a:pt x="55" y="5"/>
                    </a:moveTo>
                    <a:cubicBezTo>
                      <a:pt x="55" y="5"/>
                      <a:pt x="11" y="129"/>
                      <a:pt x="0" y="292"/>
                    </a:cubicBezTo>
                    <a:cubicBezTo>
                      <a:pt x="0" y="295"/>
                      <a:pt x="3" y="298"/>
                      <a:pt x="6" y="298"/>
                    </a:cubicBezTo>
                    <a:cubicBezTo>
                      <a:pt x="9" y="298"/>
                      <a:pt x="12" y="296"/>
                      <a:pt x="12" y="292"/>
                    </a:cubicBezTo>
                    <a:cubicBezTo>
                      <a:pt x="18" y="212"/>
                      <a:pt x="31" y="141"/>
                      <a:pt x="43" y="90"/>
                    </a:cubicBezTo>
                    <a:cubicBezTo>
                      <a:pt x="49" y="65"/>
                      <a:pt x="55" y="44"/>
                      <a:pt x="59" y="30"/>
                    </a:cubicBezTo>
                    <a:cubicBezTo>
                      <a:pt x="61" y="23"/>
                      <a:pt x="63" y="18"/>
                      <a:pt x="64" y="14"/>
                    </a:cubicBezTo>
                    <a:cubicBezTo>
                      <a:pt x="65" y="12"/>
                      <a:pt x="65" y="11"/>
                      <a:pt x="66" y="10"/>
                    </a:cubicBezTo>
                    <a:cubicBezTo>
                      <a:pt x="66" y="10"/>
                      <a:pt x="66" y="9"/>
                      <a:pt x="66" y="9"/>
                    </a:cubicBezTo>
                    <a:cubicBezTo>
                      <a:pt x="66" y="9"/>
                      <a:pt x="66" y="9"/>
                      <a:pt x="66" y="9"/>
                    </a:cubicBezTo>
                    <a:cubicBezTo>
                      <a:pt x="67" y="6"/>
                      <a:pt x="66" y="2"/>
                      <a:pt x="62" y="1"/>
                    </a:cubicBezTo>
                    <a:cubicBezTo>
                      <a:pt x="59" y="0"/>
                      <a:pt x="56" y="2"/>
                      <a:pt x="55" y="5"/>
                    </a:cubicBezTo>
                    <a:close/>
                  </a:path>
                </a:pathLst>
              </a:custGeom>
              <a:solidFill>
                <a:srgbClr val="4BB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" name="Freeform 153">
                <a:extLst>
                  <a:ext uri="{FF2B5EF4-FFF2-40B4-BE49-F238E27FC236}">
                    <a16:creationId xmlns:a16="http://schemas.microsoft.com/office/drawing/2014/main" id="{F22D6B5E-1D0A-4269-969C-FA9CFD8536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3" y="1856"/>
                <a:ext cx="336" cy="28"/>
              </a:xfrm>
              <a:custGeom>
                <a:avLst/>
                <a:gdLst>
                  <a:gd name="T0" fmla="*/ 6 w 231"/>
                  <a:gd name="T1" fmla="*/ 13 h 19"/>
                  <a:gd name="T2" fmla="*/ 225 w 231"/>
                  <a:gd name="T3" fmla="*/ 19 h 19"/>
                  <a:gd name="T4" fmla="*/ 231 w 231"/>
                  <a:gd name="T5" fmla="*/ 13 h 19"/>
                  <a:gd name="T6" fmla="*/ 225 w 231"/>
                  <a:gd name="T7" fmla="*/ 7 h 19"/>
                  <a:gd name="T8" fmla="*/ 6 w 231"/>
                  <a:gd name="T9" fmla="*/ 1 h 19"/>
                  <a:gd name="T10" fmla="*/ 0 w 231"/>
                  <a:gd name="T11" fmla="*/ 6 h 19"/>
                  <a:gd name="T12" fmla="*/ 6 w 231"/>
                  <a:gd name="T13" fmla="*/ 13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1" h="19">
                    <a:moveTo>
                      <a:pt x="6" y="13"/>
                    </a:moveTo>
                    <a:cubicBezTo>
                      <a:pt x="225" y="19"/>
                      <a:pt x="225" y="19"/>
                      <a:pt x="225" y="19"/>
                    </a:cubicBezTo>
                    <a:cubicBezTo>
                      <a:pt x="228" y="19"/>
                      <a:pt x="231" y="16"/>
                      <a:pt x="231" y="13"/>
                    </a:cubicBezTo>
                    <a:cubicBezTo>
                      <a:pt x="231" y="10"/>
                      <a:pt x="228" y="7"/>
                      <a:pt x="225" y="7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2" y="12"/>
                      <a:pt x="6" y="13"/>
                    </a:cubicBezTo>
                  </a:path>
                </a:pathLst>
              </a:custGeom>
              <a:solidFill>
                <a:srgbClr val="085E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" name="Freeform 154">
                <a:extLst>
                  <a:ext uri="{FF2B5EF4-FFF2-40B4-BE49-F238E27FC236}">
                    <a16:creationId xmlns:a16="http://schemas.microsoft.com/office/drawing/2014/main" id="{A6BD188A-95C9-43C6-AB4D-68DE0FCA73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3" y="938"/>
                <a:ext cx="16" cy="71"/>
              </a:xfrm>
              <a:custGeom>
                <a:avLst/>
                <a:gdLst>
                  <a:gd name="T0" fmla="*/ 0 w 16"/>
                  <a:gd name="T1" fmla="*/ 1 h 71"/>
                  <a:gd name="T2" fmla="*/ 3 w 16"/>
                  <a:gd name="T3" fmla="*/ 71 h 71"/>
                  <a:gd name="T4" fmla="*/ 16 w 16"/>
                  <a:gd name="T5" fmla="*/ 65 h 71"/>
                  <a:gd name="T6" fmla="*/ 9 w 16"/>
                  <a:gd name="T7" fmla="*/ 0 h 71"/>
                  <a:gd name="T8" fmla="*/ 0 w 16"/>
                  <a:gd name="T9" fmla="*/ 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71">
                    <a:moveTo>
                      <a:pt x="0" y="1"/>
                    </a:moveTo>
                    <a:lnTo>
                      <a:pt x="3" y="71"/>
                    </a:lnTo>
                    <a:lnTo>
                      <a:pt x="16" y="65"/>
                    </a:lnTo>
                    <a:lnTo>
                      <a:pt x="9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7" name="Freeform 155">
                <a:extLst>
                  <a:ext uri="{FF2B5EF4-FFF2-40B4-BE49-F238E27FC236}">
                    <a16:creationId xmlns:a16="http://schemas.microsoft.com/office/drawing/2014/main" id="{901F9C73-F414-4FAB-9BD3-73D66A9040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1" y="2272"/>
                <a:ext cx="2642" cy="513"/>
              </a:xfrm>
              <a:custGeom>
                <a:avLst/>
                <a:gdLst>
                  <a:gd name="T0" fmla="*/ 0 w 2642"/>
                  <a:gd name="T1" fmla="*/ 513 h 513"/>
                  <a:gd name="T2" fmla="*/ 2642 w 2642"/>
                  <a:gd name="T3" fmla="*/ 286 h 513"/>
                  <a:gd name="T4" fmla="*/ 2056 w 2642"/>
                  <a:gd name="T5" fmla="*/ 184 h 513"/>
                  <a:gd name="T6" fmla="*/ 1003 w 2642"/>
                  <a:gd name="T7" fmla="*/ 0 h 513"/>
                  <a:gd name="T8" fmla="*/ 0 w 2642"/>
                  <a:gd name="T9" fmla="*/ 60 h 513"/>
                  <a:gd name="T10" fmla="*/ 0 w 2642"/>
                  <a:gd name="T11" fmla="*/ 513 h 5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642" h="513">
                    <a:moveTo>
                      <a:pt x="0" y="513"/>
                    </a:moveTo>
                    <a:lnTo>
                      <a:pt x="2642" y="286"/>
                    </a:lnTo>
                    <a:lnTo>
                      <a:pt x="2056" y="184"/>
                    </a:lnTo>
                    <a:lnTo>
                      <a:pt x="1003" y="0"/>
                    </a:lnTo>
                    <a:lnTo>
                      <a:pt x="0" y="60"/>
                    </a:lnTo>
                    <a:lnTo>
                      <a:pt x="0" y="513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8" name="Freeform 156">
                <a:extLst>
                  <a:ext uri="{FF2B5EF4-FFF2-40B4-BE49-F238E27FC236}">
                    <a16:creationId xmlns:a16="http://schemas.microsoft.com/office/drawing/2014/main" id="{35EE3D4A-8053-40E4-94E4-FA5E93D342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9" y="2269"/>
                <a:ext cx="2666" cy="518"/>
              </a:xfrm>
              <a:custGeom>
                <a:avLst/>
                <a:gdLst>
                  <a:gd name="T0" fmla="*/ 2 w 2666"/>
                  <a:gd name="T1" fmla="*/ 516 h 518"/>
                  <a:gd name="T2" fmla="*/ 2 w 2666"/>
                  <a:gd name="T3" fmla="*/ 518 h 518"/>
                  <a:gd name="T4" fmla="*/ 2666 w 2666"/>
                  <a:gd name="T5" fmla="*/ 290 h 518"/>
                  <a:gd name="T6" fmla="*/ 2058 w 2666"/>
                  <a:gd name="T7" fmla="*/ 184 h 518"/>
                  <a:gd name="T8" fmla="*/ 1005 w 2666"/>
                  <a:gd name="T9" fmla="*/ 0 h 518"/>
                  <a:gd name="T10" fmla="*/ 0 w 2666"/>
                  <a:gd name="T11" fmla="*/ 61 h 518"/>
                  <a:gd name="T12" fmla="*/ 0 w 2666"/>
                  <a:gd name="T13" fmla="*/ 518 h 518"/>
                  <a:gd name="T14" fmla="*/ 2 w 2666"/>
                  <a:gd name="T15" fmla="*/ 518 h 518"/>
                  <a:gd name="T16" fmla="*/ 2 w 2666"/>
                  <a:gd name="T17" fmla="*/ 516 h 518"/>
                  <a:gd name="T18" fmla="*/ 5 w 2666"/>
                  <a:gd name="T19" fmla="*/ 516 h 518"/>
                  <a:gd name="T20" fmla="*/ 5 w 2666"/>
                  <a:gd name="T21" fmla="*/ 66 h 518"/>
                  <a:gd name="T22" fmla="*/ 1005 w 2666"/>
                  <a:gd name="T23" fmla="*/ 6 h 518"/>
                  <a:gd name="T24" fmla="*/ 2056 w 2666"/>
                  <a:gd name="T25" fmla="*/ 190 h 518"/>
                  <a:gd name="T26" fmla="*/ 2621 w 2666"/>
                  <a:gd name="T27" fmla="*/ 287 h 518"/>
                  <a:gd name="T28" fmla="*/ 2 w 2666"/>
                  <a:gd name="T29" fmla="*/ 513 h 518"/>
                  <a:gd name="T30" fmla="*/ 2 w 2666"/>
                  <a:gd name="T31" fmla="*/ 516 h 518"/>
                  <a:gd name="T32" fmla="*/ 5 w 2666"/>
                  <a:gd name="T33" fmla="*/ 516 h 518"/>
                  <a:gd name="T34" fmla="*/ 2 w 2666"/>
                  <a:gd name="T35" fmla="*/ 516 h 5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66" h="518">
                    <a:moveTo>
                      <a:pt x="2" y="516"/>
                    </a:moveTo>
                    <a:lnTo>
                      <a:pt x="2" y="518"/>
                    </a:lnTo>
                    <a:lnTo>
                      <a:pt x="2666" y="290"/>
                    </a:lnTo>
                    <a:lnTo>
                      <a:pt x="2058" y="184"/>
                    </a:lnTo>
                    <a:lnTo>
                      <a:pt x="1005" y="0"/>
                    </a:lnTo>
                    <a:lnTo>
                      <a:pt x="0" y="61"/>
                    </a:lnTo>
                    <a:lnTo>
                      <a:pt x="0" y="518"/>
                    </a:lnTo>
                    <a:lnTo>
                      <a:pt x="2" y="518"/>
                    </a:lnTo>
                    <a:lnTo>
                      <a:pt x="2" y="516"/>
                    </a:lnTo>
                    <a:lnTo>
                      <a:pt x="5" y="516"/>
                    </a:lnTo>
                    <a:lnTo>
                      <a:pt x="5" y="66"/>
                    </a:lnTo>
                    <a:lnTo>
                      <a:pt x="1005" y="6"/>
                    </a:lnTo>
                    <a:lnTo>
                      <a:pt x="2056" y="190"/>
                    </a:lnTo>
                    <a:lnTo>
                      <a:pt x="2621" y="287"/>
                    </a:lnTo>
                    <a:lnTo>
                      <a:pt x="2" y="513"/>
                    </a:lnTo>
                    <a:lnTo>
                      <a:pt x="2" y="516"/>
                    </a:lnTo>
                    <a:lnTo>
                      <a:pt x="5" y="516"/>
                    </a:lnTo>
                    <a:lnTo>
                      <a:pt x="2" y="5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9" name="Freeform 157">
                <a:extLst>
                  <a:ext uri="{FF2B5EF4-FFF2-40B4-BE49-F238E27FC236}">
                    <a16:creationId xmlns:a16="http://schemas.microsoft.com/office/drawing/2014/main" id="{147607A5-6260-43E7-9E23-8C80DC2FA0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1" y="2558"/>
                <a:ext cx="2642" cy="372"/>
              </a:xfrm>
              <a:custGeom>
                <a:avLst/>
                <a:gdLst>
                  <a:gd name="T0" fmla="*/ 2642 w 2642"/>
                  <a:gd name="T1" fmla="*/ 0 h 372"/>
                  <a:gd name="T2" fmla="*/ 2642 w 2642"/>
                  <a:gd name="T3" fmla="*/ 120 h 372"/>
                  <a:gd name="T4" fmla="*/ 0 w 2642"/>
                  <a:gd name="T5" fmla="*/ 372 h 372"/>
                  <a:gd name="T6" fmla="*/ 0 w 2642"/>
                  <a:gd name="T7" fmla="*/ 227 h 372"/>
                  <a:gd name="T8" fmla="*/ 2642 w 2642"/>
                  <a:gd name="T9" fmla="*/ 0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42" h="372">
                    <a:moveTo>
                      <a:pt x="2642" y="0"/>
                    </a:moveTo>
                    <a:lnTo>
                      <a:pt x="2642" y="120"/>
                    </a:lnTo>
                    <a:lnTo>
                      <a:pt x="0" y="372"/>
                    </a:lnTo>
                    <a:lnTo>
                      <a:pt x="0" y="227"/>
                    </a:lnTo>
                    <a:lnTo>
                      <a:pt x="2642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0" name="Freeform 158">
                <a:extLst>
                  <a:ext uri="{FF2B5EF4-FFF2-40B4-BE49-F238E27FC236}">
                    <a16:creationId xmlns:a16="http://schemas.microsoft.com/office/drawing/2014/main" id="{235214E8-286D-4E7A-AEF9-DBF2CB898A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9" y="2555"/>
                <a:ext cx="2647" cy="378"/>
              </a:xfrm>
              <a:custGeom>
                <a:avLst/>
                <a:gdLst>
                  <a:gd name="T0" fmla="*/ 2644 w 2647"/>
                  <a:gd name="T1" fmla="*/ 3 h 378"/>
                  <a:gd name="T2" fmla="*/ 2641 w 2647"/>
                  <a:gd name="T3" fmla="*/ 3 h 378"/>
                  <a:gd name="T4" fmla="*/ 2641 w 2647"/>
                  <a:gd name="T5" fmla="*/ 120 h 378"/>
                  <a:gd name="T6" fmla="*/ 5 w 2647"/>
                  <a:gd name="T7" fmla="*/ 371 h 378"/>
                  <a:gd name="T8" fmla="*/ 5 w 2647"/>
                  <a:gd name="T9" fmla="*/ 232 h 378"/>
                  <a:gd name="T10" fmla="*/ 2644 w 2647"/>
                  <a:gd name="T11" fmla="*/ 5 h 378"/>
                  <a:gd name="T12" fmla="*/ 2644 w 2647"/>
                  <a:gd name="T13" fmla="*/ 3 h 378"/>
                  <a:gd name="T14" fmla="*/ 2641 w 2647"/>
                  <a:gd name="T15" fmla="*/ 3 h 378"/>
                  <a:gd name="T16" fmla="*/ 2644 w 2647"/>
                  <a:gd name="T17" fmla="*/ 3 h 378"/>
                  <a:gd name="T18" fmla="*/ 2644 w 2647"/>
                  <a:gd name="T19" fmla="*/ 0 h 378"/>
                  <a:gd name="T20" fmla="*/ 0 w 2647"/>
                  <a:gd name="T21" fmla="*/ 227 h 378"/>
                  <a:gd name="T22" fmla="*/ 0 w 2647"/>
                  <a:gd name="T23" fmla="*/ 378 h 378"/>
                  <a:gd name="T24" fmla="*/ 2647 w 2647"/>
                  <a:gd name="T25" fmla="*/ 126 h 378"/>
                  <a:gd name="T26" fmla="*/ 2647 w 2647"/>
                  <a:gd name="T27" fmla="*/ 0 h 378"/>
                  <a:gd name="T28" fmla="*/ 2644 w 2647"/>
                  <a:gd name="T29" fmla="*/ 0 h 378"/>
                  <a:gd name="T30" fmla="*/ 2644 w 2647"/>
                  <a:gd name="T31" fmla="*/ 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647" h="378">
                    <a:moveTo>
                      <a:pt x="2644" y="3"/>
                    </a:moveTo>
                    <a:lnTo>
                      <a:pt x="2641" y="3"/>
                    </a:lnTo>
                    <a:lnTo>
                      <a:pt x="2641" y="120"/>
                    </a:lnTo>
                    <a:lnTo>
                      <a:pt x="5" y="371"/>
                    </a:lnTo>
                    <a:lnTo>
                      <a:pt x="5" y="232"/>
                    </a:lnTo>
                    <a:lnTo>
                      <a:pt x="2644" y="5"/>
                    </a:lnTo>
                    <a:lnTo>
                      <a:pt x="2644" y="3"/>
                    </a:lnTo>
                    <a:lnTo>
                      <a:pt x="2641" y="3"/>
                    </a:lnTo>
                    <a:lnTo>
                      <a:pt x="2644" y="3"/>
                    </a:lnTo>
                    <a:lnTo>
                      <a:pt x="2644" y="0"/>
                    </a:lnTo>
                    <a:lnTo>
                      <a:pt x="0" y="227"/>
                    </a:lnTo>
                    <a:lnTo>
                      <a:pt x="0" y="378"/>
                    </a:lnTo>
                    <a:lnTo>
                      <a:pt x="2647" y="126"/>
                    </a:lnTo>
                    <a:lnTo>
                      <a:pt x="2647" y="0"/>
                    </a:lnTo>
                    <a:lnTo>
                      <a:pt x="2644" y="0"/>
                    </a:lnTo>
                    <a:lnTo>
                      <a:pt x="2644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1" name="Freeform 159">
                <a:extLst>
                  <a:ext uri="{FF2B5EF4-FFF2-40B4-BE49-F238E27FC236}">
                    <a16:creationId xmlns:a16="http://schemas.microsoft.com/office/drawing/2014/main" id="{2DD8A6AC-0470-41EB-BE8C-DCAE106ED5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8" y="2325"/>
                <a:ext cx="1997" cy="269"/>
              </a:xfrm>
              <a:custGeom>
                <a:avLst/>
                <a:gdLst>
                  <a:gd name="T0" fmla="*/ 390 w 1997"/>
                  <a:gd name="T1" fmla="*/ 269 h 269"/>
                  <a:gd name="T2" fmla="*/ 1997 w 1997"/>
                  <a:gd name="T3" fmla="*/ 144 h 269"/>
                  <a:gd name="T4" fmla="*/ 1188 w 1997"/>
                  <a:gd name="T5" fmla="*/ 0 h 269"/>
                  <a:gd name="T6" fmla="*/ 0 w 1997"/>
                  <a:gd name="T7" fmla="*/ 77 h 269"/>
                  <a:gd name="T8" fmla="*/ 390 w 1997"/>
                  <a:gd name="T9" fmla="*/ 269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97" h="269">
                    <a:moveTo>
                      <a:pt x="390" y="269"/>
                    </a:moveTo>
                    <a:lnTo>
                      <a:pt x="1997" y="144"/>
                    </a:lnTo>
                    <a:lnTo>
                      <a:pt x="1188" y="0"/>
                    </a:lnTo>
                    <a:lnTo>
                      <a:pt x="0" y="77"/>
                    </a:lnTo>
                    <a:lnTo>
                      <a:pt x="390" y="26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2" name="Freeform 160">
                <a:extLst>
                  <a:ext uri="{FF2B5EF4-FFF2-40B4-BE49-F238E27FC236}">
                    <a16:creationId xmlns:a16="http://schemas.microsoft.com/office/drawing/2014/main" id="{B374F717-A812-4285-9413-B81D6D6050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5" y="2226"/>
                <a:ext cx="1880" cy="234"/>
              </a:xfrm>
              <a:custGeom>
                <a:avLst/>
                <a:gdLst>
                  <a:gd name="T0" fmla="*/ 0 w 1880"/>
                  <a:gd name="T1" fmla="*/ 58 h 234"/>
                  <a:gd name="T2" fmla="*/ 393 w 1880"/>
                  <a:gd name="T3" fmla="*/ 234 h 234"/>
                  <a:gd name="T4" fmla="*/ 1880 w 1880"/>
                  <a:gd name="T5" fmla="*/ 118 h 234"/>
                  <a:gd name="T6" fmla="*/ 1104 w 1880"/>
                  <a:gd name="T7" fmla="*/ 0 h 234"/>
                  <a:gd name="T8" fmla="*/ 0 w 1880"/>
                  <a:gd name="T9" fmla="*/ 58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0" h="234">
                    <a:moveTo>
                      <a:pt x="0" y="58"/>
                    </a:moveTo>
                    <a:lnTo>
                      <a:pt x="393" y="234"/>
                    </a:lnTo>
                    <a:lnTo>
                      <a:pt x="1880" y="118"/>
                    </a:lnTo>
                    <a:lnTo>
                      <a:pt x="1104" y="0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3" name="Freeform 161">
                <a:extLst>
                  <a:ext uri="{FF2B5EF4-FFF2-40B4-BE49-F238E27FC236}">
                    <a16:creationId xmlns:a16="http://schemas.microsoft.com/office/drawing/2014/main" id="{EC7C06BB-8390-42C4-BDFD-941BD6FBC6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4" y="2223"/>
                <a:ext cx="1915" cy="240"/>
              </a:xfrm>
              <a:custGeom>
                <a:avLst/>
                <a:gdLst>
                  <a:gd name="T0" fmla="*/ 11 w 1915"/>
                  <a:gd name="T1" fmla="*/ 61 h 240"/>
                  <a:gd name="T2" fmla="*/ 10 w 1915"/>
                  <a:gd name="T3" fmla="*/ 62 h 240"/>
                  <a:gd name="T4" fmla="*/ 404 w 1915"/>
                  <a:gd name="T5" fmla="*/ 240 h 240"/>
                  <a:gd name="T6" fmla="*/ 1915 w 1915"/>
                  <a:gd name="T7" fmla="*/ 122 h 240"/>
                  <a:gd name="T8" fmla="*/ 1116 w 1915"/>
                  <a:gd name="T9" fmla="*/ 0 h 240"/>
                  <a:gd name="T10" fmla="*/ 0 w 1915"/>
                  <a:gd name="T11" fmla="*/ 58 h 240"/>
                  <a:gd name="T12" fmla="*/ 10 w 1915"/>
                  <a:gd name="T13" fmla="*/ 62 h 240"/>
                  <a:gd name="T14" fmla="*/ 11 w 1915"/>
                  <a:gd name="T15" fmla="*/ 61 h 240"/>
                  <a:gd name="T16" fmla="*/ 11 w 1915"/>
                  <a:gd name="T17" fmla="*/ 64 h 240"/>
                  <a:gd name="T18" fmla="*/ 1115 w 1915"/>
                  <a:gd name="T19" fmla="*/ 6 h 240"/>
                  <a:gd name="T20" fmla="*/ 1864 w 1915"/>
                  <a:gd name="T21" fmla="*/ 121 h 240"/>
                  <a:gd name="T22" fmla="*/ 406 w 1915"/>
                  <a:gd name="T23" fmla="*/ 234 h 240"/>
                  <a:gd name="T24" fmla="*/ 13 w 1915"/>
                  <a:gd name="T25" fmla="*/ 58 h 240"/>
                  <a:gd name="T26" fmla="*/ 11 w 1915"/>
                  <a:gd name="T27" fmla="*/ 61 h 240"/>
                  <a:gd name="T28" fmla="*/ 11 w 1915"/>
                  <a:gd name="T29" fmla="*/ 64 h 240"/>
                  <a:gd name="T30" fmla="*/ 11 w 1915"/>
                  <a:gd name="T31" fmla="*/ 61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15" h="240">
                    <a:moveTo>
                      <a:pt x="11" y="61"/>
                    </a:moveTo>
                    <a:lnTo>
                      <a:pt x="10" y="62"/>
                    </a:lnTo>
                    <a:lnTo>
                      <a:pt x="404" y="240"/>
                    </a:lnTo>
                    <a:lnTo>
                      <a:pt x="1915" y="122"/>
                    </a:lnTo>
                    <a:lnTo>
                      <a:pt x="1116" y="0"/>
                    </a:lnTo>
                    <a:lnTo>
                      <a:pt x="0" y="58"/>
                    </a:lnTo>
                    <a:lnTo>
                      <a:pt x="10" y="62"/>
                    </a:lnTo>
                    <a:lnTo>
                      <a:pt x="11" y="61"/>
                    </a:lnTo>
                    <a:lnTo>
                      <a:pt x="11" y="64"/>
                    </a:lnTo>
                    <a:lnTo>
                      <a:pt x="1115" y="6"/>
                    </a:lnTo>
                    <a:lnTo>
                      <a:pt x="1864" y="121"/>
                    </a:lnTo>
                    <a:lnTo>
                      <a:pt x="406" y="234"/>
                    </a:lnTo>
                    <a:lnTo>
                      <a:pt x="13" y="58"/>
                    </a:lnTo>
                    <a:lnTo>
                      <a:pt x="11" y="61"/>
                    </a:lnTo>
                    <a:lnTo>
                      <a:pt x="11" y="64"/>
                    </a:lnTo>
                    <a:lnTo>
                      <a:pt x="11" y="61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4" name="Freeform 162">
                <a:extLst>
                  <a:ext uri="{FF2B5EF4-FFF2-40B4-BE49-F238E27FC236}">
                    <a16:creationId xmlns:a16="http://schemas.microsoft.com/office/drawing/2014/main" id="{CE491C3B-96D0-4EC8-8E18-200F288ACA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1" y="2140"/>
                <a:ext cx="1955" cy="239"/>
              </a:xfrm>
              <a:custGeom>
                <a:avLst/>
                <a:gdLst>
                  <a:gd name="T0" fmla="*/ 24 w 1955"/>
                  <a:gd name="T1" fmla="*/ 62 h 239"/>
                  <a:gd name="T2" fmla="*/ 21 w 1955"/>
                  <a:gd name="T3" fmla="*/ 67 h 239"/>
                  <a:gd name="T4" fmla="*/ 417 w 1955"/>
                  <a:gd name="T5" fmla="*/ 239 h 239"/>
                  <a:gd name="T6" fmla="*/ 1955 w 1955"/>
                  <a:gd name="T7" fmla="*/ 125 h 239"/>
                  <a:gd name="T8" fmla="*/ 1129 w 1955"/>
                  <a:gd name="T9" fmla="*/ 0 h 239"/>
                  <a:gd name="T10" fmla="*/ 0 w 1955"/>
                  <a:gd name="T11" fmla="*/ 58 h 239"/>
                  <a:gd name="T12" fmla="*/ 21 w 1955"/>
                  <a:gd name="T13" fmla="*/ 67 h 239"/>
                  <a:gd name="T14" fmla="*/ 24 w 1955"/>
                  <a:gd name="T15" fmla="*/ 62 h 239"/>
                  <a:gd name="T16" fmla="*/ 24 w 1955"/>
                  <a:gd name="T17" fmla="*/ 68 h 239"/>
                  <a:gd name="T18" fmla="*/ 1128 w 1955"/>
                  <a:gd name="T19" fmla="*/ 11 h 239"/>
                  <a:gd name="T20" fmla="*/ 1851 w 1955"/>
                  <a:gd name="T21" fmla="*/ 121 h 239"/>
                  <a:gd name="T22" fmla="*/ 419 w 1955"/>
                  <a:gd name="T23" fmla="*/ 227 h 239"/>
                  <a:gd name="T24" fmla="*/ 27 w 1955"/>
                  <a:gd name="T25" fmla="*/ 57 h 239"/>
                  <a:gd name="T26" fmla="*/ 24 w 1955"/>
                  <a:gd name="T27" fmla="*/ 62 h 239"/>
                  <a:gd name="T28" fmla="*/ 24 w 1955"/>
                  <a:gd name="T29" fmla="*/ 68 h 239"/>
                  <a:gd name="T30" fmla="*/ 24 w 1955"/>
                  <a:gd name="T31" fmla="*/ 62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55" h="239">
                    <a:moveTo>
                      <a:pt x="24" y="62"/>
                    </a:moveTo>
                    <a:lnTo>
                      <a:pt x="21" y="67"/>
                    </a:lnTo>
                    <a:lnTo>
                      <a:pt x="417" y="239"/>
                    </a:lnTo>
                    <a:lnTo>
                      <a:pt x="1955" y="125"/>
                    </a:lnTo>
                    <a:lnTo>
                      <a:pt x="1129" y="0"/>
                    </a:lnTo>
                    <a:lnTo>
                      <a:pt x="0" y="58"/>
                    </a:lnTo>
                    <a:lnTo>
                      <a:pt x="21" y="67"/>
                    </a:lnTo>
                    <a:lnTo>
                      <a:pt x="24" y="62"/>
                    </a:lnTo>
                    <a:lnTo>
                      <a:pt x="24" y="68"/>
                    </a:lnTo>
                    <a:lnTo>
                      <a:pt x="1128" y="11"/>
                    </a:lnTo>
                    <a:lnTo>
                      <a:pt x="1851" y="121"/>
                    </a:lnTo>
                    <a:lnTo>
                      <a:pt x="419" y="227"/>
                    </a:lnTo>
                    <a:lnTo>
                      <a:pt x="27" y="57"/>
                    </a:lnTo>
                    <a:lnTo>
                      <a:pt x="24" y="62"/>
                    </a:lnTo>
                    <a:lnTo>
                      <a:pt x="24" y="68"/>
                    </a:lnTo>
                    <a:lnTo>
                      <a:pt x="24" y="62"/>
                    </a:lnTo>
                    <a:close/>
                  </a:path>
                </a:pathLst>
              </a:custGeom>
              <a:solidFill>
                <a:srgbClr val="4BB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5" name="Freeform 163">
                <a:extLst>
                  <a:ext uri="{FF2B5EF4-FFF2-40B4-BE49-F238E27FC236}">
                    <a16:creationId xmlns:a16="http://schemas.microsoft.com/office/drawing/2014/main" id="{B70FAC3B-5465-4599-BB5F-BF61381A60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7" y="1971"/>
                <a:ext cx="1901" cy="252"/>
              </a:xfrm>
              <a:custGeom>
                <a:avLst/>
                <a:gdLst>
                  <a:gd name="T0" fmla="*/ 145 w 1901"/>
                  <a:gd name="T1" fmla="*/ 148 h 252"/>
                  <a:gd name="T2" fmla="*/ 0 w 1901"/>
                  <a:gd name="T3" fmla="*/ 45 h 252"/>
                  <a:gd name="T4" fmla="*/ 1103 w 1901"/>
                  <a:gd name="T5" fmla="*/ 0 h 252"/>
                  <a:gd name="T6" fmla="*/ 1764 w 1901"/>
                  <a:gd name="T7" fmla="*/ 97 h 252"/>
                  <a:gd name="T8" fmla="*/ 1767 w 1901"/>
                  <a:gd name="T9" fmla="*/ 132 h 252"/>
                  <a:gd name="T10" fmla="*/ 1901 w 1901"/>
                  <a:gd name="T11" fmla="*/ 148 h 252"/>
                  <a:gd name="T12" fmla="*/ 1901 w 1901"/>
                  <a:gd name="T13" fmla="*/ 175 h 252"/>
                  <a:gd name="T14" fmla="*/ 401 w 1901"/>
                  <a:gd name="T15" fmla="*/ 252 h 252"/>
                  <a:gd name="T16" fmla="*/ 145 w 1901"/>
                  <a:gd name="T17" fmla="*/ 148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01" h="252">
                    <a:moveTo>
                      <a:pt x="145" y="148"/>
                    </a:moveTo>
                    <a:lnTo>
                      <a:pt x="0" y="45"/>
                    </a:lnTo>
                    <a:lnTo>
                      <a:pt x="1103" y="0"/>
                    </a:lnTo>
                    <a:lnTo>
                      <a:pt x="1764" y="97"/>
                    </a:lnTo>
                    <a:lnTo>
                      <a:pt x="1767" y="132"/>
                    </a:lnTo>
                    <a:lnTo>
                      <a:pt x="1901" y="148"/>
                    </a:lnTo>
                    <a:lnTo>
                      <a:pt x="1901" y="175"/>
                    </a:lnTo>
                    <a:lnTo>
                      <a:pt x="401" y="252"/>
                    </a:lnTo>
                    <a:lnTo>
                      <a:pt x="145" y="1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6" name="Freeform 164">
                <a:extLst>
                  <a:ext uri="{FF2B5EF4-FFF2-40B4-BE49-F238E27FC236}">
                    <a16:creationId xmlns:a16="http://schemas.microsoft.com/office/drawing/2014/main" id="{1D161C32-C761-4297-8F25-40ECC3153B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248" y="1968"/>
                <a:ext cx="1913" cy="258"/>
              </a:xfrm>
              <a:custGeom>
                <a:avLst/>
                <a:gdLst>
                  <a:gd name="T0" fmla="*/ 1112 w 1913"/>
                  <a:gd name="T1" fmla="*/ 6 h 258"/>
                  <a:gd name="T2" fmla="*/ 1771 w 1913"/>
                  <a:gd name="T3" fmla="*/ 102 h 258"/>
                  <a:gd name="T4" fmla="*/ 1773 w 1913"/>
                  <a:gd name="T5" fmla="*/ 138 h 258"/>
                  <a:gd name="T6" fmla="*/ 1907 w 1913"/>
                  <a:gd name="T7" fmla="*/ 154 h 258"/>
                  <a:gd name="T8" fmla="*/ 1907 w 1913"/>
                  <a:gd name="T9" fmla="*/ 176 h 258"/>
                  <a:gd name="T10" fmla="*/ 410 w 1913"/>
                  <a:gd name="T11" fmla="*/ 252 h 258"/>
                  <a:gd name="T12" fmla="*/ 156 w 1913"/>
                  <a:gd name="T13" fmla="*/ 149 h 258"/>
                  <a:gd name="T14" fmla="*/ 17 w 1913"/>
                  <a:gd name="T15" fmla="*/ 50 h 258"/>
                  <a:gd name="T16" fmla="*/ 1112 w 1913"/>
                  <a:gd name="T17" fmla="*/ 6 h 258"/>
                  <a:gd name="T18" fmla="*/ 1112 w 1913"/>
                  <a:gd name="T19" fmla="*/ 0 h 258"/>
                  <a:gd name="T20" fmla="*/ 1112 w 1913"/>
                  <a:gd name="T21" fmla="*/ 0 h 258"/>
                  <a:gd name="T22" fmla="*/ 17 w 1913"/>
                  <a:gd name="T23" fmla="*/ 44 h 258"/>
                  <a:gd name="T24" fmla="*/ 0 w 1913"/>
                  <a:gd name="T25" fmla="*/ 45 h 258"/>
                  <a:gd name="T26" fmla="*/ 13 w 1913"/>
                  <a:gd name="T27" fmla="*/ 55 h 258"/>
                  <a:gd name="T28" fmla="*/ 153 w 1913"/>
                  <a:gd name="T29" fmla="*/ 153 h 258"/>
                  <a:gd name="T30" fmla="*/ 153 w 1913"/>
                  <a:gd name="T31" fmla="*/ 154 h 258"/>
                  <a:gd name="T32" fmla="*/ 154 w 1913"/>
                  <a:gd name="T33" fmla="*/ 154 h 258"/>
                  <a:gd name="T34" fmla="*/ 407 w 1913"/>
                  <a:gd name="T35" fmla="*/ 256 h 258"/>
                  <a:gd name="T36" fmla="*/ 409 w 1913"/>
                  <a:gd name="T37" fmla="*/ 258 h 258"/>
                  <a:gd name="T38" fmla="*/ 410 w 1913"/>
                  <a:gd name="T39" fmla="*/ 258 h 258"/>
                  <a:gd name="T40" fmla="*/ 1907 w 1913"/>
                  <a:gd name="T41" fmla="*/ 181 h 258"/>
                  <a:gd name="T42" fmla="*/ 1913 w 1913"/>
                  <a:gd name="T43" fmla="*/ 181 h 258"/>
                  <a:gd name="T44" fmla="*/ 1913 w 1913"/>
                  <a:gd name="T45" fmla="*/ 176 h 258"/>
                  <a:gd name="T46" fmla="*/ 1913 w 1913"/>
                  <a:gd name="T47" fmla="*/ 154 h 258"/>
                  <a:gd name="T48" fmla="*/ 1913 w 1913"/>
                  <a:gd name="T49" fmla="*/ 149 h 258"/>
                  <a:gd name="T50" fmla="*/ 1907 w 1913"/>
                  <a:gd name="T51" fmla="*/ 149 h 258"/>
                  <a:gd name="T52" fmla="*/ 1779 w 1913"/>
                  <a:gd name="T53" fmla="*/ 133 h 258"/>
                  <a:gd name="T54" fmla="*/ 1777 w 1913"/>
                  <a:gd name="T55" fmla="*/ 102 h 258"/>
                  <a:gd name="T56" fmla="*/ 1776 w 1913"/>
                  <a:gd name="T57" fmla="*/ 98 h 258"/>
                  <a:gd name="T58" fmla="*/ 1771 w 1913"/>
                  <a:gd name="T59" fmla="*/ 96 h 258"/>
                  <a:gd name="T60" fmla="*/ 1112 w 1913"/>
                  <a:gd name="T61" fmla="*/ 0 h 258"/>
                  <a:gd name="T62" fmla="*/ 1112 w 1913"/>
                  <a:gd name="T63" fmla="*/ 0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913" h="258">
                    <a:moveTo>
                      <a:pt x="1112" y="6"/>
                    </a:moveTo>
                    <a:lnTo>
                      <a:pt x="1771" y="102"/>
                    </a:lnTo>
                    <a:lnTo>
                      <a:pt x="1773" y="138"/>
                    </a:lnTo>
                    <a:lnTo>
                      <a:pt x="1907" y="154"/>
                    </a:lnTo>
                    <a:lnTo>
                      <a:pt x="1907" y="176"/>
                    </a:lnTo>
                    <a:lnTo>
                      <a:pt x="410" y="252"/>
                    </a:lnTo>
                    <a:lnTo>
                      <a:pt x="156" y="149"/>
                    </a:lnTo>
                    <a:lnTo>
                      <a:pt x="17" y="50"/>
                    </a:lnTo>
                    <a:lnTo>
                      <a:pt x="1112" y="6"/>
                    </a:lnTo>
                    <a:close/>
                    <a:moveTo>
                      <a:pt x="1112" y="0"/>
                    </a:moveTo>
                    <a:lnTo>
                      <a:pt x="1112" y="0"/>
                    </a:lnTo>
                    <a:lnTo>
                      <a:pt x="17" y="44"/>
                    </a:lnTo>
                    <a:lnTo>
                      <a:pt x="0" y="45"/>
                    </a:lnTo>
                    <a:lnTo>
                      <a:pt x="13" y="55"/>
                    </a:lnTo>
                    <a:lnTo>
                      <a:pt x="153" y="153"/>
                    </a:lnTo>
                    <a:lnTo>
                      <a:pt x="153" y="154"/>
                    </a:lnTo>
                    <a:lnTo>
                      <a:pt x="154" y="154"/>
                    </a:lnTo>
                    <a:lnTo>
                      <a:pt x="407" y="256"/>
                    </a:lnTo>
                    <a:lnTo>
                      <a:pt x="409" y="258"/>
                    </a:lnTo>
                    <a:lnTo>
                      <a:pt x="410" y="258"/>
                    </a:lnTo>
                    <a:lnTo>
                      <a:pt x="1907" y="181"/>
                    </a:lnTo>
                    <a:lnTo>
                      <a:pt x="1913" y="181"/>
                    </a:lnTo>
                    <a:lnTo>
                      <a:pt x="1913" y="176"/>
                    </a:lnTo>
                    <a:lnTo>
                      <a:pt x="1913" y="154"/>
                    </a:lnTo>
                    <a:lnTo>
                      <a:pt x="1913" y="149"/>
                    </a:lnTo>
                    <a:lnTo>
                      <a:pt x="1907" y="149"/>
                    </a:lnTo>
                    <a:lnTo>
                      <a:pt x="1779" y="133"/>
                    </a:lnTo>
                    <a:lnTo>
                      <a:pt x="1777" y="102"/>
                    </a:lnTo>
                    <a:lnTo>
                      <a:pt x="1776" y="98"/>
                    </a:lnTo>
                    <a:lnTo>
                      <a:pt x="1771" y="96"/>
                    </a:lnTo>
                    <a:lnTo>
                      <a:pt x="1112" y="0"/>
                    </a:lnTo>
                    <a:lnTo>
                      <a:pt x="1112" y="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7" name="Freeform 165">
                <a:extLst>
                  <a:ext uri="{FF2B5EF4-FFF2-40B4-BE49-F238E27FC236}">
                    <a16:creationId xmlns:a16="http://schemas.microsoft.com/office/drawing/2014/main" id="{A00E9BB8-82D8-4A67-872B-D10F7270C7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248" y="1968"/>
                <a:ext cx="1913" cy="258"/>
              </a:xfrm>
              <a:custGeom>
                <a:avLst/>
                <a:gdLst>
                  <a:gd name="T0" fmla="*/ 1112 w 1913"/>
                  <a:gd name="T1" fmla="*/ 6 h 258"/>
                  <a:gd name="T2" fmla="*/ 1771 w 1913"/>
                  <a:gd name="T3" fmla="*/ 102 h 258"/>
                  <a:gd name="T4" fmla="*/ 1773 w 1913"/>
                  <a:gd name="T5" fmla="*/ 138 h 258"/>
                  <a:gd name="T6" fmla="*/ 1907 w 1913"/>
                  <a:gd name="T7" fmla="*/ 154 h 258"/>
                  <a:gd name="T8" fmla="*/ 1907 w 1913"/>
                  <a:gd name="T9" fmla="*/ 176 h 258"/>
                  <a:gd name="T10" fmla="*/ 410 w 1913"/>
                  <a:gd name="T11" fmla="*/ 252 h 258"/>
                  <a:gd name="T12" fmla="*/ 156 w 1913"/>
                  <a:gd name="T13" fmla="*/ 149 h 258"/>
                  <a:gd name="T14" fmla="*/ 17 w 1913"/>
                  <a:gd name="T15" fmla="*/ 50 h 258"/>
                  <a:gd name="T16" fmla="*/ 1112 w 1913"/>
                  <a:gd name="T17" fmla="*/ 6 h 258"/>
                  <a:gd name="T18" fmla="*/ 1112 w 1913"/>
                  <a:gd name="T19" fmla="*/ 0 h 258"/>
                  <a:gd name="T20" fmla="*/ 1112 w 1913"/>
                  <a:gd name="T21" fmla="*/ 0 h 258"/>
                  <a:gd name="T22" fmla="*/ 17 w 1913"/>
                  <a:gd name="T23" fmla="*/ 44 h 258"/>
                  <a:gd name="T24" fmla="*/ 0 w 1913"/>
                  <a:gd name="T25" fmla="*/ 45 h 258"/>
                  <a:gd name="T26" fmla="*/ 13 w 1913"/>
                  <a:gd name="T27" fmla="*/ 55 h 258"/>
                  <a:gd name="T28" fmla="*/ 153 w 1913"/>
                  <a:gd name="T29" fmla="*/ 153 h 258"/>
                  <a:gd name="T30" fmla="*/ 153 w 1913"/>
                  <a:gd name="T31" fmla="*/ 154 h 258"/>
                  <a:gd name="T32" fmla="*/ 154 w 1913"/>
                  <a:gd name="T33" fmla="*/ 154 h 258"/>
                  <a:gd name="T34" fmla="*/ 407 w 1913"/>
                  <a:gd name="T35" fmla="*/ 256 h 258"/>
                  <a:gd name="T36" fmla="*/ 409 w 1913"/>
                  <a:gd name="T37" fmla="*/ 258 h 258"/>
                  <a:gd name="T38" fmla="*/ 410 w 1913"/>
                  <a:gd name="T39" fmla="*/ 258 h 258"/>
                  <a:gd name="T40" fmla="*/ 1907 w 1913"/>
                  <a:gd name="T41" fmla="*/ 181 h 258"/>
                  <a:gd name="T42" fmla="*/ 1913 w 1913"/>
                  <a:gd name="T43" fmla="*/ 181 h 258"/>
                  <a:gd name="T44" fmla="*/ 1913 w 1913"/>
                  <a:gd name="T45" fmla="*/ 176 h 258"/>
                  <a:gd name="T46" fmla="*/ 1913 w 1913"/>
                  <a:gd name="T47" fmla="*/ 154 h 258"/>
                  <a:gd name="T48" fmla="*/ 1913 w 1913"/>
                  <a:gd name="T49" fmla="*/ 149 h 258"/>
                  <a:gd name="T50" fmla="*/ 1907 w 1913"/>
                  <a:gd name="T51" fmla="*/ 149 h 258"/>
                  <a:gd name="T52" fmla="*/ 1779 w 1913"/>
                  <a:gd name="T53" fmla="*/ 133 h 258"/>
                  <a:gd name="T54" fmla="*/ 1777 w 1913"/>
                  <a:gd name="T55" fmla="*/ 102 h 258"/>
                  <a:gd name="T56" fmla="*/ 1776 w 1913"/>
                  <a:gd name="T57" fmla="*/ 98 h 258"/>
                  <a:gd name="T58" fmla="*/ 1771 w 1913"/>
                  <a:gd name="T59" fmla="*/ 96 h 258"/>
                  <a:gd name="T60" fmla="*/ 1112 w 1913"/>
                  <a:gd name="T61" fmla="*/ 0 h 258"/>
                  <a:gd name="T62" fmla="*/ 1112 w 1913"/>
                  <a:gd name="T63" fmla="*/ 0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913" h="258">
                    <a:moveTo>
                      <a:pt x="1112" y="6"/>
                    </a:moveTo>
                    <a:lnTo>
                      <a:pt x="1771" y="102"/>
                    </a:lnTo>
                    <a:lnTo>
                      <a:pt x="1773" y="138"/>
                    </a:lnTo>
                    <a:lnTo>
                      <a:pt x="1907" y="154"/>
                    </a:lnTo>
                    <a:lnTo>
                      <a:pt x="1907" y="176"/>
                    </a:lnTo>
                    <a:lnTo>
                      <a:pt x="410" y="252"/>
                    </a:lnTo>
                    <a:lnTo>
                      <a:pt x="156" y="149"/>
                    </a:lnTo>
                    <a:lnTo>
                      <a:pt x="17" y="50"/>
                    </a:lnTo>
                    <a:lnTo>
                      <a:pt x="1112" y="6"/>
                    </a:lnTo>
                    <a:moveTo>
                      <a:pt x="1112" y="0"/>
                    </a:moveTo>
                    <a:lnTo>
                      <a:pt x="1112" y="0"/>
                    </a:lnTo>
                    <a:lnTo>
                      <a:pt x="17" y="44"/>
                    </a:lnTo>
                    <a:lnTo>
                      <a:pt x="0" y="45"/>
                    </a:lnTo>
                    <a:lnTo>
                      <a:pt x="13" y="55"/>
                    </a:lnTo>
                    <a:lnTo>
                      <a:pt x="153" y="153"/>
                    </a:lnTo>
                    <a:lnTo>
                      <a:pt x="153" y="154"/>
                    </a:lnTo>
                    <a:lnTo>
                      <a:pt x="154" y="154"/>
                    </a:lnTo>
                    <a:lnTo>
                      <a:pt x="407" y="256"/>
                    </a:lnTo>
                    <a:lnTo>
                      <a:pt x="409" y="258"/>
                    </a:lnTo>
                    <a:lnTo>
                      <a:pt x="410" y="258"/>
                    </a:lnTo>
                    <a:lnTo>
                      <a:pt x="1907" y="181"/>
                    </a:lnTo>
                    <a:lnTo>
                      <a:pt x="1913" y="181"/>
                    </a:lnTo>
                    <a:lnTo>
                      <a:pt x="1913" y="176"/>
                    </a:lnTo>
                    <a:lnTo>
                      <a:pt x="1913" y="154"/>
                    </a:lnTo>
                    <a:lnTo>
                      <a:pt x="1913" y="149"/>
                    </a:lnTo>
                    <a:lnTo>
                      <a:pt x="1907" y="149"/>
                    </a:lnTo>
                    <a:lnTo>
                      <a:pt x="1779" y="133"/>
                    </a:lnTo>
                    <a:lnTo>
                      <a:pt x="1777" y="102"/>
                    </a:lnTo>
                    <a:lnTo>
                      <a:pt x="1776" y="98"/>
                    </a:lnTo>
                    <a:lnTo>
                      <a:pt x="1771" y="96"/>
                    </a:lnTo>
                    <a:lnTo>
                      <a:pt x="1112" y="0"/>
                    </a:lnTo>
                    <a:lnTo>
                      <a:pt x="11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8" name="Freeform 166">
                <a:extLst>
                  <a:ext uri="{FF2B5EF4-FFF2-40B4-BE49-F238E27FC236}">
                    <a16:creationId xmlns:a16="http://schemas.microsoft.com/office/drawing/2014/main" id="{FB42DD86-1738-446B-9084-15508E6CE9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3" y="2077"/>
                <a:ext cx="607" cy="44"/>
              </a:xfrm>
              <a:custGeom>
                <a:avLst/>
                <a:gdLst>
                  <a:gd name="T0" fmla="*/ 32 w 607"/>
                  <a:gd name="T1" fmla="*/ 44 h 44"/>
                  <a:gd name="T2" fmla="*/ 0 w 607"/>
                  <a:gd name="T3" fmla="*/ 29 h 44"/>
                  <a:gd name="T4" fmla="*/ 606 w 607"/>
                  <a:gd name="T5" fmla="*/ 0 h 44"/>
                  <a:gd name="T6" fmla="*/ 607 w 607"/>
                  <a:gd name="T7" fmla="*/ 12 h 44"/>
                  <a:gd name="T8" fmla="*/ 32 w 607"/>
                  <a:gd name="T9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07" h="44">
                    <a:moveTo>
                      <a:pt x="32" y="44"/>
                    </a:moveTo>
                    <a:lnTo>
                      <a:pt x="0" y="29"/>
                    </a:lnTo>
                    <a:lnTo>
                      <a:pt x="606" y="0"/>
                    </a:lnTo>
                    <a:lnTo>
                      <a:pt x="607" y="12"/>
                    </a:lnTo>
                    <a:lnTo>
                      <a:pt x="32" y="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9" name="Freeform 167">
                <a:extLst>
                  <a:ext uri="{FF2B5EF4-FFF2-40B4-BE49-F238E27FC236}">
                    <a16:creationId xmlns:a16="http://schemas.microsoft.com/office/drawing/2014/main" id="{74B90B4F-BACD-4EA7-B621-F00A6C4DBA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1" y="2095"/>
                <a:ext cx="583" cy="43"/>
              </a:xfrm>
              <a:custGeom>
                <a:avLst/>
                <a:gdLst>
                  <a:gd name="T0" fmla="*/ 0 w 583"/>
                  <a:gd name="T1" fmla="*/ 32 h 43"/>
                  <a:gd name="T2" fmla="*/ 575 w 583"/>
                  <a:gd name="T3" fmla="*/ 0 h 43"/>
                  <a:gd name="T4" fmla="*/ 583 w 583"/>
                  <a:gd name="T5" fmla="*/ 10 h 43"/>
                  <a:gd name="T6" fmla="*/ 0 w 583"/>
                  <a:gd name="T7" fmla="*/ 43 h 43"/>
                  <a:gd name="T8" fmla="*/ 0 w 583"/>
                  <a:gd name="T9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3" h="43">
                    <a:moveTo>
                      <a:pt x="0" y="32"/>
                    </a:moveTo>
                    <a:lnTo>
                      <a:pt x="575" y="0"/>
                    </a:lnTo>
                    <a:lnTo>
                      <a:pt x="583" y="10"/>
                    </a:lnTo>
                    <a:lnTo>
                      <a:pt x="0" y="43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0" name="Freeform 168">
                <a:extLst>
                  <a:ext uri="{FF2B5EF4-FFF2-40B4-BE49-F238E27FC236}">
                    <a16:creationId xmlns:a16="http://schemas.microsoft.com/office/drawing/2014/main" id="{C0EE88D6-54BC-4C4D-B72E-E9947A2B82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1" y="2111"/>
                <a:ext cx="604" cy="48"/>
              </a:xfrm>
              <a:custGeom>
                <a:avLst/>
                <a:gdLst>
                  <a:gd name="T0" fmla="*/ 0 w 604"/>
                  <a:gd name="T1" fmla="*/ 33 h 48"/>
                  <a:gd name="T2" fmla="*/ 601 w 604"/>
                  <a:gd name="T3" fmla="*/ 0 h 48"/>
                  <a:gd name="T4" fmla="*/ 604 w 604"/>
                  <a:gd name="T5" fmla="*/ 13 h 48"/>
                  <a:gd name="T6" fmla="*/ 0 w 604"/>
                  <a:gd name="T7" fmla="*/ 48 h 48"/>
                  <a:gd name="T8" fmla="*/ 0 w 604"/>
                  <a:gd name="T9" fmla="*/ 33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04" h="48">
                    <a:moveTo>
                      <a:pt x="0" y="33"/>
                    </a:moveTo>
                    <a:lnTo>
                      <a:pt x="601" y="0"/>
                    </a:lnTo>
                    <a:lnTo>
                      <a:pt x="604" y="13"/>
                    </a:lnTo>
                    <a:lnTo>
                      <a:pt x="0" y="4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1" name="Freeform 169">
                <a:extLst>
                  <a:ext uri="{FF2B5EF4-FFF2-40B4-BE49-F238E27FC236}">
                    <a16:creationId xmlns:a16="http://schemas.microsoft.com/office/drawing/2014/main" id="{F2F27423-ACF4-43BA-9F91-3C8708210B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5" y="2018"/>
                <a:ext cx="856" cy="161"/>
              </a:xfrm>
              <a:custGeom>
                <a:avLst/>
                <a:gdLst>
                  <a:gd name="T0" fmla="*/ 856 w 856"/>
                  <a:gd name="T1" fmla="*/ 100 h 161"/>
                  <a:gd name="T2" fmla="*/ 856 w 856"/>
                  <a:gd name="T3" fmla="*/ 145 h 161"/>
                  <a:gd name="T4" fmla="*/ 511 w 856"/>
                  <a:gd name="T5" fmla="*/ 161 h 161"/>
                  <a:gd name="T6" fmla="*/ 338 w 856"/>
                  <a:gd name="T7" fmla="*/ 103 h 161"/>
                  <a:gd name="T8" fmla="*/ 219 w 856"/>
                  <a:gd name="T9" fmla="*/ 115 h 161"/>
                  <a:gd name="T10" fmla="*/ 219 w 856"/>
                  <a:gd name="T11" fmla="*/ 126 h 161"/>
                  <a:gd name="T12" fmla="*/ 216 w 856"/>
                  <a:gd name="T13" fmla="*/ 128 h 161"/>
                  <a:gd name="T14" fmla="*/ 0 w 856"/>
                  <a:gd name="T15" fmla="*/ 52 h 161"/>
                  <a:gd name="T16" fmla="*/ 0 w 856"/>
                  <a:gd name="T17" fmla="*/ 0 h 161"/>
                  <a:gd name="T18" fmla="*/ 195 w 856"/>
                  <a:gd name="T19" fmla="*/ 65 h 161"/>
                  <a:gd name="T20" fmla="*/ 326 w 856"/>
                  <a:gd name="T21" fmla="*/ 58 h 161"/>
                  <a:gd name="T22" fmla="*/ 326 w 856"/>
                  <a:gd name="T23" fmla="*/ 69 h 161"/>
                  <a:gd name="T24" fmla="*/ 510 w 856"/>
                  <a:gd name="T25" fmla="*/ 126 h 161"/>
                  <a:gd name="T26" fmla="*/ 850 w 856"/>
                  <a:gd name="T27" fmla="*/ 110 h 161"/>
                  <a:gd name="T28" fmla="*/ 850 w 856"/>
                  <a:gd name="T29" fmla="*/ 97 h 161"/>
                  <a:gd name="T30" fmla="*/ 856 w 856"/>
                  <a:gd name="T31" fmla="*/ 100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56" h="161">
                    <a:moveTo>
                      <a:pt x="856" y="100"/>
                    </a:moveTo>
                    <a:lnTo>
                      <a:pt x="856" y="145"/>
                    </a:lnTo>
                    <a:lnTo>
                      <a:pt x="511" y="161"/>
                    </a:lnTo>
                    <a:lnTo>
                      <a:pt x="338" y="103"/>
                    </a:lnTo>
                    <a:lnTo>
                      <a:pt x="219" y="115"/>
                    </a:lnTo>
                    <a:lnTo>
                      <a:pt x="219" y="126"/>
                    </a:lnTo>
                    <a:lnTo>
                      <a:pt x="216" y="128"/>
                    </a:lnTo>
                    <a:lnTo>
                      <a:pt x="0" y="52"/>
                    </a:lnTo>
                    <a:lnTo>
                      <a:pt x="0" y="0"/>
                    </a:lnTo>
                    <a:lnTo>
                      <a:pt x="195" y="65"/>
                    </a:lnTo>
                    <a:lnTo>
                      <a:pt x="326" y="58"/>
                    </a:lnTo>
                    <a:lnTo>
                      <a:pt x="326" y="69"/>
                    </a:lnTo>
                    <a:lnTo>
                      <a:pt x="510" y="126"/>
                    </a:lnTo>
                    <a:lnTo>
                      <a:pt x="850" y="110"/>
                    </a:lnTo>
                    <a:lnTo>
                      <a:pt x="850" y="97"/>
                    </a:lnTo>
                    <a:lnTo>
                      <a:pt x="856" y="1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2" name="Freeform 170">
                <a:extLst>
                  <a:ext uri="{FF2B5EF4-FFF2-40B4-BE49-F238E27FC236}">
                    <a16:creationId xmlns:a16="http://schemas.microsoft.com/office/drawing/2014/main" id="{0D1013E0-E1D1-4221-B856-F1BFF97262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0" y="2076"/>
                <a:ext cx="525" cy="59"/>
              </a:xfrm>
              <a:custGeom>
                <a:avLst/>
                <a:gdLst>
                  <a:gd name="T0" fmla="*/ 0 w 525"/>
                  <a:gd name="T1" fmla="*/ 6 h 59"/>
                  <a:gd name="T2" fmla="*/ 182 w 525"/>
                  <a:gd name="T3" fmla="*/ 59 h 59"/>
                  <a:gd name="T4" fmla="*/ 525 w 525"/>
                  <a:gd name="T5" fmla="*/ 45 h 59"/>
                  <a:gd name="T6" fmla="*/ 525 w 525"/>
                  <a:gd name="T7" fmla="*/ 39 h 59"/>
                  <a:gd name="T8" fmla="*/ 183 w 525"/>
                  <a:gd name="T9" fmla="*/ 54 h 59"/>
                  <a:gd name="T10" fmla="*/ 1 w 525"/>
                  <a:gd name="T11" fmla="*/ 0 h 59"/>
                  <a:gd name="T12" fmla="*/ 0 w 525"/>
                  <a:gd name="T13" fmla="*/ 6 h 59"/>
                  <a:gd name="T14" fmla="*/ 0 w 525"/>
                  <a:gd name="T15" fmla="*/ 6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25" h="59">
                    <a:moveTo>
                      <a:pt x="0" y="6"/>
                    </a:moveTo>
                    <a:lnTo>
                      <a:pt x="182" y="59"/>
                    </a:lnTo>
                    <a:lnTo>
                      <a:pt x="525" y="45"/>
                    </a:lnTo>
                    <a:lnTo>
                      <a:pt x="525" y="39"/>
                    </a:lnTo>
                    <a:lnTo>
                      <a:pt x="183" y="54"/>
                    </a:lnTo>
                    <a:lnTo>
                      <a:pt x="1" y="0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3" name="Rectangle 171">
                <a:extLst>
                  <a:ext uri="{FF2B5EF4-FFF2-40B4-BE49-F238E27FC236}">
                    <a16:creationId xmlns:a16="http://schemas.microsoft.com/office/drawing/2014/main" id="{6CBC7534-47FE-4CFB-9A5C-091A6EF0F1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0" y="2133"/>
                <a:ext cx="6" cy="1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4" name="Freeform 172">
                <a:extLst>
                  <a:ext uri="{FF2B5EF4-FFF2-40B4-BE49-F238E27FC236}">
                    <a16:creationId xmlns:a16="http://schemas.microsoft.com/office/drawing/2014/main" id="{AADF869F-DE2A-476A-B3BD-E1C78E820A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0" y="2133"/>
                <a:ext cx="6" cy="10"/>
              </a:xfrm>
              <a:custGeom>
                <a:avLst/>
                <a:gdLst>
                  <a:gd name="T0" fmla="*/ 0 w 6"/>
                  <a:gd name="T1" fmla="*/ 0 h 10"/>
                  <a:gd name="T2" fmla="*/ 0 w 6"/>
                  <a:gd name="T3" fmla="*/ 10 h 10"/>
                  <a:gd name="T4" fmla="*/ 6 w 6"/>
                  <a:gd name="T5" fmla="*/ 10 h 10"/>
                  <a:gd name="T6" fmla="*/ 6 w 6"/>
                  <a:gd name="T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10">
                    <a:moveTo>
                      <a:pt x="0" y="0"/>
                    </a:moveTo>
                    <a:lnTo>
                      <a:pt x="0" y="10"/>
                    </a:lnTo>
                    <a:lnTo>
                      <a:pt x="6" y="10"/>
                    </a:lnTo>
                    <a:lnTo>
                      <a:pt x="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5" name="Freeform 173">
                <a:extLst>
                  <a:ext uri="{FF2B5EF4-FFF2-40B4-BE49-F238E27FC236}">
                    <a16:creationId xmlns:a16="http://schemas.microsoft.com/office/drawing/2014/main" id="{53B50584-B551-47B6-BAE3-7ABF0546EA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9" y="2089"/>
                <a:ext cx="120" cy="10"/>
              </a:xfrm>
              <a:custGeom>
                <a:avLst/>
                <a:gdLst>
                  <a:gd name="T0" fmla="*/ 0 w 120"/>
                  <a:gd name="T1" fmla="*/ 7 h 10"/>
                  <a:gd name="T2" fmla="*/ 12 w 120"/>
                  <a:gd name="T3" fmla="*/ 10 h 10"/>
                  <a:gd name="T4" fmla="*/ 120 w 120"/>
                  <a:gd name="T5" fmla="*/ 4 h 10"/>
                  <a:gd name="T6" fmla="*/ 102 w 120"/>
                  <a:gd name="T7" fmla="*/ 0 h 10"/>
                  <a:gd name="T8" fmla="*/ 0 w 120"/>
                  <a:gd name="T9" fmla="*/ 7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0" h="10">
                    <a:moveTo>
                      <a:pt x="0" y="7"/>
                    </a:moveTo>
                    <a:lnTo>
                      <a:pt x="12" y="10"/>
                    </a:lnTo>
                    <a:lnTo>
                      <a:pt x="120" y="4"/>
                    </a:lnTo>
                    <a:lnTo>
                      <a:pt x="102" y="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6" name="Freeform 174">
                <a:extLst>
                  <a:ext uri="{FF2B5EF4-FFF2-40B4-BE49-F238E27FC236}">
                    <a16:creationId xmlns:a16="http://schemas.microsoft.com/office/drawing/2014/main" id="{636B06AA-E356-4DE7-BB2F-0F908D2633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9" y="2105"/>
                <a:ext cx="120" cy="13"/>
              </a:xfrm>
              <a:custGeom>
                <a:avLst/>
                <a:gdLst>
                  <a:gd name="T0" fmla="*/ 0 w 120"/>
                  <a:gd name="T1" fmla="*/ 9 h 13"/>
                  <a:gd name="T2" fmla="*/ 13 w 120"/>
                  <a:gd name="T3" fmla="*/ 13 h 13"/>
                  <a:gd name="T4" fmla="*/ 120 w 120"/>
                  <a:gd name="T5" fmla="*/ 3 h 13"/>
                  <a:gd name="T6" fmla="*/ 99 w 120"/>
                  <a:gd name="T7" fmla="*/ 0 h 13"/>
                  <a:gd name="T8" fmla="*/ 0 w 120"/>
                  <a:gd name="T9" fmla="*/ 9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0" h="13">
                    <a:moveTo>
                      <a:pt x="0" y="9"/>
                    </a:moveTo>
                    <a:lnTo>
                      <a:pt x="13" y="13"/>
                    </a:lnTo>
                    <a:lnTo>
                      <a:pt x="120" y="3"/>
                    </a:lnTo>
                    <a:lnTo>
                      <a:pt x="99" y="0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7" name="Freeform 175">
                <a:extLst>
                  <a:ext uri="{FF2B5EF4-FFF2-40B4-BE49-F238E27FC236}">
                    <a16:creationId xmlns:a16="http://schemas.microsoft.com/office/drawing/2014/main" id="{A4E1DD0A-C50E-4AE9-B76D-EDC61ECF52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0" y="2080"/>
                <a:ext cx="331" cy="50"/>
              </a:xfrm>
              <a:custGeom>
                <a:avLst/>
                <a:gdLst>
                  <a:gd name="T0" fmla="*/ 0 w 331"/>
                  <a:gd name="T1" fmla="*/ 9 h 50"/>
                  <a:gd name="T2" fmla="*/ 6 w 331"/>
                  <a:gd name="T3" fmla="*/ 15 h 50"/>
                  <a:gd name="T4" fmla="*/ 14 w 331"/>
                  <a:gd name="T5" fmla="*/ 25 h 50"/>
                  <a:gd name="T6" fmla="*/ 32 w 331"/>
                  <a:gd name="T7" fmla="*/ 31 h 50"/>
                  <a:gd name="T8" fmla="*/ 35 w 331"/>
                  <a:gd name="T9" fmla="*/ 44 h 50"/>
                  <a:gd name="T10" fmla="*/ 53 w 331"/>
                  <a:gd name="T11" fmla="*/ 50 h 50"/>
                  <a:gd name="T12" fmla="*/ 331 w 331"/>
                  <a:gd name="T13" fmla="*/ 32 h 50"/>
                  <a:gd name="T14" fmla="*/ 331 w 331"/>
                  <a:gd name="T15" fmla="*/ 0 h 50"/>
                  <a:gd name="T16" fmla="*/ 51 w 331"/>
                  <a:gd name="T17" fmla="*/ 19 h 50"/>
                  <a:gd name="T18" fmla="*/ 0 w 331"/>
                  <a:gd name="T19" fmla="*/ 9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1" h="50">
                    <a:moveTo>
                      <a:pt x="0" y="9"/>
                    </a:moveTo>
                    <a:lnTo>
                      <a:pt x="6" y="15"/>
                    </a:lnTo>
                    <a:lnTo>
                      <a:pt x="14" y="25"/>
                    </a:lnTo>
                    <a:lnTo>
                      <a:pt x="32" y="31"/>
                    </a:lnTo>
                    <a:lnTo>
                      <a:pt x="35" y="44"/>
                    </a:lnTo>
                    <a:lnTo>
                      <a:pt x="53" y="50"/>
                    </a:lnTo>
                    <a:lnTo>
                      <a:pt x="331" y="32"/>
                    </a:lnTo>
                    <a:lnTo>
                      <a:pt x="331" y="0"/>
                    </a:lnTo>
                    <a:lnTo>
                      <a:pt x="51" y="19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8" name="Freeform 176">
                <a:extLst>
                  <a:ext uri="{FF2B5EF4-FFF2-40B4-BE49-F238E27FC236}">
                    <a16:creationId xmlns:a16="http://schemas.microsoft.com/office/drawing/2014/main" id="{1AB7FDC2-1CCF-4B3C-85ED-EA54B08A8F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8" y="2067"/>
                <a:ext cx="334" cy="23"/>
              </a:xfrm>
              <a:custGeom>
                <a:avLst/>
                <a:gdLst>
                  <a:gd name="T0" fmla="*/ 0 w 334"/>
                  <a:gd name="T1" fmla="*/ 15 h 23"/>
                  <a:gd name="T2" fmla="*/ 52 w 334"/>
                  <a:gd name="T3" fmla="*/ 23 h 23"/>
                  <a:gd name="T4" fmla="*/ 328 w 334"/>
                  <a:gd name="T5" fmla="*/ 6 h 23"/>
                  <a:gd name="T6" fmla="*/ 328 w 334"/>
                  <a:gd name="T7" fmla="*/ 19 h 23"/>
                  <a:gd name="T8" fmla="*/ 334 w 334"/>
                  <a:gd name="T9" fmla="*/ 19 h 23"/>
                  <a:gd name="T10" fmla="*/ 334 w 334"/>
                  <a:gd name="T11" fmla="*/ 0 h 23"/>
                  <a:gd name="T12" fmla="*/ 52 w 334"/>
                  <a:gd name="T13" fmla="*/ 17 h 23"/>
                  <a:gd name="T14" fmla="*/ 1 w 334"/>
                  <a:gd name="T15" fmla="*/ 10 h 23"/>
                  <a:gd name="T16" fmla="*/ 0 w 334"/>
                  <a:gd name="T17" fmla="*/ 15 h 23"/>
                  <a:gd name="T18" fmla="*/ 0 w 334"/>
                  <a:gd name="T19" fmla="*/ 15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4" h="23">
                    <a:moveTo>
                      <a:pt x="0" y="15"/>
                    </a:moveTo>
                    <a:lnTo>
                      <a:pt x="52" y="23"/>
                    </a:lnTo>
                    <a:lnTo>
                      <a:pt x="328" y="6"/>
                    </a:lnTo>
                    <a:lnTo>
                      <a:pt x="328" y="19"/>
                    </a:lnTo>
                    <a:lnTo>
                      <a:pt x="334" y="19"/>
                    </a:lnTo>
                    <a:lnTo>
                      <a:pt x="334" y="0"/>
                    </a:lnTo>
                    <a:lnTo>
                      <a:pt x="52" y="17"/>
                    </a:lnTo>
                    <a:lnTo>
                      <a:pt x="1" y="10"/>
                    </a:lnTo>
                    <a:lnTo>
                      <a:pt x="0" y="15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9" name="Rectangle 177">
                <a:extLst>
                  <a:ext uri="{FF2B5EF4-FFF2-40B4-BE49-F238E27FC236}">
                    <a16:creationId xmlns:a16="http://schemas.microsoft.com/office/drawing/2014/main" id="{A082B575-5243-402F-A072-635CD64DE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7" y="2087"/>
                <a:ext cx="6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0" name="Freeform 178">
                <a:extLst>
                  <a:ext uri="{FF2B5EF4-FFF2-40B4-BE49-F238E27FC236}">
                    <a16:creationId xmlns:a16="http://schemas.microsoft.com/office/drawing/2014/main" id="{225318C4-0A49-4B31-A62C-13C330995B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7" y="2087"/>
                <a:ext cx="6" cy="14"/>
              </a:xfrm>
              <a:custGeom>
                <a:avLst/>
                <a:gdLst>
                  <a:gd name="T0" fmla="*/ 0 w 6"/>
                  <a:gd name="T1" fmla="*/ 0 h 14"/>
                  <a:gd name="T2" fmla="*/ 0 w 6"/>
                  <a:gd name="T3" fmla="*/ 14 h 14"/>
                  <a:gd name="T4" fmla="*/ 6 w 6"/>
                  <a:gd name="T5" fmla="*/ 14 h 14"/>
                  <a:gd name="T6" fmla="*/ 6 w 6"/>
                  <a:gd name="T7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14">
                    <a:moveTo>
                      <a:pt x="0" y="0"/>
                    </a:moveTo>
                    <a:lnTo>
                      <a:pt x="0" y="14"/>
                    </a:lnTo>
                    <a:lnTo>
                      <a:pt x="6" y="14"/>
                    </a:lnTo>
                    <a:lnTo>
                      <a:pt x="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1" name="Freeform 179">
                <a:extLst>
                  <a:ext uri="{FF2B5EF4-FFF2-40B4-BE49-F238E27FC236}">
                    <a16:creationId xmlns:a16="http://schemas.microsoft.com/office/drawing/2014/main" id="{239A8DDE-4DC0-48C9-9406-91A1F0EF13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8" y="2122"/>
                <a:ext cx="1497" cy="98"/>
              </a:xfrm>
              <a:custGeom>
                <a:avLst/>
                <a:gdLst>
                  <a:gd name="T0" fmla="*/ 0 w 1497"/>
                  <a:gd name="T1" fmla="*/ 79 h 98"/>
                  <a:gd name="T2" fmla="*/ 1497 w 1497"/>
                  <a:gd name="T3" fmla="*/ 0 h 98"/>
                  <a:gd name="T4" fmla="*/ 1497 w 1497"/>
                  <a:gd name="T5" fmla="*/ 22 h 98"/>
                  <a:gd name="T6" fmla="*/ 0 w 1497"/>
                  <a:gd name="T7" fmla="*/ 98 h 98"/>
                  <a:gd name="T8" fmla="*/ 0 w 1497"/>
                  <a:gd name="T9" fmla="*/ 7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7" h="98">
                    <a:moveTo>
                      <a:pt x="0" y="79"/>
                    </a:moveTo>
                    <a:lnTo>
                      <a:pt x="1497" y="0"/>
                    </a:lnTo>
                    <a:lnTo>
                      <a:pt x="1497" y="22"/>
                    </a:lnTo>
                    <a:lnTo>
                      <a:pt x="0" y="98"/>
                    </a:lnTo>
                    <a:lnTo>
                      <a:pt x="0" y="7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2" name="Freeform 180">
                <a:extLst>
                  <a:ext uri="{FF2B5EF4-FFF2-40B4-BE49-F238E27FC236}">
                    <a16:creationId xmlns:a16="http://schemas.microsoft.com/office/drawing/2014/main" id="{EB25B8F1-0652-4BD4-8E54-EB2BABCC64A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03" y="1878"/>
                <a:ext cx="302" cy="96"/>
              </a:xfrm>
              <a:custGeom>
                <a:avLst/>
                <a:gdLst>
                  <a:gd name="T0" fmla="*/ 5 w 302"/>
                  <a:gd name="T1" fmla="*/ 7 h 96"/>
                  <a:gd name="T2" fmla="*/ 297 w 302"/>
                  <a:gd name="T3" fmla="*/ 61 h 96"/>
                  <a:gd name="T4" fmla="*/ 297 w 302"/>
                  <a:gd name="T5" fmla="*/ 89 h 96"/>
                  <a:gd name="T6" fmla="*/ 5 w 302"/>
                  <a:gd name="T7" fmla="*/ 29 h 96"/>
                  <a:gd name="T8" fmla="*/ 5 w 302"/>
                  <a:gd name="T9" fmla="*/ 7 h 96"/>
                  <a:gd name="T10" fmla="*/ 0 w 302"/>
                  <a:gd name="T11" fmla="*/ 0 h 96"/>
                  <a:gd name="T12" fmla="*/ 0 w 302"/>
                  <a:gd name="T13" fmla="*/ 33 h 96"/>
                  <a:gd name="T14" fmla="*/ 302 w 302"/>
                  <a:gd name="T15" fmla="*/ 96 h 96"/>
                  <a:gd name="T16" fmla="*/ 302 w 302"/>
                  <a:gd name="T17" fmla="*/ 57 h 96"/>
                  <a:gd name="T18" fmla="*/ 0 w 302"/>
                  <a:gd name="T19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2" h="96">
                    <a:moveTo>
                      <a:pt x="5" y="7"/>
                    </a:moveTo>
                    <a:lnTo>
                      <a:pt x="297" y="61"/>
                    </a:lnTo>
                    <a:lnTo>
                      <a:pt x="297" y="89"/>
                    </a:lnTo>
                    <a:lnTo>
                      <a:pt x="5" y="29"/>
                    </a:lnTo>
                    <a:lnTo>
                      <a:pt x="5" y="7"/>
                    </a:lnTo>
                    <a:close/>
                    <a:moveTo>
                      <a:pt x="0" y="0"/>
                    </a:moveTo>
                    <a:lnTo>
                      <a:pt x="0" y="33"/>
                    </a:lnTo>
                    <a:lnTo>
                      <a:pt x="302" y="96"/>
                    </a:lnTo>
                    <a:lnTo>
                      <a:pt x="302" y="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3" name="Freeform 181">
                <a:extLst>
                  <a:ext uri="{FF2B5EF4-FFF2-40B4-BE49-F238E27FC236}">
                    <a16:creationId xmlns:a16="http://schemas.microsoft.com/office/drawing/2014/main" id="{5596C4B5-A155-42B8-B5CC-2722C12885C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03" y="1878"/>
                <a:ext cx="302" cy="96"/>
              </a:xfrm>
              <a:custGeom>
                <a:avLst/>
                <a:gdLst>
                  <a:gd name="T0" fmla="*/ 5 w 302"/>
                  <a:gd name="T1" fmla="*/ 7 h 96"/>
                  <a:gd name="T2" fmla="*/ 297 w 302"/>
                  <a:gd name="T3" fmla="*/ 61 h 96"/>
                  <a:gd name="T4" fmla="*/ 297 w 302"/>
                  <a:gd name="T5" fmla="*/ 89 h 96"/>
                  <a:gd name="T6" fmla="*/ 5 w 302"/>
                  <a:gd name="T7" fmla="*/ 29 h 96"/>
                  <a:gd name="T8" fmla="*/ 5 w 302"/>
                  <a:gd name="T9" fmla="*/ 7 h 96"/>
                  <a:gd name="T10" fmla="*/ 0 w 302"/>
                  <a:gd name="T11" fmla="*/ 0 h 96"/>
                  <a:gd name="T12" fmla="*/ 0 w 302"/>
                  <a:gd name="T13" fmla="*/ 33 h 96"/>
                  <a:gd name="T14" fmla="*/ 302 w 302"/>
                  <a:gd name="T15" fmla="*/ 96 h 96"/>
                  <a:gd name="T16" fmla="*/ 302 w 302"/>
                  <a:gd name="T17" fmla="*/ 57 h 96"/>
                  <a:gd name="T18" fmla="*/ 0 w 302"/>
                  <a:gd name="T19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2" h="96">
                    <a:moveTo>
                      <a:pt x="5" y="7"/>
                    </a:moveTo>
                    <a:lnTo>
                      <a:pt x="297" y="61"/>
                    </a:lnTo>
                    <a:lnTo>
                      <a:pt x="297" y="89"/>
                    </a:lnTo>
                    <a:lnTo>
                      <a:pt x="5" y="29"/>
                    </a:lnTo>
                    <a:lnTo>
                      <a:pt x="5" y="7"/>
                    </a:lnTo>
                    <a:moveTo>
                      <a:pt x="0" y="0"/>
                    </a:moveTo>
                    <a:lnTo>
                      <a:pt x="0" y="33"/>
                    </a:lnTo>
                    <a:lnTo>
                      <a:pt x="302" y="96"/>
                    </a:lnTo>
                    <a:lnTo>
                      <a:pt x="302" y="57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4" name="Freeform 182">
                <a:extLst>
                  <a:ext uri="{FF2B5EF4-FFF2-40B4-BE49-F238E27FC236}">
                    <a16:creationId xmlns:a16="http://schemas.microsoft.com/office/drawing/2014/main" id="{FB6F7AD0-AA02-458A-A507-C0A260C0A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0" y="1862"/>
                <a:ext cx="1169" cy="70"/>
              </a:xfrm>
              <a:custGeom>
                <a:avLst/>
                <a:gdLst>
                  <a:gd name="T0" fmla="*/ 0 w 1169"/>
                  <a:gd name="T1" fmla="*/ 19 h 70"/>
                  <a:gd name="T2" fmla="*/ 762 w 1169"/>
                  <a:gd name="T3" fmla="*/ 0 h 70"/>
                  <a:gd name="T4" fmla="*/ 1169 w 1169"/>
                  <a:gd name="T5" fmla="*/ 38 h 70"/>
                  <a:gd name="T6" fmla="*/ 275 w 1169"/>
                  <a:gd name="T7" fmla="*/ 70 h 70"/>
                  <a:gd name="T8" fmla="*/ 0 w 1169"/>
                  <a:gd name="T9" fmla="*/ 1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9" h="70">
                    <a:moveTo>
                      <a:pt x="0" y="19"/>
                    </a:moveTo>
                    <a:lnTo>
                      <a:pt x="762" y="0"/>
                    </a:lnTo>
                    <a:lnTo>
                      <a:pt x="1169" y="38"/>
                    </a:lnTo>
                    <a:lnTo>
                      <a:pt x="275" y="70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5" name="Freeform 183">
                <a:extLst>
                  <a:ext uri="{FF2B5EF4-FFF2-40B4-BE49-F238E27FC236}">
                    <a16:creationId xmlns:a16="http://schemas.microsoft.com/office/drawing/2014/main" id="{E51ACF8F-268C-4BFC-9635-71ADB493EC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03" y="1859"/>
                <a:ext cx="1243" cy="76"/>
              </a:xfrm>
              <a:custGeom>
                <a:avLst/>
                <a:gdLst>
                  <a:gd name="T0" fmla="*/ 789 w 1243"/>
                  <a:gd name="T1" fmla="*/ 6 h 76"/>
                  <a:gd name="T2" fmla="*/ 1150 w 1243"/>
                  <a:gd name="T3" fmla="*/ 39 h 76"/>
                  <a:gd name="T4" fmla="*/ 302 w 1243"/>
                  <a:gd name="T5" fmla="*/ 70 h 76"/>
                  <a:gd name="T6" fmla="*/ 56 w 1243"/>
                  <a:gd name="T7" fmla="*/ 23 h 76"/>
                  <a:gd name="T8" fmla="*/ 789 w 1243"/>
                  <a:gd name="T9" fmla="*/ 6 h 76"/>
                  <a:gd name="T10" fmla="*/ 789 w 1243"/>
                  <a:gd name="T11" fmla="*/ 0 h 76"/>
                  <a:gd name="T12" fmla="*/ 0 w 1243"/>
                  <a:gd name="T13" fmla="*/ 19 h 76"/>
                  <a:gd name="T14" fmla="*/ 302 w 1243"/>
                  <a:gd name="T15" fmla="*/ 76 h 76"/>
                  <a:gd name="T16" fmla="*/ 1243 w 1243"/>
                  <a:gd name="T17" fmla="*/ 42 h 76"/>
                  <a:gd name="T18" fmla="*/ 789 w 1243"/>
                  <a:gd name="T19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43" h="76">
                    <a:moveTo>
                      <a:pt x="789" y="6"/>
                    </a:moveTo>
                    <a:lnTo>
                      <a:pt x="1150" y="39"/>
                    </a:lnTo>
                    <a:lnTo>
                      <a:pt x="302" y="70"/>
                    </a:lnTo>
                    <a:lnTo>
                      <a:pt x="56" y="23"/>
                    </a:lnTo>
                    <a:lnTo>
                      <a:pt x="789" y="6"/>
                    </a:lnTo>
                    <a:close/>
                    <a:moveTo>
                      <a:pt x="789" y="0"/>
                    </a:moveTo>
                    <a:lnTo>
                      <a:pt x="0" y="19"/>
                    </a:lnTo>
                    <a:lnTo>
                      <a:pt x="302" y="76"/>
                    </a:lnTo>
                    <a:lnTo>
                      <a:pt x="1243" y="42"/>
                    </a:lnTo>
                    <a:lnTo>
                      <a:pt x="789" y="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6" name="Freeform 184">
                <a:extLst>
                  <a:ext uri="{FF2B5EF4-FFF2-40B4-BE49-F238E27FC236}">
                    <a16:creationId xmlns:a16="http://schemas.microsoft.com/office/drawing/2014/main" id="{DAD74A97-2C06-4436-8C85-A95322B99B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03" y="1859"/>
                <a:ext cx="1243" cy="76"/>
              </a:xfrm>
              <a:custGeom>
                <a:avLst/>
                <a:gdLst>
                  <a:gd name="T0" fmla="*/ 789 w 1243"/>
                  <a:gd name="T1" fmla="*/ 6 h 76"/>
                  <a:gd name="T2" fmla="*/ 1150 w 1243"/>
                  <a:gd name="T3" fmla="*/ 39 h 76"/>
                  <a:gd name="T4" fmla="*/ 302 w 1243"/>
                  <a:gd name="T5" fmla="*/ 70 h 76"/>
                  <a:gd name="T6" fmla="*/ 56 w 1243"/>
                  <a:gd name="T7" fmla="*/ 23 h 76"/>
                  <a:gd name="T8" fmla="*/ 789 w 1243"/>
                  <a:gd name="T9" fmla="*/ 6 h 76"/>
                  <a:gd name="T10" fmla="*/ 789 w 1243"/>
                  <a:gd name="T11" fmla="*/ 0 h 76"/>
                  <a:gd name="T12" fmla="*/ 0 w 1243"/>
                  <a:gd name="T13" fmla="*/ 19 h 76"/>
                  <a:gd name="T14" fmla="*/ 302 w 1243"/>
                  <a:gd name="T15" fmla="*/ 76 h 76"/>
                  <a:gd name="T16" fmla="*/ 1243 w 1243"/>
                  <a:gd name="T17" fmla="*/ 42 h 76"/>
                  <a:gd name="T18" fmla="*/ 789 w 1243"/>
                  <a:gd name="T19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43" h="76">
                    <a:moveTo>
                      <a:pt x="789" y="6"/>
                    </a:moveTo>
                    <a:lnTo>
                      <a:pt x="1150" y="39"/>
                    </a:lnTo>
                    <a:lnTo>
                      <a:pt x="302" y="70"/>
                    </a:lnTo>
                    <a:lnTo>
                      <a:pt x="56" y="23"/>
                    </a:lnTo>
                    <a:lnTo>
                      <a:pt x="789" y="6"/>
                    </a:lnTo>
                    <a:moveTo>
                      <a:pt x="789" y="0"/>
                    </a:moveTo>
                    <a:lnTo>
                      <a:pt x="0" y="19"/>
                    </a:lnTo>
                    <a:lnTo>
                      <a:pt x="302" y="76"/>
                    </a:lnTo>
                    <a:lnTo>
                      <a:pt x="1243" y="42"/>
                    </a:lnTo>
                    <a:lnTo>
                      <a:pt x="78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7" name="Freeform 185">
                <a:extLst>
                  <a:ext uri="{FF2B5EF4-FFF2-40B4-BE49-F238E27FC236}">
                    <a16:creationId xmlns:a16="http://schemas.microsoft.com/office/drawing/2014/main" id="{8A2403AD-0212-4B66-87E3-DC7D4B7445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1" y="1930"/>
                <a:ext cx="25" cy="98"/>
              </a:xfrm>
              <a:custGeom>
                <a:avLst/>
                <a:gdLst>
                  <a:gd name="T0" fmla="*/ 0 w 25"/>
                  <a:gd name="T1" fmla="*/ 95 h 98"/>
                  <a:gd name="T2" fmla="*/ 0 w 25"/>
                  <a:gd name="T3" fmla="*/ 0 h 98"/>
                  <a:gd name="T4" fmla="*/ 12 w 25"/>
                  <a:gd name="T5" fmla="*/ 2 h 98"/>
                  <a:gd name="T6" fmla="*/ 25 w 25"/>
                  <a:gd name="T7" fmla="*/ 92 h 98"/>
                  <a:gd name="T8" fmla="*/ 11 w 25"/>
                  <a:gd name="T9" fmla="*/ 98 h 98"/>
                  <a:gd name="T10" fmla="*/ 0 w 25"/>
                  <a:gd name="T11" fmla="*/ 95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" h="98">
                    <a:moveTo>
                      <a:pt x="0" y="95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5" y="92"/>
                    </a:lnTo>
                    <a:lnTo>
                      <a:pt x="11" y="98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8" name="Freeform 186">
                <a:extLst>
                  <a:ext uri="{FF2B5EF4-FFF2-40B4-BE49-F238E27FC236}">
                    <a16:creationId xmlns:a16="http://schemas.microsoft.com/office/drawing/2014/main" id="{ED64E16A-A4EA-4C93-BA14-0E2BABE6C4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89" y="1926"/>
                <a:ext cx="32" cy="105"/>
              </a:xfrm>
              <a:custGeom>
                <a:avLst/>
                <a:gdLst>
                  <a:gd name="T0" fmla="*/ 5 w 32"/>
                  <a:gd name="T1" fmla="*/ 7 h 105"/>
                  <a:gd name="T2" fmla="*/ 11 w 32"/>
                  <a:gd name="T3" fmla="*/ 9 h 105"/>
                  <a:gd name="T4" fmla="*/ 24 w 32"/>
                  <a:gd name="T5" fmla="*/ 94 h 105"/>
                  <a:gd name="T6" fmla="*/ 13 w 32"/>
                  <a:gd name="T7" fmla="*/ 99 h 105"/>
                  <a:gd name="T8" fmla="*/ 5 w 32"/>
                  <a:gd name="T9" fmla="*/ 96 h 105"/>
                  <a:gd name="T10" fmla="*/ 5 w 32"/>
                  <a:gd name="T11" fmla="*/ 7 h 105"/>
                  <a:gd name="T12" fmla="*/ 0 w 32"/>
                  <a:gd name="T13" fmla="*/ 0 h 105"/>
                  <a:gd name="T14" fmla="*/ 0 w 32"/>
                  <a:gd name="T15" fmla="*/ 100 h 105"/>
                  <a:gd name="T16" fmla="*/ 13 w 32"/>
                  <a:gd name="T17" fmla="*/ 105 h 105"/>
                  <a:gd name="T18" fmla="*/ 32 w 32"/>
                  <a:gd name="T19" fmla="*/ 97 h 105"/>
                  <a:gd name="T20" fmla="*/ 17 w 32"/>
                  <a:gd name="T21" fmla="*/ 4 h 105"/>
                  <a:gd name="T22" fmla="*/ 0 w 32"/>
                  <a:gd name="T23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2" h="105">
                    <a:moveTo>
                      <a:pt x="5" y="7"/>
                    </a:moveTo>
                    <a:lnTo>
                      <a:pt x="11" y="9"/>
                    </a:lnTo>
                    <a:lnTo>
                      <a:pt x="24" y="94"/>
                    </a:lnTo>
                    <a:lnTo>
                      <a:pt x="13" y="99"/>
                    </a:lnTo>
                    <a:lnTo>
                      <a:pt x="5" y="96"/>
                    </a:lnTo>
                    <a:lnTo>
                      <a:pt x="5" y="7"/>
                    </a:lnTo>
                    <a:close/>
                    <a:moveTo>
                      <a:pt x="0" y="0"/>
                    </a:moveTo>
                    <a:lnTo>
                      <a:pt x="0" y="100"/>
                    </a:lnTo>
                    <a:lnTo>
                      <a:pt x="13" y="105"/>
                    </a:lnTo>
                    <a:lnTo>
                      <a:pt x="32" y="97"/>
                    </a:lnTo>
                    <a:lnTo>
                      <a:pt x="17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9" name="Freeform 187">
                <a:extLst>
                  <a:ext uri="{FF2B5EF4-FFF2-40B4-BE49-F238E27FC236}">
                    <a16:creationId xmlns:a16="http://schemas.microsoft.com/office/drawing/2014/main" id="{6373B81D-C363-4641-94F0-F46F2B7D0C5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89" y="1926"/>
                <a:ext cx="32" cy="105"/>
              </a:xfrm>
              <a:custGeom>
                <a:avLst/>
                <a:gdLst>
                  <a:gd name="T0" fmla="*/ 5 w 32"/>
                  <a:gd name="T1" fmla="*/ 7 h 105"/>
                  <a:gd name="T2" fmla="*/ 11 w 32"/>
                  <a:gd name="T3" fmla="*/ 9 h 105"/>
                  <a:gd name="T4" fmla="*/ 24 w 32"/>
                  <a:gd name="T5" fmla="*/ 94 h 105"/>
                  <a:gd name="T6" fmla="*/ 13 w 32"/>
                  <a:gd name="T7" fmla="*/ 99 h 105"/>
                  <a:gd name="T8" fmla="*/ 5 w 32"/>
                  <a:gd name="T9" fmla="*/ 96 h 105"/>
                  <a:gd name="T10" fmla="*/ 5 w 32"/>
                  <a:gd name="T11" fmla="*/ 7 h 105"/>
                  <a:gd name="T12" fmla="*/ 0 w 32"/>
                  <a:gd name="T13" fmla="*/ 0 h 105"/>
                  <a:gd name="T14" fmla="*/ 0 w 32"/>
                  <a:gd name="T15" fmla="*/ 100 h 105"/>
                  <a:gd name="T16" fmla="*/ 13 w 32"/>
                  <a:gd name="T17" fmla="*/ 105 h 105"/>
                  <a:gd name="T18" fmla="*/ 32 w 32"/>
                  <a:gd name="T19" fmla="*/ 97 h 105"/>
                  <a:gd name="T20" fmla="*/ 17 w 32"/>
                  <a:gd name="T21" fmla="*/ 4 h 105"/>
                  <a:gd name="T22" fmla="*/ 0 w 32"/>
                  <a:gd name="T23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2" h="105">
                    <a:moveTo>
                      <a:pt x="5" y="7"/>
                    </a:moveTo>
                    <a:lnTo>
                      <a:pt x="11" y="9"/>
                    </a:lnTo>
                    <a:lnTo>
                      <a:pt x="24" y="94"/>
                    </a:lnTo>
                    <a:lnTo>
                      <a:pt x="13" y="99"/>
                    </a:lnTo>
                    <a:lnTo>
                      <a:pt x="5" y="96"/>
                    </a:lnTo>
                    <a:lnTo>
                      <a:pt x="5" y="7"/>
                    </a:lnTo>
                    <a:moveTo>
                      <a:pt x="0" y="0"/>
                    </a:moveTo>
                    <a:lnTo>
                      <a:pt x="0" y="100"/>
                    </a:lnTo>
                    <a:lnTo>
                      <a:pt x="13" y="105"/>
                    </a:lnTo>
                    <a:lnTo>
                      <a:pt x="32" y="97"/>
                    </a:lnTo>
                    <a:lnTo>
                      <a:pt x="17" y="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0" name="Freeform 188">
                <a:extLst>
                  <a:ext uri="{FF2B5EF4-FFF2-40B4-BE49-F238E27FC236}">
                    <a16:creationId xmlns:a16="http://schemas.microsoft.com/office/drawing/2014/main" id="{50ACED06-5324-47E3-837D-DFFB3C1E9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2" y="1930"/>
                <a:ext cx="30" cy="101"/>
              </a:xfrm>
              <a:custGeom>
                <a:avLst/>
                <a:gdLst>
                  <a:gd name="T0" fmla="*/ 0 w 30"/>
                  <a:gd name="T1" fmla="*/ 0 h 101"/>
                  <a:gd name="T2" fmla="*/ 0 w 30"/>
                  <a:gd name="T3" fmla="*/ 101 h 101"/>
                  <a:gd name="T4" fmla="*/ 30 w 30"/>
                  <a:gd name="T5" fmla="*/ 99 h 101"/>
                  <a:gd name="T6" fmla="*/ 30 w 30"/>
                  <a:gd name="T7" fmla="*/ 6 h 101"/>
                  <a:gd name="T8" fmla="*/ 0 w 30"/>
                  <a:gd name="T9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101">
                    <a:moveTo>
                      <a:pt x="0" y="0"/>
                    </a:moveTo>
                    <a:lnTo>
                      <a:pt x="0" y="101"/>
                    </a:lnTo>
                    <a:lnTo>
                      <a:pt x="30" y="99"/>
                    </a:lnTo>
                    <a:lnTo>
                      <a:pt x="30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1" name="Freeform 189">
                <a:extLst>
                  <a:ext uri="{FF2B5EF4-FFF2-40B4-BE49-F238E27FC236}">
                    <a16:creationId xmlns:a16="http://schemas.microsoft.com/office/drawing/2014/main" id="{CA23CC10-FD8E-49BC-9012-894692CB9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9" y="1945"/>
                <a:ext cx="859" cy="139"/>
              </a:xfrm>
              <a:custGeom>
                <a:avLst/>
                <a:gdLst>
                  <a:gd name="T0" fmla="*/ 0 w 859"/>
                  <a:gd name="T1" fmla="*/ 0 h 139"/>
                  <a:gd name="T2" fmla="*/ 0 w 859"/>
                  <a:gd name="T3" fmla="*/ 73 h 139"/>
                  <a:gd name="T4" fmla="*/ 247 w 859"/>
                  <a:gd name="T5" fmla="*/ 139 h 139"/>
                  <a:gd name="T6" fmla="*/ 859 w 859"/>
                  <a:gd name="T7" fmla="*/ 105 h 139"/>
                  <a:gd name="T8" fmla="*/ 859 w 859"/>
                  <a:gd name="T9" fmla="*/ 0 h 139"/>
                  <a:gd name="T10" fmla="*/ 853 w 859"/>
                  <a:gd name="T11" fmla="*/ 0 h 139"/>
                  <a:gd name="T12" fmla="*/ 853 w 859"/>
                  <a:gd name="T13" fmla="*/ 99 h 139"/>
                  <a:gd name="T14" fmla="*/ 247 w 859"/>
                  <a:gd name="T15" fmla="*/ 134 h 139"/>
                  <a:gd name="T16" fmla="*/ 6 w 859"/>
                  <a:gd name="T17" fmla="*/ 68 h 139"/>
                  <a:gd name="T18" fmla="*/ 6 w 859"/>
                  <a:gd name="T19" fmla="*/ 0 h 139"/>
                  <a:gd name="T20" fmla="*/ 0 w 859"/>
                  <a:gd name="T21" fmla="*/ 0 h 139"/>
                  <a:gd name="T22" fmla="*/ 0 w 859"/>
                  <a:gd name="T2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59" h="139">
                    <a:moveTo>
                      <a:pt x="0" y="0"/>
                    </a:moveTo>
                    <a:lnTo>
                      <a:pt x="0" y="73"/>
                    </a:lnTo>
                    <a:lnTo>
                      <a:pt x="247" y="139"/>
                    </a:lnTo>
                    <a:lnTo>
                      <a:pt x="859" y="105"/>
                    </a:lnTo>
                    <a:lnTo>
                      <a:pt x="859" y="0"/>
                    </a:lnTo>
                    <a:lnTo>
                      <a:pt x="853" y="0"/>
                    </a:lnTo>
                    <a:lnTo>
                      <a:pt x="853" y="99"/>
                    </a:lnTo>
                    <a:lnTo>
                      <a:pt x="247" y="134"/>
                    </a:lnTo>
                    <a:lnTo>
                      <a:pt x="6" y="68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2" name="Freeform 190">
                <a:extLst>
                  <a:ext uri="{FF2B5EF4-FFF2-40B4-BE49-F238E27FC236}">
                    <a16:creationId xmlns:a16="http://schemas.microsoft.com/office/drawing/2014/main" id="{228CBB11-126A-4B54-9583-941583EE43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7" y="1961"/>
                <a:ext cx="28" cy="107"/>
              </a:xfrm>
              <a:custGeom>
                <a:avLst/>
                <a:gdLst>
                  <a:gd name="T0" fmla="*/ 0 w 28"/>
                  <a:gd name="T1" fmla="*/ 105 h 107"/>
                  <a:gd name="T2" fmla="*/ 0 w 28"/>
                  <a:gd name="T3" fmla="*/ 0 h 107"/>
                  <a:gd name="T4" fmla="*/ 13 w 28"/>
                  <a:gd name="T5" fmla="*/ 3 h 107"/>
                  <a:gd name="T6" fmla="*/ 28 w 28"/>
                  <a:gd name="T7" fmla="*/ 102 h 107"/>
                  <a:gd name="T8" fmla="*/ 10 w 28"/>
                  <a:gd name="T9" fmla="*/ 107 h 107"/>
                  <a:gd name="T10" fmla="*/ 0 w 28"/>
                  <a:gd name="T11" fmla="*/ 105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8" h="107">
                    <a:moveTo>
                      <a:pt x="0" y="105"/>
                    </a:moveTo>
                    <a:lnTo>
                      <a:pt x="0" y="0"/>
                    </a:lnTo>
                    <a:lnTo>
                      <a:pt x="13" y="3"/>
                    </a:lnTo>
                    <a:lnTo>
                      <a:pt x="28" y="102"/>
                    </a:lnTo>
                    <a:lnTo>
                      <a:pt x="10" y="107"/>
                    </a:lnTo>
                    <a:lnTo>
                      <a:pt x="0" y="10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3" name="Freeform 191">
                <a:extLst>
                  <a:ext uri="{FF2B5EF4-FFF2-40B4-BE49-F238E27FC236}">
                    <a16:creationId xmlns:a16="http://schemas.microsoft.com/office/drawing/2014/main" id="{4E0B19C8-DCBD-496A-92F1-6EE83F4141F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34" y="1958"/>
                <a:ext cx="35" cy="113"/>
              </a:xfrm>
              <a:custGeom>
                <a:avLst/>
                <a:gdLst>
                  <a:gd name="T0" fmla="*/ 6 w 35"/>
                  <a:gd name="T1" fmla="*/ 7 h 113"/>
                  <a:gd name="T2" fmla="*/ 15 w 35"/>
                  <a:gd name="T3" fmla="*/ 9 h 113"/>
                  <a:gd name="T4" fmla="*/ 28 w 35"/>
                  <a:gd name="T5" fmla="*/ 103 h 113"/>
                  <a:gd name="T6" fmla="*/ 13 w 35"/>
                  <a:gd name="T7" fmla="*/ 108 h 113"/>
                  <a:gd name="T8" fmla="*/ 6 w 35"/>
                  <a:gd name="T9" fmla="*/ 105 h 113"/>
                  <a:gd name="T10" fmla="*/ 6 w 35"/>
                  <a:gd name="T11" fmla="*/ 7 h 113"/>
                  <a:gd name="T12" fmla="*/ 0 w 35"/>
                  <a:gd name="T13" fmla="*/ 0 h 113"/>
                  <a:gd name="T14" fmla="*/ 0 w 35"/>
                  <a:gd name="T15" fmla="*/ 109 h 113"/>
                  <a:gd name="T16" fmla="*/ 13 w 35"/>
                  <a:gd name="T17" fmla="*/ 113 h 113"/>
                  <a:gd name="T18" fmla="*/ 35 w 35"/>
                  <a:gd name="T19" fmla="*/ 106 h 113"/>
                  <a:gd name="T20" fmla="*/ 19 w 35"/>
                  <a:gd name="T21" fmla="*/ 4 h 113"/>
                  <a:gd name="T22" fmla="*/ 0 w 35"/>
                  <a:gd name="T23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5" h="113">
                    <a:moveTo>
                      <a:pt x="6" y="7"/>
                    </a:moveTo>
                    <a:lnTo>
                      <a:pt x="15" y="9"/>
                    </a:lnTo>
                    <a:lnTo>
                      <a:pt x="28" y="103"/>
                    </a:lnTo>
                    <a:lnTo>
                      <a:pt x="13" y="108"/>
                    </a:lnTo>
                    <a:lnTo>
                      <a:pt x="6" y="105"/>
                    </a:lnTo>
                    <a:lnTo>
                      <a:pt x="6" y="7"/>
                    </a:lnTo>
                    <a:close/>
                    <a:moveTo>
                      <a:pt x="0" y="0"/>
                    </a:moveTo>
                    <a:lnTo>
                      <a:pt x="0" y="109"/>
                    </a:lnTo>
                    <a:lnTo>
                      <a:pt x="13" y="113"/>
                    </a:lnTo>
                    <a:lnTo>
                      <a:pt x="35" y="106"/>
                    </a:lnTo>
                    <a:lnTo>
                      <a:pt x="19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4" name="Freeform 192">
                <a:extLst>
                  <a:ext uri="{FF2B5EF4-FFF2-40B4-BE49-F238E27FC236}">
                    <a16:creationId xmlns:a16="http://schemas.microsoft.com/office/drawing/2014/main" id="{C943A790-CA73-459F-A576-4A341FFDBEC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34" y="1958"/>
                <a:ext cx="35" cy="113"/>
              </a:xfrm>
              <a:custGeom>
                <a:avLst/>
                <a:gdLst>
                  <a:gd name="T0" fmla="*/ 6 w 35"/>
                  <a:gd name="T1" fmla="*/ 7 h 113"/>
                  <a:gd name="T2" fmla="*/ 15 w 35"/>
                  <a:gd name="T3" fmla="*/ 9 h 113"/>
                  <a:gd name="T4" fmla="*/ 28 w 35"/>
                  <a:gd name="T5" fmla="*/ 103 h 113"/>
                  <a:gd name="T6" fmla="*/ 13 w 35"/>
                  <a:gd name="T7" fmla="*/ 108 h 113"/>
                  <a:gd name="T8" fmla="*/ 6 w 35"/>
                  <a:gd name="T9" fmla="*/ 105 h 113"/>
                  <a:gd name="T10" fmla="*/ 6 w 35"/>
                  <a:gd name="T11" fmla="*/ 7 h 113"/>
                  <a:gd name="T12" fmla="*/ 0 w 35"/>
                  <a:gd name="T13" fmla="*/ 0 h 113"/>
                  <a:gd name="T14" fmla="*/ 0 w 35"/>
                  <a:gd name="T15" fmla="*/ 109 h 113"/>
                  <a:gd name="T16" fmla="*/ 13 w 35"/>
                  <a:gd name="T17" fmla="*/ 113 h 113"/>
                  <a:gd name="T18" fmla="*/ 35 w 35"/>
                  <a:gd name="T19" fmla="*/ 106 h 113"/>
                  <a:gd name="T20" fmla="*/ 19 w 35"/>
                  <a:gd name="T21" fmla="*/ 4 h 113"/>
                  <a:gd name="T22" fmla="*/ 0 w 35"/>
                  <a:gd name="T23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5" h="113">
                    <a:moveTo>
                      <a:pt x="6" y="7"/>
                    </a:moveTo>
                    <a:lnTo>
                      <a:pt x="15" y="9"/>
                    </a:lnTo>
                    <a:lnTo>
                      <a:pt x="28" y="103"/>
                    </a:lnTo>
                    <a:lnTo>
                      <a:pt x="13" y="108"/>
                    </a:lnTo>
                    <a:lnTo>
                      <a:pt x="6" y="105"/>
                    </a:lnTo>
                    <a:lnTo>
                      <a:pt x="6" y="7"/>
                    </a:lnTo>
                    <a:moveTo>
                      <a:pt x="0" y="0"/>
                    </a:moveTo>
                    <a:lnTo>
                      <a:pt x="0" y="109"/>
                    </a:lnTo>
                    <a:lnTo>
                      <a:pt x="13" y="113"/>
                    </a:lnTo>
                    <a:lnTo>
                      <a:pt x="35" y="106"/>
                    </a:lnTo>
                    <a:lnTo>
                      <a:pt x="19" y="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5" name="Freeform 193">
                <a:extLst>
                  <a:ext uri="{FF2B5EF4-FFF2-40B4-BE49-F238E27FC236}">
                    <a16:creationId xmlns:a16="http://schemas.microsoft.com/office/drawing/2014/main" id="{8764DB73-62E9-47AE-9F90-4AD9AE94EC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7" y="1962"/>
                <a:ext cx="35" cy="109"/>
              </a:xfrm>
              <a:custGeom>
                <a:avLst/>
                <a:gdLst>
                  <a:gd name="T0" fmla="*/ 0 w 35"/>
                  <a:gd name="T1" fmla="*/ 0 h 109"/>
                  <a:gd name="T2" fmla="*/ 0 w 35"/>
                  <a:gd name="T3" fmla="*/ 109 h 109"/>
                  <a:gd name="T4" fmla="*/ 35 w 35"/>
                  <a:gd name="T5" fmla="*/ 108 h 109"/>
                  <a:gd name="T6" fmla="*/ 35 w 35"/>
                  <a:gd name="T7" fmla="*/ 6 h 109"/>
                  <a:gd name="T8" fmla="*/ 0 w 35"/>
                  <a:gd name="T9" fmla="*/ 0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109">
                    <a:moveTo>
                      <a:pt x="0" y="0"/>
                    </a:moveTo>
                    <a:lnTo>
                      <a:pt x="0" y="109"/>
                    </a:lnTo>
                    <a:lnTo>
                      <a:pt x="35" y="108"/>
                    </a:lnTo>
                    <a:lnTo>
                      <a:pt x="35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6" name="Freeform 194">
                <a:extLst>
                  <a:ext uri="{FF2B5EF4-FFF2-40B4-BE49-F238E27FC236}">
                    <a16:creationId xmlns:a16="http://schemas.microsoft.com/office/drawing/2014/main" id="{0F69F878-D9BB-4ACD-BDBD-77FD19E54E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2" y="1920"/>
                <a:ext cx="28" cy="108"/>
              </a:xfrm>
              <a:custGeom>
                <a:avLst/>
                <a:gdLst>
                  <a:gd name="T0" fmla="*/ 0 w 28"/>
                  <a:gd name="T1" fmla="*/ 103 h 108"/>
                  <a:gd name="T2" fmla="*/ 0 w 28"/>
                  <a:gd name="T3" fmla="*/ 0 h 108"/>
                  <a:gd name="T4" fmla="*/ 13 w 28"/>
                  <a:gd name="T5" fmla="*/ 3 h 108"/>
                  <a:gd name="T6" fmla="*/ 28 w 28"/>
                  <a:gd name="T7" fmla="*/ 102 h 108"/>
                  <a:gd name="T8" fmla="*/ 10 w 28"/>
                  <a:gd name="T9" fmla="*/ 108 h 108"/>
                  <a:gd name="T10" fmla="*/ 0 w 28"/>
                  <a:gd name="T11" fmla="*/ 103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8" h="108">
                    <a:moveTo>
                      <a:pt x="0" y="103"/>
                    </a:moveTo>
                    <a:lnTo>
                      <a:pt x="0" y="0"/>
                    </a:lnTo>
                    <a:lnTo>
                      <a:pt x="13" y="3"/>
                    </a:lnTo>
                    <a:lnTo>
                      <a:pt x="28" y="102"/>
                    </a:lnTo>
                    <a:lnTo>
                      <a:pt x="10" y="108"/>
                    </a:lnTo>
                    <a:lnTo>
                      <a:pt x="0" y="1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7" name="Freeform 195">
                <a:extLst>
                  <a:ext uri="{FF2B5EF4-FFF2-40B4-BE49-F238E27FC236}">
                    <a16:creationId xmlns:a16="http://schemas.microsoft.com/office/drawing/2014/main" id="{C6D40875-1CDF-4BF9-A3D0-D16CB983E10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49" y="1917"/>
                <a:ext cx="34" cy="114"/>
              </a:xfrm>
              <a:custGeom>
                <a:avLst/>
                <a:gdLst>
                  <a:gd name="T0" fmla="*/ 6 w 34"/>
                  <a:gd name="T1" fmla="*/ 7 h 114"/>
                  <a:gd name="T2" fmla="*/ 13 w 34"/>
                  <a:gd name="T3" fmla="*/ 9 h 114"/>
                  <a:gd name="T4" fmla="*/ 28 w 34"/>
                  <a:gd name="T5" fmla="*/ 102 h 114"/>
                  <a:gd name="T6" fmla="*/ 13 w 34"/>
                  <a:gd name="T7" fmla="*/ 108 h 114"/>
                  <a:gd name="T8" fmla="*/ 6 w 34"/>
                  <a:gd name="T9" fmla="*/ 105 h 114"/>
                  <a:gd name="T10" fmla="*/ 6 w 34"/>
                  <a:gd name="T11" fmla="*/ 7 h 114"/>
                  <a:gd name="T12" fmla="*/ 0 w 34"/>
                  <a:gd name="T13" fmla="*/ 0 h 114"/>
                  <a:gd name="T14" fmla="*/ 0 w 34"/>
                  <a:gd name="T15" fmla="*/ 109 h 114"/>
                  <a:gd name="T16" fmla="*/ 13 w 34"/>
                  <a:gd name="T17" fmla="*/ 114 h 114"/>
                  <a:gd name="T18" fmla="*/ 34 w 34"/>
                  <a:gd name="T19" fmla="*/ 106 h 114"/>
                  <a:gd name="T20" fmla="*/ 19 w 34"/>
                  <a:gd name="T21" fmla="*/ 4 h 114"/>
                  <a:gd name="T22" fmla="*/ 0 w 34"/>
                  <a:gd name="T23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4" h="114">
                    <a:moveTo>
                      <a:pt x="6" y="7"/>
                    </a:moveTo>
                    <a:lnTo>
                      <a:pt x="13" y="9"/>
                    </a:lnTo>
                    <a:lnTo>
                      <a:pt x="28" y="102"/>
                    </a:lnTo>
                    <a:lnTo>
                      <a:pt x="13" y="108"/>
                    </a:lnTo>
                    <a:lnTo>
                      <a:pt x="6" y="105"/>
                    </a:lnTo>
                    <a:lnTo>
                      <a:pt x="6" y="7"/>
                    </a:lnTo>
                    <a:close/>
                    <a:moveTo>
                      <a:pt x="0" y="0"/>
                    </a:moveTo>
                    <a:lnTo>
                      <a:pt x="0" y="109"/>
                    </a:lnTo>
                    <a:lnTo>
                      <a:pt x="13" y="114"/>
                    </a:lnTo>
                    <a:lnTo>
                      <a:pt x="34" y="106"/>
                    </a:lnTo>
                    <a:lnTo>
                      <a:pt x="19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8" name="Freeform 196">
                <a:extLst>
                  <a:ext uri="{FF2B5EF4-FFF2-40B4-BE49-F238E27FC236}">
                    <a16:creationId xmlns:a16="http://schemas.microsoft.com/office/drawing/2014/main" id="{1BCA5E8C-4D87-4EA0-B524-0B9EF3DE17B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49" y="1917"/>
                <a:ext cx="34" cy="114"/>
              </a:xfrm>
              <a:custGeom>
                <a:avLst/>
                <a:gdLst>
                  <a:gd name="T0" fmla="*/ 6 w 34"/>
                  <a:gd name="T1" fmla="*/ 7 h 114"/>
                  <a:gd name="T2" fmla="*/ 13 w 34"/>
                  <a:gd name="T3" fmla="*/ 9 h 114"/>
                  <a:gd name="T4" fmla="*/ 28 w 34"/>
                  <a:gd name="T5" fmla="*/ 102 h 114"/>
                  <a:gd name="T6" fmla="*/ 13 w 34"/>
                  <a:gd name="T7" fmla="*/ 108 h 114"/>
                  <a:gd name="T8" fmla="*/ 6 w 34"/>
                  <a:gd name="T9" fmla="*/ 105 h 114"/>
                  <a:gd name="T10" fmla="*/ 6 w 34"/>
                  <a:gd name="T11" fmla="*/ 7 h 114"/>
                  <a:gd name="T12" fmla="*/ 0 w 34"/>
                  <a:gd name="T13" fmla="*/ 0 h 114"/>
                  <a:gd name="T14" fmla="*/ 0 w 34"/>
                  <a:gd name="T15" fmla="*/ 109 h 114"/>
                  <a:gd name="T16" fmla="*/ 13 w 34"/>
                  <a:gd name="T17" fmla="*/ 114 h 114"/>
                  <a:gd name="T18" fmla="*/ 34 w 34"/>
                  <a:gd name="T19" fmla="*/ 106 h 114"/>
                  <a:gd name="T20" fmla="*/ 19 w 34"/>
                  <a:gd name="T21" fmla="*/ 4 h 114"/>
                  <a:gd name="T22" fmla="*/ 0 w 34"/>
                  <a:gd name="T23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4" h="114">
                    <a:moveTo>
                      <a:pt x="6" y="7"/>
                    </a:moveTo>
                    <a:lnTo>
                      <a:pt x="13" y="9"/>
                    </a:lnTo>
                    <a:lnTo>
                      <a:pt x="28" y="102"/>
                    </a:lnTo>
                    <a:lnTo>
                      <a:pt x="13" y="108"/>
                    </a:lnTo>
                    <a:lnTo>
                      <a:pt x="6" y="105"/>
                    </a:lnTo>
                    <a:lnTo>
                      <a:pt x="6" y="7"/>
                    </a:lnTo>
                    <a:moveTo>
                      <a:pt x="0" y="0"/>
                    </a:moveTo>
                    <a:lnTo>
                      <a:pt x="0" y="109"/>
                    </a:lnTo>
                    <a:lnTo>
                      <a:pt x="13" y="114"/>
                    </a:lnTo>
                    <a:lnTo>
                      <a:pt x="34" y="106"/>
                    </a:lnTo>
                    <a:lnTo>
                      <a:pt x="19" y="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9" name="Freeform 197">
                <a:extLst>
                  <a:ext uri="{FF2B5EF4-FFF2-40B4-BE49-F238E27FC236}">
                    <a16:creationId xmlns:a16="http://schemas.microsoft.com/office/drawing/2014/main" id="{773C5A58-2F24-4B4E-AD61-21CEFCDD1E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2" y="1921"/>
                <a:ext cx="35" cy="110"/>
              </a:xfrm>
              <a:custGeom>
                <a:avLst/>
                <a:gdLst>
                  <a:gd name="T0" fmla="*/ 0 w 35"/>
                  <a:gd name="T1" fmla="*/ 0 h 110"/>
                  <a:gd name="T2" fmla="*/ 0 w 35"/>
                  <a:gd name="T3" fmla="*/ 110 h 110"/>
                  <a:gd name="T4" fmla="*/ 35 w 35"/>
                  <a:gd name="T5" fmla="*/ 108 h 110"/>
                  <a:gd name="T6" fmla="*/ 35 w 35"/>
                  <a:gd name="T7" fmla="*/ 6 h 110"/>
                  <a:gd name="T8" fmla="*/ 0 w 35"/>
                  <a:gd name="T9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110">
                    <a:moveTo>
                      <a:pt x="0" y="0"/>
                    </a:moveTo>
                    <a:lnTo>
                      <a:pt x="0" y="110"/>
                    </a:lnTo>
                    <a:lnTo>
                      <a:pt x="35" y="108"/>
                    </a:lnTo>
                    <a:lnTo>
                      <a:pt x="35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0" name="Freeform 198">
                <a:extLst>
                  <a:ext uri="{FF2B5EF4-FFF2-40B4-BE49-F238E27FC236}">
                    <a16:creationId xmlns:a16="http://schemas.microsoft.com/office/drawing/2014/main" id="{2046F30B-C219-41A0-806B-35C3F87134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7" y="1961"/>
                <a:ext cx="29" cy="119"/>
              </a:xfrm>
              <a:custGeom>
                <a:avLst/>
                <a:gdLst>
                  <a:gd name="T0" fmla="*/ 0 w 29"/>
                  <a:gd name="T1" fmla="*/ 115 h 119"/>
                  <a:gd name="T2" fmla="*/ 0 w 29"/>
                  <a:gd name="T3" fmla="*/ 0 h 119"/>
                  <a:gd name="T4" fmla="*/ 13 w 29"/>
                  <a:gd name="T5" fmla="*/ 4 h 119"/>
                  <a:gd name="T6" fmla="*/ 29 w 29"/>
                  <a:gd name="T7" fmla="*/ 112 h 119"/>
                  <a:gd name="T8" fmla="*/ 10 w 29"/>
                  <a:gd name="T9" fmla="*/ 119 h 119"/>
                  <a:gd name="T10" fmla="*/ 0 w 29"/>
                  <a:gd name="T11" fmla="*/ 115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9" h="119">
                    <a:moveTo>
                      <a:pt x="0" y="115"/>
                    </a:moveTo>
                    <a:lnTo>
                      <a:pt x="0" y="0"/>
                    </a:lnTo>
                    <a:lnTo>
                      <a:pt x="13" y="4"/>
                    </a:lnTo>
                    <a:lnTo>
                      <a:pt x="29" y="112"/>
                    </a:lnTo>
                    <a:lnTo>
                      <a:pt x="10" y="119"/>
                    </a:lnTo>
                    <a:lnTo>
                      <a:pt x="0" y="1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1" name="Freeform 199">
                <a:extLst>
                  <a:ext uri="{FF2B5EF4-FFF2-40B4-BE49-F238E27FC236}">
                    <a16:creationId xmlns:a16="http://schemas.microsoft.com/office/drawing/2014/main" id="{F49E2397-B129-4B53-87A6-C8ECEDC11C9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34" y="1958"/>
                <a:ext cx="35" cy="125"/>
              </a:xfrm>
              <a:custGeom>
                <a:avLst/>
                <a:gdLst>
                  <a:gd name="T0" fmla="*/ 6 w 35"/>
                  <a:gd name="T1" fmla="*/ 7 h 125"/>
                  <a:gd name="T2" fmla="*/ 13 w 35"/>
                  <a:gd name="T3" fmla="*/ 9 h 125"/>
                  <a:gd name="T4" fmla="*/ 28 w 35"/>
                  <a:gd name="T5" fmla="*/ 113 h 125"/>
                  <a:gd name="T6" fmla="*/ 13 w 35"/>
                  <a:gd name="T7" fmla="*/ 119 h 125"/>
                  <a:gd name="T8" fmla="*/ 6 w 35"/>
                  <a:gd name="T9" fmla="*/ 116 h 125"/>
                  <a:gd name="T10" fmla="*/ 6 w 35"/>
                  <a:gd name="T11" fmla="*/ 7 h 125"/>
                  <a:gd name="T12" fmla="*/ 0 w 35"/>
                  <a:gd name="T13" fmla="*/ 0 h 125"/>
                  <a:gd name="T14" fmla="*/ 0 w 35"/>
                  <a:gd name="T15" fmla="*/ 121 h 125"/>
                  <a:gd name="T16" fmla="*/ 13 w 35"/>
                  <a:gd name="T17" fmla="*/ 125 h 125"/>
                  <a:gd name="T18" fmla="*/ 35 w 35"/>
                  <a:gd name="T19" fmla="*/ 118 h 125"/>
                  <a:gd name="T20" fmla="*/ 19 w 35"/>
                  <a:gd name="T21" fmla="*/ 4 h 125"/>
                  <a:gd name="T22" fmla="*/ 0 w 35"/>
                  <a:gd name="T23" fmla="*/ 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5" h="125">
                    <a:moveTo>
                      <a:pt x="6" y="7"/>
                    </a:moveTo>
                    <a:lnTo>
                      <a:pt x="13" y="9"/>
                    </a:lnTo>
                    <a:lnTo>
                      <a:pt x="28" y="113"/>
                    </a:lnTo>
                    <a:lnTo>
                      <a:pt x="13" y="119"/>
                    </a:lnTo>
                    <a:lnTo>
                      <a:pt x="6" y="116"/>
                    </a:lnTo>
                    <a:lnTo>
                      <a:pt x="6" y="7"/>
                    </a:lnTo>
                    <a:close/>
                    <a:moveTo>
                      <a:pt x="0" y="0"/>
                    </a:moveTo>
                    <a:lnTo>
                      <a:pt x="0" y="121"/>
                    </a:lnTo>
                    <a:lnTo>
                      <a:pt x="13" y="125"/>
                    </a:lnTo>
                    <a:lnTo>
                      <a:pt x="35" y="118"/>
                    </a:lnTo>
                    <a:lnTo>
                      <a:pt x="19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2" name="Freeform 200">
                <a:extLst>
                  <a:ext uri="{FF2B5EF4-FFF2-40B4-BE49-F238E27FC236}">
                    <a16:creationId xmlns:a16="http://schemas.microsoft.com/office/drawing/2014/main" id="{1078134C-A56C-4561-B78F-E4BD10FB8A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34" y="1958"/>
                <a:ext cx="35" cy="125"/>
              </a:xfrm>
              <a:custGeom>
                <a:avLst/>
                <a:gdLst>
                  <a:gd name="T0" fmla="*/ 6 w 35"/>
                  <a:gd name="T1" fmla="*/ 7 h 125"/>
                  <a:gd name="T2" fmla="*/ 13 w 35"/>
                  <a:gd name="T3" fmla="*/ 9 h 125"/>
                  <a:gd name="T4" fmla="*/ 28 w 35"/>
                  <a:gd name="T5" fmla="*/ 113 h 125"/>
                  <a:gd name="T6" fmla="*/ 13 w 35"/>
                  <a:gd name="T7" fmla="*/ 119 h 125"/>
                  <a:gd name="T8" fmla="*/ 6 w 35"/>
                  <a:gd name="T9" fmla="*/ 116 h 125"/>
                  <a:gd name="T10" fmla="*/ 6 w 35"/>
                  <a:gd name="T11" fmla="*/ 7 h 125"/>
                  <a:gd name="T12" fmla="*/ 0 w 35"/>
                  <a:gd name="T13" fmla="*/ 0 h 125"/>
                  <a:gd name="T14" fmla="*/ 0 w 35"/>
                  <a:gd name="T15" fmla="*/ 121 h 125"/>
                  <a:gd name="T16" fmla="*/ 13 w 35"/>
                  <a:gd name="T17" fmla="*/ 125 h 125"/>
                  <a:gd name="T18" fmla="*/ 35 w 35"/>
                  <a:gd name="T19" fmla="*/ 118 h 125"/>
                  <a:gd name="T20" fmla="*/ 19 w 35"/>
                  <a:gd name="T21" fmla="*/ 4 h 125"/>
                  <a:gd name="T22" fmla="*/ 0 w 35"/>
                  <a:gd name="T23" fmla="*/ 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5" h="125">
                    <a:moveTo>
                      <a:pt x="6" y="7"/>
                    </a:moveTo>
                    <a:lnTo>
                      <a:pt x="13" y="9"/>
                    </a:lnTo>
                    <a:lnTo>
                      <a:pt x="28" y="113"/>
                    </a:lnTo>
                    <a:lnTo>
                      <a:pt x="13" y="119"/>
                    </a:lnTo>
                    <a:lnTo>
                      <a:pt x="6" y="116"/>
                    </a:lnTo>
                    <a:lnTo>
                      <a:pt x="6" y="7"/>
                    </a:lnTo>
                    <a:moveTo>
                      <a:pt x="0" y="0"/>
                    </a:moveTo>
                    <a:lnTo>
                      <a:pt x="0" y="121"/>
                    </a:lnTo>
                    <a:lnTo>
                      <a:pt x="13" y="125"/>
                    </a:lnTo>
                    <a:lnTo>
                      <a:pt x="35" y="118"/>
                    </a:lnTo>
                    <a:lnTo>
                      <a:pt x="19" y="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3" name="Freeform 201">
                <a:extLst>
                  <a:ext uri="{FF2B5EF4-FFF2-40B4-BE49-F238E27FC236}">
                    <a16:creationId xmlns:a16="http://schemas.microsoft.com/office/drawing/2014/main" id="{CF2D85D4-83C3-4920-BD34-30B9F65FAA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7" y="1958"/>
                <a:ext cx="35" cy="125"/>
              </a:xfrm>
              <a:custGeom>
                <a:avLst/>
                <a:gdLst>
                  <a:gd name="T0" fmla="*/ 0 w 35"/>
                  <a:gd name="T1" fmla="*/ 4 h 125"/>
                  <a:gd name="T2" fmla="*/ 0 w 35"/>
                  <a:gd name="T3" fmla="*/ 125 h 125"/>
                  <a:gd name="T4" fmla="*/ 35 w 35"/>
                  <a:gd name="T5" fmla="*/ 124 h 125"/>
                  <a:gd name="T6" fmla="*/ 35 w 35"/>
                  <a:gd name="T7" fmla="*/ 0 h 125"/>
                  <a:gd name="T8" fmla="*/ 0 w 35"/>
                  <a:gd name="T9" fmla="*/ 4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125">
                    <a:moveTo>
                      <a:pt x="0" y="4"/>
                    </a:moveTo>
                    <a:lnTo>
                      <a:pt x="0" y="125"/>
                    </a:lnTo>
                    <a:lnTo>
                      <a:pt x="35" y="124"/>
                    </a:lnTo>
                    <a:lnTo>
                      <a:pt x="35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4" name="Freeform 202">
                <a:extLst>
                  <a:ext uri="{FF2B5EF4-FFF2-40B4-BE49-F238E27FC236}">
                    <a16:creationId xmlns:a16="http://schemas.microsoft.com/office/drawing/2014/main" id="{CCA536F7-7C54-4A77-9C68-62A8399A9C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1" y="1951"/>
                <a:ext cx="26" cy="107"/>
              </a:xfrm>
              <a:custGeom>
                <a:avLst/>
                <a:gdLst>
                  <a:gd name="T0" fmla="*/ 0 w 26"/>
                  <a:gd name="T1" fmla="*/ 104 h 107"/>
                  <a:gd name="T2" fmla="*/ 0 w 26"/>
                  <a:gd name="T3" fmla="*/ 0 h 107"/>
                  <a:gd name="T4" fmla="*/ 11 w 26"/>
                  <a:gd name="T5" fmla="*/ 2 h 107"/>
                  <a:gd name="T6" fmla="*/ 26 w 26"/>
                  <a:gd name="T7" fmla="*/ 101 h 107"/>
                  <a:gd name="T8" fmla="*/ 10 w 26"/>
                  <a:gd name="T9" fmla="*/ 107 h 107"/>
                  <a:gd name="T10" fmla="*/ 0 w 26"/>
                  <a:gd name="T11" fmla="*/ 104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6" h="107">
                    <a:moveTo>
                      <a:pt x="0" y="104"/>
                    </a:moveTo>
                    <a:lnTo>
                      <a:pt x="0" y="0"/>
                    </a:lnTo>
                    <a:lnTo>
                      <a:pt x="11" y="2"/>
                    </a:lnTo>
                    <a:lnTo>
                      <a:pt x="26" y="101"/>
                    </a:lnTo>
                    <a:lnTo>
                      <a:pt x="10" y="107"/>
                    </a:lnTo>
                    <a:lnTo>
                      <a:pt x="0" y="1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5" name="Freeform 203">
                <a:extLst>
                  <a:ext uri="{FF2B5EF4-FFF2-40B4-BE49-F238E27FC236}">
                    <a16:creationId xmlns:a16="http://schemas.microsoft.com/office/drawing/2014/main" id="{C3BBBADE-8DA9-4D9D-BAA6-55272737F0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28" y="1948"/>
                <a:ext cx="32" cy="113"/>
              </a:xfrm>
              <a:custGeom>
                <a:avLst/>
                <a:gdLst>
                  <a:gd name="T0" fmla="*/ 6 w 32"/>
                  <a:gd name="T1" fmla="*/ 7 h 113"/>
                  <a:gd name="T2" fmla="*/ 11 w 32"/>
                  <a:gd name="T3" fmla="*/ 8 h 113"/>
                  <a:gd name="T4" fmla="*/ 26 w 32"/>
                  <a:gd name="T5" fmla="*/ 103 h 113"/>
                  <a:gd name="T6" fmla="*/ 13 w 32"/>
                  <a:gd name="T7" fmla="*/ 107 h 113"/>
                  <a:gd name="T8" fmla="*/ 6 w 32"/>
                  <a:gd name="T9" fmla="*/ 104 h 113"/>
                  <a:gd name="T10" fmla="*/ 6 w 32"/>
                  <a:gd name="T11" fmla="*/ 7 h 113"/>
                  <a:gd name="T12" fmla="*/ 0 w 32"/>
                  <a:gd name="T13" fmla="*/ 0 h 113"/>
                  <a:gd name="T14" fmla="*/ 0 w 32"/>
                  <a:gd name="T15" fmla="*/ 109 h 113"/>
                  <a:gd name="T16" fmla="*/ 13 w 32"/>
                  <a:gd name="T17" fmla="*/ 113 h 113"/>
                  <a:gd name="T18" fmla="*/ 32 w 32"/>
                  <a:gd name="T19" fmla="*/ 106 h 113"/>
                  <a:gd name="T20" fmla="*/ 17 w 32"/>
                  <a:gd name="T21" fmla="*/ 4 h 113"/>
                  <a:gd name="T22" fmla="*/ 0 w 32"/>
                  <a:gd name="T23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2" h="113">
                    <a:moveTo>
                      <a:pt x="6" y="7"/>
                    </a:moveTo>
                    <a:lnTo>
                      <a:pt x="11" y="8"/>
                    </a:lnTo>
                    <a:lnTo>
                      <a:pt x="26" y="103"/>
                    </a:lnTo>
                    <a:lnTo>
                      <a:pt x="13" y="107"/>
                    </a:lnTo>
                    <a:lnTo>
                      <a:pt x="6" y="104"/>
                    </a:lnTo>
                    <a:lnTo>
                      <a:pt x="6" y="7"/>
                    </a:lnTo>
                    <a:close/>
                    <a:moveTo>
                      <a:pt x="0" y="0"/>
                    </a:moveTo>
                    <a:lnTo>
                      <a:pt x="0" y="109"/>
                    </a:lnTo>
                    <a:lnTo>
                      <a:pt x="13" y="113"/>
                    </a:lnTo>
                    <a:lnTo>
                      <a:pt x="32" y="106"/>
                    </a:lnTo>
                    <a:lnTo>
                      <a:pt x="17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6" name="Freeform 204">
                <a:extLst>
                  <a:ext uri="{FF2B5EF4-FFF2-40B4-BE49-F238E27FC236}">
                    <a16:creationId xmlns:a16="http://schemas.microsoft.com/office/drawing/2014/main" id="{07249530-3161-4E51-9DE2-4A16DB1E56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28" y="1948"/>
                <a:ext cx="32" cy="113"/>
              </a:xfrm>
              <a:custGeom>
                <a:avLst/>
                <a:gdLst>
                  <a:gd name="T0" fmla="*/ 6 w 32"/>
                  <a:gd name="T1" fmla="*/ 7 h 113"/>
                  <a:gd name="T2" fmla="*/ 11 w 32"/>
                  <a:gd name="T3" fmla="*/ 8 h 113"/>
                  <a:gd name="T4" fmla="*/ 26 w 32"/>
                  <a:gd name="T5" fmla="*/ 103 h 113"/>
                  <a:gd name="T6" fmla="*/ 13 w 32"/>
                  <a:gd name="T7" fmla="*/ 107 h 113"/>
                  <a:gd name="T8" fmla="*/ 6 w 32"/>
                  <a:gd name="T9" fmla="*/ 104 h 113"/>
                  <a:gd name="T10" fmla="*/ 6 w 32"/>
                  <a:gd name="T11" fmla="*/ 7 h 113"/>
                  <a:gd name="T12" fmla="*/ 0 w 32"/>
                  <a:gd name="T13" fmla="*/ 0 h 113"/>
                  <a:gd name="T14" fmla="*/ 0 w 32"/>
                  <a:gd name="T15" fmla="*/ 109 h 113"/>
                  <a:gd name="T16" fmla="*/ 13 w 32"/>
                  <a:gd name="T17" fmla="*/ 113 h 113"/>
                  <a:gd name="T18" fmla="*/ 32 w 32"/>
                  <a:gd name="T19" fmla="*/ 106 h 113"/>
                  <a:gd name="T20" fmla="*/ 17 w 32"/>
                  <a:gd name="T21" fmla="*/ 4 h 113"/>
                  <a:gd name="T22" fmla="*/ 0 w 32"/>
                  <a:gd name="T23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2" h="113">
                    <a:moveTo>
                      <a:pt x="6" y="7"/>
                    </a:moveTo>
                    <a:lnTo>
                      <a:pt x="11" y="8"/>
                    </a:lnTo>
                    <a:lnTo>
                      <a:pt x="26" y="103"/>
                    </a:lnTo>
                    <a:lnTo>
                      <a:pt x="13" y="107"/>
                    </a:lnTo>
                    <a:lnTo>
                      <a:pt x="6" y="104"/>
                    </a:lnTo>
                    <a:lnTo>
                      <a:pt x="6" y="7"/>
                    </a:lnTo>
                    <a:moveTo>
                      <a:pt x="0" y="0"/>
                    </a:moveTo>
                    <a:lnTo>
                      <a:pt x="0" y="109"/>
                    </a:lnTo>
                    <a:lnTo>
                      <a:pt x="13" y="113"/>
                    </a:lnTo>
                    <a:lnTo>
                      <a:pt x="32" y="106"/>
                    </a:lnTo>
                    <a:lnTo>
                      <a:pt x="17" y="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sp>
          <p:nvSpPr>
            <p:cNvPr id="8" name="Freeform 206">
              <a:extLst>
                <a:ext uri="{FF2B5EF4-FFF2-40B4-BE49-F238E27FC236}">
                  <a16:creationId xmlns:a16="http://schemas.microsoft.com/office/drawing/2014/main" id="{1EDEF87E-6B70-47DA-B764-344F10385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4" y="1951"/>
              <a:ext cx="26" cy="107"/>
            </a:xfrm>
            <a:custGeom>
              <a:avLst/>
              <a:gdLst>
                <a:gd name="T0" fmla="*/ 0 w 26"/>
                <a:gd name="T1" fmla="*/ 2 h 107"/>
                <a:gd name="T2" fmla="*/ 26 w 26"/>
                <a:gd name="T3" fmla="*/ 0 h 107"/>
                <a:gd name="T4" fmla="*/ 26 w 26"/>
                <a:gd name="T5" fmla="*/ 106 h 107"/>
                <a:gd name="T6" fmla="*/ 0 w 26"/>
                <a:gd name="T7" fmla="*/ 107 h 107"/>
                <a:gd name="T8" fmla="*/ 0 w 26"/>
                <a:gd name="T9" fmla="*/ 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07">
                  <a:moveTo>
                    <a:pt x="0" y="2"/>
                  </a:moveTo>
                  <a:lnTo>
                    <a:pt x="26" y="0"/>
                  </a:lnTo>
                  <a:lnTo>
                    <a:pt x="26" y="106"/>
                  </a:lnTo>
                  <a:lnTo>
                    <a:pt x="0" y="107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" name="Freeform 207">
              <a:extLst>
                <a:ext uri="{FF2B5EF4-FFF2-40B4-BE49-F238E27FC236}">
                  <a16:creationId xmlns:a16="http://schemas.microsoft.com/office/drawing/2014/main" id="{E8E9FECD-5AD5-4AEF-B421-6484C15335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41" y="1948"/>
              <a:ext cx="32" cy="113"/>
            </a:xfrm>
            <a:custGeom>
              <a:avLst/>
              <a:gdLst>
                <a:gd name="T0" fmla="*/ 26 w 32"/>
                <a:gd name="T1" fmla="*/ 5 h 113"/>
                <a:gd name="T2" fmla="*/ 26 w 32"/>
                <a:gd name="T3" fmla="*/ 107 h 113"/>
                <a:gd name="T4" fmla="*/ 6 w 32"/>
                <a:gd name="T5" fmla="*/ 107 h 113"/>
                <a:gd name="T6" fmla="*/ 6 w 32"/>
                <a:gd name="T7" fmla="*/ 8 h 113"/>
                <a:gd name="T8" fmla="*/ 26 w 32"/>
                <a:gd name="T9" fmla="*/ 5 h 113"/>
                <a:gd name="T10" fmla="*/ 32 w 32"/>
                <a:gd name="T11" fmla="*/ 0 h 113"/>
                <a:gd name="T12" fmla="*/ 0 w 32"/>
                <a:gd name="T13" fmla="*/ 4 h 113"/>
                <a:gd name="T14" fmla="*/ 0 w 32"/>
                <a:gd name="T15" fmla="*/ 113 h 113"/>
                <a:gd name="T16" fmla="*/ 32 w 32"/>
                <a:gd name="T17" fmla="*/ 112 h 113"/>
                <a:gd name="T18" fmla="*/ 32 w 32"/>
                <a:gd name="T19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113">
                  <a:moveTo>
                    <a:pt x="26" y="5"/>
                  </a:moveTo>
                  <a:lnTo>
                    <a:pt x="26" y="107"/>
                  </a:lnTo>
                  <a:lnTo>
                    <a:pt x="6" y="107"/>
                  </a:lnTo>
                  <a:lnTo>
                    <a:pt x="6" y="8"/>
                  </a:lnTo>
                  <a:lnTo>
                    <a:pt x="26" y="5"/>
                  </a:lnTo>
                  <a:close/>
                  <a:moveTo>
                    <a:pt x="32" y="0"/>
                  </a:moveTo>
                  <a:lnTo>
                    <a:pt x="0" y="4"/>
                  </a:lnTo>
                  <a:lnTo>
                    <a:pt x="0" y="113"/>
                  </a:lnTo>
                  <a:lnTo>
                    <a:pt x="32" y="112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" name="Freeform 208">
              <a:extLst>
                <a:ext uri="{FF2B5EF4-FFF2-40B4-BE49-F238E27FC236}">
                  <a16:creationId xmlns:a16="http://schemas.microsoft.com/office/drawing/2014/main" id="{2D26AE84-E9A2-4FE7-8BAE-BB291FBE7F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41" y="1948"/>
              <a:ext cx="32" cy="113"/>
            </a:xfrm>
            <a:custGeom>
              <a:avLst/>
              <a:gdLst>
                <a:gd name="T0" fmla="*/ 26 w 32"/>
                <a:gd name="T1" fmla="*/ 5 h 113"/>
                <a:gd name="T2" fmla="*/ 26 w 32"/>
                <a:gd name="T3" fmla="*/ 107 h 113"/>
                <a:gd name="T4" fmla="*/ 6 w 32"/>
                <a:gd name="T5" fmla="*/ 107 h 113"/>
                <a:gd name="T6" fmla="*/ 6 w 32"/>
                <a:gd name="T7" fmla="*/ 8 h 113"/>
                <a:gd name="T8" fmla="*/ 26 w 32"/>
                <a:gd name="T9" fmla="*/ 5 h 113"/>
                <a:gd name="T10" fmla="*/ 32 w 32"/>
                <a:gd name="T11" fmla="*/ 0 h 113"/>
                <a:gd name="T12" fmla="*/ 0 w 32"/>
                <a:gd name="T13" fmla="*/ 4 h 113"/>
                <a:gd name="T14" fmla="*/ 0 w 32"/>
                <a:gd name="T15" fmla="*/ 113 h 113"/>
                <a:gd name="T16" fmla="*/ 32 w 32"/>
                <a:gd name="T17" fmla="*/ 112 h 113"/>
                <a:gd name="T18" fmla="*/ 32 w 32"/>
                <a:gd name="T19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113">
                  <a:moveTo>
                    <a:pt x="26" y="5"/>
                  </a:moveTo>
                  <a:lnTo>
                    <a:pt x="26" y="107"/>
                  </a:lnTo>
                  <a:lnTo>
                    <a:pt x="6" y="107"/>
                  </a:lnTo>
                  <a:lnTo>
                    <a:pt x="6" y="8"/>
                  </a:lnTo>
                  <a:lnTo>
                    <a:pt x="26" y="5"/>
                  </a:lnTo>
                  <a:moveTo>
                    <a:pt x="32" y="0"/>
                  </a:moveTo>
                  <a:lnTo>
                    <a:pt x="0" y="4"/>
                  </a:lnTo>
                  <a:lnTo>
                    <a:pt x="0" y="113"/>
                  </a:lnTo>
                  <a:lnTo>
                    <a:pt x="32" y="112"/>
                  </a:lnTo>
                  <a:lnTo>
                    <a:pt x="3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" name="Freeform 209">
              <a:extLst>
                <a:ext uri="{FF2B5EF4-FFF2-40B4-BE49-F238E27FC236}">
                  <a16:creationId xmlns:a16="http://schemas.microsoft.com/office/drawing/2014/main" id="{B9E92D7D-96BB-4EA5-89D9-E24719039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1" y="1921"/>
              <a:ext cx="26" cy="108"/>
            </a:xfrm>
            <a:custGeom>
              <a:avLst/>
              <a:gdLst>
                <a:gd name="T0" fmla="*/ 0 w 26"/>
                <a:gd name="T1" fmla="*/ 105 h 108"/>
                <a:gd name="T2" fmla="*/ 0 w 26"/>
                <a:gd name="T3" fmla="*/ 0 h 108"/>
                <a:gd name="T4" fmla="*/ 13 w 26"/>
                <a:gd name="T5" fmla="*/ 3 h 108"/>
                <a:gd name="T6" fmla="*/ 26 w 26"/>
                <a:gd name="T7" fmla="*/ 102 h 108"/>
                <a:gd name="T8" fmla="*/ 10 w 26"/>
                <a:gd name="T9" fmla="*/ 108 h 108"/>
                <a:gd name="T10" fmla="*/ 0 w 26"/>
                <a:gd name="T11" fmla="*/ 10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08">
                  <a:moveTo>
                    <a:pt x="0" y="105"/>
                  </a:moveTo>
                  <a:lnTo>
                    <a:pt x="0" y="0"/>
                  </a:lnTo>
                  <a:lnTo>
                    <a:pt x="13" y="3"/>
                  </a:lnTo>
                  <a:lnTo>
                    <a:pt x="26" y="102"/>
                  </a:lnTo>
                  <a:lnTo>
                    <a:pt x="10" y="108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" name="Freeform 210">
              <a:extLst>
                <a:ext uri="{FF2B5EF4-FFF2-40B4-BE49-F238E27FC236}">
                  <a16:creationId xmlns:a16="http://schemas.microsoft.com/office/drawing/2014/main" id="{D24D2F9D-3533-4B31-BE65-B6928CECA0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88" y="1919"/>
              <a:ext cx="32" cy="115"/>
            </a:xfrm>
            <a:custGeom>
              <a:avLst/>
              <a:gdLst>
                <a:gd name="T0" fmla="*/ 5 w 32"/>
                <a:gd name="T1" fmla="*/ 7 h 115"/>
                <a:gd name="T2" fmla="*/ 13 w 32"/>
                <a:gd name="T3" fmla="*/ 8 h 115"/>
                <a:gd name="T4" fmla="*/ 26 w 32"/>
                <a:gd name="T5" fmla="*/ 103 h 115"/>
                <a:gd name="T6" fmla="*/ 13 w 32"/>
                <a:gd name="T7" fmla="*/ 107 h 115"/>
                <a:gd name="T8" fmla="*/ 5 w 32"/>
                <a:gd name="T9" fmla="*/ 106 h 115"/>
                <a:gd name="T10" fmla="*/ 5 w 32"/>
                <a:gd name="T11" fmla="*/ 7 h 115"/>
                <a:gd name="T12" fmla="*/ 0 w 32"/>
                <a:gd name="T13" fmla="*/ 0 h 115"/>
                <a:gd name="T14" fmla="*/ 0 w 32"/>
                <a:gd name="T15" fmla="*/ 109 h 115"/>
                <a:gd name="T16" fmla="*/ 13 w 32"/>
                <a:gd name="T17" fmla="*/ 115 h 115"/>
                <a:gd name="T18" fmla="*/ 32 w 32"/>
                <a:gd name="T19" fmla="*/ 107 h 115"/>
                <a:gd name="T20" fmla="*/ 19 w 32"/>
                <a:gd name="T21" fmla="*/ 4 h 115"/>
                <a:gd name="T22" fmla="*/ 0 w 32"/>
                <a:gd name="T23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" h="115">
                  <a:moveTo>
                    <a:pt x="5" y="7"/>
                  </a:moveTo>
                  <a:lnTo>
                    <a:pt x="13" y="8"/>
                  </a:lnTo>
                  <a:lnTo>
                    <a:pt x="26" y="103"/>
                  </a:lnTo>
                  <a:lnTo>
                    <a:pt x="13" y="107"/>
                  </a:lnTo>
                  <a:lnTo>
                    <a:pt x="5" y="106"/>
                  </a:lnTo>
                  <a:lnTo>
                    <a:pt x="5" y="7"/>
                  </a:lnTo>
                  <a:close/>
                  <a:moveTo>
                    <a:pt x="0" y="0"/>
                  </a:moveTo>
                  <a:lnTo>
                    <a:pt x="0" y="109"/>
                  </a:lnTo>
                  <a:lnTo>
                    <a:pt x="13" y="115"/>
                  </a:lnTo>
                  <a:lnTo>
                    <a:pt x="32" y="107"/>
                  </a:lnTo>
                  <a:lnTo>
                    <a:pt x="19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" name="Freeform 211">
              <a:extLst>
                <a:ext uri="{FF2B5EF4-FFF2-40B4-BE49-F238E27FC236}">
                  <a16:creationId xmlns:a16="http://schemas.microsoft.com/office/drawing/2014/main" id="{7A5558C9-6B29-4B95-B9AF-9949AFB1A3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88" y="1919"/>
              <a:ext cx="32" cy="115"/>
            </a:xfrm>
            <a:custGeom>
              <a:avLst/>
              <a:gdLst>
                <a:gd name="T0" fmla="*/ 5 w 32"/>
                <a:gd name="T1" fmla="*/ 7 h 115"/>
                <a:gd name="T2" fmla="*/ 13 w 32"/>
                <a:gd name="T3" fmla="*/ 8 h 115"/>
                <a:gd name="T4" fmla="*/ 26 w 32"/>
                <a:gd name="T5" fmla="*/ 103 h 115"/>
                <a:gd name="T6" fmla="*/ 13 w 32"/>
                <a:gd name="T7" fmla="*/ 107 h 115"/>
                <a:gd name="T8" fmla="*/ 5 w 32"/>
                <a:gd name="T9" fmla="*/ 106 h 115"/>
                <a:gd name="T10" fmla="*/ 5 w 32"/>
                <a:gd name="T11" fmla="*/ 7 h 115"/>
                <a:gd name="T12" fmla="*/ 0 w 32"/>
                <a:gd name="T13" fmla="*/ 0 h 115"/>
                <a:gd name="T14" fmla="*/ 0 w 32"/>
                <a:gd name="T15" fmla="*/ 109 h 115"/>
                <a:gd name="T16" fmla="*/ 13 w 32"/>
                <a:gd name="T17" fmla="*/ 115 h 115"/>
                <a:gd name="T18" fmla="*/ 32 w 32"/>
                <a:gd name="T19" fmla="*/ 107 h 115"/>
                <a:gd name="T20" fmla="*/ 19 w 32"/>
                <a:gd name="T21" fmla="*/ 4 h 115"/>
                <a:gd name="T22" fmla="*/ 0 w 32"/>
                <a:gd name="T23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" h="115">
                  <a:moveTo>
                    <a:pt x="5" y="7"/>
                  </a:moveTo>
                  <a:lnTo>
                    <a:pt x="13" y="8"/>
                  </a:lnTo>
                  <a:lnTo>
                    <a:pt x="26" y="103"/>
                  </a:lnTo>
                  <a:lnTo>
                    <a:pt x="13" y="107"/>
                  </a:lnTo>
                  <a:lnTo>
                    <a:pt x="5" y="106"/>
                  </a:lnTo>
                  <a:lnTo>
                    <a:pt x="5" y="7"/>
                  </a:lnTo>
                  <a:moveTo>
                    <a:pt x="0" y="0"/>
                  </a:moveTo>
                  <a:lnTo>
                    <a:pt x="0" y="109"/>
                  </a:lnTo>
                  <a:lnTo>
                    <a:pt x="13" y="115"/>
                  </a:lnTo>
                  <a:lnTo>
                    <a:pt x="32" y="107"/>
                  </a:lnTo>
                  <a:lnTo>
                    <a:pt x="19" y="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4" name="Freeform 212">
              <a:extLst>
                <a:ext uri="{FF2B5EF4-FFF2-40B4-BE49-F238E27FC236}">
                  <a16:creationId xmlns:a16="http://schemas.microsoft.com/office/drawing/2014/main" id="{5DA3A083-61CC-439E-9DE7-D4BB30AE8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4" y="1921"/>
              <a:ext cx="26" cy="110"/>
            </a:xfrm>
            <a:custGeom>
              <a:avLst/>
              <a:gdLst>
                <a:gd name="T0" fmla="*/ 0 w 26"/>
                <a:gd name="T1" fmla="*/ 5 h 110"/>
                <a:gd name="T2" fmla="*/ 26 w 26"/>
                <a:gd name="T3" fmla="*/ 0 h 110"/>
                <a:gd name="T4" fmla="*/ 26 w 26"/>
                <a:gd name="T5" fmla="*/ 108 h 110"/>
                <a:gd name="T6" fmla="*/ 0 w 26"/>
                <a:gd name="T7" fmla="*/ 110 h 110"/>
                <a:gd name="T8" fmla="*/ 0 w 26"/>
                <a:gd name="T9" fmla="*/ 5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10">
                  <a:moveTo>
                    <a:pt x="0" y="5"/>
                  </a:moveTo>
                  <a:lnTo>
                    <a:pt x="26" y="0"/>
                  </a:lnTo>
                  <a:lnTo>
                    <a:pt x="26" y="108"/>
                  </a:lnTo>
                  <a:lnTo>
                    <a:pt x="0" y="11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" name="Freeform 213">
              <a:extLst>
                <a:ext uri="{FF2B5EF4-FFF2-40B4-BE49-F238E27FC236}">
                  <a16:creationId xmlns:a16="http://schemas.microsoft.com/office/drawing/2014/main" id="{EA683BE0-2E86-4549-8B88-C95B92C835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01" y="1919"/>
              <a:ext cx="32" cy="115"/>
            </a:xfrm>
            <a:custGeom>
              <a:avLst/>
              <a:gdLst>
                <a:gd name="T0" fmla="*/ 26 w 32"/>
                <a:gd name="T1" fmla="*/ 7 h 115"/>
                <a:gd name="T2" fmla="*/ 26 w 32"/>
                <a:gd name="T3" fmla="*/ 107 h 115"/>
                <a:gd name="T4" fmla="*/ 6 w 32"/>
                <a:gd name="T5" fmla="*/ 107 h 115"/>
                <a:gd name="T6" fmla="*/ 6 w 32"/>
                <a:gd name="T7" fmla="*/ 8 h 115"/>
                <a:gd name="T8" fmla="*/ 26 w 32"/>
                <a:gd name="T9" fmla="*/ 7 h 115"/>
                <a:gd name="T10" fmla="*/ 32 w 32"/>
                <a:gd name="T11" fmla="*/ 0 h 115"/>
                <a:gd name="T12" fmla="*/ 0 w 32"/>
                <a:gd name="T13" fmla="*/ 4 h 115"/>
                <a:gd name="T14" fmla="*/ 0 w 32"/>
                <a:gd name="T15" fmla="*/ 115 h 115"/>
                <a:gd name="T16" fmla="*/ 32 w 32"/>
                <a:gd name="T17" fmla="*/ 113 h 115"/>
                <a:gd name="T18" fmla="*/ 32 w 32"/>
                <a:gd name="T19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115">
                  <a:moveTo>
                    <a:pt x="26" y="7"/>
                  </a:moveTo>
                  <a:lnTo>
                    <a:pt x="26" y="107"/>
                  </a:lnTo>
                  <a:lnTo>
                    <a:pt x="6" y="107"/>
                  </a:lnTo>
                  <a:lnTo>
                    <a:pt x="6" y="8"/>
                  </a:lnTo>
                  <a:lnTo>
                    <a:pt x="26" y="7"/>
                  </a:lnTo>
                  <a:close/>
                  <a:moveTo>
                    <a:pt x="32" y="0"/>
                  </a:moveTo>
                  <a:lnTo>
                    <a:pt x="0" y="4"/>
                  </a:lnTo>
                  <a:lnTo>
                    <a:pt x="0" y="115"/>
                  </a:lnTo>
                  <a:lnTo>
                    <a:pt x="32" y="113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" name="Freeform 214">
              <a:extLst>
                <a:ext uri="{FF2B5EF4-FFF2-40B4-BE49-F238E27FC236}">
                  <a16:creationId xmlns:a16="http://schemas.microsoft.com/office/drawing/2014/main" id="{7C204CB3-DBEE-498B-829E-86BEBB88D0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01" y="1919"/>
              <a:ext cx="32" cy="115"/>
            </a:xfrm>
            <a:custGeom>
              <a:avLst/>
              <a:gdLst>
                <a:gd name="T0" fmla="*/ 26 w 32"/>
                <a:gd name="T1" fmla="*/ 7 h 115"/>
                <a:gd name="T2" fmla="*/ 26 w 32"/>
                <a:gd name="T3" fmla="*/ 107 h 115"/>
                <a:gd name="T4" fmla="*/ 6 w 32"/>
                <a:gd name="T5" fmla="*/ 107 h 115"/>
                <a:gd name="T6" fmla="*/ 6 w 32"/>
                <a:gd name="T7" fmla="*/ 8 h 115"/>
                <a:gd name="T8" fmla="*/ 26 w 32"/>
                <a:gd name="T9" fmla="*/ 7 h 115"/>
                <a:gd name="T10" fmla="*/ 32 w 32"/>
                <a:gd name="T11" fmla="*/ 0 h 115"/>
                <a:gd name="T12" fmla="*/ 0 w 32"/>
                <a:gd name="T13" fmla="*/ 4 h 115"/>
                <a:gd name="T14" fmla="*/ 0 w 32"/>
                <a:gd name="T15" fmla="*/ 115 h 115"/>
                <a:gd name="T16" fmla="*/ 32 w 32"/>
                <a:gd name="T17" fmla="*/ 113 h 115"/>
                <a:gd name="T18" fmla="*/ 32 w 32"/>
                <a:gd name="T19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115">
                  <a:moveTo>
                    <a:pt x="26" y="7"/>
                  </a:moveTo>
                  <a:lnTo>
                    <a:pt x="26" y="107"/>
                  </a:lnTo>
                  <a:lnTo>
                    <a:pt x="6" y="107"/>
                  </a:lnTo>
                  <a:lnTo>
                    <a:pt x="6" y="8"/>
                  </a:lnTo>
                  <a:lnTo>
                    <a:pt x="26" y="7"/>
                  </a:lnTo>
                  <a:moveTo>
                    <a:pt x="32" y="0"/>
                  </a:moveTo>
                  <a:lnTo>
                    <a:pt x="0" y="4"/>
                  </a:lnTo>
                  <a:lnTo>
                    <a:pt x="0" y="115"/>
                  </a:lnTo>
                  <a:lnTo>
                    <a:pt x="32" y="113"/>
                  </a:lnTo>
                  <a:lnTo>
                    <a:pt x="3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7" name="Freeform 215">
              <a:extLst>
                <a:ext uri="{FF2B5EF4-FFF2-40B4-BE49-F238E27FC236}">
                  <a16:creationId xmlns:a16="http://schemas.microsoft.com/office/drawing/2014/main" id="{41ED61A1-1B19-4059-925F-403D9668D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9" y="1937"/>
              <a:ext cx="29" cy="120"/>
            </a:xfrm>
            <a:custGeom>
              <a:avLst/>
              <a:gdLst>
                <a:gd name="T0" fmla="*/ 0 w 29"/>
                <a:gd name="T1" fmla="*/ 115 h 120"/>
                <a:gd name="T2" fmla="*/ 0 w 29"/>
                <a:gd name="T3" fmla="*/ 0 h 120"/>
                <a:gd name="T4" fmla="*/ 13 w 29"/>
                <a:gd name="T5" fmla="*/ 3 h 120"/>
                <a:gd name="T6" fmla="*/ 29 w 29"/>
                <a:gd name="T7" fmla="*/ 113 h 120"/>
                <a:gd name="T8" fmla="*/ 11 w 29"/>
                <a:gd name="T9" fmla="*/ 120 h 120"/>
                <a:gd name="T10" fmla="*/ 0 w 29"/>
                <a:gd name="T11" fmla="*/ 115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" h="120">
                  <a:moveTo>
                    <a:pt x="0" y="115"/>
                  </a:moveTo>
                  <a:lnTo>
                    <a:pt x="0" y="0"/>
                  </a:lnTo>
                  <a:lnTo>
                    <a:pt x="13" y="3"/>
                  </a:lnTo>
                  <a:lnTo>
                    <a:pt x="29" y="113"/>
                  </a:lnTo>
                  <a:lnTo>
                    <a:pt x="11" y="120"/>
                  </a:lnTo>
                  <a:lnTo>
                    <a:pt x="0" y="1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" name="Freeform 216">
              <a:extLst>
                <a:ext uri="{FF2B5EF4-FFF2-40B4-BE49-F238E27FC236}">
                  <a16:creationId xmlns:a16="http://schemas.microsoft.com/office/drawing/2014/main" id="{84222563-585E-4991-9922-E6CB775A55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76" y="1933"/>
              <a:ext cx="35" cy="127"/>
            </a:xfrm>
            <a:custGeom>
              <a:avLst/>
              <a:gdLst>
                <a:gd name="T0" fmla="*/ 6 w 35"/>
                <a:gd name="T1" fmla="*/ 7 h 127"/>
                <a:gd name="T2" fmla="*/ 15 w 35"/>
                <a:gd name="T3" fmla="*/ 10 h 127"/>
                <a:gd name="T4" fmla="*/ 30 w 35"/>
                <a:gd name="T5" fmla="*/ 115 h 127"/>
                <a:gd name="T6" fmla="*/ 14 w 35"/>
                <a:gd name="T7" fmla="*/ 121 h 127"/>
                <a:gd name="T8" fmla="*/ 6 w 35"/>
                <a:gd name="T9" fmla="*/ 118 h 127"/>
                <a:gd name="T10" fmla="*/ 6 w 35"/>
                <a:gd name="T11" fmla="*/ 7 h 127"/>
                <a:gd name="T12" fmla="*/ 0 w 35"/>
                <a:gd name="T13" fmla="*/ 0 h 127"/>
                <a:gd name="T14" fmla="*/ 0 w 35"/>
                <a:gd name="T15" fmla="*/ 121 h 127"/>
                <a:gd name="T16" fmla="*/ 14 w 35"/>
                <a:gd name="T17" fmla="*/ 127 h 127"/>
                <a:gd name="T18" fmla="*/ 35 w 35"/>
                <a:gd name="T19" fmla="*/ 118 h 127"/>
                <a:gd name="T20" fmla="*/ 19 w 35"/>
                <a:gd name="T21" fmla="*/ 6 h 127"/>
                <a:gd name="T22" fmla="*/ 0 w 35"/>
                <a:gd name="T23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5" h="127">
                  <a:moveTo>
                    <a:pt x="6" y="7"/>
                  </a:moveTo>
                  <a:lnTo>
                    <a:pt x="15" y="10"/>
                  </a:lnTo>
                  <a:lnTo>
                    <a:pt x="30" y="115"/>
                  </a:lnTo>
                  <a:lnTo>
                    <a:pt x="14" y="121"/>
                  </a:lnTo>
                  <a:lnTo>
                    <a:pt x="6" y="118"/>
                  </a:lnTo>
                  <a:lnTo>
                    <a:pt x="6" y="7"/>
                  </a:lnTo>
                  <a:close/>
                  <a:moveTo>
                    <a:pt x="0" y="0"/>
                  </a:moveTo>
                  <a:lnTo>
                    <a:pt x="0" y="121"/>
                  </a:lnTo>
                  <a:lnTo>
                    <a:pt x="14" y="127"/>
                  </a:lnTo>
                  <a:lnTo>
                    <a:pt x="35" y="118"/>
                  </a:lnTo>
                  <a:lnTo>
                    <a:pt x="19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Freeform 217">
              <a:extLst>
                <a:ext uri="{FF2B5EF4-FFF2-40B4-BE49-F238E27FC236}">
                  <a16:creationId xmlns:a16="http://schemas.microsoft.com/office/drawing/2014/main" id="{0F3E8B59-366C-4FE7-8FC8-1ADCF681BD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76" y="1933"/>
              <a:ext cx="35" cy="127"/>
            </a:xfrm>
            <a:custGeom>
              <a:avLst/>
              <a:gdLst>
                <a:gd name="T0" fmla="*/ 6 w 35"/>
                <a:gd name="T1" fmla="*/ 7 h 127"/>
                <a:gd name="T2" fmla="*/ 15 w 35"/>
                <a:gd name="T3" fmla="*/ 10 h 127"/>
                <a:gd name="T4" fmla="*/ 30 w 35"/>
                <a:gd name="T5" fmla="*/ 115 h 127"/>
                <a:gd name="T6" fmla="*/ 14 w 35"/>
                <a:gd name="T7" fmla="*/ 121 h 127"/>
                <a:gd name="T8" fmla="*/ 6 w 35"/>
                <a:gd name="T9" fmla="*/ 118 h 127"/>
                <a:gd name="T10" fmla="*/ 6 w 35"/>
                <a:gd name="T11" fmla="*/ 7 h 127"/>
                <a:gd name="T12" fmla="*/ 0 w 35"/>
                <a:gd name="T13" fmla="*/ 0 h 127"/>
                <a:gd name="T14" fmla="*/ 0 w 35"/>
                <a:gd name="T15" fmla="*/ 121 h 127"/>
                <a:gd name="T16" fmla="*/ 14 w 35"/>
                <a:gd name="T17" fmla="*/ 127 h 127"/>
                <a:gd name="T18" fmla="*/ 35 w 35"/>
                <a:gd name="T19" fmla="*/ 118 h 127"/>
                <a:gd name="T20" fmla="*/ 19 w 35"/>
                <a:gd name="T21" fmla="*/ 6 h 127"/>
                <a:gd name="T22" fmla="*/ 0 w 35"/>
                <a:gd name="T23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5" h="127">
                  <a:moveTo>
                    <a:pt x="6" y="7"/>
                  </a:moveTo>
                  <a:lnTo>
                    <a:pt x="15" y="10"/>
                  </a:lnTo>
                  <a:lnTo>
                    <a:pt x="30" y="115"/>
                  </a:lnTo>
                  <a:lnTo>
                    <a:pt x="14" y="121"/>
                  </a:lnTo>
                  <a:lnTo>
                    <a:pt x="6" y="118"/>
                  </a:lnTo>
                  <a:lnTo>
                    <a:pt x="6" y="7"/>
                  </a:lnTo>
                  <a:moveTo>
                    <a:pt x="0" y="0"/>
                  </a:moveTo>
                  <a:lnTo>
                    <a:pt x="0" y="121"/>
                  </a:lnTo>
                  <a:lnTo>
                    <a:pt x="14" y="127"/>
                  </a:lnTo>
                  <a:lnTo>
                    <a:pt x="35" y="118"/>
                  </a:lnTo>
                  <a:lnTo>
                    <a:pt x="19" y="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Freeform 218">
              <a:extLst>
                <a:ext uri="{FF2B5EF4-FFF2-40B4-BE49-F238E27FC236}">
                  <a16:creationId xmlns:a16="http://schemas.microsoft.com/office/drawing/2014/main" id="{FACDDC50-5B5B-4BAA-9E44-439E56BD5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" y="1939"/>
              <a:ext cx="36" cy="121"/>
            </a:xfrm>
            <a:custGeom>
              <a:avLst/>
              <a:gdLst>
                <a:gd name="T0" fmla="*/ 0 w 36"/>
                <a:gd name="T1" fmla="*/ 0 h 121"/>
                <a:gd name="T2" fmla="*/ 0 w 36"/>
                <a:gd name="T3" fmla="*/ 121 h 121"/>
                <a:gd name="T4" fmla="*/ 36 w 36"/>
                <a:gd name="T5" fmla="*/ 119 h 121"/>
                <a:gd name="T6" fmla="*/ 36 w 36"/>
                <a:gd name="T7" fmla="*/ 6 h 121"/>
                <a:gd name="T8" fmla="*/ 0 w 36"/>
                <a:gd name="T9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21">
                  <a:moveTo>
                    <a:pt x="0" y="0"/>
                  </a:moveTo>
                  <a:lnTo>
                    <a:pt x="0" y="121"/>
                  </a:lnTo>
                  <a:lnTo>
                    <a:pt x="36" y="119"/>
                  </a:lnTo>
                  <a:lnTo>
                    <a:pt x="36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219">
              <a:extLst>
                <a:ext uri="{FF2B5EF4-FFF2-40B4-BE49-F238E27FC236}">
                  <a16:creationId xmlns:a16="http://schemas.microsoft.com/office/drawing/2014/main" id="{C0E7D80D-DC85-4323-ADAD-E28F1C141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" y="1901"/>
              <a:ext cx="941" cy="73"/>
            </a:xfrm>
            <a:custGeom>
              <a:avLst/>
              <a:gdLst>
                <a:gd name="T0" fmla="*/ 0 w 941"/>
                <a:gd name="T1" fmla="*/ 34 h 73"/>
                <a:gd name="T2" fmla="*/ 941 w 941"/>
                <a:gd name="T3" fmla="*/ 0 h 73"/>
                <a:gd name="T4" fmla="*/ 941 w 941"/>
                <a:gd name="T5" fmla="*/ 35 h 73"/>
                <a:gd name="T6" fmla="*/ 0 w 941"/>
                <a:gd name="T7" fmla="*/ 73 h 73"/>
                <a:gd name="T8" fmla="*/ 0 w 941"/>
                <a:gd name="T9" fmla="*/ 3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1" h="73">
                  <a:moveTo>
                    <a:pt x="0" y="34"/>
                  </a:moveTo>
                  <a:lnTo>
                    <a:pt x="941" y="0"/>
                  </a:lnTo>
                  <a:lnTo>
                    <a:pt x="941" y="35"/>
                  </a:lnTo>
                  <a:lnTo>
                    <a:pt x="0" y="73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Rectangle 220">
              <a:extLst>
                <a:ext uri="{FF2B5EF4-FFF2-40B4-BE49-F238E27FC236}">
                  <a16:creationId xmlns:a16="http://schemas.microsoft.com/office/drawing/2014/main" id="{8D966C54-8B22-4E1A-9773-49156BB6B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9" y="2213"/>
              <a:ext cx="6" cy="11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Freeform 221">
              <a:extLst>
                <a:ext uri="{FF2B5EF4-FFF2-40B4-BE49-F238E27FC236}">
                  <a16:creationId xmlns:a16="http://schemas.microsoft.com/office/drawing/2014/main" id="{4E78B3E9-F824-4609-8BE1-D4197DCF6D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2213"/>
              <a:ext cx="6" cy="11"/>
            </a:xfrm>
            <a:custGeom>
              <a:avLst/>
              <a:gdLst>
                <a:gd name="T0" fmla="*/ 0 w 6"/>
                <a:gd name="T1" fmla="*/ 0 h 11"/>
                <a:gd name="T2" fmla="*/ 0 w 6"/>
                <a:gd name="T3" fmla="*/ 11 h 11"/>
                <a:gd name="T4" fmla="*/ 6 w 6"/>
                <a:gd name="T5" fmla="*/ 11 h 11"/>
                <a:gd name="T6" fmla="*/ 6 w 6"/>
                <a:gd name="T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1">
                  <a:moveTo>
                    <a:pt x="0" y="0"/>
                  </a:moveTo>
                  <a:lnTo>
                    <a:pt x="0" y="11"/>
                  </a:lnTo>
                  <a:lnTo>
                    <a:pt x="6" y="11"/>
                  </a:lnTo>
                  <a:lnTo>
                    <a:pt x="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" name="Freeform 222">
              <a:extLst>
                <a:ext uri="{FF2B5EF4-FFF2-40B4-BE49-F238E27FC236}">
                  <a16:creationId xmlns:a16="http://schemas.microsoft.com/office/drawing/2014/main" id="{8E6E7518-8224-4CA0-A7A1-9701479BA6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79" y="2248"/>
              <a:ext cx="6" cy="263"/>
            </a:xfrm>
            <a:custGeom>
              <a:avLst/>
              <a:gdLst>
                <a:gd name="T0" fmla="*/ 0 w 6"/>
                <a:gd name="T1" fmla="*/ 238 h 263"/>
                <a:gd name="T2" fmla="*/ 0 w 6"/>
                <a:gd name="T3" fmla="*/ 263 h 263"/>
                <a:gd name="T4" fmla="*/ 6 w 6"/>
                <a:gd name="T5" fmla="*/ 263 h 263"/>
                <a:gd name="T6" fmla="*/ 6 w 6"/>
                <a:gd name="T7" fmla="*/ 238 h 263"/>
                <a:gd name="T8" fmla="*/ 0 w 6"/>
                <a:gd name="T9" fmla="*/ 238 h 263"/>
                <a:gd name="T10" fmla="*/ 0 w 6"/>
                <a:gd name="T11" fmla="*/ 192 h 263"/>
                <a:gd name="T12" fmla="*/ 0 w 6"/>
                <a:gd name="T13" fmla="*/ 215 h 263"/>
                <a:gd name="T14" fmla="*/ 6 w 6"/>
                <a:gd name="T15" fmla="*/ 215 h 263"/>
                <a:gd name="T16" fmla="*/ 6 w 6"/>
                <a:gd name="T17" fmla="*/ 192 h 263"/>
                <a:gd name="T18" fmla="*/ 0 w 6"/>
                <a:gd name="T19" fmla="*/ 192 h 263"/>
                <a:gd name="T20" fmla="*/ 0 w 6"/>
                <a:gd name="T21" fmla="*/ 144 h 263"/>
                <a:gd name="T22" fmla="*/ 0 w 6"/>
                <a:gd name="T23" fmla="*/ 167 h 263"/>
                <a:gd name="T24" fmla="*/ 6 w 6"/>
                <a:gd name="T25" fmla="*/ 167 h 263"/>
                <a:gd name="T26" fmla="*/ 6 w 6"/>
                <a:gd name="T27" fmla="*/ 144 h 263"/>
                <a:gd name="T28" fmla="*/ 0 w 6"/>
                <a:gd name="T29" fmla="*/ 144 h 263"/>
                <a:gd name="T30" fmla="*/ 0 w 6"/>
                <a:gd name="T31" fmla="*/ 96 h 263"/>
                <a:gd name="T32" fmla="*/ 0 w 6"/>
                <a:gd name="T33" fmla="*/ 119 h 263"/>
                <a:gd name="T34" fmla="*/ 6 w 6"/>
                <a:gd name="T35" fmla="*/ 119 h 263"/>
                <a:gd name="T36" fmla="*/ 6 w 6"/>
                <a:gd name="T37" fmla="*/ 96 h 263"/>
                <a:gd name="T38" fmla="*/ 0 w 6"/>
                <a:gd name="T39" fmla="*/ 96 h 263"/>
                <a:gd name="T40" fmla="*/ 0 w 6"/>
                <a:gd name="T41" fmla="*/ 48 h 263"/>
                <a:gd name="T42" fmla="*/ 0 w 6"/>
                <a:gd name="T43" fmla="*/ 72 h 263"/>
                <a:gd name="T44" fmla="*/ 6 w 6"/>
                <a:gd name="T45" fmla="*/ 72 h 263"/>
                <a:gd name="T46" fmla="*/ 6 w 6"/>
                <a:gd name="T47" fmla="*/ 48 h 263"/>
                <a:gd name="T48" fmla="*/ 0 w 6"/>
                <a:gd name="T49" fmla="*/ 48 h 263"/>
                <a:gd name="T50" fmla="*/ 0 w 6"/>
                <a:gd name="T51" fmla="*/ 0 h 263"/>
                <a:gd name="T52" fmla="*/ 0 w 6"/>
                <a:gd name="T53" fmla="*/ 24 h 263"/>
                <a:gd name="T54" fmla="*/ 6 w 6"/>
                <a:gd name="T55" fmla="*/ 24 h 263"/>
                <a:gd name="T56" fmla="*/ 6 w 6"/>
                <a:gd name="T57" fmla="*/ 0 h 263"/>
                <a:gd name="T58" fmla="*/ 0 w 6"/>
                <a:gd name="T59" fmla="*/ 0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" h="263">
                  <a:moveTo>
                    <a:pt x="0" y="238"/>
                  </a:moveTo>
                  <a:lnTo>
                    <a:pt x="0" y="263"/>
                  </a:lnTo>
                  <a:lnTo>
                    <a:pt x="6" y="263"/>
                  </a:lnTo>
                  <a:lnTo>
                    <a:pt x="6" y="238"/>
                  </a:lnTo>
                  <a:lnTo>
                    <a:pt x="0" y="238"/>
                  </a:lnTo>
                  <a:close/>
                  <a:moveTo>
                    <a:pt x="0" y="192"/>
                  </a:moveTo>
                  <a:lnTo>
                    <a:pt x="0" y="215"/>
                  </a:lnTo>
                  <a:lnTo>
                    <a:pt x="6" y="215"/>
                  </a:lnTo>
                  <a:lnTo>
                    <a:pt x="6" y="192"/>
                  </a:lnTo>
                  <a:lnTo>
                    <a:pt x="0" y="192"/>
                  </a:lnTo>
                  <a:close/>
                  <a:moveTo>
                    <a:pt x="0" y="144"/>
                  </a:moveTo>
                  <a:lnTo>
                    <a:pt x="0" y="167"/>
                  </a:lnTo>
                  <a:lnTo>
                    <a:pt x="6" y="167"/>
                  </a:lnTo>
                  <a:lnTo>
                    <a:pt x="6" y="144"/>
                  </a:lnTo>
                  <a:lnTo>
                    <a:pt x="0" y="144"/>
                  </a:lnTo>
                  <a:close/>
                  <a:moveTo>
                    <a:pt x="0" y="96"/>
                  </a:moveTo>
                  <a:lnTo>
                    <a:pt x="0" y="119"/>
                  </a:lnTo>
                  <a:lnTo>
                    <a:pt x="6" y="119"/>
                  </a:lnTo>
                  <a:lnTo>
                    <a:pt x="6" y="96"/>
                  </a:lnTo>
                  <a:lnTo>
                    <a:pt x="0" y="96"/>
                  </a:lnTo>
                  <a:close/>
                  <a:moveTo>
                    <a:pt x="0" y="48"/>
                  </a:moveTo>
                  <a:lnTo>
                    <a:pt x="0" y="72"/>
                  </a:lnTo>
                  <a:lnTo>
                    <a:pt x="6" y="72"/>
                  </a:lnTo>
                  <a:lnTo>
                    <a:pt x="6" y="48"/>
                  </a:lnTo>
                  <a:lnTo>
                    <a:pt x="0" y="48"/>
                  </a:lnTo>
                  <a:close/>
                  <a:moveTo>
                    <a:pt x="0" y="0"/>
                  </a:moveTo>
                  <a:lnTo>
                    <a:pt x="0" y="24"/>
                  </a:lnTo>
                  <a:lnTo>
                    <a:pt x="6" y="24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" name="Rectangle 223">
              <a:extLst>
                <a:ext uri="{FF2B5EF4-FFF2-40B4-BE49-F238E27FC236}">
                  <a16:creationId xmlns:a16="http://schemas.microsoft.com/office/drawing/2014/main" id="{345BF83C-7E02-4303-95A9-96E27210C7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9" y="2534"/>
              <a:ext cx="6" cy="12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" name="Freeform 224">
              <a:extLst>
                <a:ext uri="{FF2B5EF4-FFF2-40B4-BE49-F238E27FC236}">
                  <a16:creationId xmlns:a16="http://schemas.microsoft.com/office/drawing/2014/main" id="{902379EC-CFF2-48AA-8498-9F69A592F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2534"/>
              <a:ext cx="6" cy="12"/>
            </a:xfrm>
            <a:custGeom>
              <a:avLst/>
              <a:gdLst>
                <a:gd name="T0" fmla="*/ 0 w 6"/>
                <a:gd name="T1" fmla="*/ 0 h 12"/>
                <a:gd name="T2" fmla="*/ 0 w 6"/>
                <a:gd name="T3" fmla="*/ 12 h 12"/>
                <a:gd name="T4" fmla="*/ 6 w 6"/>
                <a:gd name="T5" fmla="*/ 12 h 12"/>
                <a:gd name="T6" fmla="*/ 6 w 6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2">
                  <a:moveTo>
                    <a:pt x="0" y="0"/>
                  </a:moveTo>
                  <a:lnTo>
                    <a:pt x="0" y="12"/>
                  </a:lnTo>
                  <a:lnTo>
                    <a:pt x="6" y="12"/>
                  </a:lnTo>
                  <a:lnTo>
                    <a:pt x="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" name="Rectangle 225">
              <a:extLst>
                <a:ext uri="{FF2B5EF4-FFF2-40B4-BE49-F238E27FC236}">
                  <a16:creationId xmlns:a16="http://schemas.microsoft.com/office/drawing/2014/main" id="{6A348438-873C-43A6-9CC0-9C2B5020B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9" y="2154"/>
              <a:ext cx="5" cy="12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" name="Freeform 226">
              <a:extLst>
                <a:ext uri="{FF2B5EF4-FFF2-40B4-BE49-F238E27FC236}">
                  <a16:creationId xmlns:a16="http://schemas.microsoft.com/office/drawing/2014/main" id="{31AAE16A-BE50-44A0-8376-F45E43FDA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9" y="2154"/>
              <a:ext cx="5" cy="12"/>
            </a:xfrm>
            <a:custGeom>
              <a:avLst/>
              <a:gdLst>
                <a:gd name="T0" fmla="*/ 0 w 5"/>
                <a:gd name="T1" fmla="*/ 0 h 12"/>
                <a:gd name="T2" fmla="*/ 0 w 5"/>
                <a:gd name="T3" fmla="*/ 12 h 12"/>
                <a:gd name="T4" fmla="*/ 5 w 5"/>
                <a:gd name="T5" fmla="*/ 12 h 12"/>
                <a:gd name="T6" fmla="*/ 5 w 5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2">
                  <a:moveTo>
                    <a:pt x="0" y="0"/>
                  </a:moveTo>
                  <a:lnTo>
                    <a:pt x="0" y="12"/>
                  </a:lnTo>
                  <a:lnTo>
                    <a:pt x="5" y="12"/>
                  </a:lnTo>
                  <a:lnTo>
                    <a:pt x="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" name="Freeform 227">
              <a:extLst>
                <a:ext uri="{FF2B5EF4-FFF2-40B4-BE49-F238E27FC236}">
                  <a16:creationId xmlns:a16="http://schemas.microsoft.com/office/drawing/2014/main" id="{14EBADFA-559E-4D69-9D5F-E1A4786193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89" y="2189"/>
              <a:ext cx="5" cy="262"/>
            </a:xfrm>
            <a:custGeom>
              <a:avLst/>
              <a:gdLst>
                <a:gd name="T0" fmla="*/ 0 w 5"/>
                <a:gd name="T1" fmla="*/ 239 h 262"/>
                <a:gd name="T2" fmla="*/ 0 w 5"/>
                <a:gd name="T3" fmla="*/ 262 h 262"/>
                <a:gd name="T4" fmla="*/ 5 w 5"/>
                <a:gd name="T5" fmla="*/ 262 h 262"/>
                <a:gd name="T6" fmla="*/ 5 w 5"/>
                <a:gd name="T7" fmla="*/ 239 h 262"/>
                <a:gd name="T8" fmla="*/ 0 w 5"/>
                <a:gd name="T9" fmla="*/ 239 h 262"/>
                <a:gd name="T10" fmla="*/ 0 w 5"/>
                <a:gd name="T11" fmla="*/ 191 h 262"/>
                <a:gd name="T12" fmla="*/ 0 w 5"/>
                <a:gd name="T13" fmla="*/ 214 h 262"/>
                <a:gd name="T14" fmla="*/ 5 w 5"/>
                <a:gd name="T15" fmla="*/ 214 h 262"/>
                <a:gd name="T16" fmla="*/ 5 w 5"/>
                <a:gd name="T17" fmla="*/ 191 h 262"/>
                <a:gd name="T18" fmla="*/ 0 w 5"/>
                <a:gd name="T19" fmla="*/ 191 h 262"/>
                <a:gd name="T20" fmla="*/ 0 w 5"/>
                <a:gd name="T21" fmla="*/ 143 h 262"/>
                <a:gd name="T22" fmla="*/ 0 w 5"/>
                <a:gd name="T23" fmla="*/ 168 h 262"/>
                <a:gd name="T24" fmla="*/ 5 w 5"/>
                <a:gd name="T25" fmla="*/ 168 h 262"/>
                <a:gd name="T26" fmla="*/ 5 w 5"/>
                <a:gd name="T27" fmla="*/ 143 h 262"/>
                <a:gd name="T28" fmla="*/ 0 w 5"/>
                <a:gd name="T29" fmla="*/ 143 h 262"/>
                <a:gd name="T30" fmla="*/ 0 w 5"/>
                <a:gd name="T31" fmla="*/ 95 h 262"/>
                <a:gd name="T32" fmla="*/ 0 w 5"/>
                <a:gd name="T33" fmla="*/ 120 h 262"/>
                <a:gd name="T34" fmla="*/ 5 w 5"/>
                <a:gd name="T35" fmla="*/ 120 h 262"/>
                <a:gd name="T36" fmla="*/ 5 w 5"/>
                <a:gd name="T37" fmla="*/ 95 h 262"/>
                <a:gd name="T38" fmla="*/ 0 w 5"/>
                <a:gd name="T39" fmla="*/ 95 h 262"/>
                <a:gd name="T40" fmla="*/ 0 w 5"/>
                <a:gd name="T41" fmla="*/ 48 h 262"/>
                <a:gd name="T42" fmla="*/ 0 w 5"/>
                <a:gd name="T43" fmla="*/ 72 h 262"/>
                <a:gd name="T44" fmla="*/ 5 w 5"/>
                <a:gd name="T45" fmla="*/ 72 h 262"/>
                <a:gd name="T46" fmla="*/ 5 w 5"/>
                <a:gd name="T47" fmla="*/ 48 h 262"/>
                <a:gd name="T48" fmla="*/ 0 w 5"/>
                <a:gd name="T49" fmla="*/ 48 h 262"/>
                <a:gd name="T50" fmla="*/ 0 w 5"/>
                <a:gd name="T51" fmla="*/ 0 h 262"/>
                <a:gd name="T52" fmla="*/ 0 w 5"/>
                <a:gd name="T53" fmla="*/ 24 h 262"/>
                <a:gd name="T54" fmla="*/ 5 w 5"/>
                <a:gd name="T55" fmla="*/ 24 h 262"/>
                <a:gd name="T56" fmla="*/ 5 w 5"/>
                <a:gd name="T57" fmla="*/ 0 h 262"/>
                <a:gd name="T58" fmla="*/ 0 w 5"/>
                <a:gd name="T59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" h="262">
                  <a:moveTo>
                    <a:pt x="0" y="239"/>
                  </a:moveTo>
                  <a:lnTo>
                    <a:pt x="0" y="262"/>
                  </a:lnTo>
                  <a:lnTo>
                    <a:pt x="5" y="262"/>
                  </a:lnTo>
                  <a:lnTo>
                    <a:pt x="5" y="239"/>
                  </a:lnTo>
                  <a:lnTo>
                    <a:pt x="0" y="239"/>
                  </a:lnTo>
                  <a:close/>
                  <a:moveTo>
                    <a:pt x="0" y="191"/>
                  </a:moveTo>
                  <a:lnTo>
                    <a:pt x="0" y="214"/>
                  </a:lnTo>
                  <a:lnTo>
                    <a:pt x="5" y="214"/>
                  </a:lnTo>
                  <a:lnTo>
                    <a:pt x="5" y="191"/>
                  </a:lnTo>
                  <a:lnTo>
                    <a:pt x="0" y="191"/>
                  </a:lnTo>
                  <a:close/>
                  <a:moveTo>
                    <a:pt x="0" y="143"/>
                  </a:moveTo>
                  <a:lnTo>
                    <a:pt x="0" y="168"/>
                  </a:lnTo>
                  <a:lnTo>
                    <a:pt x="5" y="168"/>
                  </a:lnTo>
                  <a:lnTo>
                    <a:pt x="5" y="143"/>
                  </a:lnTo>
                  <a:lnTo>
                    <a:pt x="0" y="143"/>
                  </a:lnTo>
                  <a:close/>
                  <a:moveTo>
                    <a:pt x="0" y="95"/>
                  </a:moveTo>
                  <a:lnTo>
                    <a:pt x="0" y="120"/>
                  </a:lnTo>
                  <a:lnTo>
                    <a:pt x="5" y="120"/>
                  </a:lnTo>
                  <a:lnTo>
                    <a:pt x="5" y="95"/>
                  </a:lnTo>
                  <a:lnTo>
                    <a:pt x="0" y="95"/>
                  </a:lnTo>
                  <a:close/>
                  <a:moveTo>
                    <a:pt x="0" y="48"/>
                  </a:moveTo>
                  <a:lnTo>
                    <a:pt x="0" y="72"/>
                  </a:lnTo>
                  <a:lnTo>
                    <a:pt x="5" y="72"/>
                  </a:lnTo>
                  <a:lnTo>
                    <a:pt x="5" y="48"/>
                  </a:lnTo>
                  <a:lnTo>
                    <a:pt x="0" y="48"/>
                  </a:lnTo>
                  <a:close/>
                  <a:moveTo>
                    <a:pt x="0" y="0"/>
                  </a:moveTo>
                  <a:lnTo>
                    <a:pt x="0" y="24"/>
                  </a:lnTo>
                  <a:lnTo>
                    <a:pt x="5" y="24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" name="Rectangle 228">
              <a:extLst>
                <a:ext uri="{FF2B5EF4-FFF2-40B4-BE49-F238E27FC236}">
                  <a16:creationId xmlns:a16="http://schemas.microsoft.com/office/drawing/2014/main" id="{D2CC45E9-709C-4D8B-81FA-CD6A1CE54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9" y="2476"/>
              <a:ext cx="5" cy="12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Freeform 229">
              <a:extLst>
                <a:ext uri="{FF2B5EF4-FFF2-40B4-BE49-F238E27FC236}">
                  <a16:creationId xmlns:a16="http://schemas.microsoft.com/office/drawing/2014/main" id="{2F899F3C-D6DB-4F2B-BC07-C0016B73D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9" y="2476"/>
              <a:ext cx="5" cy="12"/>
            </a:xfrm>
            <a:custGeom>
              <a:avLst/>
              <a:gdLst>
                <a:gd name="T0" fmla="*/ 0 w 5"/>
                <a:gd name="T1" fmla="*/ 0 h 12"/>
                <a:gd name="T2" fmla="*/ 0 w 5"/>
                <a:gd name="T3" fmla="*/ 12 h 12"/>
                <a:gd name="T4" fmla="*/ 5 w 5"/>
                <a:gd name="T5" fmla="*/ 12 h 12"/>
                <a:gd name="T6" fmla="*/ 5 w 5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2">
                  <a:moveTo>
                    <a:pt x="0" y="0"/>
                  </a:moveTo>
                  <a:lnTo>
                    <a:pt x="0" y="12"/>
                  </a:lnTo>
                  <a:lnTo>
                    <a:pt x="5" y="12"/>
                  </a:lnTo>
                  <a:lnTo>
                    <a:pt x="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" name="Rectangle 230">
              <a:extLst>
                <a:ext uri="{FF2B5EF4-FFF2-40B4-BE49-F238E27FC236}">
                  <a16:creationId xmlns:a16="http://schemas.microsoft.com/office/drawing/2014/main" id="{62E192C7-B040-413C-881E-750855B34A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" y="2070"/>
              <a:ext cx="6" cy="12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231">
              <a:extLst>
                <a:ext uri="{FF2B5EF4-FFF2-40B4-BE49-F238E27FC236}">
                  <a16:creationId xmlns:a16="http://schemas.microsoft.com/office/drawing/2014/main" id="{FEF2AE42-B61D-4A28-B3DD-9643EC9C4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" y="2070"/>
              <a:ext cx="6" cy="12"/>
            </a:xfrm>
            <a:custGeom>
              <a:avLst/>
              <a:gdLst>
                <a:gd name="T0" fmla="*/ 0 w 6"/>
                <a:gd name="T1" fmla="*/ 0 h 12"/>
                <a:gd name="T2" fmla="*/ 0 w 6"/>
                <a:gd name="T3" fmla="*/ 12 h 12"/>
                <a:gd name="T4" fmla="*/ 6 w 6"/>
                <a:gd name="T5" fmla="*/ 12 h 12"/>
                <a:gd name="T6" fmla="*/ 6 w 6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2">
                  <a:moveTo>
                    <a:pt x="0" y="0"/>
                  </a:moveTo>
                  <a:lnTo>
                    <a:pt x="0" y="12"/>
                  </a:lnTo>
                  <a:lnTo>
                    <a:pt x="6" y="12"/>
                  </a:lnTo>
                  <a:lnTo>
                    <a:pt x="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Freeform 232">
              <a:extLst>
                <a:ext uri="{FF2B5EF4-FFF2-40B4-BE49-F238E27FC236}">
                  <a16:creationId xmlns:a16="http://schemas.microsoft.com/office/drawing/2014/main" id="{1BD572DB-4F27-4BA7-BC81-B747375F3F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17" y="2105"/>
              <a:ext cx="6" cy="263"/>
            </a:xfrm>
            <a:custGeom>
              <a:avLst/>
              <a:gdLst>
                <a:gd name="T0" fmla="*/ 0 w 6"/>
                <a:gd name="T1" fmla="*/ 239 h 263"/>
                <a:gd name="T2" fmla="*/ 0 w 6"/>
                <a:gd name="T3" fmla="*/ 263 h 263"/>
                <a:gd name="T4" fmla="*/ 6 w 6"/>
                <a:gd name="T5" fmla="*/ 263 h 263"/>
                <a:gd name="T6" fmla="*/ 6 w 6"/>
                <a:gd name="T7" fmla="*/ 239 h 263"/>
                <a:gd name="T8" fmla="*/ 0 w 6"/>
                <a:gd name="T9" fmla="*/ 239 h 263"/>
                <a:gd name="T10" fmla="*/ 0 w 6"/>
                <a:gd name="T11" fmla="*/ 192 h 263"/>
                <a:gd name="T12" fmla="*/ 0 w 6"/>
                <a:gd name="T13" fmla="*/ 215 h 263"/>
                <a:gd name="T14" fmla="*/ 6 w 6"/>
                <a:gd name="T15" fmla="*/ 215 h 263"/>
                <a:gd name="T16" fmla="*/ 6 w 6"/>
                <a:gd name="T17" fmla="*/ 192 h 263"/>
                <a:gd name="T18" fmla="*/ 0 w 6"/>
                <a:gd name="T19" fmla="*/ 192 h 263"/>
                <a:gd name="T20" fmla="*/ 0 w 6"/>
                <a:gd name="T21" fmla="*/ 144 h 263"/>
                <a:gd name="T22" fmla="*/ 0 w 6"/>
                <a:gd name="T23" fmla="*/ 167 h 263"/>
                <a:gd name="T24" fmla="*/ 6 w 6"/>
                <a:gd name="T25" fmla="*/ 167 h 263"/>
                <a:gd name="T26" fmla="*/ 6 w 6"/>
                <a:gd name="T27" fmla="*/ 144 h 263"/>
                <a:gd name="T28" fmla="*/ 0 w 6"/>
                <a:gd name="T29" fmla="*/ 144 h 263"/>
                <a:gd name="T30" fmla="*/ 0 w 6"/>
                <a:gd name="T31" fmla="*/ 96 h 263"/>
                <a:gd name="T32" fmla="*/ 0 w 6"/>
                <a:gd name="T33" fmla="*/ 119 h 263"/>
                <a:gd name="T34" fmla="*/ 6 w 6"/>
                <a:gd name="T35" fmla="*/ 119 h 263"/>
                <a:gd name="T36" fmla="*/ 6 w 6"/>
                <a:gd name="T37" fmla="*/ 96 h 263"/>
                <a:gd name="T38" fmla="*/ 0 w 6"/>
                <a:gd name="T39" fmla="*/ 96 h 263"/>
                <a:gd name="T40" fmla="*/ 0 w 6"/>
                <a:gd name="T41" fmla="*/ 48 h 263"/>
                <a:gd name="T42" fmla="*/ 0 w 6"/>
                <a:gd name="T43" fmla="*/ 73 h 263"/>
                <a:gd name="T44" fmla="*/ 6 w 6"/>
                <a:gd name="T45" fmla="*/ 73 h 263"/>
                <a:gd name="T46" fmla="*/ 6 w 6"/>
                <a:gd name="T47" fmla="*/ 48 h 263"/>
                <a:gd name="T48" fmla="*/ 0 w 6"/>
                <a:gd name="T49" fmla="*/ 48 h 263"/>
                <a:gd name="T50" fmla="*/ 0 w 6"/>
                <a:gd name="T51" fmla="*/ 0 h 263"/>
                <a:gd name="T52" fmla="*/ 0 w 6"/>
                <a:gd name="T53" fmla="*/ 25 h 263"/>
                <a:gd name="T54" fmla="*/ 6 w 6"/>
                <a:gd name="T55" fmla="*/ 25 h 263"/>
                <a:gd name="T56" fmla="*/ 6 w 6"/>
                <a:gd name="T57" fmla="*/ 0 h 263"/>
                <a:gd name="T58" fmla="*/ 0 w 6"/>
                <a:gd name="T59" fmla="*/ 0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" h="263">
                  <a:moveTo>
                    <a:pt x="0" y="239"/>
                  </a:moveTo>
                  <a:lnTo>
                    <a:pt x="0" y="263"/>
                  </a:lnTo>
                  <a:lnTo>
                    <a:pt x="6" y="263"/>
                  </a:lnTo>
                  <a:lnTo>
                    <a:pt x="6" y="239"/>
                  </a:lnTo>
                  <a:lnTo>
                    <a:pt x="0" y="239"/>
                  </a:lnTo>
                  <a:close/>
                  <a:moveTo>
                    <a:pt x="0" y="192"/>
                  </a:moveTo>
                  <a:lnTo>
                    <a:pt x="0" y="215"/>
                  </a:lnTo>
                  <a:lnTo>
                    <a:pt x="6" y="215"/>
                  </a:lnTo>
                  <a:lnTo>
                    <a:pt x="6" y="192"/>
                  </a:lnTo>
                  <a:lnTo>
                    <a:pt x="0" y="192"/>
                  </a:lnTo>
                  <a:close/>
                  <a:moveTo>
                    <a:pt x="0" y="144"/>
                  </a:moveTo>
                  <a:lnTo>
                    <a:pt x="0" y="167"/>
                  </a:lnTo>
                  <a:lnTo>
                    <a:pt x="6" y="167"/>
                  </a:lnTo>
                  <a:lnTo>
                    <a:pt x="6" y="144"/>
                  </a:lnTo>
                  <a:lnTo>
                    <a:pt x="0" y="144"/>
                  </a:lnTo>
                  <a:close/>
                  <a:moveTo>
                    <a:pt x="0" y="96"/>
                  </a:moveTo>
                  <a:lnTo>
                    <a:pt x="0" y="119"/>
                  </a:lnTo>
                  <a:lnTo>
                    <a:pt x="6" y="119"/>
                  </a:lnTo>
                  <a:lnTo>
                    <a:pt x="6" y="96"/>
                  </a:lnTo>
                  <a:lnTo>
                    <a:pt x="0" y="96"/>
                  </a:lnTo>
                  <a:close/>
                  <a:moveTo>
                    <a:pt x="0" y="48"/>
                  </a:moveTo>
                  <a:lnTo>
                    <a:pt x="0" y="73"/>
                  </a:lnTo>
                  <a:lnTo>
                    <a:pt x="6" y="73"/>
                  </a:lnTo>
                  <a:lnTo>
                    <a:pt x="6" y="48"/>
                  </a:lnTo>
                  <a:lnTo>
                    <a:pt x="0" y="48"/>
                  </a:lnTo>
                  <a:close/>
                  <a:moveTo>
                    <a:pt x="0" y="0"/>
                  </a:moveTo>
                  <a:lnTo>
                    <a:pt x="0" y="25"/>
                  </a:lnTo>
                  <a:lnTo>
                    <a:pt x="6" y="25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Rectangle 233">
              <a:extLst>
                <a:ext uri="{FF2B5EF4-FFF2-40B4-BE49-F238E27FC236}">
                  <a16:creationId xmlns:a16="http://schemas.microsoft.com/office/drawing/2014/main" id="{9FBB8F1F-EC07-4A1E-8AE7-AF5762400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" y="2392"/>
              <a:ext cx="6" cy="11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" name="Freeform 234">
              <a:extLst>
                <a:ext uri="{FF2B5EF4-FFF2-40B4-BE49-F238E27FC236}">
                  <a16:creationId xmlns:a16="http://schemas.microsoft.com/office/drawing/2014/main" id="{49F1CE8F-DDA3-4802-A308-AEC927C0CF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" y="2392"/>
              <a:ext cx="6" cy="11"/>
            </a:xfrm>
            <a:custGeom>
              <a:avLst/>
              <a:gdLst>
                <a:gd name="T0" fmla="*/ 0 w 6"/>
                <a:gd name="T1" fmla="*/ 0 h 11"/>
                <a:gd name="T2" fmla="*/ 0 w 6"/>
                <a:gd name="T3" fmla="*/ 11 h 11"/>
                <a:gd name="T4" fmla="*/ 6 w 6"/>
                <a:gd name="T5" fmla="*/ 11 h 11"/>
                <a:gd name="T6" fmla="*/ 6 w 6"/>
                <a:gd name="T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1">
                  <a:moveTo>
                    <a:pt x="0" y="0"/>
                  </a:moveTo>
                  <a:lnTo>
                    <a:pt x="0" y="11"/>
                  </a:lnTo>
                  <a:lnTo>
                    <a:pt x="6" y="11"/>
                  </a:lnTo>
                  <a:lnTo>
                    <a:pt x="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" name="Rectangle 235">
              <a:extLst>
                <a:ext uri="{FF2B5EF4-FFF2-40B4-BE49-F238E27FC236}">
                  <a16:creationId xmlns:a16="http://schemas.microsoft.com/office/drawing/2014/main" id="{363B8644-5F23-4E30-9672-4FFFE0D03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" y="2201"/>
              <a:ext cx="6" cy="12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" name="Freeform 236">
              <a:extLst>
                <a:ext uri="{FF2B5EF4-FFF2-40B4-BE49-F238E27FC236}">
                  <a16:creationId xmlns:a16="http://schemas.microsoft.com/office/drawing/2014/main" id="{851C262D-950A-4E93-BECB-77277B52D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" y="2201"/>
              <a:ext cx="6" cy="12"/>
            </a:xfrm>
            <a:custGeom>
              <a:avLst/>
              <a:gdLst>
                <a:gd name="T0" fmla="*/ 0 w 6"/>
                <a:gd name="T1" fmla="*/ 0 h 12"/>
                <a:gd name="T2" fmla="*/ 0 w 6"/>
                <a:gd name="T3" fmla="*/ 12 h 12"/>
                <a:gd name="T4" fmla="*/ 6 w 6"/>
                <a:gd name="T5" fmla="*/ 12 h 12"/>
                <a:gd name="T6" fmla="*/ 6 w 6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2">
                  <a:moveTo>
                    <a:pt x="0" y="0"/>
                  </a:moveTo>
                  <a:lnTo>
                    <a:pt x="0" y="12"/>
                  </a:lnTo>
                  <a:lnTo>
                    <a:pt x="6" y="12"/>
                  </a:lnTo>
                  <a:lnTo>
                    <a:pt x="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9" name="Freeform 237">
              <a:extLst>
                <a:ext uri="{FF2B5EF4-FFF2-40B4-BE49-F238E27FC236}">
                  <a16:creationId xmlns:a16="http://schemas.microsoft.com/office/drawing/2014/main" id="{B58E3885-679C-42CD-84BA-6C6919AE69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6" y="2236"/>
              <a:ext cx="6" cy="161"/>
            </a:xfrm>
            <a:custGeom>
              <a:avLst/>
              <a:gdLst>
                <a:gd name="T0" fmla="*/ 0 w 6"/>
                <a:gd name="T1" fmla="*/ 140 h 161"/>
                <a:gd name="T2" fmla="*/ 0 w 6"/>
                <a:gd name="T3" fmla="*/ 161 h 161"/>
                <a:gd name="T4" fmla="*/ 6 w 6"/>
                <a:gd name="T5" fmla="*/ 161 h 161"/>
                <a:gd name="T6" fmla="*/ 6 w 6"/>
                <a:gd name="T7" fmla="*/ 140 h 161"/>
                <a:gd name="T8" fmla="*/ 0 w 6"/>
                <a:gd name="T9" fmla="*/ 140 h 161"/>
                <a:gd name="T10" fmla="*/ 0 w 6"/>
                <a:gd name="T11" fmla="*/ 93 h 161"/>
                <a:gd name="T12" fmla="*/ 0 w 6"/>
                <a:gd name="T13" fmla="*/ 116 h 161"/>
                <a:gd name="T14" fmla="*/ 6 w 6"/>
                <a:gd name="T15" fmla="*/ 116 h 161"/>
                <a:gd name="T16" fmla="*/ 6 w 6"/>
                <a:gd name="T17" fmla="*/ 93 h 161"/>
                <a:gd name="T18" fmla="*/ 0 w 6"/>
                <a:gd name="T19" fmla="*/ 93 h 161"/>
                <a:gd name="T20" fmla="*/ 0 w 6"/>
                <a:gd name="T21" fmla="*/ 46 h 161"/>
                <a:gd name="T22" fmla="*/ 0 w 6"/>
                <a:gd name="T23" fmla="*/ 70 h 161"/>
                <a:gd name="T24" fmla="*/ 6 w 6"/>
                <a:gd name="T25" fmla="*/ 70 h 161"/>
                <a:gd name="T26" fmla="*/ 6 w 6"/>
                <a:gd name="T27" fmla="*/ 46 h 161"/>
                <a:gd name="T28" fmla="*/ 0 w 6"/>
                <a:gd name="T29" fmla="*/ 46 h 161"/>
                <a:gd name="T30" fmla="*/ 0 w 6"/>
                <a:gd name="T31" fmla="*/ 0 h 161"/>
                <a:gd name="T32" fmla="*/ 0 w 6"/>
                <a:gd name="T33" fmla="*/ 23 h 161"/>
                <a:gd name="T34" fmla="*/ 6 w 6"/>
                <a:gd name="T35" fmla="*/ 23 h 161"/>
                <a:gd name="T36" fmla="*/ 6 w 6"/>
                <a:gd name="T37" fmla="*/ 0 h 161"/>
                <a:gd name="T38" fmla="*/ 0 w 6"/>
                <a:gd name="T39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" h="161">
                  <a:moveTo>
                    <a:pt x="0" y="140"/>
                  </a:moveTo>
                  <a:lnTo>
                    <a:pt x="0" y="161"/>
                  </a:lnTo>
                  <a:lnTo>
                    <a:pt x="6" y="161"/>
                  </a:lnTo>
                  <a:lnTo>
                    <a:pt x="6" y="140"/>
                  </a:lnTo>
                  <a:lnTo>
                    <a:pt x="0" y="140"/>
                  </a:lnTo>
                  <a:close/>
                  <a:moveTo>
                    <a:pt x="0" y="93"/>
                  </a:moveTo>
                  <a:lnTo>
                    <a:pt x="0" y="116"/>
                  </a:lnTo>
                  <a:lnTo>
                    <a:pt x="6" y="116"/>
                  </a:lnTo>
                  <a:lnTo>
                    <a:pt x="6" y="93"/>
                  </a:lnTo>
                  <a:lnTo>
                    <a:pt x="0" y="93"/>
                  </a:lnTo>
                  <a:close/>
                  <a:moveTo>
                    <a:pt x="0" y="46"/>
                  </a:moveTo>
                  <a:lnTo>
                    <a:pt x="0" y="70"/>
                  </a:lnTo>
                  <a:lnTo>
                    <a:pt x="6" y="70"/>
                  </a:lnTo>
                  <a:lnTo>
                    <a:pt x="6" y="46"/>
                  </a:lnTo>
                  <a:lnTo>
                    <a:pt x="0" y="46"/>
                  </a:lnTo>
                  <a:close/>
                  <a:moveTo>
                    <a:pt x="0" y="0"/>
                  </a:moveTo>
                  <a:lnTo>
                    <a:pt x="0" y="23"/>
                  </a:lnTo>
                  <a:lnTo>
                    <a:pt x="6" y="23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0" name="Rectangle 238">
              <a:extLst>
                <a:ext uri="{FF2B5EF4-FFF2-40B4-BE49-F238E27FC236}">
                  <a16:creationId xmlns:a16="http://schemas.microsoft.com/office/drawing/2014/main" id="{351787FE-09AE-467B-B27A-E106BABF4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" y="2421"/>
              <a:ext cx="6" cy="11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" name="Freeform 239">
              <a:extLst>
                <a:ext uri="{FF2B5EF4-FFF2-40B4-BE49-F238E27FC236}">
                  <a16:creationId xmlns:a16="http://schemas.microsoft.com/office/drawing/2014/main" id="{E418217B-0D35-44F8-B6CC-537FA794B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" y="2421"/>
              <a:ext cx="6" cy="11"/>
            </a:xfrm>
            <a:custGeom>
              <a:avLst/>
              <a:gdLst>
                <a:gd name="T0" fmla="*/ 0 w 6"/>
                <a:gd name="T1" fmla="*/ 0 h 11"/>
                <a:gd name="T2" fmla="*/ 0 w 6"/>
                <a:gd name="T3" fmla="*/ 11 h 11"/>
                <a:gd name="T4" fmla="*/ 6 w 6"/>
                <a:gd name="T5" fmla="*/ 11 h 11"/>
                <a:gd name="T6" fmla="*/ 6 w 6"/>
                <a:gd name="T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1">
                  <a:moveTo>
                    <a:pt x="0" y="0"/>
                  </a:moveTo>
                  <a:lnTo>
                    <a:pt x="0" y="11"/>
                  </a:lnTo>
                  <a:lnTo>
                    <a:pt x="6" y="11"/>
                  </a:lnTo>
                  <a:lnTo>
                    <a:pt x="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" name="Freeform 240">
              <a:extLst>
                <a:ext uri="{FF2B5EF4-FFF2-40B4-BE49-F238E27FC236}">
                  <a16:creationId xmlns:a16="http://schemas.microsoft.com/office/drawing/2014/main" id="{4C94E142-E3B9-4A98-86A7-EE2CD4F3BB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" y="1555"/>
              <a:ext cx="410" cy="138"/>
            </a:xfrm>
            <a:custGeom>
              <a:avLst/>
              <a:gdLst>
                <a:gd name="T0" fmla="*/ 0 w 410"/>
                <a:gd name="T1" fmla="*/ 118 h 138"/>
                <a:gd name="T2" fmla="*/ 129 w 410"/>
                <a:gd name="T3" fmla="*/ 138 h 138"/>
                <a:gd name="T4" fmla="*/ 410 w 410"/>
                <a:gd name="T5" fmla="*/ 132 h 138"/>
                <a:gd name="T6" fmla="*/ 410 w 410"/>
                <a:gd name="T7" fmla="*/ 8 h 138"/>
                <a:gd name="T8" fmla="*/ 125 w 410"/>
                <a:gd name="T9" fmla="*/ 13 h 138"/>
                <a:gd name="T10" fmla="*/ 0 w 410"/>
                <a:gd name="T11" fmla="*/ 0 h 138"/>
                <a:gd name="T12" fmla="*/ 0 w 410"/>
                <a:gd name="T13" fmla="*/ 11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0" h="138">
                  <a:moveTo>
                    <a:pt x="0" y="118"/>
                  </a:moveTo>
                  <a:lnTo>
                    <a:pt x="129" y="138"/>
                  </a:lnTo>
                  <a:lnTo>
                    <a:pt x="410" y="132"/>
                  </a:lnTo>
                  <a:lnTo>
                    <a:pt x="410" y="8"/>
                  </a:lnTo>
                  <a:lnTo>
                    <a:pt x="125" y="13"/>
                  </a:lnTo>
                  <a:lnTo>
                    <a:pt x="0" y="0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" name="Freeform 241">
              <a:extLst>
                <a:ext uri="{FF2B5EF4-FFF2-40B4-BE49-F238E27FC236}">
                  <a16:creationId xmlns:a16="http://schemas.microsoft.com/office/drawing/2014/main" id="{859D3F03-9DDD-4C08-9DF2-2409CC51E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8" y="1550"/>
              <a:ext cx="416" cy="146"/>
            </a:xfrm>
            <a:custGeom>
              <a:avLst/>
              <a:gdLst>
                <a:gd name="T0" fmla="*/ 3 w 416"/>
                <a:gd name="T1" fmla="*/ 123 h 146"/>
                <a:gd name="T2" fmla="*/ 1 w 416"/>
                <a:gd name="T3" fmla="*/ 125 h 146"/>
                <a:gd name="T4" fmla="*/ 131 w 416"/>
                <a:gd name="T5" fmla="*/ 146 h 146"/>
                <a:gd name="T6" fmla="*/ 416 w 416"/>
                <a:gd name="T7" fmla="*/ 140 h 146"/>
                <a:gd name="T8" fmla="*/ 416 w 416"/>
                <a:gd name="T9" fmla="*/ 11 h 146"/>
                <a:gd name="T10" fmla="*/ 129 w 416"/>
                <a:gd name="T11" fmla="*/ 15 h 146"/>
                <a:gd name="T12" fmla="*/ 0 w 416"/>
                <a:gd name="T13" fmla="*/ 0 h 146"/>
                <a:gd name="T14" fmla="*/ 0 w 416"/>
                <a:gd name="T15" fmla="*/ 125 h 146"/>
                <a:gd name="T16" fmla="*/ 1 w 416"/>
                <a:gd name="T17" fmla="*/ 125 h 146"/>
                <a:gd name="T18" fmla="*/ 3 w 416"/>
                <a:gd name="T19" fmla="*/ 123 h 146"/>
                <a:gd name="T20" fmla="*/ 6 w 416"/>
                <a:gd name="T21" fmla="*/ 123 h 146"/>
                <a:gd name="T22" fmla="*/ 6 w 416"/>
                <a:gd name="T23" fmla="*/ 8 h 146"/>
                <a:gd name="T24" fmla="*/ 128 w 416"/>
                <a:gd name="T25" fmla="*/ 21 h 146"/>
                <a:gd name="T26" fmla="*/ 410 w 416"/>
                <a:gd name="T27" fmla="*/ 16 h 146"/>
                <a:gd name="T28" fmla="*/ 410 w 416"/>
                <a:gd name="T29" fmla="*/ 134 h 146"/>
                <a:gd name="T30" fmla="*/ 132 w 416"/>
                <a:gd name="T31" fmla="*/ 140 h 146"/>
                <a:gd name="T32" fmla="*/ 3 w 416"/>
                <a:gd name="T33" fmla="*/ 120 h 146"/>
                <a:gd name="T34" fmla="*/ 3 w 416"/>
                <a:gd name="T35" fmla="*/ 123 h 146"/>
                <a:gd name="T36" fmla="*/ 6 w 416"/>
                <a:gd name="T37" fmla="*/ 123 h 146"/>
                <a:gd name="T38" fmla="*/ 3 w 416"/>
                <a:gd name="T39" fmla="*/ 12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6" h="146">
                  <a:moveTo>
                    <a:pt x="3" y="123"/>
                  </a:moveTo>
                  <a:lnTo>
                    <a:pt x="1" y="125"/>
                  </a:lnTo>
                  <a:lnTo>
                    <a:pt x="131" y="146"/>
                  </a:lnTo>
                  <a:lnTo>
                    <a:pt x="416" y="140"/>
                  </a:lnTo>
                  <a:lnTo>
                    <a:pt x="416" y="11"/>
                  </a:lnTo>
                  <a:lnTo>
                    <a:pt x="129" y="15"/>
                  </a:lnTo>
                  <a:lnTo>
                    <a:pt x="0" y="0"/>
                  </a:lnTo>
                  <a:lnTo>
                    <a:pt x="0" y="125"/>
                  </a:lnTo>
                  <a:lnTo>
                    <a:pt x="1" y="125"/>
                  </a:lnTo>
                  <a:lnTo>
                    <a:pt x="3" y="123"/>
                  </a:lnTo>
                  <a:lnTo>
                    <a:pt x="6" y="123"/>
                  </a:lnTo>
                  <a:lnTo>
                    <a:pt x="6" y="8"/>
                  </a:lnTo>
                  <a:lnTo>
                    <a:pt x="128" y="21"/>
                  </a:lnTo>
                  <a:lnTo>
                    <a:pt x="410" y="16"/>
                  </a:lnTo>
                  <a:lnTo>
                    <a:pt x="410" y="134"/>
                  </a:lnTo>
                  <a:lnTo>
                    <a:pt x="132" y="140"/>
                  </a:lnTo>
                  <a:lnTo>
                    <a:pt x="3" y="120"/>
                  </a:lnTo>
                  <a:lnTo>
                    <a:pt x="3" y="123"/>
                  </a:lnTo>
                  <a:lnTo>
                    <a:pt x="6" y="123"/>
                  </a:lnTo>
                  <a:lnTo>
                    <a:pt x="3" y="123"/>
                  </a:lnTo>
                  <a:close/>
                </a:path>
              </a:pathLst>
            </a:custGeom>
            <a:solidFill>
              <a:srgbClr val="4BB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" name="Freeform 242">
              <a:extLst>
                <a:ext uri="{FF2B5EF4-FFF2-40B4-BE49-F238E27FC236}">
                  <a16:creationId xmlns:a16="http://schemas.microsoft.com/office/drawing/2014/main" id="{24A8CA18-7FFE-44A0-A3CF-F49532B7C4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1568"/>
              <a:ext cx="0" cy="125"/>
            </a:xfrm>
            <a:custGeom>
              <a:avLst/>
              <a:gdLst>
                <a:gd name="T0" fmla="*/ 0 h 125"/>
                <a:gd name="T1" fmla="*/ 125 h 125"/>
                <a:gd name="T2" fmla="*/ 0 h 125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25">
                  <a:moveTo>
                    <a:pt x="0" y="0"/>
                  </a:moveTo>
                  <a:lnTo>
                    <a:pt x="0" y="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5" name="Line 243">
              <a:extLst>
                <a:ext uri="{FF2B5EF4-FFF2-40B4-BE49-F238E27FC236}">
                  <a16:creationId xmlns:a16="http://schemas.microsoft.com/office/drawing/2014/main" id="{08E2BD79-DA4E-40EB-AF27-EFB9EDAFDF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6" y="1568"/>
              <a:ext cx="0" cy="12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6" name="Rectangle 244">
              <a:extLst>
                <a:ext uri="{FF2B5EF4-FFF2-40B4-BE49-F238E27FC236}">
                  <a16:creationId xmlns:a16="http://schemas.microsoft.com/office/drawing/2014/main" id="{4FC9FF1D-786D-4058-80BA-E289E71C5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3" y="1568"/>
              <a:ext cx="6" cy="125"/>
            </a:xfrm>
            <a:prstGeom prst="rect">
              <a:avLst/>
            </a:prstGeom>
            <a:solidFill>
              <a:srgbClr val="4BB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" name="Freeform 245">
              <a:extLst>
                <a:ext uri="{FF2B5EF4-FFF2-40B4-BE49-F238E27FC236}">
                  <a16:creationId xmlns:a16="http://schemas.microsoft.com/office/drawing/2014/main" id="{43201C3B-BA3D-4B1C-9EF0-83E196722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" y="1568"/>
              <a:ext cx="6" cy="125"/>
            </a:xfrm>
            <a:custGeom>
              <a:avLst/>
              <a:gdLst>
                <a:gd name="T0" fmla="*/ 0 w 6"/>
                <a:gd name="T1" fmla="*/ 0 h 125"/>
                <a:gd name="T2" fmla="*/ 0 w 6"/>
                <a:gd name="T3" fmla="*/ 125 h 125"/>
                <a:gd name="T4" fmla="*/ 6 w 6"/>
                <a:gd name="T5" fmla="*/ 125 h 125"/>
                <a:gd name="T6" fmla="*/ 6 w 6"/>
                <a:gd name="T7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25">
                  <a:moveTo>
                    <a:pt x="0" y="0"/>
                  </a:moveTo>
                  <a:lnTo>
                    <a:pt x="0" y="125"/>
                  </a:lnTo>
                  <a:lnTo>
                    <a:pt x="6" y="125"/>
                  </a:lnTo>
                  <a:lnTo>
                    <a:pt x="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" name="Freeform 246">
              <a:extLst>
                <a:ext uri="{FF2B5EF4-FFF2-40B4-BE49-F238E27FC236}">
                  <a16:creationId xmlns:a16="http://schemas.microsoft.com/office/drawing/2014/main" id="{80903CFC-8756-40A7-A925-8B0B71DA5D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387"/>
              <a:ext cx="5" cy="478"/>
            </a:xfrm>
            <a:custGeom>
              <a:avLst/>
              <a:gdLst>
                <a:gd name="T0" fmla="*/ 0 w 5"/>
                <a:gd name="T1" fmla="*/ 466 h 478"/>
                <a:gd name="T2" fmla="*/ 0 w 5"/>
                <a:gd name="T3" fmla="*/ 478 h 478"/>
                <a:gd name="T4" fmla="*/ 5 w 5"/>
                <a:gd name="T5" fmla="*/ 478 h 478"/>
                <a:gd name="T6" fmla="*/ 5 w 5"/>
                <a:gd name="T7" fmla="*/ 466 h 478"/>
                <a:gd name="T8" fmla="*/ 0 w 5"/>
                <a:gd name="T9" fmla="*/ 466 h 478"/>
                <a:gd name="T10" fmla="*/ 0 w 5"/>
                <a:gd name="T11" fmla="*/ 419 h 478"/>
                <a:gd name="T12" fmla="*/ 0 w 5"/>
                <a:gd name="T13" fmla="*/ 443 h 478"/>
                <a:gd name="T14" fmla="*/ 5 w 5"/>
                <a:gd name="T15" fmla="*/ 443 h 478"/>
                <a:gd name="T16" fmla="*/ 5 w 5"/>
                <a:gd name="T17" fmla="*/ 419 h 478"/>
                <a:gd name="T18" fmla="*/ 0 w 5"/>
                <a:gd name="T19" fmla="*/ 419 h 478"/>
                <a:gd name="T20" fmla="*/ 0 w 5"/>
                <a:gd name="T21" fmla="*/ 373 h 478"/>
                <a:gd name="T22" fmla="*/ 0 w 5"/>
                <a:gd name="T23" fmla="*/ 396 h 478"/>
                <a:gd name="T24" fmla="*/ 5 w 5"/>
                <a:gd name="T25" fmla="*/ 396 h 478"/>
                <a:gd name="T26" fmla="*/ 5 w 5"/>
                <a:gd name="T27" fmla="*/ 373 h 478"/>
                <a:gd name="T28" fmla="*/ 0 w 5"/>
                <a:gd name="T29" fmla="*/ 373 h 478"/>
                <a:gd name="T30" fmla="*/ 0 w 5"/>
                <a:gd name="T31" fmla="*/ 326 h 478"/>
                <a:gd name="T32" fmla="*/ 0 w 5"/>
                <a:gd name="T33" fmla="*/ 350 h 478"/>
                <a:gd name="T34" fmla="*/ 5 w 5"/>
                <a:gd name="T35" fmla="*/ 350 h 478"/>
                <a:gd name="T36" fmla="*/ 5 w 5"/>
                <a:gd name="T37" fmla="*/ 326 h 478"/>
                <a:gd name="T38" fmla="*/ 0 w 5"/>
                <a:gd name="T39" fmla="*/ 326 h 478"/>
                <a:gd name="T40" fmla="*/ 0 w 5"/>
                <a:gd name="T41" fmla="*/ 280 h 478"/>
                <a:gd name="T42" fmla="*/ 0 w 5"/>
                <a:gd name="T43" fmla="*/ 303 h 478"/>
                <a:gd name="T44" fmla="*/ 5 w 5"/>
                <a:gd name="T45" fmla="*/ 303 h 478"/>
                <a:gd name="T46" fmla="*/ 5 w 5"/>
                <a:gd name="T47" fmla="*/ 280 h 478"/>
                <a:gd name="T48" fmla="*/ 0 w 5"/>
                <a:gd name="T49" fmla="*/ 280 h 478"/>
                <a:gd name="T50" fmla="*/ 0 w 5"/>
                <a:gd name="T51" fmla="*/ 233 h 478"/>
                <a:gd name="T52" fmla="*/ 0 w 5"/>
                <a:gd name="T53" fmla="*/ 256 h 478"/>
                <a:gd name="T54" fmla="*/ 5 w 5"/>
                <a:gd name="T55" fmla="*/ 256 h 478"/>
                <a:gd name="T56" fmla="*/ 5 w 5"/>
                <a:gd name="T57" fmla="*/ 233 h 478"/>
                <a:gd name="T58" fmla="*/ 0 w 5"/>
                <a:gd name="T59" fmla="*/ 233 h 478"/>
                <a:gd name="T60" fmla="*/ 0 w 5"/>
                <a:gd name="T61" fmla="*/ 187 h 478"/>
                <a:gd name="T62" fmla="*/ 0 w 5"/>
                <a:gd name="T63" fmla="*/ 210 h 478"/>
                <a:gd name="T64" fmla="*/ 5 w 5"/>
                <a:gd name="T65" fmla="*/ 210 h 478"/>
                <a:gd name="T66" fmla="*/ 5 w 5"/>
                <a:gd name="T67" fmla="*/ 187 h 478"/>
                <a:gd name="T68" fmla="*/ 0 w 5"/>
                <a:gd name="T69" fmla="*/ 187 h 478"/>
                <a:gd name="T70" fmla="*/ 0 w 5"/>
                <a:gd name="T71" fmla="*/ 140 h 478"/>
                <a:gd name="T72" fmla="*/ 0 w 5"/>
                <a:gd name="T73" fmla="*/ 163 h 478"/>
                <a:gd name="T74" fmla="*/ 5 w 5"/>
                <a:gd name="T75" fmla="*/ 163 h 478"/>
                <a:gd name="T76" fmla="*/ 5 w 5"/>
                <a:gd name="T77" fmla="*/ 140 h 478"/>
                <a:gd name="T78" fmla="*/ 0 w 5"/>
                <a:gd name="T79" fmla="*/ 140 h 478"/>
                <a:gd name="T80" fmla="*/ 0 w 5"/>
                <a:gd name="T81" fmla="*/ 93 h 478"/>
                <a:gd name="T82" fmla="*/ 0 w 5"/>
                <a:gd name="T83" fmla="*/ 117 h 478"/>
                <a:gd name="T84" fmla="*/ 5 w 5"/>
                <a:gd name="T85" fmla="*/ 117 h 478"/>
                <a:gd name="T86" fmla="*/ 5 w 5"/>
                <a:gd name="T87" fmla="*/ 93 h 478"/>
                <a:gd name="T88" fmla="*/ 0 w 5"/>
                <a:gd name="T89" fmla="*/ 93 h 478"/>
                <a:gd name="T90" fmla="*/ 0 w 5"/>
                <a:gd name="T91" fmla="*/ 47 h 478"/>
                <a:gd name="T92" fmla="*/ 0 w 5"/>
                <a:gd name="T93" fmla="*/ 70 h 478"/>
                <a:gd name="T94" fmla="*/ 5 w 5"/>
                <a:gd name="T95" fmla="*/ 70 h 478"/>
                <a:gd name="T96" fmla="*/ 5 w 5"/>
                <a:gd name="T97" fmla="*/ 47 h 478"/>
                <a:gd name="T98" fmla="*/ 0 w 5"/>
                <a:gd name="T99" fmla="*/ 47 h 478"/>
                <a:gd name="T100" fmla="*/ 0 w 5"/>
                <a:gd name="T101" fmla="*/ 0 h 478"/>
                <a:gd name="T102" fmla="*/ 0 w 5"/>
                <a:gd name="T103" fmla="*/ 24 h 478"/>
                <a:gd name="T104" fmla="*/ 5 w 5"/>
                <a:gd name="T105" fmla="*/ 24 h 478"/>
                <a:gd name="T106" fmla="*/ 5 w 5"/>
                <a:gd name="T107" fmla="*/ 0 h 478"/>
                <a:gd name="T108" fmla="*/ 0 w 5"/>
                <a:gd name="T109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" h="478">
                  <a:moveTo>
                    <a:pt x="0" y="466"/>
                  </a:moveTo>
                  <a:lnTo>
                    <a:pt x="0" y="478"/>
                  </a:lnTo>
                  <a:lnTo>
                    <a:pt x="5" y="478"/>
                  </a:lnTo>
                  <a:lnTo>
                    <a:pt x="5" y="466"/>
                  </a:lnTo>
                  <a:lnTo>
                    <a:pt x="0" y="466"/>
                  </a:lnTo>
                  <a:close/>
                  <a:moveTo>
                    <a:pt x="0" y="419"/>
                  </a:moveTo>
                  <a:lnTo>
                    <a:pt x="0" y="443"/>
                  </a:lnTo>
                  <a:lnTo>
                    <a:pt x="5" y="443"/>
                  </a:lnTo>
                  <a:lnTo>
                    <a:pt x="5" y="419"/>
                  </a:lnTo>
                  <a:lnTo>
                    <a:pt x="0" y="419"/>
                  </a:lnTo>
                  <a:close/>
                  <a:moveTo>
                    <a:pt x="0" y="373"/>
                  </a:moveTo>
                  <a:lnTo>
                    <a:pt x="0" y="396"/>
                  </a:lnTo>
                  <a:lnTo>
                    <a:pt x="5" y="396"/>
                  </a:lnTo>
                  <a:lnTo>
                    <a:pt x="5" y="373"/>
                  </a:lnTo>
                  <a:lnTo>
                    <a:pt x="0" y="373"/>
                  </a:lnTo>
                  <a:close/>
                  <a:moveTo>
                    <a:pt x="0" y="326"/>
                  </a:moveTo>
                  <a:lnTo>
                    <a:pt x="0" y="350"/>
                  </a:lnTo>
                  <a:lnTo>
                    <a:pt x="5" y="350"/>
                  </a:lnTo>
                  <a:lnTo>
                    <a:pt x="5" y="326"/>
                  </a:lnTo>
                  <a:lnTo>
                    <a:pt x="0" y="326"/>
                  </a:lnTo>
                  <a:close/>
                  <a:moveTo>
                    <a:pt x="0" y="280"/>
                  </a:moveTo>
                  <a:lnTo>
                    <a:pt x="0" y="303"/>
                  </a:lnTo>
                  <a:lnTo>
                    <a:pt x="5" y="303"/>
                  </a:lnTo>
                  <a:lnTo>
                    <a:pt x="5" y="280"/>
                  </a:lnTo>
                  <a:lnTo>
                    <a:pt x="0" y="280"/>
                  </a:lnTo>
                  <a:close/>
                  <a:moveTo>
                    <a:pt x="0" y="233"/>
                  </a:moveTo>
                  <a:lnTo>
                    <a:pt x="0" y="256"/>
                  </a:lnTo>
                  <a:lnTo>
                    <a:pt x="5" y="256"/>
                  </a:lnTo>
                  <a:lnTo>
                    <a:pt x="5" y="233"/>
                  </a:lnTo>
                  <a:lnTo>
                    <a:pt x="0" y="233"/>
                  </a:lnTo>
                  <a:close/>
                  <a:moveTo>
                    <a:pt x="0" y="187"/>
                  </a:moveTo>
                  <a:lnTo>
                    <a:pt x="0" y="210"/>
                  </a:lnTo>
                  <a:lnTo>
                    <a:pt x="5" y="210"/>
                  </a:lnTo>
                  <a:lnTo>
                    <a:pt x="5" y="187"/>
                  </a:lnTo>
                  <a:lnTo>
                    <a:pt x="0" y="187"/>
                  </a:lnTo>
                  <a:close/>
                  <a:moveTo>
                    <a:pt x="0" y="140"/>
                  </a:moveTo>
                  <a:lnTo>
                    <a:pt x="0" y="163"/>
                  </a:lnTo>
                  <a:lnTo>
                    <a:pt x="5" y="163"/>
                  </a:lnTo>
                  <a:lnTo>
                    <a:pt x="5" y="140"/>
                  </a:lnTo>
                  <a:lnTo>
                    <a:pt x="0" y="140"/>
                  </a:lnTo>
                  <a:close/>
                  <a:moveTo>
                    <a:pt x="0" y="93"/>
                  </a:moveTo>
                  <a:lnTo>
                    <a:pt x="0" y="117"/>
                  </a:lnTo>
                  <a:lnTo>
                    <a:pt x="5" y="117"/>
                  </a:lnTo>
                  <a:lnTo>
                    <a:pt x="5" y="93"/>
                  </a:lnTo>
                  <a:lnTo>
                    <a:pt x="0" y="93"/>
                  </a:lnTo>
                  <a:close/>
                  <a:moveTo>
                    <a:pt x="0" y="47"/>
                  </a:moveTo>
                  <a:lnTo>
                    <a:pt x="0" y="70"/>
                  </a:lnTo>
                  <a:lnTo>
                    <a:pt x="5" y="70"/>
                  </a:lnTo>
                  <a:lnTo>
                    <a:pt x="5" y="47"/>
                  </a:lnTo>
                  <a:lnTo>
                    <a:pt x="0" y="47"/>
                  </a:lnTo>
                  <a:close/>
                  <a:moveTo>
                    <a:pt x="0" y="0"/>
                  </a:moveTo>
                  <a:lnTo>
                    <a:pt x="0" y="24"/>
                  </a:lnTo>
                  <a:lnTo>
                    <a:pt x="5" y="24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" name="Freeform 247">
              <a:extLst>
                <a:ext uri="{FF2B5EF4-FFF2-40B4-BE49-F238E27FC236}">
                  <a16:creationId xmlns:a16="http://schemas.microsoft.com/office/drawing/2014/main" id="{A15460F8-2C28-45ED-BEBD-EB30AFD14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8" y="1387"/>
              <a:ext cx="6" cy="484"/>
            </a:xfrm>
            <a:custGeom>
              <a:avLst/>
              <a:gdLst>
                <a:gd name="T0" fmla="*/ 0 w 6"/>
                <a:gd name="T1" fmla="*/ 466 h 484"/>
                <a:gd name="T2" fmla="*/ 0 w 6"/>
                <a:gd name="T3" fmla="*/ 484 h 484"/>
                <a:gd name="T4" fmla="*/ 6 w 6"/>
                <a:gd name="T5" fmla="*/ 484 h 484"/>
                <a:gd name="T6" fmla="*/ 6 w 6"/>
                <a:gd name="T7" fmla="*/ 466 h 484"/>
                <a:gd name="T8" fmla="*/ 0 w 6"/>
                <a:gd name="T9" fmla="*/ 466 h 484"/>
                <a:gd name="T10" fmla="*/ 0 w 6"/>
                <a:gd name="T11" fmla="*/ 419 h 484"/>
                <a:gd name="T12" fmla="*/ 0 w 6"/>
                <a:gd name="T13" fmla="*/ 443 h 484"/>
                <a:gd name="T14" fmla="*/ 6 w 6"/>
                <a:gd name="T15" fmla="*/ 443 h 484"/>
                <a:gd name="T16" fmla="*/ 6 w 6"/>
                <a:gd name="T17" fmla="*/ 419 h 484"/>
                <a:gd name="T18" fmla="*/ 0 w 6"/>
                <a:gd name="T19" fmla="*/ 419 h 484"/>
                <a:gd name="T20" fmla="*/ 0 w 6"/>
                <a:gd name="T21" fmla="*/ 373 h 484"/>
                <a:gd name="T22" fmla="*/ 0 w 6"/>
                <a:gd name="T23" fmla="*/ 396 h 484"/>
                <a:gd name="T24" fmla="*/ 6 w 6"/>
                <a:gd name="T25" fmla="*/ 396 h 484"/>
                <a:gd name="T26" fmla="*/ 6 w 6"/>
                <a:gd name="T27" fmla="*/ 373 h 484"/>
                <a:gd name="T28" fmla="*/ 0 w 6"/>
                <a:gd name="T29" fmla="*/ 373 h 484"/>
                <a:gd name="T30" fmla="*/ 0 w 6"/>
                <a:gd name="T31" fmla="*/ 326 h 484"/>
                <a:gd name="T32" fmla="*/ 0 w 6"/>
                <a:gd name="T33" fmla="*/ 350 h 484"/>
                <a:gd name="T34" fmla="*/ 6 w 6"/>
                <a:gd name="T35" fmla="*/ 350 h 484"/>
                <a:gd name="T36" fmla="*/ 6 w 6"/>
                <a:gd name="T37" fmla="*/ 326 h 484"/>
                <a:gd name="T38" fmla="*/ 0 w 6"/>
                <a:gd name="T39" fmla="*/ 326 h 484"/>
                <a:gd name="T40" fmla="*/ 0 w 6"/>
                <a:gd name="T41" fmla="*/ 280 h 484"/>
                <a:gd name="T42" fmla="*/ 0 w 6"/>
                <a:gd name="T43" fmla="*/ 303 h 484"/>
                <a:gd name="T44" fmla="*/ 6 w 6"/>
                <a:gd name="T45" fmla="*/ 303 h 484"/>
                <a:gd name="T46" fmla="*/ 6 w 6"/>
                <a:gd name="T47" fmla="*/ 280 h 484"/>
                <a:gd name="T48" fmla="*/ 0 w 6"/>
                <a:gd name="T49" fmla="*/ 280 h 484"/>
                <a:gd name="T50" fmla="*/ 0 w 6"/>
                <a:gd name="T51" fmla="*/ 233 h 484"/>
                <a:gd name="T52" fmla="*/ 0 w 6"/>
                <a:gd name="T53" fmla="*/ 256 h 484"/>
                <a:gd name="T54" fmla="*/ 6 w 6"/>
                <a:gd name="T55" fmla="*/ 256 h 484"/>
                <a:gd name="T56" fmla="*/ 6 w 6"/>
                <a:gd name="T57" fmla="*/ 233 h 484"/>
                <a:gd name="T58" fmla="*/ 0 w 6"/>
                <a:gd name="T59" fmla="*/ 233 h 484"/>
                <a:gd name="T60" fmla="*/ 0 w 6"/>
                <a:gd name="T61" fmla="*/ 187 h 484"/>
                <a:gd name="T62" fmla="*/ 0 w 6"/>
                <a:gd name="T63" fmla="*/ 210 h 484"/>
                <a:gd name="T64" fmla="*/ 6 w 6"/>
                <a:gd name="T65" fmla="*/ 210 h 484"/>
                <a:gd name="T66" fmla="*/ 6 w 6"/>
                <a:gd name="T67" fmla="*/ 187 h 484"/>
                <a:gd name="T68" fmla="*/ 0 w 6"/>
                <a:gd name="T69" fmla="*/ 187 h 484"/>
                <a:gd name="T70" fmla="*/ 0 w 6"/>
                <a:gd name="T71" fmla="*/ 140 h 484"/>
                <a:gd name="T72" fmla="*/ 0 w 6"/>
                <a:gd name="T73" fmla="*/ 163 h 484"/>
                <a:gd name="T74" fmla="*/ 6 w 6"/>
                <a:gd name="T75" fmla="*/ 163 h 484"/>
                <a:gd name="T76" fmla="*/ 6 w 6"/>
                <a:gd name="T77" fmla="*/ 140 h 484"/>
                <a:gd name="T78" fmla="*/ 0 w 6"/>
                <a:gd name="T79" fmla="*/ 140 h 484"/>
                <a:gd name="T80" fmla="*/ 0 w 6"/>
                <a:gd name="T81" fmla="*/ 93 h 484"/>
                <a:gd name="T82" fmla="*/ 0 w 6"/>
                <a:gd name="T83" fmla="*/ 117 h 484"/>
                <a:gd name="T84" fmla="*/ 6 w 6"/>
                <a:gd name="T85" fmla="*/ 117 h 484"/>
                <a:gd name="T86" fmla="*/ 6 w 6"/>
                <a:gd name="T87" fmla="*/ 93 h 484"/>
                <a:gd name="T88" fmla="*/ 0 w 6"/>
                <a:gd name="T89" fmla="*/ 93 h 484"/>
                <a:gd name="T90" fmla="*/ 0 w 6"/>
                <a:gd name="T91" fmla="*/ 47 h 484"/>
                <a:gd name="T92" fmla="*/ 0 w 6"/>
                <a:gd name="T93" fmla="*/ 70 h 484"/>
                <a:gd name="T94" fmla="*/ 6 w 6"/>
                <a:gd name="T95" fmla="*/ 70 h 484"/>
                <a:gd name="T96" fmla="*/ 6 w 6"/>
                <a:gd name="T97" fmla="*/ 47 h 484"/>
                <a:gd name="T98" fmla="*/ 0 w 6"/>
                <a:gd name="T99" fmla="*/ 47 h 484"/>
                <a:gd name="T100" fmla="*/ 0 w 6"/>
                <a:gd name="T101" fmla="*/ 0 h 484"/>
                <a:gd name="T102" fmla="*/ 0 w 6"/>
                <a:gd name="T103" fmla="*/ 24 h 484"/>
                <a:gd name="T104" fmla="*/ 6 w 6"/>
                <a:gd name="T105" fmla="*/ 24 h 484"/>
                <a:gd name="T106" fmla="*/ 6 w 6"/>
                <a:gd name="T107" fmla="*/ 0 h 484"/>
                <a:gd name="T108" fmla="*/ 0 w 6"/>
                <a:gd name="T109" fmla="*/ 0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" h="484">
                  <a:moveTo>
                    <a:pt x="0" y="466"/>
                  </a:moveTo>
                  <a:lnTo>
                    <a:pt x="0" y="484"/>
                  </a:lnTo>
                  <a:lnTo>
                    <a:pt x="6" y="484"/>
                  </a:lnTo>
                  <a:lnTo>
                    <a:pt x="6" y="466"/>
                  </a:lnTo>
                  <a:lnTo>
                    <a:pt x="0" y="466"/>
                  </a:lnTo>
                  <a:close/>
                  <a:moveTo>
                    <a:pt x="0" y="419"/>
                  </a:moveTo>
                  <a:lnTo>
                    <a:pt x="0" y="443"/>
                  </a:lnTo>
                  <a:lnTo>
                    <a:pt x="6" y="443"/>
                  </a:lnTo>
                  <a:lnTo>
                    <a:pt x="6" y="419"/>
                  </a:lnTo>
                  <a:lnTo>
                    <a:pt x="0" y="419"/>
                  </a:lnTo>
                  <a:close/>
                  <a:moveTo>
                    <a:pt x="0" y="373"/>
                  </a:moveTo>
                  <a:lnTo>
                    <a:pt x="0" y="396"/>
                  </a:lnTo>
                  <a:lnTo>
                    <a:pt x="6" y="396"/>
                  </a:lnTo>
                  <a:lnTo>
                    <a:pt x="6" y="373"/>
                  </a:lnTo>
                  <a:lnTo>
                    <a:pt x="0" y="373"/>
                  </a:lnTo>
                  <a:close/>
                  <a:moveTo>
                    <a:pt x="0" y="326"/>
                  </a:moveTo>
                  <a:lnTo>
                    <a:pt x="0" y="350"/>
                  </a:lnTo>
                  <a:lnTo>
                    <a:pt x="6" y="350"/>
                  </a:lnTo>
                  <a:lnTo>
                    <a:pt x="6" y="326"/>
                  </a:lnTo>
                  <a:lnTo>
                    <a:pt x="0" y="326"/>
                  </a:lnTo>
                  <a:close/>
                  <a:moveTo>
                    <a:pt x="0" y="280"/>
                  </a:moveTo>
                  <a:lnTo>
                    <a:pt x="0" y="303"/>
                  </a:lnTo>
                  <a:lnTo>
                    <a:pt x="6" y="303"/>
                  </a:lnTo>
                  <a:lnTo>
                    <a:pt x="6" y="280"/>
                  </a:lnTo>
                  <a:lnTo>
                    <a:pt x="0" y="280"/>
                  </a:lnTo>
                  <a:close/>
                  <a:moveTo>
                    <a:pt x="0" y="233"/>
                  </a:moveTo>
                  <a:lnTo>
                    <a:pt x="0" y="256"/>
                  </a:lnTo>
                  <a:lnTo>
                    <a:pt x="6" y="256"/>
                  </a:lnTo>
                  <a:lnTo>
                    <a:pt x="6" y="233"/>
                  </a:lnTo>
                  <a:lnTo>
                    <a:pt x="0" y="233"/>
                  </a:lnTo>
                  <a:close/>
                  <a:moveTo>
                    <a:pt x="0" y="187"/>
                  </a:moveTo>
                  <a:lnTo>
                    <a:pt x="0" y="210"/>
                  </a:lnTo>
                  <a:lnTo>
                    <a:pt x="6" y="210"/>
                  </a:lnTo>
                  <a:lnTo>
                    <a:pt x="6" y="187"/>
                  </a:lnTo>
                  <a:lnTo>
                    <a:pt x="0" y="187"/>
                  </a:lnTo>
                  <a:close/>
                  <a:moveTo>
                    <a:pt x="0" y="140"/>
                  </a:moveTo>
                  <a:lnTo>
                    <a:pt x="0" y="163"/>
                  </a:lnTo>
                  <a:lnTo>
                    <a:pt x="6" y="163"/>
                  </a:lnTo>
                  <a:lnTo>
                    <a:pt x="6" y="140"/>
                  </a:lnTo>
                  <a:lnTo>
                    <a:pt x="0" y="140"/>
                  </a:lnTo>
                  <a:close/>
                  <a:moveTo>
                    <a:pt x="0" y="93"/>
                  </a:moveTo>
                  <a:lnTo>
                    <a:pt x="0" y="117"/>
                  </a:lnTo>
                  <a:lnTo>
                    <a:pt x="6" y="117"/>
                  </a:lnTo>
                  <a:lnTo>
                    <a:pt x="6" y="93"/>
                  </a:lnTo>
                  <a:lnTo>
                    <a:pt x="0" y="93"/>
                  </a:lnTo>
                  <a:close/>
                  <a:moveTo>
                    <a:pt x="0" y="47"/>
                  </a:moveTo>
                  <a:lnTo>
                    <a:pt x="0" y="70"/>
                  </a:lnTo>
                  <a:lnTo>
                    <a:pt x="6" y="70"/>
                  </a:lnTo>
                  <a:lnTo>
                    <a:pt x="6" y="47"/>
                  </a:lnTo>
                  <a:lnTo>
                    <a:pt x="0" y="47"/>
                  </a:lnTo>
                  <a:close/>
                  <a:moveTo>
                    <a:pt x="0" y="0"/>
                  </a:moveTo>
                  <a:lnTo>
                    <a:pt x="0" y="24"/>
                  </a:lnTo>
                  <a:lnTo>
                    <a:pt x="6" y="24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0" name="Freeform 248">
              <a:extLst>
                <a:ext uri="{FF2B5EF4-FFF2-40B4-BE49-F238E27FC236}">
                  <a16:creationId xmlns:a16="http://schemas.microsoft.com/office/drawing/2014/main" id="{09B5643A-1166-4899-902F-45271FCD10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3" y="1397"/>
              <a:ext cx="6" cy="529"/>
            </a:xfrm>
            <a:custGeom>
              <a:avLst/>
              <a:gdLst>
                <a:gd name="T0" fmla="*/ 0 w 6"/>
                <a:gd name="T1" fmla="*/ 513 h 529"/>
                <a:gd name="T2" fmla="*/ 0 w 6"/>
                <a:gd name="T3" fmla="*/ 529 h 529"/>
                <a:gd name="T4" fmla="*/ 6 w 6"/>
                <a:gd name="T5" fmla="*/ 529 h 529"/>
                <a:gd name="T6" fmla="*/ 6 w 6"/>
                <a:gd name="T7" fmla="*/ 513 h 529"/>
                <a:gd name="T8" fmla="*/ 0 w 6"/>
                <a:gd name="T9" fmla="*/ 513 h 529"/>
                <a:gd name="T10" fmla="*/ 0 w 6"/>
                <a:gd name="T11" fmla="*/ 466 h 529"/>
                <a:gd name="T12" fmla="*/ 0 w 6"/>
                <a:gd name="T13" fmla="*/ 490 h 529"/>
                <a:gd name="T14" fmla="*/ 6 w 6"/>
                <a:gd name="T15" fmla="*/ 490 h 529"/>
                <a:gd name="T16" fmla="*/ 6 w 6"/>
                <a:gd name="T17" fmla="*/ 466 h 529"/>
                <a:gd name="T18" fmla="*/ 0 w 6"/>
                <a:gd name="T19" fmla="*/ 466 h 529"/>
                <a:gd name="T20" fmla="*/ 0 w 6"/>
                <a:gd name="T21" fmla="*/ 420 h 529"/>
                <a:gd name="T22" fmla="*/ 0 w 6"/>
                <a:gd name="T23" fmla="*/ 443 h 529"/>
                <a:gd name="T24" fmla="*/ 6 w 6"/>
                <a:gd name="T25" fmla="*/ 443 h 529"/>
                <a:gd name="T26" fmla="*/ 6 w 6"/>
                <a:gd name="T27" fmla="*/ 420 h 529"/>
                <a:gd name="T28" fmla="*/ 0 w 6"/>
                <a:gd name="T29" fmla="*/ 420 h 529"/>
                <a:gd name="T30" fmla="*/ 0 w 6"/>
                <a:gd name="T31" fmla="*/ 373 h 529"/>
                <a:gd name="T32" fmla="*/ 0 w 6"/>
                <a:gd name="T33" fmla="*/ 396 h 529"/>
                <a:gd name="T34" fmla="*/ 6 w 6"/>
                <a:gd name="T35" fmla="*/ 396 h 529"/>
                <a:gd name="T36" fmla="*/ 6 w 6"/>
                <a:gd name="T37" fmla="*/ 373 h 529"/>
                <a:gd name="T38" fmla="*/ 0 w 6"/>
                <a:gd name="T39" fmla="*/ 373 h 529"/>
                <a:gd name="T40" fmla="*/ 0 w 6"/>
                <a:gd name="T41" fmla="*/ 327 h 529"/>
                <a:gd name="T42" fmla="*/ 0 w 6"/>
                <a:gd name="T43" fmla="*/ 350 h 529"/>
                <a:gd name="T44" fmla="*/ 6 w 6"/>
                <a:gd name="T45" fmla="*/ 350 h 529"/>
                <a:gd name="T46" fmla="*/ 6 w 6"/>
                <a:gd name="T47" fmla="*/ 327 h 529"/>
                <a:gd name="T48" fmla="*/ 0 w 6"/>
                <a:gd name="T49" fmla="*/ 327 h 529"/>
                <a:gd name="T50" fmla="*/ 0 w 6"/>
                <a:gd name="T51" fmla="*/ 280 h 529"/>
                <a:gd name="T52" fmla="*/ 0 w 6"/>
                <a:gd name="T53" fmla="*/ 303 h 529"/>
                <a:gd name="T54" fmla="*/ 6 w 6"/>
                <a:gd name="T55" fmla="*/ 303 h 529"/>
                <a:gd name="T56" fmla="*/ 6 w 6"/>
                <a:gd name="T57" fmla="*/ 280 h 529"/>
                <a:gd name="T58" fmla="*/ 0 w 6"/>
                <a:gd name="T59" fmla="*/ 280 h 529"/>
                <a:gd name="T60" fmla="*/ 0 w 6"/>
                <a:gd name="T61" fmla="*/ 233 h 529"/>
                <a:gd name="T62" fmla="*/ 0 w 6"/>
                <a:gd name="T63" fmla="*/ 257 h 529"/>
                <a:gd name="T64" fmla="*/ 6 w 6"/>
                <a:gd name="T65" fmla="*/ 257 h 529"/>
                <a:gd name="T66" fmla="*/ 6 w 6"/>
                <a:gd name="T67" fmla="*/ 233 h 529"/>
                <a:gd name="T68" fmla="*/ 0 w 6"/>
                <a:gd name="T69" fmla="*/ 233 h 529"/>
                <a:gd name="T70" fmla="*/ 0 w 6"/>
                <a:gd name="T71" fmla="*/ 187 h 529"/>
                <a:gd name="T72" fmla="*/ 0 w 6"/>
                <a:gd name="T73" fmla="*/ 210 h 529"/>
                <a:gd name="T74" fmla="*/ 6 w 6"/>
                <a:gd name="T75" fmla="*/ 210 h 529"/>
                <a:gd name="T76" fmla="*/ 6 w 6"/>
                <a:gd name="T77" fmla="*/ 187 h 529"/>
                <a:gd name="T78" fmla="*/ 0 w 6"/>
                <a:gd name="T79" fmla="*/ 187 h 529"/>
                <a:gd name="T80" fmla="*/ 0 w 6"/>
                <a:gd name="T81" fmla="*/ 140 h 529"/>
                <a:gd name="T82" fmla="*/ 0 w 6"/>
                <a:gd name="T83" fmla="*/ 164 h 529"/>
                <a:gd name="T84" fmla="*/ 6 w 6"/>
                <a:gd name="T85" fmla="*/ 164 h 529"/>
                <a:gd name="T86" fmla="*/ 6 w 6"/>
                <a:gd name="T87" fmla="*/ 140 h 529"/>
                <a:gd name="T88" fmla="*/ 0 w 6"/>
                <a:gd name="T89" fmla="*/ 140 h 529"/>
                <a:gd name="T90" fmla="*/ 0 w 6"/>
                <a:gd name="T91" fmla="*/ 94 h 529"/>
                <a:gd name="T92" fmla="*/ 0 w 6"/>
                <a:gd name="T93" fmla="*/ 117 h 529"/>
                <a:gd name="T94" fmla="*/ 6 w 6"/>
                <a:gd name="T95" fmla="*/ 117 h 529"/>
                <a:gd name="T96" fmla="*/ 6 w 6"/>
                <a:gd name="T97" fmla="*/ 94 h 529"/>
                <a:gd name="T98" fmla="*/ 0 w 6"/>
                <a:gd name="T99" fmla="*/ 94 h 529"/>
                <a:gd name="T100" fmla="*/ 0 w 6"/>
                <a:gd name="T101" fmla="*/ 47 h 529"/>
                <a:gd name="T102" fmla="*/ 0 w 6"/>
                <a:gd name="T103" fmla="*/ 70 h 529"/>
                <a:gd name="T104" fmla="*/ 6 w 6"/>
                <a:gd name="T105" fmla="*/ 70 h 529"/>
                <a:gd name="T106" fmla="*/ 6 w 6"/>
                <a:gd name="T107" fmla="*/ 47 h 529"/>
                <a:gd name="T108" fmla="*/ 0 w 6"/>
                <a:gd name="T109" fmla="*/ 47 h 529"/>
                <a:gd name="T110" fmla="*/ 0 w 6"/>
                <a:gd name="T111" fmla="*/ 0 h 529"/>
                <a:gd name="T112" fmla="*/ 0 w 6"/>
                <a:gd name="T113" fmla="*/ 24 h 529"/>
                <a:gd name="T114" fmla="*/ 6 w 6"/>
                <a:gd name="T115" fmla="*/ 24 h 529"/>
                <a:gd name="T116" fmla="*/ 6 w 6"/>
                <a:gd name="T117" fmla="*/ 0 h 529"/>
                <a:gd name="T118" fmla="*/ 0 w 6"/>
                <a:gd name="T119" fmla="*/ 0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" h="529">
                  <a:moveTo>
                    <a:pt x="0" y="513"/>
                  </a:moveTo>
                  <a:lnTo>
                    <a:pt x="0" y="529"/>
                  </a:lnTo>
                  <a:lnTo>
                    <a:pt x="6" y="529"/>
                  </a:lnTo>
                  <a:lnTo>
                    <a:pt x="6" y="513"/>
                  </a:lnTo>
                  <a:lnTo>
                    <a:pt x="0" y="513"/>
                  </a:lnTo>
                  <a:close/>
                  <a:moveTo>
                    <a:pt x="0" y="466"/>
                  </a:moveTo>
                  <a:lnTo>
                    <a:pt x="0" y="490"/>
                  </a:lnTo>
                  <a:lnTo>
                    <a:pt x="6" y="490"/>
                  </a:lnTo>
                  <a:lnTo>
                    <a:pt x="6" y="466"/>
                  </a:lnTo>
                  <a:lnTo>
                    <a:pt x="0" y="466"/>
                  </a:lnTo>
                  <a:close/>
                  <a:moveTo>
                    <a:pt x="0" y="420"/>
                  </a:moveTo>
                  <a:lnTo>
                    <a:pt x="0" y="443"/>
                  </a:lnTo>
                  <a:lnTo>
                    <a:pt x="6" y="443"/>
                  </a:lnTo>
                  <a:lnTo>
                    <a:pt x="6" y="420"/>
                  </a:lnTo>
                  <a:lnTo>
                    <a:pt x="0" y="420"/>
                  </a:lnTo>
                  <a:close/>
                  <a:moveTo>
                    <a:pt x="0" y="373"/>
                  </a:moveTo>
                  <a:lnTo>
                    <a:pt x="0" y="396"/>
                  </a:lnTo>
                  <a:lnTo>
                    <a:pt x="6" y="396"/>
                  </a:lnTo>
                  <a:lnTo>
                    <a:pt x="6" y="373"/>
                  </a:lnTo>
                  <a:lnTo>
                    <a:pt x="0" y="373"/>
                  </a:lnTo>
                  <a:close/>
                  <a:moveTo>
                    <a:pt x="0" y="327"/>
                  </a:moveTo>
                  <a:lnTo>
                    <a:pt x="0" y="350"/>
                  </a:lnTo>
                  <a:lnTo>
                    <a:pt x="6" y="350"/>
                  </a:lnTo>
                  <a:lnTo>
                    <a:pt x="6" y="327"/>
                  </a:lnTo>
                  <a:lnTo>
                    <a:pt x="0" y="327"/>
                  </a:lnTo>
                  <a:close/>
                  <a:moveTo>
                    <a:pt x="0" y="280"/>
                  </a:moveTo>
                  <a:lnTo>
                    <a:pt x="0" y="303"/>
                  </a:lnTo>
                  <a:lnTo>
                    <a:pt x="6" y="303"/>
                  </a:lnTo>
                  <a:lnTo>
                    <a:pt x="6" y="280"/>
                  </a:lnTo>
                  <a:lnTo>
                    <a:pt x="0" y="280"/>
                  </a:lnTo>
                  <a:close/>
                  <a:moveTo>
                    <a:pt x="0" y="233"/>
                  </a:moveTo>
                  <a:lnTo>
                    <a:pt x="0" y="257"/>
                  </a:lnTo>
                  <a:lnTo>
                    <a:pt x="6" y="257"/>
                  </a:lnTo>
                  <a:lnTo>
                    <a:pt x="6" y="233"/>
                  </a:lnTo>
                  <a:lnTo>
                    <a:pt x="0" y="233"/>
                  </a:lnTo>
                  <a:close/>
                  <a:moveTo>
                    <a:pt x="0" y="187"/>
                  </a:moveTo>
                  <a:lnTo>
                    <a:pt x="0" y="210"/>
                  </a:lnTo>
                  <a:lnTo>
                    <a:pt x="6" y="210"/>
                  </a:lnTo>
                  <a:lnTo>
                    <a:pt x="6" y="187"/>
                  </a:lnTo>
                  <a:lnTo>
                    <a:pt x="0" y="187"/>
                  </a:lnTo>
                  <a:close/>
                  <a:moveTo>
                    <a:pt x="0" y="140"/>
                  </a:moveTo>
                  <a:lnTo>
                    <a:pt x="0" y="164"/>
                  </a:lnTo>
                  <a:lnTo>
                    <a:pt x="6" y="164"/>
                  </a:lnTo>
                  <a:lnTo>
                    <a:pt x="6" y="140"/>
                  </a:lnTo>
                  <a:lnTo>
                    <a:pt x="0" y="140"/>
                  </a:lnTo>
                  <a:close/>
                  <a:moveTo>
                    <a:pt x="0" y="94"/>
                  </a:moveTo>
                  <a:lnTo>
                    <a:pt x="0" y="117"/>
                  </a:lnTo>
                  <a:lnTo>
                    <a:pt x="6" y="117"/>
                  </a:lnTo>
                  <a:lnTo>
                    <a:pt x="6" y="94"/>
                  </a:lnTo>
                  <a:lnTo>
                    <a:pt x="0" y="94"/>
                  </a:lnTo>
                  <a:close/>
                  <a:moveTo>
                    <a:pt x="0" y="47"/>
                  </a:moveTo>
                  <a:lnTo>
                    <a:pt x="0" y="70"/>
                  </a:lnTo>
                  <a:lnTo>
                    <a:pt x="6" y="70"/>
                  </a:lnTo>
                  <a:lnTo>
                    <a:pt x="6" y="47"/>
                  </a:lnTo>
                  <a:lnTo>
                    <a:pt x="0" y="47"/>
                  </a:lnTo>
                  <a:close/>
                  <a:moveTo>
                    <a:pt x="0" y="0"/>
                  </a:moveTo>
                  <a:lnTo>
                    <a:pt x="0" y="24"/>
                  </a:lnTo>
                  <a:lnTo>
                    <a:pt x="6" y="24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1" name="Freeform 249">
              <a:extLst>
                <a:ext uri="{FF2B5EF4-FFF2-40B4-BE49-F238E27FC236}">
                  <a16:creationId xmlns:a16="http://schemas.microsoft.com/office/drawing/2014/main" id="{C8237D92-CD1F-4672-AA6E-A18688CC81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8" y="1397"/>
              <a:ext cx="6" cy="520"/>
            </a:xfrm>
            <a:custGeom>
              <a:avLst/>
              <a:gdLst>
                <a:gd name="T0" fmla="*/ 0 w 6"/>
                <a:gd name="T1" fmla="*/ 513 h 520"/>
                <a:gd name="T2" fmla="*/ 0 w 6"/>
                <a:gd name="T3" fmla="*/ 520 h 520"/>
                <a:gd name="T4" fmla="*/ 6 w 6"/>
                <a:gd name="T5" fmla="*/ 520 h 520"/>
                <a:gd name="T6" fmla="*/ 6 w 6"/>
                <a:gd name="T7" fmla="*/ 513 h 520"/>
                <a:gd name="T8" fmla="*/ 0 w 6"/>
                <a:gd name="T9" fmla="*/ 513 h 520"/>
                <a:gd name="T10" fmla="*/ 0 w 6"/>
                <a:gd name="T11" fmla="*/ 466 h 520"/>
                <a:gd name="T12" fmla="*/ 0 w 6"/>
                <a:gd name="T13" fmla="*/ 490 h 520"/>
                <a:gd name="T14" fmla="*/ 6 w 6"/>
                <a:gd name="T15" fmla="*/ 490 h 520"/>
                <a:gd name="T16" fmla="*/ 6 w 6"/>
                <a:gd name="T17" fmla="*/ 466 h 520"/>
                <a:gd name="T18" fmla="*/ 0 w 6"/>
                <a:gd name="T19" fmla="*/ 466 h 520"/>
                <a:gd name="T20" fmla="*/ 0 w 6"/>
                <a:gd name="T21" fmla="*/ 420 h 520"/>
                <a:gd name="T22" fmla="*/ 0 w 6"/>
                <a:gd name="T23" fmla="*/ 443 h 520"/>
                <a:gd name="T24" fmla="*/ 6 w 6"/>
                <a:gd name="T25" fmla="*/ 443 h 520"/>
                <a:gd name="T26" fmla="*/ 6 w 6"/>
                <a:gd name="T27" fmla="*/ 420 h 520"/>
                <a:gd name="T28" fmla="*/ 0 w 6"/>
                <a:gd name="T29" fmla="*/ 420 h 520"/>
                <a:gd name="T30" fmla="*/ 0 w 6"/>
                <a:gd name="T31" fmla="*/ 373 h 520"/>
                <a:gd name="T32" fmla="*/ 0 w 6"/>
                <a:gd name="T33" fmla="*/ 396 h 520"/>
                <a:gd name="T34" fmla="*/ 6 w 6"/>
                <a:gd name="T35" fmla="*/ 396 h 520"/>
                <a:gd name="T36" fmla="*/ 6 w 6"/>
                <a:gd name="T37" fmla="*/ 373 h 520"/>
                <a:gd name="T38" fmla="*/ 0 w 6"/>
                <a:gd name="T39" fmla="*/ 373 h 520"/>
                <a:gd name="T40" fmla="*/ 0 w 6"/>
                <a:gd name="T41" fmla="*/ 327 h 520"/>
                <a:gd name="T42" fmla="*/ 0 w 6"/>
                <a:gd name="T43" fmla="*/ 350 h 520"/>
                <a:gd name="T44" fmla="*/ 6 w 6"/>
                <a:gd name="T45" fmla="*/ 350 h 520"/>
                <a:gd name="T46" fmla="*/ 6 w 6"/>
                <a:gd name="T47" fmla="*/ 327 h 520"/>
                <a:gd name="T48" fmla="*/ 0 w 6"/>
                <a:gd name="T49" fmla="*/ 327 h 520"/>
                <a:gd name="T50" fmla="*/ 0 w 6"/>
                <a:gd name="T51" fmla="*/ 280 h 520"/>
                <a:gd name="T52" fmla="*/ 0 w 6"/>
                <a:gd name="T53" fmla="*/ 303 h 520"/>
                <a:gd name="T54" fmla="*/ 6 w 6"/>
                <a:gd name="T55" fmla="*/ 303 h 520"/>
                <a:gd name="T56" fmla="*/ 6 w 6"/>
                <a:gd name="T57" fmla="*/ 280 h 520"/>
                <a:gd name="T58" fmla="*/ 0 w 6"/>
                <a:gd name="T59" fmla="*/ 280 h 520"/>
                <a:gd name="T60" fmla="*/ 0 w 6"/>
                <a:gd name="T61" fmla="*/ 233 h 520"/>
                <a:gd name="T62" fmla="*/ 0 w 6"/>
                <a:gd name="T63" fmla="*/ 257 h 520"/>
                <a:gd name="T64" fmla="*/ 6 w 6"/>
                <a:gd name="T65" fmla="*/ 257 h 520"/>
                <a:gd name="T66" fmla="*/ 6 w 6"/>
                <a:gd name="T67" fmla="*/ 233 h 520"/>
                <a:gd name="T68" fmla="*/ 0 w 6"/>
                <a:gd name="T69" fmla="*/ 233 h 520"/>
                <a:gd name="T70" fmla="*/ 0 w 6"/>
                <a:gd name="T71" fmla="*/ 187 h 520"/>
                <a:gd name="T72" fmla="*/ 0 w 6"/>
                <a:gd name="T73" fmla="*/ 210 h 520"/>
                <a:gd name="T74" fmla="*/ 6 w 6"/>
                <a:gd name="T75" fmla="*/ 210 h 520"/>
                <a:gd name="T76" fmla="*/ 6 w 6"/>
                <a:gd name="T77" fmla="*/ 187 h 520"/>
                <a:gd name="T78" fmla="*/ 0 w 6"/>
                <a:gd name="T79" fmla="*/ 187 h 520"/>
                <a:gd name="T80" fmla="*/ 0 w 6"/>
                <a:gd name="T81" fmla="*/ 140 h 520"/>
                <a:gd name="T82" fmla="*/ 0 w 6"/>
                <a:gd name="T83" fmla="*/ 164 h 520"/>
                <a:gd name="T84" fmla="*/ 6 w 6"/>
                <a:gd name="T85" fmla="*/ 164 h 520"/>
                <a:gd name="T86" fmla="*/ 6 w 6"/>
                <a:gd name="T87" fmla="*/ 140 h 520"/>
                <a:gd name="T88" fmla="*/ 0 w 6"/>
                <a:gd name="T89" fmla="*/ 140 h 520"/>
                <a:gd name="T90" fmla="*/ 0 w 6"/>
                <a:gd name="T91" fmla="*/ 94 h 520"/>
                <a:gd name="T92" fmla="*/ 0 w 6"/>
                <a:gd name="T93" fmla="*/ 117 h 520"/>
                <a:gd name="T94" fmla="*/ 6 w 6"/>
                <a:gd name="T95" fmla="*/ 117 h 520"/>
                <a:gd name="T96" fmla="*/ 6 w 6"/>
                <a:gd name="T97" fmla="*/ 94 h 520"/>
                <a:gd name="T98" fmla="*/ 0 w 6"/>
                <a:gd name="T99" fmla="*/ 94 h 520"/>
                <a:gd name="T100" fmla="*/ 0 w 6"/>
                <a:gd name="T101" fmla="*/ 47 h 520"/>
                <a:gd name="T102" fmla="*/ 0 w 6"/>
                <a:gd name="T103" fmla="*/ 70 h 520"/>
                <a:gd name="T104" fmla="*/ 6 w 6"/>
                <a:gd name="T105" fmla="*/ 70 h 520"/>
                <a:gd name="T106" fmla="*/ 6 w 6"/>
                <a:gd name="T107" fmla="*/ 47 h 520"/>
                <a:gd name="T108" fmla="*/ 0 w 6"/>
                <a:gd name="T109" fmla="*/ 47 h 520"/>
                <a:gd name="T110" fmla="*/ 0 w 6"/>
                <a:gd name="T111" fmla="*/ 0 h 520"/>
                <a:gd name="T112" fmla="*/ 0 w 6"/>
                <a:gd name="T113" fmla="*/ 24 h 520"/>
                <a:gd name="T114" fmla="*/ 6 w 6"/>
                <a:gd name="T115" fmla="*/ 24 h 520"/>
                <a:gd name="T116" fmla="*/ 6 w 6"/>
                <a:gd name="T117" fmla="*/ 0 h 520"/>
                <a:gd name="T118" fmla="*/ 0 w 6"/>
                <a:gd name="T119" fmla="*/ 0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" h="520">
                  <a:moveTo>
                    <a:pt x="0" y="513"/>
                  </a:moveTo>
                  <a:lnTo>
                    <a:pt x="0" y="520"/>
                  </a:lnTo>
                  <a:lnTo>
                    <a:pt x="6" y="520"/>
                  </a:lnTo>
                  <a:lnTo>
                    <a:pt x="6" y="513"/>
                  </a:lnTo>
                  <a:lnTo>
                    <a:pt x="0" y="513"/>
                  </a:lnTo>
                  <a:close/>
                  <a:moveTo>
                    <a:pt x="0" y="466"/>
                  </a:moveTo>
                  <a:lnTo>
                    <a:pt x="0" y="490"/>
                  </a:lnTo>
                  <a:lnTo>
                    <a:pt x="6" y="490"/>
                  </a:lnTo>
                  <a:lnTo>
                    <a:pt x="6" y="466"/>
                  </a:lnTo>
                  <a:lnTo>
                    <a:pt x="0" y="466"/>
                  </a:lnTo>
                  <a:close/>
                  <a:moveTo>
                    <a:pt x="0" y="420"/>
                  </a:moveTo>
                  <a:lnTo>
                    <a:pt x="0" y="443"/>
                  </a:lnTo>
                  <a:lnTo>
                    <a:pt x="6" y="443"/>
                  </a:lnTo>
                  <a:lnTo>
                    <a:pt x="6" y="420"/>
                  </a:lnTo>
                  <a:lnTo>
                    <a:pt x="0" y="420"/>
                  </a:lnTo>
                  <a:close/>
                  <a:moveTo>
                    <a:pt x="0" y="373"/>
                  </a:moveTo>
                  <a:lnTo>
                    <a:pt x="0" y="396"/>
                  </a:lnTo>
                  <a:lnTo>
                    <a:pt x="6" y="396"/>
                  </a:lnTo>
                  <a:lnTo>
                    <a:pt x="6" y="373"/>
                  </a:lnTo>
                  <a:lnTo>
                    <a:pt x="0" y="373"/>
                  </a:lnTo>
                  <a:close/>
                  <a:moveTo>
                    <a:pt x="0" y="327"/>
                  </a:moveTo>
                  <a:lnTo>
                    <a:pt x="0" y="350"/>
                  </a:lnTo>
                  <a:lnTo>
                    <a:pt x="6" y="350"/>
                  </a:lnTo>
                  <a:lnTo>
                    <a:pt x="6" y="327"/>
                  </a:lnTo>
                  <a:lnTo>
                    <a:pt x="0" y="327"/>
                  </a:lnTo>
                  <a:close/>
                  <a:moveTo>
                    <a:pt x="0" y="280"/>
                  </a:moveTo>
                  <a:lnTo>
                    <a:pt x="0" y="303"/>
                  </a:lnTo>
                  <a:lnTo>
                    <a:pt x="6" y="303"/>
                  </a:lnTo>
                  <a:lnTo>
                    <a:pt x="6" y="280"/>
                  </a:lnTo>
                  <a:lnTo>
                    <a:pt x="0" y="280"/>
                  </a:lnTo>
                  <a:close/>
                  <a:moveTo>
                    <a:pt x="0" y="233"/>
                  </a:moveTo>
                  <a:lnTo>
                    <a:pt x="0" y="257"/>
                  </a:lnTo>
                  <a:lnTo>
                    <a:pt x="6" y="257"/>
                  </a:lnTo>
                  <a:lnTo>
                    <a:pt x="6" y="233"/>
                  </a:lnTo>
                  <a:lnTo>
                    <a:pt x="0" y="233"/>
                  </a:lnTo>
                  <a:close/>
                  <a:moveTo>
                    <a:pt x="0" y="187"/>
                  </a:moveTo>
                  <a:lnTo>
                    <a:pt x="0" y="210"/>
                  </a:lnTo>
                  <a:lnTo>
                    <a:pt x="6" y="210"/>
                  </a:lnTo>
                  <a:lnTo>
                    <a:pt x="6" y="187"/>
                  </a:lnTo>
                  <a:lnTo>
                    <a:pt x="0" y="187"/>
                  </a:lnTo>
                  <a:close/>
                  <a:moveTo>
                    <a:pt x="0" y="140"/>
                  </a:moveTo>
                  <a:lnTo>
                    <a:pt x="0" y="164"/>
                  </a:lnTo>
                  <a:lnTo>
                    <a:pt x="6" y="164"/>
                  </a:lnTo>
                  <a:lnTo>
                    <a:pt x="6" y="140"/>
                  </a:lnTo>
                  <a:lnTo>
                    <a:pt x="0" y="140"/>
                  </a:lnTo>
                  <a:close/>
                  <a:moveTo>
                    <a:pt x="0" y="94"/>
                  </a:moveTo>
                  <a:lnTo>
                    <a:pt x="0" y="117"/>
                  </a:lnTo>
                  <a:lnTo>
                    <a:pt x="6" y="117"/>
                  </a:lnTo>
                  <a:lnTo>
                    <a:pt x="6" y="94"/>
                  </a:lnTo>
                  <a:lnTo>
                    <a:pt x="0" y="94"/>
                  </a:lnTo>
                  <a:close/>
                  <a:moveTo>
                    <a:pt x="0" y="47"/>
                  </a:moveTo>
                  <a:lnTo>
                    <a:pt x="0" y="70"/>
                  </a:lnTo>
                  <a:lnTo>
                    <a:pt x="6" y="70"/>
                  </a:lnTo>
                  <a:lnTo>
                    <a:pt x="6" y="47"/>
                  </a:lnTo>
                  <a:lnTo>
                    <a:pt x="0" y="47"/>
                  </a:lnTo>
                  <a:close/>
                  <a:moveTo>
                    <a:pt x="0" y="0"/>
                  </a:moveTo>
                  <a:lnTo>
                    <a:pt x="0" y="24"/>
                  </a:lnTo>
                  <a:lnTo>
                    <a:pt x="6" y="24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2" name="Freeform 250">
              <a:extLst>
                <a:ext uri="{FF2B5EF4-FFF2-40B4-BE49-F238E27FC236}">
                  <a16:creationId xmlns:a16="http://schemas.microsoft.com/office/drawing/2014/main" id="{3EDC1298-601E-452C-B80E-093042090D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" y="1549"/>
              <a:ext cx="410" cy="19"/>
            </a:xfrm>
            <a:custGeom>
              <a:avLst/>
              <a:gdLst>
                <a:gd name="T0" fmla="*/ 410 w 410"/>
                <a:gd name="T1" fmla="*/ 14 h 19"/>
                <a:gd name="T2" fmla="*/ 276 w 410"/>
                <a:gd name="T3" fmla="*/ 0 h 19"/>
                <a:gd name="T4" fmla="*/ 0 w 410"/>
                <a:gd name="T5" fmla="*/ 6 h 19"/>
                <a:gd name="T6" fmla="*/ 125 w 410"/>
                <a:gd name="T7" fmla="*/ 19 h 19"/>
                <a:gd name="T8" fmla="*/ 410 w 410"/>
                <a:gd name="T9" fmla="*/ 1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0" h="19">
                  <a:moveTo>
                    <a:pt x="410" y="14"/>
                  </a:moveTo>
                  <a:lnTo>
                    <a:pt x="276" y="0"/>
                  </a:lnTo>
                  <a:lnTo>
                    <a:pt x="0" y="6"/>
                  </a:lnTo>
                  <a:lnTo>
                    <a:pt x="125" y="19"/>
                  </a:lnTo>
                  <a:lnTo>
                    <a:pt x="410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3" name="Freeform 251">
              <a:extLst>
                <a:ext uri="{FF2B5EF4-FFF2-40B4-BE49-F238E27FC236}">
                  <a16:creationId xmlns:a16="http://schemas.microsoft.com/office/drawing/2014/main" id="{E5BDE170-33F2-454C-900F-DD2EC0D51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" y="1549"/>
              <a:ext cx="410" cy="19"/>
            </a:xfrm>
            <a:custGeom>
              <a:avLst/>
              <a:gdLst>
                <a:gd name="T0" fmla="*/ 410 w 410"/>
                <a:gd name="T1" fmla="*/ 14 h 19"/>
                <a:gd name="T2" fmla="*/ 276 w 410"/>
                <a:gd name="T3" fmla="*/ 0 h 19"/>
                <a:gd name="T4" fmla="*/ 0 w 410"/>
                <a:gd name="T5" fmla="*/ 6 h 19"/>
                <a:gd name="T6" fmla="*/ 125 w 410"/>
                <a:gd name="T7" fmla="*/ 19 h 19"/>
                <a:gd name="T8" fmla="*/ 410 w 410"/>
                <a:gd name="T9" fmla="*/ 1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0" h="19">
                  <a:moveTo>
                    <a:pt x="410" y="14"/>
                  </a:moveTo>
                  <a:lnTo>
                    <a:pt x="276" y="0"/>
                  </a:lnTo>
                  <a:lnTo>
                    <a:pt x="0" y="6"/>
                  </a:lnTo>
                  <a:lnTo>
                    <a:pt x="125" y="19"/>
                  </a:lnTo>
                  <a:lnTo>
                    <a:pt x="410" y="1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4" name="Freeform 252">
              <a:extLst>
                <a:ext uri="{FF2B5EF4-FFF2-40B4-BE49-F238E27FC236}">
                  <a16:creationId xmlns:a16="http://schemas.microsoft.com/office/drawing/2014/main" id="{95970D08-DE35-4CDD-9E10-E4803E02C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1546"/>
              <a:ext cx="412" cy="25"/>
            </a:xfrm>
            <a:custGeom>
              <a:avLst/>
              <a:gdLst>
                <a:gd name="T0" fmla="*/ 412 w 412"/>
                <a:gd name="T1" fmla="*/ 15 h 25"/>
                <a:gd name="T2" fmla="*/ 278 w 412"/>
                <a:gd name="T3" fmla="*/ 0 h 25"/>
                <a:gd name="T4" fmla="*/ 2 w 412"/>
                <a:gd name="T5" fmla="*/ 6 h 25"/>
                <a:gd name="T6" fmla="*/ 0 w 412"/>
                <a:gd name="T7" fmla="*/ 12 h 25"/>
                <a:gd name="T8" fmla="*/ 127 w 412"/>
                <a:gd name="T9" fmla="*/ 25 h 25"/>
                <a:gd name="T10" fmla="*/ 412 w 412"/>
                <a:gd name="T11" fmla="*/ 20 h 25"/>
                <a:gd name="T12" fmla="*/ 412 w 412"/>
                <a:gd name="T13" fmla="*/ 15 h 25"/>
                <a:gd name="T14" fmla="*/ 128 w 412"/>
                <a:gd name="T15" fmla="*/ 19 h 25"/>
                <a:gd name="T16" fmla="*/ 47 w 412"/>
                <a:gd name="T17" fmla="*/ 10 h 25"/>
                <a:gd name="T18" fmla="*/ 278 w 412"/>
                <a:gd name="T19" fmla="*/ 6 h 25"/>
                <a:gd name="T20" fmla="*/ 412 w 412"/>
                <a:gd name="T21" fmla="*/ 20 h 25"/>
                <a:gd name="T22" fmla="*/ 412 w 412"/>
                <a:gd name="T23" fmla="*/ 15 h 25"/>
                <a:gd name="T24" fmla="*/ 412 w 412"/>
                <a:gd name="T25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2" h="25">
                  <a:moveTo>
                    <a:pt x="412" y="15"/>
                  </a:moveTo>
                  <a:lnTo>
                    <a:pt x="278" y="0"/>
                  </a:lnTo>
                  <a:lnTo>
                    <a:pt x="2" y="6"/>
                  </a:lnTo>
                  <a:lnTo>
                    <a:pt x="0" y="12"/>
                  </a:lnTo>
                  <a:lnTo>
                    <a:pt x="127" y="25"/>
                  </a:lnTo>
                  <a:lnTo>
                    <a:pt x="412" y="20"/>
                  </a:lnTo>
                  <a:lnTo>
                    <a:pt x="412" y="15"/>
                  </a:lnTo>
                  <a:lnTo>
                    <a:pt x="128" y="19"/>
                  </a:lnTo>
                  <a:lnTo>
                    <a:pt x="47" y="10"/>
                  </a:lnTo>
                  <a:lnTo>
                    <a:pt x="278" y="6"/>
                  </a:lnTo>
                  <a:lnTo>
                    <a:pt x="412" y="20"/>
                  </a:lnTo>
                  <a:lnTo>
                    <a:pt x="412" y="15"/>
                  </a:lnTo>
                  <a:lnTo>
                    <a:pt x="412" y="15"/>
                  </a:lnTo>
                  <a:close/>
                </a:path>
              </a:pathLst>
            </a:custGeom>
            <a:solidFill>
              <a:srgbClr val="4BB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" name="Freeform 253">
              <a:extLst>
                <a:ext uri="{FF2B5EF4-FFF2-40B4-BE49-F238E27FC236}">
                  <a16:creationId xmlns:a16="http://schemas.microsoft.com/office/drawing/2014/main" id="{E4469CDE-ED8B-41A7-9786-6E97A2395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8" y="713"/>
              <a:ext cx="171" cy="204"/>
            </a:xfrm>
            <a:custGeom>
              <a:avLst/>
              <a:gdLst>
                <a:gd name="T0" fmla="*/ 24 w 117"/>
                <a:gd name="T1" fmla="*/ 31 h 140"/>
                <a:gd name="T2" fmla="*/ 4 w 117"/>
                <a:gd name="T3" fmla="*/ 132 h 140"/>
                <a:gd name="T4" fmla="*/ 72 w 117"/>
                <a:gd name="T5" fmla="*/ 127 h 140"/>
                <a:gd name="T6" fmla="*/ 39 w 117"/>
                <a:gd name="T7" fmla="*/ 55 h 140"/>
                <a:gd name="T8" fmla="*/ 24 w 117"/>
                <a:gd name="T9" fmla="*/ 31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" h="140">
                  <a:moveTo>
                    <a:pt x="24" y="31"/>
                  </a:moveTo>
                  <a:cubicBezTo>
                    <a:pt x="15" y="52"/>
                    <a:pt x="0" y="125"/>
                    <a:pt x="4" y="132"/>
                  </a:cubicBezTo>
                  <a:cubicBezTo>
                    <a:pt x="9" y="140"/>
                    <a:pt x="26" y="139"/>
                    <a:pt x="72" y="127"/>
                  </a:cubicBezTo>
                  <a:cubicBezTo>
                    <a:pt x="117" y="115"/>
                    <a:pt x="37" y="122"/>
                    <a:pt x="39" y="55"/>
                  </a:cubicBezTo>
                  <a:cubicBezTo>
                    <a:pt x="42" y="0"/>
                    <a:pt x="24" y="31"/>
                    <a:pt x="24" y="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6" name="Freeform 254">
              <a:extLst>
                <a:ext uri="{FF2B5EF4-FFF2-40B4-BE49-F238E27FC236}">
                  <a16:creationId xmlns:a16="http://schemas.microsoft.com/office/drawing/2014/main" id="{CDA275BB-3275-4DB8-A471-02AB094662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44" y="2220"/>
              <a:ext cx="1322" cy="70"/>
            </a:xfrm>
            <a:custGeom>
              <a:avLst/>
              <a:gdLst>
                <a:gd name="T0" fmla="*/ 1322 w 1322"/>
                <a:gd name="T1" fmla="*/ 64 h 70"/>
                <a:gd name="T2" fmla="*/ 1252 w 1322"/>
                <a:gd name="T3" fmla="*/ 57 h 70"/>
                <a:gd name="T4" fmla="*/ 1254 w 1322"/>
                <a:gd name="T5" fmla="*/ 51 h 70"/>
                <a:gd name="T6" fmla="*/ 1229 w 1322"/>
                <a:gd name="T7" fmla="*/ 52 h 70"/>
                <a:gd name="T8" fmla="*/ 1207 w 1322"/>
                <a:gd name="T9" fmla="*/ 48 h 70"/>
                <a:gd name="T10" fmla="*/ 1185 w 1322"/>
                <a:gd name="T11" fmla="*/ 38 h 70"/>
                <a:gd name="T12" fmla="*/ 1115 w 1322"/>
                <a:gd name="T13" fmla="*/ 30 h 70"/>
                <a:gd name="T14" fmla="*/ 1115 w 1322"/>
                <a:gd name="T15" fmla="*/ 25 h 70"/>
                <a:gd name="T16" fmla="*/ 1092 w 1322"/>
                <a:gd name="T17" fmla="*/ 26 h 70"/>
                <a:gd name="T18" fmla="*/ 1069 w 1322"/>
                <a:gd name="T19" fmla="*/ 22 h 70"/>
                <a:gd name="T20" fmla="*/ 1047 w 1322"/>
                <a:gd name="T21" fmla="*/ 11 h 70"/>
                <a:gd name="T22" fmla="*/ 979 w 1322"/>
                <a:gd name="T23" fmla="*/ 6 h 70"/>
                <a:gd name="T24" fmla="*/ 1002 w 1322"/>
                <a:gd name="T25" fmla="*/ 4 h 70"/>
                <a:gd name="T26" fmla="*/ 979 w 1322"/>
                <a:gd name="T27" fmla="*/ 6 h 70"/>
                <a:gd name="T28" fmla="*/ 955 w 1322"/>
                <a:gd name="T29" fmla="*/ 7 h 70"/>
                <a:gd name="T30" fmla="*/ 932 w 1322"/>
                <a:gd name="T31" fmla="*/ 7 h 70"/>
                <a:gd name="T32" fmla="*/ 909 w 1322"/>
                <a:gd name="T33" fmla="*/ 3 h 70"/>
                <a:gd name="T34" fmla="*/ 839 w 1322"/>
                <a:gd name="T35" fmla="*/ 13 h 70"/>
                <a:gd name="T36" fmla="*/ 839 w 1322"/>
                <a:gd name="T37" fmla="*/ 7 h 70"/>
                <a:gd name="T38" fmla="*/ 816 w 1322"/>
                <a:gd name="T39" fmla="*/ 14 h 70"/>
                <a:gd name="T40" fmla="*/ 792 w 1322"/>
                <a:gd name="T41" fmla="*/ 16 h 70"/>
                <a:gd name="T42" fmla="*/ 769 w 1322"/>
                <a:gd name="T43" fmla="*/ 10 h 70"/>
                <a:gd name="T44" fmla="*/ 699 w 1322"/>
                <a:gd name="T45" fmla="*/ 20 h 70"/>
                <a:gd name="T46" fmla="*/ 699 w 1322"/>
                <a:gd name="T47" fmla="*/ 14 h 70"/>
                <a:gd name="T48" fmla="*/ 676 w 1322"/>
                <a:gd name="T49" fmla="*/ 22 h 70"/>
                <a:gd name="T50" fmla="*/ 653 w 1322"/>
                <a:gd name="T51" fmla="*/ 23 h 70"/>
                <a:gd name="T52" fmla="*/ 629 w 1322"/>
                <a:gd name="T53" fmla="*/ 17 h 70"/>
                <a:gd name="T54" fmla="*/ 559 w 1322"/>
                <a:gd name="T55" fmla="*/ 28 h 70"/>
                <a:gd name="T56" fmla="*/ 559 w 1322"/>
                <a:gd name="T57" fmla="*/ 22 h 70"/>
                <a:gd name="T58" fmla="*/ 536 w 1322"/>
                <a:gd name="T59" fmla="*/ 29 h 70"/>
                <a:gd name="T60" fmla="*/ 513 w 1322"/>
                <a:gd name="T61" fmla="*/ 30 h 70"/>
                <a:gd name="T62" fmla="*/ 490 w 1322"/>
                <a:gd name="T63" fmla="*/ 26 h 70"/>
                <a:gd name="T64" fmla="*/ 420 w 1322"/>
                <a:gd name="T65" fmla="*/ 35 h 70"/>
                <a:gd name="T66" fmla="*/ 420 w 1322"/>
                <a:gd name="T67" fmla="*/ 29 h 70"/>
                <a:gd name="T68" fmla="*/ 396 w 1322"/>
                <a:gd name="T69" fmla="*/ 36 h 70"/>
                <a:gd name="T70" fmla="*/ 373 w 1322"/>
                <a:gd name="T71" fmla="*/ 38 h 70"/>
                <a:gd name="T72" fmla="*/ 350 w 1322"/>
                <a:gd name="T73" fmla="*/ 33 h 70"/>
                <a:gd name="T74" fmla="*/ 280 w 1322"/>
                <a:gd name="T75" fmla="*/ 42 h 70"/>
                <a:gd name="T76" fmla="*/ 280 w 1322"/>
                <a:gd name="T77" fmla="*/ 36 h 70"/>
                <a:gd name="T78" fmla="*/ 257 w 1322"/>
                <a:gd name="T79" fmla="*/ 44 h 70"/>
                <a:gd name="T80" fmla="*/ 233 w 1322"/>
                <a:gd name="T81" fmla="*/ 45 h 70"/>
                <a:gd name="T82" fmla="*/ 210 w 1322"/>
                <a:gd name="T83" fmla="*/ 41 h 70"/>
                <a:gd name="T84" fmla="*/ 142 w 1322"/>
                <a:gd name="T85" fmla="*/ 49 h 70"/>
                <a:gd name="T86" fmla="*/ 140 w 1322"/>
                <a:gd name="T87" fmla="*/ 44 h 70"/>
                <a:gd name="T88" fmla="*/ 118 w 1322"/>
                <a:gd name="T89" fmla="*/ 51 h 70"/>
                <a:gd name="T90" fmla="*/ 95 w 1322"/>
                <a:gd name="T91" fmla="*/ 52 h 70"/>
                <a:gd name="T92" fmla="*/ 70 w 1322"/>
                <a:gd name="T93" fmla="*/ 48 h 70"/>
                <a:gd name="T94" fmla="*/ 2 w 1322"/>
                <a:gd name="T95" fmla="*/ 57 h 70"/>
                <a:gd name="T96" fmla="*/ 0 w 1322"/>
                <a:gd name="T97" fmla="*/ 51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322" h="70">
                  <a:moveTo>
                    <a:pt x="1297" y="65"/>
                  </a:moveTo>
                  <a:lnTo>
                    <a:pt x="1321" y="70"/>
                  </a:lnTo>
                  <a:lnTo>
                    <a:pt x="1322" y="64"/>
                  </a:lnTo>
                  <a:lnTo>
                    <a:pt x="1299" y="60"/>
                  </a:lnTo>
                  <a:lnTo>
                    <a:pt x="1297" y="65"/>
                  </a:lnTo>
                  <a:close/>
                  <a:moveTo>
                    <a:pt x="1252" y="57"/>
                  </a:moveTo>
                  <a:lnTo>
                    <a:pt x="1276" y="61"/>
                  </a:lnTo>
                  <a:lnTo>
                    <a:pt x="1276" y="55"/>
                  </a:lnTo>
                  <a:lnTo>
                    <a:pt x="1254" y="51"/>
                  </a:lnTo>
                  <a:lnTo>
                    <a:pt x="1252" y="57"/>
                  </a:lnTo>
                  <a:close/>
                  <a:moveTo>
                    <a:pt x="1207" y="48"/>
                  </a:moveTo>
                  <a:lnTo>
                    <a:pt x="1229" y="52"/>
                  </a:lnTo>
                  <a:lnTo>
                    <a:pt x="1230" y="46"/>
                  </a:lnTo>
                  <a:lnTo>
                    <a:pt x="1207" y="42"/>
                  </a:lnTo>
                  <a:lnTo>
                    <a:pt x="1207" y="48"/>
                  </a:lnTo>
                  <a:close/>
                  <a:moveTo>
                    <a:pt x="1161" y="39"/>
                  </a:moveTo>
                  <a:lnTo>
                    <a:pt x="1184" y="44"/>
                  </a:lnTo>
                  <a:lnTo>
                    <a:pt x="1185" y="38"/>
                  </a:lnTo>
                  <a:lnTo>
                    <a:pt x="1162" y="33"/>
                  </a:lnTo>
                  <a:lnTo>
                    <a:pt x="1161" y="39"/>
                  </a:lnTo>
                  <a:close/>
                  <a:moveTo>
                    <a:pt x="1115" y="30"/>
                  </a:moveTo>
                  <a:lnTo>
                    <a:pt x="1137" y="35"/>
                  </a:lnTo>
                  <a:lnTo>
                    <a:pt x="1139" y="29"/>
                  </a:lnTo>
                  <a:lnTo>
                    <a:pt x="1115" y="25"/>
                  </a:lnTo>
                  <a:lnTo>
                    <a:pt x="1115" y="30"/>
                  </a:lnTo>
                  <a:close/>
                  <a:moveTo>
                    <a:pt x="1069" y="22"/>
                  </a:moveTo>
                  <a:lnTo>
                    <a:pt x="1092" y="26"/>
                  </a:lnTo>
                  <a:lnTo>
                    <a:pt x="1094" y="20"/>
                  </a:lnTo>
                  <a:lnTo>
                    <a:pt x="1070" y="16"/>
                  </a:lnTo>
                  <a:lnTo>
                    <a:pt x="1069" y="22"/>
                  </a:lnTo>
                  <a:close/>
                  <a:moveTo>
                    <a:pt x="1024" y="13"/>
                  </a:moveTo>
                  <a:lnTo>
                    <a:pt x="1046" y="17"/>
                  </a:lnTo>
                  <a:lnTo>
                    <a:pt x="1047" y="11"/>
                  </a:lnTo>
                  <a:lnTo>
                    <a:pt x="1024" y="9"/>
                  </a:lnTo>
                  <a:lnTo>
                    <a:pt x="1024" y="13"/>
                  </a:lnTo>
                  <a:close/>
                  <a:moveTo>
                    <a:pt x="979" y="6"/>
                  </a:moveTo>
                  <a:lnTo>
                    <a:pt x="979" y="6"/>
                  </a:lnTo>
                  <a:lnTo>
                    <a:pt x="1000" y="10"/>
                  </a:lnTo>
                  <a:lnTo>
                    <a:pt x="1002" y="4"/>
                  </a:lnTo>
                  <a:lnTo>
                    <a:pt x="979" y="0"/>
                  </a:lnTo>
                  <a:lnTo>
                    <a:pt x="977" y="0"/>
                  </a:lnTo>
                  <a:lnTo>
                    <a:pt x="979" y="6"/>
                  </a:lnTo>
                  <a:lnTo>
                    <a:pt x="979" y="6"/>
                  </a:lnTo>
                  <a:close/>
                  <a:moveTo>
                    <a:pt x="932" y="7"/>
                  </a:moveTo>
                  <a:lnTo>
                    <a:pt x="955" y="7"/>
                  </a:lnTo>
                  <a:lnTo>
                    <a:pt x="955" y="1"/>
                  </a:lnTo>
                  <a:lnTo>
                    <a:pt x="932" y="1"/>
                  </a:lnTo>
                  <a:lnTo>
                    <a:pt x="932" y="7"/>
                  </a:lnTo>
                  <a:close/>
                  <a:moveTo>
                    <a:pt x="885" y="10"/>
                  </a:moveTo>
                  <a:lnTo>
                    <a:pt x="909" y="9"/>
                  </a:lnTo>
                  <a:lnTo>
                    <a:pt x="909" y="3"/>
                  </a:lnTo>
                  <a:lnTo>
                    <a:pt x="885" y="4"/>
                  </a:lnTo>
                  <a:lnTo>
                    <a:pt x="885" y="10"/>
                  </a:lnTo>
                  <a:close/>
                  <a:moveTo>
                    <a:pt x="839" y="13"/>
                  </a:moveTo>
                  <a:lnTo>
                    <a:pt x="862" y="11"/>
                  </a:lnTo>
                  <a:lnTo>
                    <a:pt x="862" y="6"/>
                  </a:lnTo>
                  <a:lnTo>
                    <a:pt x="839" y="7"/>
                  </a:lnTo>
                  <a:lnTo>
                    <a:pt x="839" y="13"/>
                  </a:lnTo>
                  <a:close/>
                  <a:moveTo>
                    <a:pt x="792" y="16"/>
                  </a:moveTo>
                  <a:lnTo>
                    <a:pt x="816" y="14"/>
                  </a:lnTo>
                  <a:lnTo>
                    <a:pt x="816" y="9"/>
                  </a:lnTo>
                  <a:lnTo>
                    <a:pt x="792" y="10"/>
                  </a:lnTo>
                  <a:lnTo>
                    <a:pt x="792" y="16"/>
                  </a:lnTo>
                  <a:close/>
                  <a:moveTo>
                    <a:pt x="746" y="17"/>
                  </a:moveTo>
                  <a:lnTo>
                    <a:pt x="769" y="16"/>
                  </a:lnTo>
                  <a:lnTo>
                    <a:pt x="769" y="10"/>
                  </a:lnTo>
                  <a:lnTo>
                    <a:pt x="746" y="11"/>
                  </a:lnTo>
                  <a:lnTo>
                    <a:pt x="746" y="17"/>
                  </a:lnTo>
                  <a:close/>
                  <a:moveTo>
                    <a:pt x="699" y="20"/>
                  </a:moveTo>
                  <a:lnTo>
                    <a:pt x="722" y="19"/>
                  </a:lnTo>
                  <a:lnTo>
                    <a:pt x="722" y="13"/>
                  </a:lnTo>
                  <a:lnTo>
                    <a:pt x="699" y="14"/>
                  </a:lnTo>
                  <a:lnTo>
                    <a:pt x="699" y="20"/>
                  </a:lnTo>
                  <a:close/>
                  <a:moveTo>
                    <a:pt x="653" y="23"/>
                  </a:moveTo>
                  <a:lnTo>
                    <a:pt x="676" y="22"/>
                  </a:lnTo>
                  <a:lnTo>
                    <a:pt x="676" y="16"/>
                  </a:lnTo>
                  <a:lnTo>
                    <a:pt x="653" y="17"/>
                  </a:lnTo>
                  <a:lnTo>
                    <a:pt x="653" y="23"/>
                  </a:lnTo>
                  <a:close/>
                  <a:moveTo>
                    <a:pt x="606" y="25"/>
                  </a:moveTo>
                  <a:lnTo>
                    <a:pt x="629" y="23"/>
                  </a:lnTo>
                  <a:lnTo>
                    <a:pt x="629" y="17"/>
                  </a:lnTo>
                  <a:lnTo>
                    <a:pt x="606" y="19"/>
                  </a:lnTo>
                  <a:lnTo>
                    <a:pt x="606" y="25"/>
                  </a:lnTo>
                  <a:close/>
                  <a:moveTo>
                    <a:pt x="559" y="28"/>
                  </a:moveTo>
                  <a:lnTo>
                    <a:pt x="583" y="26"/>
                  </a:lnTo>
                  <a:lnTo>
                    <a:pt x="583" y="20"/>
                  </a:lnTo>
                  <a:lnTo>
                    <a:pt x="559" y="22"/>
                  </a:lnTo>
                  <a:lnTo>
                    <a:pt x="559" y="28"/>
                  </a:lnTo>
                  <a:close/>
                  <a:moveTo>
                    <a:pt x="513" y="30"/>
                  </a:moveTo>
                  <a:lnTo>
                    <a:pt x="536" y="29"/>
                  </a:lnTo>
                  <a:lnTo>
                    <a:pt x="536" y="23"/>
                  </a:lnTo>
                  <a:lnTo>
                    <a:pt x="513" y="25"/>
                  </a:lnTo>
                  <a:lnTo>
                    <a:pt x="513" y="30"/>
                  </a:lnTo>
                  <a:close/>
                  <a:moveTo>
                    <a:pt x="466" y="32"/>
                  </a:moveTo>
                  <a:lnTo>
                    <a:pt x="490" y="30"/>
                  </a:lnTo>
                  <a:lnTo>
                    <a:pt x="490" y="26"/>
                  </a:lnTo>
                  <a:lnTo>
                    <a:pt x="466" y="26"/>
                  </a:lnTo>
                  <a:lnTo>
                    <a:pt x="466" y="32"/>
                  </a:lnTo>
                  <a:close/>
                  <a:moveTo>
                    <a:pt x="420" y="35"/>
                  </a:moveTo>
                  <a:lnTo>
                    <a:pt x="443" y="33"/>
                  </a:lnTo>
                  <a:lnTo>
                    <a:pt x="443" y="28"/>
                  </a:lnTo>
                  <a:lnTo>
                    <a:pt x="420" y="29"/>
                  </a:lnTo>
                  <a:lnTo>
                    <a:pt x="420" y="35"/>
                  </a:lnTo>
                  <a:close/>
                  <a:moveTo>
                    <a:pt x="373" y="38"/>
                  </a:moveTo>
                  <a:lnTo>
                    <a:pt x="396" y="36"/>
                  </a:lnTo>
                  <a:lnTo>
                    <a:pt x="396" y="30"/>
                  </a:lnTo>
                  <a:lnTo>
                    <a:pt x="373" y="32"/>
                  </a:lnTo>
                  <a:lnTo>
                    <a:pt x="373" y="38"/>
                  </a:lnTo>
                  <a:close/>
                  <a:moveTo>
                    <a:pt x="326" y="39"/>
                  </a:moveTo>
                  <a:lnTo>
                    <a:pt x="350" y="39"/>
                  </a:lnTo>
                  <a:lnTo>
                    <a:pt x="350" y="33"/>
                  </a:lnTo>
                  <a:lnTo>
                    <a:pt x="326" y="33"/>
                  </a:lnTo>
                  <a:lnTo>
                    <a:pt x="326" y="39"/>
                  </a:lnTo>
                  <a:close/>
                  <a:moveTo>
                    <a:pt x="280" y="42"/>
                  </a:moveTo>
                  <a:lnTo>
                    <a:pt x="303" y="41"/>
                  </a:lnTo>
                  <a:lnTo>
                    <a:pt x="303" y="35"/>
                  </a:lnTo>
                  <a:lnTo>
                    <a:pt x="280" y="36"/>
                  </a:lnTo>
                  <a:lnTo>
                    <a:pt x="280" y="42"/>
                  </a:lnTo>
                  <a:close/>
                  <a:moveTo>
                    <a:pt x="233" y="45"/>
                  </a:moveTo>
                  <a:lnTo>
                    <a:pt x="257" y="44"/>
                  </a:lnTo>
                  <a:lnTo>
                    <a:pt x="257" y="38"/>
                  </a:lnTo>
                  <a:lnTo>
                    <a:pt x="233" y="39"/>
                  </a:lnTo>
                  <a:lnTo>
                    <a:pt x="233" y="45"/>
                  </a:lnTo>
                  <a:close/>
                  <a:moveTo>
                    <a:pt x="187" y="46"/>
                  </a:moveTo>
                  <a:lnTo>
                    <a:pt x="210" y="46"/>
                  </a:lnTo>
                  <a:lnTo>
                    <a:pt x="210" y="41"/>
                  </a:lnTo>
                  <a:lnTo>
                    <a:pt x="187" y="41"/>
                  </a:lnTo>
                  <a:lnTo>
                    <a:pt x="187" y="46"/>
                  </a:lnTo>
                  <a:close/>
                  <a:moveTo>
                    <a:pt x="142" y="49"/>
                  </a:moveTo>
                  <a:lnTo>
                    <a:pt x="163" y="48"/>
                  </a:lnTo>
                  <a:lnTo>
                    <a:pt x="163" y="42"/>
                  </a:lnTo>
                  <a:lnTo>
                    <a:pt x="140" y="44"/>
                  </a:lnTo>
                  <a:lnTo>
                    <a:pt x="142" y="49"/>
                  </a:lnTo>
                  <a:close/>
                  <a:moveTo>
                    <a:pt x="95" y="52"/>
                  </a:moveTo>
                  <a:lnTo>
                    <a:pt x="118" y="51"/>
                  </a:lnTo>
                  <a:lnTo>
                    <a:pt x="117" y="45"/>
                  </a:lnTo>
                  <a:lnTo>
                    <a:pt x="94" y="46"/>
                  </a:lnTo>
                  <a:lnTo>
                    <a:pt x="95" y="52"/>
                  </a:lnTo>
                  <a:close/>
                  <a:moveTo>
                    <a:pt x="48" y="55"/>
                  </a:moveTo>
                  <a:lnTo>
                    <a:pt x="72" y="54"/>
                  </a:lnTo>
                  <a:lnTo>
                    <a:pt x="70" y="48"/>
                  </a:lnTo>
                  <a:lnTo>
                    <a:pt x="47" y="49"/>
                  </a:lnTo>
                  <a:lnTo>
                    <a:pt x="48" y="55"/>
                  </a:lnTo>
                  <a:close/>
                  <a:moveTo>
                    <a:pt x="2" y="57"/>
                  </a:moveTo>
                  <a:lnTo>
                    <a:pt x="25" y="55"/>
                  </a:lnTo>
                  <a:lnTo>
                    <a:pt x="24" y="49"/>
                  </a:lnTo>
                  <a:lnTo>
                    <a:pt x="0" y="51"/>
                  </a:lnTo>
                  <a:lnTo>
                    <a:pt x="2" y="57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23306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Texte avec illustration</a:t>
            </a:r>
          </a:p>
        </p:txBody>
      </p:sp>
      <p:grpSp>
        <p:nvGrpSpPr>
          <p:cNvPr id="1106" name="Group 1105">
            <a:extLst>
              <a:ext uri="{FF2B5EF4-FFF2-40B4-BE49-F238E27FC236}">
                <a16:creationId xmlns:a16="http://schemas.microsoft.com/office/drawing/2014/main" id="{13264945-074A-4114-A8D8-DE6998E73EC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054784" y="123478"/>
            <a:ext cx="4909704" cy="4909704"/>
            <a:chOff x="2520" y="0"/>
            <a:chExt cx="3240" cy="3240"/>
          </a:xfrm>
        </p:grpSpPr>
        <p:sp>
          <p:nvSpPr>
            <p:cNvPr id="1107" name="AutoShape 1104">
              <a:extLst>
                <a:ext uri="{FF2B5EF4-FFF2-40B4-BE49-F238E27FC236}">
                  <a16:creationId xmlns:a16="http://schemas.microsoft.com/office/drawing/2014/main" id="{EE8E7B9A-2834-476F-97C8-35D0BC464E4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520" y="0"/>
              <a:ext cx="3240" cy="3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grpSp>
          <p:nvGrpSpPr>
            <p:cNvPr id="1108" name="Group 1306">
              <a:extLst>
                <a:ext uri="{FF2B5EF4-FFF2-40B4-BE49-F238E27FC236}">
                  <a16:creationId xmlns:a16="http://schemas.microsoft.com/office/drawing/2014/main" id="{953FE1E8-B1E8-4957-828F-46280CEB1A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9" y="0"/>
              <a:ext cx="3241" cy="3241"/>
              <a:chOff x="2519" y="0"/>
              <a:chExt cx="3241" cy="3241"/>
            </a:xfrm>
          </p:grpSpPr>
          <p:sp>
            <p:nvSpPr>
              <p:cNvPr id="2006" name="Rectangle 1106">
                <a:extLst>
                  <a:ext uri="{FF2B5EF4-FFF2-40B4-BE49-F238E27FC236}">
                    <a16:creationId xmlns:a16="http://schemas.microsoft.com/office/drawing/2014/main" id="{03F87055-93FC-4BCF-BEB7-BD7973DF37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9" y="0"/>
                <a:ext cx="3241" cy="3241"/>
              </a:xfrm>
              <a:prstGeom prst="rect">
                <a:avLst/>
              </a:prstGeom>
              <a:solidFill>
                <a:srgbClr val="000000"/>
              </a:solidFill>
              <a:ln w="3175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07" name="Rectangle 1107">
                <a:extLst>
                  <a:ext uri="{FF2B5EF4-FFF2-40B4-BE49-F238E27FC236}">
                    <a16:creationId xmlns:a16="http://schemas.microsoft.com/office/drawing/2014/main" id="{FA190222-1409-4154-A262-8094855269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0" y="930"/>
                <a:ext cx="12" cy="5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08" name="Freeform 1108">
                <a:extLst>
                  <a:ext uri="{FF2B5EF4-FFF2-40B4-BE49-F238E27FC236}">
                    <a16:creationId xmlns:a16="http://schemas.microsoft.com/office/drawing/2014/main" id="{970AD029-391D-4E5E-8C0E-6EA3B5838B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919"/>
                <a:ext cx="192" cy="19"/>
              </a:xfrm>
              <a:custGeom>
                <a:avLst/>
                <a:gdLst>
                  <a:gd name="T0" fmla="*/ 277 w 281"/>
                  <a:gd name="T1" fmla="*/ 27 h 27"/>
                  <a:gd name="T2" fmla="*/ 4 w 281"/>
                  <a:gd name="T3" fmla="*/ 27 h 27"/>
                  <a:gd name="T4" fmla="*/ 0 w 281"/>
                  <a:gd name="T5" fmla="*/ 22 h 27"/>
                  <a:gd name="T6" fmla="*/ 0 w 281"/>
                  <a:gd name="T7" fmla="*/ 4 h 27"/>
                  <a:gd name="T8" fmla="*/ 4 w 281"/>
                  <a:gd name="T9" fmla="*/ 0 h 27"/>
                  <a:gd name="T10" fmla="*/ 277 w 281"/>
                  <a:gd name="T11" fmla="*/ 0 h 27"/>
                  <a:gd name="T12" fmla="*/ 281 w 281"/>
                  <a:gd name="T13" fmla="*/ 4 h 27"/>
                  <a:gd name="T14" fmla="*/ 281 w 281"/>
                  <a:gd name="T15" fmla="*/ 22 h 27"/>
                  <a:gd name="T16" fmla="*/ 277 w 281"/>
                  <a:gd name="T1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1" h="27">
                    <a:moveTo>
                      <a:pt x="277" y="27"/>
                    </a:moveTo>
                    <a:cubicBezTo>
                      <a:pt x="4" y="27"/>
                      <a:pt x="4" y="27"/>
                      <a:pt x="4" y="27"/>
                    </a:cubicBezTo>
                    <a:cubicBezTo>
                      <a:pt x="2" y="27"/>
                      <a:pt x="0" y="25"/>
                      <a:pt x="0" y="22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277" y="0"/>
                      <a:pt x="277" y="0"/>
                      <a:pt x="277" y="0"/>
                    </a:cubicBezTo>
                    <a:cubicBezTo>
                      <a:pt x="279" y="0"/>
                      <a:pt x="281" y="1"/>
                      <a:pt x="281" y="4"/>
                    </a:cubicBezTo>
                    <a:cubicBezTo>
                      <a:pt x="281" y="22"/>
                      <a:pt x="281" y="22"/>
                      <a:pt x="281" y="22"/>
                    </a:cubicBezTo>
                    <a:cubicBezTo>
                      <a:pt x="281" y="25"/>
                      <a:pt x="279" y="27"/>
                      <a:pt x="277" y="2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88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09" name="Oval 1109">
                <a:extLst>
                  <a:ext uri="{FF2B5EF4-FFF2-40B4-BE49-F238E27FC236}">
                    <a16:creationId xmlns:a16="http://schemas.microsoft.com/office/drawing/2014/main" id="{5193FC97-7769-410E-9F95-F31D6FDB0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5" y="898"/>
                <a:ext cx="12" cy="13"/>
              </a:xfrm>
              <a:prstGeom prst="ellips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10" name="Freeform 1110">
                <a:extLst>
                  <a:ext uri="{FF2B5EF4-FFF2-40B4-BE49-F238E27FC236}">
                    <a16:creationId xmlns:a16="http://schemas.microsoft.com/office/drawing/2014/main" id="{07987143-64FB-4991-8BF9-2A135DFAC4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7" y="896"/>
                <a:ext cx="24" cy="20"/>
              </a:xfrm>
              <a:custGeom>
                <a:avLst/>
                <a:gdLst>
                  <a:gd name="T0" fmla="*/ 36 w 36"/>
                  <a:gd name="T1" fmla="*/ 10 h 29"/>
                  <a:gd name="T2" fmla="*/ 36 w 36"/>
                  <a:gd name="T3" fmla="*/ 9 h 29"/>
                  <a:gd name="T4" fmla="*/ 36 w 36"/>
                  <a:gd name="T5" fmla="*/ 9 h 29"/>
                  <a:gd name="T6" fmla="*/ 36 w 36"/>
                  <a:gd name="T7" fmla="*/ 0 h 29"/>
                  <a:gd name="T8" fmla="*/ 0 w 36"/>
                  <a:gd name="T9" fmla="*/ 0 h 29"/>
                  <a:gd name="T10" fmla="*/ 0 w 36"/>
                  <a:gd name="T11" fmla="*/ 11 h 29"/>
                  <a:gd name="T12" fmla="*/ 0 w 36"/>
                  <a:gd name="T13" fmla="*/ 11 h 29"/>
                  <a:gd name="T14" fmla="*/ 18 w 36"/>
                  <a:gd name="T15" fmla="*/ 29 h 29"/>
                  <a:gd name="T16" fmla="*/ 36 w 36"/>
                  <a:gd name="T17" fmla="*/ 11 h 29"/>
                  <a:gd name="T18" fmla="*/ 36 w 36"/>
                  <a:gd name="T19" fmla="*/ 11 h 29"/>
                  <a:gd name="T20" fmla="*/ 36 w 36"/>
                  <a:gd name="T21" fmla="*/ 1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29">
                    <a:moveTo>
                      <a:pt x="36" y="10"/>
                    </a:moveTo>
                    <a:cubicBezTo>
                      <a:pt x="36" y="10"/>
                      <a:pt x="36" y="9"/>
                      <a:pt x="36" y="9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1" y="21"/>
                      <a:pt x="9" y="29"/>
                      <a:pt x="18" y="29"/>
                    </a:cubicBezTo>
                    <a:cubicBezTo>
                      <a:pt x="27" y="29"/>
                      <a:pt x="35" y="21"/>
                      <a:pt x="36" y="11"/>
                    </a:cubicBezTo>
                    <a:cubicBezTo>
                      <a:pt x="36" y="11"/>
                      <a:pt x="36" y="11"/>
                      <a:pt x="36" y="11"/>
                    </a:cubicBez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11" name="Freeform 1111">
                <a:extLst>
                  <a:ext uri="{FF2B5EF4-FFF2-40B4-BE49-F238E27FC236}">
                    <a16:creationId xmlns:a16="http://schemas.microsoft.com/office/drawing/2014/main" id="{760BD6B7-C50B-4465-BAEB-A016EBA349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7" y="830"/>
                <a:ext cx="56" cy="61"/>
              </a:xfrm>
              <a:custGeom>
                <a:avLst/>
                <a:gdLst>
                  <a:gd name="T0" fmla="*/ 80 w 82"/>
                  <a:gd name="T1" fmla="*/ 15 h 90"/>
                  <a:gd name="T2" fmla="*/ 64 w 82"/>
                  <a:gd name="T3" fmla="*/ 0 h 90"/>
                  <a:gd name="T4" fmla="*/ 45 w 82"/>
                  <a:gd name="T5" fmla="*/ 9 h 90"/>
                  <a:gd name="T6" fmla="*/ 34 w 82"/>
                  <a:gd name="T7" fmla="*/ 14 h 90"/>
                  <a:gd name="T8" fmla="*/ 27 w 82"/>
                  <a:gd name="T9" fmla="*/ 15 h 90"/>
                  <a:gd name="T10" fmla="*/ 10 w 82"/>
                  <a:gd name="T11" fmla="*/ 32 h 90"/>
                  <a:gd name="T12" fmla="*/ 14 w 82"/>
                  <a:gd name="T13" fmla="*/ 50 h 90"/>
                  <a:gd name="T14" fmla="*/ 7 w 82"/>
                  <a:gd name="T15" fmla="*/ 69 h 90"/>
                  <a:gd name="T16" fmla="*/ 6 w 82"/>
                  <a:gd name="T17" fmla="*/ 72 h 90"/>
                  <a:gd name="T18" fmla="*/ 1 w 82"/>
                  <a:gd name="T19" fmla="*/ 83 h 90"/>
                  <a:gd name="T20" fmla="*/ 8 w 82"/>
                  <a:gd name="T21" fmla="*/ 89 h 90"/>
                  <a:gd name="T22" fmla="*/ 16 w 82"/>
                  <a:gd name="T23" fmla="*/ 88 h 90"/>
                  <a:gd name="T24" fmla="*/ 20 w 82"/>
                  <a:gd name="T25" fmla="*/ 87 h 90"/>
                  <a:gd name="T26" fmla="*/ 28 w 82"/>
                  <a:gd name="T27" fmla="*/ 89 h 90"/>
                  <a:gd name="T28" fmla="*/ 51 w 82"/>
                  <a:gd name="T29" fmla="*/ 73 h 90"/>
                  <a:gd name="T30" fmla="*/ 52 w 82"/>
                  <a:gd name="T31" fmla="*/ 73 h 90"/>
                  <a:gd name="T32" fmla="*/ 73 w 82"/>
                  <a:gd name="T33" fmla="*/ 49 h 90"/>
                  <a:gd name="T34" fmla="*/ 72 w 82"/>
                  <a:gd name="T35" fmla="*/ 44 h 90"/>
                  <a:gd name="T36" fmla="*/ 74 w 82"/>
                  <a:gd name="T37" fmla="*/ 34 h 90"/>
                  <a:gd name="T38" fmla="*/ 80 w 82"/>
                  <a:gd name="T39" fmla="*/ 15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2" h="90">
                    <a:moveTo>
                      <a:pt x="80" y="15"/>
                    </a:moveTo>
                    <a:cubicBezTo>
                      <a:pt x="78" y="7"/>
                      <a:pt x="71" y="1"/>
                      <a:pt x="64" y="0"/>
                    </a:cubicBezTo>
                    <a:cubicBezTo>
                      <a:pt x="56" y="0"/>
                      <a:pt x="49" y="3"/>
                      <a:pt x="45" y="9"/>
                    </a:cubicBezTo>
                    <a:cubicBezTo>
                      <a:pt x="43" y="12"/>
                      <a:pt x="38" y="14"/>
                      <a:pt x="34" y="14"/>
                    </a:cubicBezTo>
                    <a:cubicBezTo>
                      <a:pt x="32" y="14"/>
                      <a:pt x="29" y="14"/>
                      <a:pt x="27" y="15"/>
                    </a:cubicBezTo>
                    <a:cubicBezTo>
                      <a:pt x="18" y="17"/>
                      <a:pt x="12" y="24"/>
                      <a:pt x="10" y="32"/>
                    </a:cubicBezTo>
                    <a:cubicBezTo>
                      <a:pt x="9" y="39"/>
                      <a:pt x="11" y="45"/>
                      <a:pt x="14" y="50"/>
                    </a:cubicBezTo>
                    <a:cubicBezTo>
                      <a:pt x="9" y="54"/>
                      <a:pt x="6" y="62"/>
                      <a:pt x="7" y="69"/>
                    </a:cubicBezTo>
                    <a:cubicBezTo>
                      <a:pt x="7" y="70"/>
                      <a:pt x="7" y="72"/>
                      <a:pt x="6" y="72"/>
                    </a:cubicBezTo>
                    <a:cubicBezTo>
                      <a:pt x="2" y="74"/>
                      <a:pt x="0" y="79"/>
                      <a:pt x="1" y="83"/>
                    </a:cubicBezTo>
                    <a:cubicBezTo>
                      <a:pt x="2" y="86"/>
                      <a:pt x="5" y="89"/>
                      <a:pt x="8" y="89"/>
                    </a:cubicBezTo>
                    <a:cubicBezTo>
                      <a:pt x="11" y="90"/>
                      <a:pt x="14" y="89"/>
                      <a:pt x="16" y="88"/>
                    </a:cubicBezTo>
                    <a:cubicBezTo>
                      <a:pt x="17" y="87"/>
                      <a:pt x="19" y="86"/>
                      <a:pt x="20" y="87"/>
                    </a:cubicBezTo>
                    <a:cubicBezTo>
                      <a:pt x="23" y="88"/>
                      <a:pt x="25" y="89"/>
                      <a:pt x="28" y="89"/>
                    </a:cubicBezTo>
                    <a:cubicBezTo>
                      <a:pt x="39" y="89"/>
                      <a:pt x="48" y="82"/>
                      <a:pt x="51" y="73"/>
                    </a:cubicBezTo>
                    <a:cubicBezTo>
                      <a:pt x="51" y="73"/>
                      <a:pt x="52" y="73"/>
                      <a:pt x="52" y="73"/>
                    </a:cubicBezTo>
                    <a:cubicBezTo>
                      <a:pt x="65" y="72"/>
                      <a:pt x="74" y="61"/>
                      <a:pt x="73" y="49"/>
                    </a:cubicBezTo>
                    <a:cubicBezTo>
                      <a:pt x="73" y="47"/>
                      <a:pt x="73" y="46"/>
                      <a:pt x="72" y="44"/>
                    </a:cubicBezTo>
                    <a:cubicBezTo>
                      <a:pt x="71" y="41"/>
                      <a:pt x="72" y="37"/>
                      <a:pt x="74" y="34"/>
                    </a:cubicBezTo>
                    <a:cubicBezTo>
                      <a:pt x="80" y="30"/>
                      <a:pt x="82" y="22"/>
                      <a:pt x="80" y="1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12" name="Oval 1112">
                <a:extLst>
                  <a:ext uri="{FF2B5EF4-FFF2-40B4-BE49-F238E27FC236}">
                    <a16:creationId xmlns:a16="http://schemas.microsoft.com/office/drawing/2014/main" id="{4B718955-4A1C-4793-BBDF-D572494712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7" y="821"/>
                <a:ext cx="12" cy="1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13" name="Rectangle 1113">
                <a:extLst>
                  <a:ext uri="{FF2B5EF4-FFF2-40B4-BE49-F238E27FC236}">
                    <a16:creationId xmlns:a16="http://schemas.microsoft.com/office/drawing/2014/main" id="{DA86A8CC-850B-4362-9E22-20AEDC6406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2" y="914"/>
                <a:ext cx="35" cy="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14" name="Freeform 1114">
                <a:extLst>
                  <a:ext uri="{FF2B5EF4-FFF2-40B4-BE49-F238E27FC236}">
                    <a16:creationId xmlns:a16="http://schemas.microsoft.com/office/drawing/2014/main" id="{512DB2F1-B0D3-4797-99F8-D534C01662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803"/>
                <a:ext cx="81" cy="33"/>
              </a:xfrm>
              <a:custGeom>
                <a:avLst/>
                <a:gdLst>
                  <a:gd name="T0" fmla="*/ 117 w 119"/>
                  <a:gd name="T1" fmla="*/ 32 h 48"/>
                  <a:gd name="T2" fmla="*/ 84 w 119"/>
                  <a:gd name="T3" fmla="*/ 4 h 48"/>
                  <a:gd name="T4" fmla="*/ 13 w 119"/>
                  <a:gd name="T5" fmla="*/ 18 h 48"/>
                  <a:gd name="T6" fmla="*/ 0 w 119"/>
                  <a:gd name="T7" fmla="*/ 34 h 48"/>
                  <a:gd name="T8" fmla="*/ 20 w 119"/>
                  <a:gd name="T9" fmla="*/ 47 h 48"/>
                  <a:gd name="T10" fmla="*/ 82 w 119"/>
                  <a:gd name="T11" fmla="*/ 47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9" h="48">
                    <a:moveTo>
                      <a:pt x="117" y="32"/>
                    </a:moveTo>
                    <a:cubicBezTo>
                      <a:pt x="119" y="12"/>
                      <a:pt x="104" y="0"/>
                      <a:pt x="84" y="4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7" y="43"/>
                      <a:pt x="10" y="47"/>
                      <a:pt x="20" y="47"/>
                    </a:cubicBezTo>
                    <a:cubicBezTo>
                      <a:pt x="30" y="48"/>
                      <a:pt x="82" y="47"/>
                      <a:pt x="82" y="47"/>
                    </a:cubicBezTo>
                  </a:path>
                </a:pathLst>
              </a:custGeom>
              <a:solidFill>
                <a:srgbClr val="C193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15" name="Freeform 1115">
                <a:extLst>
                  <a:ext uri="{FF2B5EF4-FFF2-40B4-BE49-F238E27FC236}">
                    <a16:creationId xmlns:a16="http://schemas.microsoft.com/office/drawing/2014/main" id="{642AC6BD-1C9B-4EAC-8764-F2CC5C6F6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4" y="812"/>
                <a:ext cx="69" cy="34"/>
              </a:xfrm>
              <a:custGeom>
                <a:avLst/>
                <a:gdLst>
                  <a:gd name="T0" fmla="*/ 18 w 69"/>
                  <a:gd name="T1" fmla="*/ 0 h 34"/>
                  <a:gd name="T2" fmla="*/ 66 w 69"/>
                  <a:gd name="T3" fmla="*/ 10 h 34"/>
                  <a:gd name="T4" fmla="*/ 69 w 69"/>
                  <a:gd name="T5" fmla="*/ 34 h 34"/>
                  <a:gd name="T6" fmla="*/ 0 w 69"/>
                  <a:gd name="T7" fmla="*/ 28 h 34"/>
                  <a:gd name="T8" fmla="*/ 18 w 69"/>
                  <a:gd name="T9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" h="34">
                    <a:moveTo>
                      <a:pt x="18" y="0"/>
                    </a:moveTo>
                    <a:lnTo>
                      <a:pt x="66" y="10"/>
                    </a:lnTo>
                    <a:lnTo>
                      <a:pt x="69" y="34"/>
                    </a:lnTo>
                    <a:lnTo>
                      <a:pt x="0" y="28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C193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16" name="Freeform 1116">
                <a:extLst>
                  <a:ext uri="{FF2B5EF4-FFF2-40B4-BE49-F238E27FC236}">
                    <a16:creationId xmlns:a16="http://schemas.microsoft.com/office/drawing/2014/main" id="{4D3CA4B0-6C38-4DBA-83FC-06E5640CD8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3" y="832"/>
                <a:ext cx="36" cy="37"/>
              </a:xfrm>
              <a:custGeom>
                <a:avLst/>
                <a:gdLst>
                  <a:gd name="T0" fmla="*/ 30 w 36"/>
                  <a:gd name="T1" fmla="*/ 13 h 37"/>
                  <a:gd name="T2" fmla="*/ 36 w 36"/>
                  <a:gd name="T3" fmla="*/ 31 h 37"/>
                  <a:gd name="T4" fmla="*/ 7 w 36"/>
                  <a:gd name="T5" fmla="*/ 37 h 37"/>
                  <a:gd name="T6" fmla="*/ 0 w 36"/>
                  <a:gd name="T7" fmla="*/ 2 h 37"/>
                  <a:gd name="T8" fmla="*/ 21 w 36"/>
                  <a:gd name="T9" fmla="*/ 0 h 37"/>
                  <a:gd name="T10" fmla="*/ 30 w 36"/>
                  <a:gd name="T11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37">
                    <a:moveTo>
                      <a:pt x="30" y="13"/>
                    </a:moveTo>
                    <a:lnTo>
                      <a:pt x="36" y="31"/>
                    </a:lnTo>
                    <a:lnTo>
                      <a:pt x="7" y="37"/>
                    </a:lnTo>
                    <a:lnTo>
                      <a:pt x="0" y="2"/>
                    </a:lnTo>
                    <a:lnTo>
                      <a:pt x="21" y="0"/>
                    </a:lnTo>
                    <a:lnTo>
                      <a:pt x="30" y="13"/>
                    </a:lnTo>
                    <a:close/>
                  </a:path>
                </a:pathLst>
              </a:custGeom>
              <a:solidFill>
                <a:srgbClr val="C193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17" name="Freeform 1117">
                <a:extLst>
                  <a:ext uri="{FF2B5EF4-FFF2-40B4-BE49-F238E27FC236}">
                    <a16:creationId xmlns:a16="http://schemas.microsoft.com/office/drawing/2014/main" id="{5C7CB146-A654-4C29-BAE7-633CE660D7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6" y="800"/>
                <a:ext cx="30" cy="49"/>
              </a:xfrm>
              <a:custGeom>
                <a:avLst/>
                <a:gdLst>
                  <a:gd name="T0" fmla="*/ 27 w 43"/>
                  <a:gd name="T1" fmla="*/ 59 h 73"/>
                  <a:gd name="T2" fmla="*/ 29 w 43"/>
                  <a:gd name="T3" fmla="*/ 66 h 73"/>
                  <a:gd name="T4" fmla="*/ 29 w 43"/>
                  <a:gd name="T5" fmla="*/ 73 h 73"/>
                  <a:gd name="T6" fmla="*/ 15 w 43"/>
                  <a:gd name="T7" fmla="*/ 56 h 73"/>
                  <a:gd name="T8" fmla="*/ 13 w 43"/>
                  <a:gd name="T9" fmla="*/ 14 h 73"/>
                  <a:gd name="T10" fmla="*/ 43 w 43"/>
                  <a:gd name="T11" fmla="*/ 2 h 73"/>
                  <a:gd name="T12" fmla="*/ 41 w 43"/>
                  <a:gd name="T13" fmla="*/ 2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" h="73">
                    <a:moveTo>
                      <a:pt x="27" y="59"/>
                    </a:moveTo>
                    <a:cubicBezTo>
                      <a:pt x="29" y="66"/>
                      <a:pt x="29" y="66"/>
                      <a:pt x="29" y="66"/>
                    </a:cubicBezTo>
                    <a:cubicBezTo>
                      <a:pt x="29" y="73"/>
                      <a:pt x="29" y="73"/>
                      <a:pt x="29" y="73"/>
                    </a:cubicBezTo>
                    <a:cubicBezTo>
                      <a:pt x="29" y="73"/>
                      <a:pt x="20" y="64"/>
                      <a:pt x="15" y="56"/>
                    </a:cubicBezTo>
                    <a:cubicBezTo>
                      <a:pt x="8" y="43"/>
                      <a:pt x="0" y="30"/>
                      <a:pt x="13" y="14"/>
                    </a:cubicBezTo>
                    <a:cubicBezTo>
                      <a:pt x="25" y="0"/>
                      <a:pt x="43" y="2"/>
                      <a:pt x="43" y="2"/>
                    </a:cubicBezTo>
                    <a:cubicBezTo>
                      <a:pt x="41" y="20"/>
                      <a:pt x="41" y="20"/>
                      <a:pt x="41" y="20"/>
                    </a:cubicBezTo>
                  </a:path>
                </a:pathLst>
              </a:custGeom>
              <a:solidFill>
                <a:srgbClr val="6234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18" name="Freeform 1118">
                <a:extLst>
                  <a:ext uri="{FF2B5EF4-FFF2-40B4-BE49-F238E27FC236}">
                    <a16:creationId xmlns:a16="http://schemas.microsoft.com/office/drawing/2014/main" id="{D4F771DC-F52D-4335-AA6F-0143AB0E11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1" y="809"/>
                <a:ext cx="38" cy="43"/>
              </a:xfrm>
              <a:custGeom>
                <a:avLst/>
                <a:gdLst>
                  <a:gd name="T0" fmla="*/ 45 w 55"/>
                  <a:gd name="T1" fmla="*/ 1 h 63"/>
                  <a:gd name="T2" fmla="*/ 50 w 55"/>
                  <a:gd name="T3" fmla="*/ 20 h 63"/>
                  <a:gd name="T4" fmla="*/ 54 w 55"/>
                  <a:gd name="T5" fmla="*/ 46 h 63"/>
                  <a:gd name="T6" fmla="*/ 24 w 55"/>
                  <a:gd name="T7" fmla="*/ 62 h 63"/>
                  <a:gd name="T8" fmla="*/ 4 w 55"/>
                  <a:gd name="T9" fmla="*/ 32 h 63"/>
                  <a:gd name="T10" fmla="*/ 0 w 55"/>
                  <a:gd name="T11" fmla="*/ 19 h 63"/>
                  <a:gd name="T12" fmla="*/ 5 w 55"/>
                  <a:gd name="T13" fmla="*/ 0 h 63"/>
                  <a:gd name="T14" fmla="*/ 45 w 55"/>
                  <a:gd name="T15" fmla="*/ 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63">
                    <a:moveTo>
                      <a:pt x="45" y="1"/>
                    </a:moveTo>
                    <a:cubicBezTo>
                      <a:pt x="45" y="1"/>
                      <a:pt x="49" y="8"/>
                      <a:pt x="50" y="20"/>
                    </a:cubicBezTo>
                    <a:cubicBezTo>
                      <a:pt x="51" y="33"/>
                      <a:pt x="55" y="39"/>
                      <a:pt x="54" y="46"/>
                    </a:cubicBezTo>
                    <a:cubicBezTo>
                      <a:pt x="52" y="55"/>
                      <a:pt x="46" y="63"/>
                      <a:pt x="24" y="62"/>
                    </a:cubicBezTo>
                    <a:cubicBezTo>
                      <a:pt x="2" y="60"/>
                      <a:pt x="4" y="32"/>
                      <a:pt x="4" y="32"/>
                    </a:cubicBezTo>
                    <a:cubicBezTo>
                      <a:pt x="4" y="32"/>
                      <a:pt x="0" y="19"/>
                      <a:pt x="0" y="19"/>
                    </a:cubicBezTo>
                    <a:cubicBezTo>
                      <a:pt x="0" y="19"/>
                      <a:pt x="5" y="1"/>
                      <a:pt x="5" y="0"/>
                    </a:cubicBezTo>
                    <a:cubicBezTo>
                      <a:pt x="6" y="0"/>
                      <a:pt x="45" y="1"/>
                      <a:pt x="45" y="1"/>
                    </a:cubicBezTo>
                    <a:close/>
                  </a:path>
                </a:pathLst>
              </a:custGeom>
              <a:solidFill>
                <a:srgbClr val="C193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19" name="Freeform 1119">
                <a:extLst>
                  <a:ext uri="{FF2B5EF4-FFF2-40B4-BE49-F238E27FC236}">
                    <a16:creationId xmlns:a16="http://schemas.microsoft.com/office/drawing/2014/main" id="{3450E1CE-DA5C-4E3E-A2B6-FCE1D13225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826"/>
                <a:ext cx="5" cy="8"/>
              </a:xfrm>
              <a:custGeom>
                <a:avLst/>
                <a:gdLst>
                  <a:gd name="T0" fmla="*/ 3 w 8"/>
                  <a:gd name="T1" fmla="*/ 0 h 12"/>
                  <a:gd name="T2" fmla="*/ 7 w 8"/>
                  <a:gd name="T3" fmla="*/ 7 h 12"/>
                  <a:gd name="T4" fmla="*/ 0 w 8"/>
                  <a:gd name="T5" fmla="*/ 1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12">
                    <a:moveTo>
                      <a:pt x="3" y="0"/>
                    </a:moveTo>
                    <a:cubicBezTo>
                      <a:pt x="3" y="0"/>
                      <a:pt x="6" y="4"/>
                      <a:pt x="7" y="7"/>
                    </a:cubicBezTo>
                    <a:cubicBezTo>
                      <a:pt x="8" y="9"/>
                      <a:pt x="6" y="12"/>
                      <a:pt x="0" y="11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20" name="Freeform 1120">
                <a:extLst>
                  <a:ext uri="{FF2B5EF4-FFF2-40B4-BE49-F238E27FC236}">
                    <a16:creationId xmlns:a16="http://schemas.microsoft.com/office/drawing/2014/main" id="{86DD4237-43F3-4864-918C-10354F5D82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7" y="823"/>
                <a:ext cx="5" cy="1"/>
              </a:xfrm>
              <a:custGeom>
                <a:avLst/>
                <a:gdLst>
                  <a:gd name="T0" fmla="*/ 7 w 7"/>
                  <a:gd name="T1" fmla="*/ 0 h 2"/>
                  <a:gd name="T2" fmla="*/ 0 w 7"/>
                  <a:gd name="T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" h="2">
                    <a:moveTo>
                      <a:pt x="7" y="0"/>
                    </a:moveTo>
                    <a:cubicBezTo>
                      <a:pt x="6" y="0"/>
                      <a:pt x="0" y="2"/>
                      <a:pt x="0" y="2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21" name="Line 1121">
                <a:extLst>
                  <a:ext uri="{FF2B5EF4-FFF2-40B4-BE49-F238E27FC236}">
                    <a16:creationId xmlns:a16="http://schemas.microsoft.com/office/drawing/2014/main" id="{66C37E57-DA43-4EC2-B285-1D813C1D7F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9" y="820"/>
                <a:ext cx="4" cy="1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22" name="Freeform 1122">
                <a:extLst>
                  <a:ext uri="{FF2B5EF4-FFF2-40B4-BE49-F238E27FC236}">
                    <a16:creationId xmlns:a16="http://schemas.microsoft.com/office/drawing/2014/main" id="{448BC40C-10BC-45BD-90AC-BFE0E50600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9" y="827"/>
                <a:ext cx="3" cy="3"/>
              </a:xfrm>
              <a:custGeom>
                <a:avLst/>
                <a:gdLst>
                  <a:gd name="T0" fmla="*/ 0 w 4"/>
                  <a:gd name="T1" fmla="*/ 3 h 5"/>
                  <a:gd name="T2" fmla="*/ 2 w 4"/>
                  <a:gd name="T3" fmla="*/ 4 h 5"/>
                  <a:gd name="T4" fmla="*/ 3 w 4"/>
                  <a:gd name="T5" fmla="*/ 2 h 5"/>
                  <a:gd name="T6" fmla="*/ 1 w 4"/>
                  <a:gd name="T7" fmla="*/ 0 h 5"/>
                  <a:gd name="T8" fmla="*/ 0 w 4"/>
                  <a:gd name="T9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3"/>
                    </a:moveTo>
                    <a:cubicBezTo>
                      <a:pt x="1" y="4"/>
                      <a:pt x="2" y="5"/>
                      <a:pt x="2" y="4"/>
                    </a:cubicBezTo>
                    <a:cubicBezTo>
                      <a:pt x="3" y="4"/>
                      <a:pt x="4" y="3"/>
                      <a:pt x="3" y="2"/>
                    </a:cubicBezTo>
                    <a:cubicBezTo>
                      <a:pt x="3" y="1"/>
                      <a:pt x="2" y="0"/>
                      <a:pt x="1" y="0"/>
                    </a:cubicBezTo>
                    <a:cubicBezTo>
                      <a:pt x="1" y="0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23" name="Freeform 1123">
                <a:extLst>
                  <a:ext uri="{FF2B5EF4-FFF2-40B4-BE49-F238E27FC236}">
                    <a16:creationId xmlns:a16="http://schemas.microsoft.com/office/drawing/2014/main" id="{614200BE-0C54-439A-90A9-C439EAE0F5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1" y="824"/>
                <a:ext cx="3" cy="4"/>
              </a:xfrm>
              <a:custGeom>
                <a:avLst/>
                <a:gdLst>
                  <a:gd name="T0" fmla="*/ 1 w 4"/>
                  <a:gd name="T1" fmla="*/ 3 h 5"/>
                  <a:gd name="T2" fmla="*/ 2 w 4"/>
                  <a:gd name="T3" fmla="*/ 4 h 5"/>
                  <a:gd name="T4" fmla="*/ 3 w 4"/>
                  <a:gd name="T5" fmla="*/ 2 h 5"/>
                  <a:gd name="T6" fmla="*/ 2 w 4"/>
                  <a:gd name="T7" fmla="*/ 0 h 5"/>
                  <a:gd name="T8" fmla="*/ 1 w 4"/>
                  <a:gd name="T9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3"/>
                    </a:moveTo>
                    <a:cubicBezTo>
                      <a:pt x="1" y="4"/>
                      <a:pt x="2" y="5"/>
                      <a:pt x="2" y="4"/>
                    </a:cubicBezTo>
                    <a:cubicBezTo>
                      <a:pt x="3" y="4"/>
                      <a:pt x="4" y="3"/>
                      <a:pt x="3" y="2"/>
                    </a:cubicBezTo>
                    <a:cubicBezTo>
                      <a:pt x="3" y="1"/>
                      <a:pt x="2" y="0"/>
                      <a:pt x="2" y="0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24" name="Freeform 1124">
                <a:extLst>
                  <a:ext uri="{FF2B5EF4-FFF2-40B4-BE49-F238E27FC236}">
                    <a16:creationId xmlns:a16="http://schemas.microsoft.com/office/drawing/2014/main" id="{B1A7A957-D0F9-4E15-942C-56059C3E37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4" y="819"/>
                <a:ext cx="7" cy="11"/>
              </a:xfrm>
              <a:custGeom>
                <a:avLst/>
                <a:gdLst>
                  <a:gd name="T0" fmla="*/ 5 w 10"/>
                  <a:gd name="T1" fmla="*/ 0 h 16"/>
                  <a:gd name="T2" fmla="*/ 7 w 10"/>
                  <a:gd name="T3" fmla="*/ 11 h 16"/>
                  <a:gd name="T4" fmla="*/ 0 w 10"/>
                  <a:gd name="T5" fmla="*/ 12 h 16"/>
                  <a:gd name="T6" fmla="*/ 5 w 10"/>
                  <a:gd name="T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" h="16">
                    <a:moveTo>
                      <a:pt x="5" y="0"/>
                    </a:moveTo>
                    <a:cubicBezTo>
                      <a:pt x="5" y="0"/>
                      <a:pt x="10" y="6"/>
                      <a:pt x="7" y="11"/>
                    </a:cubicBezTo>
                    <a:cubicBezTo>
                      <a:pt x="4" y="16"/>
                      <a:pt x="0" y="12"/>
                      <a:pt x="0" y="12"/>
                    </a:cubicBezTo>
                    <a:cubicBezTo>
                      <a:pt x="0" y="12"/>
                      <a:pt x="1" y="5"/>
                      <a:pt x="5" y="0"/>
                    </a:cubicBezTo>
                    <a:close/>
                  </a:path>
                </a:pathLst>
              </a:custGeom>
              <a:solidFill>
                <a:srgbClr val="6234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25" name="Freeform 1125">
                <a:extLst>
                  <a:ext uri="{FF2B5EF4-FFF2-40B4-BE49-F238E27FC236}">
                    <a16:creationId xmlns:a16="http://schemas.microsoft.com/office/drawing/2014/main" id="{6A0EE18F-16E8-4939-8C6B-097C2D0373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9" y="849"/>
                <a:ext cx="15" cy="4"/>
              </a:xfrm>
              <a:custGeom>
                <a:avLst/>
                <a:gdLst>
                  <a:gd name="T0" fmla="*/ 22 w 22"/>
                  <a:gd name="T1" fmla="*/ 0 h 6"/>
                  <a:gd name="T2" fmla="*/ 0 w 22"/>
                  <a:gd name="T3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2" h="6">
                    <a:moveTo>
                      <a:pt x="22" y="0"/>
                    </a:moveTo>
                    <a:cubicBezTo>
                      <a:pt x="22" y="0"/>
                      <a:pt x="15" y="6"/>
                      <a:pt x="0" y="4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26" name="Freeform 1126">
                <a:extLst>
                  <a:ext uri="{FF2B5EF4-FFF2-40B4-BE49-F238E27FC236}">
                    <a16:creationId xmlns:a16="http://schemas.microsoft.com/office/drawing/2014/main" id="{3542C400-8D44-46C1-A7FC-6B3DCF22DB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8" y="848"/>
                <a:ext cx="9" cy="8"/>
              </a:xfrm>
              <a:custGeom>
                <a:avLst/>
                <a:gdLst>
                  <a:gd name="T0" fmla="*/ 14 w 14"/>
                  <a:gd name="T1" fmla="*/ 12 h 12"/>
                  <a:gd name="T2" fmla="*/ 0 w 14"/>
                  <a:gd name="T3" fmla="*/ 5 h 12"/>
                  <a:gd name="T4" fmla="*/ 10 w 14"/>
                  <a:gd name="T5" fmla="*/ 0 h 12"/>
                  <a:gd name="T6" fmla="*/ 14 w 14"/>
                  <a:gd name="T7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" h="12">
                    <a:moveTo>
                      <a:pt x="14" y="12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5" y="4"/>
                      <a:pt x="10" y="0"/>
                    </a:cubicBezTo>
                    <a:lnTo>
                      <a:pt x="14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27" name="Freeform 1127">
                <a:extLst>
                  <a:ext uri="{FF2B5EF4-FFF2-40B4-BE49-F238E27FC236}">
                    <a16:creationId xmlns:a16="http://schemas.microsoft.com/office/drawing/2014/main" id="{D7BBF33A-4B4C-4D1C-96F9-C77DA036DC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" y="799"/>
                <a:ext cx="46" cy="29"/>
              </a:xfrm>
              <a:custGeom>
                <a:avLst/>
                <a:gdLst>
                  <a:gd name="T0" fmla="*/ 68 w 68"/>
                  <a:gd name="T1" fmla="*/ 22 h 42"/>
                  <a:gd name="T2" fmla="*/ 53 w 68"/>
                  <a:gd name="T3" fmla="*/ 20 h 42"/>
                  <a:gd name="T4" fmla="*/ 30 w 68"/>
                  <a:gd name="T5" fmla="*/ 30 h 42"/>
                  <a:gd name="T6" fmla="*/ 24 w 68"/>
                  <a:gd name="T7" fmla="*/ 42 h 42"/>
                  <a:gd name="T8" fmla="*/ 19 w 68"/>
                  <a:gd name="T9" fmla="*/ 42 h 42"/>
                  <a:gd name="T10" fmla="*/ 17 w 68"/>
                  <a:gd name="T11" fmla="*/ 10 h 42"/>
                  <a:gd name="T12" fmla="*/ 60 w 68"/>
                  <a:gd name="T13" fmla="*/ 9 h 42"/>
                  <a:gd name="T14" fmla="*/ 68 w 68"/>
                  <a:gd name="T15" fmla="*/ 2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8" h="42">
                    <a:moveTo>
                      <a:pt x="68" y="22"/>
                    </a:moveTo>
                    <a:cubicBezTo>
                      <a:pt x="68" y="22"/>
                      <a:pt x="65" y="17"/>
                      <a:pt x="53" y="20"/>
                    </a:cubicBezTo>
                    <a:cubicBezTo>
                      <a:pt x="33" y="25"/>
                      <a:pt x="30" y="30"/>
                      <a:pt x="30" y="30"/>
                    </a:cubicBezTo>
                    <a:cubicBezTo>
                      <a:pt x="24" y="42"/>
                      <a:pt x="24" y="42"/>
                      <a:pt x="24" y="42"/>
                    </a:cubicBezTo>
                    <a:cubicBezTo>
                      <a:pt x="19" y="42"/>
                      <a:pt x="19" y="42"/>
                      <a:pt x="19" y="42"/>
                    </a:cubicBezTo>
                    <a:cubicBezTo>
                      <a:pt x="19" y="42"/>
                      <a:pt x="0" y="21"/>
                      <a:pt x="17" y="10"/>
                    </a:cubicBezTo>
                    <a:cubicBezTo>
                      <a:pt x="34" y="0"/>
                      <a:pt x="50" y="0"/>
                      <a:pt x="60" y="9"/>
                    </a:cubicBezTo>
                    <a:cubicBezTo>
                      <a:pt x="66" y="14"/>
                      <a:pt x="68" y="22"/>
                      <a:pt x="68" y="22"/>
                    </a:cubicBezTo>
                    <a:close/>
                  </a:path>
                </a:pathLst>
              </a:custGeom>
              <a:solidFill>
                <a:srgbClr val="6234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28" name="Freeform 1128">
                <a:extLst>
                  <a:ext uri="{FF2B5EF4-FFF2-40B4-BE49-F238E27FC236}">
                    <a16:creationId xmlns:a16="http://schemas.microsoft.com/office/drawing/2014/main" id="{322AAC14-5768-4FF6-96FD-1CDB13126E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8" y="826"/>
                <a:ext cx="12" cy="14"/>
              </a:xfrm>
              <a:custGeom>
                <a:avLst/>
                <a:gdLst>
                  <a:gd name="T0" fmla="*/ 3 w 17"/>
                  <a:gd name="T1" fmla="*/ 14 h 20"/>
                  <a:gd name="T2" fmla="*/ 13 w 17"/>
                  <a:gd name="T3" fmla="*/ 18 h 20"/>
                  <a:gd name="T4" fmla="*/ 15 w 17"/>
                  <a:gd name="T5" fmla="*/ 7 h 20"/>
                  <a:gd name="T6" fmla="*/ 4 w 17"/>
                  <a:gd name="T7" fmla="*/ 2 h 20"/>
                  <a:gd name="T8" fmla="*/ 3 w 17"/>
                  <a:gd name="T9" fmla="*/ 14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0">
                    <a:moveTo>
                      <a:pt x="3" y="14"/>
                    </a:moveTo>
                    <a:cubicBezTo>
                      <a:pt x="6" y="18"/>
                      <a:pt x="10" y="20"/>
                      <a:pt x="13" y="18"/>
                    </a:cubicBezTo>
                    <a:cubicBezTo>
                      <a:pt x="17" y="16"/>
                      <a:pt x="17" y="11"/>
                      <a:pt x="15" y="7"/>
                    </a:cubicBezTo>
                    <a:cubicBezTo>
                      <a:pt x="12" y="2"/>
                      <a:pt x="7" y="0"/>
                      <a:pt x="4" y="2"/>
                    </a:cubicBezTo>
                    <a:cubicBezTo>
                      <a:pt x="1" y="4"/>
                      <a:pt x="0" y="9"/>
                      <a:pt x="3" y="14"/>
                    </a:cubicBezTo>
                    <a:close/>
                  </a:path>
                </a:pathLst>
              </a:custGeom>
              <a:solidFill>
                <a:srgbClr val="C193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29" name="Freeform 1129">
                <a:extLst>
                  <a:ext uri="{FF2B5EF4-FFF2-40B4-BE49-F238E27FC236}">
                    <a16:creationId xmlns:a16="http://schemas.microsoft.com/office/drawing/2014/main" id="{2BA48D12-6DFB-445E-9B50-5E7879F873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1" y="830"/>
                <a:ext cx="4" cy="2"/>
              </a:xfrm>
              <a:custGeom>
                <a:avLst/>
                <a:gdLst>
                  <a:gd name="T0" fmla="*/ 6 w 6"/>
                  <a:gd name="T1" fmla="*/ 4 h 4"/>
                  <a:gd name="T2" fmla="*/ 1 w 6"/>
                  <a:gd name="T3" fmla="*/ 1 h 4"/>
                  <a:gd name="T4" fmla="*/ 0 w 6"/>
                  <a:gd name="T5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4">
                    <a:moveTo>
                      <a:pt x="6" y="4"/>
                    </a:moveTo>
                    <a:cubicBezTo>
                      <a:pt x="5" y="1"/>
                      <a:pt x="3" y="0"/>
                      <a:pt x="1" y="1"/>
                    </a:cubicBezTo>
                    <a:cubicBezTo>
                      <a:pt x="1" y="1"/>
                      <a:pt x="0" y="2"/>
                      <a:pt x="0" y="3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30" name="Freeform 1130">
                <a:extLst>
                  <a:ext uri="{FF2B5EF4-FFF2-40B4-BE49-F238E27FC236}">
                    <a16:creationId xmlns:a16="http://schemas.microsoft.com/office/drawing/2014/main" id="{891E1801-6576-4C1B-9BF8-F56EA2E9CB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4" y="817"/>
                <a:ext cx="56" cy="64"/>
              </a:xfrm>
              <a:custGeom>
                <a:avLst/>
                <a:gdLst>
                  <a:gd name="T0" fmla="*/ 82 w 82"/>
                  <a:gd name="T1" fmla="*/ 20 h 94"/>
                  <a:gd name="T2" fmla="*/ 42 w 82"/>
                  <a:gd name="T3" fmla="*/ 83 h 94"/>
                  <a:gd name="T4" fmla="*/ 10 w 82"/>
                  <a:gd name="T5" fmla="*/ 86 h 94"/>
                  <a:gd name="T6" fmla="*/ 10 w 82"/>
                  <a:gd name="T7" fmla="*/ 86 h 94"/>
                  <a:gd name="T8" fmla="*/ 8 w 82"/>
                  <a:gd name="T9" fmla="*/ 54 h 94"/>
                  <a:gd name="T10" fmla="*/ 42 w 82"/>
                  <a:gd name="T11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94">
                    <a:moveTo>
                      <a:pt x="82" y="20"/>
                    </a:moveTo>
                    <a:cubicBezTo>
                      <a:pt x="42" y="83"/>
                      <a:pt x="42" y="83"/>
                      <a:pt x="42" y="83"/>
                    </a:cubicBezTo>
                    <a:cubicBezTo>
                      <a:pt x="34" y="93"/>
                      <a:pt x="20" y="94"/>
                      <a:pt x="10" y="86"/>
                    </a:cubicBezTo>
                    <a:cubicBezTo>
                      <a:pt x="10" y="86"/>
                      <a:pt x="10" y="86"/>
                      <a:pt x="10" y="86"/>
                    </a:cubicBezTo>
                    <a:cubicBezTo>
                      <a:pt x="1" y="78"/>
                      <a:pt x="0" y="63"/>
                      <a:pt x="8" y="54"/>
                    </a:cubicBezTo>
                    <a:cubicBezTo>
                      <a:pt x="42" y="0"/>
                      <a:pt x="42" y="0"/>
                      <a:pt x="42" y="0"/>
                    </a:cubicBezTo>
                  </a:path>
                </a:pathLst>
              </a:custGeom>
              <a:solidFill>
                <a:srgbClr val="C193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31" name="Freeform 1131">
                <a:extLst>
                  <a:ext uri="{FF2B5EF4-FFF2-40B4-BE49-F238E27FC236}">
                    <a16:creationId xmlns:a16="http://schemas.microsoft.com/office/drawing/2014/main" id="{360506EB-C772-4B52-BAFB-90E0126DA9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0" y="851"/>
                <a:ext cx="138" cy="122"/>
              </a:xfrm>
              <a:custGeom>
                <a:avLst/>
                <a:gdLst>
                  <a:gd name="T0" fmla="*/ 154 w 203"/>
                  <a:gd name="T1" fmla="*/ 38 h 179"/>
                  <a:gd name="T2" fmla="*/ 190 w 203"/>
                  <a:gd name="T3" fmla="*/ 102 h 179"/>
                  <a:gd name="T4" fmla="*/ 166 w 203"/>
                  <a:gd name="T5" fmla="*/ 140 h 179"/>
                  <a:gd name="T6" fmla="*/ 90 w 203"/>
                  <a:gd name="T7" fmla="*/ 179 h 179"/>
                  <a:gd name="T8" fmla="*/ 80 w 203"/>
                  <a:gd name="T9" fmla="*/ 140 h 179"/>
                  <a:gd name="T10" fmla="*/ 11 w 203"/>
                  <a:gd name="T11" fmla="*/ 61 h 179"/>
                  <a:gd name="T12" fmla="*/ 26 w 203"/>
                  <a:gd name="T13" fmla="*/ 26 h 179"/>
                  <a:gd name="T14" fmla="*/ 56 w 203"/>
                  <a:gd name="T15" fmla="*/ 18 h 179"/>
                  <a:gd name="T16" fmla="*/ 113 w 203"/>
                  <a:gd name="T17" fmla="*/ 3 h 179"/>
                  <a:gd name="T18" fmla="*/ 136 w 203"/>
                  <a:gd name="T19" fmla="*/ 11 h 179"/>
                  <a:gd name="T20" fmla="*/ 154 w 203"/>
                  <a:gd name="T21" fmla="*/ 38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3" h="179">
                    <a:moveTo>
                      <a:pt x="154" y="38"/>
                    </a:moveTo>
                    <a:cubicBezTo>
                      <a:pt x="164" y="53"/>
                      <a:pt x="186" y="93"/>
                      <a:pt x="190" y="102"/>
                    </a:cubicBezTo>
                    <a:cubicBezTo>
                      <a:pt x="203" y="128"/>
                      <a:pt x="185" y="132"/>
                      <a:pt x="166" y="140"/>
                    </a:cubicBezTo>
                    <a:cubicBezTo>
                      <a:pt x="146" y="148"/>
                      <a:pt x="90" y="179"/>
                      <a:pt x="90" y="179"/>
                    </a:cubicBezTo>
                    <a:cubicBezTo>
                      <a:pt x="90" y="179"/>
                      <a:pt x="94" y="155"/>
                      <a:pt x="80" y="140"/>
                    </a:cubicBezTo>
                    <a:cubicBezTo>
                      <a:pt x="64" y="121"/>
                      <a:pt x="25" y="81"/>
                      <a:pt x="11" y="61"/>
                    </a:cubicBezTo>
                    <a:cubicBezTo>
                      <a:pt x="0" y="46"/>
                      <a:pt x="9" y="34"/>
                      <a:pt x="26" y="26"/>
                    </a:cubicBezTo>
                    <a:cubicBezTo>
                      <a:pt x="56" y="18"/>
                      <a:pt x="56" y="18"/>
                      <a:pt x="56" y="18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22" y="0"/>
                      <a:pt x="131" y="4"/>
                      <a:pt x="136" y="11"/>
                    </a:cubicBezTo>
                    <a:cubicBezTo>
                      <a:pt x="136" y="11"/>
                      <a:pt x="150" y="31"/>
                      <a:pt x="154" y="3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32" name="Line 1132">
                <a:extLst>
                  <a:ext uri="{FF2B5EF4-FFF2-40B4-BE49-F238E27FC236}">
                    <a16:creationId xmlns:a16="http://schemas.microsoft.com/office/drawing/2014/main" id="{E6EAE179-BC69-44B1-BB16-8B0BCD655C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818"/>
                <a:ext cx="0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33" name="Freeform 1133">
                <a:extLst>
                  <a:ext uri="{FF2B5EF4-FFF2-40B4-BE49-F238E27FC236}">
                    <a16:creationId xmlns:a16="http://schemas.microsoft.com/office/drawing/2014/main" id="{2C15CF06-56A6-4E91-9BCD-F56A3787B3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0" y="878"/>
                <a:ext cx="178" cy="160"/>
              </a:xfrm>
              <a:custGeom>
                <a:avLst/>
                <a:gdLst>
                  <a:gd name="T0" fmla="*/ 235 w 261"/>
                  <a:gd name="T1" fmla="*/ 102 h 235"/>
                  <a:gd name="T2" fmla="*/ 93 w 261"/>
                  <a:gd name="T3" fmla="*/ 216 h 235"/>
                  <a:gd name="T4" fmla="*/ 18 w 261"/>
                  <a:gd name="T5" fmla="*/ 208 h 235"/>
                  <a:gd name="T6" fmla="*/ 18 w 261"/>
                  <a:gd name="T7" fmla="*/ 208 h 235"/>
                  <a:gd name="T8" fmla="*/ 26 w 261"/>
                  <a:gd name="T9" fmla="*/ 133 h 235"/>
                  <a:gd name="T10" fmla="*/ 168 w 261"/>
                  <a:gd name="T11" fmla="*/ 19 h 235"/>
                  <a:gd name="T12" fmla="*/ 243 w 261"/>
                  <a:gd name="T13" fmla="*/ 27 h 235"/>
                  <a:gd name="T14" fmla="*/ 243 w 261"/>
                  <a:gd name="T15" fmla="*/ 27 h 235"/>
                  <a:gd name="T16" fmla="*/ 235 w 261"/>
                  <a:gd name="T17" fmla="*/ 102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61" h="235">
                    <a:moveTo>
                      <a:pt x="235" y="102"/>
                    </a:moveTo>
                    <a:cubicBezTo>
                      <a:pt x="93" y="216"/>
                      <a:pt x="93" y="216"/>
                      <a:pt x="93" y="216"/>
                    </a:cubicBezTo>
                    <a:cubicBezTo>
                      <a:pt x="70" y="235"/>
                      <a:pt x="37" y="231"/>
                      <a:pt x="18" y="208"/>
                    </a:cubicBezTo>
                    <a:cubicBezTo>
                      <a:pt x="18" y="208"/>
                      <a:pt x="18" y="208"/>
                      <a:pt x="18" y="208"/>
                    </a:cubicBezTo>
                    <a:cubicBezTo>
                      <a:pt x="0" y="185"/>
                      <a:pt x="3" y="152"/>
                      <a:pt x="26" y="133"/>
                    </a:cubicBezTo>
                    <a:cubicBezTo>
                      <a:pt x="168" y="19"/>
                      <a:pt x="168" y="19"/>
                      <a:pt x="168" y="19"/>
                    </a:cubicBezTo>
                    <a:cubicBezTo>
                      <a:pt x="191" y="0"/>
                      <a:pt x="224" y="4"/>
                      <a:pt x="243" y="27"/>
                    </a:cubicBezTo>
                    <a:cubicBezTo>
                      <a:pt x="243" y="27"/>
                      <a:pt x="243" y="27"/>
                      <a:pt x="243" y="27"/>
                    </a:cubicBezTo>
                    <a:cubicBezTo>
                      <a:pt x="261" y="49"/>
                      <a:pt x="258" y="83"/>
                      <a:pt x="235" y="102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34" name="Freeform 1134">
                <a:extLst>
                  <a:ext uri="{FF2B5EF4-FFF2-40B4-BE49-F238E27FC236}">
                    <a16:creationId xmlns:a16="http://schemas.microsoft.com/office/drawing/2014/main" id="{1E3047D9-94F0-4569-BA6E-07EBF3FC2E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2" y="917"/>
                <a:ext cx="184" cy="95"/>
              </a:xfrm>
              <a:custGeom>
                <a:avLst/>
                <a:gdLst>
                  <a:gd name="T0" fmla="*/ 222 w 270"/>
                  <a:gd name="T1" fmla="*/ 110 h 140"/>
                  <a:gd name="T2" fmla="*/ 65 w 270"/>
                  <a:gd name="T3" fmla="*/ 136 h 140"/>
                  <a:gd name="T4" fmla="*/ 5 w 270"/>
                  <a:gd name="T5" fmla="*/ 92 h 140"/>
                  <a:gd name="T6" fmla="*/ 4 w 270"/>
                  <a:gd name="T7" fmla="*/ 91 h 140"/>
                  <a:gd name="T8" fmla="*/ 48 w 270"/>
                  <a:gd name="T9" fmla="*/ 31 h 140"/>
                  <a:gd name="T10" fmla="*/ 204 w 270"/>
                  <a:gd name="T11" fmla="*/ 5 h 140"/>
                  <a:gd name="T12" fmla="*/ 265 w 270"/>
                  <a:gd name="T13" fmla="*/ 49 h 140"/>
                  <a:gd name="T14" fmla="*/ 265 w 270"/>
                  <a:gd name="T15" fmla="*/ 50 h 140"/>
                  <a:gd name="T16" fmla="*/ 222 w 270"/>
                  <a:gd name="T17" fmla="*/ 11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0" h="140">
                    <a:moveTo>
                      <a:pt x="222" y="110"/>
                    </a:moveTo>
                    <a:cubicBezTo>
                      <a:pt x="65" y="136"/>
                      <a:pt x="65" y="136"/>
                      <a:pt x="65" y="136"/>
                    </a:cubicBezTo>
                    <a:cubicBezTo>
                      <a:pt x="36" y="140"/>
                      <a:pt x="9" y="121"/>
                      <a:pt x="5" y="92"/>
                    </a:cubicBezTo>
                    <a:cubicBezTo>
                      <a:pt x="4" y="91"/>
                      <a:pt x="4" y="91"/>
                      <a:pt x="4" y="91"/>
                    </a:cubicBezTo>
                    <a:cubicBezTo>
                      <a:pt x="0" y="62"/>
                      <a:pt x="19" y="35"/>
                      <a:pt x="48" y="31"/>
                    </a:cubicBezTo>
                    <a:cubicBezTo>
                      <a:pt x="204" y="5"/>
                      <a:pt x="204" y="5"/>
                      <a:pt x="204" y="5"/>
                    </a:cubicBezTo>
                    <a:cubicBezTo>
                      <a:pt x="233" y="0"/>
                      <a:pt x="260" y="20"/>
                      <a:pt x="265" y="49"/>
                    </a:cubicBezTo>
                    <a:cubicBezTo>
                      <a:pt x="265" y="50"/>
                      <a:pt x="265" y="50"/>
                      <a:pt x="265" y="50"/>
                    </a:cubicBezTo>
                    <a:cubicBezTo>
                      <a:pt x="270" y="78"/>
                      <a:pt x="250" y="106"/>
                      <a:pt x="222" y="110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35" name="Freeform 1135">
                <a:extLst>
                  <a:ext uri="{FF2B5EF4-FFF2-40B4-BE49-F238E27FC236}">
                    <a16:creationId xmlns:a16="http://schemas.microsoft.com/office/drawing/2014/main" id="{7301A881-714E-420D-BD51-687EE54AD1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3" y="822"/>
                <a:ext cx="77" cy="81"/>
              </a:xfrm>
              <a:custGeom>
                <a:avLst/>
                <a:gdLst>
                  <a:gd name="T0" fmla="*/ 0 w 114"/>
                  <a:gd name="T1" fmla="*/ 34 h 119"/>
                  <a:gd name="T2" fmla="*/ 30 w 114"/>
                  <a:gd name="T3" fmla="*/ 0 h 119"/>
                  <a:gd name="T4" fmla="*/ 105 w 114"/>
                  <a:gd name="T5" fmla="*/ 72 h 119"/>
                  <a:gd name="T6" fmla="*/ 103 w 114"/>
                  <a:gd name="T7" fmla="*/ 109 h 119"/>
                  <a:gd name="T8" fmla="*/ 103 w 114"/>
                  <a:gd name="T9" fmla="*/ 109 h 119"/>
                  <a:gd name="T10" fmla="*/ 67 w 114"/>
                  <a:gd name="T11" fmla="*/ 107 h 119"/>
                  <a:gd name="T12" fmla="*/ 0 w 114"/>
                  <a:gd name="T13" fmla="*/ 34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4" h="119">
                    <a:moveTo>
                      <a:pt x="0" y="34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105" y="72"/>
                      <a:pt x="105" y="72"/>
                      <a:pt x="105" y="72"/>
                    </a:cubicBezTo>
                    <a:cubicBezTo>
                      <a:pt x="114" y="83"/>
                      <a:pt x="114" y="100"/>
                      <a:pt x="103" y="109"/>
                    </a:cubicBezTo>
                    <a:cubicBezTo>
                      <a:pt x="103" y="109"/>
                      <a:pt x="103" y="109"/>
                      <a:pt x="103" y="109"/>
                    </a:cubicBezTo>
                    <a:cubicBezTo>
                      <a:pt x="92" y="119"/>
                      <a:pt x="77" y="118"/>
                      <a:pt x="67" y="107"/>
                    </a:cubicBezTo>
                    <a:lnTo>
                      <a:pt x="0" y="34"/>
                    </a:lnTo>
                    <a:close/>
                  </a:path>
                </a:pathLst>
              </a:custGeom>
              <a:solidFill>
                <a:srgbClr val="C193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36" name="Freeform 1136">
                <a:extLst>
                  <a:ext uri="{FF2B5EF4-FFF2-40B4-BE49-F238E27FC236}">
                    <a16:creationId xmlns:a16="http://schemas.microsoft.com/office/drawing/2014/main" id="{83402710-9DBF-44F4-BE0E-009F022A56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6" y="923"/>
                <a:ext cx="87" cy="51"/>
              </a:xfrm>
              <a:custGeom>
                <a:avLst/>
                <a:gdLst>
                  <a:gd name="T0" fmla="*/ 12 w 87"/>
                  <a:gd name="T1" fmla="*/ 51 h 51"/>
                  <a:gd name="T2" fmla="*/ 0 w 87"/>
                  <a:gd name="T3" fmla="*/ 14 h 51"/>
                  <a:gd name="T4" fmla="*/ 85 w 87"/>
                  <a:gd name="T5" fmla="*/ 0 h 51"/>
                  <a:gd name="T6" fmla="*/ 87 w 87"/>
                  <a:gd name="T7" fmla="*/ 9 h 51"/>
                  <a:gd name="T8" fmla="*/ 12 w 87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7" h="51">
                    <a:moveTo>
                      <a:pt x="12" y="51"/>
                    </a:moveTo>
                    <a:lnTo>
                      <a:pt x="0" y="14"/>
                    </a:lnTo>
                    <a:lnTo>
                      <a:pt x="85" y="0"/>
                    </a:lnTo>
                    <a:lnTo>
                      <a:pt x="87" y="9"/>
                    </a:lnTo>
                    <a:lnTo>
                      <a:pt x="12" y="51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37" name="Freeform 1137">
                <a:extLst>
                  <a:ext uri="{FF2B5EF4-FFF2-40B4-BE49-F238E27FC236}">
                    <a16:creationId xmlns:a16="http://schemas.microsoft.com/office/drawing/2014/main" id="{FF75F1BC-769E-45E6-A980-D2670B5141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6" y="923"/>
                <a:ext cx="87" cy="51"/>
              </a:xfrm>
              <a:custGeom>
                <a:avLst/>
                <a:gdLst>
                  <a:gd name="T0" fmla="*/ 12 w 87"/>
                  <a:gd name="T1" fmla="*/ 51 h 51"/>
                  <a:gd name="T2" fmla="*/ 0 w 87"/>
                  <a:gd name="T3" fmla="*/ 14 h 51"/>
                  <a:gd name="T4" fmla="*/ 85 w 87"/>
                  <a:gd name="T5" fmla="*/ 0 h 51"/>
                  <a:gd name="T6" fmla="*/ 87 w 87"/>
                  <a:gd name="T7" fmla="*/ 9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7" h="51">
                    <a:moveTo>
                      <a:pt x="12" y="51"/>
                    </a:moveTo>
                    <a:lnTo>
                      <a:pt x="0" y="14"/>
                    </a:lnTo>
                    <a:lnTo>
                      <a:pt x="85" y="0"/>
                    </a:lnTo>
                    <a:lnTo>
                      <a:pt x="87" y="9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38" name="Freeform 1138">
                <a:extLst>
                  <a:ext uri="{FF2B5EF4-FFF2-40B4-BE49-F238E27FC236}">
                    <a16:creationId xmlns:a16="http://schemas.microsoft.com/office/drawing/2014/main" id="{C78041B1-EECD-4974-A465-D907615B24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928"/>
                <a:ext cx="57" cy="9"/>
              </a:xfrm>
              <a:custGeom>
                <a:avLst/>
                <a:gdLst>
                  <a:gd name="T0" fmla="*/ 0 w 84"/>
                  <a:gd name="T1" fmla="*/ 14 h 14"/>
                  <a:gd name="T2" fmla="*/ 84 w 84"/>
                  <a:gd name="T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4" h="14">
                    <a:moveTo>
                      <a:pt x="0" y="14"/>
                    </a:moveTo>
                    <a:cubicBezTo>
                      <a:pt x="2" y="13"/>
                      <a:pt x="74" y="1"/>
                      <a:pt x="84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39" name="Freeform 1139">
                <a:extLst>
                  <a:ext uri="{FF2B5EF4-FFF2-40B4-BE49-F238E27FC236}">
                    <a16:creationId xmlns:a16="http://schemas.microsoft.com/office/drawing/2014/main" id="{F4B549AA-ABB2-44AF-94A3-F05235485D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7" y="804"/>
                <a:ext cx="38" cy="37"/>
              </a:xfrm>
              <a:custGeom>
                <a:avLst/>
                <a:gdLst>
                  <a:gd name="T0" fmla="*/ 18 w 55"/>
                  <a:gd name="T1" fmla="*/ 5 h 55"/>
                  <a:gd name="T2" fmla="*/ 50 w 55"/>
                  <a:gd name="T3" fmla="*/ 18 h 55"/>
                  <a:gd name="T4" fmla="*/ 36 w 55"/>
                  <a:gd name="T5" fmla="*/ 50 h 55"/>
                  <a:gd name="T6" fmla="*/ 5 w 55"/>
                  <a:gd name="T7" fmla="*/ 36 h 55"/>
                  <a:gd name="T8" fmla="*/ 18 w 55"/>
                  <a:gd name="T9" fmla="*/ 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55">
                    <a:moveTo>
                      <a:pt x="18" y="5"/>
                    </a:moveTo>
                    <a:cubicBezTo>
                      <a:pt x="31" y="0"/>
                      <a:pt x="45" y="6"/>
                      <a:pt x="50" y="18"/>
                    </a:cubicBezTo>
                    <a:cubicBezTo>
                      <a:pt x="55" y="31"/>
                      <a:pt x="49" y="45"/>
                      <a:pt x="36" y="50"/>
                    </a:cubicBezTo>
                    <a:cubicBezTo>
                      <a:pt x="24" y="55"/>
                      <a:pt x="10" y="49"/>
                      <a:pt x="5" y="36"/>
                    </a:cubicBezTo>
                    <a:cubicBezTo>
                      <a:pt x="0" y="24"/>
                      <a:pt x="6" y="10"/>
                      <a:pt x="18" y="5"/>
                    </a:cubicBezTo>
                    <a:close/>
                  </a:path>
                </a:pathLst>
              </a:custGeom>
              <a:solidFill>
                <a:srgbClr val="C193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40" name="Oval 1140">
                <a:extLst>
                  <a:ext uri="{FF2B5EF4-FFF2-40B4-BE49-F238E27FC236}">
                    <a16:creationId xmlns:a16="http://schemas.microsoft.com/office/drawing/2014/main" id="{1E273AC5-866E-4C2C-ADBC-B90EA1F8CF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8" y="812"/>
                <a:ext cx="41" cy="41"/>
              </a:xfrm>
              <a:prstGeom prst="ellipse">
                <a:avLst/>
              </a:prstGeom>
              <a:solidFill>
                <a:srgbClr val="C193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41" name="Freeform 1141">
                <a:extLst>
                  <a:ext uri="{FF2B5EF4-FFF2-40B4-BE49-F238E27FC236}">
                    <a16:creationId xmlns:a16="http://schemas.microsoft.com/office/drawing/2014/main" id="{A276AE8B-E884-43A1-821E-68C5AEA99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9" y="844"/>
                <a:ext cx="9" cy="7"/>
              </a:xfrm>
              <a:custGeom>
                <a:avLst/>
                <a:gdLst>
                  <a:gd name="T0" fmla="*/ 14 w 14"/>
                  <a:gd name="T1" fmla="*/ 0 h 10"/>
                  <a:gd name="T2" fmla="*/ 0 w 14"/>
                  <a:gd name="T3" fmla="*/ 8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10">
                    <a:moveTo>
                      <a:pt x="14" y="0"/>
                    </a:moveTo>
                    <a:cubicBezTo>
                      <a:pt x="14" y="0"/>
                      <a:pt x="8" y="10"/>
                      <a:pt x="0" y="8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42" name="Freeform 1142">
                <a:extLst>
                  <a:ext uri="{FF2B5EF4-FFF2-40B4-BE49-F238E27FC236}">
                    <a16:creationId xmlns:a16="http://schemas.microsoft.com/office/drawing/2014/main" id="{070D7E82-2CB9-4BCD-B425-9C0D94EDE7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8" y="837"/>
                <a:ext cx="7" cy="4"/>
              </a:xfrm>
              <a:custGeom>
                <a:avLst/>
                <a:gdLst>
                  <a:gd name="T0" fmla="*/ 0 w 11"/>
                  <a:gd name="T1" fmla="*/ 0 h 6"/>
                  <a:gd name="T2" fmla="*/ 11 w 11"/>
                  <a:gd name="T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" h="6">
                    <a:moveTo>
                      <a:pt x="0" y="0"/>
                    </a:moveTo>
                    <a:cubicBezTo>
                      <a:pt x="0" y="0"/>
                      <a:pt x="3" y="5"/>
                      <a:pt x="11" y="6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43" name="Freeform 1143">
                <a:extLst>
                  <a:ext uri="{FF2B5EF4-FFF2-40B4-BE49-F238E27FC236}">
                    <a16:creationId xmlns:a16="http://schemas.microsoft.com/office/drawing/2014/main" id="{DB785063-9E76-4A44-A52A-B3F00AE7E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835"/>
                <a:ext cx="12" cy="1"/>
              </a:xfrm>
              <a:custGeom>
                <a:avLst/>
                <a:gdLst>
                  <a:gd name="T0" fmla="*/ 0 w 18"/>
                  <a:gd name="T1" fmla="*/ 0 h 1"/>
                  <a:gd name="T2" fmla="*/ 18 w 18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8" h="1">
                    <a:moveTo>
                      <a:pt x="0" y="0"/>
                    </a:moveTo>
                    <a:cubicBezTo>
                      <a:pt x="0" y="0"/>
                      <a:pt x="11" y="1"/>
                      <a:pt x="18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44" name="Rectangle 1144">
                <a:extLst>
                  <a:ext uri="{FF2B5EF4-FFF2-40B4-BE49-F238E27FC236}">
                    <a16:creationId xmlns:a16="http://schemas.microsoft.com/office/drawing/2014/main" id="{729A115B-0D23-498F-9EBE-74F328FE47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3" y="907"/>
                <a:ext cx="421" cy="65"/>
              </a:xfrm>
              <a:prstGeom prst="rect">
                <a:avLst/>
              </a:prstGeom>
              <a:solidFill>
                <a:srgbClr val="000000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45" name="Line 1145">
                <a:extLst>
                  <a:ext uri="{FF2B5EF4-FFF2-40B4-BE49-F238E27FC236}">
                    <a16:creationId xmlns:a16="http://schemas.microsoft.com/office/drawing/2014/main" id="{C64515CD-E587-4D8D-92CC-CDB50C54B2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9" y="908"/>
                <a:ext cx="0" cy="62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46" name="Line 1146">
                <a:extLst>
                  <a:ext uri="{FF2B5EF4-FFF2-40B4-BE49-F238E27FC236}">
                    <a16:creationId xmlns:a16="http://schemas.microsoft.com/office/drawing/2014/main" id="{AE13C655-5910-4626-8432-1801B931CD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9" y="908"/>
                <a:ext cx="0" cy="62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47" name="Line 1147">
                <a:extLst>
                  <a:ext uri="{FF2B5EF4-FFF2-40B4-BE49-F238E27FC236}">
                    <a16:creationId xmlns:a16="http://schemas.microsoft.com/office/drawing/2014/main" id="{2D7ED01D-CEBE-4D09-92B3-D2514BAD2C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9" y="908"/>
                <a:ext cx="0" cy="62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48" name="Line 1148">
                <a:extLst>
                  <a:ext uri="{FF2B5EF4-FFF2-40B4-BE49-F238E27FC236}">
                    <a16:creationId xmlns:a16="http://schemas.microsoft.com/office/drawing/2014/main" id="{CD9406D8-61E4-48ED-B53F-AC44F754AE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908"/>
                <a:ext cx="0" cy="62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49" name="Line 1149">
                <a:extLst>
                  <a:ext uri="{FF2B5EF4-FFF2-40B4-BE49-F238E27FC236}">
                    <a16:creationId xmlns:a16="http://schemas.microsoft.com/office/drawing/2014/main" id="{483AA8D5-BE37-4901-8AC9-9FDB747F3E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90" y="908"/>
                <a:ext cx="0" cy="62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0" name="Rectangle 1150">
                <a:extLst>
                  <a:ext uri="{FF2B5EF4-FFF2-40B4-BE49-F238E27FC236}">
                    <a16:creationId xmlns:a16="http://schemas.microsoft.com/office/drawing/2014/main" id="{3A91F7DA-40C0-4A69-9D3C-81A7D3309C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" y="970"/>
                <a:ext cx="749" cy="976"/>
              </a:xfrm>
              <a:prstGeom prst="rect">
                <a:avLst/>
              </a:prstGeom>
              <a:solidFill>
                <a:srgbClr val="8F8F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1" name="Rectangle 1151">
                <a:extLst>
                  <a:ext uri="{FF2B5EF4-FFF2-40B4-BE49-F238E27FC236}">
                    <a16:creationId xmlns:a16="http://schemas.microsoft.com/office/drawing/2014/main" id="{4C5D172C-281F-417B-BB91-868FBF2598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8" y="983"/>
                <a:ext cx="721" cy="124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2" name="Line 1152">
                <a:extLst>
                  <a:ext uri="{FF2B5EF4-FFF2-40B4-BE49-F238E27FC236}">
                    <a16:creationId xmlns:a16="http://schemas.microsoft.com/office/drawing/2014/main" id="{D36DBCBB-1071-4EAC-9D92-2AC27A6634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7" y="1125"/>
                <a:ext cx="743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3" name="Line 1153">
                <a:extLst>
                  <a:ext uri="{FF2B5EF4-FFF2-40B4-BE49-F238E27FC236}">
                    <a16:creationId xmlns:a16="http://schemas.microsoft.com/office/drawing/2014/main" id="{50A0E719-D36B-407B-B3B8-A5C6FA6EE4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7" y="1137"/>
                <a:ext cx="743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4" name="Freeform 1154">
                <a:extLst>
                  <a:ext uri="{FF2B5EF4-FFF2-40B4-BE49-F238E27FC236}">
                    <a16:creationId xmlns:a16="http://schemas.microsoft.com/office/drawing/2014/main" id="{335FA020-E71E-493D-91CF-B641ADFA4D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41" y="981"/>
                <a:ext cx="305" cy="305"/>
              </a:xfrm>
              <a:custGeom>
                <a:avLst/>
                <a:gdLst>
                  <a:gd name="T0" fmla="*/ 132 w 448"/>
                  <a:gd name="T1" fmla="*/ 386 h 448"/>
                  <a:gd name="T2" fmla="*/ 243 w 448"/>
                  <a:gd name="T3" fmla="*/ 424 h 448"/>
                  <a:gd name="T4" fmla="*/ 397 w 448"/>
                  <a:gd name="T5" fmla="*/ 385 h 448"/>
                  <a:gd name="T6" fmla="*/ 35 w 448"/>
                  <a:gd name="T7" fmla="*/ 386 h 448"/>
                  <a:gd name="T8" fmla="*/ 43 w 448"/>
                  <a:gd name="T9" fmla="*/ 307 h 448"/>
                  <a:gd name="T10" fmla="*/ 43 w 448"/>
                  <a:gd name="T11" fmla="*/ 373 h 448"/>
                  <a:gd name="T12" fmla="*/ 39 w 448"/>
                  <a:gd name="T13" fmla="*/ 223 h 448"/>
                  <a:gd name="T14" fmla="*/ 42 w 448"/>
                  <a:gd name="T15" fmla="*/ 75 h 448"/>
                  <a:gd name="T16" fmla="*/ 43 w 448"/>
                  <a:gd name="T17" fmla="*/ 140 h 448"/>
                  <a:gd name="T18" fmla="*/ 35 w 448"/>
                  <a:gd name="T19" fmla="*/ 61 h 448"/>
                  <a:gd name="T20" fmla="*/ 398 w 448"/>
                  <a:gd name="T21" fmla="*/ 62 h 448"/>
                  <a:gd name="T22" fmla="*/ 242 w 448"/>
                  <a:gd name="T23" fmla="*/ 24 h 448"/>
                  <a:gd name="T24" fmla="*/ 50 w 448"/>
                  <a:gd name="T25" fmla="*/ 62 h 448"/>
                  <a:gd name="T26" fmla="*/ 265 w 448"/>
                  <a:gd name="T27" fmla="*/ 295 h 448"/>
                  <a:gd name="T28" fmla="*/ 143 w 448"/>
                  <a:gd name="T29" fmla="*/ 223 h 448"/>
                  <a:gd name="T30" fmla="*/ 305 w 448"/>
                  <a:gd name="T31" fmla="*/ 223 h 448"/>
                  <a:gd name="T32" fmla="*/ 180 w 448"/>
                  <a:gd name="T33" fmla="*/ 5 h 448"/>
                  <a:gd name="T34" fmla="*/ 269 w 448"/>
                  <a:gd name="T35" fmla="*/ 5 h 448"/>
                  <a:gd name="T36" fmla="*/ 257 w 448"/>
                  <a:gd name="T37" fmla="*/ 139 h 448"/>
                  <a:gd name="T38" fmla="*/ 191 w 448"/>
                  <a:gd name="T39" fmla="*/ 140 h 448"/>
                  <a:gd name="T40" fmla="*/ 147 w 448"/>
                  <a:gd name="T41" fmla="*/ 61 h 448"/>
                  <a:gd name="T42" fmla="*/ 176 w 448"/>
                  <a:gd name="T43" fmla="*/ 75 h 448"/>
                  <a:gd name="T44" fmla="*/ 139 w 448"/>
                  <a:gd name="T45" fmla="*/ 140 h 448"/>
                  <a:gd name="T46" fmla="*/ 271 w 448"/>
                  <a:gd name="T47" fmla="*/ 75 h 448"/>
                  <a:gd name="T48" fmla="*/ 327 w 448"/>
                  <a:gd name="T49" fmla="*/ 107 h 448"/>
                  <a:gd name="T50" fmla="*/ 253 w 448"/>
                  <a:gd name="T51" fmla="*/ 109 h 448"/>
                  <a:gd name="T52" fmla="*/ 14 w 448"/>
                  <a:gd name="T53" fmla="*/ 153 h 448"/>
                  <a:gd name="T54" fmla="*/ 58 w 448"/>
                  <a:gd name="T55" fmla="*/ 75 h 448"/>
                  <a:gd name="T56" fmla="*/ 124 w 448"/>
                  <a:gd name="T57" fmla="*/ 76 h 448"/>
                  <a:gd name="T58" fmla="*/ 168 w 448"/>
                  <a:gd name="T59" fmla="*/ 154 h 448"/>
                  <a:gd name="T60" fmla="*/ 46 w 448"/>
                  <a:gd name="T61" fmla="*/ 211 h 448"/>
                  <a:gd name="T62" fmla="*/ 72 w 448"/>
                  <a:gd name="T63" fmla="*/ 257 h 448"/>
                  <a:gd name="T64" fmla="*/ 72 w 448"/>
                  <a:gd name="T65" fmla="*/ 191 h 448"/>
                  <a:gd name="T66" fmla="*/ 124 w 448"/>
                  <a:gd name="T67" fmla="*/ 372 h 448"/>
                  <a:gd name="T68" fmla="*/ 58 w 448"/>
                  <a:gd name="T69" fmla="*/ 372 h 448"/>
                  <a:gd name="T70" fmla="*/ 14 w 448"/>
                  <a:gd name="T71" fmla="*/ 293 h 448"/>
                  <a:gd name="T72" fmla="*/ 117 w 448"/>
                  <a:gd name="T73" fmla="*/ 269 h 448"/>
                  <a:gd name="T74" fmla="*/ 168 w 448"/>
                  <a:gd name="T75" fmla="*/ 293 h 448"/>
                  <a:gd name="T76" fmla="*/ 124 w 448"/>
                  <a:gd name="T77" fmla="*/ 372 h 448"/>
                  <a:gd name="T78" fmla="*/ 138 w 448"/>
                  <a:gd name="T79" fmla="*/ 308 h 448"/>
                  <a:gd name="T80" fmla="*/ 194 w 448"/>
                  <a:gd name="T81" fmla="*/ 341 h 448"/>
                  <a:gd name="T82" fmla="*/ 269 w 448"/>
                  <a:gd name="T83" fmla="*/ 442 h 448"/>
                  <a:gd name="T84" fmla="*/ 178 w 448"/>
                  <a:gd name="T85" fmla="*/ 442 h 448"/>
                  <a:gd name="T86" fmla="*/ 208 w 448"/>
                  <a:gd name="T87" fmla="*/ 341 h 448"/>
                  <a:gd name="T88" fmla="*/ 256 w 448"/>
                  <a:gd name="T89" fmla="*/ 307 h 448"/>
                  <a:gd name="T90" fmla="*/ 300 w 448"/>
                  <a:gd name="T91" fmla="*/ 385 h 448"/>
                  <a:gd name="T92" fmla="*/ 272 w 448"/>
                  <a:gd name="T93" fmla="*/ 373 h 448"/>
                  <a:gd name="T94" fmla="*/ 272 w 448"/>
                  <a:gd name="T95" fmla="*/ 307 h 448"/>
                  <a:gd name="T96" fmla="*/ 327 w 448"/>
                  <a:gd name="T97" fmla="*/ 340 h 448"/>
                  <a:gd name="T98" fmla="*/ 397 w 448"/>
                  <a:gd name="T99" fmla="*/ 295 h 448"/>
                  <a:gd name="T100" fmla="*/ 324 w 448"/>
                  <a:gd name="T101" fmla="*/ 373 h 448"/>
                  <a:gd name="T102" fmla="*/ 280 w 448"/>
                  <a:gd name="T103" fmla="*/ 295 h 448"/>
                  <a:gd name="T104" fmla="*/ 312 w 448"/>
                  <a:gd name="T105" fmla="*/ 238 h 448"/>
                  <a:gd name="T106" fmla="*/ 402 w 448"/>
                  <a:gd name="T107" fmla="*/ 238 h 448"/>
                  <a:gd name="T108" fmla="*/ 338 w 448"/>
                  <a:gd name="T109" fmla="*/ 191 h 448"/>
                  <a:gd name="T110" fmla="*/ 394 w 448"/>
                  <a:gd name="T111" fmla="*/ 224 h 448"/>
                  <a:gd name="T112" fmla="*/ 319 w 448"/>
                  <a:gd name="T113" fmla="*/ 224 h 448"/>
                  <a:gd name="T114" fmla="*/ 313 w 448"/>
                  <a:gd name="T115" fmla="*/ 210 h 448"/>
                  <a:gd name="T116" fmla="*/ 280 w 448"/>
                  <a:gd name="T117" fmla="*/ 153 h 448"/>
                  <a:gd name="T118" fmla="*/ 324 w 448"/>
                  <a:gd name="T119" fmla="*/ 75 h 448"/>
                  <a:gd name="T120" fmla="*/ 372 w 448"/>
                  <a:gd name="T121" fmla="*/ 108 h 4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48" h="448">
                    <a:moveTo>
                      <a:pt x="0" y="448"/>
                    </a:moveTo>
                    <a:cubicBezTo>
                      <a:pt x="14" y="448"/>
                      <a:pt x="14" y="448"/>
                      <a:pt x="14" y="448"/>
                    </a:cubicBezTo>
                    <a:cubicBezTo>
                      <a:pt x="49" y="386"/>
                      <a:pt x="49" y="386"/>
                      <a:pt x="49" y="386"/>
                    </a:cubicBezTo>
                    <a:cubicBezTo>
                      <a:pt x="49" y="386"/>
                      <a:pt x="49" y="386"/>
                      <a:pt x="49" y="386"/>
                    </a:cubicBezTo>
                    <a:cubicBezTo>
                      <a:pt x="50" y="386"/>
                      <a:pt x="50" y="386"/>
                      <a:pt x="50" y="386"/>
                    </a:cubicBezTo>
                    <a:cubicBezTo>
                      <a:pt x="50" y="385"/>
                      <a:pt x="50" y="385"/>
                      <a:pt x="50" y="385"/>
                    </a:cubicBezTo>
                    <a:cubicBezTo>
                      <a:pt x="50" y="385"/>
                      <a:pt x="50" y="385"/>
                      <a:pt x="50" y="385"/>
                    </a:cubicBezTo>
                    <a:cubicBezTo>
                      <a:pt x="131" y="385"/>
                      <a:pt x="131" y="385"/>
                      <a:pt x="131" y="385"/>
                    </a:cubicBezTo>
                    <a:cubicBezTo>
                      <a:pt x="131" y="385"/>
                      <a:pt x="131" y="385"/>
                      <a:pt x="131" y="385"/>
                    </a:cubicBezTo>
                    <a:cubicBezTo>
                      <a:pt x="131" y="385"/>
                      <a:pt x="132" y="385"/>
                      <a:pt x="132" y="386"/>
                    </a:cubicBezTo>
                    <a:cubicBezTo>
                      <a:pt x="132" y="386"/>
                      <a:pt x="132" y="386"/>
                      <a:pt x="132" y="386"/>
                    </a:cubicBezTo>
                    <a:cubicBezTo>
                      <a:pt x="132" y="386"/>
                      <a:pt x="132" y="386"/>
                      <a:pt x="132" y="386"/>
                    </a:cubicBezTo>
                    <a:cubicBezTo>
                      <a:pt x="167" y="448"/>
                      <a:pt x="167" y="448"/>
                      <a:pt x="167" y="448"/>
                    </a:cubicBezTo>
                    <a:cubicBezTo>
                      <a:pt x="191" y="448"/>
                      <a:pt x="191" y="448"/>
                      <a:pt x="191" y="448"/>
                    </a:cubicBezTo>
                    <a:cubicBezTo>
                      <a:pt x="204" y="424"/>
                      <a:pt x="204" y="424"/>
                      <a:pt x="204" y="424"/>
                    </a:cubicBezTo>
                    <a:cubicBezTo>
                      <a:pt x="204" y="424"/>
                      <a:pt x="204" y="424"/>
                      <a:pt x="204" y="424"/>
                    </a:cubicBezTo>
                    <a:cubicBezTo>
                      <a:pt x="204" y="424"/>
                      <a:pt x="204" y="424"/>
                      <a:pt x="205" y="424"/>
                    </a:cubicBezTo>
                    <a:cubicBezTo>
                      <a:pt x="205" y="424"/>
                      <a:pt x="205" y="424"/>
                      <a:pt x="205" y="424"/>
                    </a:cubicBezTo>
                    <a:cubicBezTo>
                      <a:pt x="205" y="424"/>
                      <a:pt x="205" y="424"/>
                      <a:pt x="205" y="424"/>
                    </a:cubicBezTo>
                    <a:cubicBezTo>
                      <a:pt x="242" y="424"/>
                      <a:pt x="242" y="424"/>
                      <a:pt x="242" y="424"/>
                    </a:cubicBezTo>
                    <a:cubicBezTo>
                      <a:pt x="242" y="424"/>
                      <a:pt x="242" y="424"/>
                      <a:pt x="242" y="424"/>
                    </a:cubicBezTo>
                    <a:cubicBezTo>
                      <a:pt x="242" y="424"/>
                      <a:pt x="242" y="424"/>
                      <a:pt x="243" y="424"/>
                    </a:cubicBezTo>
                    <a:cubicBezTo>
                      <a:pt x="243" y="424"/>
                      <a:pt x="243" y="424"/>
                      <a:pt x="243" y="424"/>
                    </a:cubicBezTo>
                    <a:cubicBezTo>
                      <a:pt x="243" y="424"/>
                      <a:pt x="243" y="424"/>
                      <a:pt x="243" y="424"/>
                    </a:cubicBezTo>
                    <a:cubicBezTo>
                      <a:pt x="257" y="448"/>
                      <a:pt x="257" y="448"/>
                      <a:pt x="257" y="448"/>
                    </a:cubicBezTo>
                    <a:cubicBezTo>
                      <a:pt x="280" y="448"/>
                      <a:pt x="280" y="448"/>
                      <a:pt x="280" y="448"/>
                    </a:cubicBezTo>
                    <a:cubicBezTo>
                      <a:pt x="315" y="386"/>
                      <a:pt x="315" y="386"/>
                      <a:pt x="315" y="386"/>
                    </a:cubicBezTo>
                    <a:cubicBezTo>
                      <a:pt x="315" y="386"/>
                      <a:pt x="316" y="386"/>
                      <a:pt x="316" y="386"/>
                    </a:cubicBezTo>
                    <a:cubicBezTo>
                      <a:pt x="316" y="386"/>
                      <a:pt x="316" y="386"/>
                      <a:pt x="316" y="386"/>
                    </a:cubicBezTo>
                    <a:cubicBezTo>
                      <a:pt x="316" y="385"/>
                      <a:pt x="316" y="385"/>
                      <a:pt x="316" y="385"/>
                    </a:cubicBezTo>
                    <a:cubicBezTo>
                      <a:pt x="316" y="385"/>
                      <a:pt x="316" y="385"/>
                      <a:pt x="317" y="385"/>
                    </a:cubicBezTo>
                    <a:cubicBezTo>
                      <a:pt x="397" y="385"/>
                      <a:pt x="397" y="385"/>
                      <a:pt x="397" y="385"/>
                    </a:cubicBezTo>
                    <a:cubicBezTo>
                      <a:pt x="397" y="385"/>
                      <a:pt x="397" y="385"/>
                      <a:pt x="397" y="385"/>
                    </a:cubicBezTo>
                    <a:cubicBezTo>
                      <a:pt x="397" y="385"/>
                      <a:pt x="397" y="385"/>
                      <a:pt x="397" y="386"/>
                    </a:cubicBezTo>
                    <a:cubicBezTo>
                      <a:pt x="397" y="386"/>
                      <a:pt x="398" y="386"/>
                      <a:pt x="398" y="386"/>
                    </a:cubicBezTo>
                    <a:cubicBezTo>
                      <a:pt x="398" y="386"/>
                      <a:pt x="398" y="386"/>
                      <a:pt x="398" y="386"/>
                    </a:cubicBezTo>
                    <a:cubicBezTo>
                      <a:pt x="433" y="448"/>
                      <a:pt x="433" y="448"/>
                      <a:pt x="433" y="448"/>
                    </a:cubicBezTo>
                    <a:cubicBezTo>
                      <a:pt x="448" y="448"/>
                      <a:pt x="448" y="448"/>
                      <a:pt x="448" y="448"/>
                    </a:cubicBezTo>
                    <a:moveTo>
                      <a:pt x="0" y="385"/>
                    </a:moveTo>
                    <a:cubicBezTo>
                      <a:pt x="34" y="385"/>
                      <a:pt x="34" y="385"/>
                      <a:pt x="34" y="385"/>
                    </a:cubicBezTo>
                    <a:cubicBezTo>
                      <a:pt x="34" y="385"/>
                      <a:pt x="34" y="385"/>
                      <a:pt x="34" y="385"/>
                    </a:cubicBezTo>
                    <a:cubicBezTo>
                      <a:pt x="34" y="385"/>
                      <a:pt x="34" y="385"/>
                      <a:pt x="34" y="385"/>
                    </a:cubicBezTo>
                    <a:cubicBezTo>
                      <a:pt x="34" y="386"/>
                      <a:pt x="34" y="386"/>
                      <a:pt x="35" y="386"/>
                    </a:cubicBezTo>
                    <a:cubicBezTo>
                      <a:pt x="35" y="386"/>
                      <a:pt x="35" y="386"/>
                      <a:pt x="35" y="386"/>
                    </a:cubicBezTo>
                    <a:cubicBezTo>
                      <a:pt x="35" y="386"/>
                      <a:pt x="35" y="386"/>
                      <a:pt x="35" y="386"/>
                    </a:cubicBezTo>
                    <a:cubicBezTo>
                      <a:pt x="35" y="386"/>
                      <a:pt x="35" y="387"/>
                      <a:pt x="35" y="387"/>
                    </a:cubicBezTo>
                    <a:cubicBezTo>
                      <a:pt x="35" y="387"/>
                      <a:pt x="35" y="387"/>
                      <a:pt x="35" y="387"/>
                    </a:cubicBezTo>
                    <a:cubicBezTo>
                      <a:pt x="35" y="387"/>
                      <a:pt x="35" y="387"/>
                      <a:pt x="35" y="387"/>
                    </a:cubicBezTo>
                    <a:cubicBezTo>
                      <a:pt x="4" y="442"/>
                      <a:pt x="4" y="442"/>
                      <a:pt x="4" y="442"/>
                    </a:cubicBezTo>
                    <a:moveTo>
                      <a:pt x="5" y="308"/>
                    </a:moveTo>
                    <a:cubicBezTo>
                      <a:pt x="5" y="308"/>
                      <a:pt x="5" y="308"/>
                      <a:pt x="6" y="308"/>
                    </a:cubicBezTo>
                    <a:cubicBezTo>
                      <a:pt x="6" y="308"/>
                      <a:pt x="6" y="308"/>
                      <a:pt x="6" y="307"/>
                    </a:cubicBezTo>
                    <a:cubicBezTo>
                      <a:pt x="6" y="307"/>
                      <a:pt x="6" y="307"/>
                      <a:pt x="6" y="307"/>
                    </a:cubicBezTo>
                    <a:cubicBezTo>
                      <a:pt x="6" y="307"/>
                      <a:pt x="6" y="307"/>
                      <a:pt x="6" y="307"/>
                    </a:cubicBezTo>
                    <a:cubicBezTo>
                      <a:pt x="43" y="307"/>
                      <a:pt x="43" y="307"/>
                      <a:pt x="43" y="307"/>
                    </a:cubicBezTo>
                    <a:cubicBezTo>
                      <a:pt x="43" y="307"/>
                      <a:pt x="43" y="307"/>
                      <a:pt x="43" y="307"/>
                    </a:cubicBezTo>
                    <a:cubicBezTo>
                      <a:pt x="43" y="307"/>
                      <a:pt x="43" y="307"/>
                      <a:pt x="43" y="307"/>
                    </a:cubicBezTo>
                    <a:cubicBezTo>
                      <a:pt x="43" y="308"/>
                      <a:pt x="43" y="308"/>
                      <a:pt x="44" y="308"/>
                    </a:cubicBezTo>
                    <a:cubicBezTo>
                      <a:pt x="44" y="308"/>
                      <a:pt x="44" y="308"/>
                      <a:pt x="44" y="308"/>
                    </a:cubicBezTo>
                    <a:cubicBezTo>
                      <a:pt x="61" y="339"/>
                      <a:pt x="61" y="339"/>
                      <a:pt x="61" y="339"/>
                    </a:cubicBezTo>
                    <a:cubicBezTo>
                      <a:pt x="61" y="339"/>
                      <a:pt x="61" y="339"/>
                      <a:pt x="61" y="339"/>
                    </a:cubicBezTo>
                    <a:cubicBezTo>
                      <a:pt x="61" y="340"/>
                      <a:pt x="61" y="340"/>
                      <a:pt x="61" y="340"/>
                    </a:cubicBezTo>
                    <a:cubicBezTo>
                      <a:pt x="61" y="340"/>
                      <a:pt x="61" y="340"/>
                      <a:pt x="61" y="340"/>
                    </a:cubicBezTo>
                    <a:cubicBezTo>
                      <a:pt x="61" y="340"/>
                      <a:pt x="61" y="340"/>
                      <a:pt x="61" y="340"/>
                    </a:cubicBezTo>
                    <a:cubicBezTo>
                      <a:pt x="43" y="372"/>
                      <a:pt x="43" y="372"/>
                      <a:pt x="43" y="372"/>
                    </a:cubicBezTo>
                    <a:cubicBezTo>
                      <a:pt x="43" y="373"/>
                      <a:pt x="43" y="373"/>
                      <a:pt x="43" y="373"/>
                    </a:cubicBezTo>
                    <a:cubicBezTo>
                      <a:pt x="43" y="373"/>
                      <a:pt x="43" y="373"/>
                      <a:pt x="43" y="373"/>
                    </a:cubicBezTo>
                    <a:cubicBezTo>
                      <a:pt x="43" y="373"/>
                      <a:pt x="42" y="373"/>
                      <a:pt x="42" y="373"/>
                    </a:cubicBezTo>
                    <a:cubicBezTo>
                      <a:pt x="6" y="373"/>
                      <a:pt x="6" y="373"/>
                      <a:pt x="6" y="373"/>
                    </a:cubicBezTo>
                    <a:cubicBezTo>
                      <a:pt x="6" y="373"/>
                      <a:pt x="5" y="373"/>
                      <a:pt x="5" y="373"/>
                    </a:cubicBezTo>
                    <a:cubicBezTo>
                      <a:pt x="5" y="373"/>
                      <a:pt x="5" y="373"/>
                      <a:pt x="5" y="373"/>
                    </a:cubicBezTo>
                    <a:cubicBezTo>
                      <a:pt x="5" y="373"/>
                      <a:pt x="5" y="373"/>
                      <a:pt x="5" y="372"/>
                    </a:cubicBezTo>
                    <a:moveTo>
                      <a:pt x="0" y="318"/>
                    </a:moveTo>
                    <a:cubicBezTo>
                      <a:pt x="0" y="318"/>
                      <a:pt x="0" y="318"/>
                      <a:pt x="0" y="318"/>
                    </a:cubicBezTo>
                    <a:moveTo>
                      <a:pt x="0" y="154"/>
                    </a:moveTo>
                    <a:cubicBezTo>
                      <a:pt x="39" y="223"/>
                      <a:pt x="39" y="223"/>
                      <a:pt x="39" y="223"/>
                    </a:cubicBezTo>
                    <a:cubicBezTo>
                      <a:pt x="39" y="223"/>
                      <a:pt x="39" y="223"/>
                      <a:pt x="39" y="223"/>
                    </a:cubicBezTo>
                    <a:cubicBezTo>
                      <a:pt x="39" y="223"/>
                      <a:pt x="39" y="224"/>
                      <a:pt x="39" y="224"/>
                    </a:cubicBezTo>
                    <a:cubicBezTo>
                      <a:pt x="39" y="224"/>
                      <a:pt x="39" y="224"/>
                      <a:pt x="39" y="224"/>
                    </a:cubicBezTo>
                    <a:cubicBezTo>
                      <a:pt x="39" y="224"/>
                      <a:pt x="39" y="224"/>
                      <a:pt x="39" y="224"/>
                    </a:cubicBezTo>
                    <a:cubicBezTo>
                      <a:pt x="0" y="294"/>
                      <a:pt x="0" y="294"/>
                      <a:pt x="0" y="294"/>
                    </a:cubicBezTo>
                    <a:moveTo>
                      <a:pt x="5" y="75"/>
                    </a:moveTo>
                    <a:cubicBezTo>
                      <a:pt x="5" y="75"/>
                      <a:pt x="5" y="75"/>
                      <a:pt x="5" y="75"/>
                    </a:cubicBezTo>
                    <a:cubicBezTo>
                      <a:pt x="5" y="75"/>
                      <a:pt x="5" y="75"/>
                      <a:pt x="5" y="75"/>
                    </a:cubicBezTo>
                    <a:cubicBezTo>
                      <a:pt x="6" y="75"/>
                      <a:pt x="6" y="75"/>
                      <a:pt x="6" y="75"/>
                    </a:cubicBezTo>
                    <a:cubicBezTo>
                      <a:pt x="6" y="75"/>
                      <a:pt x="6" y="75"/>
                      <a:pt x="6" y="75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2" y="75"/>
                      <a:pt x="43" y="75"/>
                      <a:pt x="43" y="75"/>
                    </a:cubicBezTo>
                    <a:cubicBezTo>
                      <a:pt x="43" y="75"/>
                      <a:pt x="43" y="75"/>
                      <a:pt x="43" y="75"/>
                    </a:cubicBezTo>
                    <a:cubicBezTo>
                      <a:pt x="43" y="75"/>
                      <a:pt x="43" y="75"/>
                      <a:pt x="43" y="75"/>
                    </a:cubicBezTo>
                    <a:cubicBezTo>
                      <a:pt x="61" y="107"/>
                      <a:pt x="61" y="107"/>
                      <a:pt x="61" y="107"/>
                    </a:cubicBezTo>
                    <a:cubicBezTo>
                      <a:pt x="61" y="107"/>
                      <a:pt x="61" y="107"/>
                      <a:pt x="61" y="107"/>
                    </a:cubicBezTo>
                    <a:cubicBezTo>
                      <a:pt x="61" y="108"/>
                      <a:pt x="61" y="108"/>
                      <a:pt x="61" y="108"/>
                    </a:cubicBezTo>
                    <a:cubicBezTo>
                      <a:pt x="61" y="108"/>
                      <a:pt x="61" y="108"/>
                      <a:pt x="61" y="108"/>
                    </a:cubicBezTo>
                    <a:cubicBezTo>
                      <a:pt x="61" y="108"/>
                      <a:pt x="61" y="108"/>
                      <a:pt x="61" y="109"/>
                    </a:cubicBezTo>
                    <a:cubicBezTo>
                      <a:pt x="44" y="140"/>
                      <a:pt x="44" y="140"/>
                      <a:pt x="44" y="140"/>
                    </a:cubicBezTo>
                    <a:cubicBezTo>
                      <a:pt x="44" y="140"/>
                      <a:pt x="44" y="140"/>
                      <a:pt x="44" y="140"/>
                    </a:cubicBezTo>
                    <a:cubicBezTo>
                      <a:pt x="43" y="140"/>
                      <a:pt x="43" y="140"/>
                      <a:pt x="43" y="140"/>
                    </a:cubicBezTo>
                    <a:cubicBezTo>
                      <a:pt x="43" y="140"/>
                      <a:pt x="43" y="140"/>
                      <a:pt x="43" y="140"/>
                    </a:cubicBezTo>
                    <a:cubicBezTo>
                      <a:pt x="6" y="140"/>
                      <a:pt x="6" y="140"/>
                      <a:pt x="6" y="140"/>
                    </a:cubicBezTo>
                    <a:cubicBezTo>
                      <a:pt x="6" y="140"/>
                      <a:pt x="6" y="140"/>
                      <a:pt x="6" y="140"/>
                    </a:cubicBezTo>
                    <a:cubicBezTo>
                      <a:pt x="6" y="140"/>
                      <a:pt x="6" y="140"/>
                      <a:pt x="6" y="140"/>
                    </a:cubicBezTo>
                    <a:cubicBezTo>
                      <a:pt x="5" y="140"/>
                      <a:pt x="5" y="140"/>
                      <a:pt x="5" y="140"/>
                    </a:cubicBezTo>
                    <a:moveTo>
                      <a:pt x="3" y="5"/>
                    </a:move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4" y="5"/>
                    </a:cubicBezTo>
                    <a:cubicBezTo>
                      <a:pt x="35" y="60"/>
                      <a:pt x="35" y="60"/>
                      <a:pt x="35" y="60"/>
                    </a:cubicBezTo>
                    <a:cubicBezTo>
                      <a:pt x="35" y="61"/>
                      <a:pt x="35" y="61"/>
                      <a:pt x="35" y="61"/>
                    </a:cubicBezTo>
                    <a:cubicBezTo>
                      <a:pt x="35" y="61"/>
                      <a:pt x="35" y="61"/>
                      <a:pt x="35" y="61"/>
                    </a:cubicBezTo>
                    <a:cubicBezTo>
                      <a:pt x="35" y="61"/>
                      <a:pt x="35" y="61"/>
                      <a:pt x="35" y="61"/>
                    </a:cubicBezTo>
                    <a:cubicBezTo>
                      <a:pt x="35" y="61"/>
                      <a:pt x="35" y="62"/>
                      <a:pt x="35" y="62"/>
                    </a:cubicBezTo>
                    <a:cubicBezTo>
                      <a:pt x="35" y="62"/>
                      <a:pt x="35" y="62"/>
                      <a:pt x="35" y="62"/>
                    </a:cubicBezTo>
                    <a:cubicBezTo>
                      <a:pt x="34" y="62"/>
                      <a:pt x="34" y="62"/>
                      <a:pt x="34" y="62"/>
                    </a:cubicBezTo>
                    <a:cubicBezTo>
                      <a:pt x="34" y="62"/>
                      <a:pt x="34" y="62"/>
                      <a:pt x="34" y="62"/>
                    </a:cubicBezTo>
                    <a:cubicBezTo>
                      <a:pt x="0" y="62"/>
                      <a:pt x="0" y="62"/>
                      <a:pt x="0" y="62"/>
                    </a:cubicBezTo>
                    <a:moveTo>
                      <a:pt x="433" y="0"/>
                    </a:moveTo>
                    <a:cubicBezTo>
                      <a:pt x="398" y="62"/>
                      <a:pt x="398" y="62"/>
                      <a:pt x="398" y="62"/>
                    </a:cubicBezTo>
                    <a:cubicBezTo>
                      <a:pt x="398" y="62"/>
                      <a:pt x="398" y="62"/>
                      <a:pt x="398" y="62"/>
                    </a:cubicBezTo>
                    <a:cubicBezTo>
                      <a:pt x="398" y="62"/>
                      <a:pt x="398" y="62"/>
                      <a:pt x="398" y="62"/>
                    </a:cubicBezTo>
                    <a:cubicBezTo>
                      <a:pt x="397" y="62"/>
                      <a:pt x="397" y="62"/>
                      <a:pt x="397" y="62"/>
                    </a:cubicBezTo>
                    <a:cubicBezTo>
                      <a:pt x="317" y="62"/>
                      <a:pt x="317" y="62"/>
                      <a:pt x="317" y="62"/>
                    </a:cubicBezTo>
                    <a:cubicBezTo>
                      <a:pt x="316" y="62"/>
                      <a:pt x="316" y="62"/>
                      <a:pt x="316" y="62"/>
                    </a:cubicBezTo>
                    <a:cubicBezTo>
                      <a:pt x="316" y="62"/>
                      <a:pt x="316" y="62"/>
                      <a:pt x="316" y="62"/>
                    </a:cubicBezTo>
                    <a:cubicBezTo>
                      <a:pt x="316" y="62"/>
                      <a:pt x="315" y="62"/>
                      <a:pt x="315" y="62"/>
                    </a:cubicBezTo>
                    <a:cubicBezTo>
                      <a:pt x="280" y="0"/>
                      <a:pt x="280" y="0"/>
                      <a:pt x="280" y="0"/>
                    </a:cubicBezTo>
                    <a:cubicBezTo>
                      <a:pt x="257" y="0"/>
                      <a:pt x="257" y="0"/>
                      <a:pt x="257" y="0"/>
                    </a:cubicBezTo>
                    <a:cubicBezTo>
                      <a:pt x="243" y="23"/>
                      <a:pt x="243" y="23"/>
                      <a:pt x="243" y="23"/>
                    </a:cubicBezTo>
                    <a:cubicBezTo>
                      <a:pt x="243" y="23"/>
                      <a:pt x="243" y="23"/>
                      <a:pt x="243" y="23"/>
                    </a:cubicBezTo>
                    <a:cubicBezTo>
                      <a:pt x="243" y="24"/>
                      <a:pt x="243" y="24"/>
                      <a:pt x="243" y="24"/>
                    </a:cubicBezTo>
                    <a:cubicBezTo>
                      <a:pt x="243" y="24"/>
                      <a:pt x="242" y="24"/>
                      <a:pt x="242" y="24"/>
                    </a:cubicBezTo>
                    <a:cubicBezTo>
                      <a:pt x="205" y="24"/>
                      <a:pt x="205" y="24"/>
                      <a:pt x="205" y="24"/>
                    </a:cubicBezTo>
                    <a:cubicBezTo>
                      <a:pt x="205" y="24"/>
                      <a:pt x="205" y="24"/>
                      <a:pt x="204" y="24"/>
                    </a:cubicBezTo>
                    <a:cubicBezTo>
                      <a:pt x="204" y="24"/>
                      <a:pt x="204" y="24"/>
                      <a:pt x="204" y="23"/>
                    </a:cubicBezTo>
                    <a:cubicBezTo>
                      <a:pt x="204" y="23"/>
                      <a:pt x="204" y="23"/>
                      <a:pt x="204" y="23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132" y="62"/>
                      <a:pt x="132" y="62"/>
                      <a:pt x="132" y="62"/>
                    </a:cubicBezTo>
                    <a:cubicBezTo>
                      <a:pt x="132" y="62"/>
                      <a:pt x="132" y="62"/>
                      <a:pt x="132" y="62"/>
                    </a:cubicBezTo>
                    <a:cubicBezTo>
                      <a:pt x="132" y="62"/>
                      <a:pt x="132" y="62"/>
                      <a:pt x="132" y="62"/>
                    </a:cubicBezTo>
                    <a:cubicBezTo>
                      <a:pt x="132" y="62"/>
                      <a:pt x="131" y="62"/>
                      <a:pt x="131" y="62"/>
                    </a:cubicBezTo>
                    <a:cubicBezTo>
                      <a:pt x="50" y="62"/>
                      <a:pt x="50" y="62"/>
                      <a:pt x="50" y="62"/>
                    </a:cubicBezTo>
                    <a:cubicBezTo>
                      <a:pt x="50" y="62"/>
                      <a:pt x="50" y="62"/>
                      <a:pt x="50" y="62"/>
                    </a:cubicBezTo>
                    <a:cubicBezTo>
                      <a:pt x="50" y="62"/>
                      <a:pt x="50" y="62"/>
                      <a:pt x="49" y="62"/>
                    </a:cubicBezTo>
                    <a:cubicBezTo>
                      <a:pt x="49" y="62"/>
                      <a:pt x="49" y="62"/>
                      <a:pt x="49" y="62"/>
                    </a:cubicBezTo>
                    <a:cubicBezTo>
                      <a:pt x="14" y="0"/>
                      <a:pt x="14" y="0"/>
                      <a:pt x="14" y="0"/>
                    </a:cubicBezTo>
                    <a:moveTo>
                      <a:pt x="305" y="223"/>
                    </a:moveTo>
                    <a:cubicBezTo>
                      <a:pt x="305" y="223"/>
                      <a:pt x="305" y="223"/>
                      <a:pt x="305" y="223"/>
                    </a:cubicBezTo>
                    <a:cubicBezTo>
                      <a:pt x="305" y="223"/>
                      <a:pt x="305" y="224"/>
                      <a:pt x="305" y="224"/>
                    </a:cubicBezTo>
                    <a:cubicBezTo>
                      <a:pt x="305" y="224"/>
                      <a:pt x="305" y="224"/>
                      <a:pt x="305" y="224"/>
                    </a:cubicBezTo>
                    <a:cubicBezTo>
                      <a:pt x="305" y="224"/>
                      <a:pt x="305" y="224"/>
                      <a:pt x="305" y="224"/>
                    </a:cubicBezTo>
                    <a:cubicBezTo>
                      <a:pt x="265" y="294"/>
                      <a:pt x="265" y="294"/>
                      <a:pt x="265" y="294"/>
                    </a:cubicBezTo>
                    <a:cubicBezTo>
                      <a:pt x="265" y="294"/>
                      <a:pt x="265" y="295"/>
                      <a:pt x="265" y="295"/>
                    </a:cubicBezTo>
                    <a:cubicBezTo>
                      <a:pt x="265" y="295"/>
                      <a:pt x="265" y="295"/>
                      <a:pt x="265" y="295"/>
                    </a:cubicBezTo>
                    <a:cubicBezTo>
                      <a:pt x="264" y="295"/>
                      <a:pt x="264" y="295"/>
                      <a:pt x="264" y="295"/>
                    </a:cubicBezTo>
                    <a:cubicBezTo>
                      <a:pt x="183" y="295"/>
                      <a:pt x="183" y="295"/>
                      <a:pt x="183" y="295"/>
                    </a:cubicBezTo>
                    <a:cubicBezTo>
                      <a:pt x="183" y="295"/>
                      <a:pt x="183" y="295"/>
                      <a:pt x="183" y="295"/>
                    </a:cubicBezTo>
                    <a:cubicBezTo>
                      <a:pt x="182" y="295"/>
                      <a:pt x="182" y="295"/>
                      <a:pt x="182" y="295"/>
                    </a:cubicBezTo>
                    <a:cubicBezTo>
                      <a:pt x="182" y="294"/>
                      <a:pt x="182" y="294"/>
                      <a:pt x="182" y="294"/>
                    </a:cubicBezTo>
                    <a:cubicBezTo>
                      <a:pt x="143" y="224"/>
                      <a:pt x="143" y="224"/>
                      <a:pt x="143" y="224"/>
                    </a:cubicBezTo>
                    <a:cubicBezTo>
                      <a:pt x="143" y="224"/>
                      <a:pt x="143" y="224"/>
                      <a:pt x="143" y="224"/>
                    </a:cubicBezTo>
                    <a:cubicBezTo>
                      <a:pt x="143" y="224"/>
                      <a:pt x="143" y="224"/>
                      <a:pt x="143" y="224"/>
                    </a:cubicBezTo>
                    <a:cubicBezTo>
                      <a:pt x="143" y="224"/>
                      <a:pt x="143" y="223"/>
                      <a:pt x="143" y="223"/>
                    </a:cubicBezTo>
                    <a:cubicBezTo>
                      <a:pt x="143" y="223"/>
                      <a:pt x="143" y="223"/>
                      <a:pt x="143" y="223"/>
                    </a:cubicBezTo>
                    <a:cubicBezTo>
                      <a:pt x="182" y="153"/>
                      <a:pt x="182" y="153"/>
                      <a:pt x="182" y="153"/>
                    </a:cubicBezTo>
                    <a:cubicBezTo>
                      <a:pt x="182" y="153"/>
                      <a:pt x="182" y="153"/>
                      <a:pt x="182" y="153"/>
                    </a:cubicBezTo>
                    <a:cubicBezTo>
                      <a:pt x="182" y="153"/>
                      <a:pt x="183" y="153"/>
                      <a:pt x="183" y="153"/>
                    </a:cubicBezTo>
                    <a:cubicBezTo>
                      <a:pt x="183" y="153"/>
                      <a:pt x="183" y="153"/>
                      <a:pt x="183" y="153"/>
                    </a:cubicBezTo>
                    <a:cubicBezTo>
                      <a:pt x="183" y="153"/>
                      <a:pt x="183" y="153"/>
                      <a:pt x="183" y="153"/>
                    </a:cubicBezTo>
                    <a:cubicBezTo>
                      <a:pt x="264" y="153"/>
                      <a:pt x="264" y="153"/>
                      <a:pt x="264" y="153"/>
                    </a:cubicBezTo>
                    <a:cubicBezTo>
                      <a:pt x="264" y="153"/>
                      <a:pt x="264" y="153"/>
                      <a:pt x="264" y="153"/>
                    </a:cubicBezTo>
                    <a:cubicBezTo>
                      <a:pt x="264" y="153"/>
                      <a:pt x="264" y="153"/>
                      <a:pt x="264" y="153"/>
                    </a:cubicBezTo>
                    <a:cubicBezTo>
                      <a:pt x="265" y="153"/>
                      <a:pt x="265" y="153"/>
                      <a:pt x="265" y="153"/>
                    </a:cubicBezTo>
                    <a:cubicBezTo>
                      <a:pt x="265" y="153"/>
                      <a:pt x="265" y="153"/>
                      <a:pt x="265" y="153"/>
                    </a:cubicBezTo>
                    <a:lnTo>
                      <a:pt x="305" y="223"/>
                    </a:lnTo>
                    <a:close/>
                    <a:moveTo>
                      <a:pt x="147" y="61"/>
                    </a:moveTo>
                    <a:cubicBezTo>
                      <a:pt x="147" y="61"/>
                      <a:pt x="147" y="61"/>
                      <a:pt x="147" y="61"/>
                    </a:cubicBezTo>
                    <a:cubicBezTo>
                      <a:pt x="178" y="5"/>
                      <a:pt x="178" y="5"/>
                      <a:pt x="178" y="5"/>
                    </a:cubicBezTo>
                    <a:cubicBezTo>
                      <a:pt x="178" y="5"/>
                      <a:pt x="178" y="5"/>
                      <a:pt x="178" y="5"/>
                    </a:cubicBezTo>
                    <a:cubicBezTo>
                      <a:pt x="178" y="5"/>
                      <a:pt x="178" y="5"/>
                      <a:pt x="178" y="5"/>
                    </a:cubicBezTo>
                    <a:cubicBezTo>
                      <a:pt x="178" y="5"/>
                      <a:pt x="178" y="5"/>
                      <a:pt x="178" y="5"/>
                    </a:cubicBezTo>
                    <a:cubicBezTo>
                      <a:pt x="179" y="5"/>
                      <a:pt x="179" y="5"/>
                      <a:pt x="179" y="5"/>
                    </a:cubicBezTo>
                    <a:cubicBezTo>
                      <a:pt x="179" y="5"/>
                      <a:pt x="179" y="5"/>
                      <a:pt x="179" y="5"/>
                    </a:cubicBezTo>
                    <a:cubicBezTo>
                      <a:pt x="179" y="5"/>
                      <a:pt x="179" y="5"/>
                      <a:pt x="179" y="5"/>
                    </a:cubicBezTo>
                    <a:cubicBezTo>
                      <a:pt x="180" y="5"/>
                      <a:pt x="180" y="5"/>
                      <a:pt x="180" y="5"/>
                    </a:cubicBezTo>
                    <a:cubicBezTo>
                      <a:pt x="180" y="5"/>
                      <a:pt x="180" y="5"/>
                      <a:pt x="180" y="5"/>
                    </a:cubicBezTo>
                    <a:cubicBezTo>
                      <a:pt x="197" y="36"/>
                      <a:pt x="197" y="36"/>
                      <a:pt x="197" y="36"/>
                    </a:cubicBezTo>
                    <a:cubicBezTo>
                      <a:pt x="250" y="36"/>
                      <a:pt x="250" y="36"/>
                      <a:pt x="250" y="36"/>
                    </a:cubicBezTo>
                    <a:cubicBezTo>
                      <a:pt x="267" y="5"/>
                      <a:pt x="267" y="5"/>
                      <a:pt x="267" y="5"/>
                    </a:cubicBezTo>
                    <a:cubicBezTo>
                      <a:pt x="267" y="5"/>
                      <a:pt x="267" y="5"/>
                      <a:pt x="267" y="5"/>
                    </a:cubicBezTo>
                    <a:cubicBezTo>
                      <a:pt x="268" y="5"/>
                      <a:pt x="268" y="5"/>
                      <a:pt x="268" y="5"/>
                    </a:cubicBezTo>
                    <a:cubicBezTo>
                      <a:pt x="268" y="5"/>
                      <a:pt x="268" y="5"/>
                      <a:pt x="268" y="5"/>
                    </a:cubicBezTo>
                    <a:cubicBezTo>
                      <a:pt x="268" y="5"/>
                      <a:pt x="268" y="5"/>
                      <a:pt x="268" y="5"/>
                    </a:cubicBezTo>
                    <a:cubicBezTo>
                      <a:pt x="268" y="5"/>
                      <a:pt x="269" y="5"/>
                      <a:pt x="269" y="5"/>
                    </a:cubicBezTo>
                    <a:cubicBezTo>
                      <a:pt x="269" y="5"/>
                      <a:pt x="269" y="5"/>
                      <a:pt x="269" y="5"/>
                    </a:cubicBezTo>
                    <a:cubicBezTo>
                      <a:pt x="269" y="5"/>
                      <a:pt x="269" y="5"/>
                      <a:pt x="269" y="5"/>
                    </a:cubicBezTo>
                    <a:cubicBezTo>
                      <a:pt x="269" y="5"/>
                      <a:pt x="269" y="5"/>
                      <a:pt x="269" y="5"/>
                    </a:cubicBezTo>
                    <a:cubicBezTo>
                      <a:pt x="301" y="60"/>
                      <a:pt x="301" y="60"/>
                      <a:pt x="301" y="60"/>
                    </a:cubicBezTo>
                    <a:cubicBezTo>
                      <a:pt x="301" y="61"/>
                      <a:pt x="301" y="61"/>
                      <a:pt x="301" y="61"/>
                    </a:cubicBezTo>
                    <a:cubicBezTo>
                      <a:pt x="301" y="61"/>
                      <a:pt x="301" y="61"/>
                      <a:pt x="301" y="61"/>
                    </a:cubicBezTo>
                    <a:cubicBezTo>
                      <a:pt x="301" y="61"/>
                      <a:pt x="301" y="61"/>
                      <a:pt x="301" y="61"/>
                    </a:cubicBezTo>
                    <a:cubicBezTo>
                      <a:pt x="301" y="61"/>
                      <a:pt x="301" y="62"/>
                      <a:pt x="301" y="62"/>
                    </a:cubicBezTo>
                    <a:cubicBezTo>
                      <a:pt x="301" y="62"/>
                      <a:pt x="301" y="62"/>
                      <a:pt x="300" y="62"/>
                    </a:cubicBezTo>
                    <a:cubicBezTo>
                      <a:pt x="300" y="62"/>
                      <a:pt x="300" y="62"/>
                      <a:pt x="300" y="62"/>
                    </a:cubicBezTo>
                    <a:cubicBezTo>
                      <a:pt x="300" y="62"/>
                      <a:pt x="300" y="62"/>
                      <a:pt x="300" y="62"/>
                    </a:cubicBezTo>
                    <a:cubicBezTo>
                      <a:pt x="264" y="62"/>
                      <a:pt x="264" y="62"/>
                      <a:pt x="264" y="62"/>
                    </a:cubicBezTo>
                    <a:cubicBezTo>
                      <a:pt x="239" y="107"/>
                      <a:pt x="239" y="107"/>
                      <a:pt x="239" y="107"/>
                    </a:cubicBezTo>
                    <a:cubicBezTo>
                      <a:pt x="257" y="139"/>
                      <a:pt x="257" y="139"/>
                      <a:pt x="257" y="139"/>
                    </a:cubicBezTo>
                    <a:cubicBezTo>
                      <a:pt x="257" y="139"/>
                      <a:pt x="257" y="139"/>
                      <a:pt x="257" y="139"/>
                    </a:cubicBezTo>
                    <a:cubicBezTo>
                      <a:pt x="257" y="139"/>
                      <a:pt x="257" y="139"/>
                      <a:pt x="257" y="139"/>
                    </a:cubicBezTo>
                    <a:cubicBezTo>
                      <a:pt x="257" y="139"/>
                      <a:pt x="257" y="139"/>
                      <a:pt x="257" y="139"/>
                    </a:cubicBezTo>
                    <a:cubicBezTo>
                      <a:pt x="257" y="140"/>
                      <a:pt x="257" y="140"/>
                      <a:pt x="257" y="140"/>
                    </a:cubicBezTo>
                    <a:cubicBezTo>
                      <a:pt x="256" y="140"/>
                      <a:pt x="256" y="140"/>
                      <a:pt x="256" y="140"/>
                    </a:cubicBezTo>
                    <a:cubicBezTo>
                      <a:pt x="256" y="140"/>
                      <a:pt x="256" y="140"/>
                      <a:pt x="256" y="140"/>
                    </a:cubicBezTo>
                    <a:cubicBezTo>
                      <a:pt x="256" y="140"/>
                      <a:pt x="256" y="140"/>
                      <a:pt x="256" y="140"/>
                    </a:cubicBezTo>
                    <a:cubicBezTo>
                      <a:pt x="192" y="140"/>
                      <a:pt x="192" y="140"/>
                      <a:pt x="192" y="140"/>
                    </a:cubicBezTo>
                    <a:cubicBezTo>
                      <a:pt x="192" y="140"/>
                      <a:pt x="191" y="140"/>
                      <a:pt x="191" y="140"/>
                    </a:cubicBezTo>
                    <a:cubicBezTo>
                      <a:pt x="191" y="140"/>
                      <a:pt x="191" y="140"/>
                      <a:pt x="191" y="140"/>
                    </a:cubicBezTo>
                    <a:cubicBezTo>
                      <a:pt x="191" y="140"/>
                      <a:pt x="191" y="140"/>
                      <a:pt x="191" y="140"/>
                    </a:cubicBezTo>
                    <a:cubicBezTo>
                      <a:pt x="191" y="140"/>
                      <a:pt x="191" y="140"/>
                      <a:pt x="191" y="139"/>
                    </a:cubicBezTo>
                    <a:cubicBezTo>
                      <a:pt x="191" y="139"/>
                      <a:pt x="191" y="139"/>
                      <a:pt x="191" y="139"/>
                    </a:cubicBezTo>
                    <a:cubicBezTo>
                      <a:pt x="191" y="139"/>
                      <a:pt x="191" y="139"/>
                      <a:pt x="191" y="139"/>
                    </a:cubicBezTo>
                    <a:cubicBezTo>
                      <a:pt x="191" y="139"/>
                      <a:pt x="191" y="139"/>
                      <a:pt x="191" y="139"/>
                    </a:cubicBezTo>
                    <a:cubicBezTo>
                      <a:pt x="208" y="107"/>
                      <a:pt x="208" y="107"/>
                      <a:pt x="208" y="107"/>
                    </a:cubicBezTo>
                    <a:cubicBezTo>
                      <a:pt x="183" y="62"/>
                      <a:pt x="183" y="62"/>
                      <a:pt x="183" y="62"/>
                    </a:cubicBezTo>
                    <a:cubicBezTo>
                      <a:pt x="148" y="62"/>
                      <a:pt x="148" y="62"/>
                      <a:pt x="148" y="62"/>
                    </a:cubicBezTo>
                    <a:cubicBezTo>
                      <a:pt x="148" y="62"/>
                      <a:pt x="147" y="62"/>
                      <a:pt x="147" y="62"/>
                    </a:cubicBezTo>
                    <a:cubicBezTo>
                      <a:pt x="147" y="62"/>
                      <a:pt x="147" y="62"/>
                      <a:pt x="147" y="62"/>
                    </a:cubicBezTo>
                    <a:cubicBezTo>
                      <a:pt x="147" y="62"/>
                      <a:pt x="147" y="62"/>
                      <a:pt x="147" y="62"/>
                    </a:cubicBezTo>
                    <a:cubicBezTo>
                      <a:pt x="147" y="62"/>
                      <a:pt x="147" y="61"/>
                      <a:pt x="147" y="61"/>
                    </a:cubicBezTo>
                    <a:cubicBezTo>
                      <a:pt x="147" y="61"/>
                      <a:pt x="146" y="61"/>
                      <a:pt x="146" y="61"/>
                    </a:cubicBezTo>
                    <a:cubicBezTo>
                      <a:pt x="146" y="61"/>
                      <a:pt x="147" y="61"/>
                      <a:pt x="147" y="61"/>
                    </a:cubicBezTo>
                    <a:close/>
                    <a:moveTo>
                      <a:pt x="138" y="75"/>
                    </a:moveTo>
                    <a:cubicBezTo>
                      <a:pt x="138" y="75"/>
                      <a:pt x="138" y="75"/>
                      <a:pt x="138" y="75"/>
                    </a:cubicBezTo>
                    <a:cubicBezTo>
                      <a:pt x="138" y="75"/>
                      <a:pt x="138" y="75"/>
                      <a:pt x="139" y="75"/>
                    </a:cubicBezTo>
                    <a:cubicBezTo>
                      <a:pt x="139" y="75"/>
                      <a:pt x="139" y="75"/>
                      <a:pt x="139" y="75"/>
                    </a:cubicBezTo>
                    <a:cubicBezTo>
                      <a:pt x="139" y="75"/>
                      <a:pt x="139" y="75"/>
                      <a:pt x="139" y="75"/>
                    </a:cubicBezTo>
                    <a:cubicBezTo>
                      <a:pt x="176" y="75"/>
                      <a:pt x="176" y="75"/>
                      <a:pt x="176" y="75"/>
                    </a:cubicBezTo>
                    <a:cubicBezTo>
                      <a:pt x="176" y="75"/>
                      <a:pt x="176" y="75"/>
                      <a:pt x="176" y="75"/>
                    </a:cubicBezTo>
                    <a:cubicBezTo>
                      <a:pt x="176" y="75"/>
                      <a:pt x="176" y="75"/>
                      <a:pt x="176" y="75"/>
                    </a:cubicBezTo>
                    <a:cubicBezTo>
                      <a:pt x="176" y="75"/>
                      <a:pt x="176" y="75"/>
                      <a:pt x="176" y="75"/>
                    </a:cubicBezTo>
                    <a:cubicBezTo>
                      <a:pt x="177" y="75"/>
                      <a:pt x="177" y="75"/>
                      <a:pt x="177" y="75"/>
                    </a:cubicBezTo>
                    <a:cubicBezTo>
                      <a:pt x="194" y="107"/>
                      <a:pt x="194" y="107"/>
                      <a:pt x="194" y="107"/>
                    </a:cubicBezTo>
                    <a:cubicBezTo>
                      <a:pt x="194" y="107"/>
                      <a:pt x="194" y="107"/>
                      <a:pt x="194" y="107"/>
                    </a:cubicBezTo>
                    <a:cubicBezTo>
                      <a:pt x="194" y="107"/>
                      <a:pt x="194" y="107"/>
                      <a:pt x="194" y="107"/>
                    </a:cubicBezTo>
                    <a:cubicBezTo>
                      <a:pt x="194" y="107"/>
                      <a:pt x="194" y="107"/>
                      <a:pt x="194" y="108"/>
                    </a:cubicBezTo>
                    <a:cubicBezTo>
                      <a:pt x="194" y="108"/>
                      <a:pt x="194" y="108"/>
                      <a:pt x="194" y="108"/>
                    </a:cubicBezTo>
                    <a:cubicBezTo>
                      <a:pt x="176" y="140"/>
                      <a:pt x="176" y="140"/>
                      <a:pt x="176" y="140"/>
                    </a:cubicBezTo>
                    <a:cubicBezTo>
                      <a:pt x="176" y="140"/>
                      <a:pt x="176" y="140"/>
                      <a:pt x="176" y="140"/>
                    </a:cubicBezTo>
                    <a:cubicBezTo>
                      <a:pt x="176" y="140"/>
                      <a:pt x="176" y="140"/>
                      <a:pt x="176" y="140"/>
                    </a:cubicBezTo>
                    <a:cubicBezTo>
                      <a:pt x="176" y="140"/>
                      <a:pt x="175" y="140"/>
                      <a:pt x="175" y="140"/>
                    </a:cubicBezTo>
                    <a:cubicBezTo>
                      <a:pt x="139" y="140"/>
                      <a:pt x="139" y="140"/>
                      <a:pt x="139" y="140"/>
                    </a:cubicBezTo>
                    <a:cubicBezTo>
                      <a:pt x="139" y="140"/>
                      <a:pt x="138" y="140"/>
                      <a:pt x="138" y="140"/>
                    </a:cubicBezTo>
                    <a:cubicBezTo>
                      <a:pt x="138" y="140"/>
                      <a:pt x="138" y="140"/>
                      <a:pt x="138" y="140"/>
                    </a:cubicBezTo>
                    <a:cubicBezTo>
                      <a:pt x="138" y="140"/>
                      <a:pt x="138" y="140"/>
                      <a:pt x="138" y="140"/>
                    </a:cubicBezTo>
                    <a:cubicBezTo>
                      <a:pt x="120" y="109"/>
                      <a:pt x="120" y="109"/>
                      <a:pt x="120" y="109"/>
                    </a:cubicBezTo>
                    <a:cubicBezTo>
                      <a:pt x="120" y="108"/>
                      <a:pt x="120" y="108"/>
                      <a:pt x="120" y="108"/>
                    </a:cubicBezTo>
                    <a:cubicBezTo>
                      <a:pt x="120" y="108"/>
                      <a:pt x="120" y="108"/>
                      <a:pt x="120" y="108"/>
                    </a:cubicBezTo>
                    <a:cubicBezTo>
                      <a:pt x="120" y="108"/>
                      <a:pt x="120" y="108"/>
                      <a:pt x="120" y="107"/>
                    </a:cubicBezTo>
                    <a:cubicBezTo>
                      <a:pt x="120" y="107"/>
                      <a:pt x="120" y="107"/>
                      <a:pt x="120" y="107"/>
                    </a:cubicBezTo>
                    <a:lnTo>
                      <a:pt x="138" y="75"/>
                    </a:lnTo>
                    <a:close/>
                    <a:moveTo>
                      <a:pt x="271" y="75"/>
                    </a:moveTo>
                    <a:cubicBezTo>
                      <a:pt x="271" y="75"/>
                      <a:pt x="271" y="75"/>
                      <a:pt x="271" y="75"/>
                    </a:cubicBezTo>
                    <a:cubicBezTo>
                      <a:pt x="271" y="75"/>
                      <a:pt x="271" y="75"/>
                      <a:pt x="271" y="75"/>
                    </a:cubicBezTo>
                    <a:cubicBezTo>
                      <a:pt x="271" y="75"/>
                      <a:pt x="272" y="75"/>
                      <a:pt x="272" y="75"/>
                    </a:cubicBezTo>
                    <a:cubicBezTo>
                      <a:pt x="272" y="75"/>
                      <a:pt x="272" y="75"/>
                      <a:pt x="272" y="75"/>
                    </a:cubicBezTo>
                    <a:cubicBezTo>
                      <a:pt x="308" y="75"/>
                      <a:pt x="308" y="75"/>
                      <a:pt x="308" y="75"/>
                    </a:cubicBezTo>
                    <a:cubicBezTo>
                      <a:pt x="308" y="75"/>
                      <a:pt x="308" y="75"/>
                      <a:pt x="308" y="75"/>
                    </a:cubicBezTo>
                    <a:cubicBezTo>
                      <a:pt x="309" y="75"/>
                      <a:pt x="309" y="75"/>
                      <a:pt x="309" y="75"/>
                    </a:cubicBezTo>
                    <a:cubicBezTo>
                      <a:pt x="309" y="75"/>
                      <a:pt x="309" y="75"/>
                      <a:pt x="309" y="75"/>
                    </a:cubicBezTo>
                    <a:cubicBezTo>
                      <a:pt x="309" y="75"/>
                      <a:pt x="309" y="75"/>
                      <a:pt x="309" y="75"/>
                    </a:cubicBezTo>
                    <a:cubicBezTo>
                      <a:pt x="327" y="107"/>
                      <a:pt x="327" y="107"/>
                      <a:pt x="327" y="107"/>
                    </a:cubicBezTo>
                    <a:cubicBezTo>
                      <a:pt x="327" y="107"/>
                      <a:pt x="327" y="107"/>
                      <a:pt x="327" y="107"/>
                    </a:cubicBezTo>
                    <a:cubicBezTo>
                      <a:pt x="327" y="107"/>
                      <a:pt x="327" y="107"/>
                      <a:pt x="327" y="107"/>
                    </a:cubicBezTo>
                    <a:cubicBezTo>
                      <a:pt x="327" y="107"/>
                      <a:pt x="327" y="107"/>
                      <a:pt x="327" y="108"/>
                    </a:cubicBezTo>
                    <a:cubicBezTo>
                      <a:pt x="327" y="108"/>
                      <a:pt x="327" y="108"/>
                      <a:pt x="327" y="108"/>
                    </a:cubicBezTo>
                    <a:cubicBezTo>
                      <a:pt x="309" y="140"/>
                      <a:pt x="309" y="140"/>
                      <a:pt x="309" y="140"/>
                    </a:cubicBezTo>
                    <a:cubicBezTo>
                      <a:pt x="309" y="140"/>
                      <a:pt x="309" y="140"/>
                      <a:pt x="309" y="140"/>
                    </a:cubicBezTo>
                    <a:cubicBezTo>
                      <a:pt x="309" y="140"/>
                      <a:pt x="309" y="140"/>
                      <a:pt x="309" y="140"/>
                    </a:cubicBezTo>
                    <a:cubicBezTo>
                      <a:pt x="308" y="140"/>
                      <a:pt x="308" y="140"/>
                      <a:pt x="308" y="140"/>
                    </a:cubicBezTo>
                    <a:cubicBezTo>
                      <a:pt x="272" y="140"/>
                      <a:pt x="272" y="140"/>
                      <a:pt x="272" y="140"/>
                    </a:cubicBezTo>
                    <a:cubicBezTo>
                      <a:pt x="271" y="140"/>
                      <a:pt x="271" y="140"/>
                      <a:pt x="271" y="140"/>
                    </a:cubicBezTo>
                    <a:cubicBezTo>
                      <a:pt x="271" y="140"/>
                      <a:pt x="271" y="140"/>
                      <a:pt x="271" y="140"/>
                    </a:cubicBezTo>
                    <a:cubicBezTo>
                      <a:pt x="271" y="140"/>
                      <a:pt x="271" y="140"/>
                      <a:pt x="271" y="140"/>
                    </a:cubicBezTo>
                    <a:cubicBezTo>
                      <a:pt x="253" y="109"/>
                      <a:pt x="253" y="109"/>
                      <a:pt x="253" y="109"/>
                    </a:cubicBezTo>
                    <a:cubicBezTo>
                      <a:pt x="253" y="108"/>
                      <a:pt x="253" y="108"/>
                      <a:pt x="253" y="108"/>
                    </a:cubicBezTo>
                    <a:cubicBezTo>
                      <a:pt x="253" y="108"/>
                      <a:pt x="253" y="108"/>
                      <a:pt x="253" y="108"/>
                    </a:cubicBezTo>
                    <a:cubicBezTo>
                      <a:pt x="253" y="108"/>
                      <a:pt x="253" y="108"/>
                      <a:pt x="253" y="107"/>
                    </a:cubicBezTo>
                    <a:cubicBezTo>
                      <a:pt x="253" y="107"/>
                      <a:pt x="253" y="107"/>
                      <a:pt x="253" y="107"/>
                    </a:cubicBezTo>
                    <a:lnTo>
                      <a:pt x="271" y="75"/>
                    </a:lnTo>
                    <a:close/>
                    <a:moveTo>
                      <a:pt x="14" y="155"/>
                    </a:moveTo>
                    <a:cubicBezTo>
                      <a:pt x="14" y="154"/>
                      <a:pt x="14" y="154"/>
                      <a:pt x="14" y="154"/>
                    </a:cubicBezTo>
                    <a:cubicBezTo>
                      <a:pt x="14" y="154"/>
                      <a:pt x="14" y="154"/>
                      <a:pt x="14" y="154"/>
                    </a:cubicBezTo>
                    <a:cubicBezTo>
                      <a:pt x="14" y="154"/>
                      <a:pt x="14" y="154"/>
                      <a:pt x="14" y="154"/>
                    </a:cubicBezTo>
                    <a:cubicBezTo>
                      <a:pt x="14" y="154"/>
                      <a:pt x="14" y="154"/>
                      <a:pt x="14" y="153"/>
                    </a:cubicBezTo>
                    <a:cubicBezTo>
                      <a:pt x="14" y="153"/>
                      <a:pt x="14" y="153"/>
                      <a:pt x="14" y="153"/>
                    </a:cubicBezTo>
                    <a:cubicBezTo>
                      <a:pt x="14" y="153"/>
                      <a:pt x="14" y="153"/>
                      <a:pt x="14" y="153"/>
                    </a:cubicBezTo>
                    <a:cubicBezTo>
                      <a:pt x="14" y="153"/>
                      <a:pt x="14" y="153"/>
                      <a:pt x="15" y="153"/>
                    </a:cubicBezTo>
                    <a:cubicBezTo>
                      <a:pt x="15" y="153"/>
                      <a:pt x="15" y="153"/>
                      <a:pt x="15" y="153"/>
                    </a:cubicBezTo>
                    <a:cubicBezTo>
                      <a:pt x="50" y="153"/>
                      <a:pt x="50" y="153"/>
                      <a:pt x="50" y="153"/>
                    </a:cubicBezTo>
                    <a:cubicBezTo>
                      <a:pt x="76" y="108"/>
                      <a:pt x="76" y="108"/>
                      <a:pt x="76" y="108"/>
                    </a:cubicBezTo>
                    <a:cubicBezTo>
                      <a:pt x="58" y="76"/>
                      <a:pt x="58" y="76"/>
                      <a:pt x="58" y="76"/>
                    </a:cubicBezTo>
                    <a:cubicBezTo>
                      <a:pt x="58" y="76"/>
                      <a:pt x="58" y="76"/>
                      <a:pt x="58" y="76"/>
                    </a:cubicBezTo>
                    <a:cubicBezTo>
                      <a:pt x="58" y="76"/>
                      <a:pt x="58" y="76"/>
                      <a:pt x="58" y="76"/>
                    </a:cubicBezTo>
                    <a:cubicBezTo>
                      <a:pt x="58" y="76"/>
                      <a:pt x="58" y="76"/>
                      <a:pt x="58" y="76"/>
                    </a:cubicBezTo>
                    <a:cubicBezTo>
                      <a:pt x="58" y="76"/>
                      <a:pt x="58" y="75"/>
                      <a:pt x="58" y="75"/>
                    </a:cubicBezTo>
                    <a:cubicBezTo>
                      <a:pt x="58" y="75"/>
                      <a:pt x="58" y="75"/>
                      <a:pt x="58" y="75"/>
                    </a:cubicBezTo>
                    <a:cubicBezTo>
                      <a:pt x="58" y="75"/>
                      <a:pt x="58" y="75"/>
                      <a:pt x="58" y="75"/>
                    </a:cubicBezTo>
                    <a:cubicBezTo>
                      <a:pt x="58" y="75"/>
                      <a:pt x="59" y="75"/>
                      <a:pt x="59" y="75"/>
                    </a:cubicBezTo>
                    <a:cubicBezTo>
                      <a:pt x="59" y="75"/>
                      <a:pt x="59" y="75"/>
                      <a:pt x="59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3" y="75"/>
                      <a:pt x="124" y="75"/>
                      <a:pt x="124" y="75"/>
                    </a:cubicBezTo>
                    <a:cubicBezTo>
                      <a:pt x="124" y="75"/>
                      <a:pt x="124" y="76"/>
                      <a:pt x="124" y="76"/>
                    </a:cubicBezTo>
                    <a:cubicBezTo>
                      <a:pt x="124" y="76"/>
                      <a:pt x="124" y="76"/>
                      <a:pt x="124" y="76"/>
                    </a:cubicBezTo>
                    <a:cubicBezTo>
                      <a:pt x="124" y="76"/>
                      <a:pt x="124" y="76"/>
                      <a:pt x="124" y="76"/>
                    </a:cubicBezTo>
                    <a:cubicBezTo>
                      <a:pt x="124" y="76"/>
                      <a:pt x="124" y="76"/>
                      <a:pt x="124" y="76"/>
                    </a:cubicBezTo>
                    <a:cubicBezTo>
                      <a:pt x="106" y="108"/>
                      <a:pt x="106" y="108"/>
                      <a:pt x="106" y="108"/>
                    </a:cubicBezTo>
                    <a:cubicBezTo>
                      <a:pt x="131" y="153"/>
                      <a:pt x="131" y="153"/>
                      <a:pt x="131" y="153"/>
                    </a:cubicBezTo>
                    <a:cubicBezTo>
                      <a:pt x="167" y="153"/>
                      <a:pt x="167" y="153"/>
                      <a:pt x="167" y="153"/>
                    </a:cubicBezTo>
                    <a:cubicBezTo>
                      <a:pt x="167" y="153"/>
                      <a:pt x="167" y="153"/>
                      <a:pt x="167" y="153"/>
                    </a:cubicBezTo>
                    <a:cubicBezTo>
                      <a:pt x="167" y="153"/>
                      <a:pt x="167" y="153"/>
                      <a:pt x="167" y="153"/>
                    </a:cubicBezTo>
                    <a:cubicBezTo>
                      <a:pt x="167" y="153"/>
                      <a:pt x="167" y="153"/>
                      <a:pt x="167" y="153"/>
                    </a:cubicBezTo>
                    <a:cubicBezTo>
                      <a:pt x="168" y="153"/>
                      <a:pt x="168" y="153"/>
                      <a:pt x="168" y="153"/>
                    </a:cubicBezTo>
                    <a:cubicBezTo>
                      <a:pt x="168" y="154"/>
                      <a:pt x="168" y="154"/>
                      <a:pt x="168" y="154"/>
                    </a:cubicBezTo>
                    <a:cubicBezTo>
                      <a:pt x="168" y="154"/>
                      <a:pt x="168" y="154"/>
                      <a:pt x="168" y="154"/>
                    </a:cubicBezTo>
                    <a:cubicBezTo>
                      <a:pt x="168" y="154"/>
                      <a:pt x="168" y="154"/>
                      <a:pt x="168" y="154"/>
                    </a:cubicBezTo>
                    <a:cubicBezTo>
                      <a:pt x="168" y="154"/>
                      <a:pt x="168" y="154"/>
                      <a:pt x="168" y="155"/>
                    </a:cubicBezTo>
                    <a:cubicBezTo>
                      <a:pt x="137" y="210"/>
                      <a:pt x="137" y="210"/>
                      <a:pt x="137" y="210"/>
                    </a:cubicBezTo>
                    <a:cubicBezTo>
                      <a:pt x="136" y="210"/>
                      <a:pt x="136" y="210"/>
                      <a:pt x="136" y="210"/>
                    </a:cubicBezTo>
                    <a:cubicBezTo>
                      <a:pt x="136" y="210"/>
                      <a:pt x="136" y="211"/>
                      <a:pt x="135" y="211"/>
                    </a:cubicBezTo>
                    <a:cubicBezTo>
                      <a:pt x="135" y="211"/>
                      <a:pt x="135" y="210"/>
                      <a:pt x="135" y="210"/>
                    </a:cubicBezTo>
                    <a:cubicBezTo>
                      <a:pt x="135" y="210"/>
                      <a:pt x="134" y="210"/>
                      <a:pt x="134" y="210"/>
                    </a:cubicBezTo>
                    <a:cubicBezTo>
                      <a:pt x="117" y="179"/>
                      <a:pt x="117" y="179"/>
                      <a:pt x="117" y="179"/>
                    </a:cubicBezTo>
                    <a:cubicBezTo>
                      <a:pt x="65" y="179"/>
                      <a:pt x="65" y="179"/>
                      <a:pt x="65" y="179"/>
                    </a:cubicBezTo>
                    <a:cubicBezTo>
                      <a:pt x="47" y="210"/>
                      <a:pt x="47" y="210"/>
                      <a:pt x="47" y="210"/>
                    </a:cubicBezTo>
                    <a:cubicBezTo>
                      <a:pt x="47" y="210"/>
                      <a:pt x="47" y="210"/>
                      <a:pt x="47" y="210"/>
                    </a:cubicBezTo>
                    <a:cubicBezTo>
                      <a:pt x="46" y="210"/>
                      <a:pt x="46" y="211"/>
                      <a:pt x="46" y="211"/>
                    </a:cubicBezTo>
                    <a:cubicBezTo>
                      <a:pt x="46" y="211"/>
                      <a:pt x="45" y="210"/>
                      <a:pt x="45" y="210"/>
                    </a:cubicBezTo>
                    <a:cubicBezTo>
                      <a:pt x="45" y="210"/>
                      <a:pt x="45" y="210"/>
                      <a:pt x="45" y="210"/>
                    </a:cubicBezTo>
                    <a:lnTo>
                      <a:pt x="14" y="155"/>
                    </a:lnTo>
                    <a:close/>
                    <a:moveTo>
                      <a:pt x="128" y="224"/>
                    </a:moveTo>
                    <a:cubicBezTo>
                      <a:pt x="128" y="224"/>
                      <a:pt x="128" y="224"/>
                      <a:pt x="128" y="224"/>
                    </a:cubicBezTo>
                    <a:cubicBezTo>
                      <a:pt x="128" y="224"/>
                      <a:pt x="128" y="224"/>
                      <a:pt x="128" y="224"/>
                    </a:cubicBezTo>
                    <a:cubicBezTo>
                      <a:pt x="110" y="256"/>
                      <a:pt x="110" y="256"/>
                      <a:pt x="110" y="256"/>
                    </a:cubicBezTo>
                    <a:cubicBezTo>
                      <a:pt x="110" y="256"/>
                      <a:pt x="110" y="256"/>
                      <a:pt x="110" y="256"/>
                    </a:cubicBezTo>
                    <a:cubicBezTo>
                      <a:pt x="110" y="256"/>
                      <a:pt x="110" y="256"/>
                      <a:pt x="110" y="256"/>
                    </a:cubicBezTo>
                    <a:cubicBezTo>
                      <a:pt x="110" y="256"/>
                      <a:pt x="110" y="257"/>
                      <a:pt x="109" y="257"/>
                    </a:cubicBezTo>
                    <a:cubicBezTo>
                      <a:pt x="72" y="257"/>
                      <a:pt x="72" y="257"/>
                      <a:pt x="72" y="257"/>
                    </a:cubicBezTo>
                    <a:cubicBezTo>
                      <a:pt x="72" y="257"/>
                      <a:pt x="72" y="256"/>
                      <a:pt x="71" y="256"/>
                    </a:cubicBezTo>
                    <a:cubicBezTo>
                      <a:pt x="71" y="256"/>
                      <a:pt x="71" y="256"/>
                      <a:pt x="71" y="256"/>
                    </a:cubicBezTo>
                    <a:cubicBezTo>
                      <a:pt x="71" y="256"/>
                      <a:pt x="71" y="256"/>
                      <a:pt x="71" y="256"/>
                    </a:cubicBezTo>
                    <a:cubicBezTo>
                      <a:pt x="53" y="224"/>
                      <a:pt x="53" y="224"/>
                      <a:pt x="53" y="224"/>
                    </a:cubicBezTo>
                    <a:cubicBezTo>
                      <a:pt x="53" y="224"/>
                      <a:pt x="53" y="224"/>
                      <a:pt x="53" y="224"/>
                    </a:cubicBezTo>
                    <a:cubicBezTo>
                      <a:pt x="53" y="224"/>
                      <a:pt x="53" y="224"/>
                      <a:pt x="53" y="224"/>
                    </a:cubicBezTo>
                    <a:cubicBezTo>
                      <a:pt x="53" y="224"/>
                      <a:pt x="53" y="223"/>
                      <a:pt x="53" y="223"/>
                    </a:cubicBezTo>
                    <a:cubicBezTo>
                      <a:pt x="53" y="223"/>
                      <a:pt x="53" y="223"/>
                      <a:pt x="53" y="223"/>
                    </a:cubicBezTo>
                    <a:cubicBezTo>
                      <a:pt x="71" y="192"/>
                      <a:pt x="71" y="192"/>
                      <a:pt x="71" y="192"/>
                    </a:cubicBezTo>
                    <a:cubicBezTo>
                      <a:pt x="71" y="192"/>
                      <a:pt x="71" y="192"/>
                      <a:pt x="71" y="192"/>
                    </a:cubicBezTo>
                    <a:cubicBezTo>
                      <a:pt x="71" y="192"/>
                      <a:pt x="72" y="191"/>
                      <a:pt x="72" y="191"/>
                    </a:cubicBezTo>
                    <a:cubicBezTo>
                      <a:pt x="72" y="191"/>
                      <a:pt x="72" y="191"/>
                      <a:pt x="72" y="191"/>
                    </a:cubicBezTo>
                    <a:cubicBezTo>
                      <a:pt x="72" y="191"/>
                      <a:pt x="72" y="191"/>
                      <a:pt x="72" y="191"/>
                    </a:cubicBezTo>
                    <a:cubicBezTo>
                      <a:pt x="109" y="191"/>
                      <a:pt x="109" y="191"/>
                      <a:pt x="109" y="191"/>
                    </a:cubicBezTo>
                    <a:cubicBezTo>
                      <a:pt x="109" y="191"/>
                      <a:pt x="109" y="191"/>
                      <a:pt x="109" y="191"/>
                    </a:cubicBezTo>
                    <a:cubicBezTo>
                      <a:pt x="110" y="191"/>
                      <a:pt x="110" y="191"/>
                      <a:pt x="110" y="191"/>
                    </a:cubicBezTo>
                    <a:cubicBezTo>
                      <a:pt x="110" y="191"/>
                      <a:pt x="110" y="192"/>
                      <a:pt x="110" y="192"/>
                    </a:cubicBezTo>
                    <a:cubicBezTo>
                      <a:pt x="110" y="192"/>
                      <a:pt x="110" y="192"/>
                      <a:pt x="110" y="192"/>
                    </a:cubicBezTo>
                    <a:cubicBezTo>
                      <a:pt x="128" y="223"/>
                      <a:pt x="128" y="223"/>
                      <a:pt x="128" y="223"/>
                    </a:cubicBezTo>
                    <a:cubicBezTo>
                      <a:pt x="128" y="223"/>
                      <a:pt x="128" y="223"/>
                      <a:pt x="128" y="223"/>
                    </a:cubicBezTo>
                    <a:cubicBezTo>
                      <a:pt x="128" y="223"/>
                      <a:pt x="128" y="224"/>
                      <a:pt x="128" y="224"/>
                    </a:cubicBezTo>
                    <a:close/>
                    <a:moveTo>
                      <a:pt x="124" y="372"/>
                    </a:moveTo>
                    <a:cubicBezTo>
                      <a:pt x="124" y="372"/>
                      <a:pt x="124" y="372"/>
                      <a:pt x="124" y="372"/>
                    </a:cubicBezTo>
                    <a:cubicBezTo>
                      <a:pt x="124" y="373"/>
                      <a:pt x="123" y="373"/>
                      <a:pt x="123" y="373"/>
                    </a:cubicBezTo>
                    <a:cubicBezTo>
                      <a:pt x="123" y="373"/>
                      <a:pt x="123" y="373"/>
                      <a:pt x="123" y="373"/>
                    </a:cubicBezTo>
                    <a:cubicBezTo>
                      <a:pt x="123" y="373"/>
                      <a:pt x="123" y="373"/>
                      <a:pt x="123" y="373"/>
                    </a:cubicBezTo>
                    <a:cubicBezTo>
                      <a:pt x="59" y="373"/>
                      <a:pt x="59" y="373"/>
                      <a:pt x="59" y="373"/>
                    </a:cubicBezTo>
                    <a:cubicBezTo>
                      <a:pt x="59" y="373"/>
                      <a:pt x="59" y="373"/>
                      <a:pt x="58" y="373"/>
                    </a:cubicBezTo>
                    <a:cubicBezTo>
                      <a:pt x="58" y="373"/>
                      <a:pt x="58" y="373"/>
                      <a:pt x="58" y="373"/>
                    </a:cubicBezTo>
                    <a:cubicBezTo>
                      <a:pt x="58" y="373"/>
                      <a:pt x="58" y="373"/>
                      <a:pt x="58" y="372"/>
                    </a:cubicBezTo>
                    <a:cubicBezTo>
                      <a:pt x="58" y="372"/>
                      <a:pt x="58" y="372"/>
                      <a:pt x="58" y="372"/>
                    </a:cubicBezTo>
                    <a:cubicBezTo>
                      <a:pt x="58" y="372"/>
                      <a:pt x="58" y="372"/>
                      <a:pt x="58" y="372"/>
                    </a:cubicBezTo>
                    <a:cubicBezTo>
                      <a:pt x="58" y="372"/>
                      <a:pt x="58" y="372"/>
                      <a:pt x="58" y="372"/>
                    </a:cubicBezTo>
                    <a:cubicBezTo>
                      <a:pt x="58" y="371"/>
                      <a:pt x="58" y="371"/>
                      <a:pt x="58" y="371"/>
                    </a:cubicBezTo>
                    <a:cubicBezTo>
                      <a:pt x="76" y="340"/>
                      <a:pt x="76" y="340"/>
                      <a:pt x="76" y="340"/>
                    </a:cubicBezTo>
                    <a:cubicBezTo>
                      <a:pt x="50" y="295"/>
                      <a:pt x="50" y="295"/>
                      <a:pt x="50" y="295"/>
                    </a:cubicBezTo>
                    <a:cubicBezTo>
                      <a:pt x="15" y="295"/>
                      <a:pt x="15" y="295"/>
                      <a:pt x="15" y="295"/>
                    </a:cubicBezTo>
                    <a:cubicBezTo>
                      <a:pt x="15" y="295"/>
                      <a:pt x="14" y="295"/>
                      <a:pt x="14" y="295"/>
                    </a:cubicBezTo>
                    <a:cubicBezTo>
                      <a:pt x="14" y="295"/>
                      <a:pt x="14" y="295"/>
                      <a:pt x="14" y="295"/>
                    </a:cubicBezTo>
                    <a:cubicBezTo>
                      <a:pt x="14" y="295"/>
                      <a:pt x="14" y="295"/>
                      <a:pt x="14" y="294"/>
                    </a:cubicBezTo>
                    <a:cubicBezTo>
                      <a:pt x="14" y="294"/>
                      <a:pt x="14" y="294"/>
                      <a:pt x="14" y="294"/>
                    </a:cubicBezTo>
                    <a:cubicBezTo>
                      <a:pt x="14" y="294"/>
                      <a:pt x="14" y="294"/>
                      <a:pt x="14" y="294"/>
                    </a:cubicBezTo>
                    <a:cubicBezTo>
                      <a:pt x="14" y="294"/>
                      <a:pt x="14" y="294"/>
                      <a:pt x="14" y="293"/>
                    </a:cubicBezTo>
                    <a:cubicBezTo>
                      <a:pt x="14" y="293"/>
                      <a:pt x="14" y="293"/>
                      <a:pt x="14" y="293"/>
                    </a:cubicBezTo>
                    <a:cubicBezTo>
                      <a:pt x="45" y="238"/>
                      <a:pt x="45" y="238"/>
                      <a:pt x="45" y="238"/>
                    </a:cubicBezTo>
                    <a:cubicBezTo>
                      <a:pt x="45" y="238"/>
                      <a:pt x="45" y="238"/>
                      <a:pt x="45" y="238"/>
                    </a:cubicBezTo>
                    <a:cubicBezTo>
                      <a:pt x="45" y="238"/>
                      <a:pt x="45" y="238"/>
                      <a:pt x="45" y="238"/>
                    </a:cubicBezTo>
                    <a:cubicBezTo>
                      <a:pt x="45" y="238"/>
                      <a:pt x="45" y="238"/>
                      <a:pt x="45" y="238"/>
                    </a:cubicBezTo>
                    <a:cubicBezTo>
                      <a:pt x="46" y="238"/>
                      <a:pt x="46" y="238"/>
                      <a:pt x="46" y="238"/>
                    </a:cubicBezTo>
                    <a:cubicBezTo>
                      <a:pt x="46" y="238"/>
                      <a:pt x="46" y="238"/>
                      <a:pt x="46" y="238"/>
                    </a:cubicBezTo>
                    <a:cubicBezTo>
                      <a:pt x="46" y="238"/>
                      <a:pt x="46" y="238"/>
                      <a:pt x="47" y="238"/>
                    </a:cubicBezTo>
                    <a:cubicBezTo>
                      <a:pt x="47" y="238"/>
                      <a:pt x="47" y="238"/>
                      <a:pt x="47" y="238"/>
                    </a:cubicBezTo>
                    <a:cubicBezTo>
                      <a:pt x="47" y="238"/>
                      <a:pt x="47" y="238"/>
                      <a:pt x="47" y="238"/>
                    </a:cubicBezTo>
                    <a:cubicBezTo>
                      <a:pt x="65" y="269"/>
                      <a:pt x="65" y="269"/>
                      <a:pt x="65" y="269"/>
                    </a:cubicBezTo>
                    <a:cubicBezTo>
                      <a:pt x="117" y="269"/>
                      <a:pt x="117" y="269"/>
                      <a:pt x="117" y="269"/>
                    </a:cubicBezTo>
                    <a:cubicBezTo>
                      <a:pt x="134" y="238"/>
                      <a:pt x="134" y="238"/>
                      <a:pt x="134" y="238"/>
                    </a:cubicBezTo>
                    <a:cubicBezTo>
                      <a:pt x="134" y="238"/>
                      <a:pt x="134" y="238"/>
                      <a:pt x="135" y="238"/>
                    </a:cubicBezTo>
                    <a:cubicBezTo>
                      <a:pt x="135" y="238"/>
                      <a:pt x="135" y="238"/>
                      <a:pt x="135" y="238"/>
                    </a:cubicBezTo>
                    <a:cubicBezTo>
                      <a:pt x="135" y="238"/>
                      <a:pt x="135" y="238"/>
                      <a:pt x="135" y="238"/>
                    </a:cubicBezTo>
                    <a:cubicBezTo>
                      <a:pt x="135" y="238"/>
                      <a:pt x="135" y="238"/>
                      <a:pt x="135" y="238"/>
                    </a:cubicBezTo>
                    <a:cubicBezTo>
                      <a:pt x="136" y="238"/>
                      <a:pt x="136" y="238"/>
                      <a:pt x="136" y="238"/>
                    </a:cubicBezTo>
                    <a:cubicBezTo>
                      <a:pt x="136" y="238"/>
                      <a:pt x="136" y="238"/>
                      <a:pt x="136" y="238"/>
                    </a:cubicBezTo>
                    <a:cubicBezTo>
                      <a:pt x="136" y="238"/>
                      <a:pt x="136" y="238"/>
                      <a:pt x="136" y="238"/>
                    </a:cubicBezTo>
                    <a:cubicBezTo>
                      <a:pt x="136" y="238"/>
                      <a:pt x="136" y="238"/>
                      <a:pt x="136" y="238"/>
                    </a:cubicBezTo>
                    <a:cubicBezTo>
                      <a:pt x="168" y="293"/>
                      <a:pt x="168" y="293"/>
                      <a:pt x="168" y="293"/>
                    </a:cubicBezTo>
                    <a:cubicBezTo>
                      <a:pt x="168" y="293"/>
                      <a:pt x="168" y="293"/>
                      <a:pt x="168" y="293"/>
                    </a:cubicBezTo>
                    <a:cubicBezTo>
                      <a:pt x="168" y="294"/>
                      <a:pt x="168" y="294"/>
                      <a:pt x="168" y="294"/>
                    </a:cubicBezTo>
                    <a:cubicBezTo>
                      <a:pt x="168" y="294"/>
                      <a:pt x="168" y="294"/>
                      <a:pt x="168" y="294"/>
                    </a:cubicBezTo>
                    <a:cubicBezTo>
                      <a:pt x="168" y="294"/>
                      <a:pt x="168" y="294"/>
                      <a:pt x="168" y="294"/>
                    </a:cubicBezTo>
                    <a:cubicBezTo>
                      <a:pt x="168" y="295"/>
                      <a:pt x="168" y="295"/>
                      <a:pt x="167" y="295"/>
                    </a:cubicBezTo>
                    <a:cubicBezTo>
                      <a:pt x="167" y="295"/>
                      <a:pt x="167" y="295"/>
                      <a:pt x="167" y="295"/>
                    </a:cubicBezTo>
                    <a:cubicBezTo>
                      <a:pt x="167" y="295"/>
                      <a:pt x="167" y="295"/>
                      <a:pt x="167" y="295"/>
                    </a:cubicBezTo>
                    <a:cubicBezTo>
                      <a:pt x="131" y="295"/>
                      <a:pt x="131" y="295"/>
                      <a:pt x="131" y="295"/>
                    </a:cubicBezTo>
                    <a:cubicBezTo>
                      <a:pt x="106" y="340"/>
                      <a:pt x="106" y="340"/>
                      <a:pt x="106" y="340"/>
                    </a:cubicBezTo>
                    <a:cubicBezTo>
                      <a:pt x="124" y="371"/>
                      <a:pt x="124" y="371"/>
                      <a:pt x="124" y="371"/>
                    </a:cubicBezTo>
                    <a:cubicBezTo>
                      <a:pt x="124" y="371"/>
                      <a:pt x="124" y="371"/>
                      <a:pt x="124" y="372"/>
                    </a:cubicBezTo>
                    <a:cubicBezTo>
                      <a:pt x="124" y="372"/>
                      <a:pt x="124" y="372"/>
                      <a:pt x="124" y="372"/>
                    </a:cubicBezTo>
                    <a:cubicBezTo>
                      <a:pt x="124" y="372"/>
                      <a:pt x="124" y="372"/>
                      <a:pt x="124" y="372"/>
                    </a:cubicBezTo>
                    <a:close/>
                    <a:moveTo>
                      <a:pt x="138" y="373"/>
                    </a:moveTo>
                    <a:cubicBezTo>
                      <a:pt x="138" y="373"/>
                      <a:pt x="138" y="373"/>
                      <a:pt x="138" y="373"/>
                    </a:cubicBezTo>
                    <a:cubicBezTo>
                      <a:pt x="138" y="373"/>
                      <a:pt x="138" y="373"/>
                      <a:pt x="138" y="372"/>
                    </a:cubicBezTo>
                    <a:cubicBezTo>
                      <a:pt x="120" y="340"/>
                      <a:pt x="120" y="340"/>
                      <a:pt x="120" y="340"/>
                    </a:cubicBezTo>
                    <a:cubicBezTo>
                      <a:pt x="120" y="340"/>
                      <a:pt x="120" y="340"/>
                      <a:pt x="120" y="340"/>
                    </a:cubicBezTo>
                    <a:cubicBezTo>
                      <a:pt x="120" y="340"/>
                      <a:pt x="120" y="340"/>
                      <a:pt x="120" y="340"/>
                    </a:cubicBezTo>
                    <a:cubicBezTo>
                      <a:pt x="120" y="340"/>
                      <a:pt x="120" y="340"/>
                      <a:pt x="120" y="339"/>
                    </a:cubicBezTo>
                    <a:cubicBezTo>
                      <a:pt x="120" y="339"/>
                      <a:pt x="120" y="339"/>
                      <a:pt x="120" y="339"/>
                    </a:cubicBezTo>
                    <a:cubicBezTo>
                      <a:pt x="138" y="308"/>
                      <a:pt x="138" y="308"/>
                      <a:pt x="138" y="308"/>
                    </a:cubicBezTo>
                    <a:cubicBezTo>
                      <a:pt x="138" y="308"/>
                      <a:pt x="138" y="308"/>
                      <a:pt x="138" y="308"/>
                    </a:cubicBezTo>
                    <a:cubicBezTo>
                      <a:pt x="138" y="308"/>
                      <a:pt x="138" y="308"/>
                      <a:pt x="138" y="307"/>
                    </a:cubicBezTo>
                    <a:cubicBezTo>
                      <a:pt x="139" y="307"/>
                      <a:pt x="139" y="307"/>
                      <a:pt x="139" y="307"/>
                    </a:cubicBezTo>
                    <a:cubicBezTo>
                      <a:pt x="139" y="307"/>
                      <a:pt x="139" y="307"/>
                      <a:pt x="139" y="307"/>
                    </a:cubicBezTo>
                    <a:cubicBezTo>
                      <a:pt x="175" y="307"/>
                      <a:pt x="175" y="307"/>
                      <a:pt x="175" y="307"/>
                    </a:cubicBezTo>
                    <a:cubicBezTo>
                      <a:pt x="175" y="307"/>
                      <a:pt x="175" y="307"/>
                      <a:pt x="175" y="307"/>
                    </a:cubicBezTo>
                    <a:cubicBezTo>
                      <a:pt x="175" y="307"/>
                      <a:pt x="175" y="307"/>
                      <a:pt x="176" y="307"/>
                    </a:cubicBezTo>
                    <a:cubicBezTo>
                      <a:pt x="176" y="308"/>
                      <a:pt x="176" y="308"/>
                      <a:pt x="176" y="308"/>
                    </a:cubicBezTo>
                    <a:cubicBezTo>
                      <a:pt x="176" y="308"/>
                      <a:pt x="176" y="308"/>
                      <a:pt x="176" y="308"/>
                    </a:cubicBezTo>
                    <a:cubicBezTo>
                      <a:pt x="194" y="340"/>
                      <a:pt x="194" y="340"/>
                      <a:pt x="194" y="340"/>
                    </a:cubicBezTo>
                    <a:cubicBezTo>
                      <a:pt x="194" y="340"/>
                      <a:pt x="194" y="340"/>
                      <a:pt x="194" y="340"/>
                    </a:cubicBezTo>
                    <a:cubicBezTo>
                      <a:pt x="194" y="340"/>
                      <a:pt x="194" y="341"/>
                      <a:pt x="194" y="341"/>
                    </a:cubicBezTo>
                    <a:cubicBezTo>
                      <a:pt x="194" y="341"/>
                      <a:pt x="194" y="341"/>
                      <a:pt x="194" y="341"/>
                    </a:cubicBezTo>
                    <a:cubicBezTo>
                      <a:pt x="194" y="341"/>
                      <a:pt x="194" y="341"/>
                      <a:pt x="194" y="341"/>
                    </a:cubicBezTo>
                    <a:cubicBezTo>
                      <a:pt x="177" y="372"/>
                      <a:pt x="177" y="372"/>
                      <a:pt x="177" y="372"/>
                    </a:cubicBezTo>
                    <a:cubicBezTo>
                      <a:pt x="177" y="373"/>
                      <a:pt x="177" y="373"/>
                      <a:pt x="176" y="373"/>
                    </a:cubicBezTo>
                    <a:cubicBezTo>
                      <a:pt x="176" y="373"/>
                      <a:pt x="176" y="373"/>
                      <a:pt x="176" y="373"/>
                    </a:cubicBezTo>
                    <a:cubicBezTo>
                      <a:pt x="176" y="373"/>
                      <a:pt x="176" y="373"/>
                      <a:pt x="176" y="373"/>
                    </a:cubicBezTo>
                    <a:cubicBezTo>
                      <a:pt x="139" y="373"/>
                      <a:pt x="139" y="373"/>
                      <a:pt x="139" y="373"/>
                    </a:cubicBezTo>
                    <a:cubicBezTo>
                      <a:pt x="139" y="373"/>
                      <a:pt x="139" y="373"/>
                      <a:pt x="138" y="373"/>
                    </a:cubicBezTo>
                    <a:close/>
                    <a:moveTo>
                      <a:pt x="301" y="387"/>
                    </a:moveTo>
                    <a:cubicBezTo>
                      <a:pt x="301" y="387"/>
                      <a:pt x="301" y="387"/>
                      <a:pt x="301" y="387"/>
                    </a:cubicBezTo>
                    <a:cubicBezTo>
                      <a:pt x="269" y="442"/>
                      <a:pt x="269" y="442"/>
                      <a:pt x="269" y="442"/>
                    </a:cubicBezTo>
                    <a:cubicBezTo>
                      <a:pt x="269" y="442"/>
                      <a:pt x="269" y="443"/>
                      <a:pt x="269" y="443"/>
                    </a:cubicBezTo>
                    <a:cubicBezTo>
                      <a:pt x="269" y="443"/>
                      <a:pt x="269" y="443"/>
                      <a:pt x="268" y="443"/>
                    </a:cubicBezTo>
                    <a:cubicBezTo>
                      <a:pt x="268" y="443"/>
                      <a:pt x="267" y="443"/>
                      <a:pt x="267" y="442"/>
                    </a:cubicBezTo>
                    <a:cubicBezTo>
                      <a:pt x="250" y="412"/>
                      <a:pt x="250" y="412"/>
                      <a:pt x="250" y="412"/>
                    </a:cubicBezTo>
                    <a:cubicBezTo>
                      <a:pt x="197" y="412"/>
                      <a:pt x="197" y="412"/>
                      <a:pt x="197" y="412"/>
                    </a:cubicBezTo>
                    <a:cubicBezTo>
                      <a:pt x="180" y="442"/>
                      <a:pt x="180" y="442"/>
                      <a:pt x="180" y="442"/>
                    </a:cubicBezTo>
                    <a:cubicBezTo>
                      <a:pt x="180" y="442"/>
                      <a:pt x="180" y="443"/>
                      <a:pt x="179" y="443"/>
                    </a:cubicBezTo>
                    <a:cubicBezTo>
                      <a:pt x="179" y="443"/>
                      <a:pt x="179" y="443"/>
                      <a:pt x="179" y="443"/>
                    </a:cubicBezTo>
                    <a:cubicBezTo>
                      <a:pt x="179" y="443"/>
                      <a:pt x="179" y="443"/>
                      <a:pt x="179" y="443"/>
                    </a:cubicBezTo>
                    <a:cubicBezTo>
                      <a:pt x="179" y="443"/>
                      <a:pt x="178" y="443"/>
                      <a:pt x="178" y="443"/>
                    </a:cubicBezTo>
                    <a:cubicBezTo>
                      <a:pt x="178" y="443"/>
                      <a:pt x="178" y="442"/>
                      <a:pt x="178" y="442"/>
                    </a:cubicBezTo>
                    <a:cubicBezTo>
                      <a:pt x="147" y="387"/>
                      <a:pt x="147" y="387"/>
                      <a:pt x="147" y="387"/>
                    </a:cubicBezTo>
                    <a:cubicBezTo>
                      <a:pt x="147" y="387"/>
                      <a:pt x="147" y="387"/>
                      <a:pt x="147" y="387"/>
                    </a:cubicBezTo>
                    <a:cubicBezTo>
                      <a:pt x="147" y="387"/>
                      <a:pt x="146" y="387"/>
                      <a:pt x="146" y="387"/>
                    </a:cubicBezTo>
                    <a:cubicBezTo>
                      <a:pt x="146" y="387"/>
                      <a:pt x="147" y="386"/>
                      <a:pt x="147" y="386"/>
                    </a:cubicBezTo>
                    <a:cubicBezTo>
                      <a:pt x="147" y="386"/>
                      <a:pt x="147" y="386"/>
                      <a:pt x="147" y="386"/>
                    </a:cubicBezTo>
                    <a:cubicBezTo>
                      <a:pt x="147" y="386"/>
                      <a:pt x="147" y="386"/>
                      <a:pt x="147" y="386"/>
                    </a:cubicBezTo>
                    <a:cubicBezTo>
                      <a:pt x="147" y="386"/>
                      <a:pt x="147" y="386"/>
                      <a:pt x="147" y="385"/>
                    </a:cubicBezTo>
                    <a:cubicBezTo>
                      <a:pt x="147" y="385"/>
                      <a:pt x="147" y="385"/>
                      <a:pt x="147" y="385"/>
                    </a:cubicBezTo>
                    <a:cubicBezTo>
                      <a:pt x="148" y="385"/>
                      <a:pt x="148" y="385"/>
                      <a:pt x="148" y="385"/>
                    </a:cubicBezTo>
                    <a:cubicBezTo>
                      <a:pt x="183" y="385"/>
                      <a:pt x="183" y="385"/>
                      <a:pt x="183" y="385"/>
                    </a:cubicBezTo>
                    <a:cubicBezTo>
                      <a:pt x="208" y="341"/>
                      <a:pt x="208" y="341"/>
                      <a:pt x="208" y="341"/>
                    </a:cubicBezTo>
                    <a:cubicBezTo>
                      <a:pt x="191" y="309"/>
                      <a:pt x="191" y="309"/>
                      <a:pt x="191" y="309"/>
                    </a:cubicBezTo>
                    <a:cubicBezTo>
                      <a:pt x="191" y="309"/>
                      <a:pt x="191" y="309"/>
                      <a:pt x="191" y="309"/>
                    </a:cubicBezTo>
                    <a:cubicBezTo>
                      <a:pt x="191" y="309"/>
                      <a:pt x="191" y="309"/>
                      <a:pt x="191" y="308"/>
                    </a:cubicBezTo>
                    <a:cubicBezTo>
                      <a:pt x="191" y="308"/>
                      <a:pt x="191" y="308"/>
                      <a:pt x="191" y="308"/>
                    </a:cubicBezTo>
                    <a:cubicBezTo>
                      <a:pt x="191" y="308"/>
                      <a:pt x="191" y="308"/>
                      <a:pt x="191" y="308"/>
                    </a:cubicBezTo>
                    <a:cubicBezTo>
                      <a:pt x="191" y="308"/>
                      <a:pt x="191" y="308"/>
                      <a:pt x="191" y="308"/>
                    </a:cubicBezTo>
                    <a:cubicBezTo>
                      <a:pt x="191" y="307"/>
                      <a:pt x="191" y="307"/>
                      <a:pt x="191" y="307"/>
                    </a:cubicBezTo>
                    <a:cubicBezTo>
                      <a:pt x="191" y="307"/>
                      <a:pt x="191" y="307"/>
                      <a:pt x="192" y="307"/>
                    </a:cubicBezTo>
                    <a:cubicBezTo>
                      <a:pt x="192" y="307"/>
                      <a:pt x="192" y="307"/>
                      <a:pt x="192" y="307"/>
                    </a:cubicBezTo>
                    <a:cubicBezTo>
                      <a:pt x="256" y="307"/>
                      <a:pt x="256" y="307"/>
                      <a:pt x="256" y="307"/>
                    </a:cubicBezTo>
                    <a:cubicBezTo>
                      <a:pt x="256" y="307"/>
                      <a:pt x="256" y="307"/>
                      <a:pt x="256" y="307"/>
                    </a:cubicBezTo>
                    <a:cubicBezTo>
                      <a:pt x="256" y="307"/>
                      <a:pt x="256" y="307"/>
                      <a:pt x="256" y="307"/>
                    </a:cubicBezTo>
                    <a:cubicBezTo>
                      <a:pt x="256" y="307"/>
                      <a:pt x="256" y="307"/>
                      <a:pt x="256" y="308"/>
                    </a:cubicBezTo>
                    <a:cubicBezTo>
                      <a:pt x="256" y="308"/>
                      <a:pt x="256" y="308"/>
                      <a:pt x="257" y="308"/>
                    </a:cubicBezTo>
                    <a:cubicBezTo>
                      <a:pt x="257" y="308"/>
                      <a:pt x="257" y="308"/>
                      <a:pt x="257" y="308"/>
                    </a:cubicBezTo>
                    <a:cubicBezTo>
                      <a:pt x="257" y="308"/>
                      <a:pt x="257" y="308"/>
                      <a:pt x="257" y="308"/>
                    </a:cubicBezTo>
                    <a:cubicBezTo>
                      <a:pt x="257" y="309"/>
                      <a:pt x="257" y="309"/>
                      <a:pt x="257" y="309"/>
                    </a:cubicBezTo>
                    <a:cubicBezTo>
                      <a:pt x="257" y="309"/>
                      <a:pt x="257" y="309"/>
                      <a:pt x="257" y="309"/>
                    </a:cubicBezTo>
                    <a:cubicBezTo>
                      <a:pt x="239" y="341"/>
                      <a:pt x="239" y="341"/>
                      <a:pt x="239" y="341"/>
                    </a:cubicBezTo>
                    <a:cubicBezTo>
                      <a:pt x="264" y="385"/>
                      <a:pt x="264" y="385"/>
                      <a:pt x="264" y="385"/>
                    </a:cubicBezTo>
                    <a:cubicBezTo>
                      <a:pt x="300" y="385"/>
                      <a:pt x="300" y="385"/>
                      <a:pt x="300" y="385"/>
                    </a:cubicBezTo>
                    <a:cubicBezTo>
                      <a:pt x="300" y="385"/>
                      <a:pt x="300" y="385"/>
                      <a:pt x="300" y="385"/>
                    </a:cubicBezTo>
                    <a:cubicBezTo>
                      <a:pt x="300" y="385"/>
                      <a:pt x="300" y="385"/>
                      <a:pt x="300" y="385"/>
                    </a:cubicBezTo>
                    <a:cubicBezTo>
                      <a:pt x="300" y="386"/>
                      <a:pt x="300" y="386"/>
                      <a:pt x="300" y="386"/>
                    </a:cubicBezTo>
                    <a:cubicBezTo>
                      <a:pt x="301" y="386"/>
                      <a:pt x="301" y="386"/>
                      <a:pt x="301" y="386"/>
                    </a:cubicBezTo>
                    <a:cubicBezTo>
                      <a:pt x="301" y="386"/>
                      <a:pt x="301" y="386"/>
                      <a:pt x="301" y="386"/>
                    </a:cubicBezTo>
                    <a:cubicBezTo>
                      <a:pt x="301" y="386"/>
                      <a:pt x="301" y="387"/>
                      <a:pt x="301" y="387"/>
                    </a:cubicBezTo>
                    <a:cubicBezTo>
                      <a:pt x="301" y="387"/>
                      <a:pt x="301" y="387"/>
                      <a:pt x="301" y="387"/>
                    </a:cubicBezTo>
                    <a:close/>
                    <a:moveTo>
                      <a:pt x="309" y="372"/>
                    </a:moveTo>
                    <a:cubicBezTo>
                      <a:pt x="309" y="373"/>
                      <a:pt x="309" y="373"/>
                      <a:pt x="309" y="373"/>
                    </a:cubicBezTo>
                    <a:cubicBezTo>
                      <a:pt x="309" y="373"/>
                      <a:pt x="309" y="373"/>
                      <a:pt x="309" y="373"/>
                    </a:cubicBezTo>
                    <a:cubicBezTo>
                      <a:pt x="309" y="373"/>
                      <a:pt x="308" y="373"/>
                      <a:pt x="308" y="373"/>
                    </a:cubicBezTo>
                    <a:cubicBezTo>
                      <a:pt x="272" y="373"/>
                      <a:pt x="272" y="373"/>
                      <a:pt x="272" y="373"/>
                    </a:cubicBezTo>
                    <a:cubicBezTo>
                      <a:pt x="272" y="373"/>
                      <a:pt x="271" y="373"/>
                      <a:pt x="271" y="373"/>
                    </a:cubicBezTo>
                    <a:cubicBezTo>
                      <a:pt x="271" y="373"/>
                      <a:pt x="271" y="373"/>
                      <a:pt x="271" y="373"/>
                    </a:cubicBezTo>
                    <a:cubicBezTo>
                      <a:pt x="271" y="373"/>
                      <a:pt x="271" y="373"/>
                      <a:pt x="271" y="372"/>
                    </a:cubicBezTo>
                    <a:cubicBezTo>
                      <a:pt x="253" y="341"/>
                      <a:pt x="253" y="341"/>
                      <a:pt x="253" y="341"/>
                    </a:cubicBezTo>
                    <a:cubicBezTo>
                      <a:pt x="253" y="341"/>
                      <a:pt x="253" y="341"/>
                      <a:pt x="253" y="341"/>
                    </a:cubicBezTo>
                    <a:cubicBezTo>
                      <a:pt x="253" y="341"/>
                      <a:pt x="253" y="341"/>
                      <a:pt x="253" y="341"/>
                    </a:cubicBezTo>
                    <a:cubicBezTo>
                      <a:pt x="253" y="341"/>
                      <a:pt x="253" y="340"/>
                      <a:pt x="253" y="340"/>
                    </a:cubicBezTo>
                    <a:cubicBezTo>
                      <a:pt x="253" y="340"/>
                      <a:pt x="253" y="340"/>
                      <a:pt x="253" y="340"/>
                    </a:cubicBezTo>
                    <a:cubicBezTo>
                      <a:pt x="271" y="308"/>
                      <a:pt x="271" y="308"/>
                      <a:pt x="271" y="308"/>
                    </a:cubicBezTo>
                    <a:cubicBezTo>
                      <a:pt x="271" y="308"/>
                      <a:pt x="271" y="308"/>
                      <a:pt x="271" y="308"/>
                    </a:cubicBezTo>
                    <a:cubicBezTo>
                      <a:pt x="272" y="308"/>
                      <a:pt x="272" y="308"/>
                      <a:pt x="272" y="307"/>
                    </a:cubicBezTo>
                    <a:cubicBezTo>
                      <a:pt x="272" y="307"/>
                      <a:pt x="272" y="307"/>
                      <a:pt x="272" y="307"/>
                    </a:cubicBezTo>
                    <a:cubicBezTo>
                      <a:pt x="272" y="307"/>
                      <a:pt x="272" y="307"/>
                      <a:pt x="272" y="307"/>
                    </a:cubicBezTo>
                    <a:cubicBezTo>
                      <a:pt x="308" y="307"/>
                      <a:pt x="308" y="307"/>
                      <a:pt x="308" y="307"/>
                    </a:cubicBezTo>
                    <a:cubicBezTo>
                      <a:pt x="309" y="307"/>
                      <a:pt x="309" y="307"/>
                      <a:pt x="309" y="307"/>
                    </a:cubicBezTo>
                    <a:cubicBezTo>
                      <a:pt x="309" y="307"/>
                      <a:pt x="309" y="307"/>
                      <a:pt x="309" y="307"/>
                    </a:cubicBezTo>
                    <a:cubicBezTo>
                      <a:pt x="309" y="308"/>
                      <a:pt x="309" y="308"/>
                      <a:pt x="309" y="308"/>
                    </a:cubicBezTo>
                    <a:cubicBezTo>
                      <a:pt x="309" y="308"/>
                      <a:pt x="310" y="308"/>
                      <a:pt x="310" y="308"/>
                    </a:cubicBezTo>
                    <a:cubicBezTo>
                      <a:pt x="327" y="339"/>
                      <a:pt x="327" y="339"/>
                      <a:pt x="327" y="339"/>
                    </a:cubicBezTo>
                    <a:cubicBezTo>
                      <a:pt x="327" y="339"/>
                      <a:pt x="327" y="339"/>
                      <a:pt x="327" y="339"/>
                    </a:cubicBezTo>
                    <a:cubicBezTo>
                      <a:pt x="327" y="340"/>
                      <a:pt x="327" y="340"/>
                      <a:pt x="327" y="340"/>
                    </a:cubicBezTo>
                    <a:cubicBezTo>
                      <a:pt x="327" y="340"/>
                      <a:pt x="327" y="340"/>
                      <a:pt x="327" y="340"/>
                    </a:cubicBezTo>
                    <a:cubicBezTo>
                      <a:pt x="327" y="340"/>
                      <a:pt x="327" y="340"/>
                      <a:pt x="327" y="340"/>
                    </a:cubicBezTo>
                    <a:lnTo>
                      <a:pt x="309" y="372"/>
                    </a:lnTo>
                    <a:close/>
                    <a:moveTo>
                      <a:pt x="434" y="293"/>
                    </a:moveTo>
                    <a:cubicBezTo>
                      <a:pt x="434" y="293"/>
                      <a:pt x="434" y="293"/>
                      <a:pt x="434" y="293"/>
                    </a:cubicBezTo>
                    <a:cubicBezTo>
                      <a:pt x="434" y="294"/>
                      <a:pt x="434" y="294"/>
                      <a:pt x="434" y="294"/>
                    </a:cubicBezTo>
                    <a:cubicBezTo>
                      <a:pt x="434" y="294"/>
                      <a:pt x="434" y="294"/>
                      <a:pt x="434" y="294"/>
                    </a:cubicBezTo>
                    <a:cubicBezTo>
                      <a:pt x="434" y="294"/>
                      <a:pt x="434" y="294"/>
                      <a:pt x="434" y="294"/>
                    </a:cubicBezTo>
                    <a:cubicBezTo>
                      <a:pt x="434" y="295"/>
                      <a:pt x="433" y="295"/>
                      <a:pt x="433" y="295"/>
                    </a:cubicBezTo>
                    <a:cubicBezTo>
                      <a:pt x="433" y="295"/>
                      <a:pt x="433" y="295"/>
                      <a:pt x="433" y="295"/>
                    </a:cubicBezTo>
                    <a:cubicBezTo>
                      <a:pt x="433" y="295"/>
                      <a:pt x="433" y="295"/>
                      <a:pt x="433" y="295"/>
                    </a:cubicBezTo>
                    <a:cubicBezTo>
                      <a:pt x="397" y="295"/>
                      <a:pt x="397" y="295"/>
                      <a:pt x="397" y="295"/>
                    </a:cubicBezTo>
                    <a:cubicBezTo>
                      <a:pt x="372" y="340"/>
                      <a:pt x="372" y="340"/>
                      <a:pt x="372" y="340"/>
                    </a:cubicBezTo>
                    <a:cubicBezTo>
                      <a:pt x="390" y="371"/>
                      <a:pt x="390" y="371"/>
                      <a:pt x="390" y="371"/>
                    </a:cubicBezTo>
                    <a:cubicBezTo>
                      <a:pt x="390" y="371"/>
                      <a:pt x="390" y="371"/>
                      <a:pt x="390" y="372"/>
                    </a:cubicBezTo>
                    <a:cubicBezTo>
                      <a:pt x="390" y="372"/>
                      <a:pt x="390" y="372"/>
                      <a:pt x="390" y="372"/>
                    </a:cubicBezTo>
                    <a:cubicBezTo>
                      <a:pt x="390" y="372"/>
                      <a:pt x="390" y="372"/>
                      <a:pt x="390" y="372"/>
                    </a:cubicBezTo>
                    <a:cubicBezTo>
                      <a:pt x="390" y="372"/>
                      <a:pt x="390" y="372"/>
                      <a:pt x="389" y="372"/>
                    </a:cubicBezTo>
                    <a:cubicBezTo>
                      <a:pt x="389" y="373"/>
                      <a:pt x="389" y="373"/>
                      <a:pt x="389" y="373"/>
                    </a:cubicBezTo>
                    <a:cubicBezTo>
                      <a:pt x="389" y="373"/>
                      <a:pt x="389" y="373"/>
                      <a:pt x="389" y="373"/>
                    </a:cubicBezTo>
                    <a:cubicBezTo>
                      <a:pt x="389" y="373"/>
                      <a:pt x="389" y="373"/>
                      <a:pt x="388" y="373"/>
                    </a:cubicBezTo>
                    <a:cubicBezTo>
                      <a:pt x="325" y="373"/>
                      <a:pt x="325" y="373"/>
                      <a:pt x="325" y="373"/>
                    </a:cubicBezTo>
                    <a:cubicBezTo>
                      <a:pt x="324" y="373"/>
                      <a:pt x="324" y="373"/>
                      <a:pt x="324" y="373"/>
                    </a:cubicBezTo>
                    <a:cubicBezTo>
                      <a:pt x="324" y="373"/>
                      <a:pt x="324" y="373"/>
                      <a:pt x="324" y="373"/>
                    </a:cubicBezTo>
                    <a:cubicBezTo>
                      <a:pt x="324" y="373"/>
                      <a:pt x="324" y="373"/>
                      <a:pt x="324" y="372"/>
                    </a:cubicBezTo>
                    <a:cubicBezTo>
                      <a:pt x="323" y="372"/>
                      <a:pt x="323" y="372"/>
                      <a:pt x="323" y="372"/>
                    </a:cubicBezTo>
                    <a:cubicBezTo>
                      <a:pt x="323" y="372"/>
                      <a:pt x="323" y="372"/>
                      <a:pt x="323" y="372"/>
                    </a:cubicBezTo>
                    <a:cubicBezTo>
                      <a:pt x="323" y="372"/>
                      <a:pt x="323" y="372"/>
                      <a:pt x="323" y="372"/>
                    </a:cubicBezTo>
                    <a:cubicBezTo>
                      <a:pt x="323" y="371"/>
                      <a:pt x="323" y="371"/>
                      <a:pt x="323" y="371"/>
                    </a:cubicBezTo>
                    <a:cubicBezTo>
                      <a:pt x="341" y="340"/>
                      <a:pt x="341" y="340"/>
                      <a:pt x="341" y="340"/>
                    </a:cubicBez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81" y="295"/>
                      <a:pt x="281" y="295"/>
                      <a:pt x="281" y="295"/>
                    </a:cubicBezTo>
                    <a:cubicBezTo>
                      <a:pt x="280" y="295"/>
                      <a:pt x="280" y="295"/>
                      <a:pt x="280" y="295"/>
                    </a:cubicBezTo>
                    <a:cubicBezTo>
                      <a:pt x="280" y="295"/>
                      <a:pt x="280" y="295"/>
                      <a:pt x="280" y="295"/>
                    </a:cubicBezTo>
                    <a:cubicBezTo>
                      <a:pt x="280" y="295"/>
                      <a:pt x="280" y="295"/>
                      <a:pt x="280" y="294"/>
                    </a:cubicBezTo>
                    <a:cubicBezTo>
                      <a:pt x="280" y="294"/>
                      <a:pt x="279" y="294"/>
                      <a:pt x="279" y="294"/>
                    </a:cubicBezTo>
                    <a:cubicBezTo>
                      <a:pt x="279" y="294"/>
                      <a:pt x="279" y="294"/>
                      <a:pt x="279" y="294"/>
                    </a:cubicBezTo>
                    <a:cubicBezTo>
                      <a:pt x="279" y="294"/>
                      <a:pt x="279" y="294"/>
                      <a:pt x="280" y="293"/>
                    </a:cubicBezTo>
                    <a:cubicBezTo>
                      <a:pt x="280" y="293"/>
                      <a:pt x="280" y="293"/>
                      <a:pt x="280" y="293"/>
                    </a:cubicBezTo>
                    <a:cubicBezTo>
                      <a:pt x="311" y="238"/>
                      <a:pt x="311" y="238"/>
                      <a:pt x="311" y="238"/>
                    </a:cubicBezTo>
                    <a:cubicBezTo>
                      <a:pt x="311" y="238"/>
                      <a:pt x="311" y="238"/>
                      <a:pt x="311" y="238"/>
                    </a:cubicBezTo>
                    <a:cubicBezTo>
                      <a:pt x="311" y="238"/>
                      <a:pt x="311" y="238"/>
                      <a:pt x="311" y="238"/>
                    </a:cubicBezTo>
                    <a:cubicBezTo>
                      <a:pt x="311" y="238"/>
                      <a:pt x="311" y="238"/>
                      <a:pt x="312" y="238"/>
                    </a:cubicBezTo>
                    <a:cubicBezTo>
                      <a:pt x="312" y="238"/>
                      <a:pt x="312" y="238"/>
                      <a:pt x="312" y="238"/>
                    </a:cubicBezTo>
                    <a:cubicBezTo>
                      <a:pt x="312" y="238"/>
                      <a:pt x="312" y="238"/>
                      <a:pt x="312" y="238"/>
                    </a:cubicBezTo>
                    <a:cubicBezTo>
                      <a:pt x="313" y="238"/>
                      <a:pt x="313" y="238"/>
                      <a:pt x="313" y="238"/>
                    </a:cubicBezTo>
                    <a:cubicBezTo>
                      <a:pt x="313" y="238"/>
                      <a:pt x="313" y="238"/>
                      <a:pt x="313" y="238"/>
                    </a:cubicBezTo>
                    <a:cubicBezTo>
                      <a:pt x="313" y="238"/>
                      <a:pt x="313" y="238"/>
                      <a:pt x="313" y="238"/>
                    </a:cubicBezTo>
                    <a:cubicBezTo>
                      <a:pt x="331" y="269"/>
                      <a:pt x="331" y="269"/>
                      <a:pt x="331" y="269"/>
                    </a:cubicBezTo>
                    <a:cubicBezTo>
                      <a:pt x="383" y="269"/>
                      <a:pt x="383" y="269"/>
                      <a:pt x="383" y="269"/>
                    </a:cubicBezTo>
                    <a:cubicBezTo>
                      <a:pt x="400" y="238"/>
                      <a:pt x="400" y="238"/>
                      <a:pt x="400" y="238"/>
                    </a:cubicBezTo>
                    <a:cubicBezTo>
                      <a:pt x="400" y="238"/>
                      <a:pt x="400" y="238"/>
                      <a:pt x="400" y="238"/>
                    </a:cubicBezTo>
                    <a:cubicBezTo>
                      <a:pt x="401" y="238"/>
                      <a:pt x="401" y="238"/>
                      <a:pt x="401" y="238"/>
                    </a:cubicBezTo>
                    <a:cubicBezTo>
                      <a:pt x="401" y="238"/>
                      <a:pt x="401" y="238"/>
                      <a:pt x="401" y="238"/>
                    </a:cubicBezTo>
                    <a:cubicBezTo>
                      <a:pt x="401" y="238"/>
                      <a:pt x="401" y="238"/>
                      <a:pt x="401" y="238"/>
                    </a:cubicBezTo>
                    <a:cubicBezTo>
                      <a:pt x="401" y="238"/>
                      <a:pt x="402" y="238"/>
                      <a:pt x="402" y="238"/>
                    </a:cubicBezTo>
                    <a:cubicBezTo>
                      <a:pt x="402" y="238"/>
                      <a:pt x="402" y="238"/>
                      <a:pt x="402" y="238"/>
                    </a:cubicBezTo>
                    <a:cubicBezTo>
                      <a:pt x="402" y="238"/>
                      <a:pt x="402" y="238"/>
                      <a:pt x="402" y="238"/>
                    </a:cubicBezTo>
                    <a:cubicBezTo>
                      <a:pt x="402" y="238"/>
                      <a:pt x="402" y="238"/>
                      <a:pt x="402" y="238"/>
                    </a:cubicBezTo>
                    <a:lnTo>
                      <a:pt x="434" y="293"/>
                    </a:lnTo>
                    <a:close/>
                    <a:moveTo>
                      <a:pt x="319" y="224"/>
                    </a:moveTo>
                    <a:cubicBezTo>
                      <a:pt x="319" y="224"/>
                      <a:pt x="319" y="223"/>
                      <a:pt x="319" y="223"/>
                    </a:cubicBezTo>
                    <a:cubicBezTo>
                      <a:pt x="319" y="223"/>
                      <a:pt x="319" y="223"/>
                      <a:pt x="319" y="223"/>
                    </a:cubicBezTo>
                    <a:cubicBezTo>
                      <a:pt x="337" y="192"/>
                      <a:pt x="337" y="192"/>
                      <a:pt x="337" y="192"/>
                    </a:cubicBezTo>
                    <a:cubicBezTo>
                      <a:pt x="337" y="192"/>
                      <a:pt x="337" y="192"/>
                      <a:pt x="337" y="192"/>
                    </a:cubicBezTo>
                    <a:cubicBezTo>
                      <a:pt x="337" y="192"/>
                      <a:pt x="337" y="191"/>
                      <a:pt x="337" y="191"/>
                    </a:cubicBezTo>
                    <a:cubicBezTo>
                      <a:pt x="337" y="191"/>
                      <a:pt x="338" y="191"/>
                      <a:pt x="338" y="191"/>
                    </a:cubicBezTo>
                    <a:cubicBezTo>
                      <a:pt x="338" y="191"/>
                      <a:pt x="338" y="191"/>
                      <a:pt x="338" y="191"/>
                    </a:cubicBezTo>
                    <a:cubicBezTo>
                      <a:pt x="375" y="191"/>
                      <a:pt x="375" y="191"/>
                      <a:pt x="375" y="191"/>
                    </a:cubicBezTo>
                    <a:cubicBezTo>
                      <a:pt x="375" y="191"/>
                      <a:pt x="375" y="191"/>
                      <a:pt x="375" y="191"/>
                    </a:cubicBezTo>
                    <a:cubicBezTo>
                      <a:pt x="375" y="191"/>
                      <a:pt x="376" y="191"/>
                      <a:pt x="376" y="191"/>
                    </a:cubicBezTo>
                    <a:cubicBezTo>
                      <a:pt x="376" y="191"/>
                      <a:pt x="376" y="192"/>
                      <a:pt x="376" y="192"/>
                    </a:cubicBezTo>
                    <a:cubicBezTo>
                      <a:pt x="376" y="192"/>
                      <a:pt x="376" y="192"/>
                      <a:pt x="376" y="192"/>
                    </a:cubicBezTo>
                    <a:cubicBezTo>
                      <a:pt x="394" y="223"/>
                      <a:pt x="394" y="223"/>
                      <a:pt x="394" y="223"/>
                    </a:cubicBezTo>
                    <a:cubicBezTo>
                      <a:pt x="394" y="223"/>
                      <a:pt x="394" y="223"/>
                      <a:pt x="394" y="223"/>
                    </a:cubicBezTo>
                    <a:cubicBezTo>
                      <a:pt x="394" y="223"/>
                      <a:pt x="394" y="224"/>
                      <a:pt x="394" y="224"/>
                    </a:cubicBezTo>
                    <a:cubicBezTo>
                      <a:pt x="394" y="224"/>
                      <a:pt x="394" y="224"/>
                      <a:pt x="394" y="224"/>
                    </a:cubicBezTo>
                    <a:cubicBezTo>
                      <a:pt x="394" y="224"/>
                      <a:pt x="394" y="224"/>
                      <a:pt x="394" y="224"/>
                    </a:cubicBezTo>
                    <a:cubicBezTo>
                      <a:pt x="376" y="256"/>
                      <a:pt x="376" y="256"/>
                      <a:pt x="376" y="256"/>
                    </a:cubicBezTo>
                    <a:cubicBezTo>
                      <a:pt x="376" y="256"/>
                      <a:pt x="376" y="256"/>
                      <a:pt x="376" y="256"/>
                    </a:cubicBezTo>
                    <a:cubicBezTo>
                      <a:pt x="376" y="256"/>
                      <a:pt x="376" y="256"/>
                      <a:pt x="376" y="256"/>
                    </a:cubicBezTo>
                    <a:cubicBezTo>
                      <a:pt x="376" y="256"/>
                      <a:pt x="375" y="257"/>
                      <a:pt x="375" y="257"/>
                    </a:cubicBezTo>
                    <a:cubicBezTo>
                      <a:pt x="338" y="257"/>
                      <a:pt x="338" y="257"/>
                      <a:pt x="338" y="257"/>
                    </a:cubicBezTo>
                    <a:cubicBezTo>
                      <a:pt x="338" y="257"/>
                      <a:pt x="337" y="256"/>
                      <a:pt x="337" y="256"/>
                    </a:cubicBezTo>
                    <a:cubicBezTo>
                      <a:pt x="337" y="256"/>
                      <a:pt x="337" y="256"/>
                      <a:pt x="337" y="256"/>
                    </a:cubicBezTo>
                    <a:cubicBezTo>
                      <a:pt x="337" y="256"/>
                      <a:pt x="337" y="256"/>
                      <a:pt x="337" y="256"/>
                    </a:cubicBezTo>
                    <a:cubicBezTo>
                      <a:pt x="319" y="224"/>
                      <a:pt x="319" y="224"/>
                      <a:pt x="319" y="224"/>
                    </a:cubicBezTo>
                    <a:cubicBezTo>
                      <a:pt x="319" y="224"/>
                      <a:pt x="319" y="224"/>
                      <a:pt x="319" y="224"/>
                    </a:cubicBezTo>
                    <a:cubicBezTo>
                      <a:pt x="319" y="224"/>
                      <a:pt x="319" y="224"/>
                      <a:pt x="319" y="224"/>
                    </a:cubicBezTo>
                    <a:close/>
                    <a:moveTo>
                      <a:pt x="434" y="154"/>
                    </a:moveTo>
                    <a:cubicBezTo>
                      <a:pt x="434" y="154"/>
                      <a:pt x="434" y="154"/>
                      <a:pt x="434" y="155"/>
                    </a:cubicBezTo>
                    <a:cubicBezTo>
                      <a:pt x="402" y="210"/>
                      <a:pt x="402" y="210"/>
                      <a:pt x="402" y="210"/>
                    </a:cubicBezTo>
                    <a:cubicBezTo>
                      <a:pt x="402" y="210"/>
                      <a:pt x="402" y="210"/>
                      <a:pt x="402" y="210"/>
                    </a:cubicBezTo>
                    <a:cubicBezTo>
                      <a:pt x="402" y="210"/>
                      <a:pt x="401" y="211"/>
                      <a:pt x="401" y="211"/>
                    </a:cubicBezTo>
                    <a:cubicBezTo>
                      <a:pt x="401" y="211"/>
                      <a:pt x="401" y="210"/>
                      <a:pt x="401" y="210"/>
                    </a:cubicBezTo>
                    <a:cubicBezTo>
                      <a:pt x="400" y="210"/>
                      <a:pt x="400" y="210"/>
                      <a:pt x="400" y="210"/>
                    </a:cubicBezTo>
                    <a:cubicBezTo>
                      <a:pt x="383" y="179"/>
                      <a:pt x="383" y="179"/>
                      <a:pt x="383" y="179"/>
                    </a:cubicBezTo>
                    <a:cubicBezTo>
                      <a:pt x="331" y="179"/>
                      <a:pt x="331" y="179"/>
                      <a:pt x="331" y="179"/>
                    </a:cubicBezTo>
                    <a:cubicBezTo>
                      <a:pt x="313" y="210"/>
                      <a:pt x="313" y="210"/>
                      <a:pt x="313" y="210"/>
                    </a:cubicBezTo>
                    <a:cubicBezTo>
                      <a:pt x="313" y="210"/>
                      <a:pt x="313" y="210"/>
                      <a:pt x="313" y="210"/>
                    </a:cubicBezTo>
                    <a:cubicBezTo>
                      <a:pt x="312" y="210"/>
                      <a:pt x="312" y="211"/>
                      <a:pt x="312" y="211"/>
                    </a:cubicBezTo>
                    <a:cubicBezTo>
                      <a:pt x="312" y="211"/>
                      <a:pt x="312" y="210"/>
                      <a:pt x="311" y="210"/>
                    </a:cubicBezTo>
                    <a:cubicBezTo>
                      <a:pt x="311" y="210"/>
                      <a:pt x="311" y="210"/>
                      <a:pt x="311" y="210"/>
                    </a:cubicBezTo>
                    <a:cubicBezTo>
                      <a:pt x="280" y="155"/>
                      <a:pt x="280" y="155"/>
                      <a:pt x="280" y="155"/>
                    </a:cubicBezTo>
                    <a:cubicBezTo>
                      <a:pt x="280" y="154"/>
                      <a:pt x="280" y="154"/>
                      <a:pt x="280" y="154"/>
                    </a:cubicBezTo>
                    <a:cubicBezTo>
                      <a:pt x="279" y="154"/>
                      <a:pt x="279" y="154"/>
                      <a:pt x="279" y="154"/>
                    </a:cubicBezTo>
                    <a:cubicBezTo>
                      <a:pt x="279" y="154"/>
                      <a:pt x="279" y="154"/>
                      <a:pt x="279" y="154"/>
                    </a:cubicBezTo>
                    <a:cubicBezTo>
                      <a:pt x="279" y="154"/>
                      <a:pt x="280" y="154"/>
                      <a:pt x="280" y="153"/>
                    </a:cubicBezTo>
                    <a:cubicBezTo>
                      <a:pt x="280" y="153"/>
                      <a:pt x="280" y="153"/>
                      <a:pt x="280" y="153"/>
                    </a:cubicBezTo>
                    <a:cubicBezTo>
                      <a:pt x="280" y="153"/>
                      <a:pt x="280" y="153"/>
                      <a:pt x="280" y="153"/>
                    </a:cubicBezTo>
                    <a:cubicBezTo>
                      <a:pt x="280" y="153"/>
                      <a:pt x="280" y="153"/>
                      <a:pt x="280" y="153"/>
                    </a:cubicBezTo>
                    <a:cubicBezTo>
                      <a:pt x="280" y="153"/>
                      <a:pt x="281" y="153"/>
                      <a:pt x="281" y="153"/>
                    </a:cubicBezTo>
                    <a:cubicBezTo>
                      <a:pt x="316" y="153"/>
                      <a:pt x="316" y="153"/>
                      <a:pt x="316" y="153"/>
                    </a:cubicBezTo>
                    <a:cubicBezTo>
                      <a:pt x="341" y="108"/>
                      <a:pt x="341" y="108"/>
                      <a:pt x="341" y="108"/>
                    </a:cubicBezTo>
                    <a:cubicBezTo>
                      <a:pt x="323" y="76"/>
                      <a:pt x="323" y="76"/>
                      <a:pt x="323" y="76"/>
                    </a:cubicBezTo>
                    <a:cubicBezTo>
                      <a:pt x="323" y="76"/>
                      <a:pt x="323" y="76"/>
                      <a:pt x="323" y="76"/>
                    </a:cubicBezTo>
                    <a:cubicBezTo>
                      <a:pt x="323" y="76"/>
                      <a:pt x="323" y="76"/>
                      <a:pt x="323" y="76"/>
                    </a:cubicBezTo>
                    <a:cubicBezTo>
                      <a:pt x="323" y="76"/>
                      <a:pt x="323" y="76"/>
                      <a:pt x="323" y="76"/>
                    </a:cubicBezTo>
                    <a:cubicBezTo>
                      <a:pt x="323" y="76"/>
                      <a:pt x="323" y="75"/>
                      <a:pt x="324" y="75"/>
                    </a:cubicBezTo>
                    <a:cubicBezTo>
                      <a:pt x="324" y="75"/>
                      <a:pt x="324" y="75"/>
                      <a:pt x="324" y="75"/>
                    </a:cubicBezTo>
                    <a:cubicBezTo>
                      <a:pt x="324" y="75"/>
                      <a:pt x="324" y="75"/>
                      <a:pt x="324" y="75"/>
                    </a:cubicBezTo>
                    <a:cubicBezTo>
                      <a:pt x="324" y="75"/>
                      <a:pt x="324" y="75"/>
                      <a:pt x="324" y="75"/>
                    </a:cubicBezTo>
                    <a:cubicBezTo>
                      <a:pt x="324" y="75"/>
                      <a:pt x="324" y="75"/>
                      <a:pt x="325" y="75"/>
                    </a:cubicBezTo>
                    <a:cubicBezTo>
                      <a:pt x="388" y="75"/>
                      <a:pt x="388" y="75"/>
                      <a:pt x="388" y="75"/>
                    </a:cubicBezTo>
                    <a:cubicBezTo>
                      <a:pt x="389" y="75"/>
                      <a:pt x="389" y="75"/>
                      <a:pt x="389" y="75"/>
                    </a:cubicBezTo>
                    <a:cubicBezTo>
                      <a:pt x="389" y="75"/>
                      <a:pt x="389" y="75"/>
                      <a:pt x="389" y="75"/>
                    </a:cubicBezTo>
                    <a:cubicBezTo>
                      <a:pt x="389" y="75"/>
                      <a:pt x="389" y="75"/>
                      <a:pt x="389" y="75"/>
                    </a:cubicBezTo>
                    <a:cubicBezTo>
                      <a:pt x="389" y="75"/>
                      <a:pt x="389" y="75"/>
                      <a:pt x="389" y="75"/>
                    </a:cubicBezTo>
                    <a:cubicBezTo>
                      <a:pt x="390" y="75"/>
                      <a:pt x="390" y="76"/>
                      <a:pt x="390" y="76"/>
                    </a:cubicBezTo>
                    <a:cubicBezTo>
                      <a:pt x="390" y="76"/>
                      <a:pt x="390" y="76"/>
                      <a:pt x="390" y="76"/>
                    </a:cubicBezTo>
                    <a:cubicBezTo>
                      <a:pt x="390" y="76"/>
                      <a:pt x="390" y="76"/>
                      <a:pt x="390" y="76"/>
                    </a:cubicBezTo>
                    <a:cubicBezTo>
                      <a:pt x="390" y="76"/>
                      <a:pt x="390" y="76"/>
                      <a:pt x="390" y="76"/>
                    </a:cubicBezTo>
                    <a:cubicBezTo>
                      <a:pt x="372" y="108"/>
                      <a:pt x="372" y="108"/>
                      <a:pt x="372" y="108"/>
                    </a:cubicBezTo>
                    <a:cubicBezTo>
                      <a:pt x="397" y="153"/>
                      <a:pt x="397" y="153"/>
                      <a:pt x="397" y="153"/>
                    </a:cubicBezTo>
                    <a:cubicBezTo>
                      <a:pt x="433" y="153"/>
                      <a:pt x="433" y="153"/>
                      <a:pt x="433" y="153"/>
                    </a:cubicBezTo>
                    <a:cubicBezTo>
                      <a:pt x="433" y="153"/>
                      <a:pt x="433" y="153"/>
                      <a:pt x="433" y="153"/>
                    </a:cubicBezTo>
                    <a:cubicBezTo>
                      <a:pt x="433" y="153"/>
                      <a:pt x="433" y="153"/>
                      <a:pt x="433" y="153"/>
                    </a:cubicBezTo>
                    <a:cubicBezTo>
                      <a:pt x="433" y="153"/>
                      <a:pt x="433" y="153"/>
                      <a:pt x="433" y="153"/>
                    </a:cubicBezTo>
                    <a:cubicBezTo>
                      <a:pt x="433" y="153"/>
                      <a:pt x="434" y="153"/>
                      <a:pt x="434" y="153"/>
                    </a:cubicBezTo>
                    <a:cubicBezTo>
                      <a:pt x="434" y="154"/>
                      <a:pt x="434" y="154"/>
                      <a:pt x="434" y="154"/>
                    </a:cubicBezTo>
                    <a:cubicBezTo>
                      <a:pt x="434" y="154"/>
                      <a:pt x="434" y="154"/>
                      <a:pt x="434" y="154"/>
                    </a:cubicBezTo>
                    <a:cubicBezTo>
                      <a:pt x="434" y="154"/>
                      <a:pt x="434" y="154"/>
                      <a:pt x="434" y="154"/>
                    </a:cubicBezTo>
                    <a:close/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5" name="Freeform 1155">
                <a:extLst>
                  <a:ext uri="{FF2B5EF4-FFF2-40B4-BE49-F238E27FC236}">
                    <a16:creationId xmlns:a16="http://schemas.microsoft.com/office/drawing/2014/main" id="{726932BD-0A28-49ED-8E77-528E3B49112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322" y="981"/>
                <a:ext cx="305" cy="305"/>
              </a:xfrm>
              <a:custGeom>
                <a:avLst/>
                <a:gdLst>
                  <a:gd name="T0" fmla="*/ 386 w 448"/>
                  <a:gd name="T1" fmla="*/ 109 h 448"/>
                  <a:gd name="T2" fmla="*/ 405 w 448"/>
                  <a:gd name="T3" fmla="*/ 75 h 448"/>
                  <a:gd name="T4" fmla="*/ 408 w 448"/>
                  <a:gd name="T5" fmla="*/ 224 h 448"/>
                  <a:gd name="T6" fmla="*/ 405 w 448"/>
                  <a:gd name="T7" fmla="*/ 373 h 448"/>
                  <a:gd name="T8" fmla="*/ 404 w 448"/>
                  <a:gd name="T9" fmla="*/ 308 h 448"/>
                  <a:gd name="T10" fmla="*/ 446 w 448"/>
                  <a:gd name="T11" fmla="*/ 442 h 448"/>
                  <a:gd name="T12" fmla="*/ 412 w 448"/>
                  <a:gd name="T13" fmla="*/ 386 h 448"/>
                  <a:gd name="T14" fmla="*/ 204 w 448"/>
                  <a:gd name="T15" fmla="*/ 424 h 448"/>
                  <a:gd name="T16" fmla="*/ 243 w 448"/>
                  <a:gd name="T17" fmla="*/ 424 h 448"/>
                  <a:gd name="T18" fmla="*/ 397 w 448"/>
                  <a:gd name="T19" fmla="*/ 385 h 448"/>
                  <a:gd name="T20" fmla="*/ 50 w 448"/>
                  <a:gd name="T21" fmla="*/ 385 h 448"/>
                  <a:gd name="T22" fmla="*/ 39 w 448"/>
                  <a:gd name="T23" fmla="*/ 224 h 448"/>
                  <a:gd name="T24" fmla="*/ 315 w 448"/>
                  <a:gd name="T25" fmla="*/ 62 h 448"/>
                  <a:gd name="T26" fmla="*/ 204 w 448"/>
                  <a:gd name="T27" fmla="*/ 23 h 448"/>
                  <a:gd name="T28" fmla="*/ 412 w 448"/>
                  <a:gd name="T29" fmla="*/ 61 h 448"/>
                  <a:gd name="T30" fmla="*/ 305 w 448"/>
                  <a:gd name="T31" fmla="*/ 223 h 448"/>
                  <a:gd name="T32" fmla="*/ 183 w 448"/>
                  <a:gd name="T33" fmla="*/ 295 h 448"/>
                  <a:gd name="T34" fmla="*/ 182 w 448"/>
                  <a:gd name="T35" fmla="*/ 153 h 448"/>
                  <a:gd name="T36" fmla="*/ 305 w 448"/>
                  <a:gd name="T37" fmla="*/ 223 h 448"/>
                  <a:gd name="T38" fmla="*/ 179 w 448"/>
                  <a:gd name="T39" fmla="*/ 5 h 448"/>
                  <a:gd name="T40" fmla="*/ 268 w 448"/>
                  <a:gd name="T41" fmla="*/ 5 h 448"/>
                  <a:gd name="T42" fmla="*/ 301 w 448"/>
                  <a:gd name="T43" fmla="*/ 62 h 448"/>
                  <a:gd name="T44" fmla="*/ 257 w 448"/>
                  <a:gd name="T45" fmla="*/ 139 h 448"/>
                  <a:gd name="T46" fmla="*/ 191 w 448"/>
                  <a:gd name="T47" fmla="*/ 139 h 448"/>
                  <a:gd name="T48" fmla="*/ 147 w 448"/>
                  <a:gd name="T49" fmla="*/ 62 h 448"/>
                  <a:gd name="T50" fmla="*/ 176 w 448"/>
                  <a:gd name="T51" fmla="*/ 75 h 448"/>
                  <a:gd name="T52" fmla="*/ 194 w 448"/>
                  <a:gd name="T53" fmla="*/ 108 h 448"/>
                  <a:gd name="T54" fmla="*/ 120 w 448"/>
                  <a:gd name="T55" fmla="*/ 109 h 448"/>
                  <a:gd name="T56" fmla="*/ 272 w 448"/>
                  <a:gd name="T57" fmla="*/ 75 h 448"/>
                  <a:gd name="T58" fmla="*/ 327 w 448"/>
                  <a:gd name="T59" fmla="*/ 107 h 448"/>
                  <a:gd name="T60" fmla="*/ 271 w 448"/>
                  <a:gd name="T61" fmla="*/ 140 h 448"/>
                  <a:gd name="T62" fmla="*/ 138 w 448"/>
                  <a:gd name="T63" fmla="*/ 373 h 448"/>
                  <a:gd name="T64" fmla="*/ 138 w 448"/>
                  <a:gd name="T65" fmla="*/ 307 h 448"/>
                  <a:gd name="T66" fmla="*/ 194 w 448"/>
                  <a:gd name="T67" fmla="*/ 340 h 448"/>
                  <a:gd name="T68" fmla="*/ 138 w 448"/>
                  <a:gd name="T69" fmla="*/ 373 h 448"/>
                  <a:gd name="T70" fmla="*/ 180 w 448"/>
                  <a:gd name="T71" fmla="*/ 442 h 448"/>
                  <a:gd name="T72" fmla="*/ 147 w 448"/>
                  <a:gd name="T73" fmla="*/ 386 h 448"/>
                  <a:gd name="T74" fmla="*/ 191 w 448"/>
                  <a:gd name="T75" fmla="*/ 309 h 448"/>
                  <a:gd name="T76" fmla="*/ 256 w 448"/>
                  <a:gd name="T77" fmla="*/ 307 h 448"/>
                  <a:gd name="T78" fmla="*/ 264 w 448"/>
                  <a:gd name="T79" fmla="*/ 385 h 448"/>
                  <a:gd name="T80" fmla="*/ 309 w 448"/>
                  <a:gd name="T81" fmla="*/ 372 h 448"/>
                  <a:gd name="T82" fmla="*/ 253 w 448"/>
                  <a:gd name="T83" fmla="*/ 341 h 448"/>
                  <a:gd name="T84" fmla="*/ 308 w 448"/>
                  <a:gd name="T85" fmla="*/ 307 h 448"/>
                  <a:gd name="T86" fmla="*/ 327 w 448"/>
                  <a:gd name="T87" fmla="*/ 340 h 448"/>
                  <a:gd name="T88" fmla="*/ 433 w 448"/>
                  <a:gd name="T89" fmla="*/ 295 h 448"/>
                  <a:gd name="T90" fmla="*/ 389 w 448"/>
                  <a:gd name="T91" fmla="*/ 373 h 448"/>
                  <a:gd name="T92" fmla="*/ 323 w 448"/>
                  <a:gd name="T93" fmla="*/ 371 h 448"/>
                  <a:gd name="T94" fmla="*/ 280 w 448"/>
                  <a:gd name="T95" fmla="*/ 293 h 448"/>
                  <a:gd name="T96" fmla="*/ 313 w 448"/>
                  <a:gd name="T97" fmla="*/ 238 h 448"/>
                  <a:gd name="T98" fmla="*/ 402 w 448"/>
                  <a:gd name="T99" fmla="*/ 238 h 448"/>
                  <a:gd name="T100" fmla="*/ 337 w 448"/>
                  <a:gd name="T101" fmla="*/ 192 h 448"/>
                  <a:gd name="T102" fmla="*/ 394 w 448"/>
                  <a:gd name="T103" fmla="*/ 223 h 448"/>
                  <a:gd name="T104" fmla="*/ 338 w 448"/>
                  <a:gd name="T105" fmla="*/ 257 h 448"/>
                  <a:gd name="T106" fmla="*/ 402 w 448"/>
                  <a:gd name="T107" fmla="*/ 210 h 448"/>
                  <a:gd name="T108" fmla="*/ 312 w 448"/>
                  <a:gd name="T109" fmla="*/ 211 h 448"/>
                  <a:gd name="T110" fmla="*/ 280 w 448"/>
                  <a:gd name="T111" fmla="*/ 153 h 448"/>
                  <a:gd name="T112" fmla="*/ 324 w 448"/>
                  <a:gd name="T113" fmla="*/ 75 h 448"/>
                  <a:gd name="T114" fmla="*/ 389 w 448"/>
                  <a:gd name="T115" fmla="*/ 75 h 448"/>
                  <a:gd name="T116" fmla="*/ 433 w 448"/>
                  <a:gd name="T117" fmla="*/ 153 h 4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48" h="448">
                    <a:moveTo>
                      <a:pt x="442" y="140"/>
                    </a:moveTo>
                    <a:cubicBezTo>
                      <a:pt x="442" y="140"/>
                      <a:pt x="442" y="140"/>
                      <a:pt x="442" y="140"/>
                    </a:cubicBezTo>
                    <a:cubicBezTo>
                      <a:pt x="442" y="140"/>
                      <a:pt x="442" y="140"/>
                      <a:pt x="442" y="140"/>
                    </a:cubicBezTo>
                    <a:cubicBezTo>
                      <a:pt x="441" y="140"/>
                      <a:pt x="441" y="140"/>
                      <a:pt x="441" y="140"/>
                    </a:cubicBezTo>
                    <a:cubicBezTo>
                      <a:pt x="405" y="140"/>
                      <a:pt x="405" y="140"/>
                      <a:pt x="405" y="140"/>
                    </a:cubicBezTo>
                    <a:cubicBezTo>
                      <a:pt x="405" y="140"/>
                      <a:pt x="404" y="140"/>
                      <a:pt x="404" y="140"/>
                    </a:cubicBezTo>
                    <a:cubicBezTo>
                      <a:pt x="404" y="140"/>
                      <a:pt x="404" y="140"/>
                      <a:pt x="404" y="140"/>
                    </a:cubicBezTo>
                    <a:cubicBezTo>
                      <a:pt x="404" y="140"/>
                      <a:pt x="404" y="140"/>
                      <a:pt x="404" y="140"/>
                    </a:cubicBezTo>
                    <a:cubicBezTo>
                      <a:pt x="386" y="109"/>
                      <a:pt x="386" y="109"/>
                      <a:pt x="386" y="109"/>
                    </a:cubicBezTo>
                    <a:cubicBezTo>
                      <a:pt x="386" y="108"/>
                      <a:pt x="386" y="108"/>
                      <a:pt x="386" y="108"/>
                    </a:cubicBezTo>
                    <a:cubicBezTo>
                      <a:pt x="386" y="108"/>
                      <a:pt x="386" y="108"/>
                      <a:pt x="386" y="108"/>
                    </a:cubicBezTo>
                    <a:cubicBezTo>
                      <a:pt x="386" y="108"/>
                      <a:pt x="386" y="108"/>
                      <a:pt x="386" y="107"/>
                    </a:cubicBezTo>
                    <a:cubicBezTo>
                      <a:pt x="386" y="107"/>
                      <a:pt x="386" y="107"/>
                      <a:pt x="386" y="107"/>
                    </a:cubicBezTo>
                    <a:cubicBezTo>
                      <a:pt x="404" y="75"/>
                      <a:pt x="404" y="75"/>
                      <a:pt x="404" y="75"/>
                    </a:cubicBezTo>
                    <a:cubicBezTo>
                      <a:pt x="404" y="75"/>
                      <a:pt x="404" y="75"/>
                      <a:pt x="404" y="75"/>
                    </a:cubicBezTo>
                    <a:cubicBezTo>
                      <a:pt x="404" y="75"/>
                      <a:pt x="405" y="75"/>
                      <a:pt x="405" y="75"/>
                    </a:cubicBezTo>
                    <a:cubicBezTo>
                      <a:pt x="405" y="75"/>
                      <a:pt x="405" y="75"/>
                      <a:pt x="405" y="75"/>
                    </a:cubicBezTo>
                    <a:cubicBezTo>
                      <a:pt x="405" y="75"/>
                      <a:pt x="405" y="75"/>
                      <a:pt x="405" y="75"/>
                    </a:cubicBezTo>
                    <a:cubicBezTo>
                      <a:pt x="441" y="75"/>
                      <a:pt x="441" y="75"/>
                      <a:pt x="441" y="75"/>
                    </a:cubicBezTo>
                    <a:cubicBezTo>
                      <a:pt x="441" y="75"/>
                      <a:pt x="441" y="75"/>
                      <a:pt x="442" y="75"/>
                    </a:cubicBezTo>
                    <a:cubicBezTo>
                      <a:pt x="442" y="75"/>
                      <a:pt x="442" y="75"/>
                      <a:pt x="442" y="75"/>
                    </a:cubicBezTo>
                    <a:cubicBezTo>
                      <a:pt x="442" y="75"/>
                      <a:pt x="442" y="75"/>
                      <a:pt x="442" y="75"/>
                    </a:cubicBezTo>
                    <a:cubicBezTo>
                      <a:pt x="442" y="75"/>
                      <a:pt x="442" y="75"/>
                      <a:pt x="442" y="75"/>
                    </a:cubicBezTo>
                    <a:moveTo>
                      <a:pt x="448" y="294"/>
                    </a:moveTo>
                    <a:cubicBezTo>
                      <a:pt x="408" y="224"/>
                      <a:pt x="408" y="224"/>
                      <a:pt x="408" y="224"/>
                    </a:cubicBezTo>
                    <a:cubicBezTo>
                      <a:pt x="408" y="224"/>
                      <a:pt x="408" y="224"/>
                      <a:pt x="408" y="224"/>
                    </a:cubicBezTo>
                    <a:cubicBezTo>
                      <a:pt x="408" y="224"/>
                      <a:pt x="408" y="224"/>
                      <a:pt x="408" y="224"/>
                    </a:cubicBezTo>
                    <a:cubicBezTo>
                      <a:pt x="408" y="224"/>
                      <a:pt x="408" y="223"/>
                      <a:pt x="408" y="223"/>
                    </a:cubicBezTo>
                    <a:cubicBezTo>
                      <a:pt x="408" y="223"/>
                      <a:pt x="408" y="223"/>
                      <a:pt x="408" y="223"/>
                    </a:cubicBezTo>
                    <a:cubicBezTo>
                      <a:pt x="448" y="154"/>
                      <a:pt x="448" y="154"/>
                      <a:pt x="448" y="154"/>
                    </a:cubicBezTo>
                    <a:moveTo>
                      <a:pt x="442" y="372"/>
                    </a:moveTo>
                    <a:cubicBezTo>
                      <a:pt x="442" y="373"/>
                      <a:pt x="442" y="373"/>
                      <a:pt x="442" y="373"/>
                    </a:cubicBezTo>
                    <a:cubicBezTo>
                      <a:pt x="442" y="373"/>
                      <a:pt x="442" y="373"/>
                      <a:pt x="442" y="373"/>
                    </a:cubicBezTo>
                    <a:cubicBezTo>
                      <a:pt x="442" y="373"/>
                      <a:pt x="442" y="373"/>
                      <a:pt x="441" y="373"/>
                    </a:cubicBezTo>
                    <a:cubicBezTo>
                      <a:pt x="405" y="373"/>
                      <a:pt x="405" y="373"/>
                      <a:pt x="405" y="373"/>
                    </a:cubicBezTo>
                    <a:cubicBezTo>
                      <a:pt x="405" y="373"/>
                      <a:pt x="405" y="373"/>
                      <a:pt x="405" y="373"/>
                    </a:cubicBezTo>
                    <a:cubicBezTo>
                      <a:pt x="404" y="373"/>
                      <a:pt x="404" y="373"/>
                      <a:pt x="404" y="373"/>
                    </a:cubicBezTo>
                    <a:cubicBezTo>
                      <a:pt x="404" y="373"/>
                      <a:pt x="404" y="373"/>
                      <a:pt x="404" y="373"/>
                    </a:cubicBezTo>
                    <a:cubicBezTo>
                      <a:pt x="386" y="340"/>
                      <a:pt x="386" y="340"/>
                      <a:pt x="386" y="340"/>
                    </a:cubicBezTo>
                    <a:cubicBezTo>
                      <a:pt x="386" y="340"/>
                      <a:pt x="386" y="340"/>
                      <a:pt x="386" y="340"/>
                    </a:cubicBezTo>
                    <a:cubicBezTo>
                      <a:pt x="386" y="340"/>
                      <a:pt x="386" y="340"/>
                      <a:pt x="386" y="340"/>
                    </a:cubicBezTo>
                    <a:cubicBezTo>
                      <a:pt x="386" y="340"/>
                      <a:pt x="386" y="340"/>
                      <a:pt x="386" y="339"/>
                    </a:cubicBezTo>
                    <a:cubicBezTo>
                      <a:pt x="386" y="339"/>
                      <a:pt x="386" y="339"/>
                      <a:pt x="386" y="339"/>
                    </a:cubicBezTo>
                    <a:cubicBezTo>
                      <a:pt x="404" y="308"/>
                      <a:pt x="404" y="308"/>
                      <a:pt x="404" y="308"/>
                    </a:cubicBezTo>
                    <a:cubicBezTo>
                      <a:pt x="404" y="308"/>
                      <a:pt x="404" y="308"/>
                      <a:pt x="404" y="308"/>
                    </a:cubicBezTo>
                    <a:cubicBezTo>
                      <a:pt x="404" y="308"/>
                      <a:pt x="404" y="308"/>
                      <a:pt x="404" y="307"/>
                    </a:cubicBezTo>
                    <a:cubicBezTo>
                      <a:pt x="404" y="307"/>
                      <a:pt x="405" y="307"/>
                      <a:pt x="405" y="307"/>
                    </a:cubicBezTo>
                    <a:cubicBezTo>
                      <a:pt x="405" y="307"/>
                      <a:pt x="405" y="307"/>
                      <a:pt x="405" y="307"/>
                    </a:cubicBezTo>
                    <a:cubicBezTo>
                      <a:pt x="441" y="307"/>
                      <a:pt x="441" y="307"/>
                      <a:pt x="441" y="307"/>
                    </a:cubicBezTo>
                    <a:cubicBezTo>
                      <a:pt x="441" y="307"/>
                      <a:pt x="441" y="307"/>
                      <a:pt x="441" y="307"/>
                    </a:cubicBezTo>
                    <a:cubicBezTo>
                      <a:pt x="441" y="307"/>
                      <a:pt x="441" y="307"/>
                      <a:pt x="442" y="307"/>
                    </a:cubicBezTo>
                    <a:cubicBezTo>
                      <a:pt x="442" y="308"/>
                      <a:pt x="442" y="308"/>
                      <a:pt x="442" y="308"/>
                    </a:cubicBezTo>
                    <a:cubicBezTo>
                      <a:pt x="442" y="308"/>
                      <a:pt x="442" y="308"/>
                      <a:pt x="442" y="308"/>
                    </a:cubicBezTo>
                    <a:moveTo>
                      <a:pt x="446" y="442"/>
                    </a:moveTo>
                    <a:cubicBezTo>
                      <a:pt x="446" y="442"/>
                      <a:pt x="446" y="443"/>
                      <a:pt x="445" y="443"/>
                    </a:cubicBezTo>
                    <a:cubicBezTo>
                      <a:pt x="445" y="443"/>
                      <a:pt x="445" y="443"/>
                      <a:pt x="445" y="443"/>
                    </a:cubicBezTo>
                    <a:cubicBezTo>
                      <a:pt x="444" y="443"/>
                      <a:pt x="444" y="443"/>
                      <a:pt x="444" y="443"/>
                    </a:cubicBezTo>
                    <a:cubicBezTo>
                      <a:pt x="444" y="443"/>
                      <a:pt x="444" y="443"/>
                      <a:pt x="444" y="443"/>
                    </a:cubicBezTo>
                    <a:cubicBezTo>
                      <a:pt x="444" y="443"/>
                      <a:pt x="444" y="442"/>
                      <a:pt x="444" y="442"/>
                    </a:cubicBezTo>
                    <a:cubicBezTo>
                      <a:pt x="413" y="387"/>
                      <a:pt x="413" y="387"/>
                      <a:pt x="413" y="387"/>
                    </a:cubicBezTo>
                    <a:cubicBezTo>
                      <a:pt x="412" y="387"/>
                      <a:pt x="412" y="387"/>
                      <a:pt x="412" y="387"/>
                    </a:cubicBezTo>
                    <a:cubicBezTo>
                      <a:pt x="412" y="387"/>
                      <a:pt x="412" y="387"/>
                      <a:pt x="412" y="387"/>
                    </a:cubicBezTo>
                    <a:cubicBezTo>
                      <a:pt x="412" y="387"/>
                      <a:pt x="412" y="386"/>
                      <a:pt x="412" y="386"/>
                    </a:cubicBezTo>
                    <a:cubicBezTo>
                      <a:pt x="412" y="386"/>
                      <a:pt x="412" y="386"/>
                      <a:pt x="413" y="386"/>
                    </a:cubicBezTo>
                    <a:cubicBezTo>
                      <a:pt x="413" y="386"/>
                      <a:pt x="413" y="386"/>
                      <a:pt x="413" y="386"/>
                    </a:cubicBezTo>
                    <a:cubicBezTo>
                      <a:pt x="413" y="386"/>
                      <a:pt x="413" y="386"/>
                      <a:pt x="413" y="385"/>
                    </a:cubicBezTo>
                    <a:cubicBezTo>
                      <a:pt x="413" y="385"/>
                      <a:pt x="413" y="385"/>
                      <a:pt x="413" y="385"/>
                    </a:cubicBezTo>
                    <a:cubicBezTo>
                      <a:pt x="413" y="385"/>
                      <a:pt x="413" y="385"/>
                      <a:pt x="414" y="385"/>
                    </a:cubicBezTo>
                    <a:cubicBezTo>
                      <a:pt x="448" y="385"/>
                      <a:pt x="448" y="385"/>
                      <a:pt x="448" y="385"/>
                    </a:cubicBezTo>
                    <a:moveTo>
                      <a:pt x="167" y="448"/>
                    </a:moveTo>
                    <a:cubicBezTo>
                      <a:pt x="191" y="448"/>
                      <a:pt x="191" y="448"/>
                      <a:pt x="191" y="448"/>
                    </a:cubicBezTo>
                    <a:cubicBezTo>
                      <a:pt x="204" y="424"/>
                      <a:pt x="204" y="424"/>
                      <a:pt x="204" y="424"/>
                    </a:cubicBezTo>
                    <a:cubicBezTo>
                      <a:pt x="204" y="424"/>
                      <a:pt x="204" y="424"/>
                      <a:pt x="204" y="424"/>
                    </a:cubicBezTo>
                    <a:cubicBezTo>
                      <a:pt x="204" y="424"/>
                      <a:pt x="204" y="424"/>
                      <a:pt x="205" y="424"/>
                    </a:cubicBezTo>
                    <a:cubicBezTo>
                      <a:pt x="205" y="424"/>
                      <a:pt x="205" y="424"/>
                      <a:pt x="205" y="424"/>
                    </a:cubicBezTo>
                    <a:cubicBezTo>
                      <a:pt x="205" y="424"/>
                      <a:pt x="205" y="424"/>
                      <a:pt x="205" y="424"/>
                    </a:cubicBezTo>
                    <a:cubicBezTo>
                      <a:pt x="242" y="424"/>
                      <a:pt x="242" y="424"/>
                      <a:pt x="242" y="424"/>
                    </a:cubicBezTo>
                    <a:cubicBezTo>
                      <a:pt x="242" y="424"/>
                      <a:pt x="242" y="424"/>
                      <a:pt x="242" y="424"/>
                    </a:cubicBezTo>
                    <a:cubicBezTo>
                      <a:pt x="242" y="424"/>
                      <a:pt x="242" y="424"/>
                      <a:pt x="243" y="424"/>
                    </a:cubicBezTo>
                    <a:cubicBezTo>
                      <a:pt x="243" y="424"/>
                      <a:pt x="243" y="424"/>
                      <a:pt x="243" y="424"/>
                    </a:cubicBezTo>
                    <a:cubicBezTo>
                      <a:pt x="243" y="424"/>
                      <a:pt x="243" y="424"/>
                      <a:pt x="243" y="424"/>
                    </a:cubicBezTo>
                    <a:cubicBezTo>
                      <a:pt x="257" y="448"/>
                      <a:pt x="257" y="448"/>
                      <a:pt x="257" y="448"/>
                    </a:cubicBezTo>
                    <a:cubicBezTo>
                      <a:pt x="280" y="448"/>
                      <a:pt x="280" y="448"/>
                      <a:pt x="280" y="448"/>
                    </a:cubicBezTo>
                    <a:cubicBezTo>
                      <a:pt x="315" y="386"/>
                      <a:pt x="315" y="386"/>
                      <a:pt x="315" y="386"/>
                    </a:cubicBezTo>
                    <a:cubicBezTo>
                      <a:pt x="315" y="386"/>
                      <a:pt x="316" y="386"/>
                      <a:pt x="316" y="386"/>
                    </a:cubicBezTo>
                    <a:cubicBezTo>
                      <a:pt x="316" y="386"/>
                      <a:pt x="316" y="386"/>
                      <a:pt x="316" y="386"/>
                    </a:cubicBezTo>
                    <a:cubicBezTo>
                      <a:pt x="316" y="385"/>
                      <a:pt x="316" y="385"/>
                      <a:pt x="316" y="385"/>
                    </a:cubicBezTo>
                    <a:cubicBezTo>
                      <a:pt x="316" y="385"/>
                      <a:pt x="316" y="385"/>
                      <a:pt x="317" y="385"/>
                    </a:cubicBezTo>
                    <a:cubicBezTo>
                      <a:pt x="397" y="385"/>
                      <a:pt x="397" y="385"/>
                      <a:pt x="397" y="385"/>
                    </a:cubicBezTo>
                    <a:cubicBezTo>
                      <a:pt x="397" y="385"/>
                      <a:pt x="397" y="385"/>
                      <a:pt x="397" y="385"/>
                    </a:cubicBezTo>
                    <a:cubicBezTo>
                      <a:pt x="397" y="385"/>
                      <a:pt x="397" y="385"/>
                      <a:pt x="397" y="386"/>
                    </a:cubicBezTo>
                    <a:cubicBezTo>
                      <a:pt x="397" y="386"/>
                      <a:pt x="398" y="386"/>
                      <a:pt x="398" y="386"/>
                    </a:cubicBezTo>
                    <a:cubicBezTo>
                      <a:pt x="398" y="386"/>
                      <a:pt x="398" y="386"/>
                      <a:pt x="398" y="386"/>
                    </a:cubicBezTo>
                    <a:cubicBezTo>
                      <a:pt x="433" y="448"/>
                      <a:pt x="433" y="448"/>
                      <a:pt x="433" y="448"/>
                    </a:cubicBezTo>
                    <a:cubicBezTo>
                      <a:pt x="448" y="448"/>
                      <a:pt x="448" y="448"/>
                      <a:pt x="448" y="448"/>
                    </a:cubicBezTo>
                    <a:moveTo>
                      <a:pt x="49" y="386"/>
                    </a:moveTo>
                    <a:cubicBezTo>
                      <a:pt x="49" y="386"/>
                      <a:pt x="49" y="386"/>
                      <a:pt x="49" y="386"/>
                    </a:cubicBezTo>
                    <a:cubicBezTo>
                      <a:pt x="50" y="386"/>
                      <a:pt x="50" y="386"/>
                      <a:pt x="50" y="386"/>
                    </a:cubicBezTo>
                    <a:cubicBezTo>
                      <a:pt x="50" y="385"/>
                      <a:pt x="50" y="385"/>
                      <a:pt x="50" y="385"/>
                    </a:cubicBezTo>
                    <a:cubicBezTo>
                      <a:pt x="50" y="385"/>
                      <a:pt x="50" y="385"/>
                      <a:pt x="50" y="385"/>
                    </a:cubicBezTo>
                    <a:cubicBezTo>
                      <a:pt x="131" y="385"/>
                      <a:pt x="131" y="385"/>
                      <a:pt x="131" y="385"/>
                    </a:cubicBezTo>
                    <a:moveTo>
                      <a:pt x="0" y="448"/>
                    </a:moveTo>
                    <a:cubicBezTo>
                      <a:pt x="0" y="448"/>
                      <a:pt x="0" y="448"/>
                      <a:pt x="0" y="448"/>
                    </a:cubicBezTo>
                    <a:moveTo>
                      <a:pt x="39" y="223"/>
                    </a:moveTo>
                    <a:cubicBezTo>
                      <a:pt x="39" y="223"/>
                      <a:pt x="39" y="223"/>
                      <a:pt x="39" y="223"/>
                    </a:cubicBezTo>
                    <a:cubicBezTo>
                      <a:pt x="39" y="223"/>
                      <a:pt x="39" y="224"/>
                      <a:pt x="39" y="224"/>
                    </a:cubicBezTo>
                    <a:cubicBezTo>
                      <a:pt x="39" y="224"/>
                      <a:pt x="39" y="224"/>
                      <a:pt x="39" y="224"/>
                    </a:cubicBezTo>
                    <a:cubicBezTo>
                      <a:pt x="39" y="224"/>
                      <a:pt x="39" y="224"/>
                      <a:pt x="39" y="224"/>
                    </a:cubicBezTo>
                    <a:moveTo>
                      <a:pt x="433" y="0"/>
                    </a:moveTo>
                    <a:cubicBezTo>
                      <a:pt x="398" y="62"/>
                      <a:pt x="398" y="62"/>
                      <a:pt x="398" y="62"/>
                    </a:cubicBezTo>
                    <a:cubicBezTo>
                      <a:pt x="398" y="62"/>
                      <a:pt x="398" y="62"/>
                      <a:pt x="398" y="62"/>
                    </a:cubicBezTo>
                    <a:cubicBezTo>
                      <a:pt x="398" y="62"/>
                      <a:pt x="398" y="62"/>
                      <a:pt x="398" y="62"/>
                    </a:cubicBezTo>
                    <a:cubicBezTo>
                      <a:pt x="397" y="62"/>
                      <a:pt x="397" y="62"/>
                      <a:pt x="397" y="62"/>
                    </a:cubicBezTo>
                    <a:cubicBezTo>
                      <a:pt x="317" y="62"/>
                      <a:pt x="317" y="62"/>
                      <a:pt x="317" y="62"/>
                    </a:cubicBezTo>
                    <a:cubicBezTo>
                      <a:pt x="316" y="62"/>
                      <a:pt x="316" y="62"/>
                      <a:pt x="316" y="62"/>
                    </a:cubicBezTo>
                    <a:cubicBezTo>
                      <a:pt x="316" y="62"/>
                      <a:pt x="316" y="62"/>
                      <a:pt x="316" y="62"/>
                    </a:cubicBezTo>
                    <a:cubicBezTo>
                      <a:pt x="316" y="62"/>
                      <a:pt x="315" y="62"/>
                      <a:pt x="315" y="62"/>
                    </a:cubicBezTo>
                    <a:cubicBezTo>
                      <a:pt x="280" y="0"/>
                      <a:pt x="280" y="0"/>
                      <a:pt x="280" y="0"/>
                    </a:cubicBezTo>
                    <a:cubicBezTo>
                      <a:pt x="257" y="0"/>
                      <a:pt x="257" y="0"/>
                      <a:pt x="257" y="0"/>
                    </a:cubicBezTo>
                    <a:cubicBezTo>
                      <a:pt x="243" y="23"/>
                      <a:pt x="243" y="23"/>
                      <a:pt x="243" y="23"/>
                    </a:cubicBezTo>
                    <a:cubicBezTo>
                      <a:pt x="243" y="23"/>
                      <a:pt x="243" y="23"/>
                      <a:pt x="243" y="23"/>
                    </a:cubicBezTo>
                    <a:cubicBezTo>
                      <a:pt x="243" y="24"/>
                      <a:pt x="243" y="24"/>
                      <a:pt x="243" y="24"/>
                    </a:cubicBezTo>
                    <a:cubicBezTo>
                      <a:pt x="243" y="24"/>
                      <a:pt x="242" y="24"/>
                      <a:pt x="242" y="24"/>
                    </a:cubicBezTo>
                    <a:cubicBezTo>
                      <a:pt x="205" y="24"/>
                      <a:pt x="205" y="24"/>
                      <a:pt x="205" y="24"/>
                    </a:cubicBezTo>
                    <a:cubicBezTo>
                      <a:pt x="205" y="24"/>
                      <a:pt x="205" y="24"/>
                      <a:pt x="204" y="24"/>
                    </a:cubicBezTo>
                    <a:cubicBezTo>
                      <a:pt x="204" y="24"/>
                      <a:pt x="204" y="24"/>
                      <a:pt x="204" y="23"/>
                    </a:cubicBezTo>
                    <a:cubicBezTo>
                      <a:pt x="204" y="23"/>
                      <a:pt x="204" y="23"/>
                      <a:pt x="204" y="23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167" y="0"/>
                      <a:pt x="167" y="0"/>
                      <a:pt x="167" y="0"/>
                    </a:cubicBezTo>
                    <a:moveTo>
                      <a:pt x="448" y="62"/>
                    </a:moveTo>
                    <a:cubicBezTo>
                      <a:pt x="414" y="62"/>
                      <a:pt x="414" y="62"/>
                      <a:pt x="414" y="62"/>
                    </a:cubicBezTo>
                    <a:cubicBezTo>
                      <a:pt x="413" y="62"/>
                      <a:pt x="413" y="62"/>
                      <a:pt x="413" y="62"/>
                    </a:cubicBezTo>
                    <a:cubicBezTo>
                      <a:pt x="413" y="62"/>
                      <a:pt x="413" y="62"/>
                      <a:pt x="413" y="62"/>
                    </a:cubicBezTo>
                    <a:cubicBezTo>
                      <a:pt x="413" y="62"/>
                      <a:pt x="413" y="62"/>
                      <a:pt x="413" y="62"/>
                    </a:cubicBezTo>
                    <a:cubicBezTo>
                      <a:pt x="413" y="62"/>
                      <a:pt x="412" y="61"/>
                      <a:pt x="412" y="61"/>
                    </a:cubicBezTo>
                    <a:cubicBezTo>
                      <a:pt x="412" y="61"/>
                      <a:pt x="412" y="61"/>
                      <a:pt x="412" y="61"/>
                    </a:cubicBezTo>
                    <a:cubicBezTo>
                      <a:pt x="412" y="61"/>
                      <a:pt x="412" y="61"/>
                      <a:pt x="412" y="61"/>
                    </a:cubicBezTo>
                    <a:cubicBezTo>
                      <a:pt x="412" y="61"/>
                      <a:pt x="412" y="61"/>
                      <a:pt x="413" y="61"/>
                    </a:cubicBezTo>
                    <a:cubicBezTo>
                      <a:pt x="444" y="5"/>
                      <a:pt x="444" y="5"/>
                      <a:pt x="444" y="5"/>
                    </a:cubicBezTo>
                    <a:cubicBezTo>
                      <a:pt x="444" y="5"/>
                      <a:pt x="444" y="5"/>
                      <a:pt x="444" y="5"/>
                    </a:cubicBezTo>
                    <a:cubicBezTo>
                      <a:pt x="444" y="5"/>
                      <a:pt x="444" y="5"/>
                      <a:pt x="444" y="5"/>
                    </a:cubicBezTo>
                    <a:cubicBezTo>
                      <a:pt x="444" y="5"/>
                      <a:pt x="444" y="5"/>
                      <a:pt x="444" y="5"/>
                    </a:cubicBezTo>
                    <a:moveTo>
                      <a:pt x="305" y="223"/>
                    </a:moveTo>
                    <a:cubicBezTo>
                      <a:pt x="305" y="223"/>
                      <a:pt x="305" y="223"/>
                      <a:pt x="305" y="223"/>
                    </a:cubicBezTo>
                    <a:cubicBezTo>
                      <a:pt x="305" y="223"/>
                      <a:pt x="305" y="224"/>
                      <a:pt x="305" y="224"/>
                    </a:cubicBezTo>
                    <a:cubicBezTo>
                      <a:pt x="305" y="224"/>
                      <a:pt x="305" y="224"/>
                      <a:pt x="305" y="224"/>
                    </a:cubicBezTo>
                    <a:cubicBezTo>
                      <a:pt x="305" y="224"/>
                      <a:pt x="305" y="224"/>
                      <a:pt x="305" y="224"/>
                    </a:cubicBezTo>
                    <a:cubicBezTo>
                      <a:pt x="265" y="294"/>
                      <a:pt x="265" y="294"/>
                      <a:pt x="265" y="294"/>
                    </a:cubicBezTo>
                    <a:cubicBezTo>
                      <a:pt x="265" y="294"/>
                      <a:pt x="265" y="295"/>
                      <a:pt x="265" y="295"/>
                    </a:cubicBezTo>
                    <a:cubicBezTo>
                      <a:pt x="265" y="295"/>
                      <a:pt x="265" y="295"/>
                      <a:pt x="265" y="295"/>
                    </a:cubicBezTo>
                    <a:cubicBezTo>
                      <a:pt x="264" y="295"/>
                      <a:pt x="264" y="295"/>
                      <a:pt x="264" y="295"/>
                    </a:cubicBezTo>
                    <a:cubicBezTo>
                      <a:pt x="183" y="295"/>
                      <a:pt x="183" y="295"/>
                      <a:pt x="183" y="295"/>
                    </a:cubicBezTo>
                    <a:cubicBezTo>
                      <a:pt x="183" y="295"/>
                      <a:pt x="183" y="295"/>
                      <a:pt x="183" y="295"/>
                    </a:cubicBezTo>
                    <a:cubicBezTo>
                      <a:pt x="182" y="295"/>
                      <a:pt x="182" y="295"/>
                      <a:pt x="182" y="295"/>
                    </a:cubicBezTo>
                    <a:cubicBezTo>
                      <a:pt x="182" y="294"/>
                      <a:pt x="182" y="294"/>
                      <a:pt x="182" y="294"/>
                    </a:cubicBezTo>
                    <a:cubicBezTo>
                      <a:pt x="143" y="224"/>
                      <a:pt x="143" y="224"/>
                      <a:pt x="143" y="224"/>
                    </a:cubicBezTo>
                    <a:cubicBezTo>
                      <a:pt x="143" y="224"/>
                      <a:pt x="143" y="224"/>
                      <a:pt x="143" y="224"/>
                    </a:cubicBezTo>
                    <a:cubicBezTo>
                      <a:pt x="143" y="224"/>
                      <a:pt x="143" y="224"/>
                      <a:pt x="143" y="224"/>
                    </a:cubicBezTo>
                    <a:cubicBezTo>
                      <a:pt x="143" y="224"/>
                      <a:pt x="143" y="223"/>
                      <a:pt x="143" y="223"/>
                    </a:cubicBezTo>
                    <a:cubicBezTo>
                      <a:pt x="143" y="223"/>
                      <a:pt x="143" y="223"/>
                      <a:pt x="143" y="223"/>
                    </a:cubicBezTo>
                    <a:cubicBezTo>
                      <a:pt x="182" y="153"/>
                      <a:pt x="182" y="153"/>
                      <a:pt x="182" y="153"/>
                    </a:cubicBezTo>
                    <a:cubicBezTo>
                      <a:pt x="182" y="153"/>
                      <a:pt x="182" y="153"/>
                      <a:pt x="182" y="153"/>
                    </a:cubicBezTo>
                    <a:cubicBezTo>
                      <a:pt x="182" y="153"/>
                      <a:pt x="183" y="153"/>
                      <a:pt x="183" y="153"/>
                    </a:cubicBezTo>
                    <a:cubicBezTo>
                      <a:pt x="183" y="153"/>
                      <a:pt x="183" y="153"/>
                      <a:pt x="183" y="153"/>
                    </a:cubicBezTo>
                    <a:cubicBezTo>
                      <a:pt x="183" y="153"/>
                      <a:pt x="183" y="153"/>
                      <a:pt x="183" y="153"/>
                    </a:cubicBezTo>
                    <a:cubicBezTo>
                      <a:pt x="264" y="153"/>
                      <a:pt x="264" y="153"/>
                      <a:pt x="264" y="153"/>
                    </a:cubicBezTo>
                    <a:cubicBezTo>
                      <a:pt x="264" y="153"/>
                      <a:pt x="264" y="153"/>
                      <a:pt x="264" y="153"/>
                    </a:cubicBezTo>
                    <a:cubicBezTo>
                      <a:pt x="264" y="153"/>
                      <a:pt x="264" y="153"/>
                      <a:pt x="264" y="153"/>
                    </a:cubicBezTo>
                    <a:cubicBezTo>
                      <a:pt x="265" y="153"/>
                      <a:pt x="265" y="153"/>
                      <a:pt x="265" y="153"/>
                    </a:cubicBezTo>
                    <a:cubicBezTo>
                      <a:pt x="265" y="153"/>
                      <a:pt x="265" y="153"/>
                      <a:pt x="265" y="153"/>
                    </a:cubicBezTo>
                    <a:lnTo>
                      <a:pt x="305" y="223"/>
                    </a:lnTo>
                    <a:close/>
                    <a:moveTo>
                      <a:pt x="147" y="61"/>
                    </a:moveTo>
                    <a:cubicBezTo>
                      <a:pt x="147" y="61"/>
                      <a:pt x="147" y="61"/>
                      <a:pt x="147" y="61"/>
                    </a:cubicBezTo>
                    <a:cubicBezTo>
                      <a:pt x="178" y="5"/>
                      <a:pt x="178" y="5"/>
                      <a:pt x="178" y="5"/>
                    </a:cubicBezTo>
                    <a:cubicBezTo>
                      <a:pt x="178" y="5"/>
                      <a:pt x="178" y="5"/>
                      <a:pt x="178" y="5"/>
                    </a:cubicBezTo>
                    <a:cubicBezTo>
                      <a:pt x="178" y="5"/>
                      <a:pt x="178" y="5"/>
                      <a:pt x="178" y="5"/>
                    </a:cubicBezTo>
                    <a:cubicBezTo>
                      <a:pt x="178" y="5"/>
                      <a:pt x="178" y="5"/>
                      <a:pt x="178" y="5"/>
                    </a:cubicBezTo>
                    <a:cubicBezTo>
                      <a:pt x="179" y="5"/>
                      <a:pt x="179" y="5"/>
                      <a:pt x="179" y="5"/>
                    </a:cubicBezTo>
                    <a:cubicBezTo>
                      <a:pt x="179" y="5"/>
                      <a:pt x="179" y="5"/>
                      <a:pt x="179" y="5"/>
                    </a:cubicBezTo>
                    <a:cubicBezTo>
                      <a:pt x="179" y="5"/>
                      <a:pt x="179" y="5"/>
                      <a:pt x="179" y="5"/>
                    </a:cubicBezTo>
                    <a:cubicBezTo>
                      <a:pt x="180" y="5"/>
                      <a:pt x="180" y="5"/>
                      <a:pt x="180" y="5"/>
                    </a:cubicBezTo>
                    <a:cubicBezTo>
                      <a:pt x="180" y="5"/>
                      <a:pt x="180" y="5"/>
                      <a:pt x="180" y="5"/>
                    </a:cubicBezTo>
                    <a:cubicBezTo>
                      <a:pt x="197" y="36"/>
                      <a:pt x="197" y="36"/>
                      <a:pt x="197" y="36"/>
                    </a:cubicBezTo>
                    <a:cubicBezTo>
                      <a:pt x="250" y="36"/>
                      <a:pt x="250" y="36"/>
                      <a:pt x="250" y="36"/>
                    </a:cubicBezTo>
                    <a:cubicBezTo>
                      <a:pt x="267" y="5"/>
                      <a:pt x="267" y="5"/>
                      <a:pt x="267" y="5"/>
                    </a:cubicBezTo>
                    <a:cubicBezTo>
                      <a:pt x="267" y="5"/>
                      <a:pt x="267" y="5"/>
                      <a:pt x="267" y="5"/>
                    </a:cubicBezTo>
                    <a:cubicBezTo>
                      <a:pt x="268" y="5"/>
                      <a:pt x="268" y="5"/>
                      <a:pt x="268" y="5"/>
                    </a:cubicBezTo>
                    <a:cubicBezTo>
                      <a:pt x="268" y="5"/>
                      <a:pt x="268" y="5"/>
                      <a:pt x="268" y="5"/>
                    </a:cubicBezTo>
                    <a:cubicBezTo>
                      <a:pt x="268" y="5"/>
                      <a:pt x="268" y="5"/>
                      <a:pt x="268" y="5"/>
                    </a:cubicBezTo>
                    <a:cubicBezTo>
                      <a:pt x="268" y="5"/>
                      <a:pt x="269" y="5"/>
                      <a:pt x="269" y="5"/>
                    </a:cubicBezTo>
                    <a:cubicBezTo>
                      <a:pt x="269" y="5"/>
                      <a:pt x="269" y="5"/>
                      <a:pt x="269" y="5"/>
                    </a:cubicBezTo>
                    <a:cubicBezTo>
                      <a:pt x="269" y="5"/>
                      <a:pt x="269" y="5"/>
                      <a:pt x="269" y="5"/>
                    </a:cubicBezTo>
                    <a:cubicBezTo>
                      <a:pt x="269" y="5"/>
                      <a:pt x="269" y="5"/>
                      <a:pt x="269" y="5"/>
                    </a:cubicBezTo>
                    <a:cubicBezTo>
                      <a:pt x="301" y="60"/>
                      <a:pt x="301" y="60"/>
                      <a:pt x="301" y="60"/>
                    </a:cubicBezTo>
                    <a:cubicBezTo>
                      <a:pt x="301" y="61"/>
                      <a:pt x="301" y="61"/>
                      <a:pt x="301" y="61"/>
                    </a:cubicBezTo>
                    <a:cubicBezTo>
                      <a:pt x="301" y="61"/>
                      <a:pt x="301" y="61"/>
                      <a:pt x="301" y="61"/>
                    </a:cubicBezTo>
                    <a:cubicBezTo>
                      <a:pt x="301" y="61"/>
                      <a:pt x="301" y="61"/>
                      <a:pt x="301" y="61"/>
                    </a:cubicBezTo>
                    <a:cubicBezTo>
                      <a:pt x="301" y="61"/>
                      <a:pt x="301" y="62"/>
                      <a:pt x="301" y="62"/>
                    </a:cubicBezTo>
                    <a:cubicBezTo>
                      <a:pt x="301" y="62"/>
                      <a:pt x="301" y="62"/>
                      <a:pt x="300" y="62"/>
                    </a:cubicBezTo>
                    <a:cubicBezTo>
                      <a:pt x="300" y="62"/>
                      <a:pt x="300" y="62"/>
                      <a:pt x="300" y="62"/>
                    </a:cubicBezTo>
                    <a:cubicBezTo>
                      <a:pt x="300" y="62"/>
                      <a:pt x="300" y="62"/>
                      <a:pt x="300" y="62"/>
                    </a:cubicBezTo>
                    <a:cubicBezTo>
                      <a:pt x="264" y="62"/>
                      <a:pt x="264" y="62"/>
                      <a:pt x="264" y="62"/>
                    </a:cubicBezTo>
                    <a:cubicBezTo>
                      <a:pt x="239" y="107"/>
                      <a:pt x="239" y="107"/>
                      <a:pt x="239" y="107"/>
                    </a:cubicBezTo>
                    <a:cubicBezTo>
                      <a:pt x="257" y="139"/>
                      <a:pt x="257" y="139"/>
                      <a:pt x="257" y="139"/>
                    </a:cubicBezTo>
                    <a:cubicBezTo>
                      <a:pt x="257" y="139"/>
                      <a:pt x="257" y="139"/>
                      <a:pt x="257" y="139"/>
                    </a:cubicBezTo>
                    <a:cubicBezTo>
                      <a:pt x="257" y="139"/>
                      <a:pt x="257" y="139"/>
                      <a:pt x="257" y="139"/>
                    </a:cubicBezTo>
                    <a:cubicBezTo>
                      <a:pt x="257" y="139"/>
                      <a:pt x="257" y="139"/>
                      <a:pt x="257" y="139"/>
                    </a:cubicBezTo>
                    <a:cubicBezTo>
                      <a:pt x="257" y="140"/>
                      <a:pt x="257" y="140"/>
                      <a:pt x="257" y="140"/>
                    </a:cubicBezTo>
                    <a:cubicBezTo>
                      <a:pt x="256" y="140"/>
                      <a:pt x="256" y="140"/>
                      <a:pt x="256" y="140"/>
                    </a:cubicBezTo>
                    <a:cubicBezTo>
                      <a:pt x="256" y="140"/>
                      <a:pt x="256" y="140"/>
                      <a:pt x="256" y="140"/>
                    </a:cubicBezTo>
                    <a:cubicBezTo>
                      <a:pt x="256" y="140"/>
                      <a:pt x="256" y="140"/>
                      <a:pt x="256" y="140"/>
                    </a:cubicBezTo>
                    <a:cubicBezTo>
                      <a:pt x="192" y="140"/>
                      <a:pt x="192" y="140"/>
                      <a:pt x="192" y="140"/>
                    </a:cubicBezTo>
                    <a:cubicBezTo>
                      <a:pt x="192" y="140"/>
                      <a:pt x="191" y="140"/>
                      <a:pt x="191" y="140"/>
                    </a:cubicBezTo>
                    <a:cubicBezTo>
                      <a:pt x="191" y="140"/>
                      <a:pt x="191" y="140"/>
                      <a:pt x="191" y="140"/>
                    </a:cubicBezTo>
                    <a:cubicBezTo>
                      <a:pt x="191" y="140"/>
                      <a:pt x="191" y="140"/>
                      <a:pt x="191" y="140"/>
                    </a:cubicBezTo>
                    <a:cubicBezTo>
                      <a:pt x="191" y="140"/>
                      <a:pt x="191" y="140"/>
                      <a:pt x="191" y="139"/>
                    </a:cubicBezTo>
                    <a:cubicBezTo>
                      <a:pt x="191" y="139"/>
                      <a:pt x="191" y="139"/>
                      <a:pt x="191" y="139"/>
                    </a:cubicBezTo>
                    <a:cubicBezTo>
                      <a:pt x="191" y="139"/>
                      <a:pt x="191" y="139"/>
                      <a:pt x="191" y="139"/>
                    </a:cubicBezTo>
                    <a:cubicBezTo>
                      <a:pt x="191" y="139"/>
                      <a:pt x="191" y="139"/>
                      <a:pt x="191" y="139"/>
                    </a:cubicBezTo>
                    <a:cubicBezTo>
                      <a:pt x="208" y="107"/>
                      <a:pt x="208" y="107"/>
                      <a:pt x="208" y="107"/>
                    </a:cubicBezTo>
                    <a:cubicBezTo>
                      <a:pt x="183" y="62"/>
                      <a:pt x="183" y="62"/>
                      <a:pt x="183" y="62"/>
                    </a:cubicBezTo>
                    <a:cubicBezTo>
                      <a:pt x="148" y="62"/>
                      <a:pt x="148" y="62"/>
                      <a:pt x="148" y="62"/>
                    </a:cubicBezTo>
                    <a:cubicBezTo>
                      <a:pt x="148" y="62"/>
                      <a:pt x="147" y="62"/>
                      <a:pt x="147" y="62"/>
                    </a:cubicBezTo>
                    <a:cubicBezTo>
                      <a:pt x="147" y="62"/>
                      <a:pt x="147" y="62"/>
                      <a:pt x="147" y="62"/>
                    </a:cubicBezTo>
                    <a:cubicBezTo>
                      <a:pt x="147" y="62"/>
                      <a:pt x="147" y="62"/>
                      <a:pt x="147" y="62"/>
                    </a:cubicBezTo>
                    <a:cubicBezTo>
                      <a:pt x="147" y="62"/>
                      <a:pt x="147" y="61"/>
                      <a:pt x="147" y="61"/>
                    </a:cubicBezTo>
                    <a:cubicBezTo>
                      <a:pt x="147" y="61"/>
                      <a:pt x="146" y="61"/>
                      <a:pt x="146" y="61"/>
                    </a:cubicBezTo>
                    <a:cubicBezTo>
                      <a:pt x="146" y="61"/>
                      <a:pt x="147" y="61"/>
                      <a:pt x="147" y="61"/>
                    </a:cubicBezTo>
                    <a:close/>
                    <a:moveTo>
                      <a:pt x="138" y="75"/>
                    </a:moveTo>
                    <a:cubicBezTo>
                      <a:pt x="138" y="75"/>
                      <a:pt x="138" y="75"/>
                      <a:pt x="138" y="75"/>
                    </a:cubicBezTo>
                    <a:cubicBezTo>
                      <a:pt x="138" y="75"/>
                      <a:pt x="138" y="75"/>
                      <a:pt x="139" y="75"/>
                    </a:cubicBezTo>
                    <a:cubicBezTo>
                      <a:pt x="139" y="75"/>
                      <a:pt x="139" y="75"/>
                      <a:pt x="139" y="75"/>
                    </a:cubicBezTo>
                    <a:cubicBezTo>
                      <a:pt x="139" y="75"/>
                      <a:pt x="139" y="75"/>
                      <a:pt x="139" y="75"/>
                    </a:cubicBezTo>
                    <a:cubicBezTo>
                      <a:pt x="176" y="75"/>
                      <a:pt x="176" y="75"/>
                      <a:pt x="176" y="75"/>
                    </a:cubicBezTo>
                    <a:cubicBezTo>
                      <a:pt x="176" y="75"/>
                      <a:pt x="176" y="75"/>
                      <a:pt x="176" y="75"/>
                    </a:cubicBezTo>
                    <a:cubicBezTo>
                      <a:pt x="176" y="75"/>
                      <a:pt x="176" y="75"/>
                      <a:pt x="176" y="75"/>
                    </a:cubicBezTo>
                    <a:cubicBezTo>
                      <a:pt x="176" y="75"/>
                      <a:pt x="176" y="75"/>
                      <a:pt x="176" y="75"/>
                    </a:cubicBezTo>
                    <a:cubicBezTo>
                      <a:pt x="177" y="75"/>
                      <a:pt x="177" y="75"/>
                      <a:pt x="177" y="75"/>
                    </a:cubicBezTo>
                    <a:cubicBezTo>
                      <a:pt x="194" y="107"/>
                      <a:pt x="194" y="107"/>
                      <a:pt x="194" y="107"/>
                    </a:cubicBezTo>
                    <a:cubicBezTo>
                      <a:pt x="194" y="107"/>
                      <a:pt x="194" y="107"/>
                      <a:pt x="194" y="107"/>
                    </a:cubicBezTo>
                    <a:cubicBezTo>
                      <a:pt x="194" y="107"/>
                      <a:pt x="194" y="107"/>
                      <a:pt x="194" y="107"/>
                    </a:cubicBezTo>
                    <a:cubicBezTo>
                      <a:pt x="194" y="107"/>
                      <a:pt x="194" y="107"/>
                      <a:pt x="194" y="108"/>
                    </a:cubicBezTo>
                    <a:cubicBezTo>
                      <a:pt x="194" y="108"/>
                      <a:pt x="194" y="108"/>
                      <a:pt x="194" y="108"/>
                    </a:cubicBezTo>
                    <a:cubicBezTo>
                      <a:pt x="176" y="140"/>
                      <a:pt x="176" y="140"/>
                      <a:pt x="176" y="140"/>
                    </a:cubicBezTo>
                    <a:cubicBezTo>
                      <a:pt x="176" y="140"/>
                      <a:pt x="176" y="140"/>
                      <a:pt x="176" y="140"/>
                    </a:cubicBezTo>
                    <a:cubicBezTo>
                      <a:pt x="176" y="140"/>
                      <a:pt x="176" y="140"/>
                      <a:pt x="176" y="140"/>
                    </a:cubicBezTo>
                    <a:cubicBezTo>
                      <a:pt x="176" y="140"/>
                      <a:pt x="175" y="140"/>
                      <a:pt x="175" y="140"/>
                    </a:cubicBezTo>
                    <a:cubicBezTo>
                      <a:pt x="139" y="140"/>
                      <a:pt x="139" y="140"/>
                      <a:pt x="139" y="140"/>
                    </a:cubicBezTo>
                    <a:cubicBezTo>
                      <a:pt x="139" y="140"/>
                      <a:pt x="138" y="140"/>
                      <a:pt x="138" y="140"/>
                    </a:cubicBezTo>
                    <a:cubicBezTo>
                      <a:pt x="138" y="140"/>
                      <a:pt x="138" y="140"/>
                      <a:pt x="138" y="140"/>
                    </a:cubicBezTo>
                    <a:cubicBezTo>
                      <a:pt x="138" y="140"/>
                      <a:pt x="138" y="140"/>
                      <a:pt x="138" y="140"/>
                    </a:cubicBezTo>
                    <a:cubicBezTo>
                      <a:pt x="120" y="109"/>
                      <a:pt x="120" y="109"/>
                      <a:pt x="120" y="109"/>
                    </a:cubicBezTo>
                    <a:cubicBezTo>
                      <a:pt x="120" y="108"/>
                      <a:pt x="120" y="108"/>
                      <a:pt x="120" y="108"/>
                    </a:cubicBezTo>
                    <a:cubicBezTo>
                      <a:pt x="120" y="108"/>
                      <a:pt x="120" y="108"/>
                      <a:pt x="120" y="108"/>
                    </a:cubicBezTo>
                    <a:cubicBezTo>
                      <a:pt x="120" y="108"/>
                      <a:pt x="120" y="108"/>
                      <a:pt x="120" y="107"/>
                    </a:cubicBezTo>
                    <a:cubicBezTo>
                      <a:pt x="120" y="107"/>
                      <a:pt x="120" y="107"/>
                      <a:pt x="120" y="107"/>
                    </a:cubicBezTo>
                    <a:lnTo>
                      <a:pt x="138" y="75"/>
                    </a:lnTo>
                    <a:close/>
                    <a:moveTo>
                      <a:pt x="271" y="75"/>
                    </a:moveTo>
                    <a:cubicBezTo>
                      <a:pt x="271" y="75"/>
                      <a:pt x="271" y="75"/>
                      <a:pt x="271" y="75"/>
                    </a:cubicBezTo>
                    <a:cubicBezTo>
                      <a:pt x="271" y="75"/>
                      <a:pt x="271" y="75"/>
                      <a:pt x="271" y="75"/>
                    </a:cubicBezTo>
                    <a:cubicBezTo>
                      <a:pt x="271" y="75"/>
                      <a:pt x="272" y="75"/>
                      <a:pt x="272" y="75"/>
                    </a:cubicBezTo>
                    <a:cubicBezTo>
                      <a:pt x="272" y="75"/>
                      <a:pt x="272" y="75"/>
                      <a:pt x="272" y="75"/>
                    </a:cubicBezTo>
                    <a:cubicBezTo>
                      <a:pt x="308" y="75"/>
                      <a:pt x="308" y="75"/>
                      <a:pt x="308" y="75"/>
                    </a:cubicBezTo>
                    <a:cubicBezTo>
                      <a:pt x="308" y="75"/>
                      <a:pt x="308" y="75"/>
                      <a:pt x="308" y="75"/>
                    </a:cubicBezTo>
                    <a:cubicBezTo>
                      <a:pt x="309" y="75"/>
                      <a:pt x="309" y="75"/>
                      <a:pt x="309" y="75"/>
                    </a:cubicBezTo>
                    <a:cubicBezTo>
                      <a:pt x="309" y="75"/>
                      <a:pt x="309" y="75"/>
                      <a:pt x="309" y="75"/>
                    </a:cubicBezTo>
                    <a:cubicBezTo>
                      <a:pt x="309" y="75"/>
                      <a:pt x="309" y="75"/>
                      <a:pt x="309" y="75"/>
                    </a:cubicBezTo>
                    <a:cubicBezTo>
                      <a:pt x="327" y="107"/>
                      <a:pt x="327" y="107"/>
                      <a:pt x="327" y="107"/>
                    </a:cubicBezTo>
                    <a:cubicBezTo>
                      <a:pt x="327" y="107"/>
                      <a:pt x="327" y="107"/>
                      <a:pt x="327" y="107"/>
                    </a:cubicBezTo>
                    <a:cubicBezTo>
                      <a:pt x="327" y="107"/>
                      <a:pt x="327" y="107"/>
                      <a:pt x="327" y="107"/>
                    </a:cubicBezTo>
                    <a:cubicBezTo>
                      <a:pt x="327" y="107"/>
                      <a:pt x="327" y="107"/>
                      <a:pt x="327" y="108"/>
                    </a:cubicBezTo>
                    <a:cubicBezTo>
                      <a:pt x="327" y="108"/>
                      <a:pt x="327" y="108"/>
                      <a:pt x="327" y="108"/>
                    </a:cubicBezTo>
                    <a:cubicBezTo>
                      <a:pt x="309" y="140"/>
                      <a:pt x="309" y="140"/>
                      <a:pt x="309" y="140"/>
                    </a:cubicBezTo>
                    <a:cubicBezTo>
                      <a:pt x="309" y="140"/>
                      <a:pt x="309" y="140"/>
                      <a:pt x="309" y="140"/>
                    </a:cubicBezTo>
                    <a:cubicBezTo>
                      <a:pt x="309" y="140"/>
                      <a:pt x="309" y="140"/>
                      <a:pt x="309" y="140"/>
                    </a:cubicBezTo>
                    <a:cubicBezTo>
                      <a:pt x="308" y="140"/>
                      <a:pt x="308" y="140"/>
                      <a:pt x="308" y="140"/>
                    </a:cubicBezTo>
                    <a:cubicBezTo>
                      <a:pt x="272" y="140"/>
                      <a:pt x="272" y="140"/>
                      <a:pt x="272" y="140"/>
                    </a:cubicBezTo>
                    <a:cubicBezTo>
                      <a:pt x="271" y="140"/>
                      <a:pt x="271" y="140"/>
                      <a:pt x="271" y="140"/>
                    </a:cubicBezTo>
                    <a:cubicBezTo>
                      <a:pt x="271" y="140"/>
                      <a:pt x="271" y="140"/>
                      <a:pt x="271" y="140"/>
                    </a:cubicBezTo>
                    <a:cubicBezTo>
                      <a:pt x="271" y="140"/>
                      <a:pt x="271" y="140"/>
                      <a:pt x="271" y="140"/>
                    </a:cubicBezTo>
                    <a:cubicBezTo>
                      <a:pt x="253" y="109"/>
                      <a:pt x="253" y="109"/>
                      <a:pt x="253" y="109"/>
                    </a:cubicBezTo>
                    <a:cubicBezTo>
                      <a:pt x="253" y="108"/>
                      <a:pt x="253" y="108"/>
                      <a:pt x="253" y="108"/>
                    </a:cubicBezTo>
                    <a:cubicBezTo>
                      <a:pt x="253" y="108"/>
                      <a:pt x="253" y="108"/>
                      <a:pt x="253" y="108"/>
                    </a:cubicBezTo>
                    <a:cubicBezTo>
                      <a:pt x="253" y="108"/>
                      <a:pt x="253" y="108"/>
                      <a:pt x="253" y="107"/>
                    </a:cubicBezTo>
                    <a:cubicBezTo>
                      <a:pt x="253" y="107"/>
                      <a:pt x="253" y="107"/>
                      <a:pt x="253" y="107"/>
                    </a:cubicBezTo>
                    <a:lnTo>
                      <a:pt x="271" y="75"/>
                    </a:lnTo>
                    <a:close/>
                    <a:moveTo>
                      <a:pt x="138" y="373"/>
                    </a:moveTo>
                    <a:cubicBezTo>
                      <a:pt x="138" y="373"/>
                      <a:pt x="138" y="373"/>
                      <a:pt x="138" y="373"/>
                    </a:cubicBezTo>
                    <a:cubicBezTo>
                      <a:pt x="138" y="373"/>
                      <a:pt x="138" y="373"/>
                      <a:pt x="138" y="372"/>
                    </a:cubicBezTo>
                    <a:cubicBezTo>
                      <a:pt x="120" y="340"/>
                      <a:pt x="120" y="340"/>
                      <a:pt x="120" y="340"/>
                    </a:cubicBezTo>
                    <a:cubicBezTo>
                      <a:pt x="120" y="340"/>
                      <a:pt x="120" y="340"/>
                      <a:pt x="120" y="340"/>
                    </a:cubicBezTo>
                    <a:cubicBezTo>
                      <a:pt x="120" y="340"/>
                      <a:pt x="120" y="340"/>
                      <a:pt x="120" y="340"/>
                    </a:cubicBezTo>
                    <a:cubicBezTo>
                      <a:pt x="120" y="340"/>
                      <a:pt x="120" y="340"/>
                      <a:pt x="120" y="339"/>
                    </a:cubicBezTo>
                    <a:cubicBezTo>
                      <a:pt x="120" y="339"/>
                      <a:pt x="120" y="339"/>
                      <a:pt x="120" y="339"/>
                    </a:cubicBezTo>
                    <a:cubicBezTo>
                      <a:pt x="138" y="308"/>
                      <a:pt x="138" y="308"/>
                      <a:pt x="138" y="308"/>
                    </a:cubicBezTo>
                    <a:cubicBezTo>
                      <a:pt x="138" y="308"/>
                      <a:pt x="138" y="308"/>
                      <a:pt x="138" y="308"/>
                    </a:cubicBezTo>
                    <a:cubicBezTo>
                      <a:pt x="138" y="308"/>
                      <a:pt x="138" y="308"/>
                      <a:pt x="138" y="307"/>
                    </a:cubicBezTo>
                    <a:cubicBezTo>
                      <a:pt x="139" y="307"/>
                      <a:pt x="139" y="307"/>
                      <a:pt x="139" y="307"/>
                    </a:cubicBezTo>
                    <a:cubicBezTo>
                      <a:pt x="139" y="307"/>
                      <a:pt x="139" y="307"/>
                      <a:pt x="139" y="307"/>
                    </a:cubicBezTo>
                    <a:cubicBezTo>
                      <a:pt x="175" y="307"/>
                      <a:pt x="175" y="307"/>
                      <a:pt x="175" y="307"/>
                    </a:cubicBezTo>
                    <a:cubicBezTo>
                      <a:pt x="175" y="307"/>
                      <a:pt x="175" y="307"/>
                      <a:pt x="175" y="307"/>
                    </a:cubicBezTo>
                    <a:cubicBezTo>
                      <a:pt x="175" y="307"/>
                      <a:pt x="175" y="307"/>
                      <a:pt x="176" y="307"/>
                    </a:cubicBezTo>
                    <a:cubicBezTo>
                      <a:pt x="176" y="308"/>
                      <a:pt x="176" y="308"/>
                      <a:pt x="176" y="308"/>
                    </a:cubicBezTo>
                    <a:cubicBezTo>
                      <a:pt x="176" y="308"/>
                      <a:pt x="176" y="308"/>
                      <a:pt x="176" y="308"/>
                    </a:cubicBezTo>
                    <a:cubicBezTo>
                      <a:pt x="194" y="340"/>
                      <a:pt x="194" y="340"/>
                      <a:pt x="194" y="340"/>
                    </a:cubicBezTo>
                    <a:cubicBezTo>
                      <a:pt x="194" y="340"/>
                      <a:pt x="194" y="340"/>
                      <a:pt x="194" y="340"/>
                    </a:cubicBezTo>
                    <a:cubicBezTo>
                      <a:pt x="194" y="340"/>
                      <a:pt x="194" y="341"/>
                      <a:pt x="194" y="341"/>
                    </a:cubicBezTo>
                    <a:cubicBezTo>
                      <a:pt x="194" y="341"/>
                      <a:pt x="194" y="341"/>
                      <a:pt x="194" y="341"/>
                    </a:cubicBezTo>
                    <a:cubicBezTo>
                      <a:pt x="194" y="341"/>
                      <a:pt x="194" y="341"/>
                      <a:pt x="194" y="341"/>
                    </a:cubicBezTo>
                    <a:cubicBezTo>
                      <a:pt x="177" y="372"/>
                      <a:pt x="177" y="372"/>
                      <a:pt x="177" y="372"/>
                    </a:cubicBezTo>
                    <a:cubicBezTo>
                      <a:pt x="177" y="373"/>
                      <a:pt x="177" y="373"/>
                      <a:pt x="176" y="373"/>
                    </a:cubicBezTo>
                    <a:cubicBezTo>
                      <a:pt x="176" y="373"/>
                      <a:pt x="176" y="373"/>
                      <a:pt x="176" y="373"/>
                    </a:cubicBezTo>
                    <a:cubicBezTo>
                      <a:pt x="176" y="373"/>
                      <a:pt x="176" y="373"/>
                      <a:pt x="176" y="373"/>
                    </a:cubicBezTo>
                    <a:cubicBezTo>
                      <a:pt x="139" y="373"/>
                      <a:pt x="139" y="373"/>
                      <a:pt x="139" y="373"/>
                    </a:cubicBezTo>
                    <a:cubicBezTo>
                      <a:pt x="139" y="373"/>
                      <a:pt x="139" y="373"/>
                      <a:pt x="138" y="373"/>
                    </a:cubicBezTo>
                    <a:close/>
                    <a:moveTo>
                      <a:pt x="301" y="387"/>
                    </a:moveTo>
                    <a:cubicBezTo>
                      <a:pt x="301" y="387"/>
                      <a:pt x="301" y="387"/>
                      <a:pt x="301" y="387"/>
                    </a:cubicBezTo>
                    <a:cubicBezTo>
                      <a:pt x="269" y="442"/>
                      <a:pt x="269" y="442"/>
                      <a:pt x="269" y="442"/>
                    </a:cubicBezTo>
                    <a:cubicBezTo>
                      <a:pt x="269" y="442"/>
                      <a:pt x="269" y="443"/>
                      <a:pt x="269" y="443"/>
                    </a:cubicBezTo>
                    <a:cubicBezTo>
                      <a:pt x="269" y="443"/>
                      <a:pt x="269" y="443"/>
                      <a:pt x="268" y="443"/>
                    </a:cubicBezTo>
                    <a:cubicBezTo>
                      <a:pt x="268" y="443"/>
                      <a:pt x="267" y="443"/>
                      <a:pt x="267" y="442"/>
                    </a:cubicBezTo>
                    <a:cubicBezTo>
                      <a:pt x="250" y="412"/>
                      <a:pt x="250" y="412"/>
                      <a:pt x="250" y="412"/>
                    </a:cubicBezTo>
                    <a:cubicBezTo>
                      <a:pt x="197" y="412"/>
                      <a:pt x="197" y="412"/>
                      <a:pt x="197" y="412"/>
                    </a:cubicBezTo>
                    <a:cubicBezTo>
                      <a:pt x="180" y="442"/>
                      <a:pt x="180" y="442"/>
                      <a:pt x="180" y="442"/>
                    </a:cubicBezTo>
                    <a:cubicBezTo>
                      <a:pt x="180" y="442"/>
                      <a:pt x="180" y="443"/>
                      <a:pt x="179" y="443"/>
                    </a:cubicBezTo>
                    <a:cubicBezTo>
                      <a:pt x="179" y="443"/>
                      <a:pt x="179" y="443"/>
                      <a:pt x="179" y="443"/>
                    </a:cubicBezTo>
                    <a:cubicBezTo>
                      <a:pt x="179" y="443"/>
                      <a:pt x="179" y="443"/>
                      <a:pt x="179" y="443"/>
                    </a:cubicBezTo>
                    <a:cubicBezTo>
                      <a:pt x="179" y="443"/>
                      <a:pt x="178" y="443"/>
                      <a:pt x="178" y="443"/>
                    </a:cubicBezTo>
                    <a:cubicBezTo>
                      <a:pt x="178" y="443"/>
                      <a:pt x="178" y="442"/>
                      <a:pt x="178" y="442"/>
                    </a:cubicBezTo>
                    <a:cubicBezTo>
                      <a:pt x="147" y="387"/>
                      <a:pt x="147" y="387"/>
                      <a:pt x="147" y="387"/>
                    </a:cubicBezTo>
                    <a:cubicBezTo>
                      <a:pt x="147" y="387"/>
                      <a:pt x="147" y="387"/>
                      <a:pt x="147" y="387"/>
                    </a:cubicBezTo>
                    <a:cubicBezTo>
                      <a:pt x="147" y="387"/>
                      <a:pt x="146" y="387"/>
                      <a:pt x="146" y="387"/>
                    </a:cubicBezTo>
                    <a:cubicBezTo>
                      <a:pt x="146" y="387"/>
                      <a:pt x="147" y="386"/>
                      <a:pt x="147" y="386"/>
                    </a:cubicBezTo>
                    <a:cubicBezTo>
                      <a:pt x="147" y="386"/>
                      <a:pt x="147" y="386"/>
                      <a:pt x="147" y="386"/>
                    </a:cubicBezTo>
                    <a:cubicBezTo>
                      <a:pt x="147" y="386"/>
                      <a:pt x="147" y="386"/>
                      <a:pt x="147" y="386"/>
                    </a:cubicBezTo>
                    <a:cubicBezTo>
                      <a:pt x="147" y="386"/>
                      <a:pt x="147" y="386"/>
                      <a:pt x="147" y="385"/>
                    </a:cubicBezTo>
                    <a:cubicBezTo>
                      <a:pt x="147" y="385"/>
                      <a:pt x="147" y="385"/>
                      <a:pt x="147" y="385"/>
                    </a:cubicBezTo>
                    <a:cubicBezTo>
                      <a:pt x="148" y="385"/>
                      <a:pt x="148" y="385"/>
                      <a:pt x="148" y="385"/>
                    </a:cubicBezTo>
                    <a:cubicBezTo>
                      <a:pt x="183" y="385"/>
                      <a:pt x="183" y="385"/>
                      <a:pt x="183" y="385"/>
                    </a:cubicBezTo>
                    <a:cubicBezTo>
                      <a:pt x="208" y="341"/>
                      <a:pt x="208" y="341"/>
                      <a:pt x="208" y="341"/>
                    </a:cubicBezTo>
                    <a:cubicBezTo>
                      <a:pt x="191" y="309"/>
                      <a:pt x="191" y="309"/>
                      <a:pt x="191" y="309"/>
                    </a:cubicBezTo>
                    <a:cubicBezTo>
                      <a:pt x="191" y="309"/>
                      <a:pt x="191" y="309"/>
                      <a:pt x="191" y="309"/>
                    </a:cubicBezTo>
                    <a:cubicBezTo>
                      <a:pt x="191" y="309"/>
                      <a:pt x="191" y="309"/>
                      <a:pt x="191" y="308"/>
                    </a:cubicBezTo>
                    <a:cubicBezTo>
                      <a:pt x="191" y="308"/>
                      <a:pt x="191" y="308"/>
                      <a:pt x="191" y="308"/>
                    </a:cubicBezTo>
                    <a:cubicBezTo>
                      <a:pt x="191" y="308"/>
                      <a:pt x="191" y="308"/>
                      <a:pt x="191" y="308"/>
                    </a:cubicBezTo>
                    <a:cubicBezTo>
                      <a:pt x="191" y="308"/>
                      <a:pt x="191" y="308"/>
                      <a:pt x="191" y="308"/>
                    </a:cubicBezTo>
                    <a:cubicBezTo>
                      <a:pt x="191" y="307"/>
                      <a:pt x="191" y="307"/>
                      <a:pt x="191" y="307"/>
                    </a:cubicBezTo>
                    <a:cubicBezTo>
                      <a:pt x="191" y="307"/>
                      <a:pt x="191" y="307"/>
                      <a:pt x="192" y="307"/>
                    </a:cubicBezTo>
                    <a:cubicBezTo>
                      <a:pt x="192" y="307"/>
                      <a:pt x="192" y="307"/>
                      <a:pt x="192" y="307"/>
                    </a:cubicBezTo>
                    <a:cubicBezTo>
                      <a:pt x="256" y="307"/>
                      <a:pt x="256" y="307"/>
                      <a:pt x="256" y="307"/>
                    </a:cubicBezTo>
                    <a:cubicBezTo>
                      <a:pt x="256" y="307"/>
                      <a:pt x="256" y="307"/>
                      <a:pt x="256" y="307"/>
                    </a:cubicBezTo>
                    <a:cubicBezTo>
                      <a:pt x="256" y="307"/>
                      <a:pt x="256" y="307"/>
                      <a:pt x="256" y="307"/>
                    </a:cubicBezTo>
                    <a:cubicBezTo>
                      <a:pt x="256" y="307"/>
                      <a:pt x="256" y="307"/>
                      <a:pt x="256" y="308"/>
                    </a:cubicBezTo>
                    <a:cubicBezTo>
                      <a:pt x="256" y="308"/>
                      <a:pt x="256" y="308"/>
                      <a:pt x="257" y="308"/>
                    </a:cubicBezTo>
                    <a:cubicBezTo>
                      <a:pt x="257" y="308"/>
                      <a:pt x="257" y="308"/>
                      <a:pt x="257" y="308"/>
                    </a:cubicBezTo>
                    <a:cubicBezTo>
                      <a:pt x="257" y="308"/>
                      <a:pt x="257" y="308"/>
                      <a:pt x="257" y="308"/>
                    </a:cubicBezTo>
                    <a:cubicBezTo>
                      <a:pt x="257" y="309"/>
                      <a:pt x="257" y="309"/>
                      <a:pt x="257" y="309"/>
                    </a:cubicBezTo>
                    <a:cubicBezTo>
                      <a:pt x="257" y="309"/>
                      <a:pt x="257" y="309"/>
                      <a:pt x="257" y="309"/>
                    </a:cubicBezTo>
                    <a:cubicBezTo>
                      <a:pt x="239" y="341"/>
                      <a:pt x="239" y="341"/>
                      <a:pt x="239" y="341"/>
                    </a:cubicBezTo>
                    <a:cubicBezTo>
                      <a:pt x="264" y="385"/>
                      <a:pt x="264" y="385"/>
                      <a:pt x="264" y="385"/>
                    </a:cubicBezTo>
                    <a:cubicBezTo>
                      <a:pt x="300" y="385"/>
                      <a:pt x="300" y="385"/>
                      <a:pt x="300" y="385"/>
                    </a:cubicBezTo>
                    <a:cubicBezTo>
                      <a:pt x="300" y="385"/>
                      <a:pt x="300" y="385"/>
                      <a:pt x="300" y="385"/>
                    </a:cubicBezTo>
                    <a:cubicBezTo>
                      <a:pt x="300" y="385"/>
                      <a:pt x="300" y="385"/>
                      <a:pt x="300" y="385"/>
                    </a:cubicBezTo>
                    <a:cubicBezTo>
                      <a:pt x="300" y="386"/>
                      <a:pt x="300" y="386"/>
                      <a:pt x="300" y="386"/>
                    </a:cubicBezTo>
                    <a:cubicBezTo>
                      <a:pt x="301" y="386"/>
                      <a:pt x="301" y="386"/>
                      <a:pt x="301" y="386"/>
                    </a:cubicBezTo>
                    <a:cubicBezTo>
                      <a:pt x="301" y="386"/>
                      <a:pt x="301" y="386"/>
                      <a:pt x="301" y="386"/>
                    </a:cubicBezTo>
                    <a:cubicBezTo>
                      <a:pt x="301" y="386"/>
                      <a:pt x="301" y="387"/>
                      <a:pt x="301" y="387"/>
                    </a:cubicBezTo>
                    <a:cubicBezTo>
                      <a:pt x="301" y="387"/>
                      <a:pt x="301" y="387"/>
                      <a:pt x="301" y="387"/>
                    </a:cubicBezTo>
                    <a:close/>
                    <a:moveTo>
                      <a:pt x="309" y="372"/>
                    </a:moveTo>
                    <a:cubicBezTo>
                      <a:pt x="309" y="373"/>
                      <a:pt x="309" y="373"/>
                      <a:pt x="309" y="373"/>
                    </a:cubicBezTo>
                    <a:cubicBezTo>
                      <a:pt x="309" y="373"/>
                      <a:pt x="309" y="373"/>
                      <a:pt x="309" y="373"/>
                    </a:cubicBezTo>
                    <a:cubicBezTo>
                      <a:pt x="309" y="373"/>
                      <a:pt x="308" y="373"/>
                      <a:pt x="308" y="373"/>
                    </a:cubicBezTo>
                    <a:cubicBezTo>
                      <a:pt x="272" y="373"/>
                      <a:pt x="272" y="373"/>
                      <a:pt x="272" y="373"/>
                    </a:cubicBezTo>
                    <a:cubicBezTo>
                      <a:pt x="272" y="373"/>
                      <a:pt x="271" y="373"/>
                      <a:pt x="271" y="373"/>
                    </a:cubicBezTo>
                    <a:cubicBezTo>
                      <a:pt x="271" y="373"/>
                      <a:pt x="271" y="373"/>
                      <a:pt x="271" y="373"/>
                    </a:cubicBezTo>
                    <a:cubicBezTo>
                      <a:pt x="271" y="373"/>
                      <a:pt x="271" y="373"/>
                      <a:pt x="271" y="372"/>
                    </a:cubicBezTo>
                    <a:cubicBezTo>
                      <a:pt x="253" y="341"/>
                      <a:pt x="253" y="341"/>
                      <a:pt x="253" y="341"/>
                    </a:cubicBezTo>
                    <a:cubicBezTo>
                      <a:pt x="253" y="341"/>
                      <a:pt x="253" y="341"/>
                      <a:pt x="253" y="341"/>
                    </a:cubicBezTo>
                    <a:cubicBezTo>
                      <a:pt x="253" y="341"/>
                      <a:pt x="253" y="341"/>
                      <a:pt x="253" y="341"/>
                    </a:cubicBezTo>
                    <a:cubicBezTo>
                      <a:pt x="253" y="341"/>
                      <a:pt x="253" y="340"/>
                      <a:pt x="253" y="340"/>
                    </a:cubicBezTo>
                    <a:cubicBezTo>
                      <a:pt x="253" y="340"/>
                      <a:pt x="253" y="340"/>
                      <a:pt x="253" y="340"/>
                    </a:cubicBezTo>
                    <a:cubicBezTo>
                      <a:pt x="271" y="308"/>
                      <a:pt x="271" y="308"/>
                      <a:pt x="271" y="308"/>
                    </a:cubicBezTo>
                    <a:cubicBezTo>
                      <a:pt x="271" y="308"/>
                      <a:pt x="271" y="308"/>
                      <a:pt x="271" y="308"/>
                    </a:cubicBezTo>
                    <a:cubicBezTo>
                      <a:pt x="272" y="308"/>
                      <a:pt x="272" y="308"/>
                      <a:pt x="272" y="307"/>
                    </a:cubicBezTo>
                    <a:cubicBezTo>
                      <a:pt x="272" y="307"/>
                      <a:pt x="272" y="307"/>
                      <a:pt x="272" y="307"/>
                    </a:cubicBezTo>
                    <a:cubicBezTo>
                      <a:pt x="272" y="307"/>
                      <a:pt x="272" y="307"/>
                      <a:pt x="272" y="307"/>
                    </a:cubicBezTo>
                    <a:cubicBezTo>
                      <a:pt x="308" y="307"/>
                      <a:pt x="308" y="307"/>
                      <a:pt x="308" y="307"/>
                    </a:cubicBezTo>
                    <a:cubicBezTo>
                      <a:pt x="309" y="307"/>
                      <a:pt x="309" y="307"/>
                      <a:pt x="309" y="307"/>
                    </a:cubicBezTo>
                    <a:cubicBezTo>
                      <a:pt x="309" y="307"/>
                      <a:pt x="309" y="307"/>
                      <a:pt x="309" y="307"/>
                    </a:cubicBezTo>
                    <a:cubicBezTo>
                      <a:pt x="309" y="308"/>
                      <a:pt x="309" y="308"/>
                      <a:pt x="309" y="308"/>
                    </a:cubicBezTo>
                    <a:cubicBezTo>
                      <a:pt x="309" y="308"/>
                      <a:pt x="310" y="308"/>
                      <a:pt x="310" y="308"/>
                    </a:cubicBezTo>
                    <a:cubicBezTo>
                      <a:pt x="327" y="339"/>
                      <a:pt x="327" y="339"/>
                      <a:pt x="327" y="339"/>
                    </a:cubicBezTo>
                    <a:cubicBezTo>
                      <a:pt x="327" y="339"/>
                      <a:pt x="327" y="339"/>
                      <a:pt x="327" y="339"/>
                    </a:cubicBezTo>
                    <a:cubicBezTo>
                      <a:pt x="327" y="340"/>
                      <a:pt x="327" y="340"/>
                      <a:pt x="327" y="340"/>
                    </a:cubicBezTo>
                    <a:cubicBezTo>
                      <a:pt x="327" y="340"/>
                      <a:pt x="327" y="340"/>
                      <a:pt x="327" y="340"/>
                    </a:cubicBezTo>
                    <a:cubicBezTo>
                      <a:pt x="327" y="340"/>
                      <a:pt x="327" y="340"/>
                      <a:pt x="327" y="340"/>
                    </a:cubicBezTo>
                    <a:lnTo>
                      <a:pt x="309" y="372"/>
                    </a:lnTo>
                    <a:close/>
                    <a:moveTo>
                      <a:pt x="434" y="293"/>
                    </a:moveTo>
                    <a:cubicBezTo>
                      <a:pt x="434" y="293"/>
                      <a:pt x="434" y="293"/>
                      <a:pt x="434" y="293"/>
                    </a:cubicBezTo>
                    <a:cubicBezTo>
                      <a:pt x="434" y="294"/>
                      <a:pt x="434" y="294"/>
                      <a:pt x="434" y="294"/>
                    </a:cubicBezTo>
                    <a:cubicBezTo>
                      <a:pt x="434" y="294"/>
                      <a:pt x="434" y="294"/>
                      <a:pt x="434" y="294"/>
                    </a:cubicBezTo>
                    <a:cubicBezTo>
                      <a:pt x="434" y="294"/>
                      <a:pt x="434" y="294"/>
                      <a:pt x="434" y="294"/>
                    </a:cubicBezTo>
                    <a:cubicBezTo>
                      <a:pt x="434" y="295"/>
                      <a:pt x="433" y="295"/>
                      <a:pt x="433" y="295"/>
                    </a:cubicBezTo>
                    <a:cubicBezTo>
                      <a:pt x="433" y="295"/>
                      <a:pt x="433" y="295"/>
                      <a:pt x="433" y="295"/>
                    </a:cubicBezTo>
                    <a:cubicBezTo>
                      <a:pt x="433" y="295"/>
                      <a:pt x="433" y="295"/>
                      <a:pt x="433" y="295"/>
                    </a:cubicBezTo>
                    <a:cubicBezTo>
                      <a:pt x="397" y="295"/>
                      <a:pt x="397" y="295"/>
                      <a:pt x="397" y="295"/>
                    </a:cubicBezTo>
                    <a:cubicBezTo>
                      <a:pt x="372" y="340"/>
                      <a:pt x="372" y="340"/>
                      <a:pt x="372" y="340"/>
                    </a:cubicBezTo>
                    <a:cubicBezTo>
                      <a:pt x="390" y="371"/>
                      <a:pt x="390" y="371"/>
                      <a:pt x="390" y="371"/>
                    </a:cubicBezTo>
                    <a:cubicBezTo>
                      <a:pt x="390" y="371"/>
                      <a:pt x="390" y="371"/>
                      <a:pt x="390" y="372"/>
                    </a:cubicBezTo>
                    <a:cubicBezTo>
                      <a:pt x="390" y="372"/>
                      <a:pt x="390" y="372"/>
                      <a:pt x="390" y="372"/>
                    </a:cubicBezTo>
                    <a:cubicBezTo>
                      <a:pt x="390" y="372"/>
                      <a:pt x="390" y="372"/>
                      <a:pt x="390" y="372"/>
                    </a:cubicBezTo>
                    <a:cubicBezTo>
                      <a:pt x="390" y="372"/>
                      <a:pt x="390" y="372"/>
                      <a:pt x="389" y="372"/>
                    </a:cubicBezTo>
                    <a:cubicBezTo>
                      <a:pt x="389" y="373"/>
                      <a:pt x="389" y="373"/>
                      <a:pt x="389" y="373"/>
                    </a:cubicBezTo>
                    <a:cubicBezTo>
                      <a:pt x="389" y="373"/>
                      <a:pt x="389" y="373"/>
                      <a:pt x="389" y="373"/>
                    </a:cubicBezTo>
                    <a:cubicBezTo>
                      <a:pt x="389" y="373"/>
                      <a:pt x="389" y="373"/>
                      <a:pt x="388" y="373"/>
                    </a:cubicBezTo>
                    <a:cubicBezTo>
                      <a:pt x="325" y="373"/>
                      <a:pt x="325" y="373"/>
                      <a:pt x="325" y="373"/>
                    </a:cubicBezTo>
                    <a:cubicBezTo>
                      <a:pt x="324" y="373"/>
                      <a:pt x="324" y="373"/>
                      <a:pt x="324" y="373"/>
                    </a:cubicBezTo>
                    <a:cubicBezTo>
                      <a:pt x="324" y="373"/>
                      <a:pt x="324" y="373"/>
                      <a:pt x="324" y="373"/>
                    </a:cubicBezTo>
                    <a:cubicBezTo>
                      <a:pt x="324" y="373"/>
                      <a:pt x="324" y="373"/>
                      <a:pt x="324" y="372"/>
                    </a:cubicBezTo>
                    <a:cubicBezTo>
                      <a:pt x="323" y="372"/>
                      <a:pt x="323" y="372"/>
                      <a:pt x="323" y="372"/>
                    </a:cubicBezTo>
                    <a:cubicBezTo>
                      <a:pt x="323" y="372"/>
                      <a:pt x="323" y="372"/>
                      <a:pt x="323" y="372"/>
                    </a:cubicBezTo>
                    <a:cubicBezTo>
                      <a:pt x="323" y="372"/>
                      <a:pt x="323" y="372"/>
                      <a:pt x="323" y="372"/>
                    </a:cubicBezTo>
                    <a:cubicBezTo>
                      <a:pt x="323" y="371"/>
                      <a:pt x="323" y="371"/>
                      <a:pt x="323" y="371"/>
                    </a:cubicBezTo>
                    <a:cubicBezTo>
                      <a:pt x="341" y="340"/>
                      <a:pt x="341" y="340"/>
                      <a:pt x="341" y="340"/>
                    </a:cubicBez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81" y="295"/>
                      <a:pt x="281" y="295"/>
                      <a:pt x="281" y="295"/>
                    </a:cubicBezTo>
                    <a:cubicBezTo>
                      <a:pt x="280" y="295"/>
                      <a:pt x="280" y="295"/>
                      <a:pt x="280" y="295"/>
                    </a:cubicBezTo>
                    <a:cubicBezTo>
                      <a:pt x="280" y="295"/>
                      <a:pt x="280" y="295"/>
                      <a:pt x="280" y="295"/>
                    </a:cubicBezTo>
                    <a:cubicBezTo>
                      <a:pt x="280" y="295"/>
                      <a:pt x="280" y="295"/>
                      <a:pt x="280" y="294"/>
                    </a:cubicBezTo>
                    <a:cubicBezTo>
                      <a:pt x="280" y="294"/>
                      <a:pt x="279" y="294"/>
                      <a:pt x="279" y="294"/>
                    </a:cubicBezTo>
                    <a:cubicBezTo>
                      <a:pt x="279" y="294"/>
                      <a:pt x="279" y="294"/>
                      <a:pt x="279" y="294"/>
                    </a:cubicBezTo>
                    <a:cubicBezTo>
                      <a:pt x="279" y="294"/>
                      <a:pt x="279" y="294"/>
                      <a:pt x="280" y="293"/>
                    </a:cubicBezTo>
                    <a:cubicBezTo>
                      <a:pt x="280" y="293"/>
                      <a:pt x="280" y="293"/>
                      <a:pt x="280" y="293"/>
                    </a:cubicBezTo>
                    <a:cubicBezTo>
                      <a:pt x="311" y="238"/>
                      <a:pt x="311" y="238"/>
                      <a:pt x="311" y="238"/>
                    </a:cubicBezTo>
                    <a:cubicBezTo>
                      <a:pt x="311" y="238"/>
                      <a:pt x="311" y="238"/>
                      <a:pt x="311" y="238"/>
                    </a:cubicBezTo>
                    <a:cubicBezTo>
                      <a:pt x="311" y="238"/>
                      <a:pt x="311" y="238"/>
                      <a:pt x="311" y="238"/>
                    </a:cubicBezTo>
                    <a:cubicBezTo>
                      <a:pt x="311" y="238"/>
                      <a:pt x="311" y="238"/>
                      <a:pt x="312" y="238"/>
                    </a:cubicBezTo>
                    <a:cubicBezTo>
                      <a:pt x="312" y="238"/>
                      <a:pt x="312" y="238"/>
                      <a:pt x="312" y="238"/>
                    </a:cubicBezTo>
                    <a:cubicBezTo>
                      <a:pt x="312" y="238"/>
                      <a:pt x="312" y="238"/>
                      <a:pt x="312" y="238"/>
                    </a:cubicBezTo>
                    <a:cubicBezTo>
                      <a:pt x="313" y="238"/>
                      <a:pt x="313" y="238"/>
                      <a:pt x="313" y="238"/>
                    </a:cubicBezTo>
                    <a:cubicBezTo>
                      <a:pt x="313" y="238"/>
                      <a:pt x="313" y="238"/>
                      <a:pt x="313" y="238"/>
                    </a:cubicBezTo>
                    <a:cubicBezTo>
                      <a:pt x="313" y="238"/>
                      <a:pt x="313" y="238"/>
                      <a:pt x="313" y="238"/>
                    </a:cubicBezTo>
                    <a:cubicBezTo>
                      <a:pt x="331" y="269"/>
                      <a:pt x="331" y="269"/>
                      <a:pt x="331" y="269"/>
                    </a:cubicBezTo>
                    <a:cubicBezTo>
                      <a:pt x="383" y="269"/>
                      <a:pt x="383" y="269"/>
                      <a:pt x="383" y="269"/>
                    </a:cubicBezTo>
                    <a:cubicBezTo>
                      <a:pt x="400" y="238"/>
                      <a:pt x="400" y="238"/>
                      <a:pt x="400" y="238"/>
                    </a:cubicBezTo>
                    <a:cubicBezTo>
                      <a:pt x="400" y="238"/>
                      <a:pt x="400" y="238"/>
                      <a:pt x="400" y="238"/>
                    </a:cubicBezTo>
                    <a:cubicBezTo>
                      <a:pt x="401" y="238"/>
                      <a:pt x="401" y="238"/>
                      <a:pt x="401" y="238"/>
                    </a:cubicBezTo>
                    <a:cubicBezTo>
                      <a:pt x="401" y="238"/>
                      <a:pt x="401" y="238"/>
                      <a:pt x="401" y="238"/>
                    </a:cubicBezTo>
                    <a:cubicBezTo>
                      <a:pt x="401" y="238"/>
                      <a:pt x="401" y="238"/>
                      <a:pt x="401" y="238"/>
                    </a:cubicBezTo>
                    <a:cubicBezTo>
                      <a:pt x="401" y="238"/>
                      <a:pt x="402" y="238"/>
                      <a:pt x="402" y="238"/>
                    </a:cubicBezTo>
                    <a:cubicBezTo>
                      <a:pt x="402" y="238"/>
                      <a:pt x="402" y="238"/>
                      <a:pt x="402" y="238"/>
                    </a:cubicBezTo>
                    <a:cubicBezTo>
                      <a:pt x="402" y="238"/>
                      <a:pt x="402" y="238"/>
                      <a:pt x="402" y="238"/>
                    </a:cubicBezTo>
                    <a:cubicBezTo>
                      <a:pt x="402" y="238"/>
                      <a:pt x="402" y="238"/>
                      <a:pt x="402" y="238"/>
                    </a:cubicBezTo>
                    <a:lnTo>
                      <a:pt x="434" y="293"/>
                    </a:lnTo>
                    <a:close/>
                    <a:moveTo>
                      <a:pt x="319" y="224"/>
                    </a:moveTo>
                    <a:cubicBezTo>
                      <a:pt x="319" y="224"/>
                      <a:pt x="319" y="223"/>
                      <a:pt x="319" y="223"/>
                    </a:cubicBezTo>
                    <a:cubicBezTo>
                      <a:pt x="319" y="223"/>
                      <a:pt x="319" y="223"/>
                      <a:pt x="319" y="223"/>
                    </a:cubicBezTo>
                    <a:cubicBezTo>
                      <a:pt x="337" y="192"/>
                      <a:pt x="337" y="192"/>
                      <a:pt x="337" y="192"/>
                    </a:cubicBezTo>
                    <a:cubicBezTo>
                      <a:pt x="337" y="192"/>
                      <a:pt x="337" y="192"/>
                      <a:pt x="337" y="192"/>
                    </a:cubicBezTo>
                    <a:cubicBezTo>
                      <a:pt x="337" y="192"/>
                      <a:pt x="337" y="191"/>
                      <a:pt x="337" y="191"/>
                    </a:cubicBezTo>
                    <a:cubicBezTo>
                      <a:pt x="337" y="191"/>
                      <a:pt x="338" y="191"/>
                      <a:pt x="338" y="191"/>
                    </a:cubicBezTo>
                    <a:cubicBezTo>
                      <a:pt x="338" y="191"/>
                      <a:pt x="338" y="191"/>
                      <a:pt x="338" y="191"/>
                    </a:cubicBezTo>
                    <a:cubicBezTo>
                      <a:pt x="375" y="191"/>
                      <a:pt x="375" y="191"/>
                      <a:pt x="375" y="191"/>
                    </a:cubicBezTo>
                    <a:cubicBezTo>
                      <a:pt x="375" y="191"/>
                      <a:pt x="375" y="191"/>
                      <a:pt x="375" y="191"/>
                    </a:cubicBezTo>
                    <a:cubicBezTo>
                      <a:pt x="375" y="191"/>
                      <a:pt x="376" y="191"/>
                      <a:pt x="376" y="191"/>
                    </a:cubicBezTo>
                    <a:cubicBezTo>
                      <a:pt x="376" y="191"/>
                      <a:pt x="376" y="192"/>
                      <a:pt x="376" y="192"/>
                    </a:cubicBezTo>
                    <a:cubicBezTo>
                      <a:pt x="376" y="192"/>
                      <a:pt x="376" y="192"/>
                      <a:pt x="376" y="192"/>
                    </a:cubicBezTo>
                    <a:cubicBezTo>
                      <a:pt x="394" y="223"/>
                      <a:pt x="394" y="223"/>
                      <a:pt x="394" y="223"/>
                    </a:cubicBezTo>
                    <a:cubicBezTo>
                      <a:pt x="394" y="223"/>
                      <a:pt x="394" y="223"/>
                      <a:pt x="394" y="223"/>
                    </a:cubicBezTo>
                    <a:cubicBezTo>
                      <a:pt x="394" y="223"/>
                      <a:pt x="394" y="224"/>
                      <a:pt x="394" y="224"/>
                    </a:cubicBezTo>
                    <a:cubicBezTo>
                      <a:pt x="394" y="224"/>
                      <a:pt x="394" y="224"/>
                      <a:pt x="394" y="224"/>
                    </a:cubicBezTo>
                    <a:cubicBezTo>
                      <a:pt x="394" y="224"/>
                      <a:pt x="394" y="224"/>
                      <a:pt x="394" y="224"/>
                    </a:cubicBezTo>
                    <a:cubicBezTo>
                      <a:pt x="376" y="256"/>
                      <a:pt x="376" y="256"/>
                      <a:pt x="376" y="256"/>
                    </a:cubicBezTo>
                    <a:cubicBezTo>
                      <a:pt x="376" y="256"/>
                      <a:pt x="376" y="256"/>
                      <a:pt x="376" y="256"/>
                    </a:cubicBezTo>
                    <a:cubicBezTo>
                      <a:pt x="376" y="256"/>
                      <a:pt x="376" y="256"/>
                      <a:pt x="376" y="256"/>
                    </a:cubicBezTo>
                    <a:cubicBezTo>
                      <a:pt x="376" y="256"/>
                      <a:pt x="375" y="257"/>
                      <a:pt x="375" y="257"/>
                    </a:cubicBezTo>
                    <a:cubicBezTo>
                      <a:pt x="338" y="257"/>
                      <a:pt x="338" y="257"/>
                      <a:pt x="338" y="257"/>
                    </a:cubicBezTo>
                    <a:cubicBezTo>
                      <a:pt x="338" y="257"/>
                      <a:pt x="337" y="256"/>
                      <a:pt x="337" y="256"/>
                    </a:cubicBezTo>
                    <a:cubicBezTo>
                      <a:pt x="337" y="256"/>
                      <a:pt x="337" y="256"/>
                      <a:pt x="337" y="256"/>
                    </a:cubicBezTo>
                    <a:cubicBezTo>
                      <a:pt x="337" y="256"/>
                      <a:pt x="337" y="256"/>
                      <a:pt x="337" y="256"/>
                    </a:cubicBezTo>
                    <a:cubicBezTo>
                      <a:pt x="319" y="224"/>
                      <a:pt x="319" y="224"/>
                      <a:pt x="319" y="224"/>
                    </a:cubicBezTo>
                    <a:cubicBezTo>
                      <a:pt x="319" y="224"/>
                      <a:pt x="319" y="224"/>
                      <a:pt x="319" y="224"/>
                    </a:cubicBezTo>
                    <a:cubicBezTo>
                      <a:pt x="319" y="224"/>
                      <a:pt x="319" y="224"/>
                      <a:pt x="319" y="224"/>
                    </a:cubicBezTo>
                    <a:close/>
                    <a:moveTo>
                      <a:pt x="434" y="154"/>
                    </a:moveTo>
                    <a:cubicBezTo>
                      <a:pt x="434" y="154"/>
                      <a:pt x="434" y="154"/>
                      <a:pt x="434" y="155"/>
                    </a:cubicBezTo>
                    <a:cubicBezTo>
                      <a:pt x="402" y="210"/>
                      <a:pt x="402" y="210"/>
                      <a:pt x="402" y="210"/>
                    </a:cubicBezTo>
                    <a:cubicBezTo>
                      <a:pt x="402" y="210"/>
                      <a:pt x="402" y="210"/>
                      <a:pt x="402" y="210"/>
                    </a:cubicBezTo>
                    <a:cubicBezTo>
                      <a:pt x="402" y="210"/>
                      <a:pt x="401" y="211"/>
                      <a:pt x="401" y="211"/>
                    </a:cubicBezTo>
                    <a:cubicBezTo>
                      <a:pt x="401" y="211"/>
                      <a:pt x="401" y="210"/>
                      <a:pt x="401" y="210"/>
                    </a:cubicBezTo>
                    <a:cubicBezTo>
                      <a:pt x="400" y="210"/>
                      <a:pt x="400" y="210"/>
                      <a:pt x="400" y="210"/>
                    </a:cubicBezTo>
                    <a:cubicBezTo>
                      <a:pt x="383" y="179"/>
                      <a:pt x="383" y="179"/>
                      <a:pt x="383" y="179"/>
                    </a:cubicBezTo>
                    <a:cubicBezTo>
                      <a:pt x="331" y="179"/>
                      <a:pt x="331" y="179"/>
                      <a:pt x="331" y="179"/>
                    </a:cubicBezTo>
                    <a:cubicBezTo>
                      <a:pt x="313" y="210"/>
                      <a:pt x="313" y="210"/>
                      <a:pt x="313" y="210"/>
                    </a:cubicBezTo>
                    <a:cubicBezTo>
                      <a:pt x="313" y="210"/>
                      <a:pt x="313" y="210"/>
                      <a:pt x="313" y="210"/>
                    </a:cubicBezTo>
                    <a:cubicBezTo>
                      <a:pt x="312" y="210"/>
                      <a:pt x="312" y="211"/>
                      <a:pt x="312" y="211"/>
                    </a:cubicBezTo>
                    <a:cubicBezTo>
                      <a:pt x="312" y="211"/>
                      <a:pt x="312" y="210"/>
                      <a:pt x="311" y="210"/>
                    </a:cubicBezTo>
                    <a:cubicBezTo>
                      <a:pt x="311" y="210"/>
                      <a:pt x="311" y="210"/>
                      <a:pt x="311" y="210"/>
                    </a:cubicBezTo>
                    <a:cubicBezTo>
                      <a:pt x="280" y="155"/>
                      <a:pt x="280" y="155"/>
                      <a:pt x="280" y="155"/>
                    </a:cubicBezTo>
                    <a:cubicBezTo>
                      <a:pt x="280" y="154"/>
                      <a:pt x="280" y="154"/>
                      <a:pt x="280" y="154"/>
                    </a:cubicBezTo>
                    <a:cubicBezTo>
                      <a:pt x="279" y="154"/>
                      <a:pt x="279" y="154"/>
                      <a:pt x="279" y="154"/>
                    </a:cubicBezTo>
                    <a:cubicBezTo>
                      <a:pt x="279" y="154"/>
                      <a:pt x="279" y="154"/>
                      <a:pt x="279" y="154"/>
                    </a:cubicBezTo>
                    <a:cubicBezTo>
                      <a:pt x="279" y="154"/>
                      <a:pt x="280" y="154"/>
                      <a:pt x="280" y="153"/>
                    </a:cubicBezTo>
                    <a:cubicBezTo>
                      <a:pt x="280" y="153"/>
                      <a:pt x="280" y="153"/>
                      <a:pt x="280" y="153"/>
                    </a:cubicBezTo>
                    <a:cubicBezTo>
                      <a:pt x="280" y="153"/>
                      <a:pt x="280" y="153"/>
                      <a:pt x="280" y="153"/>
                    </a:cubicBezTo>
                    <a:cubicBezTo>
                      <a:pt x="280" y="153"/>
                      <a:pt x="280" y="153"/>
                      <a:pt x="280" y="153"/>
                    </a:cubicBezTo>
                    <a:cubicBezTo>
                      <a:pt x="280" y="153"/>
                      <a:pt x="281" y="153"/>
                      <a:pt x="281" y="153"/>
                    </a:cubicBezTo>
                    <a:cubicBezTo>
                      <a:pt x="316" y="153"/>
                      <a:pt x="316" y="153"/>
                      <a:pt x="316" y="153"/>
                    </a:cubicBezTo>
                    <a:cubicBezTo>
                      <a:pt x="341" y="108"/>
                      <a:pt x="341" y="108"/>
                      <a:pt x="341" y="108"/>
                    </a:cubicBezTo>
                    <a:cubicBezTo>
                      <a:pt x="323" y="76"/>
                      <a:pt x="323" y="76"/>
                      <a:pt x="323" y="76"/>
                    </a:cubicBezTo>
                    <a:cubicBezTo>
                      <a:pt x="323" y="76"/>
                      <a:pt x="323" y="76"/>
                      <a:pt x="323" y="76"/>
                    </a:cubicBezTo>
                    <a:cubicBezTo>
                      <a:pt x="323" y="76"/>
                      <a:pt x="323" y="76"/>
                      <a:pt x="323" y="76"/>
                    </a:cubicBezTo>
                    <a:cubicBezTo>
                      <a:pt x="323" y="76"/>
                      <a:pt x="323" y="76"/>
                      <a:pt x="323" y="76"/>
                    </a:cubicBezTo>
                    <a:cubicBezTo>
                      <a:pt x="323" y="76"/>
                      <a:pt x="323" y="75"/>
                      <a:pt x="324" y="75"/>
                    </a:cubicBezTo>
                    <a:cubicBezTo>
                      <a:pt x="324" y="75"/>
                      <a:pt x="324" y="75"/>
                      <a:pt x="324" y="75"/>
                    </a:cubicBezTo>
                    <a:cubicBezTo>
                      <a:pt x="324" y="75"/>
                      <a:pt x="324" y="75"/>
                      <a:pt x="324" y="75"/>
                    </a:cubicBezTo>
                    <a:cubicBezTo>
                      <a:pt x="324" y="75"/>
                      <a:pt x="324" y="75"/>
                      <a:pt x="324" y="75"/>
                    </a:cubicBezTo>
                    <a:cubicBezTo>
                      <a:pt x="324" y="75"/>
                      <a:pt x="324" y="75"/>
                      <a:pt x="325" y="75"/>
                    </a:cubicBezTo>
                    <a:cubicBezTo>
                      <a:pt x="388" y="75"/>
                      <a:pt x="388" y="75"/>
                      <a:pt x="388" y="75"/>
                    </a:cubicBezTo>
                    <a:cubicBezTo>
                      <a:pt x="389" y="75"/>
                      <a:pt x="389" y="75"/>
                      <a:pt x="389" y="75"/>
                    </a:cubicBezTo>
                    <a:cubicBezTo>
                      <a:pt x="389" y="75"/>
                      <a:pt x="389" y="75"/>
                      <a:pt x="389" y="75"/>
                    </a:cubicBezTo>
                    <a:cubicBezTo>
                      <a:pt x="389" y="75"/>
                      <a:pt x="389" y="75"/>
                      <a:pt x="389" y="75"/>
                    </a:cubicBezTo>
                    <a:cubicBezTo>
                      <a:pt x="389" y="75"/>
                      <a:pt x="389" y="75"/>
                      <a:pt x="389" y="75"/>
                    </a:cubicBezTo>
                    <a:cubicBezTo>
                      <a:pt x="390" y="75"/>
                      <a:pt x="390" y="76"/>
                      <a:pt x="390" y="76"/>
                    </a:cubicBezTo>
                    <a:cubicBezTo>
                      <a:pt x="390" y="76"/>
                      <a:pt x="390" y="76"/>
                      <a:pt x="390" y="76"/>
                    </a:cubicBezTo>
                    <a:cubicBezTo>
                      <a:pt x="390" y="76"/>
                      <a:pt x="390" y="76"/>
                      <a:pt x="390" y="76"/>
                    </a:cubicBezTo>
                    <a:cubicBezTo>
                      <a:pt x="390" y="76"/>
                      <a:pt x="390" y="76"/>
                      <a:pt x="390" y="76"/>
                    </a:cubicBezTo>
                    <a:cubicBezTo>
                      <a:pt x="372" y="108"/>
                      <a:pt x="372" y="108"/>
                      <a:pt x="372" y="108"/>
                    </a:cubicBezTo>
                    <a:cubicBezTo>
                      <a:pt x="397" y="153"/>
                      <a:pt x="397" y="153"/>
                      <a:pt x="397" y="153"/>
                    </a:cubicBezTo>
                    <a:cubicBezTo>
                      <a:pt x="433" y="153"/>
                      <a:pt x="433" y="153"/>
                      <a:pt x="433" y="153"/>
                    </a:cubicBezTo>
                    <a:cubicBezTo>
                      <a:pt x="433" y="153"/>
                      <a:pt x="433" y="153"/>
                      <a:pt x="433" y="153"/>
                    </a:cubicBezTo>
                    <a:cubicBezTo>
                      <a:pt x="433" y="153"/>
                      <a:pt x="433" y="153"/>
                      <a:pt x="433" y="153"/>
                    </a:cubicBezTo>
                    <a:cubicBezTo>
                      <a:pt x="433" y="153"/>
                      <a:pt x="433" y="153"/>
                      <a:pt x="433" y="153"/>
                    </a:cubicBezTo>
                    <a:cubicBezTo>
                      <a:pt x="433" y="153"/>
                      <a:pt x="434" y="153"/>
                      <a:pt x="434" y="153"/>
                    </a:cubicBezTo>
                    <a:cubicBezTo>
                      <a:pt x="434" y="154"/>
                      <a:pt x="434" y="154"/>
                      <a:pt x="434" y="154"/>
                    </a:cubicBezTo>
                    <a:cubicBezTo>
                      <a:pt x="434" y="154"/>
                      <a:pt x="434" y="154"/>
                      <a:pt x="434" y="154"/>
                    </a:cubicBezTo>
                    <a:cubicBezTo>
                      <a:pt x="434" y="154"/>
                      <a:pt x="434" y="154"/>
                      <a:pt x="434" y="154"/>
                    </a:cubicBezTo>
                    <a:close/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6" name="Freeform 1156">
                <a:extLst>
                  <a:ext uri="{FF2B5EF4-FFF2-40B4-BE49-F238E27FC236}">
                    <a16:creationId xmlns:a16="http://schemas.microsoft.com/office/drawing/2014/main" id="{A3A006B7-CC0B-43D7-991D-609C519B41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5" y="419"/>
                <a:ext cx="90" cy="200"/>
              </a:xfrm>
              <a:custGeom>
                <a:avLst/>
                <a:gdLst>
                  <a:gd name="T0" fmla="*/ 133 w 133"/>
                  <a:gd name="T1" fmla="*/ 288 h 293"/>
                  <a:gd name="T2" fmla="*/ 72 w 133"/>
                  <a:gd name="T3" fmla="*/ 2 h 293"/>
                  <a:gd name="T4" fmla="*/ 68 w 133"/>
                  <a:gd name="T5" fmla="*/ 2 h 293"/>
                  <a:gd name="T6" fmla="*/ 0 w 133"/>
                  <a:gd name="T7" fmla="*/ 293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3" h="293">
                    <a:moveTo>
                      <a:pt x="133" y="288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1" y="0"/>
                      <a:pt x="69" y="0"/>
                      <a:pt x="68" y="2"/>
                    </a:cubicBezTo>
                    <a:cubicBezTo>
                      <a:pt x="0" y="293"/>
                      <a:pt x="0" y="293"/>
                      <a:pt x="0" y="293"/>
                    </a:cubicBezTo>
                  </a:path>
                </a:pathLst>
              </a:cu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7" name="Rectangle 1157">
                <a:extLst>
                  <a:ext uri="{FF2B5EF4-FFF2-40B4-BE49-F238E27FC236}">
                    <a16:creationId xmlns:a16="http://schemas.microsoft.com/office/drawing/2014/main" id="{962E5C4C-5A71-44F1-82C7-FE2B612252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4" y="412"/>
                <a:ext cx="17" cy="11"/>
              </a:xfrm>
              <a:prstGeom prst="rect">
                <a:avLst/>
              </a:pr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8" name="Line 1158">
                <a:extLst>
                  <a:ext uri="{FF2B5EF4-FFF2-40B4-BE49-F238E27FC236}">
                    <a16:creationId xmlns:a16="http://schemas.microsoft.com/office/drawing/2014/main" id="{41BAE7C0-C7F2-4F00-ABCD-CF15009B45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4" y="535"/>
                <a:ext cx="36" cy="83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9" name="Line 1159">
                <a:extLst>
                  <a:ext uri="{FF2B5EF4-FFF2-40B4-BE49-F238E27FC236}">
                    <a16:creationId xmlns:a16="http://schemas.microsoft.com/office/drawing/2014/main" id="{0B43D99F-B113-4769-9B80-DBA6093AED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35" y="547"/>
                <a:ext cx="24" cy="66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0" name="Line 1160">
                <a:extLst>
                  <a:ext uri="{FF2B5EF4-FFF2-40B4-BE49-F238E27FC236}">
                    <a16:creationId xmlns:a16="http://schemas.microsoft.com/office/drawing/2014/main" id="{DA533391-0380-40E2-9CCA-D03C797865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1" y="574"/>
                <a:ext cx="68" cy="43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1" name="Freeform 1161">
                <a:extLst>
                  <a:ext uri="{FF2B5EF4-FFF2-40B4-BE49-F238E27FC236}">
                    <a16:creationId xmlns:a16="http://schemas.microsoft.com/office/drawing/2014/main" id="{92DED033-557F-4763-85DD-54716779DB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3" y="443"/>
                <a:ext cx="117" cy="117"/>
              </a:xfrm>
              <a:custGeom>
                <a:avLst/>
                <a:gdLst>
                  <a:gd name="T0" fmla="*/ 134 w 171"/>
                  <a:gd name="T1" fmla="*/ 0 h 172"/>
                  <a:gd name="T2" fmla="*/ 134 w 171"/>
                  <a:gd name="T3" fmla="*/ 135 h 172"/>
                  <a:gd name="T4" fmla="*/ 0 w 171"/>
                  <a:gd name="T5" fmla="*/ 135 h 172"/>
                  <a:gd name="T6" fmla="*/ 134 w 171"/>
                  <a:gd name="T7" fmla="*/ 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1" h="172">
                    <a:moveTo>
                      <a:pt x="134" y="0"/>
                    </a:moveTo>
                    <a:cubicBezTo>
                      <a:pt x="171" y="38"/>
                      <a:pt x="171" y="98"/>
                      <a:pt x="134" y="135"/>
                    </a:cubicBezTo>
                    <a:cubicBezTo>
                      <a:pt x="97" y="172"/>
                      <a:pt x="37" y="172"/>
                      <a:pt x="0" y="135"/>
                    </a:cubicBezTo>
                    <a:lnTo>
                      <a:pt x="134" y="0"/>
                    </a:lnTo>
                    <a:close/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2" name="Line 1162">
                <a:extLst>
                  <a:ext uri="{FF2B5EF4-FFF2-40B4-BE49-F238E27FC236}">
                    <a16:creationId xmlns:a16="http://schemas.microsoft.com/office/drawing/2014/main" id="{B444C3E6-2342-4E8A-855D-C27071AEDD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20" y="467"/>
                <a:ext cx="19" cy="20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3" name="Oval 1163">
                <a:extLst>
                  <a:ext uri="{FF2B5EF4-FFF2-40B4-BE49-F238E27FC236}">
                    <a16:creationId xmlns:a16="http://schemas.microsoft.com/office/drawing/2014/main" id="{60F109DE-2B50-4BDB-8898-B9A2660351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8" y="456"/>
                <a:ext cx="16" cy="16"/>
              </a:xfrm>
              <a:prstGeom prst="ellipse">
                <a:avLst/>
              </a:pr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4" name="Line 1164">
                <a:extLst>
                  <a:ext uri="{FF2B5EF4-FFF2-40B4-BE49-F238E27FC236}">
                    <a16:creationId xmlns:a16="http://schemas.microsoft.com/office/drawing/2014/main" id="{829C7D4E-BA09-4A2E-82B3-DB4AB68EC5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93" y="385"/>
                <a:ext cx="0" cy="27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5" name="Freeform 1165">
                <a:extLst>
                  <a:ext uri="{FF2B5EF4-FFF2-40B4-BE49-F238E27FC236}">
                    <a16:creationId xmlns:a16="http://schemas.microsoft.com/office/drawing/2014/main" id="{04D782C6-9376-4409-88DD-24526E1E60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3" y="371"/>
                <a:ext cx="18" cy="18"/>
              </a:xfrm>
              <a:custGeom>
                <a:avLst/>
                <a:gdLst>
                  <a:gd name="T0" fmla="*/ 21 w 26"/>
                  <a:gd name="T1" fmla="*/ 21 h 26"/>
                  <a:gd name="T2" fmla="*/ 5 w 26"/>
                  <a:gd name="T3" fmla="*/ 21 h 26"/>
                  <a:gd name="T4" fmla="*/ 5 w 26"/>
                  <a:gd name="T5" fmla="*/ 5 h 26"/>
                  <a:gd name="T6" fmla="*/ 21 w 26"/>
                  <a:gd name="T7" fmla="*/ 5 h 26"/>
                  <a:gd name="T8" fmla="*/ 21 w 26"/>
                  <a:gd name="T9" fmla="*/ 2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6">
                    <a:moveTo>
                      <a:pt x="21" y="21"/>
                    </a:moveTo>
                    <a:cubicBezTo>
                      <a:pt x="17" y="26"/>
                      <a:pt x="9" y="25"/>
                      <a:pt x="5" y="21"/>
                    </a:cubicBezTo>
                    <a:cubicBezTo>
                      <a:pt x="0" y="16"/>
                      <a:pt x="0" y="9"/>
                      <a:pt x="5" y="5"/>
                    </a:cubicBezTo>
                    <a:cubicBezTo>
                      <a:pt x="10" y="0"/>
                      <a:pt x="17" y="0"/>
                      <a:pt x="21" y="5"/>
                    </a:cubicBezTo>
                    <a:cubicBezTo>
                      <a:pt x="26" y="9"/>
                      <a:pt x="26" y="17"/>
                      <a:pt x="21" y="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6" name="Freeform 1166">
                <a:extLst>
                  <a:ext uri="{FF2B5EF4-FFF2-40B4-BE49-F238E27FC236}">
                    <a16:creationId xmlns:a16="http://schemas.microsoft.com/office/drawing/2014/main" id="{91DD21EB-0CAB-4AC9-B11E-10D7EB86A3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4" y="423"/>
                <a:ext cx="48" cy="44"/>
              </a:xfrm>
              <a:custGeom>
                <a:avLst/>
                <a:gdLst>
                  <a:gd name="T0" fmla="*/ 0 w 70"/>
                  <a:gd name="T1" fmla="*/ 65 h 65"/>
                  <a:gd name="T2" fmla="*/ 70 w 70"/>
                  <a:gd name="T3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0" h="65">
                    <a:moveTo>
                      <a:pt x="0" y="65"/>
                    </a:moveTo>
                    <a:cubicBezTo>
                      <a:pt x="2" y="29"/>
                      <a:pt x="33" y="0"/>
                      <a:pt x="70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7" name="Freeform 1167">
                <a:extLst>
                  <a:ext uri="{FF2B5EF4-FFF2-40B4-BE49-F238E27FC236}">
                    <a16:creationId xmlns:a16="http://schemas.microsoft.com/office/drawing/2014/main" id="{7107F316-7476-4893-B52C-7D82B4A7D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0" y="409"/>
                <a:ext cx="62" cy="57"/>
              </a:xfrm>
              <a:custGeom>
                <a:avLst/>
                <a:gdLst>
                  <a:gd name="T0" fmla="*/ 0 w 91"/>
                  <a:gd name="T1" fmla="*/ 84 h 84"/>
                  <a:gd name="T2" fmla="*/ 91 w 91"/>
                  <a:gd name="T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1" h="84">
                    <a:moveTo>
                      <a:pt x="0" y="84"/>
                    </a:moveTo>
                    <a:cubicBezTo>
                      <a:pt x="4" y="37"/>
                      <a:pt x="43" y="0"/>
                      <a:pt x="91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8" name="Freeform 1168">
                <a:extLst>
                  <a:ext uri="{FF2B5EF4-FFF2-40B4-BE49-F238E27FC236}">
                    <a16:creationId xmlns:a16="http://schemas.microsoft.com/office/drawing/2014/main" id="{1BDEC56D-1872-40A7-B145-5C8F85A57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1" y="483"/>
                <a:ext cx="72" cy="125"/>
              </a:xfrm>
              <a:custGeom>
                <a:avLst/>
                <a:gdLst>
                  <a:gd name="T0" fmla="*/ 16 w 72"/>
                  <a:gd name="T1" fmla="*/ 0 h 125"/>
                  <a:gd name="T2" fmla="*/ 46 w 72"/>
                  <a:gd name="T3" fmla="*/ 0 h 125"/>
                  <a:gd name="T4" fmla="*/ 0 w 72"/>
                  <a:gd name="T5" fmla="*/ 72 h 125"/>
                  <a:gd name="T6" fmla="*/ 72 w 72"/>
                  <a:gd name="T7" fmla="*/ 125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2" h="125">
                    <a:moveTo>
                      <a:pt x="16" y="0"/>
                    </a:moveTo>
                    <a:lnTo>
                      <a:pt x="46" y="0"/>
                    </a:lnTo>
                    <a:lnTo>
                      <a:pt x="0" y="72"/>
                    </a:lnTo>
                    <a:lnTo>
                      <a:pt x="72" y="125"/>
                    </a:lnTo>
                  </a:path>
                </a:pathLst>
              </a:cu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9" name="Freeform 1169">
                <a:extLst>
                  <a:ext uri="{FF2B5EF4-FFF2-40B4-BE49-F238E27FC236}">
                    <a16:creationId xmlns:a16="http://schemas.microsoft.com/office/drawing/2014/main" id="{CC964B4C-A0B7-420C-9DDA-A6F3BBDCC4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5" y="1042"/>
                <a:ext cx="115" cy="562"/>
              </a:xfrm>
              <a:custGeom>
                <a:avLst/>
                <a:gdLst>
                  <a:gd name="T0" fmla="*/ 0 w 115"/>
                  <a:gd name="T1" fmla="*/ 562 h 562"/>
                  <a:gd name="T2" fmla="*/ 0 w 115"/>
                  <a:gd name="T3" fmla="*/ 0 h 562"/>
                  <a:gd name="T4" fmla="*/ 115 w 115"/>
                  <a:gd name="T5" fmla="*/ 0 h 562"/>
                  <a:gd name="T6" fmla="*/ 115 w 115"/>
                  <a:gd name="T7" fmla="*/ 556 h 562"/>
                  <a:gd name="T8" fmla="*/ 0 w 115"/>
                  <a:gd name="T9" fmla="*/ 562 h 5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" h="562">
                    <a:moveTo>
                      <a:pt x="0" y="562"/>
                    </a:moveTo>
                    <a:lnTo>
                      <a:pt x="0" y="0"/>
                    </a:lnTo>
                    <a:lnTo>
                      <a:pt x="115" y="0"/>
                    </a:lnTo>
                    <a:lnTo>
                      <a:pt x="115" y="556"/>
                    </a:lnTo>
                    <a:lnTo>
                      <a:pt x="0" y="562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70" name="Line 1170">
                <a:extLst>
                  <a:ext uri="{FF2B5EF4-FFF2-40B4-BE49-F238E27FC236}">
                    <a16:creationId xmlns:a16="http://schemas.microsoft.com/office/drawing/2014/main" id="{F75BBB0D-463D-47F3-8A2C-04DB0B5FC5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0" y="902"/>
                <a:ext cx="0" cy="63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71" name="Line 1171">
                <a:extLst>
                  <a:ext uri="{FF2B5EF4-FFF2-40B4-BE49-F238E27FC236}">
                    <a16:creationId xmlns:a16="http://schemas.microsoft.com/office/drawing/2014/main" id="{3B6C8B8D-7DAD-4F40-AC4E-E65829A7E5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1" y="902"/>
                <a:ext cx="0" cy="63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72" name="Line 1172">
                <a:extLst>
                  <a:ext uri="{FF2B5EF4-FFF2-40B4-BE49-F238E27FC236}">
                    <a16:creationId xmlns:a16="http://schemas.microsoft.com/office/drawing/2014/main" id="{8416E201-29A3-48BC-98B2-724C5C0C76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45" y="985"/>
                <a:ext cx="147" cy="119"/>
              </a:xfrm>
              <a:prstGeom prst="line">
                <a:avLst/>
              </a:prstGeom>
              <a:noFill/>
              <a:ln w="1588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73" name="Line 1173">
                <a:extLst>
                  <a:ext uri="{FF2B5EF4-FFF2-40B4-BE49-F238E27FC236}">
                    <a16:creationId xmlns:a16="http://schemas.microsoft.com/office/drawing/2014/main" id="{04027F9B-5478-4796-A994-F32D4CFD30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5" y="539"/>
                <a:ext cx="325" cy="0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74" name="Freeform 1174">
                <a:extLst>
                  <a:ext uri="{FF2B5EF4-FFF2-40B4-BE49-F238E27FC236}">
                    <a16:creationId xmlns:a16="http://schemas.microsoft.com/office/drawing/2014/main" id="{48022396-D1F9-4C44-98F3-DB1E42FC9C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4" y="532"/>
                <a:ext cx="326" cy="60"/>
              </a:xfrm>
              <a:custGeom>
                <a:avLst/>
                <a:gdLst>
                  <a:gd name="T0" fmla="*/ 326 w 326"/>
                  <a:gd name="T1" fmla="*/ 0 h 60"/>
                  <a:gd name="T2" fmla="*/ 0 w 326"/>
                  <a:gd name="T3" fmla="*/ 0 h 60"/>
                  <a:gd name="T4" fmla="*/ 0 w 326"/>
                  <a:gd name="T5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26" h="60">
                    <a:moveTo>
                      <a:pt x="326" y="0"/>
                    </a:moveTo>
                    <a:lnTo>
                      <a:pt x="0" y="0"/>
                    </a:lnTo>
                    <a:lnTo>
                      <a:pt x="0" y="60"/>
                    </a:lnTo>
                  </a:path>
                </a:pathLst>
              </a:cu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75" name="Line 1175">
                <a:extLst>
                  <a:ext uri="{FF2B5EF4-FFF2-40B4-BE49-F238E27FC236}">
                    <a16:creationId xmlns:a16="http://schemas.microsoft.com/office/drawing/2014/main" id="{1AEB3AC0-841F-44DD-B49E-5B44D54AEC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4" y="539"/>
                <a:ext cx="0" cy="50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76" name="Line 1176">
                <a:extLst>
                  <a:ext uri="{FF2B5EF4-FFF2-40B4-BE49-F238E27FC236}">
                    <a16:creationId xmlns:a16="http://schemas.microsoft.com/office/drawing/2014/main" id="{C1862CEC-E8D5-4C68-BC8C-664A970440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2" y="539"/>
                <a:ext cx="0" cy="50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77" name="Line 1177">
                <a:extLst>
                  <a:ext uri="{FF2B5EF4-FFF2-40B4-BE49-F238E27FC236}">
                    <a16:creationId xmlns:a16="http://schemas.microsoft.com/office/drawing/2014/main" id="{987E0635-842E-4FD8-9CA5-2271AEC39F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0" y="539"/>
                <a:ext cx="0" cy="50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78" name="Line 1178">
                <a:extLst>
                  <a:ext uri="{FF2B5EF4-FFF2-40B4-BE49-F238E27FC236}">
                    <a16:creationId xmlns:a16="http://schemas.microsoft.com/office/drawing/2014/main" id="{F6C802C4-54F4-4ACD-8526-BD13865C06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9" y="539"/>
                <a:ext cx="0" cy="50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79" name="Line 1179">
                <a:extLst>
                  <a:ext uri="{FF2B5EF4-FFF2-40B4-BE49-F238E27FC236}">
                    <a16:creationId xmlns:a16="http://schemas.microsoft.com/office/drawing/2014/main" id="{F518991F-B7E5-4232-8939-30C2396B41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8" y="539"/>
                <a:ext cx="0" cy="50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80" name="Line 1180">
                <a:extLst>
                  <a:ext uri="{FF2B5EF4-FFF2-40B4-BE49-F238E27FC236}">
                    <a16:creationId xmlns:a16="http://schemas.microsoft.com/office/drawing/2014/main" id="{22B2F711-7FC1-4A1F-BA09-B3A70CDB1A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7" y="539"/>
                <a:ext cx="0" cy="50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81" name="Line 1181">
                <a:extLst>
                  <a:ext uri="{FF2B5EF4-FFF2-40B4-BE49-F238E27FC236}">
                    <a16:creationId xmlns:a16="http://schemas.microsoft.com/office/drawing/2014/main" id="{14DA4D49-CA3A-4C70-AF0D-A2757B3BB8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6" y="539"/>
                <a:ext cx="0" cy="50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82" name="Line 1182">
                <a:extLst>
                  <a:ext uri="{FF2B5EF4-FFF2-40B4-BE49-F238E27FC236}">
                    <a16:creationId xmlns:a16="http://schemas.microsoft.com/office/drawing/2014/main" id="{D1D59EAF-3A56-4376-89CF-9664501904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0" y="539"/>
                <a:ext cx="0" cy="50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83" name="Line 1183">
                <a:extLst>
                  <a:ext uri="{FF2B5EF4-FFF2-40B4-BE49-F238E27FC236}">
                    <a16:creationId xmlns:a16="http://schemas.microsoft.com/office/drawing/2014/main" id="{4FAB4B7F-F211-46E8-92F6-CDF0B36E5B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61" y="532"/>
                <a:ext cx="0" cy="57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84" name="Rectangle 1184">
                <a:extLst>
                  <a:ext uri="{FF2B5EF4-FFF2-40B4-BE49-F238E27FC236}">
                    <a16:creationId xmlns:a16="http://schemas.microsoft.com/office/drawing/2014/main" id="{89817E20-589B-4F53-841B-6A167ABFB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587"/>
                <a:ext cx="557" cy="1314"/>
              </a:xfrm>
              <a:prstGeom prst="rect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85" name="Freeform 1185">
                <a:extLst>
                  <a:ext uri="{FF2B5EF4-FFF2-40B4-BE49-F238E27FC236}">
                    <a16:creationId xmlns:a16="http://schemas.microsoft.com/office/drawing/2014/main" id="{A4AB64DA-FA28-4CF3-8735-E29AED5D87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" y="621"/>
                <a:ext cx="555" cy="32"/>
              </a:xfrm>
              <a:custGeom>
                <a:avLst/>
                <a:gdLst>
                  <a:gd name="T0" fmla="*/ 0 w 555"/>
                  <a:gd name="T1" fmla="*/ 2 h 32"/>
                  <a:gd name="T2" fmla="*/ 58 w 555"/>
                  <a:gd name="T3" fmla="*/ 32 h 32"/>
                  <a:gd name="T4" fmla="*/ 122 w 555"/>
                  <a:gd name="T5" fmla="*/ 0 h 32"/>
                  <a:gd name="T6" fmla="*/ 186 w 555"/>
                  <a:gd name="T7" fmla="*/ 32 h 32"/>
                  <a:gd name="T8" fmla="*/ 250 w 555"/>
                  <a:gd name="T9" fmla="*/ 0 h 32"/>
                  <a:gd name="T10" fmla="*/ 313 w 555"/>
                  <a:gd name="T11" fmla="*/ 32 h 32"/>
                  <a:gd name="T12" fmla="*/ 377 w 555"/>
                  <a:gd name="T13" fmla="*/ 0 h 32"/>
                  <a:gd name="T14" fmla="*/ 441 w 555"/>
                  <a:gd name="T15" fmla="*/ 32 h 32"/>
                  <a:gd name="T16" fmla="*/ 499 w 555"/>
                  <a:gd name="T17" fmla="*/ 2 h 32"/>
                  <a:gd name="T18" fmla="*/ 555 w 555"/>
                  <a:gd name="T19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55" h="32">
                    <a:moveTo>
                      <a:pt x="0" y="2"/>
                    </a:moveTo>
                    <a:lnTo>
                      <a:pt x="58" y="32"/>
                    </a:lnTo>
                    <a:lnTo>
                      <a:pt x="122" y="0"/>
                    </a:lnTo>
                    <a:lnTo>
                      <a:pt x="186" y="32"/>
                    </a:lnTo>
                    <a:lnTo>
                      <a:pt x="250" y="0"/>
                    </a:lnTo>
                    <a:lnTo>
                      <a:pt x="313" y="32"/>
                    </a:lnTo>
                    <a:lnTo>
                      <a:pt x="377" y="0"/>
                    </a:lnTo>
                    <a:lnTo>
                      <a:pt x="441" y="32"/>
                    </a:lnTo>
                    <a:lnTo>
                      <a:pt x="499" y="2"/>
                    </a:lnTo>
                    <a:lnTo>
                      <a:pt x="555" y="32"/>
                    </a:lnTo>
                  </a:path>
                </a:pathLst>
              </a:cu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86" name="Freeform 1186">
                <a:extLst>
                  <a:ext uri="{FF2B5EF4-FFF2-40B4-BE49-F238E27FC236}">
                    <a16:creationId xmlns:a16="http://schemas.microsoft.com/office/drawing/2014/main" id="{A332997C-8DF6-4ADA-A95D-71D310D1E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" y="1672"/>
                <a:ext cx="554" cy="33"/>
              </a:xfrm>
              <a:custGeom>
                <a:avLst/>
                <a:gdLst>
                  <a:gd name="T0" fmla="*/ 0 w 554"/>
                  <a:gd name="T1" fmla="*/ 3 h 33"/>
                  <a:gd name="T2" fmla="*/ 58 w 554"/>
                  <a:gd name="T3" fmla="*/ 33 h 33"/>
                  <a:gd name="T4" fmla="*/ 122 w 554"/>
                  <a:gd name="T5" fmla="*/ 0 h 33"/>
                  <a:gd name="T6" fmla="*/ 186 w 554"/>
                  <a:gd name="T7" fmla="*/ 33 h 33"/>
                  <a:gd name="T8" fmla="*/ 250 w 554"/>
                  <a:gd name="T9" fmla="*/ 0 h 33"/>
                  <a:gd name="T10" fmla="*/ 313 w 554"/>
                  <a:gd name="T11" fmla="*/ 33 h 33"/>
                  <a:gd name="T12" fmla="*/ 377 w 554"/>
                  <a:gd name="T13" fmla="*/ 0 h 33"/>
                  <a:gd name="T14" fmla="*/ 440 w 554"/>
                  <a:gd name="T15" fmla="*/ 33 h 33"/>
                  <a:gd name="T16" fmla="*/ 498 w 554"/>
                  <a:gd name="T17" fmla="*/ 3 h 33"/>
                  <a:gd name="T18" fmla="*/ 554 w 554"/>
                  <a:gd name="T1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54" h="33">
                    <a:moveTo>
                      <a:pt x="0" y="3"/>
                    </a:moveTo>
                    <a:lnTo>
                      <a:pt x="58" y="33"/>
                    </a:lnTo>
                    <a:lnTo>
                      <a:pt x="122" y="0"/>
                    </a:lnTo>
                    <a:lnTo>
                      <a:pt x="186" y="33"/>
                    </a:lnTo>
                    <a:lnTo>
                      <a:pt x="250" y="0"/>
                    </a:lnTo>
                    <a:lnTo>
                      <a:pt x="313" y="33"/>
                    </a:lnTo>
                    <a:lnTo>
                      <a:pt x="377" y="0"/>
                    </a:lnTo>
                    <a:lnTo>
                      <a:pt x="440" y="33"/>
                    </a:lnTo>
                    <a:lnTo>
                      <a:pt x="498" y="3"/>
                    </a:lnTo>
                    <a:lnTo>
                      <a:pt x="554" y="33"/>
                    </a:ln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87" name="Freeform 1187">
                <a:extLst>
                  <a:ext uri="{FF2B5EF4-FFF2-40B4-BE49-F238E27FC236}">
                    <a16:creationId xmlns:a16="http://schemas.microsoft.com/office/drawing/2014/main" id="{C3516911-9CE0-4D21-BB95-18831B8798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" y="1699"/>
                <a:ext cx="554" cy="33"/>
              </a:xfrm>
              <a:custGeom>
                <a:avLst/>
                <a:gdLst>
                  <a:gd name="T0" fmla="*/ 0 w 554"/>
                  <a:gd name="T1" fmla="*/ 3 h 33"/>
                  <a:gd name="T2" fmla="*/ 58 w 554"/>
                  <a:gd name="T3" fmla="*/ 33 h 33"/>
                  <a:gd name="T4" fmla="*/ 122 w 554"/>
                  <a:gd name="T5" fmla="*/ 0 h 33"/>
                  <a:gd name="T6" fmla="*/ 186 w 554"/>
                  <a:gd name="T7" fmla="*/ 33 h 33"/>
                  <a:gd name="T8" fmla="*/ 250 w 554"/>
                  <a:gd name="T9" fmla="*/ 0 h 33"/>
                  <a:gd name="T10" fmla="*/ 313 w 554"/>
                  <a:gd name="T11" fmla="*/ 33 h 33"/>
                  <a:gd name="T12" fmla="*/ 377 w 554"/>
                  <a:gd name="T13" fmla="*/ 0 h 33"/>
                  <a:gd name="T14" fmla="*/ 440 w 554"/>
                  <a:gd name="T15" fmla="*/ 33 h 33"/>
                  <a:gd name="T16" fmla="*/ 498 w 554"/>
                  <a:gd name="T17" fmla="*/ 3 h 33"/>
                  <a:gd name="T18" fmla="*/ 554 w 554"/>
                  <a:gd name="T1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54" h="33">
                    <a:moveTo>
                      <a:pt x="0" y="3"/>
                    </a:moveTo>
                    <a:lnTo>
                      <a:pt x="58" y="33"/>
                    </a:lnTo>
                    <a:lnTo>
                      <a:pt x="122" y="0"/>
                    </a:lnTo>
                    <a:lnTo>
                      <a:pt x="186" y="33"/>
                    </a:lnTo>
                    <a:lnTo>
                      <a:pt x="250" y="0"/>
                    </a:lnTo>
                    <a:lnTo>
                      <a:pt x="313" y="33"/>
                    </a:lnTo>
                    <a:lnTo>
                      <a:pt x="377" y="0"/>
                    </a:lnTo>
                    <a:lnTo>
                      <a:pt x="440" y="33"/>
                    </a:lnTo>
                    <a:lnTo>
                      <a:pt x="498" y="3"/>
                    </a:lnTo>
                    <a:lnTo>
                      <a:pt x="554" y="33"/>
                    </a:ln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88" name="Freeform 1188">
                <a:extLst>
                  <a:ext uri="{FF2B5EF4-FFF2-40B4-BE49-F238E27FC236}">
                    <a16:creationId xmlns:a16="http://schemas.microsoft.com/office/drawing/2014/main" id="{FC5E7947-CA05-4748-85A8-183AED467D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7" y="716"/>
                <a:ext cx="501" cy="409"/>
              </a:xfrm>
              <a:custGeom>
                <a:avLst/>
                <a:gdLst>
                  <a:gd name="T0" fmla="*/ 736 w 736"/>
                  <a:gd name="T1" fmla="*/ 601 h 601"/>
                  <a:gd name="T2" fmla="*/ 0 w 736"/>
                  <a:gd name="T3" fmla="*/ 601 h 601"/>
                  <a:gd name="T4" fmla="*/ 0 w 736"/>
                  <a:gd name="T5" fmla="*/ 355 h 601"/>
                  <a:gd name="T6" fmla="*/ 355 w 736"/>
                  <a:gd name="T7" fmla="*/ 0 h 601"/>
                  <a:gd name="T8" fmla="*/ 380 w 736"/>
                  <a:gd name="T9" fmla="*/ 0 h 601"/>
                  <a:gd name="T10" fmla="*/ 736 w 736"/>
                  <a:gd name="T11" fmla="*/ 355 h 601"/>
                  <a:gd name="T12" fmla="*/ 736 w 736"/>
                  <a:gd name="T13" fmla="*/ 601 h 6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6" h="601">
                    <a:moveTo>
                      <a:pt x="736" y="601"/>
                    </a:moveTo>
                    <a:cubicBezTo>
                      <a:pt x="0" y="601"/>
                      <a:pt x="0" y="601"/>
                      <a:pt x="0" y="601"/>
                    </a:cubicBezTo>
                    <a:cubicBezTo>
                      <a:pt x="0" y="355"/>
                      <a:pt x="0" y="355"/>
                      <a:pt x="0" y="355"/>
                    </a:cubicBezTo>
                    <a:cubicBezTo>
                      <a:pt x="0" y="159"/>
                      <a:pt x="159" y="0"/>
                      <a:pt x="355" y="0"/>
                    </a:cubicBezTo>
                    <a:cubicBezTo>
                      <a:pt x="380" y="0"/>
                      <a:pt x="380" y="0"/>
                      <a:pt x="380" y="0"/>
                    </a:cubicBezTo>
                    <a:cubicBezTo>
                      <a:pt x="577" y="0"/>
                      <a:pt x="736" y="159"/>
                      <a:pt x="736" y="355"/>
                    </a:cubicBezTo>
                    <a:lnTo>
                      <a:pt x="736" y="601"/>
                    </a:lnTo>
                    <a:close/>
                  </a:path>
                </a:pathLst>
              </a:cu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89" name="Rectangle 1189">
                <a:extLst>
                  <a:ext uri="{FF2B5EF4-FFF2-40B4-BE49-F238E27FC236}">
                    <a16:creationId xmlns:a16="http://schemas.microsoft.com/office/drawing/2014/main" id="{A225101F-BC7C-4849-BE30-B29C6D28A8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1208"/>
                <a:ext cx="495" cy="403"/>
              </a:xfrm>
              <a:prstGeom prst="rect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90" name="Rectangle 1190">
                <a:extLst>
                  <a:ext uri="{FF2B5EF4-FFF2-40B4-BE49-F238E27FC236}">
                    <a16:creationId xmlns:a16="http://schemas.microsoft.com/office/drawing/2014/main" id="{EB11B717-F154-40E3-AD29-9E0A85C8E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1" y="1173"/>
                <a:ext cx="623" cy="519"/>
              </a:xfrm>
              <a:prstGeom prst="rect">
                <a:avLst/>
              </a:prstGeom>
              <a:solidFill>
                <a:srgbClr val="FFFFFF"/>
              </a:solidFill>
              <a:ln w="9525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91" name="Freeform 1191">
                <a:extLst>
                  <a:ext uri="{FF2B5EF4-FFF2-40B4-BE49-F238E27FC236}">
                    <a16:creationId xmlns:a16="http://schemas.microsoft.com/office/drawing/2014/main" id="{0E480300-613A-4504-90BB-AFD88EDF8E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6" y="1353"/>
                <a:ext cx="220" cy="15"/>
              </a:xfrm>
              <a:custGeom>
                <a:avLst/>
                <a:gdLst>
                  <a:gd name="T0" fmla="*/ 319 w 323"/>
                  <a:gd name="T1" fmla="*/ 22 h 22"/>
                  <a:gd name="T2" fmla="*/ 4 w 323"/>
                  <a:gd name="T3" fmla="*/ 22 h 22"/>
                  <a:gd name="T4" fmla="*/ 0 w 323"/>
                  <a:gd name="T5" fmla="*/ 18 h 22"/>
                  <a:gd name="T6" fmla="*/ 0 w 323"/>
                  <a:gd name="T7" fmla="*/ 4 h 22"/>
                  <a:gd name="T8" fmla="*/ 4 w 323"/>
                  <a:gd name="T9" fmla="*/ 0 h 22"/>
                  <a:gd name="T10" fmla="*/ 319 w 323"/>
                  <a:gd name="T11" fmla="*/ 0 h 22"/>
                  <a:gd name="T12" fmla="*/ 323 w 323"/>
                  <a:gd name="T13" fmla="*/ 4 h 22"/>
                  <a:gd name="T14" fmla="*/ 323 w 323"/>
                  <a:gd name="T15" fmla="*/ 18 h 22"/>
                  <a:gd name="T16" fmla="*/ 319 w 323"/>
                  <a:gd name="T17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3" h="22">
                    <a:moveTo>
                      <a:pt x="319" y="22"/>
                    </a:moveTo>
                    <a:cubicBezTo>
                      <a:pt x="4" y="22"/>
                      <a:pt x="4" y="22"/>
                      <a:pt x="4" y="22"/>
                    </a:cubicBezTo>
                    <a:cubicBezTo>
                      <a:pt x="2" y="22"/>
                      <a:pt x="0" y="20"/>
                      <a:pt x="0" y="18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319" y="0"/>
                      <a:pt x="319" y="0"/>
                      <a:pt x="319" y="0"/>
                    </a:cubicBezTo>
                    <a:cubicBezTo>
                      <a:pt x="321" y="0"/>
                      <a:pt x="323" y="2"/>
                      <a:pt x="323" y="4"/>
                    </a:cubicBezTo>
                    <a:cubicBezTo>
                      <a:pt x="323" y="18"/>
                      <a:pt x="323" y="18"/>
                      <a:pt x="323" y="18"/>
                    </a:cubicBezTo>
                    <a:cubicBezTo>
                      <a:pt x="323" y="20"/>
                      <a:pt x="321" y="22"/>
                      <a:pt x="319" y="22"/>
                    </a:cubicBez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92" name="Freeform 1192">
                <a:extLst>
                  <a:ext uri="{FF2B5EF4-FFF2-40B4-BE49-F238E27FC236}">
                    <a16:creationId xmlns:a16="http://schemas.microsoft.com/office/drawing/2014/main" id="{7704DDBE-DEEF-47A7-8411-2F08C787CE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6" y="1477"/>
                <a:ext cx="70" cy="24"/>
              </a:xfrm>
              <a:custGeom>
                <a:avLst/>
                <a:gdLst>
                  <a:gd name="T0" fmla="*/ 70 w 70"/>
                  <a:gd name="T1" fmla="*/ 19 h 24"/>
                  <a:gd name="T2" fmla="*/ 65 w 70"/>
                  <a:gd name="T3" fmla="*/ 24 h 24"/>
                  <a:gd name="T4" fmla="*/ 0 w 70"/>
                  <a:gd name="T5" fmla="*/ 24 h 24"/>
                  <a:gd name="T6" fmla="*/ 1 w 70"/>
                  <a:gd name="T7" fmla="*/ 13 h 24"/>
                  <a:gd name="T8" fmla="*/ 57 w 70"/>
                  <a:gd name="T9" fmla="*/ 0 h 24"/>
                  <a:gd name="T10" fmla="*/ 70 w 70"/>
                  <a:gd name="T11" fmla="*/ 19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0" h="24">
                    <a:moveTo>
                      <a:pt x="70" y="19"/>
                    </a:moveTo>
                    <a:lnTo>
                      <a:pt x="65" y="24"/>
                    </a:lnTo>
                    <a:lnTo>
                      <a:pt x="0" y="24"/>
                    </a:lnTo>
                    <a:lnTo>
                      <a:pt x="1" y="13"/>
                    </a:lnTo>
                    <a:lnTo>
                      <a:pt x="57" y="0"/>
                    </a:lnTo>
                    <a:lnTo>
                      <a:pt x="70" y="19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93" name="Freeform 1193">
                <a:extLst>
                  <a:ext uri="{FF2B5EF4-FFF2-40B4-BE49-F238E27FC236}">
                    <a16:creationId xmlns:a16="http://schemas.microsoft.com/office/drawing/2014/main" id="{BC4719A5-114A-4FE1-9528-FA8F731A85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6" y="1477"/>
                <a:ext cx="70" cy="24"/>
              </a:xfrm>
              <a:custGeom>
                <a:avLst/>
                <a:gdLst>
                  <a:gd name="T0" fmla="*/ 70 w 70"/>
                  <a:gd name="T1" fmla="*/ 19 h 24"/>
                  <a:gd name="T2" fmla="*/ 65 w 70"/>
                  <a:gd name="T3" fmla="*/ 24 h 24"/>
                  <a:gd name="T4" fmla="*/ 0 w 70"/>
                  <a:gd name="T5" fmla="*/ 24 h 24"/>
                  <a:gd name="T6" fmla="*/ 1 w 70"/>
                  <a:gd name="T7" fmla="*/ 13 h 24"/>
                  <a:gd name="T8" fmla="*/ 57 w 70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0" h="24">
                    <a:moveTo>
                      <a:pt x="70" y="19"/>
                    </a:moveTo>
                    <a:lnTo>
                      <a:pt x="65" y="24"/>
                    </a:lnTo>
                    <a:lnTo>
                      <a:pt x="0" y="24"/>
                    </a:lnTo>
                    <a:lnTo>
                      <a:pt x="1" y="13"/>
                    </a:lnTo>
                    <a:lnTo>
                      <a:pt x="5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94" name="Freeform 1194">
                <a:extLst>
                  <a:ext uri="{FF2B5EF4-FFF2-40B4-BE49-F238E27FC236}">
                    <a16:creationId xmlns:a16="http://schemas.microsoft.com/office/drawing/2014/main" id="{E930305A-5168-4284-89EE-94A7933517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4" y="1524"/>
                <a:ext cx="194" cy="154"/>
              </a:xfrm>
              <a:custGeom>
                <a:avLst/>
                <a:gdLst>
                  <a:gd name="T0" fmla="*/ 176 w 285"/>
                  <a:gd name="T1" fmla="*/ 226 h 226"/>
                  <a:gd name="T2" fmla="*/ 73 w 285"/>
                  <a:gd name="T3" fmla="*/ 225 h 226"/>
                  <a:gd name="T4" fmla="*/ 14 w 285"/>
                  <a:gd name="T5" fmla="*/ 94 h 226"/>
                  <a:gd name="T6" fmla="*/ 12 w 285"/>
                  <a:gd name="T7" fmla="*/ 28 h 226"/>
                  <a:gd name="T8" fmla="*/ 52 w 285"/>
                  <a:gd name="T9" fmla="*/ 1 h 226"/>
                  <a:gd name="T10" fmla="*/ 116 w 285"/>
                  <a:gd name="T11" fmla="*/ 0 h 226"/>
                  <a:gd name="T12" fmla="*/ 256 w 285"/>
                  <a:gd name="T13" fmla="*/ 0 h 226"/>
                  <a:gd name="T14" fmla="*/ 285 w 285"/>
                  <a:gd name="T15" fmla="*/ 53 h 226"/>
                  <a:gd name="T16" fmla="*/ 228 w 285"/>
                  <a:gd name="T17" fmla="*/ 108 h 226"/>
                  <a:gd name="T18" fmla="*/ 131 w 285"/>
                  <a:gd name="T19" fmla="*/ 108 h 226"/>
                  <a:gd name="T20" fmla="*/ 176 w 285"/>
                  <a:gd name="T21" fmla="*/ 226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5" h="226">
                    <a:moveTo>
                      <a:pt x="176" y="226"/>
                    </a:moveTo>
                    <a:cubicBezTo>
                      <a:pt x="73" y="225"/>
                      <a:pt x="73" y="225"/>
                      <a:pt x="73" y="225"/>
                    </a:cubicBezTo>
                    <a:cubicBezTo>
                      <a:pt x="14" y="94"/>
                      <a:pt x="14" y="94"/>
                      <a:pt x="14" y="94"/>
                    </a:cubicBezTo>
                    <a:cubicBezTo>
                      <a:pt x="1" y="74"/>
                      <a:pt x="0" y="48"/>
                      <a:pt x="12" y="28"/>
                    </a:cubicBezTo>
                    <a:cubicBezTo>
                      <a:pt x="20" y="13"/>
                      <a:pt x="34" y="3"/>
                      <a:pt x="52" y="1"/>
                    </a:cubicBezTo>
                    <a:cubicBezTo>
                      <a:pt x="116" y="0"/>
                      <a:pt x="116" y="0"/>
                      <a:pt x="116" y="0"/>
                    </a:cubicBezTo>
                    <a:cubicBezTo>
                      <a:pt x="256" y="0"/>
                      <a:pt x="256" y="0"/>
                      <a:pt x="256" y="0"/>
                    </a:cubicBezTo>
                    <a:cubicBezTo>
                      <a:pt x="256" y="0"/>
                      <a:pt x="285" y="17"/>
                      <a:pt x="285" y="53"/>
                    </a:cubicBezTo>
                    <a:cubicBezTo>
                      <a:pt x="285" y="88"/>
                      <a:pt x="261" y="108"/>
                      <a:pt x="228" y="108"/>
                    </a:cubicBezTo>
                    <a:cubicBezTo>
                      <a:pt x="196" y="108"/>
                      <a:pt x="131" y="108"/>
                      <a:pt x="131" y="108"/>
                    </a:cubicBezTo>
                    <a:lnTo>
                      <a:pt x="176" y="2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95" name="Line 1195">
                <a:extLst>
                  <a:ext uri="{FF2B5EF4-FFF2-40B4-BE49-F238E27FC236}">
                    <a16:creationId xmlns:a16="http://schemas.microsoft.com/office/drawing/2014/main" id="{A8A7DEEB-B47C-4B52-AF41-E65004F693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0" y="1429"/>
                <a:ext cx="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96" name="Line 1196">
                <a:extLst>
                  <a:ext uri="{FF2B5EF4-FFF2-40B4-BE49-F238E27FC236}">
                    <a16:creationId xmlns:a16="http://schemas.microsoft.com/office/drawing/2014/main" id="{E31F93EC-6728-4F60-92D0-C01D341D83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0" y="1429"/>
                <a:ext cx="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97" name="Freeform 1197">
                <a:extLst>
                  <a:ext uri="{FF2B5EF4-FFF2-40B4-BE49-F238E27FC236}">
                    <a16:creationId xmlns:a16="http://schemas.microsoft.com/office/drawing/2014/main" id="{1E019ADC-200C-4298-A77A-32ED9DDE78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9" y="1422"/>
                <a:ext cx="118" cy="108"/>
              </a:xfrm>
              <a:custGeom>
                <a:avLst/>
                <a:gdLst>
                  <a:gd name="T0" fmla="*/ 22 w 174"/>
                  <a:gd name="T1" fmla="*/ 30 h 159"/>
                  <a:gd name="T2" fmla="*/ 0 w 174"/>
                  <a:gd name="T3" fmla="*/ 156 h 159"/>
                  <a:gd name="T4" fmla="*/ 174 w 174"/>
                  <a:gd name="T5" fmla="*/ 159 h 159"/>
                  <a:gd name="T6" fmla="*/ 137 w 174"/>
                  <a:gd name="T7" fmla="*/ 0 h 159"/>
                  <a:gd name="T8" fmla="*/ 75 w 174"/>
                  <a:gd name="T9" fmla="*/ 23 h 159"/>
                  <a:gd name="T10" fmla="*/ 47 w 174"/>
                  <a:gd name="T11" fmla="*/ 14 h 159"/>
                  <a:gd name="T12" fmla="*/ 22 w 174"/>
                  <a:gd name="T13" fmla="*/ 3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4" h="159">
                    <a:moveTo>
                      <a:pt x="22" y="30"/>
                    </a:moveTo>
                    <a:cubicBezTo>
                      <a:pt x="0" y="156"/>
                      <a:pt x="0" y="156"/>
                      <a:pt x="0" y="156"/>
                    </a:cubicBezTo>
                    <a:cubicBezTo>
                      <a:pt x="174" y="159"/>
                      <a:pt x="174" y="159"/>
                      <a:pt x="174" y="159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75" y="23"/>
                      <a:pt x="75" y="23"/>
                      <a:pt x="75" y="23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36" y="11"/>
                      <a:pt x="24" y="18"/>
                      <a:pt x="22" y="30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98" name="Line 1198">
                <a:extLst>
                  <a:ext uri="{FF2B5EF4-FFF2-40B4-BE49-F238E27FC236}">
                    <a16:creationId xmlns:a16="http://schemas.microsoft.com/office/drawing/2014/main" id="{105DB47C-8135-446A-A576-FFA0B88DE6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13" y="1422"/>
                <a:ext cx="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99" name="Line 1199">
                <a:extLst>
                  <a:ext uri="{FF2B5EF4-FFF2-40B4-BE49-F238E27FC236}">
                    <a16:creationId xmlns:a16="http://schemas.microsoft.com/office/drawing/2014/main" id="{187B6693-72DE-41C9-B752-766E41D967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13" y="1422"/>
                <a:ext cx="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00" name="Freeform 1200">
                <a:extLst>
                  <a:ext uri="{FF2B5EF4-FFF2-40B4-BE49-F238E27FC236}">
                    <a16:creationId xmlns:a16="http://schemas.microsoft.com/office/drawing/2014/main" id="{F58B26D9-EEB4-45A7-ABA2-143BF7B833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1573"/>
                <a:ext cx="81" cy="102"/>
              </a:xfrm>
              <a:custGeom>
                <a:avLst/>
                <a:gdLst>
                  <a:gd name="T0" fmla="*/ 24 w 81"/>
                  <a:gd name="T1" fmla="*/ 0 h 102"/>
                  <a:gd name="T2" fmla="*/ 0 w 81"/>
                  <a:gd name="T3" fmla="*/ 101 h 102"/>
                  <a:gd name="T4" fmla="*/ 59 w 81"/>
                  <a:gd name="T5" fmla="*/ 102 h 102"/>
                  <a:gd name="T6" fmla="*/ 81 w 81"/>
                  <a:gd name="T7" fmla="*/ 36 h 102"/>
                  <a:gd name="T8" fmla="*/ 24 w 81"/>
                  <a:gd name="T9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" h="102">
                    <a:moveTo>
                      <a:pt x="24" y="0"/>
                    </a:moveTo>
                    <a:lnTo>
                      <a:pt x="0" y="101"/>
                    </a:lnTo>
                    <a:lnTo>
                      <a:pt x="59" y="102"/>
                    </a:lnTo>
                    <a:lnTo>
                      <a:pt x="81" y="36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01" name="Freeform 1201">
                <a:extLst>
                  <a:ext uri="{FF2B5EF4-FFF2-40B4-BE49-F238E27FC236}">
                    <a16:creationId xmlns:a16="http://schemas.microsoft.com/office/drawing/2014/main" id="{9D64B163-CCDF-4716-A8FF-DCD7AD5627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1526"/>
                <a:ext cx="141" cy="90"/>
              </a:xfrm>
              <a:custGeom>
                <a:avLst/>
                <a:gdLst>
                  <a:gd name="T0" fmla="*/ 164 w 208"/>
                  <a:gd name="T1" fmla="*/ 104 h 132"/>
                  <a:gd name="T2" fmla="*/ 65 w 208"/>
                  <a:gd name="T3" fmla="*/ 126 h 132"/>
                  <a:gd name="T4" fmla="*/ 6 w 208"/>
                  <a:gd name="T5" fmla="*/ 88 h 132"/>
                  <a:gd name="T6" fmla="*/ 6 w 208"/>
                  <a:gd name="T7" fmla="*/ 88 h 132"/>
                  <a:gd name="T8" fmla="*/ 44 w 208"/>
                  <a:gd name="T9" fmla="*/ 28 h 132"/>
                  <a:gd name="T10" fmla="*/ 142 w 208"/>
                  <a:gd name="T11" fmla="*/ 6 h 132"/>
                  <a:gd name="T12" fmla="*/ 202 w 208"/>
                  <a:gd name="T13" fmla="*/ 44 h 132"/>
                  <a:gd name="T14" fmla="*/ 202 w 208"/>
                  <a:gd name="T15" fmla="*/ 44 h 132"/>
                  <a:gd name="T16" fmla="*/ 164 w 208"/>
                  <a:gd name="T17" fmla="*/ 104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8" h="132">
                    <a:moveTo>
                      <a:pt x="164" y="104"/>
                    </a:moveTo>
                    <a:cubicBezTo>
                      <a:pt x="65" y="126"/>
                      <a:pt x="65" y="126"/>
                      <a:pt x="65" y="126"/>
                    </a:cubicBezTo>
                    <a:cubicBezTo>
                      <a:pt x="38" y="132"/>
                      <a:pt x="12" y="115"/>
                      <a:pt x="6" y="88"/>
                    </a:cubicBezTo>
                    <a:cubicBezTo>
                      <a:pt x="6" y="88"/>
                      <a:pt x="6" y="88"/>
                      <a:pt x="6" y="88"/>
                    </a:cubicBezTo>
                    <a:cubicBezTo>
                      <a:pt x="0" y="61"/>
                      <a:pt x="17" y="34"/>
                      <a:pt x="44" y="28"/>
                    </a:cubicBezTo>
                    <a:cubicBezTo>
                      <a:pt x="142" y="6"/>
                      <a:pt x="142" y="6"/>
                      <a:pt x="142" y="6"/>
                    </a:cubicBezTo>
                    <a:cubicBezTo>
                      <a:pt x="169" y="0"/>
                      <a:pt x="196" y="17"/>
                      <a:pt x="202" y="44"/>
                    </a:cubicBezTo>
                    <a:cubicBezTo>
                      <a:pt x="202" y="44"/>
                      <a:pt x="202" y="44"/>
                      <a:pt x="202" y="44"/>
                    </a:cubicBezTo>
                    <a:cubicBezTo>
                      <a:pt x="208" y="71"/>
                      <a:pt x="191" y="98"/>
                      <a:pt x="164" y="10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02" name="Freeform 1202">
                <a:extLst>
                  <a:ext uri="{FF2B5EF4-FFF2-40B4-BE49-F238E27FC236}">
                    <a16:creationId xmlns:a16="http://schemas.microsoft.com/office/drawing/2014/main" id="{9C399A81-0608-4C8A-881C-CAC51FD329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8" y="1624"/>
                <a:ext cx="3" cy="13"/>
              </a:xfrm>
              <a:custGeom>
                <a:avLst/>
                <a:gdLst>
                  <a:gd name="T0" fmla="*/ 3 w 3"/>
                  <a:gd name="T1" fmla="*/ 13 h 13"/>
                  <a:gd name="T2" fmla="*/ 0 w 3"/>
                  <a:gd name="T3" fmla="*/ 0 h 13"/>
                  <a:gd name="T4" fmla="*/ 3 w 3"/>
                  <a:gd name="T5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3">
                    <a:moveTo>
                      <a:pt x="3" y="13"/>
                    </a:moveTo>
                    <a:lnTo>
                      <a:pt x="0" y="0"/>
                    </a:lnTo>
                    <a:lnTo>
                      <a:pt x="3" y="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03" name="Line 1203">
                <a:extLst>
                  <a:ext uri="{FF2B5EF4-FFF2-40B4-BE49-F238E27FC236}">
                    <a16:creationId xmlns:a16="http://schemas.microsoft.com/office/drawing/2014/main" id="{5F64922F-9F85-4D83-A5C6-07BB7526C2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48" y="1624"/>
                <a:ext cx="3" cy="13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04" name="Freeform 1204">
                <a:extLst>
                  <a:ext uri="{FF2B5EF4-FFF2-40B4-BE49-F238E27FC236}">
                    <a16:creationId xmlns:a16="http://schemas.microsoft.com/office/drawing/2014/main" id="{3A008BA2-5B58-485C-AEF8-8C2825AE6C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2" y="1417"/>
                <a:ext cx="58" cy="90"/>
              </a:xfrm>
              <a:custGeom>
                <a:avLst/>
                <a:gdLst>
                  <a:gd name="T0" fmla="*/ 66 w 86"/>
                  <a:gd name="T1" fmla="*/ 125 h 132"/>
                  <a:gd name="T2" fmla="*/ 57 w 86"/>
                  <a:gd name="T3" fmla="*/ 128 h 132"/>
                  <a:gd name="T4" fmla="*/ 26 w 86"/>
                  <a:gd name="T5" fmla="*/ 112 h 132"/>
                  <a:gd name="T6" fmla="*/ 4 w 86"/>
                  <a:gd name="T7" fmla="*/ 37 h 132"/>
                  <a:gd name="T8" fmla="*/ 20 w 86"/>
                  <a:gd name="T9" fmla="*/ 7 h 132"/>
                  <a:gd name="T10" fmla="*/ 29 w 86"/>
                  <a:gd name="T11" fmla="*/ 4 h 132"/>
                  <a:gd name="T12" fmla="*/ 59 w 86"/>
                  <a:gd name="T13" fmla="*/ 20 h 132"/>
                  <a:gd name="T14" fmla="*/ 82 w 86"/>
                  <a:gd name="T15" fmla="*/ 95 h 132"/>
                  <a:gd name="T16" fmla="*/ 66 w 86"/>
                  <a:gd name="T17" fmla="*/ 125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6" h="132">
                    <a:moveTo>
                      <a:pt x="66" y="125"/>
                    </a:moveTo>
                    <a:cubicBezTo>
                      <a:pt x="57" y="128"/>
                      <a:pt x="57" y="128"/>
                      <a:pt x="57" y="128"/>
                    </a:cubicBezTo>
                    <a:cubicBezTo>
                      <a:pt x="44" y="132"/>
                      <a:pt x="30" y="125"/>
                      <a:pt x="26" y="112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0" y="25"/>
                      <a:pt x="7" y="11"/>
                      <a:pt x="20" y="7"/>
                    </a:cubicBezTo>
                    <a:cubicBezTo>
                      <a:pt x="29" y="4"/>
                      <a:pt x="29" y="4"/>
                      <a:pt x="29" y="4"/>
                    </a:cubicBezTo>
                    <a:cubicBezTo>
                      <a:pt x="42" y="0"/>
                      <a:pt x="55" y="8"/>
                      <a:pt x="59" y="20"/>
                    </a:cubicBezTo>
                    <a:cubicBezTo>
                      <a:pt x="82" y="95"/>
                      <a:pt x="82" y="95"/>
                      <a:pt x="82" y="95"/>
                    </a:cubicBezTo>
                    <a:cubicBezTo>
                      <a:pt x="86" y="108"/>
                      <a:pt x="79" y="121"/>
                      <a:pt x="66" y="125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05" name="Freeform 1205">
                <a:extLst>
                  <a:ext uri="{FF2B5EF4-FFF2-40B4-BE49-F238E27FC236}">
                    <a16:creationId xmlns:a16="http://schemas.microsoft.com/office/drawing/2014/main" id="{A9B72F9C-5001-4852-A0C3-E88395F89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1" y="1418"/>
                <a:ext cx="67" cy="85"/>
              </a:xfrm>
              <a:custGeom>
                <a:avLst/>
                <a:gdLst>
                  <a:gd name="T0" fmla="*/ 19 w 99"/>
                  <a:gd name="T1" fmla="*/ 117 h 125"/>
                  <a:gd name="T2" fmla="*/ 19 w 99"/>
                  <a:gd name="T3" fmla="*/ 117 h 125"/>
                  <a:gd name="T4" fmla="*/ 7 w 99"/>
                  <a:gd name="T5" fmla="*/ 77 h 125"/>
                  <a:gd name="T6" fmla="*/ 40 w 99"/>
                  <a:gd name="T7" fmla="*/ 19 h 125"/>
                  <a:gd name="T8" fmla="*/ 80 w 99"/>
                  <a:gd name="T9" fmla="*/ 7 h 125"/>
                  <a:gd name="T10" fmla="*/ 80 w 99"/>
                  <a:gd name="T11" fmla="*/ 7 h 125"/>
                  <a:gd name="T12" fmla="*/ 91 w 99"/>
                  <a:gd name="T13" fmla="*/ 47 h 125"/>
                  <a:gd name="T14" fmla="*/ 58 w 99"/>
                  <a:gd name="T15" fmla="*/ 106 h 125"/>
                  <a:gd name="T16" fmla="*/ 19 w 99"/>
                  <a:gd name="T17" fmla="*/ 117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125">
                    <a:moveTo>
                      <a:pt x="19" y="117"/>
                    </a:moveTo>
                    <a:cubicBezTo>
                      <a:pt x="19" y="117"/>
                      <a:pt x="19" y="117"/>
                      <a:pt x="19" y="117"/>
                    </a:cubicBezTo>
                    <a:cubicBezTo>
                      <a:pt x="5" y="109"/>
                      <a:pt x="0" y="91"/>
                      <a:pt x="7" y="77"/>
                    </a:cubicBezTo>
                    <a:cubicBezTo>
                      <a:pt x="40" y="19"/>
                      <a:pt x="40" y="19"/>
                      <a:pt x="40" y="19"/>
                    </a:cubicBezTo>
                    <a:cubicBezTo>
                      <a:pt x="48" y="5"/>
                      <a:pt x="66" y="0"/>
                      <a:pt x="80" y="7"/>
                    </a:cubicBezTo>
                    <a:cubicBezTo>
                      <a:pt x="80" y="7"/>
                      <a:pt x="80" y="7"/>
                      <a:pt x="80" y="7"/>
                    </a:cubicBezTo>
                    <a:cubicBezTo>
                      <a:pt x="94" y="15"/>
                      <a:pt x="99" y="33"/>
                      <a:pt x="91" y="47"/>
                    </a:cubicBezTo>
                    <a:cubicBezTo>
                      <a:pt x="58" y="106"/>
                      <a:pt x="58" y="106"/>
                      <a:pt x="58" y="106"/>
                    </a:cubicBezTo>
                    <a:cubicBezTo>
                      <a:pt x="50" y="120"/>
                      <a:pt x="33" y="125"/>
                      <a:pt x="19" y="117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06" name="Rectangle 1206">
                <a:extLst>
                  <a:ext uri="{FF2B5EF4-FFF2-40B4-BE49-F238E27FC236}">
                    <a16:creationId xmlns:a16="http://schemas.microsoft.com/office/drawing/2014/main" id="{D903632F-23F1-44C5-B7BB-614809B64B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8" y="1420"/>
                <a:ext cx="77" cy="36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07" name="Freeform 1207">
                <a:extLst>
                  <a:ext uri="{FF2B5EF4-FFF2-40B4-BE49-F238E27FC236}">
                    <a16:creationId xmlns:a16="http://schemas.microsoft.com/office/drawing/2014/main" id="{0CE59A85-A8CC-4767-BC40-FFD37623EA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2" y="1677"/>
                <a:ext cx="68" cy="58"/>
              </a:xfrm>
              <a:custGeom>
                <a:avLst/>
                <a:gdLst>
                  <a:gd name="T0" fmla="*/ 9 w 68"/>
                  <a:gd name="T1" fmla="*/ 0 h 58"/>
                  <a:gd name="T2" fmla="*/ 26 w 68"/>
                  <a:gd name="T3" fmla="*/ 40 h 58"/>
                  <a:gd name="T4" fmla="*/ 0 w 68"/>
                  <a:gd name="T5" fmla="*/ 58 h 58"/>
                  <a:gd name="T6" fmla="*/ 68 w 68"/>
                  <a:gd name="T7" fmla="*/ 58 h 58"/>
                  <a:gd name="T8" fmla="*/ 50 w 68"/>
                  <a:gd name="T9" fmla="*/ 1 h 58"/>
                  <a:gd name="T10" fmla="*/ 9 w 68"/>
                  <a:gd name="T11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8" h="58">
                    <a:moveTo>
                      <a:pt x="9" y="0"/>
                    </a:moveTo>
                    <a:lnTo>
                      <a:pt x="26" y="40"/>
                    </a:lnTo>
                    <a:lnTo>
                      <a:pt x="0" y="58"/>
                    </a:lnTo>
                    <a:lnTo>
                      <a:pt x="68" y="58"/>
                    </a:lnTo>
                    <a:lnTo>
                      <a:pt x="50" y="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6234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08" name="Freeform 1208">
                <a:extLst>
                  <a:ext uri="{FF2B5EF4-FFF2-40B4-BE49-F238E27FC236}">
                    <a16:creationId xmlns:a16="http://schemas.microsoft.com/office/drawing/2014/main" id="{53DD8C57-CE04-4A4E-AAD7-B51C1F51E8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2" y="1677"/>
                <a:ext cx="68" cy="58"/>
              </a:xfrm>
              <a:custGeom>
                <a:avLst/>
                <a:gdLst>
                  <a:gd name="T0" fmla="*/ 9 w 68"/>
                  <a:gd name="T1" fmla="*/ 0 h 58"/>
                  <a:gd name="T2" fmla="*/ 26 w 68"/>
                  <a:gd name="T3" fmla="*/ 40 h 58"/>
                  <a:gd name="T4" fmla="*/ 0 w 68"/>
                  <a:gd name="T5" fmla="*/ 58 h 58"/>
                  <a:gd name="T6" fmla="*/ 68 w 68"/>
                  <a:gd name="T7" fmla="*/ 58 h 58"/>
                  <a:gd name="T8" fmla="*/ 50 w 68"/>
                  <a:gd name="T9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58">
                    <a:moveTo>
                      <a:pt x="9" y="0"/>
                    </a:moveTo>
                    <a:lnTo>
                      <a:pt x="26" y="40"/>
                    </a:lnTo>
                    <a:lnTo>
                      <a:pt x="0" y="58"/>
                    </a:lnTo>
                    <a:lnTo>
                      <a:pt x="68" y="58"/>
                    </a:lnTo>
                    <a:lnTo>
                      <a:pt x="50" y="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09" name="Freeform 1209">
                <a:extLst>
                  <a:ext uri="{FF2B5EF4-FFF2-40B4-BE49-F238E27FC236}">
                    <a16:creationId xmlns:a16="http://schemas.microsoft.com/office/drawing/2014/main" id="{720C524F-F0A8-41EC-9010-6A5FD9ADB6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4" y="1674"/>
                <a:ext cx="88" cy="66"/>
              </a:xfrm>
              <a:custGeom>
                <a:avLst/>
                <a:gdLst>
                  <a:gd name="T0" fmla="*/ 44 w 88"/>
                  <a:gd name="T1" fmla="*/ 0 h 66"/>
                  <a:gd name="T2" fmla="*/ 28 w 88"/>
                  <a:gd name="T3" fmla="*/ 44 h 66"/>
                  <a:gd name="T4" fmla="*/ 0 w 88"/>
                  <a:gd name="T5" fmla="*/ 66 h 66"/>
                  <a:gd name="T6" fmla="*/ 61 w 88"/>
                  <a:gd name="T7" fmla="*/ 66 h 66"/>
                  <a:gd name="T8" fmla="*/ 88 w 88"/>
                  <a:gd name="T9" fmla="*/ 1 h 66"/>
                  <a:gd name="T10" fmla="*/ 44 w 88"/>
                  <a:gd name="T11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" h="66">
                    <a:moveTo>
                      <a:pt x="44" y="0"/>
                    </a:moveTo>
                    <a:lnTo>
                      <a:pt x="28" y="44"/>
                    </a:lnTo>
                    <a:lnTo>
                      <a:pt x="0" y="66"/>
                    </a:lnTo>
                    <a:lnTo>
                      <a:pt x="61" y="66"/>
                    </a:lnTo>
                    <a:lnTo>
                      <a:pt x="88" y="1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6234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10" name="Rectangle 1210">
                <a:extLst>
                  <a:ext uri="{FF2B5EF4-FFF2-40B4-BE49-F238E27FC236}">
                    <a16:creationId xmlns:a16="http://schemas.microsoft.com/office/drawing/2014/main" id="{D225678B-94DF-4FE2-9FAA-C4D606FAC2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3" y="1600"/>
                <a:ext cx="15" cy="133"/>
              </a:xfrm>
              <a:prstGeom prst="rect">
                <a:avLst/>
              </a:prstGeom>
              <a:solidFill>
                <a:srgbClr val="595959"/>
              </a:solidFill>
              <a:ln w="1588" cap="flat">
                <a:solidFill>
                  <a:srgbClr val="5A5A5A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11" name="Freeform 1211">
                <a:extLst>
                  <a:ext uri="{FF2B5EF4-FFF2-40B4-BE49-F238E27FC236}">
                    <a16:creationId xmlns:a16="http://schemas.microsoft.com/office/drawing/2014/main" id="{81444DD3-4200-4D71-B5BB-4F99CF7F2E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3" y="1592"/>
                <a:ext cx="98" cy="21"/>
              </a:xfrm>
              <a:custGeom>
                <a:avLst/>
                <a:gdLst>
                  <a:gd name="T0" fmla="*/ 139 w 144"/>
                  <a:gd name="T1" fmla="*/ 30 h 30"/>
                  <a:gd name="T2" fmla="*/ 6 w 144"/>
                  <a:gd name="T3" fmla="*/ 30 h 30"/>
                  <a:gd name="T4" fmla="*/ 0 w 144"/>
                  <a:gd name="T5" fmla="*/ 25 h 30"/>
                  <a:gd name="T6" fmla="*/ 0 w 144"/>
                  <a:gd name="T7" fmla="*/ 5 h 30"/>
                  <a:gd name="T8" fmla="*/ 6 w 144"/>
                  <a:gd name="T9" fmla="*/ 0 h 30"/>
                  <a:gd name="T10" fmla="*/ 139 w 144"/>
                  <a:gd name="T11" fmla="*/ 0 h 30"/>
                  <a:gd name="T12" fmla="*/ 144 w 144"/>
                  <a:gd name="T13" fmla="*/ 5 h 30"/>
                  <a:gd name="T14" fmla="*/ 144 w 144"/>
                  <a:gd name="T15" fmla="*/ 25 h 30"/>
                  <a:gd name="T16" fmla="*/ 139 w 144"/>
                  <a:gd name="T17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4" h="30">
                    <a:moveTo>
                      <a:pt x="139" y="30"/>
                    </a:moveTo>
                    <a:cubicBezTo>
                      <a:pt x="6" y="30"/>
                      <a:pt x="6" y="30"/>
                      <a:pt x="6" y="30"/>
                    </a:cubicBezTo>
                    <a:cubicBezTo>
                      <a:pt x="3" y="30"/>
                      <a:pt x="0" y="28"/>
                      <a:pt x="0" y="2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39" y="0"/>
                      <a:pt x="139" y="0"/>
                      <a:pt x="139" y="0"/>
                    </a:cubicBezTo>
                    <a:cubicBezTo>
                      <a:pt x="142" y="0"/>
                      <a:pt x="144" y="2"/>
                      <a:pt x="144" y="5"/>
                    </a:cubicBezTo>
                    <a:cubicBezTo>
                      <a:pt x="144" y="25"/>
                      <a:pt x="144" y="25"/>
                      <a:pt x="144" y="25"/>
                    </a:cubicBezTo>
                    <a:cubicBezTo>
                      <a:pt x="144" y="28"/>
                      <a:pt x="142" y="30"/>
                      <a:pt x="139" y="30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12" name="Rectangle 1212">
                <a:extLst>
                  <a:ext uri="{FF2B5EF4-FFF2-40B4-BE49-F238E27FC236}">
                    <a16:creationId xmlns:a16="http://schemas.microsoft.com/office/drawing/2014/main" id="{345A0115-CCF6-4D11-9D11-F930068732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4" y="1513"/>
                <a:ext cx="12" cy="222"/>
              </a:xfrm>
              <a:prstGeom prst="rect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13" name="Rectangle 1213">
                <a:extLst>
                  <a:ext uri="{FF2B5EF4-FFF2-40B4-BE49-F238E27FC236}">
                    <a16:creationId xmlns:a16="http://schemas.microsoft.com/office/drawing/2014/main" id="{10E86B7F-448B-4D9D-8AD9-69A91590B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5" y="1513"/>
                <a:ext cx="13" cy="222"/>
              </a:xfrm>
              <a:prstGeom prst="rect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14" name="Freeform 1214">
                <a:extLst>
                  <a:ext uri="{FF2B5EF4-FFF2-40B4-BE49-F238E27FC236}">
                    <a16:creationId xmlns:a16="http://schemas.microsoft.com/office/drawing/2014/main" id="{6D522BD4-A44E-489F-B664-EA5E8FED1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7" y="1502"/>
                <a:ext cx="362" cy="18"/>
              </a:xfrm>
              <a:custGeom>
                <a:avLst/>
                <a:gdLst>
                  <a:gd name="T0" fmla="*/ 527 w 532"/>
                  <a:gd name="T1" fmla="*/ 27 h 27"/>
                  <a:gd name="T2" fmla="*/ 5 w 532"/>
                  <a:gd name="T3" fmla="*/ 27 h 27"/>
                  <a:gd name="T4" fmla="*/ 0 w 532"/>
                  <a:gd name="T5" fmla="*/ 21 h 27"/>
                  <a:gd name="T6" fmla="*/ 0 w 532"/>
                  <a:gd name="T7" fmla="*/ 5 h 27"/>
                  <a:gd name="T8" fmla="*/ 5 w 532"/>
                  <a:gd name="T9" fmla="*/ 0 h 27"/>
                  <a:gd name="T10" fmla="*/ 527 w 532"/>
                  <a:gd name="T11" fmla="*/ 0 h 27"/>
                  <a:gd name="T12" fmla="*/ 532 w 532"/>
                  <a:gd name="T13" fmla="*/ 5 h 27"/>
                  <a:gd name="T14" fmla="*/ 532 w 532"/>
                  <a:gd name="T15" fmla="*/ 21 h 27"/>
                  <a:gd name="T16" fmla="*/ 527 w 532"/>
                  <a:gd name="T1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32" h="27">
                    <a:moveTo>
                      <a:pt x="527" y="27"/>
                    </a:moveTo>
                    <a:cubicBezTo>
                      <a:pt x="5" y="27"/>
                      <a:pt x="5" y="27"/>
                      <a:pt x="5" y="27"/>
                    </a:cubicBezTo>
                    <a:cubicBezTo>
                      <a:pt x="2" y="27"/>
                      <a:pt x="0" y="24"/>
                      <a:pt x="0" y="2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527" y="0"/>
                      <a:pt x="527" y="0"/>
                      <a:pt x="527" y="0"/>
                    </a:cubicBezTo>
                    <a:cubicBezTo>
                      <a:pt x="530" y="0"/>
                      <a:pt x="532" y="2"/>
                      <a:pt x="532" y="5"/>
                    </a:cubicBezTo>
                    <a:cubicBezTo>
                      <a:pt x="532" y="21"/>
                      <a:pt x="532" y="21"/>
                      <a:pt x="532" y="21"/>
                    </a:cubicBezTo>
                    <a:cubicBezTo>
                      <a:pt x="532" y="24"/>
                      <a:pt x="530" y="27"/>
                      <a:pt x="527" y="2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88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15" name="Freeform 1215">
                <a:extLst>
                  <a:ext uri="{FF2B5EF4-FFF2-40B4-BE49-F238E27FC236}">
                    <a16:creationId xmlns:a16="http://schemas.microsoft.com/office/drawing/2014/main" id="{086AD68F-99E0-4D82-A501-9A7177E067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4" y="1401"/>
                <a:ext cx="156" cy="89"/>
              </a:xfrm>
              <a:custGeom>
                <a:avLst/>
                <a:gdLst>
                  <a:gd name="T0" fmla="*/ 14 w 156"/>
                  <a:gd name="T1" fmla="*/ 89 h 89"/>
                  <a:gd name="T2" fmla="*/ 156 w 156"/>
                  <a:gd name="T3" fmla="*/ 89 h 89"/>
                  <a:gd name="T4" fmla="*/ 142 w 156"/>
                  <a:gd name="T5" fmla="*/ 0 h 89"/>
                  <a:gd name="T6" fmla="*/ 0 w 156"/>
                  <a:gd name="T7" fmla="*/ 0 h 89"/>
                  <a:gd name="T8" fmla="*/ 14 w 156"/>
                  <a:gd name="T9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6" h="89">
                    <a:moveTo>
                      <a:pt x="14" y="89"/>
                    </a:moveTo>
                    <a:lnTo>
                      <a:pt x="156" y="89"/>
                    </a:lnTo>
                    <a:lnTo>
                      <a:pt x="142" y="0"/>
                    </a:lnTo>
                    <a:lnTo>
                      <a:pt x="0" y="0"/>
                    </a:lnTo>
                    <a:lnTo>
                      <a:pt x="14" y="89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16" name="Freeform 1216">
                <a:extLst>
                  <a:ext uri="{FF2B5EF4-FFF2-40B4-BE49-F238E27FC236}">
                    <a16:creationId xmlns:a16="http://schemas.microsoft.com/office/drawing/2014/main" id="{A9B64DE8-2A08-4F40-9DB0-0776AE2A2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4" y="1401"/>
                <a:ext cx="155" cy="89"/>
              </a:xfrm>
              <a:custGeom>
                <a:avLst/>
                <a:gdLst>
                  <a:gd name="T0" fmla="*/ 14 w 155"/>
                  <a:gd name="T1" fmla="*/ 89 h 89"/>
                  <a:gd name="T2" fmla="*/ 155 w 155"/>
                  <a:gd name="T3" fmla="*/ 89 h 89"/>
                  <a:gd name="T4" fmla="*/ 142 w 155"/>
                  <a:gd name="T5" fmla="*/ 0 h 89"/>
                  <a:gd name="T6" fmla="*/ 0 w 155"/>
                  <a:gd name="T7" fmla="*/ 0 h 89"/>
                  <a:gd name="T8" fmla="*/ 14 w 155"/>
                  <a:gd name="T9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5" h="89">
                    <a:moveTo>
                      <a:pt x="14" y="89"/>
                    </a:moveTo>
                    <a:lnTo>
                      <a:pt x="155" y="89"/>
                    </a:lnTo>
                    <a:lnTo>
                      <a:pt x="142" y="0"/>
                    </a:lnTo>
                    <a:lnTo>
                      <a:pt x="0" y="0"/>
                    </a:lnTo>
                    <a:lnTo>
                      <a:pt x="14" y="89"/>
                    </a:lnTo>
                    <a:close/>
                  </a:path>
                </a:pathLst>
              </a:custGeom>
              <a:solidFill>
                <a:srgbClr val="000000"/>
              </a:solidFill>
              <a:ln w="1588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17" name="Freeform 1217">
                <a:extLst>
                  <a:ext uri="{FF2B5EF4-FFF2-40B4-BE49-F238E27FC236}">
                    <a16:creationId xmlns:a16="http://schemas.microsoft.com/office/drawing/2014/main" id="{8D1AC0B6-3BCF-4044-9468-EF18D9FE57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4" y="1454"/>
                <a:ext cx="24" cy="48"/>
              </a:xfrm>
              <a:custGeom>
                <a:avLst/>
                <a:gdLst>
                  <a:gd name="T0" fmla="*/ 0 w 24"/>
                  <a:gd name="T1" fmla="*/ 48 h 48"/>
                  <a:gd name="T2" fmla="*/ 24 w 24"/>
                  <a:gd name="T3" fmla="*/ 48 h 48"/>
                  <a:gd name="T4" fmla="*/ 24 w 24"/>
                  <a:gd name="T5" fmla="*/ 0 h 48"/>
                  <a:gd name="T6" fmla="*/ 11 w 24"/>
                  <a:gd name="T7" fmla="*/ 0 h 48"/>
                  <a:gd name="T8" fmla="*/ 0 w 24"/>
                  <a:gd name="T9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48">
                    <a:moveTo>
                      <a:pt x="0" y="48"/>
                    </a:moveTo>
                    <a:lnTo>
                      <a:pt x="24" y="48"/>
                    </a:lnTo>
                    <a:lnTo>
                      <a:pt x="24" y="0"/>
                    </a:lnTo>
                    <a:lnTo>
                      <a:pt x="11" y="0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000000"/>
              </a:solidFill>
              <a:ln w="1588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18" name="Freeform 1218">
                <a:extLst>
                  <a:ext uri="{FF2B5EF4-FFF2-40B4-BE49-F238E27FC236}">
                    <a16:creationId xmlns:a16="http://schemas.microsoft.com/office/drawing/2014/main" id="{5E7F957D-0115-40F2-A2E8-FCAF35BC80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9" y="1483"/>
                <a:ext cx="36" cy="18"/>
              </a:xfrm>
              <a:custGeom>
                <a:avLst/>
                <a:gdLst>
                  <a:gd name="T0" fmla="*/ 53 w 53"/>
                  <a:gd name="T1" fmla="*/ 27 h 27"/>
                  <a:gd name="T2" fmla="*/ 26 w 53"/>
                  <a:gd name="T3" fmla="*/ 0 h 27"/>
                  <a:gd name="T4" fmla="*/ 0 w 53"/>
                  <a:gd name="T5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" h="27">
                    <a:moveTo>
                      <a:pt x="53" y="27"/>
                    </a:moveTo>
                    <a:cubicBezTo>
                      <a:pt x="53" y="12"/>
                      <a:pt x="41" y="0"/>
                      <a:pt x="26" y="0"/>
                    </a:cubicBezTo>
                    <a:cubicBezTo>
                      <a:pt x="12" y="0"/>
                      <a:pt x="0" y="12"/>
                      <a:pt x="0" y="27"/>
                    </a:cubicBezTo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19" name="Freeform 1219">
                <a:extLst>
                  <a:ext uri="{FF2B5EF4-FFF2-40B4-BE49-F238E27FC236}">
                    <a16:creationId xmlns:a16="http://schemas.microsoft.com/office/drawing/2014/main" id="{10FE4F05-2D61-4C44-8652-BA8B66D5FE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9" y="1483"/>
                <a:ext cx="36" cy="18"/>
              </a:xfrm>
              <a:custGeom>
                <a:avLst/>
                <a:gdLst>
                  <a:gd name="T0" fmla="*/ 53 w 53"/>
                  <a:gd name="T1" fmla="*/ 27 h 27"/>
                  <a:gd name="T2" fmla="*/ 26 w 53"/>
                  <a:gd name="T3" fmla="*/ 0 h 27"/>
                  <a:gd name="T4" fmla="*/ 0 w 53"/>
                  <a:gd name="T5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" h="27">
                    <a:moveTo>
                      <a:pt x="53" y="27"/>
                    </a:moveTo>
                    <a:cubicBezTo>
                      <a:pt x="53" y="12"/>
                      <a:pt x="41" y="0"/>
                      <a:pt x="26" y="0"/>
                    </a:cubicBezTo>
                    <a:cubicBezTo>
                      <a:pt x="12" y="0"/>
                      <a:pt x="0" y="12"/>
                      <a:pt x="0" y="27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20" name="Freeform 1220">
                <a:extLst>
                  <a:ext uri="{FF2B5EF4-FFF2-40B4-BE49-F238E27FC236}">
                    <a16:creationId xmlns:a16="http://schemas.microsoft.com/office/drawing/2014/main" id="{40A1535B-D331-4216-B749-95DC1EC42E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5" y="1475"/>
                <a:ext cx="51" cy="26"/>
              </a:xfrm>
              <a:custGeom>
                <a:avLst/>
                <a:gdLst>
                  <a:gd name="T0" fmla="*/ 72 w 76"/>
                  <a:gd name="T1" fmla="*/ 12 h 38"/>
                  <a:gd name="T2" fmla="*/ 33 w 76"/>
                  <a:gd name="T3" fmla="*/ 2 h 38"/>
                  <a:gd name="T4" fmla="*/ 14 w 76"/>
                  <a:gd name="T5" fmla="*/ 8 h 38"/>
                  <a:gd name="T6" fmla="*/ 0 w 76"/>
                  <a:gd name="T7" fmla="*/ 32 h 38"/>
                  <a:gd name="T8" fmla="*/ 4 w 76"/>
                  <a:gd name="T9" fmla="*/ 33 h 38"/>
                  <a:gd name="T10" fmla="*/ 12 w 76"/>
                  <a:gd name="T11" fmla="*/ 32 h 38"/>
                  <a:gd name="T12" fmla="*/ 19 w 76"/>
                  <a:gd name="T13" fmla="*/ 28 h 38"/>
                  <a:gd name="T14" fmla="*/ 27 w 76"/>
                  <a:gd name="T15" fmla="*/ 19 h 38"/>
                  <a:gd name="T16" fmla="*/ 31 w 76"/>
                  <a:gd name="T17" fmla="*/ 19 h 38"/>
                  <a:gd name="T18" fmla="*/ 37 w 76"/>
                  <a:gd name="T19" fmla="*/ 27 h 38"/>
                  <a:gd name="T20" fmla="*/ 42 w 76"/>
                  <a:gd name="T21" fmla="*/ 31 h 38"/>
                  <a:gd name="T22" fmla="*/ 57 w 76"/>
                  <a:gd name="T23" fmla="*/ 38 h 38"/>
                  <a:gd name="T24" fmla="*/ 76 w 76"/>
                  <a:gd name="T25" fmla="*/ 38 h 38"/>
                  <a:gd name="T26" fmla="*/ 72 w 76"/>
                  <a:gd name="T27" fmla="*/ 12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" h="38">
                    <a:moveTo>
                      <a:pt x="72" y="12"/>
                    </a:moveTo>
                    <a:cubicBezTo>
                      <a:pt x="33" y="2"/>
                      <a:pt x="33" y="2"/>
                      <a:pt x="33" y="2"/>
                    </a:cubicBezTo>
                    <a:cubicBezTo>
                      <a:pt x="26" y="0"/>
                      <a:pt x="19" y="2"/>
                      <a:pt x="14" y="8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4" y="33"/>
                      <a:pt x="4" y="33"/>
                      <a:pt x="4" y="33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4" y="32"/>
                      <a:pt x="17" y="30"/>
                      <a:pt x="19" y="28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8" y="18"/>
                      <a:pt x="30" y="18"/>
                      <a:pt x="31" y="19"/>
                    </a:cubicBezTo>
                    <a:cubicBezTo>
                      <a:pt x="37" y="27"/>
                      <a:pt x="37" y="27"/>
                      <a:pt x="37" y="27"/>
                    </a:cubicBezTo>
                    <a:cubicBezTo>
                      <a:pt x="38" y="28"/>
                      <a:pt x="40" y="30"/>
                      <a:pt x="42" y="31"/>
                    </a:cubicBezTo>
                    <a:cubicBezTo>
                      <a:pt x="57" y="38"/>
                      <a:pt x="57" y="38"/>
                      <a:pt x="57" y="38"/>
                    </a:cubicBezTo>
                    <a:cubicBezTo>
                      <a:pt x="76" y="38"/>
                      <a:pt x="76" y="38"/>
                      <a:pt x="76" y="38"/>
                    </a:cubicBezTo>
                    <a:lnTo>
                      <a:pt x="72" y="12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21" name="Freeform 1221">
                <a:extLst>
                  <a:ext uri="{FF2B5EF4-FFF2-40B4-BE49-F238E27FC236}">
                    <a16:creationId xmlns:a16="http://schemas.microsoft.com/office/drawing/2014/main" id="{495692BD-60B1-422E-A01A-81FD6C2840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7" y="1489"/>
                <a:ext cx="42" cy="12"/>
              </a:xfrm>
              <a:custGeom>
                <a:avLst/>
                <a:gdLst>
                  <a:gd name="T0" fmla="*/ 60 w 63"/>
                  <a:gd name="T1" fmla="*/ 2 h 18"/>
                  <a:gd name="T2" fmla="*/ 18 w 63"/>
                  <a:gd name="T3" fmla="*/ 5 h 18"/>
                  <a:gd name="T4" fmla="*/ 0 w 63"/>
                  <a:gd name="T5" fmla="*/ 18 h 18"/>
                  <a:gd name="T6" fmla="*/ 63 w 63"/>
                  <a:gd name="T7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3" h="18">
                    <a:moveTo>
                      <a:pt x="60" y="2"/>
                    </a:moveTo>
                    <a:cubicBezTo>
                      <a:pt x="60" y="2"/>
                      <a:pt x="32" y="0"/>
                      <a:pt x="18" y="5"/>
                    </a:cubicBezTo>
                    <a:cubicBezTo>
                      <a:pt x="4" y="11"/>
                      <a:pt x="0" y="18"/>
                      <a:pt x="0" y="18"/>
                    </a:cubicBezTo>
                    <a:cubicBezTo>
                      <a:pt x="63" y="18"/>
                      <a:pt x="63" y="18"/>
                      <a:pt x="63" y="18"/>
                    </a:cubicBezTo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22" name="Freeform 1222">
                <a:extLst>
                  <a:ext uri="{FF2B5EF4-FFF2-40B4-BE49-F238E27FC236}">
                    <a16:creationId xmlns:a16="http://schemas.microsoft.com/office/drawing/2014/main" id="{EBE3830F-B528-48FE-9A07-89E4A32F1B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0" y="1380"/>
                <a:ext cx="38" cy="68"/>
              </a:xfrm>
              <a:custGeom>
                <a:avLst/>
                <a:gdLst>
                  <a:gd name="T0" fmla="*/ 3 w 57"/>
                  <a:gd name="T1" fmla="*/ 98 h 99"/>
                  <a:gd name="T2" fmla="*/ 57 w 57"/>
                  <a:gd name="T3" fmla="*/ 59 h 99"/>
                  <a:gd name="T4" fmla="*/ 51 w 57"/>
                  <a:gd name="T5" fmla="*/ 17 h 99"/>
                  <a:gd name="T6" fmla="*/ 32 w 57"/>
                  <a:gd name="T7" fmla="*/ 0 h 99"/>
                  <a:gd name="T8" fmla="*/ 32 w 57"/>
                  <a:gd name="T9" fmla="*/ 0 h 99"/>
                  <a:gd name="T10" fmla="*/ 12 w 57"/>
                  <a:gd name="T11" fmla="*/ 16 h 99"/>
                  <a:gd name="T12" fmla="*/ 0 w 57"/>
                  <a:gd name="T13" fmla="*/ 96 h 99"/>
                  <a:gd name="T14" fmla="*/ 3 w 57"/>
                  <a:gd name="T15" fmla="*/ 9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" h="99">
                    <a:moveTo>
                      <a:pt x="3" y="98"/>
                    </a:moveTo>
                    <a:cubicBezTo>
                      <a:pt x="57" y="59"/>
                      <a:pt x="57" y="59"/>
                      <a:pt x="57" y="59"/>
                    </a:cubicBezTo>
                    <a:cubicBezTo>
                      <a:pt x="51" y="17"/>
                      <a:pt x="51" y="17"/>
                      <a:pt x="51" y="17"/>
                    </a:cubicBezTo>
                    <a:cubicBezTo>
                      <a:pt x="50" y="7"/>
                      <a:pt x="41" y="0"/>
                      <a:pt x="32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22" y="0"/>
                      <a:pt x="13" y="7"/>
                      <a:pt x="12" y="16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98"/>
                      <a:pt x="2" y="99"/>
                      <a:pt x="3" y="98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23" name="Freeform 1223">
                <a:extLst>
                  <a:ext uri="{FF2B5EF4-FFF2-40B4-BE49-F238E27FC236}">
                    <a16:creationId xmlns:a16="http://schemas.microsoft.com/office/drawing/2014/main" id="{D8666EDE-4E67-4CB7-8933-FA08B643A6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3" y="1424"/>
                <a:ext cx="51" cy="32"/>
              </a:xfrm>
              <a:custGeom>
                <a:avLst/>
                <a:gdLst>
                  <a:gd name="T0" fmla="*/ 6 w 75"/>
                  <a:gd name="T1" fmla="*/ 2 h 48"/>
                  <a:gd name="T2" fmla="*/ 1 w 75"/>
                  <a:gd name="T3" fmla="*/ 34 h 48"/>
                  <a:gd name="T4" fmla="*/ 15 w 75"/>
                  <a:gd name="T5" fmla="*/ 43 h 48"/>
                  <a:gd name="T6" fmla="*/ 75 w 75"/>
                  <a:gd name="T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5" h="48">
                    <a:moveTo>
                      <a:pt x="6" y="2"/>
                    </a:moveTo>
                    <a:cubicBezTo>
                      <a:pt x="1" y="34"/>
                      <a:pt x="1" y="34"/>
                      <a:pt x="1" y="34"/>
                    </a:cubicBezTo>
                    <a:cubicBezTo>
                      <a:pt x="0" y="42"/>
                      <a:pt x="9" y="48"/>
                      <a:pt x="15" y="43"/>
                    </a:cubicBezTo>
                    <a:cubicBezTo>
                      <a:pt x="75" y="0"/>
                      <a:pt x="75" y="0"/>
                      <a:pt x="75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24" name="Oval 1224">
                <a:extLst>
                  <a:ext uri="{FF2B5EF4-FFF2-40B4-BE49-F238E27FC236}">
                    <a16:creationId xmlns:a16="http://schemas.microsoft.com/office/drawing/2014/main" id="{00B2A1D7-3974-445B-B0CF-6E113765E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1" y="1377"/>
                <a:ext cx="11" cy="11"/>
              </a:xfrm>
              <a:prstGeom prst="ellipse">
                <a:avLst/>
              </a:prstGeom>
              <a:noFill/>
              <a:ln w="1588" cap="rnd">
                <a:solidFill>
                  <a:srgbClr val="FF79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25" name="Freeform 1225">
                <a:extLst>
                  <a:ext uri="{FF2B5EF4-FFF2-40B4-BE49-F238E27FC236}">
                    <a16:creationId xmlns:a16="http://schemas.microsoft.com/office/drawing/2014/main" id="{B29E0CEC-2A79-4D09-AC73-77BB79545D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5" y="1367"/>
                <a:ext cx="39" cy="41"/>
              </a:xfrm>
              <a:custGeom>
                <a:avLst/>
                <a:gdLst>
                  <a:gd name="T0" fmla="*/ 41 w 57"/>
                  <a:gd name="T1" fmla="*/ 25 h 60"/>
                  <a:gd name="T2" fmla="*/ 38 w 57"/>
                  <a:gd name="T3" fmla="*/ 23 h 60"/>
                  <a:gd name="T4" fmla="*/ 40 w 57"/>
                  <a:gd name="T5" fmla="*/ 22 h 60"/>
                  <a:gd name="T6" fmla="*/ 42 w 57"/>
                  <a:gd name="T7" fmla="*/ 15 h 60"/>
                  <a:gd name="T8" fmla="*/ 48 w 57"/>
                  <a:gd name="T9" fmla="*/ 11 h 60"/>
                  <a:gd name="T10" fmla="*/ 44 w 57"/>
                  <a:gd name="T11" fmla="*/ 2 h 60"/>
                  <a:gd name="T12" fmla="*/ 11 w 57"/>
                  <a:gd name="T13" fmla="*/ 0 h 60"/>
                  <a:gd name="T14" fmla="*/ 9 w 57"/>
                  <a:gd name="T15" fmla="*/ 7 h 60"/>
                  <a:gd name="T16" fmla="*/ 9 w 57"/>
                  <a:gd name="T17" fmla="*/ 7 h 60"/>
                  <a:gd name="T18" fmla="*/ 7 w 57"/>
                  <a:gd name="T19" fmla="*/ 19 h 60"/>
                  <a:gd name="T20" fmla="*/ 1 w 57"/>
                  <a:gd name="T21" fmla="*/ 29 h 60"/>
                  <a:gd name="T22" fmla="*/ 3 w 57"/>
                  <a:gd name="T23" fmla="*/ 35 h 60"/>
                  <a:gd name="T24" fmla="*/ 5 w 57"/>
                  <a:gd name="T25" fmla="*/ 35 h 60"/>
                  <a:gd name="T26" fmla="*/ 3 w 57"/>
                  <a:gd name="T27" fmla="*/ 46 h 60"/>
                  <a:gd name="T28" fmla="*/ 15 w 57"/>
                  <a:gd name="T29" fmla="*/ 60 h 60"/>
                  <a:gd name="T30" fmla="*/ 37 w 57"/>
                  <a:gd name="T31" fmla="*/ 60 h 60"/>
                  <a:gd name="T32" fmla="*/ 42 w 57"/>
                  <a:gd name="T33" fmla="*/ 47 h 60"/>
                  <a:gd name="T34" fmla="*/ 44 w 57"/>
                  <a:gd name="T35" fmla="*/ 47 h 60"/>
                  <a:gd name="T36" fmla="*/ 57 w 57"/>
                  <a:gd name="T37" fmla="*/ 44 h 60"/>
                  <a:gd name="T38" fmla="*/ 52 w 57"/>
                  <a:gd name="T39" fmla="*/ 26 h 60"/>
                  <a:gd name="T40" fmla="*/ 41 w 57"/>
                  <a:gd name="T41" fmla="*/ 25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7" h="60">
                    <a:moveTo>
                      <a:pt x="41" y="25"/>
                    </a:moveTo>
                    <a:cubicBezTo>
                      <a:pt x="39" y="25"/>
                      <a:pt x="38" y="24"/>
                      <a:pt x="38" y="23"/>
                    </a:cubicBezTo>
                    <a:cubicBezTo>
                      <a:pt x="40" y="22"/>
                      <a:pt x="40" y="22"/>
                      <a:pt x="40" y="22"/>
                    </a:cubicBezTo>
                    <a:cubicBezTo>
                      <a:pt x="40" y="19"/>
                      <a:pt x="40" y="17"/>
                      <a:pt x="42" y="15"/>
                    </a:cubicBezTo>
                    <a:cubicBezTo>
                      <a:pt x="48" y="11"/>
                      <a:pt x="48" y="11"/>
                      <a:pt x="48" y="11"/>
                    </a:cubicBezTo>
                    <a:cubicBezTo>
                      <a:pt x="51" y="8"/>
                      <a:pt x="49" y="2"/>
                      <a:pt x="44" y="2"/>
                    </a:cubicBezTo>
                    <a:cubicBezTo>
                      <a:pt x="33" y="1"/>
                      <a:pt x="19" y="1"/>
                      <a:pt x="11" y="0"/>
                    </a:cubicBezTo>
                    <a:cubicBezTo>
                      <a:pt x="10" y="2"/>
                      <a:pt x="10" y="4"/>
                      <a:pt x="9" y="7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31"/>
                      <a:pt x="1" y="34"/>
                      <a:pt x="3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2" y="53"/>
                      <a:pt x="8" y="60"/>
                      <a:pt x="15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3" y="47"/>
                      <a:pt x="44" y="47"/>
                    </a:cubicBezTo>
                    <a:cubicBezTo>
                      <a:pt x="48" y="47"/>
                      <a:pt x="53" y="46"/>
                      <a:pt x="57" y="44"/>
                    </a:cubicBezTo>
                    <a:cubicBezTo>
                      <a:pt x="52" y="26"/>
                      <a:pt x="52" y="26"/>
                      <a:pt x="52" y="26"/>
                    </a:cubicBezTo>
                    <a:lnTo>
                      <a:pt x="41" y="25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26" name="Freeform 1226">
                <a:extLst>
                  <a:ext uri="{FF2B5EF4-FFF2-40B4-BE49-F238E27FC236}">
                    <a16:creationId xmlns:a16="http://schemas.microsoft.com/office/drawing/2014/main" id="{1E007A35-C838-4836-ACDC-F953A9E82E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3" y="1352"/>
                <a:ext cx="46" cy="45"/>
              </a:xfrm>
              <a:custGeom>
                <a:avLst/>
                <a:gdLst>
                  <a:gd name="T0" fmla="*/ 67 w 67"/>
                  <a:gd name="T1" fmla="*/ 34 h 66"/>
                  <a:gd name="T2" fmla="*/ 33 w 67"/>
                  <a:gd name="T3" fmla="*/ 0 h 66"/>
                  <a:gd name="T4" fmla="*/ 0 w 67"/>
                  <a:gd name="T5" fmla="*/ 22 h 66"/>
                  <a:gd name="T6" fmla="*/ 32 w 67"/>
                  <a:gd name="T7" fmla="*/ 25 h 66"/>
                  <a:gd name="T8" fmla="*/ 33 w 67"/>
                  <a:gd name="T9" fmla="*/ 34 h 66"/>
                  <a:gd name="T10" fmla="*/ 28 w 67"/>
                  <a:gd name="T11" fmla="*/ 44 h 66"/>
                  <a:gd name="T12" fmla="*/ 27 w 67"/>
                  <a:gd name="T13" fmla="*/ 45 h 66"/>
                  <a:gd name="T14" fmla="*/ 30 w 67"/>
                  <a:gd name="T15" fmla="*/ 47 h 66"/>
                  <a:gd name="T16" fmla="*/ 41 w 67"/>
                  <a:gd name="T17" fmla="*/ 48 h 66"/>
                  <a:gd name="T18" fmla="*/ 46 w 67"/>
                  <a:gd name="T19" fmla="*/ 66 h 66"/>
                  <a:gd name="T20" fmla="*/ 67 w 67"/>
                  <a:gd name="T21" fmla="*/ 34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7" h="66">
                    <a:moveTo>
                      <a:pt x="67" y="34"/>
                    </a:moveTo>
                    <a:cubicBezTo>
                      <a:pt x="67" y="15"/>
                      <a:pt x="52" y="0"/>
                      <a:pt x="33" y="0"/>
                    </a:cubicBezTo>
                    <a:cubicBezTo>
                      <a:pt x="18" y="0"/>
                      <a:pt x="5" y="9"/>
                      <a:pt x="0" y="22"/>
                    </a:cubicBezTo>
                    <a:cubicBezTo>
                      <a:pt x="3" y="26"/>
                      <a:pt x="1" y="30"/>
                      <a:pt x="32" y="25"/>
                    </a:cubicBezTo>
                    <a:cubicBezTo>
                      <a:pt x="36" y="24"/>
                      <a:pt x="36" y="30"/>
                      <a:pt x="33" y="34"/>
                    </a:cubicBezTo>
                    <a:cubicBezTo>
                      <a:pt x="31" y="36"/>
                      <a:pt x="28" y="41"/>
                      <a:pt x="28" y="44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6"/>
                      <a:pt x="28" y="47"/>
                      <a:pt x="30" y="47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6" y="66"/>
                      <a:pt x="46" y="66"/>
                      <a:pt x="46" y="66"/>
                    </a:cubicBezTo>
                    <a:cubicBezTo>
                      <a:pt x="59" y="61"/>
                      <a:pt x="67" y="49"/>
                      <a:pt x="67" y="3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27" name="Freeform 1227">
                <a:extLst>
                  <a:ext uri="{FF2B5EF4-FFF2-40B4-BE49-F238E27FC236}">
                    <a16:creationId xmlns:a16="http://schemas.microsoft.com/office/drawing/2014/main" id="{244E69D3-4EBE-4EBC-85F5-BD0B78870F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1" y="1386"/>
                <a:ext cx="13" cy="15"/>
              </a:xfrm>
              <a:custGeom>
                <a:avLst/>
                <a:gdLst>
                  <a:gd name="T0" fmla="*/ 5 w 13"/>
                  <a:gd name="T1" fmla="*/ 15 h 15"/>
                  <a:gd name="T2" fmla="*/ 13 w 13"/>
                  <a:gd name="T3" fmla="*/ 4 h 15"/>
                  <a:gd name="T4" fmla="*/ 0 w 13"/>
                  <a:gd name="T5" fmla="*/ 0 h 15"/>
                  <a:gd name="T6" fmla="*/ 5 w 13"/>
                  <a:gd name="T7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" h="15">
                    <a:moveTo>
                      <a:pt x="5" y="15"/>
                    </a:moveTo>
                    <a:lnTo>
                      <a:pt x="13" y="4"/>
                    </a:lnTo>
                    <a:lnTo>
                      <a:pt x="0" y="0"/>
                    </a:ln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28" name="Freeform 1228">
                <a:extLst>
                  <a:ext uri="{FF2B5EF4-FFF2-40B4-BE49-F238E27FC236}">
                    <a16:creationId xmlns:a16="http://schemas.microsoft.com/office/drawing/2014/main" id="{2793D97D-E0E7-492A-9EB5-AAF5CD914E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5" y="1392"/>
                <a:ext cx="7" cy="4"/>
              </a:xfrm>
              <a:custGeom>
                <a:avLst/>
                <a:gdLst>
                  <a:gd name="T0" fmla="*/ 0 w 11"/>
                  <a:gd name="T1" fmla="*/ 0 h 6"/>
                  <a:gd name="T2" fmla="*/ 11 w 11"/>
                  <a:gd name="T3" fmla="*/ 0 h 6"/>
                  <a:gd name="T4" fmla="*/ 4 w 11"/>
                  <a:gd name="T5" fmla="*/ 6 h 6"/>
                  <a:gd name="T6" fmla="*/ 1 w 11"/>
                  <a:gd name="T7" fmla="*/ 5 h 6"/>
                  <a:gd name="T8" fmla="*/ 0 w 11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6">
                    <a:moveTo>
                      <a:pt x="0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3" y="6"/>
                      <a:pt x="2" y="6"/>
                      <a:pt x="1" y="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29" name="Line 1229">
                <a:extLst>
                  <a:ext uri="{FF2B5EF4-FFF2-40B4-BE49-F238E27FC236}">
                    <a16:creationId xmlns:a16="http://schemas.microsoft.com/office/drawing/2014/main" id="{84B570A4-158F-43D2-A804-D244B1EEC6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1375"/>
                <a:ext cx="5" cy="2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30" name="Freeform 1230">
                <a:extLst>
                  <a:ext uri="{FF2B5EF4-FFF2-40B4-BE49-F238E27FC236}">
                    <a16:creationId xmlns:a16="http://schemas.microsoft.com/office/drawing/2014/main" id="{B881DC4A-3B25-4C11-88CA-0BF5B01E96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" y="1380"/>
                <a:ext cx="2" cy="4"/>
              </a:xfrm>
              <a:custGeom>
                <a:avLst/>
                <a:gdLst>
                  <a:gd name="T0" fmla="*/ 4 w 4"/>
                  <a:gd name="T1" fmla="*/ 3 h 5"/>
                  <a:gd name="T2" fmla="*/ 2 w 4"/>
                  <a:gd name="T3" fmla="*/ 5 h 5"/>
                  <a:gd name="T4" fmla="*/ 0 w 4"/>
                  <a:gd name="T5" fmla="*/ 2 h 5"/>
                  <a:gd name="T6" fmla="*/ 2 w 4"/>
                  <a:gd name="T7" fmla="*/ 0 h 5"/>
                  <a:gd name="T8" fmla="*/ 4 w 4"/>
                  <a:gd name="T9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4" y="3"/>
                    </a:moveTo>
                    <a:cubicBezTo>
                      <a:pt x="4" y="4"/>
                      <a:pt x="3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3" y="0"/>
                      <a:pt x="4" y="1"/>
                      <a:pt x="4" y="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31" name="Freeform 1231">
                <a:extLst>
                  <a:ext uri="{FF2B5EF4-FFF2-40B4-BE49-F238E27FC236}">
                    <a16:creationId xmlns:a16="http://schemas.microsoft.com/office/drawing/2014/main" id="{D6D2DD4C-9BE7-4B32-B17A-BF3F2080F2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4" y="1408"/>
                <a:ext cx="16" cy="8"/>
              </a:xfrm>
              <a:custGeom>
                <a:avLst/>
                <a:gdLst>
                  <a:gd name="T0" fmla="*/ 0 w 16"/>
                  <a:gd name="T1" fmla="*/ 8 h 8"/>
                  <a:gd name="T2" fmla="*/ 16 w 16"/>
                  <a:gd name="T3" fmla="*/ 0 h 8"/>
                  <a:gd name="T4" fmla="*/ 1 w 16"/>
                  <a:gd name="T5" fmla="*/ 0 h 8"/>
                  <a:gd name="T6" fmla="*/ 0 w 16"/>
                  <a:gd name="T7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" h="8">
                    <a:moveTo>
                      <a:pt x="0" y="8"/>
                    </a:moveTo>
                    <a:lnTo>
                      <a:pt x="16" y="0"/>
                    </a:lnTo>
                    <a:lnTo>
                      <a:pt x="1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32" name="Freeform 1232">
                <a:extLst>
                  <a:ext uri="{FF2B5EF4-FFF2-40B4-BE49-F238E27FC236}">
                    <a16:creationId xmlns:a16="http://schemas.microsoft.com/office/drawing/2014/main" id="{BA233B99-50D3-432F-AA93-508F0D4EDE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1" y="1354"/>
                <a:ext cx="45" cy="76"/>
              </a:xfrm>
              <a:custGeom>
                <a:avLst/>
                <a:gdLst>
                  <a:gd name="T0" fmla="*/ 17 w 65"/>
                  <a:gd name="T1" fmla="*/ 0 h 112"/>
                  <a:gd name="T2" fmla="*/ 51 w 65"/>
                  <a:gd name="T3" fmla="*/ 62 h 112"/>
                  <a:gd name="T4" fmla="*/ 60 w 65"/>
                  <a:gd name="T5" fmla="*/ 90 h 112"/>
                  <a:gd name="T6" fmla="*/ 11 w 65"/>
                  <a:gd name="T7" fmla="*/ 98 h 112"/>
                  <a:gd name="T8" fmla="*/ 16 w 65"/>
                  <a:gd name="T9" fmla="*/ 56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" h="112">
                    <a:moveTo>
                      <a:pt x="17" y="0"/>
                    </a:moveTo>
                    <a:cubicBezTo>
                      <a:pt x="17" y="0"/>
                      <a:pt x="54" y="7"/>
                      <a:pt x="51" y="62"/>
                    </a:cubicBezTo>
                    <a:cubicBezTo>
                      <a:pt x="51" y="82"/>
                      <a:pt x="59" y="86"/>
                      <a:pt x="60" y="90"/>
                    </a:cubicBezTo>
                    <a:cubicBezTo>
                      <a:pt x="65" y="108"/>
                      <a:pt x="22" y="112"/>
                      <a:pt x="11" y="98"/>
                    </a:cubicBezTo>
                    <a:cubicBezTo>
                      <a:pt x="0" y="83"/>
                      <a:pt x="16" y="56"/>
                      <a:pt x="16" y="56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33" name="Freeform 1233">
                <a:extLst>
                  <a:ext uri="{FF2B5EF4-FFF2-40B4-BE49-F238E27FC236}">
                    <a16:creationId xmlns:a16="http://schemas.microsoft.com/office/drawing/2014/main" id="{D8DEC1F3-048B-4DB3-923F-0DEE431B4E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4" y="1352"/>
                <a:ext cx="22" cy="29"/>
              </a:xfrm>
              <a:custGeom>
                <a:avLst/>
                <a:gdLst>
                  <a:gd name="T0" fmla="*/ 23 w 32"/>
                  <a:gd name="T1" fmla="*/ 41 h 44"/>
                  <a:gd name="T2" fmla="*/ 0 w 32"/>
                  <a:gd name="T3" fmla="*/ 4 h 44"/>
                  <a:gd name="T4" fmla="*/ 8 w 32"/>
                  <a:gd name="T5" fmla="*/ 1 h 44"/>
                  <a:gd name="T6" fmla="*/ 18 w 32"/>
                  <a:gd name="T7" fmla="*/ 1 h 44"/>
                  <a:gd name="T8" fmla="*/ 30 w 32"/>
                  <a:gd name="T9" fmla="*/ 43 h 44"/>
                  <a:gd name="T10" fmla="*/ 23 w 32"/>
                  <a:gd name="T11" fmla="*/ 4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44">
                    <a:moveTo>
                      <a:pt x="23" y="41"/>
                    </a:moveTo>
                    <a:cubicBezTo>
                      <a:pt x="22" y="15"/>
                      <a:pt x="0" y="4"/>
                      <a:pt x="0" y="4"/>
                    </a:cubicBezTo>
                    <a:cubicBezTo>
                      <a:pt x="0" y="4"/>
                      <a:pt x="4" y="2"/>
                      <a:pt x="8" y="1"/>
                    </a:cubicBezTo>
                    <a:cubicBezTo>
                      <a:pt x="15" y="0"/>
                      <a:pt x="18" y="1"/>
                      <a:pt x="18" y="1"/>
                    </a:cubicBezTo>
                    <a:cubicBezTo>
                      <a:pt x="18" y="1"/>
                      <a:pt x="32" y="17"/>
                      <a:pt x="30" y="43"/>
                    </a:cubicBezTo>
                    <a:cubicBezTo>
                      <a:pt x="30" y="44"/>
                      <a:pt x="23" y="41"/>
                      <a:pt x="23" y="4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34" name="Freeform 1234">
                <a:extLst>
                  <a:ext uri="{FF2B5EF4-FFF2-40B4-BE49-F238E27FC236}">
                    <a16:creationId xmlns:a16="http://schemas.microsoft.com/office/drawing/2014/main" id="{2F9A2546-8241-421F-A80B-B0BF95F46A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4" y="1378"/>
                <a:ext cx="13" cy="15"/>
              </a:xfrm>
              <a:custGeom>
                <a:avLst/>
                <a:gdLst>
                  <a:gd name="T0" fmla="*/ 16 w 19"/>
                  <a:gd name="T1" fmla="*/ 15 h 22"/>
                  <a:gd name="T2" fmla="*/ 5 w 19"/>
                  <a:gd name="T3" fmla="*/ 19 h 22"/>
                  <a:gd name="T4" fmla="*/ 3 w 19"/>
                  <a:gd name="T5" fmla="*/ 7 h 22"/>
                  <a:gd name="T6" fmla="*/ 14 w 19"/>
                  <a:gd name="T7" fmla="*/ 3 h 22"/>
                  <a:gd name="T8" fmla="*/ 16 w 19"/>
                  <a:gd name="T9" fmla="*/ 15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2">
                    <a:moveTo>
                      <a:pt x="16" y="15"/>
                    </a:moveTo>
                    <a:cubicBezTo>
                      <a:pt x="14" y="20"/>
                      <a:pt x="9" y="22"/>
                      <a:pt x="5" y="19"/>
                    </a:cubicBezTo>
                    <a:cubicBezTo>
                      <a:pt x="1" y="17"/>
                      <a:pt x="0" y="12"/>
                      <a:pt x="3" y="7"/>
                    </a:cubicBezTo>
                    <a:cubicBezTo>
                      <a:pt x="5" y="2"/>
                      <a:pt x="11" y="0"/>
                      <a:pt x="14" y="3"/>
                    </a:cubicBezTo>
                    <a:cubicBezTo>
                      <a:pt x="18" y="5"/>
                      <a:pt x="19" y="10"/>
                      <a:pt x="16" y="15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35" name="Freeform 1235">
                <a:extLst>
                  <a:ext uri="{FF2B5EF4-FFF2-40B4-BE49-F238E27FC236}">
                    <a16:creationId xmlns:a16="http://schemas.microsoft.com/office/drawing/2014/main" id="{F9300FBE-FE27-4019-9A66-30D34D3589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7" y="1381"/>
                <a:ext cx="7" cy="5"/>
              </a:xfrm>
              <a:custGeom>
                <a:avLst/>
                <a:gdLst>
                  <a:gd name="T0" fmla="*/ 0 w 9"/>
                  <a:gd name="T1" fmla="*/ 7 h 7"/>
                  <a:gd name="T2" fmla="*/ 2 w 9"/>
                  <a:gd name="T3" fmla="*/ 4 h 7"/>
                  <a:gd name="T4" fmla="*/ 7 w 9"/>
                  <a:gd name="T5" fmla="*/ 1 h 7"/>
                  <a:gd name="T6" fmla="*/ 9 w 9"/>
                  <a:gd name="T7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" h="7">
                    <a:moveTo>
                      <a:pt x="0" y="7"/>
                    </a:moveTo>
                    <a:cubicBezTo>
                      <a:pt x="1" y="6"/>
                      <a:pt x="1" y="5"/>
                      <a:pt x="2" y="4"/>
                    </a:cubicBezTo>
                    <a:cubicBezTo>
                      <a:pt x="3" y="2"/>
                      <a:pt x="6" y="0"/>
                      <a:pt x="7" y="1"/>
                    </a:cubicBezTo>
                    <a:cubicBezTo>
                      <a:pt x="9" y="2"/>
                      <a:pt x="9" y="4"/>
                      <a:pt x="9" y="5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36" name="Freeform 1236">
                <a:extLst>
                  <a:ext uri="{FF2B5EF4-FFF2-40B4-BE49-F238E27FC236}">
                    <a16:creationId xmlns:a16="http://schemas.microsoft.com/office/drawing/2014/main" id="{1EB3CCEC-5250-4D2C-AE0F-CCB0D711AC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3" y="1447"/>
                <a:ext cx="15" cy="35"/>
              </a:xfrm>
              <a:custGeom>
                <a:avLst/>
                <a:gdLst>
                  <a:gd name="T0" fmla="*/ 21 w 21"/>
                  <a:gd name="T1" fmla="*/ 0 h 52"/>
                  <a:gd name="T2" fmla="*/ 0 w 21"/>
                  <a:gd name="T3" fmla="*/ 33 h 52"/>
                  <a:gd name="T4" fmla="*/ 6 w 21"/>
                  <a:gd name="T5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" h="52">
                    <a:moveTo>
                      <a:pt x="21" y="0"/>
                    </a:moveTo>
                    <a:cubicBezTo>
                      <a:pt x="20" y="0"/>
                      <a:pt x="0" y="21"/>
                      <a:pt x="0" y="33"/>
                    </a:cubicBezTo>
                    <a:cubicBezTo>
                      <a:pt x="0" y="45"/>
                      <a:pt x="6" y="52"/>
                      <a:pt x="6" y="52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37" name="Oval 1237">
                <a:extLst>
                  <a:ext uri="{FF2B5EF4-FFF2-40B4-BE49-F238E27FC236}">
                    <a16:creationId xmlns:a16="http://schemas.microsoft.com/office/drawing/2014/main" id="{CD9849F4-FB39-4555-B24B-096BEAAA6A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3" y="1377"/>
                <a:ext cx="11" cy="11"/>
              </a:xfrm>
              <a:prstGeom prst="ellipse">
                <a:avLst/>
              </a:prstGeom>
              <a:noFill/>
              <a:ln w="1588" cap="rnd">
                <a:solidFill>
                  <a:srgbClr val="FF79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38" name="Line 1238">
                <a:extLst>
                  <a:ext uri="{FF2B5EF4-FFF2-40B4-BE49-F238E27FC236}">
                    <a16:creationId xmlns:a16="http://schemas.microsoft.com/office/drawing/2014/main" id="{F1A2141F-4DC9-4B41-8622-551AC5F74E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1383"/>
                <a:ext cx="12" cy="0"/>
              </a:xfrm>
              <a:prstGeom prst="line">
                <a:avLst/>
              </a:prstGeom>
              <a:noFill/>
              <a:ln w="1588" cap="rnd">
                <a:solidFill>
                  <a:srgbClr val="FF79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39" name="Line 1239">
                <a:extLst>
                  <a:ext uri="{FF2B5EF4-FFF2-40B4-BE49-F238E27FC236}">
                    <a16:creationId xmlns:a16="http://schemas.microsoft.com/office/drawing/2014/main" id="{A8C10252-32D3-4FA4-89E1-B2A4E2E9D0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0" y="1379"/>
                <a:ext cx="3" cy="1"/>
              </a:xfrm>
              <a:prstGeom prst="line">
                <a:avLst/>
              </a:prstGeom>
              <a:noFill/>
              <a:ln w="1588" cap="rnd">
                <a:solidFill>
                  <a:srgbClr val="FF79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40" name="Freeform 1240">
                <a:extLst>
                  <a:ext uri="{FF2B5EF4-FFF2-40B4-BE49-F238E27FC236}">
                    <a16:creationId xmlns:a16="http://schemas.microsoft.com/office/drawing/2014/main" id="{3E95E0B6-6077-41DA-A722-42B01ACEF1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0" y="1401"/>
                <a:ext cx="77" cy="221"/>
              </a:xfrm>
              <a:custGeom>
                <a:avLst/>
                <a:gdLst>
                  <a:gd name="T0" fmla="*/ 18 w 77"/>
                  <a:gd name="T1" fmla="*/ 0 h 221"/>
                  <a:gd name="T2" fmla="*/ 0 w 77"/>
                  <a:gd name="T3" fmla="*/ 221 h 221"/>
                  <a:gd name="T4" fmla="*/ 77 w 77"/>
                  <a:gd name="T5" fmla="*/ 221 h 221"/>
                  <a:gd name="T6" fmla="*/ 54 w 77"/>
                  <a:gd name="T7" fmla="*/ 13 h 221"/>
                  <a:gd name="T8" fmla="*/ 18 w 77"/>
                  <a:gd name="T9" fmla="*/ 0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" h="221">
                    <a:moveTo>
                      <a:pt x="18" y="0"/>
                    </a:moveTo>
                    <a:lnTo>
                      <a:pt x="0" y="221"/>
                    </a:lnTo>
                    <a:lnTo>
                      <a:pt x="77" y="221"/>
                    </a:lnTo>
                    <a:lnTo>
                      <a:pt x="54" y="13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41" name="Line 1241">
                <a:extLst>
                  <a:ext uri="{FF2B5EF4-FFF2-40B4-BE49-F238E27FC236}">
                    <a16:creationId xmlns:a16="http://schemas.microsoft.com/office/drawing/2014/main" id="{EE7E3E1C-9252-4C31-AEE0-1879E073DD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5" y="1427"/>
                <a:ext cx="41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42" name="Line 1242">
                <a:extLst>
                  <a:ext uri="{FF2B5EF4-FFF2-40B4-BE49-F238E27FC236}">
                    <a16:creationId xmlns:a16="http://schemas.microsoft.com/office/drawing/2014/main" id="{8354E9A4-2AF8-4885-AD5D-E7FBB3F883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5" y="1413"/>
                <a:ext cx="41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43" name="Line 1243">
                <a:extLst>
                  <a:ext uri="{FF2B5EF4-FFF2-40B4-BE49-F238E27FC236}">
                    <a16:creationId xmlns:a16="http://schemas.microsoft.com/office/drawing/2014/main" id="{D840146D-7115-4693-BD6C-C6C5BFC9E9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02" y="1454"/>
                <a:ext cx="6" cy="143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44" name="Freeform 1244">
                <a:extLst>
                  <a:ext uri="{FF2B5EF4-FFF2-40B4-BE49-F238E27FC236}">
                    <a16:creationId xmlns:a16="http://schemas.microsoft.com/office/drawing/2014/main" id="{4AB5A0E8-9D8E-41D6-A12F-AAF313487C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3" y="1346"/>
                <a:ext cx="14" cy="25"/>
              </a:xfrm>
              <a:custGeom>
                <a:avLst/>
                <a:gdLst>
                  <a:gd name="T0" fmla="*/ 0 w 14"/>
                  <a:gd name="T1" fmla="*/ 0 h 25"/>
                  <a:gd name="T2" fmla="*/ 14 w 14"/>
                  <a:gd name="T3" fmla="*/ 25 h 25"/>
                  <a:gd name="T4" fmla="*/ 0 w 14"/>
                  <a:gd name="T5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25">
                    <a:moveTo>
                      <a:pt x="0" y="0"/>
                    </a:moveTo>
                    <a:lnTo>
                      <a:pt x="14" y="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45" name="Line 1245">
                <a:extLst>
                  <a:ext uri="{FF2B5EF4-FFF2-40B4-BE49-F238E27FC236}">
                    <a16:creationId xmlns:a16="http://schemas.microsoft.com/office/drawing/2014/main" id="{720E3A0D-BDC7-429F-8CF3-F74AEA55D4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3" y="1346"/>
                <a:ext cx="14" cy="25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46" name="Freeform 1246">
                <a:extLst>
                  <a:ext uri="{FF2B5EF4-FFF2-40B4-BE49-F238E27FC236}">
                    <a16:creationId xmlns:a16="http://schemas.microsoft.com/office/drawing/2014/main" id="{5882F9BC-B465-4C78-A94B-5F861AE798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4" y="1405"/>
                <a:ext cx="78" cy="217"/>
              </a:xfrm>
              <a:custGeom>
                <a:avLst/>
                <a:gdLst>
                  <a:gd name="T0" fmla="*/ 59 w 78"/>
                  <a:gd name="T1" fmla="*/ 0 h 217"/>
                  <a:gd name="T2" fmla="*/ 78 w 78"/>
                  <a:gd name="T3" fmla="*/ 217 h 217"/>
                  <a:gd name="T4" fmla="*/ 0 w 78"/>
                  <a:gd name="T5" fmla="*/ 217 h 217"/>
                  <a:gd name="T6" fmla="*/ 23 w 78"/>
                  <a:gd name="T7" fmla="*/ 9 h 217"/>
                  <a:gd name="T8" fmla="*/ 59 w 78"/>
                  <a:gd name="T9" fmla="*/ 0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" h="217">
                    <a:moveTo>
                      <a:pt x="59" y="0"/>
                    </a:moveTo>
                    <a:lnTo>
                      <a:pt x="78" y="217"/>
                    </a:lnTo>
                    <a:lnTo>
                      <a:pt x="0" y="217"/>
                    </a:lnTo>
                    <a:lnTo>
                      <a:pt x="23" y="9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47" name="Line 1247">
                <a:extLst>
                  <a:ext uri="{FF2B5EF4-FFF2-40B4-BE49-F238E27FC236}">
                    <a16:creationId xmlns:a16="http://schemas.microsoft.com/office/drawing/2014/main" id="{9923239D-2361-47CD-BD17-0A47C0DA0F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36" y="1427"/>
                <a:ext cx="40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48" name="Line 1248">
                <a:extLst>
                  <a:ext uri="{FF2B5EF4-FFF2-40B4-BE49-F238E27FC236}">
                    <a16:creationId xmlns:a16="http://schemas.microsoft.com/office/drawing/2014/main" id="{D29B8A5D-F492-4A64-9B08-6D5F5F0546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36" y="1413"/>
                <a:ext cx="40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49" name="Line 1249">
                <a:extLst>
                  <a:ext uri="{FF2B5EF4-FFF2-40B4-BE49-F238E27FC236}">
                    <a16:creationId xmlns:a16="http://schemas.microsoft.com/office/drawing/2014/main" id="{2C743FB3-C21C-425B-B7A7-54DF9B54CB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63" y="1454"/>
                <a:ext cx="6" cy="143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50" name="Freeform 1250">
                <a:extLst>
                  <a:ext uri="{FF2B5EF4-FFF2-40B4-BE49-F238E27FC236}">
                    <a16:creationId xmlns:a16="http://schemas.microsoft.com/office/drawing/2014/main" id="{14BB951D-5A97-4858-866B-43FC9A9770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4" y="1346"/>
                <a:ext cx="14" cy="25"/>
              </a:xfrm>
              <a:custGeom>
                <a:avLst/>
                <a:gdLst>
                  <a:gd name="T0" fmla="*/ 14 w 14"/>
                  <a:gd name="T1" fmla="*/ 0 h 25"/>
                  <a:gd name="T2" fmla="*/ 0 w 14"/>
                  <a:gd name="T3" fmla="*/ 25 h 25"/>
                  <a:gd name="T4" fmla="*/ 14 w 14"/>
                  <a:gd name="T5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25">
                    <a:moveTo>
                      <a:pt x="14" y="0"/>
                    </a:moveTo>
                    <a:lnTo>
                      <a:pt x="0" y="25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51" name="Line 1251">
                <a:extLst>
                  <a:ext uri="{FF2B5EF4-FFF2-40B4-BE49-F238E27FC236}">
                    <a16:creationId xmlns:a16="http://schemas.microsoft.com/office/drawing/2014/main" id="{63652206-B8BB-45A7-B5DC-054E00CBE6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74" y="1346"/>
                <a:ext cx="14" cy="25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52" name="Freeform 1252">
                <a:extLst>
                  <a:ext uri="{FF2B5EF4-FFF2-40B4-BE49-F238E27FC236}">
                    <a16:creationId xmlns:a16="http://schemas.microsoft.com/office/drawing/2014/main" id="{01BA890F-4C8D-47EA-A3E1-3BDB129BF4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704"/>
                <a:ext cx="683" cy="476"/>
              </a:xfrm>
              <a:custGeom>
                <a:avLst/>
                <a:gdLst>
                  <a:gd name="T0" fmla="*/ 605 w 683"/>
                  <a:gd name="T1" fmla="*/ 476 h 476"/>
                  <a:gd name="T2" fmla="*/ 0 w 683"/>
                  <a:gd name="T3" fmla="*/ 476 h 476"/>
                  <a:gd name="T4" fmla="*/ 78 w 683"/>
                  <a:gd name="T5" fmla="*/ 0 h 476"/>
                  <a:gd name="T6" fmla="*/ 683 w 683"/>
                  <a:gd name="T7" fmla="*/ 0 h 476"/>
                  <a:gd name="T8" fmla="*/ 605 w 683"/>
                  <a:gd name="T9" fmla="*/ 476 h 4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3" h="476">
                    <a:moveTo>
                      <a:pt x="605" y="476"/>
                    </a:moveTo>
                    <a:lnTo>
                      <a:pt x="0" y="476"/>
                    </a:lnTo>
                    <a:lnTo>
                      <a:pt x="78" y="0"/>
                    </a:lnTo>
                    <a:lnTo>
                      <a:pt x="683" y="0"/>
                    </a:lnTo>
                    <a:lnTo>
                      <a:pt x="605" y="47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53" name="Freeform 1253">
                <a:extLst>
                  <a:ext uri="{FF2B5EF4-FFF2-40B4-BE49-F238E27FC236}">
                    <a16:creationId xmlns:a16="http://schemas.microsoft.com/office/drawing/2014/main" id="{CCA0D0F0-50DE-4758-A914-80EC27E4BA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6" y="774"/>
                <a:ext cx="181" cy="222"/>
              </a:xfrm>
              <a:custGeom>
                <a:avLst/>
                <a:gdLst>
                  <a:gd name="T0" fmla="*/ 156 w 181"/>
                  <a:gd name="T1" fmla="*/ 0 h 222"/>
                  <a:gd name="T2" fmla="*/ 181 w 181"/>
                  <a:gd name="T3" fmla="*/ 222 h 222"/>
                  <a:gd name="T4" fmla="*/ 5 w 181"/>
                  <a:gd name="T5" fmla="*/ 222 h 222"/>
                  <a:gd name="T6" fmla="*/ 0 w 181"/>
                  <a:gd name="T7" fmla="*/ 189 h 222"/>
                  <a:gd name="T8" fmla="*/ 156 w 181"/>
                  <a:gd name="T9" fmla="*/ 0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1" h="222">
                    <a:moveTo>
                      <a:pt x="156" y="0"/>
                    </a:moveTo>
                    <a:lnTo>
                      <a:pt x="181" y="222"/>
                    </a:lnTo>
                    <a:lnTo>
                      <a:pt x="5" y="222"/>
                    </a:lnTo>
                    <a:lnTo>
                      <a:pt x="0" y="189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54" name="Freeform 1254">
                <a:extLst>
                  <a:ext uri="{FF2B5EF4-FFF2-40B4-BE49-F238E27FC236}">
                    <a16:creationId xmlns:a16="http://schemas.microsoft.com/office/drawing/2014/main" id="{86C07334-FB79-49B9-8C42-E159D65695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6" y="774"/>
                <a:ext cx="181" cy="222"/>
              </a:xfrm>
              <a:custGeom>
                <a:avLst/>
                <a:gdLst>
                  <a:gd name="T0" fmla="*/ 156 w 181"/>
                  <a:gd name="T1" fmla="*/ 0 h 222"/>
                  <a:gd name="T2" fmla="*/ 181 w 181"/>
                  <a:gd name="T3" fmla="*/ 222 h 222"/>
                  <a:gd name="T4" fmla="*/ 5 w 181"/>
                  <a:gd name="T5" fmla="*/ 222 h 222"/>
                  <a:gd name="T6" fmla="*/ 0 w 181"/>
                  <a:gd name="T7" fmla="*/ 189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1" h="222">
                    <a:moveTo>
                      <a:pt x="156" y="0"/>
                    </a:moveTo>
                    <a:lnTo>
                      <a:pt x="181" y="222"/>
                    </a:lnTo>
                    <a:lnTo>
                      <a:pt x="5" y="222"/>
                    </a:lnTo>
                    <a:lnTo>
                      <a:pt x="0" y="189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55" name="Freeform 1255">
                <a:extLst>
                  <a:ext uri="{FF2B5EF4-FFF2-40B4-BE49-F238E27FC236}">
                    <a16:creationId xmlns:a16="http://schemas.microsoft.com/office/drawing/2014/main" id="{E05E80B7-B4E8-4199-A1A8-CE47A416EE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" y="715"/>
                <a:ext cx="513" cy="424"/>
              </a:xfrm>
              <a:custGeom>
                <a:avLst/>
                <a:gdLst>
                  <a:gd name="T0" fmla="*/ 754 w 754"/>
                  <a:gd name="T1" fmla="*/ 600 h 624"/>
                  <a:gd name="T2" fmla="*/ 0 w 754"/>
                  <a:gd name="T3" fmla="*/ 624 h 624"/>
                  <a:gd name="T4" fmla="*/ 18 w 754"/>
                  <a:gd name="T5" fmla="*/ 355 h 624"/>
                  <a:gd name="T6" fmla="*/ 374 w 754"/>
                  <a:gd name="T7" fmla="*/ 0 h 624"/>
                  <a:gd name="T8" fmla="*/ 398 w 754"/>
                  <a:gd name="T9" fmla="*/ 0 h 624"/>
                  <a:gd name="T10" fmla="*/ 754 w 754"/>
                  <a:gd name="T11" fmla="*/ 355 h 624"/>
                  <a:gd name="T12" fmla="*/ 754 w 754"/>
                  <a:gd name="T13" fmla="*/ 600 h 6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4" h="624">
                    <a:moveTo>
                      <a:pt x="754" y="600"/>
                    </a:moveTo>
                    <a:cubicBezTo>
                      <a:pt x="0" y="624"/>
                      <a:pt x="0" y="624"/>
                      <a:pt x="0" y="624"/>
                    </a:cubicBezTo>
                    <a:cubicBezTo>
                      <a:pt x="18" y="355"/>
                      <a:pt x="18" y="355"/>
                      <a:pt x="18" y="355"/>
                    </a:cubicBezTo>
                    <a:cubicBezTo>
                      <a:pt x="18" y="159"/>
                      <a:pt x="177" y="0"/>
                      <a:pt x="374" y="0"/>
                    </a:cubicBezTo>
                    <a:cubicBezTo>
                      <a:pt x="398" y="0"/>
                      <a:pt x="398" y="0"/>
                      <a:pt x="398" y="0"/>
                    </a:cubicBezTo>
                    <a:cubicBezTo>
                      <a:pt x="595" y="0"/>
                      <a:pt x="754" y="159"/>
                      <a:pt x="754" y="355"/>
                    </a:cubicBezTo>
                    <a:lnTo>
                      <a:pt x="754" y="600"/>
                    </a:lnTo>
                    <a:close/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56" name="Freeform 1256">
                <a:extLst>
                  <a:ext uri="{FF2B5EF4-FFF2-40B4-BE49-F238E27FC236}">
                    <a16:creationId xmlns:a16="http://schemas.microsoft.com/office/drawing/2014/main" id="{AC5828E0-2645-4C95-9DB2-A2B5455DA0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4" y="765"/>
                <a:ext cx="211" cy="216"/>
              </a:xfrm>
              <a:custGeom>
                <a:avLst/>
                <a:gdLst>
                  <a:gd name="T0" fmla="*/ 187 w 211"/>
                  <a:gd name="T1" fmla="*/ 216 h 216"/>
                  <a:gd name="T2" fmla="*/ 0 w 211"/>
                  <a:gd name="T3" fmla="*/ 216 h 216"/>
                  <a:gd name="T4" fmla="*/ 24 w 211"/>
                  <a:gd name="T5" fmla="*/ 0 h 216"/>
                  <a:gd name="T6" fmla="*/ 211 w 211"/>
                  <a:gd name="T7" fmla="*/ 0 h 216"/>
                  <a:gd name="T8" fmla="*/ 187 w 211"/>
                  <a:gd name="T9" fmla="*/ 21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216">
                    <a:moveTo>
                      <a:pt x="187" y="216"/>
                    </a:moveTo>
                    <a:lnTo>
                      <a:pt x="0" y="216"/>
                    </a:lnTo>
                    <a:lnTo>
                      <a:pt x="24" y="0"/>
                    </a:lnTo>
                    <a:lnTo>
                      <a:pt x="211" y="0"/>
                    </a:lnTo>
                    <a:lnTo>
                      <a:pt x="187" y="216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57" name="Freeform 1257">
                <a:extLst>
                  <a:ext uri="{FF2B5EF4-FFF2-40B4-BE49-F238E27FC236}">
                    <a16:creationId xmlns:a16="http://schemas.microsoft.com/office/drawing/2014/main" id="{02F70343-2730-45FE-93B6-E086B54687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4" y="797"/>
                <a:ext cx="118" cy="118"/>
              </a:xfrm>
              <a:custGeom>
                <a:avLst/>
                <a:gdLst>
                  <a:gd name="T0" fmla="*/ 87 w 174"/>
                  <a:gd name="T1" fmla="*/ 87 h 174"/>
                  <a:gd name="T2" fmla="*/ 174 w 174"/>
                  <a:gd name="T3" fmla="*/ 87 h 174"/>
                  <a:gd name="T4" fmla="*/ 87 w 174"/>
                  <a:gd name="T5" fmla="*/ 174 h 174"/>
                  <a:gd name="T6" fmla="*/ 0 w 174"/>
                  <a:gd name="T7" fmla="*/ 87 h 174"/>
                  <a:gd name="T8" fmla="*/ 87 w 174"/>
                  <a:gd name="T9" fmla="*/ 0 h 174"/>
                  <a:gd name="T10" fmla="*/ 100 w 174"/>
                  <a:gd name="T11" fmla="*/ 1 h 174"/>
                  <a:gd name="T12" fmla="*/ 87 w 174"/>
                  <a:gd name="T13" fmla="*/ 87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4" h="174">
                    <a:moveTo>
                      <a:pt x="87" y="87"/>
                    </a:moveTo>
                    <a:cubicBezTo>
                      <a:pt x="174" y="87"/>
                      <a:pt x="174" y="87"/>
                      <a:pt x="174" y="87"/>
                    </a:cubicBezTo>
                    <a:cubicBezTo>
                      <a:pt x="174" y="135"/>
                      <a:pt x="135" y="174"/>
                      <a:pt x="87" y="174"/>
                    </a:cubicBezTo>
                    <a:cubicBezTo>
                      <a:pt x="39" y="174"/>
                      <a:pt x="0" y="135"/>
                      <a:pt x="0" y="87"/>
                    </a:cubicBezTo>
                    <a:cubicBezTo>
                      <a:pt x="0" y="39"/>
                      <a:pt x="39" y="0"/>
                      <a:pt x="87" y="0"/>
                    </a:cubicBezTo>
                    <a:cubicBezTo>
                      <a:pt x="91" y="0"/>
                      <a:pt x="95" y="0"/>
                      <a:pt x="100" y="1"/>
                    </a:cubicBezTo>
                    <a:lnTo>
                      <a:pt x="87" y="87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58" name="Freeform 1258">
                <a:extLst>
                  <a:ext uri="{FF2B5EF4-FFF2-40B4-BE49-F238E27FC236}">
                    <a16:creationId xmlns:a16="http://schemas.microsoft.com/office/drawing/2014/main" id="{CEAA6E8B-DA18-4D65-90C0-511E7878C9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0" y="791"/>
                <a:ext cx="57" cy="56"/>
              </a:xfrm>
              <a:custGeom>
                <a:avLst/>
                <a:gdLst>
                  <a:gd name="T0" fmla="*/ 0 w 83"/>
                  <a:gd name="T1" fmla="*/ 82 h 82"/>
                  <a:gd name="T2" fmla="*/ 14 w 83"/>
                  <a:gd name="T3" fmla="*/ 0 h 82"/>
                  <a:gd name="T4" fmla="*/ 28 w 83"/>
                  <a:gd name="T5" fmla="*/ 4 h 82"/>
                  <a:gd name="T6" fmla="*/ 83 w 83"/>
                  <a:gd name="T7" fmla="*/ 81 h 82"/>
                  <a:gd name="T8" fmla="*/ 0 w 83"/>
                  <a:gd name="T9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82">
                    <a:moveTo>
                      <a:pt x="0" y="82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8" y="1"/>
                      <a:pt x="23" y="2"/>
                      <a:pt x="28" y="4"/>
                    </a:cubicBezTo>
                    <a:cubicBezTo>
                      <a:pt x="60" y="16"/>
                      <a:pt x="82" y="47"/>
                      <a:pt x="83" y="81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59" name="Freeform 1259">
                <a:extLst>
                  <a:ext uri="{FF2B5EF4-FFF2-40B4-BE49-F238E27FC236}">
                    <a16:creationId xmlns:a16="http://schemas.microsoft.com/office/drawing/2014/main" id="{37521242-A4F5-4057-9848-716C40AFCE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3" y="1277"/>
                <a:ext cx="57" cy="39"/>
              </a:xfrm>
              <a:custGeom>
                <a:avLst/>
                <a:gdLst>
                  <a:gd name="T0" fmla="*/ 39 w 57"/>
                  <a:gd name="T1" fmla="*/ 1 h 39"/>
                  <a:gd name="T2" fmla="*/ 57 w 57"/>
                  <a:gd name="T3" fmla="*/ 39 h 39"/>
                  <a:gd name="T4" fmla="*/ 21 w 57"/>
                  <a:gd name="T5" fmla="*/ 39 h 39"/>
                  <a:gd name="T6" fmla="*/ 0 w 57"/>
                  <a:gd name="T7" fmla="*/ 0 h 39"/>
                  <a:gd name="T8" fmla="*/ 39 w 57"/>
                  <a:gd name="T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39">
                    <a:moveTo>
                      <a:pt x="39" y="1"/>
                    </a:moveTo>
                    <a:lnTo>
                      <a:pt x="57" y="39"/>
                    </a:lnTo>
                    <a:lnTo>
                      <a:pt x="21" y="39"/>
                    </a:lnTo>
                    <a:lnTo>
                      <a:pt x="0" y="0"/>
                    </a:lnTo>
                    <a:lnTo>
                      <a:pt x="39" y="1"/>
                    </a:lnTo>
                    <a:close/>
                  </a:path>
                </a:pathLst>
              </a:custGeom>
              <a:solidFill>
                <a:srgbClr val="F4CF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60" name="Freeform 1260">
                <a:extLst>
                  <a:ext uri="{FF2B5EF4-FFF2-40B4-BE49-F238E27FC236}">
                    <a16:creationId xmlns:a16="http://schemas.microsoft.com/office/drawing/2014/main" id="{F9AADEBD-56CD-4197-9C51-85FEE66345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3" y="1277"/>
                <a:ext cx="57" cy="39"/>
              </a:xfrm>
              <a:custGeom>
                <a:avLst/>
                <a:gdLst>
                  <a:gd name="T0" fmla="*/ 39 w 57"/>
                  <a:gd name="T1" fmla="*/ 1 h 39"/>
                  <a:gd name="T2" fmla="*/ 57 w 57"/>
                  <a:gd name="T3" fmla="*/ 39 h 39"/>
                  <a:gd name="T4" fmla="*/ 21 w 57"/>
                  <a:gd name="T5" fmla="*/ 39 h 39"/>
                  <a:gd name="T6" fmla="*/ 0 w 57"/>
                  <a:gd name="T7" fmla="*/ 0 h 39"/>
                  <a:gd name="T8" fmla="*/ 39 w 57"/>
                  <a:gd name="T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39">
                    <a:moveTo>
                      <a:pt x="39" y="1"/>
                    </a:moveTo>
                    <a:lnTo>
                      <a:pt x="57" y="39"/>
                    </a:lnTo>
                    <a:lnTo>
                      <a:pt x="21" y="39"/>
                    </a:lnTo>
                    <a:lnTo>
                      <a:pt x="0" y="0"/>
                    </a:lnTo>
                    <a:lnTo>
                      <a:pt x="39" y="1"/>
                    </a:lnTo>
                    <a:close/>
                  </a:path>
                </a:pathLst>
              </a:custGeom>
              <a:solidFill>
                <a:srgbClr val="F4CF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61" name="Freeform 1261">
                <a:extLst>
                  <a:ext uri="{FF2B5EF4-FFF2-40B4-BE49-F238E27FC236}">
                    <a16:creationId xmlns:a16="http://schemas.microsoft.com/office/drawing/2014/main" id="{8A757B34-3264-456C-B745-51A16CD0BD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4" y="1297"/>
                <a:ext cx="53" cy="25"/>
              </a:xfrm>
              <a:custGeom>
                <a:avLst/>
                <a:gdLst>
                  <a:gd name="T0" fmla="*/ 75 w 77"/>
                  <a:gd name="T1" fmla="*/ 29 h 37"/>
                  <a:gd name="T2" fmla="*/ 48 w 77"/>
                  <a:gd name="T3" fmla="*/ 8 h 37"/>
                  <a:gd name="T4" fmla="*/ 22 w 77"/>
                  <a:gd name="T5" fmla="*/ 21 h 37"/>
                  <a:gd name="T6" fmla="*/ 22 w 77"/>
                  <a:gd name="T7" fmla="*/ 28 h 37"/>
                  <a:gd name="T8" fmla="*/ 0 w 77"/>
                  <a:gd name="T9" fmla="*/ 28 h 37"/>
                  <a:gd name="T10" fmla="*/ 0 w 77"/>
                  <a:gd name="T11" fmla="*/ 37 h 37"/>
                  <a:gd name="T12" fmla="*/ 77 w 77"/>
                  <a:gd name="T13" fmla="*/ 37 h 37"/>
                  <a:gd name="T14" fmla="*/ 77 w 77"/>
                  <a:gd name="T15" fmla="*/ 34 h 37"/>
                  <a:gd name="T16" fmla="*/ 75 w 77"/>
                  <a:gd name="T17" fmla="*/ 29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37">
                    <a:moveTo>
                      <a:pt x="75" y="29"/>
                    </a:moveTo>
                    <a:cubicBezTo>
                      <a:pt x="70" y="25"/>
                      <a:pt x="59" y="16"/>
                      <a:pt x="48" y="8"/>
                    </a:cubicBezTo>
                    <a:cubicBezTo>
                      <a:pt x="37" y="0"/>
                      <a:pt x="22" y="7"/>
                      <a:pt x="22" y="21"/>
                    </a:cubicBezTo>
                    <a:cubicBezTo>
                      <a:pt x="22" y="28"/>
                      <a:pt x="22" y="28"/>
                      <a:pt x="2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77" y="37"/>
                      <a:pt x="77" y="37"/>
                      <a:pt x="77" y="37"/>
                    </a:cubicBezTo>
                    <a:cubicBezTo>
                      <a:pt x="77" y="34"/>
                      <a:pt x="77" y="34"/>
                      <a:pt x="77" y="34"/>
                    </a:cubicBezTo>
                    <a:cubicBezTo>
                      <a:pt x="77" y="32"/>
                      <a:pt x="76" y="30"/>
                      <a:pt x="75" y="29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62" name="Freeform 1262">
                <a:extLst>
                  <a:ext uri="{FF2B5EF4-FFF2-40B4-BE49-F238E27FC236}">
                    <a16:creationId xmlns:a16="http://schemas.microsoft.com/office/drawing/2014/main" id="{A7C1AA61-457C-4761-8396-08885290E9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8" y="1287"/>
                <a:ext cx="38" cy="7"/>
              </a:xfrm>
              <a:custGeom>
                <a:avLst/>
                <a:gdLst>
                  <a:gd name="T0" fmla="*/ 38 w 38"/>
                  <a:gd name="T1" fmla="*/ 0 h 7"/>
                  <a:gd name="T2" fmla="*/ 4 w 38"/>
                  <a:gd name="T3" fmla="*/ 7 h 7"/>
                  <a:gd name="T4" fmla="*/ 0 w 38"/>
                  <a:gd name="T5" fmla="*/ 0 h 7"/>
                  <a:gd name="T6" fmla="*/ 38 w 38"/>
                  <a:gd name="T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" h="7">
                    <a:moveTo>
                      <a:pt x="38" y="0"/>
                    </a:moveTo>
                    <a:lnTo>
                      <a:pt x="4" y="7"/>
                    </a:lnTo>
                    <a:lnTo>
                      <a:pt x="0" y="0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63" name="Freeform 1263">
                <a:extLst>
                  <a:ext uri="{FF2B5EF4-FFF2-40B4-BE49-F238E27FC236}">
                    <a16:creationId xmlns:a16="http://schemas.microsoft.com/office/drawing/2014/main" id="{2AA20DAC-42FF-4D89-B4F1-EFD316B93C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3" y="1277"/>
                <a:ext cx="56" cy="39"/>
              </a:xfrm>
              <a:custGeom>
                <a:avLst/>
                <a:gdLst>
                  <a:gd name="T0" fmla="*/ 17 w 56"/>
                  <a:gd name="T1" fmla="*/ 1 h 39"/>
                  <a:gd name="T2" fmla="*/ 0 w 56"/>
                  <a:gd name="T3" fmla="*/ 39 h 39"/>
                  <a:gd name="T4" fmla="*/ 34 w 56"/>
                  <a:gd name="T5" fmla="*/ 39 h 39"/>
                  <a:gd name="T6" fmla="*/ 56 w 56"/>
                  <a:gd name="T7" fmla="*/ 0 h 39"/>
                  <a:gd name="T8" fmla="*/ 17 w 56"/>
                  <a:gd name="T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39">
                    <a:moveTo>
                      <a:pt x="17" y="1"/>
                    </a:moveTo>
                    <a:lnTo>
                      <a:pt x="0" y="39"/>
                    </a:lnTo>
                    <a:lnTo>
                      <a:pt x="34" y="39"/>
                    </a:lnTo>
                    <a:lnTo>
                      <a:pt x="56" y="0"/>
                    </a:lnTo>
                    <a:lnTo>
                      <a:pt x="17" y="1"/>
                    </a:lnTo>
                    <a:close/>
                  </a:path>
                </a:pathLst>
              </a:custGeom>
              <a:solidFill>
                <a:srgbClr val="F4CF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64" name="Freeform 1264">
                <a:extLst>
                  <a:ext uri="{FF2B5EF4-FFF2-40B4-BE49-F238E27FC236}">
                    <a16:creationId xmlns:a16="http://schemas.microsoft.com/office/drawing/2014/main" id="{E2FAE1F3-8909-4A31-9B0F-8CB477D633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3" y="1277"/>
                <a:ext cx="56" cy="39"/>
              </a:xfrm>
              <a:custGeom>
                <a:avLst/>
                <a:gdLst>
                  <a:gd name="T0" fmla="*/ 17 w 56"/>
                  <a:gd name="T1" fmla="*/ 1 h 39"/>
                  <a:gd name="T2" fmla="*/ 0 w 56"/>
                  <a:gd name="T3" fmla="*/ 39 h 39"/>
                  <a:gd name="T4" fmla="*/ 34 w 56"/>
                  <a:gd name="T5" fmla="*/ 39 h 39"/>
                  <a:gd name="T6" fmla="*/ 56 w 56"/>
                  <a:gd name="T7" fmla="*/ 0 h 39"/>
                  <a:gd name="T8" fmla="*/ 17 w 56"/>
                  <a:gd name="T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39">
                    <a:moveTo>
                      <a:pt x="17" y="1"/>
                    </a:moveTo>
                    <a:lnTo>
                      <a:pt x="0" y="39"/>
                    </a:lnTo>
                    <a:lnTo>
                      <a:pt x="34" y="39"/>
                    </a:lnTo>
                    <a:lnTo>
                      <a:pt x="56" y="0"/>
                    </a:lnTo>
                    <a:lnTo>
                      <a:pt x="17" y="1"/>
                    </a:lnTo>
                    <a:close/>
                  </a:path>
                </a:pathLst>
              </a:custGeom>
              <a:solidFill>
                <a:srgbClr val="F4CF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65" name="Freeform 1265">
                <a:extLst>
                  <a:ext uri="{FF2B5EF4-FFF2-40B4-BE49-F238E27FC236}">
                    <a16:creationId xmlns:a16="http://schemas.microsoft.com/office/drawing/2014/main" id="{B58B1470-5EF6-4722-AC38-B2598E8459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5" y="1297"/>
                <a:ext cx="52" cy="25"/>
              </a:xfrm>
              <a:custGeom>
                <a:avLst/>
                <a:gdLst>
                  <a:gd name="T0" fmla="*/ 3 w 77"/>
                  <a:gd name="T1" fmla="*/ 29 h 37"/>
                  <a:gd name="T2" fmla="*/ 30 w 77"/>
                  <a:gd name="T3" fmla="*/ 8 h 37"/>
                  <a:gd name="T4" fmla="*/ 55 w 77"/>
                  <a:gd name="T5" fmla="*/ 21 h 37"/>
                  <a:gd name="T6" fmla="*/ 55 w 77"/>
                  <a:gd name="T7" fmla="*/ 28 h 37"/>
                  <a:gd name="T8" fmla="*/ 77 w 77"/>
                  <a:gd name="T9" fmla="*/ 28 h 37"/>
                  <a:gd name="T10" fmla="*/ 77 w 77"/>
                  <a:gd name="T11" fmla="*/ 37 h 37"/>
                  <a:gd name="T12" fmla="*/ 0 w 77"/>
                  <a:gd name="T13" fmla="*/ 37 h 37"/>
                  <a:gd name="T14" fmla="*/ 0 w 77"/>
                  <a:gd name="T15" fmla="*/ 34 h 37"/>
                  <a:gd name="T16" fmla="*/ 3 w 77"/>
                  <a:gd name="T17" fmla="*/ 29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37">
                    <a:moveTo>
                      <a:pt x="3" y="29"/>
                    </a:moveTo>
                    <a:cubicBezTo>
                      <a:pt x="8" y="25"/>
                      <a:pt x="19" y="16"/>
                      <a:pt x="30" y="8"/>
                    </a:cubicBezTo>
                    <a:cubicBezTo>
                      <a:pt x="40" y="0"/>
                      <a:pt x="55" y="7"/>
                      <a:pt x="55" y="21"/>
                    </a:cubicBezTo>
                    <a:cubicBezTo>
                      <a:pt x="55" y="28"/>
                      <a:pt x="55" y="28"/>
                      <a:pt x="55" y="28"/>
                    </a:cubicBezTo>
                    <a:cubicBezTo>
                      <a:pt x="77" y="28"/>
                      <a:pt x="77" y="28"/>
                      <a:pt x="77" y="28"/>
                    </a:cubicBezTo>
                    <a:cubicBezTo>
                      <a:pt x="77" y="37"/>
                      <a:pt x="77" y="37"/>
                      <a:pt x="77" y="37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2"/>
                      <a:pt x="1" y="30"/>
                      <a:pt x="3" y="29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66" name="Freeform 1266">
                <a:extLst>
                  <a:ext uri="{FF2B5EF4-FFF2-40B4-BE49-F238E27FC236}">
                    <a16:creationId xmlns:a16="http://schemas.microsoft.com/office/drawing/2014/main" id="{DE57C32A-FE15-4A7D-9BC1-4B0E687ECB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1287"/>
                <a:ext cx="38" cy="7"/>
              </a:xfrm>
              <a:custGeom>
                <a:avLst/>
                <a:gdLst>
                  <a:gd name="T0" fmla="*/ 0 w 38"/>
                  <a:gd name="T1" fmla="*/ 0 h 7"/>
                  <a:gd name="T2" fmla="*/ 34 w 38"/>
                  <a:gd name="T3" fmla="*/ 7 h 7"/>
                  <a:gd name="T4" fmla="*/ 38 w 38"/>
                  <a:gd name="T5" fmla="*/ 0 h 7"/>
                  <a:gd name="T6" fmla="*/ 0 w 38"/>
                  <a:gd name="T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" h="7">
                    <a:moveTo>
                      <a:pt x="0" y="0"/>
                    </a:moveTo>
                    <a:lnTo>
                      <a:pt x="34" y="7"/>
                    </a:lnTo>
                    <a:lnTo>
                      <a:pt x="3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67" name="Oval 1267">
                <a:extLst>
                  <a:ext uri="{FF2B5EF4-FFF2-40B4-BE49-F238E27FC236}">
                    <a16:creationId xmlns:a16="http://schemas.microsoft.com/office/drawing/2014/main" id="{371CBA8F-5EBE-4551-B4A3-392D7A7904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2" y="862"/>
                <a:ext cx="2" cy="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68" name="Line 1268">
                <a:extLst>
                  <a:ext uri="{FF2B5EF4-FFF2-40B4-BE49-F238E27FC236}">
                    <a16:creationId xmlns:a16="http://schemas.microsoft.com/office/drawing/2014/main" id="{899C8DD6-B823-40E0-A39B-A24AD3515B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3" y="904"/>
                <a:ext cx="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69" name="Line 1269">
                <a:extLst>
                  <a:ext uri="{FF2B5EF4-FFF2-40B4-BE49-F238E27FC236}">
                    <a16:creationId xmlns:a16="http://schemas.microsoft.com/office/drawing/2014/main" id="{E8C2676A-BC36-4DE7-B159-79A68E58E2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3" y="904"/>
                <a:ext cx="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70" name="Freeform 1270">
                <a:extLst>
                  <a:ext uri="{FF2B5EF4-FFF2-40B4-BE49-F238E27FC236}">
                    <a16:creationId xmlns:a16="http://schemas.microsoft.com/office/drawing/2014/main" id="{1EF1846E-A6D9-4C6A-B4A1-4C2B5FCB6D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4" y="1028"/>
                <a:ext cx="118" cy="260"/>
              </a:xfrm>
              <a:custGeom>
                <a:avLst/>
                <a:gdLst>
                  <a:gd name="T0" fmla="*/ 52 w 118"/>
                  <a:gd name="T1" fmla="*/ 0 h 260"/>
                  <a:gd name="T2" fmla="*/ 118 w 118"/>
                  <a:gd name="T3" fmla="*/ 259 h 260"/>
                  <a:gd name="T4" fmla="*/ 54 w 118"/>
                  <a:gd name="T5" fmla="*/ 260 h 260"/>
                  <a:gd name="T6" fmla="*/ 0 w 118"/>
                  <a:gd name="T7" fmla="*/ 36 h 260"/>
                  <a:gd name="T8" fmla="*/ 9 w 118"/>
                  <a:gd name="T9" fmla="*/ 2 h 260"/>
                  <a:gd name="T10" fmla="*/ 52 w 118"/>
                  <a:gd name="T11" fmla="*/ 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8" h="260">
                    <a:moveTo>
                      <a:pt x="52" y="0"/>
                    </a:moveTo>
                    <a:lnTo>
                      <a:pt x="118" y="259"/>
                    </a:lnTo>
                    <a:lnTo>
                      <a:pt x="54" y="260"/>
                    </a:lnTo>
                    <a:lnTo>
                      <a:pt x="0" y="36"/>
                    </a:lnTo>
                    <a:lnTo>
                      <a:pt x="9" y="2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71" name="Freeform 1271">
                <a:extLst>
                  <a:ext uri="{FF2B5EF4-FFF2-40B4-BE49-F238E27FC236}">
                    <a16:creationId xmlns:a16="http://schemas.microsoft.com/office/drawing/2014/main" id="{AAA952BE-174F-4EB9-A535-6A7919AC1A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9" y="1026"/>
                <a:ext cx="148" cy="263"/>
              </a:xfrm>
              <a:custGeom>
                <a:avLst/>
                <a:gdLst>
                  <a:gd name="T0" fmla="*/ 148 w 148"/>
                  <a:gd name="T1" fmla="*/ 4 h 263"/>
                  <a:gd name="T2" fmla="*/ 64 w 148"/>
                  <a:gd name="T3" fmla="*/ 263 h 263"/>
                  <a:gd name="T4" fmla="*/ 0 w 148"/>
                  <a:gd name="T5" fmla="*/ 263 h 263"/>
                  <a:gd name="T6" fmla="*/ 79 w 148"/>
                  <a:gd name="T7" fmla="*/ 0 h 263"/>
                  <a:gd name="T8" fmla="*/ 148 w 148"/>
                  <a:gd name="T9" fmla="*/ 4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263">
                    <a:moveTo>
                      <a:pt x="148" y="4"/>
                    </a:moveTo>
                    <a:lnTo>
                      <a:pt x="64" y="263"/>
                    </a:lnTo>
                    <a:lnTo>
                      <a:pt x="0" y="263"/>
                    </a:lnTo>
                    <a:lnTo>
                      <a:pt x="79" y="0"/>
                    </a:lnTo>
                    <a:lnTo>
                      <a:pt x="148" y="4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72" name="Freeform 1272">
                <a:extLst>
                  <a:ext uri="{FF2B5EF4-FFF2-40B4-BE49-F238E27FC236}">
                    <a16:creationId xmlns:a16="http://schemas.microsoft.com/office/drawing/2014/main" id="{1AFCFA72-B5D3-44B9-9BD1-FB3F0A1813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6" y="881"/>
                <a:ext cx="124" cy="148"/>
              </a:xfrm>
              <a:custGeom>
                <a:avLst/>
                <a:gdLst>
                  <a:gd name="T0" fmla="*/ 163 w 183"/>
                  <a:gd name="T1" fmla="*/ 85 h 217"/>
                  <a:gd name="T2" fmla="*/ 140 w 183"/>
                  <a:gd name="T3" fmla="*/ 44 h 217"/>
                  <a:gd name="T4" fmla="*/ 122 w 183"/>
                  <a:gd name="T5" fmla="*/ 34 h 217"/>
                  <a:gd name="T6" fmla="*/ 99 w 183"/>
                  <a:gd name="T7" fmla="*/ 21 h 217"/>
                  <a:gd name="T8" fmla="*/ 60 w 183"/>
                  <a:gd name="T9" fmla="*/ 18 h 217"/>
                  <a:gd name="T10" fmla="*/ 12 w 183"/>
                  <a:gd name="T11" fmla="*/ 5 h 217"/>
                  <a:gd name="T12" fmla="*/ 20 w 183"/>
                  <a:gd name="T13" fmla="*/ 214 h 217"/>
                  <a:gd name="T14" fmla="*/ 183 w 183"/>
                  <a:gd name="T15" fmla="*/ 217 h 217"/>
                  <a:gd name="T16" fmla="*/ 163 w 183"/>
                  <a:gd name="T17" fmla="*/ 85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3" h="217">
                    <a:moveTo>
                      <a:pt x="163" y="85"/>
                    </a:moveTo>
                    <a:cubicBezTo>
                      <a:pt x="166" y="70"/>
                      <a:pt x="162" y="52"/>
                      <a:pt x="140" y="44"/>
                    </a:cubicBezTo>
                    <a:cubicBezTo>
                      <a:pt x="131" y="40"/>
                      <a:pt x="131" y="37"/>
                      <a:pt x="122" y="34"/>
                    </a:cubicBezTo>
                    <a:cubicBezTo>
                      <a:pt x="114" y="32"/>
                      <a:pt x="106" y="23"/>
                      <a:pt x="99" y="21"/>
                    </a:cubicBezTo>
                    <a:cubicBezTo>
                      <a:pt x="84" y="16"/>
                      <a:pt x="65" y="19"/>
                      <a:pt x="60" y="18"/>
                    </a:cubicBezTo>
                    <a:cubicBezTo>
                      <a:pt x="45" y="15"/>
                      <a:pt x="25" y="0"/>
                      <a:pt x="12" y="5"/>
                    </a:cubicBezTo>
                    <a:cubicBezTo>
                      <a:pt x="0" y="10"/>
                      <a:pt x="20" y="214"/>
                      <a:pt x="20" y="214"/>
                    </a:cubicBezTo>
                    <a:cubicBezTo>
                      <a:pt x="183" y="217"/>
                      <a:pt x="183" y="217"/>
                      <a:pt x="183" y="217"/>
                    </a:cubicBezTo>
                    <a:lnTo>
                      <a:pt x="163" y="8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73" name="Freeform 1273">
                <a:extLst>
                  <a:ext uri="{FF2B5EF4-FFF2-40B4-BE49-F238E27FC236}">
                    <a16:creationId xmlns:a16="http://schemas.microsoft.com/office/drawing/2014/main" id="{4BBE6AF9-C472-4332-B4D5-D356960098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8" y="1027"/>
                <a:ext cx="90" cy="10"/>
              </a:xfrm>
              <a:custGeom>
                <a:avLst/>
                <a:gdLst>
                  <a:gd name="T0" fmla="*/ 89 w 90"/>
                  <a:gd name="T1" fmla="*/ 1 h 10"/>
                  <a:gd name="T2" fmla="*/ 0 w 90"/>
                  <a:gd name="T3" fmla="*/ 0 h 10"/>
                  <a:gd name="T4" fmla="*/ 90 w 90"/>
                  <a:gd name="T5" fmla="*/ 10 h 10"/>
                  <a:gd name="T6" fmla="*/ 89 w 90"/>
                  <a:gd name="T7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0" h="10">
                    <a:moveTo>
                      <a:pt x="89" y="1"/>
                    </a:moveTo>
                    <a:lnTo>
                      <a:pt x="0" y="0"/>
                    </a:lnTo>
                    <a:lnTo>
                      <a:pt x="90" y="10"/>
                    </a:lnTo>
                    <a:lnTo>
                      <a:pt x="8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74" name="Freeform 1274">
                <a:extLst>
                  <a:ext uri="{FF2B5EF4-FFF2-40B4-BE49-F238E27FC236}">
                    <a16:creationId xmlns:a16="http://schemas.microsoft.com/office/drawing/2014/main" id="{F0EA5F00-6E70-4E13-A5E4-D33D526E0E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8" y="847"/>
                <a:ext cx="41" cy="45"/>
              </a:xfrm>
              <a:custGeom>
                <a:avLst/>
                <a:gdLst>
                  <a:gd name="T0" fmla="*/ 22 w 59"/>
                  <a:gd name="T1" fmla="*/ 24 h 67"/>
                  <a:gd name="T2" fmla="*/ 25 w 59"/>
                  <a:gd name="T3" fmla="*/ 23 h 67"/>
                  <a:gd name="T4" fmla="*/ 25 w 59"/>
                  <a:gd name="T5" fmla="*/ 21 h 67"/>
                  <a:gd name="T6" fmla="*/ 24 w 59"/>
                  <a:gd name="T7" fmla="*/ 14 h 67"/>
                  <a:gd name="T8" fmla="*/ 19 w 59"/>
                  <a:gd name="T9" fmla="*/ 9 h 67"/>
                  <a:gd name="T10" fmla="*/ 25 w 59"/>
                  <a:gd name="T11" fmla="*/ 1 h 67"/>
                  <a:gd name="T12" fmla="*/ 58 w 59"/>
                  <a:gd name="T13" fmla="*/ 9 h 67"/>
                  <a:gd name="T14" fmla="*/ 57 w 59"/>
                  <a:gd name="T15" fmla="*/ 16 h 67"/>
                  <a:gd name="T16" fmla="*/ 57 w 59"/>
                  <a:gd name="T17" fmla="*/ 16 h 67"/>
                  <a:gd name="T18" fmla="*/ 55 w 59"/>
                  <a:gd name="T19" fmla="*/ 28 h 67"/>
                  <a:gd name="T20" fmla="*/ 59 w 59"/>
                  <a:gd name="T21" fmla="*/ 40 h 67"/>
                  <a:gd name="T22" fmla="*/ 55 w 59"/>
                  <a:gd name="T23" fmla="*/ 44 h 67"/>
                  <a:gd name="T24" fmla="*/ 53 w 59"/>
                  <a:gd name="T25" fmla="*/ 44 h 67"/>
                  <a:gd name="T26" fmla="*/ 51 w 59"/>
                  <a:gd name="T27" fmla="*/ 55 h 67"/>
                  <a:gd name="T28" fmla="*/ 36 w 59"/>
                  <a:gd name="T29" fmla="*/ 65 h 67"/>
                  <a:gd name="T30" fmla="*/ 15 w 59"/>
                  <a:gd name="T31" fmla="*/ 58 h 67"/>
                  <a:gd name="T32" fmla="*/ 14 w 59"/>
                  <a:gd name="T33" fmla="*/ 45 h 67"/>
                  <a:gd name="T34" fmla="*/ 13 w 59"/>
                  <a:gd name="T35" fmla="*/ 44 h 67"/>
                  <a:gd name="T36" fmla="*/ 0 w 59"/>
                  <a:gd name="T37" fmla="*/ 38 h 67"/>
                  <a:gd name="T38" fmla="*/ 11 w 59"/>
                  <a:gd name="T39" fmla="*/ 22 h 67"/>
                  <a:gd name="T40" fmla="*/ 22 w 59"/>
                  <a:gd name="T41" fmla="*/ 2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9" h="67">
                    <a:moveTo>
                      <a:pt x="22" y="24"/>
                    </a:moveTo>
                    <a:cubicBezTo>
                      <a:pt x="23" y="25"/>
                      <a:pt x="24" y="24"/>
                      <a:pt x="25" y="23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6" y="19"/>
                      <a:pt x="25" y="16"/>
                      <a:pt x="24" y="14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7" y="5"/>
                      <a:pt x="20" y="0"/>
                      <a:pt x="25" y="1"/>
                    </a:cubicBezTo>
                    <a:cubicBezTo>
                      <a:pt x="36" y="4"/>
                      <a:pt x="50" y="7"/>
                      <a:pt x="58" y="9"/>
                    </a:cubicBezTo>
                    <a:cubicBezTo>
                      <a:pt x="58" y="11"/>
                      <a:pt x="58" y="14"/>
                      <a:pt x="57" y="16"/>
                    </a:cubicBezTo>
                    <a:cubicBezTo>
                      <a:pt x="57" y="16"/>
                      <a:pt x="57" y="16"/>
                      <a:pt x="57" y="16"/>
                    </a:cubicBezTo>
                    <a:cubicBezTo>
                      <a:pt x="55" y="28"/>
                      <a:pt x="55" y="28"/>
                      <a:pt x="55" y="28"/>
                    </a:cubicBezTo>
                    <a:cubicBezTo>
                      <a:pt x="59" y="40"/>
                      <a:pt x="59" y="40"/>
                      <a:pt x="59" y="40"/>
                    </a:cubicBezTo>
                    <a:cubicBezTo>
                      <a:pt x="59" y="42"/>
                      <a:pt x="58" y="44"/>
                      <a:pt x="55" y="44"/>
                    </a:cubicBezTo>
                    <a:cubicBezTo>
                      <a:pt x="53" y="44"/>
                      <a:pt x="53" y="44"/>
                      <a:pt x="53" y="44"/>
                    </a:cubicBezTo>
                    <a:cubicBezTo>
                      <a:pt x="51" y="55"/>
                      <a:pt x="51" y="55"/>
                      <a:pt x="51" y="55"/>
                    </a:cubicBezTo>
                    <a:cubicBezTo>
                      <a:pt x="50" y="62"/>
                      <a:pt x="43" y="67"/>
                      <a:pt x="36" y="65"/>
                    </a:cubicBezTo>
                    <a:cubicBezTo>
                      <a:pt x="15" y="58"/>
                      <a:pt x="15" y="58"/>
                      <a:pt x="15" y="58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14" y="45"/>
                      <a:pt x="13" y="45"/>
                      <a:pt x="13" y="44"/>
                    </a:cubicBezTo>
                    <a:cubicBezTo>
                      <a:pt x="8" y="43"/>
                      <a:pt x="4" y="41"/>
                      <a:pt x="0" y="38"/>
                    </a:cubicBezTo>
                    <a:cubicBezTo>
                      <a:pt x="11" y="22"/>
                      <a:pt x="11" y="22"/>
                      <a:pt x="11" y="22"/>
                    </a:cubicBezTo>
                    <a:lnTo>
                      <a:pt x="22" y="24"/>
                    </a:lnTo>
                    <a:close/>
                  </a:path>
                </a:pathLst>
              </a:custGeom>
              <a:solidFill>
                <a:srgbClr val="C193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75" name="Freeform 1275">
                <a:extLst>
                  <a:ext uri="{FF2B5EF4-FFF2-40B4-BE49-F238E27FC236}">
                    <a16:creationId xmlns:a16="http://schemas.microsoft.com/office/drawing/2014/main" id="{A90A5151-3F80-4A3B-8C4D-D0AAB564C0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8" y="828"/>
                <a:ext cx="50" cy="44"/>
              </a:xfrm>
              <a:custGeom>
                <a:avLst/>
                <a:gdLst>
                  <a:gd name="T0" fmla="*/ 5 w 73"/>
                  <a:gd name="T1" fmla="*/ 29 h 66"/>
                  <a:gd name="T2" fmla="*/ 48 w 73"/>
                  <a:gd name="T3" fmla="*/ 6 h 66"/>
                  <a:gd name="T4" fmla="*/ 73 w 73"/>
                  <a:gd name="T5" fmla="*/ 37 h 66"/>
                  <a:gd name="T6" fmla="*/ 40 w 73"/>
                  <a:gd name="T7" fmla="*/ 29 h 66"/>
                  <a:gd name="T8" fmla="*/ 34 w 73"/>
                  <a:gd name="T9" fmla="*/ 37 h 66"/>
                  <a:gd name="T10" fmla="*/ 39 w 73"/>
                  <a:gd name="T11" fmla="*/ 42 h 66"/>
                  <a:gd name="T12" fmla="*/ 40 w 73"/>
                  <a:gd name="T13" fmla="*/ 49 h 66"/>
                  <a:gd name="T14" fmla="*/ 40 w 73"/>
                  <a:gd name="T15" fmla="*/ 51 h 66"/>
                  <a:gd name="T16" fmla="*/ 37 w 73"/>
                  <a:gd name="T17" fmla="*/ 52 h 66"/>
                  <a:gd name="T18" fmla="*/ 26 w 73"/>
                  <a:gd name="T19" fmla="*/ 50 h 66"/>
                  <a:gd name="T20" fmla="*/ 15 w 73"/>
                  <a:gd name="T21" fmla="*/ 66 h 66"/>
                  <a:gd name="T22" fmla="*/ 5 w 73"/>
                  <a:gd name="T23" fmla="*/ 29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3" h="66">
                    <a:moveTo>
                      <a:pt x="5" y="29"/>
                    </a:moveTo>
                    <a:cubicBezTo>
                      <a:pt x="10" y="11"/>
                      <a:pt x="30" y="0"/>
                      <a:pt x="48" y="6"/>
                    </a:cubicBezTo>
                    <a:cubicBezTo>
                      <a:pt x="62" y="10"/>
                      <a:pt x="72" y="23"/>
                      <a:pt x="73" y="37"/>
                    </a:cubicBezTo>
                    <a:cubicBezTo>
                      <a:pt x="65" y="35"/>
                      <a:pt x="51" y="32"/>
                      <a:pt x="40" y="29"/>
                    </a:cubicBezTo>
                    <a:cubicBezTo>
                      <a:pt x="35" y="28"/>
                      <a:pt x="32" y="33"/>
                      <a:pt x="34" y="37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4"/>
                      <a:pt x="41" y="47"/>
                      <a:pt x="40" y="49"/>
                    </a:cubicBezTo>
                    <a:cubicBezTo>
                      <a:pt x="40" y="51"/>
                      <a:pt x="40" y="51"/>
                      <a:pt x="40" y="51"/>
                    </a:cubicBezTo>
                    <a:cubicBezTo>
                      <a:pt x="39" y="52"/>
                      <a:pt x="38" y="53"/>
                      <a:pt x="37" y="52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15" y="66"/>
                      <a:pt x="15" y="66"/>
                      <a:pt x="15" y="66"/>
                    </a:cubicBezTo>
                    <a:cubicBezTo>
                      <a:pt x="5" y="57"/>
                      <a:pt x="0" y="43"/>
                      <a:pt x="5" y="2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76" name="Freeform 1276">
                <a:extLst>
                  <a:ext uri="{FF2B5EF4-FFF2-40B4-BE49-F238E27FC236}">
                    <a16:creationId xmlns:a16="http://schemas.microsoft.com/office/drawing/2014/main" id="{725F2C42-FD93-4E44-8C2B-B75D6639C1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2" y="862"/>
                <a:ext cx="13" cy="13"/>
              </a:xfrm>
              <a:custGeom>
                <a:avLst/>
                <a:gdLst>
                  <a:gd name="T0" fmla="*/ 4 w 13"/>
                  <a:gd name="T1" fmla="*/ 13 h 13"/>
                  <a:gd name="T2" fmla="*/ 0 w 13"/>
                  <a:gd name="T3" fmla="*/ 0 h 13"/>
                  <a:gd name="T4" fmla="*/ 13 w 13"/>
                  <a:gd name="T5" fmla="*/ 0 h 13"/>
                  <a:gd name="T6" fmla="*/ 4 w 13"/>
                  <a:gd name="T7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" h="13">
                    <a:moveTo>
                      <a:pt x="4" y="13"/>
                    </a:moveTo>
                    <a:lnTo>
                      <a:pt x="0" y="0"/>
                    </a:lnTo>
                    <a:lnTo>
                      <a:pt x="13" y="0"/>
                    </a:lnTo>
                    <a:lnTo>
                      <a:pt x="4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77" name="Freeform 1277">
                <a:extLst>
                  <a:ext uri="{FF2B5EF4-FFF2-40B4-BE49-F238E27FC236}">
                    <a16:creationId xmlns:a16="http://schemas.microsoft.com/office/drawing/2014/main" id="{8DEF8510-A77E-4F60-853B-2319B7F54A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0" y="855"/>
                <a:ext cx="12" cy="14"/>
              </a:xfrm>
              <a:custGeom>
                <a:avLst/>
                <a:gdLst>
                  <a:gd name="T0" fmla="*/ 1 w 18"/>
                  <a:gd name="T1" fmla="*/ 13 h 21"/>
                  <a:gd name="T2" fmla="*/ 11 w 18"/>
                  <a:gd name="T3" fmla="*/ 20 h 21"/>
                  <a:gd name="T4" fmla="*/ 17 w 18"/>
                  <a:gd name="T5" fmla="*/ 9 h 21"/>
                  <a:gd name="T6" fmla="*/ 7 w 18"/>
                  <a:gd name="T7" fmla="*/ 1 h 21"/>
                  <a:gd name="T8" fmla="*/ 1 w 18"/>
                  <a:gd name="T9" fmla="*/ 13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21">
                    <a:moveTo>
                      <a:pt x="1" y="13"/>
                    </a:moveTo>
                    <a:cubicBezTo>
                      <a:pt x="2" y="18"/>
                      <a:pt x="7" y="21"/>
                      <a:pt x="11" y="20"/>
                    </a:cubicBezTo>
                    <a:cubicBezTo>
                      <a:pt x="15" y="19"/>
                      <a:pt x="18" y="14"/>
                      <a:pt x="17" y="9"/>
                    </a:cubicBezTo>
                    <a:cubicBezTo>
                      <a:pt x="15" y="4"/>
                      <a:pt x="11" y="0"/>
                      <a:pt x="7" y="1"/>
                    </a:cubicBezTo>
                    <a:cubicBezTo>
                      <a:pt x="2" y="2"/>
                      <a:pt x="0" y="7"/>
                      <a:pt x="1" y="13"/>
                    </a:cubicBezTo>
                    <a:close/>
                  </a:path>
                </a:pathLst>
              </a:custGeom>
              <a:solidFill>
                <a:srgbClr val="C193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78" name="Freeform 1278">
                <a:extLst>
                  <a:ext uri="{FF2B5EF4-FFF2-40B4-BE49-F238E27FC236}">
                    <a16:creationId xmlns:a16="http://schemas.microsoft.com/office/drawing/2014/main" id="{C3E19A25-BA9E-4CFF-BC03-CB02D394A0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3" y="858"/>
                <a:ext cx="6" cy="6"/>
              </a:xfrm>
              <a:custGeom>
                <a:avLst/>
                <a:gdLst>
                  <a:gd name="T0" fmla="*/ 7 w 8"/>
                  <a:gd name="T1" fmla="*/ 8 h 8"/>
                  <a:gd name="T2" fmla="*/ 7 w 8"/>
                  <a:gd name="T3" fmla="*/ 5 h 8"/>
                  <a:gd name="T4" fmla="*/ 3 w 8"/>
                  <a:gd name="T5" fmla="*/ 1 h 8"/>
                  <a:gd name="T6" fmla="*/ 0 w 8"/>
                  <a:gd name="T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8">
                    <a:moveTo>
                      <a:pt x="7" y="8"/>
                    </a:moveTo>
                    <a:cubicBezTo>
                      <a:pt x="8" y="7"/>
                      <a:pt x="8" y="6"/>
                      <a:pt x="7" y="5"/>
                    </a:cubicBezTo>
                    <a:cubicBezTo>
                      <a:pt x="7" y="2"/>
                      <a:pt x="5" y="0"/>
                      <a:pt x="3" y="1"/>
                    </a:cubicBezTo>
                    <a:cubicBezTo>
                      <a:pt x="1" y="1"/>
                      <a:pt x="0" y="2"/>
                      <a:pt x="0" y="4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79" name="Freeform 1279">
                <a:extLst>
                  <a:ext uri="{FF2B5EF4-FFF2-40B4-BE49-F238E27FC236}">
                    <a16:creationId xmlns:a16="http://schemas.microsoft.com/office/drawing/2014/main" id="{67FC80DB-3E1C-40B9-8088-47F87BE742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1" y="873"/>
                <a:ext cx="8" cy="6"/>
              </a:xfrm>
              <a:custGeom>
                <a:avLst/>
                <a:gdLst>
                  <a:gd name="T0" fmla="*/ 12 w 12"/>
                  <a:gd name="T1" fmla="*/ 4 h 9"/>
                  <a:gd name="T2" fmla="*/ 0 w 12"/>
                  <a:gd name="T3" fmla="*/ 0 h 9"/>
                  <a:gd name="T4" fmla="*/ 6 w 12"/>
                  <a:gd name="T5" fmla="*/ 8 h 9"/>
                  <a:gd name="T6" fmla="*/ 8 w 12"/>
                  <a:gd name="T7" fmla="*/ 8 h 9"/>
                  <a:gd name="T8" fmla="*/ 12 w 12"/>
                  <a:gd name="T9" fmla="*/ 4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9">
                    <a:moveTo>
                      <a:pt x="12" y="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7" y="9"/>
                      <a:pt x="8" y="9"/>
                      <a:pt x="8" y="8"/>
                    </a:cubicBez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80" name="Line 1280">
                <a:extLst>
                  <a:ext uri="{FF2B5EF4-FFF2-40B4-BE49-F238E27FC236}">
                    <a16:creationId xmlns:a16="http://schemas.microsoft.com/office/drawing/2014/main" id="{57496D5F-CD7D-4259-A3B8-961BD3A098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77" y="860"/>
                <a:ext cx="4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81" name="Freeform 1281">
                <a:extLst>
                  <a:ext uri="{FF2B5EF4-FFF2-40B4-BE49-F238E27FC236}">
                    <a16:creationId xmlns:a16="http://schemas.microsoft.com/office/drawing/2014/main" id="{89668D94-5A57-47ED-B104-10CE7620BE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6" y="863"/>
                <a:ext cx="3" cy="4"/>
              </a:xfrm>
              <a:custGeom>
                <a:avLst/>
                <a:gdLst>
                  <a:gd name="T0" fmla="*/ 0 w 4"/>
                  <a:gd name="T1" fmla="*/ 3 h 6"/>
                  <a:gd name="T2" fmla="*/ 1 w 4"/>
                  <a:gd name="T3" fmla="*/ 5 h 6"/>
                  <a:gd name="T4" fmla="*/ 3 w 4"/>
                  <a:gd name="T5" fmla="*/ 3 h 6"/>
                  <a:gd name="T6" fmla="*/ 2 w 4"/>
                  <a:gd name="T7" fmla="*/ 0 h 6"/>
                  <a:gd name="T8" fmla="*/ 0 w 4"/>
                  <a:gd name="T9" fmla="*/ 3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6">
                    <a:moveTo>
                      <a:pt x="0" y="3"/>
                    </a:moveTo>
                    <a:cubicBezTo>
                      <a:pt x="0" y="4"/>
                      <a:pt x="0" y="5"/>
                      <a:pt x="1" y="5"/>
                    </a:cubicBezTo>
                    <a:cubicBezTo>
                      <a:pt x="2" y="6"/>
                      <a:pt x="3" y="5"/>
                      <a:pt x="3" y="3"/>
                    </a:cubicBezTo>
                    <a:cubicBezTo>
                      <a:pt x="4" y="2"/>
                      <a:pt x="3" y="1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82" name="Freeform 1282">
                <a:extLst>
                  <a:ext uri="{FF2B5EF4-FFF2-40B4-BE49-F238E27FC236}">
                    <a16:creationId xmlns:a16="http://schemas.microsoft.com/office/drawing/2014/main" id="{FB5EC1B6-4DE4-4EA2-B586-45F7529EAE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1" y="867"/>
                <a:ext cx="33" cy="35"/>
              </a:xfrm>
              <a:custGeom>
                <a:avLst/>
                <a:gdLst>
                  <a:gd name="T0" fmla="*/ 5 w 33"/>
                  <a:gd name="T1" fmla="*/ 8 h 35"/>
                  <a:gd name="T2" fmla="*/ 0 w 33"/>
                  <a:gd name="T3" fmla="*/ 27 h 35"/>
                  <a:gd name="T4" fmla="*/ 23 w 33"/>
                  <a:gd name="T5" fmla="*/ 35 h 35"/>
                  <a:gd name="T6" fmla="*/ 30 w 33"/>
                  <a:gd name="T7" fmla="*/ 35 h 35"/>
                  <a:gd name="T8" fmla="*/ 33 w 33"/>
                  <a:gd name="T9" fmla="*/ 19 h 35"/>
                  <a:gd name="T10" fmla="*/ 22 w 33"/>
                  <a:gd name="T11" fmla="*/ 5 h 35"/>
                  <a:gd name="T12" fmla="*/ 11 w 33"/>
                  <a:gd name="T13" fmla="*/ 0 h 35"/>
                  <a:gd name="T14" fmla="*/ 5 w 33"/>
                  <a:gd name="T15" fmla="*/ 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3" h="35">
                    <a:moveTo>
                      <a:pt x="5" y="8"/>
                    </a:moveTo>
                    <a:lnTo>
                      <a:pt x="0" y="27"/>
                    </a:lnTo>
                    <a:lnTo>
                      <a:pt x="23" y="35"/>
                    </a:lnTo>
                    <a:lnTo>
                      <a:pt x="30" y="35"/>
                    </a:lnTo>
                    <a:lnTo>
                      <a:pt x="33" y="19"/>
                    </a:lnTo>
                    <a:lnTo>
                      <a:pt x="22" y="5"/>
                    </a:lnTo>
                    <a:lnTo>
                      <a:pt x="11" y="0"/>
                    </a:lnTo>
                    <a:lnTo>
                      <a:pt x="5" y="8"/>
                    </a:lnTo>
                    <a:close/>
                  </a:path>
                </a:pathLst>
              </a:custGeom>
              <a:solidFill>
                <a:srgbClr val="C193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83" name="Freeform 1283">
                <a:extLst>
                  <a:ext uri="{FF2B5EF4-FFF2-40B4-BE49-F238E27FC236}">
                    <a16:creationId xmlns:a16="http://schemas.microsoft.com/office/drawing/2014/main" id="{48A455C7-0764-4C26-94AC-5EDA62D587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6" y="881"/>
                <a:ext cx="64" cy="127"/>
              </a:xfrm>
              <a:custGeom>
                <a:avLst/>
                <a:gdLst>
                  <a:gd name="T0" fmla="*/ 64 w 94"/>
                  <a:gd name="T1" fmla="*/ 182 h 186"/>
                  <a:gd name="T2" fmla="*/ 64 w 94"/>
                  <a:gd name="T3" fmla="*/ 182 h 186"/>
                  <a:gd name="T4" fmla="*/ 90 w 94"/>
                  <a:gd name="T5" fmla="*/ 143 h 186"/>
                  <a:gd name="T6" fmla="*/ 69 w 94"/>
                  <a:gd name="T7" fmla="*/ 30 h 186"/>
                  <a:gd name="T8" fmla="*/ 30 w 94"/>
                  <a:gd name="T9" fmla="*/ 3 h 186"/>
                  <a:gd name="T10" fmla="*/ 30 w 94"/>
                  <a:gd name="T11" fmla="*/ 3 h 186"/>
                  <a:gd name="T12" fmla="*/ 3 w 94"/>
                  <a:gd name="T13" fmla="*/ 43 h 186"/>
                  <a:gd name="T14" fmla="*/ 25 w 94"/>
                  <a:gd name="T15" fmla="*/ 156 h 186"/>
                  <a:gd name="T16" fmla="*/ 64 w 94"/>
                  <a:gd name="T17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4" h="186">
                    <a:moveTo>
                      <a:pt x="64" y="182"/>
                    </a:moveTo>
                    <a:cubicBezTo>
                      <a:pt x="64" y="182"/>
                      <a:pt x="64" y="182"/>
                      <a:pt x="64" y="182"/>
                    </a:cubicBezTo>
                    <a:cubicBezTo>
                      <a:pt x="82" y="179"/>
                      <a:pt x="94" y="161"/>
                      <a:pt x="90" y="143"/>
                    </a:cubicBezTo>
                    <a:cubicBezTo>
                      <a:pt x="69" y="30"/>
                      <a:pt x="69" y="30"/>
                      <a:pt x="69" y="30"/>
                    </a:cubicBezTo>
                    <a:cubicBezTo>
                      <a:pt x="66" y="12"/>
                      <a:pt x="48" y="0"/>
                      <a:pt x="30" y="3"/>
                    </a:cubicBezTo>
                    <a:cubicBezTo>
                      <a:pt x="30" y="3"/>
                      <a:pt x="30" y="3"/>
                      <a:pt x="30" y="3"/>
                    </a:cubicBezTo>
                    <a:cubicBezTo>
                      <a:pt x="12" y="7"/>
                      <a:pt x="0" y="24"/>
                      <a:pt x="3" y="43"/>
                    </a:cubicBezTo>
                    <a:cubicBezTo>
                      <a:pt x="25" y="156"/>
                      <a:pt x="25" y="156"/>
                      <a:pt x="25" y="156"/>
                    </a:cubicBezTo>
                    <a:cubicBezTo>
                      <a:pt x="28" y="174"/>
                      <a:pt x="46" y="186"/>
                      <a:pt x="64" y="18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84" name="Freeform 1284">
                <a:extLst>
                  <a:ext uri="{FF2B5EF4-FFF2-40B4-BE49-F238E27FC236}">
                    <a16:creationId xmlns:a16="http://schemas.microsoft.com/office/drawing/2014/main" id="{B18FFD02-F8AA-48C2-9950-5CC6CD4A29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7" y="890"/>
                <a:ext cx="60" cy="166"/>
              </a:xfrm>
              <a:custGeom>
                <a:avLst/>
                <a:gdLst>
                  <a:gd name="T0" fmla="*/ 60 w 60"/>
                  <a:gd name="T1" fmla="*/ 4 h 166"/>
                  <a:gd name="T2" fmla="*/ 55 w 60"/>
                  <a:gd name="T3" fmla="*/ 113 h 166"/>
                  <a:gd name="T4" fmla="*/ 50 w 60"/>
                  <a:gd name="T5" fmla="*/ 166 h 166"/>
                  <a:gd name="T6" fmla="*/ 17 w 60"/>
                  <a:gd name="T7" fmla="*/ 156 h 166"/>
                  <a:gd name="T8" fmla="*/ 0 w 60"/>
                  <a:gd name="T9" fmla="*/ 151 h 166"/>
                  <a:gd name="T10" fmla="*/ 16 w 60"/>
                  <a:gd name="T11" fmla="*/ 22 h 166"/>
                  <a:gd name="T12" fmla="*/ 45 w 60"/>
                  <a:gd name="T13" fmla="*/ 2 h 166"/>
                  <a:gd name="T14" fmla="*/ 46 w 60"/>
                  <a:gd name="T15" fmla="*/ 0 h 166"/>
                  <a:gd name="T16" fmla="*/ 60 w 60"/>
                  <a:gd name="T17" fmla="*/ 4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166">
                    <a:moveTo>
                      <a:pt x="60" y="4"/>
                    </a:moveTo>
                    <a:lnTo>
                      <a:pt x="55" y="113"/>
                    </a:lnTo>
                    <a:lnTo>
                      <a:pt x="50" y="166"/>
                    </a:lnTo>
                    <a:lnTo>
                      <a:pt x="17" y="156"/>
                    </a:lnTo>
                    <a:lnTo>
                      <a:pt x="0" y="151"/>
                    </a:lnTo>
                    <a:lnTo>
                      <a:pt x="16" y="22"/>
                    </a:lnTo>
                    <a:lnTo>
                      <a:pt x="45" y="2"/>
                    </a:lnTo>
                    <a:lnTo>
                      <a:pt x="46" y="0"/>
                    </a:lnTo>
                    <a:lnTo>
                      <a:pt x="60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85" name="Freeform 1285">
                <a:extLst>
                  <a:ext uri="{FF2B5EF4-FFF2-40B4-BE49-F238E27FC236}">
                    <a16:creationId xmlns:a16="http://schemas.microsoft.com/office/drawing/2014/main" id="{C486456A-4C67-4C40-BC49-510971859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6" y="902"/>
                <a:ext cx="66" cy="154"/>
              </a:xfrm>
              <a:custGeom>
                <a:avLst/>
                <a:gdLst>
                  <a:gd name="T0" fmla="*/ 0 w 97"/>
                  <a:gd name="T1" fmla="*/ 0 h 226"/>
                  <a:gd name="T2" fmla="*/ 26 w 97"/>
                  <a:gd name="T3" fmla="*/ 89 h 226"/>
                  <a:gd name="T4" fmla="*/ 46 w 97"/>
                  <a:gd name="T5" fmla="*/ 214 h 226"/>
                  <a:gd name="T6" fmla="*/ 97 w 97"/>
                  <a:gd name="T7" fmla="*/ 226 h 226"/>
                  <a:gd name="T8" fmla="*/ 44 w 97"/>
                  <a:gd name="T9" fmla="*/ 24 h 226"/>
                  <a:gd name="T10" fmla="*/ 39 w 97"/>
                  <a:gd name="T11" fmla="*/ 19 h 226"/>
                  <a:gd name="T12" fmla="*/ 0 w 97"/>
                  <a:gd name="T13" fmla="*/ 0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7" h="226">
                    <a:moveTo>
                      <a:pt x="0" y="0"/>
                    </a:moveTo>
                    <a:cubicBezTo>
                      <a:pt x="0" y="0"/>
                      <a:pt x="20" y="72"/>
                      <a:pt x="26" y="89"/>
                    </a:cubicBezTo>
                    <a:cubicBezTo>
                      <a:pt x="32" y="106"/>
                      <a:pt x="46" y="214"/>
                      <a:pt x="46" y="214"/>
                    </a:cubicBezTo>
                    <a:cubicBezTo>
                      <a:pt x="97" y="226"/>
                      <a:pt x="97" y="226"/>
                      <a:pt x="97" y="226"/>
                    </a:cubicBezTo>
                    <a:cubicBezTo>
                      <a:pt x="44" y="24"/>
                      <a:pt x="44" y="24"/>
                      <a:pt x="44" y="24"/>
                    </a:cubicBezTo>
                    <a:cubicBezTo>
                      <a:pt x="43" y="22"/>
                      <a:pt x="42" y="20"/>
                      <a:pt x="39" y="1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86" name="Freeform 1286">
                <a:extLst>
                  <a:ext uri="{FF2B5EF4-FFF2-40B4-BE49-F238E27FC236}">
                    <a16:creationId xmlns:a16="http://schemas.microsoft.com/office/drawing/2014/main" id="{2DB0F5E8-FB84-42A3-A2F0-058C06CFB9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0" y="952"/>
                <a:ext cx="7" cy="23"/>
              </a:xfrm>
              <a:custGeom>
                <a:avLst/>
                <a:gdLst>
                  <a:gd name="T0" fmla="*/ 0 w 7"/>
                  <a:gd name="T1" fmla="*/ 1 h 23"/>
                  <a:gd name="T2" fmla="*/ 4 w 7"/>
                  <a:gd name="T3" fmla="*/ 0 h 23"/>
                  <a:gd name="T4" fmla="*/ 7 w 7"/>
                  <a:gd name="T5" fmla="*/ 23 h 23"/>
                  <a:gd name="T6" fmla="*/ 0 w 7"/>
                  <a:gd name="T7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23">
                    <a:moveTo>
                      <a:pt x="0" y="1"/>
                    </a:moveTo>
                    <a:lnTo>
                      <a:pt x="4" y="0"/>
                    </a:lnTo>
                    <a:lnTo>
                      <a:pt x="7" y="2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87" name="Freeform 1287">
                <a:extLst>
                  <a:ext uri="{FF2B5EF4-FFF2-40B4-BE49-F238E27FC236}">
                    <a16:creationId xmlns:a16="http://schemas.microsoft.com/office/drawing/2014/main" id="{725A0135-6F00-40A3-9BE1-67EC1E158B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3" y="1156"/>
                <a:ext cx="13" cy="18"/>
              </a:xfrm>
              <a:custGeom>
                <a:avLst/>
                <a:gdLst>
                  <a:gd name="T0" fmla="*/ 20 w 20"/>
                  <a:gd name="T1" fmla="*/ 0 h 26"/>
                  <a:gd name="T2" fmla="*/ 0 w 20"/>
                  <a:gd name="T3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" h="26">
                    <a:moveTo>
                      <a:pt x="20" y="0"/>
                    </a:moveTo>
                    <a:cubicBezTo>
                      <a:pt x="20" y="0"/>
                      <a:pt x="15" y="22"/>
                      <a:pt x="0" y="26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88" name="Freeform 1288">
                <a:extLst>
                  <a:ext uri="{FF2B5EF4-FFF2-40B4-BE49-F238E27FC236}">
                    <a16:creationId xmlns:a16="http://schemas.microsoft.com/office/drawing/2014/main" id="{EC879A65-00F4-4617-8839-900CD55958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6" y="1156"/>
                <a:ext cx="15" cy="18"/>
              </a:xfrm>
              <a:custGeom>
                <a:avLst/>
                <a:gdLst>
                  <a:gd name="T0" fmla="*/ 0 w 21"/>
                  <a:gd name="T1" fmla="*/ 0 h 26"/>
                  <a:gd name="T2" fmla="*/ 21 w 21"/>
                  <a:gd name="T3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1" h="26">
                    <a:moveTo>
                      <a:pt x="0" y="0"/>
                    </a:moveTo>
                    <a:cubicBezTo>
                      <a:pt x="0" y="0"/>
                      <a:pt x="6" y="22"/>
                      <a:pt x="21" y="26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89" name="Freeform 1289">
                <a:extLst>
                  <a:ext uri="{FF2B5EF4-FFF2-40B4-BE49-F238E27FC236}">
                    <a16:creationId xmlns:a16="http://schemas.microsoft.com/office/drawing/2014/main" id="{241F685A-6BBA-4735-B4BE-6B002F5431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" y="887"/>
                <a:ext cx="14" cy="11"/>
              </a:xfrm>
              <a:custGeom>
                <a:avLst/>
                <a:gdLst>
                  <a:gd name="T0" fmla="*/ 12 w 14"/>
                  <a:gd name="T1" fmla="*/ 11 h 11"/>
                  <a:gd name="T2" fmla="*/ 0 w 14"/>
                  <a:gd name="T3" fmla="*/ 0 h 11"/>
                  <a:gd name="T4" fmla="*/ 14 w 14"/>
                  <a:gd name="T5" fmla="*/ 4 h 11"/>
                  <a:gd name="T6" fmla="*/ 12 w 14"/>
                  <a:gd name="T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" h="11">
                    <a:moveTo>
                      <a:pt x="12" y="11"/>
                    </a:moveTo>
                    <a:lnTo>
                      <a:pt x="0" y="0"/>
                    </a:lnTo>
                    <a:lnTo>
                      <a:pt x="14" y="4"/>
                    </a:lnTo>
                    <a:lnTo>
                      <a:pt x="12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90" name="Freeform 1290">
                <a:extLst>
                  <a:ext uri="{FF2B5EF4-FFF2-40B4-BE49-F238E27FC236}">
                    <a16:creationId xmlns:a16="http://schemas.microsoft.com/office/drawing/2014/main" id="{31943B78-5047-498D-AC26-412FE22416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4" y="902"/>
                <a:ext cx="8" cy="10"/>
              </a:xfrm>
              <a:custGeom>
                <a:avLst/>
                <a:gdLst>
                  <a:gd name="T0" fmla="*/ 6 w 12"/>
                  <a:gd name="T1" fmla="*/ 15 h 15"/>
                  <a:gd name="T2" fmla="*/ 6 w 12"/>
                  <a:gd name="T3" fmla="*/ 15 h 15"/>
                  <a:gd name="T4" fmla="*/ 0 w 12"/>
                  <a:gd name="T5" fmla="*/ 9 h 15"/>
                  <a:gd name="T6" fmla="*/ 0 w 12"/>
                  <a:gd name="T7" fmla="*/ 0 h 15"/>
                  <a:gd name="T8" fmla="*/ 12 w 12"/>
                  <a:gd name="T9" fmla="*/ 0 h 15"/>
                  <a:gd name="T10" fmla="*/ 12 w 12"/>
                  <a:gd name="T11" fmla="*/ 9 h 15"/>
                  <a:gd name="T12" fmla="*/ 6 w 12"/>
                  <a:gd name="T13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5">
                    <a:moveTo>
                      <a:pt x="6" y="15"/>
                    </a:moveTo>
                    <a:cubicBezTo>
                      <a:pt x="6" y="15"/>
                      <a:pt x="6" y="15"/>
                      <a:pt x="6" y="15"/>
                    </a:cubicBezTo>
                    <a:cubicBezTo>
                      <a:pt x="3" y="15"/>
                      <a:pt x="0" y="13"/>
                      <a:pt x="0" y="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12" y="13"/>
                      <a:pt x="9" y="15"/>
                      <a:pt x="6" y="1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91" name="Freeform 1291">
                <a:extLst>
                  <a:ext uri="{FF2B5EF4-FFF2-40B4-BE49-F238E27FC236}">
                    <a16:creationId xmlns:a16="http://schemas.microsoft.com/office/drawing/2014/main" id="{C6516FC5-DACE-42CD-8FD5-74FB1CF253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2" y="894"/>
                <a:ext cx="5" cy="15"/>
              </a:xfrm>
              <a:custGeom>
                <a:avLst/>
                <a:gdLst>
                  <a:gd name="T0" fmla="*/ 4 w 5"/>
                  <a:gd name="T1" fmla="*/ 15 h 15"/>
                  <a:gd name="T2" fmla="*/ 5 w 5"/>
                  <a:gd name="T3" fmla="*/ 4 h 15"/>
                  <a:gd name="T4" fmla="*/ 1 w 5"/>
                  <a:gd name="T5" fmla="*/ 0 h 15"/>
                  <a:gd name="T6" fmla="*/ 0 w 5"/>
                  <a:gd name="T7" fmla="*/ 8 h 15"/>
                  <a:gd name="T8" fmla="*/ 4 w 5"/>
                  <a:gd name="T9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15">
                    <a:moveTo>
                      <a:pt x="4" y="15"/>
                    </a:moveTo>
                    <a:lnTo>
                      <a:pt x="5" y="4"/>
                    </a:lnTo>
                    <a:lnTo>
                      <a:pt x="1" y="0"/>
                    </a:lnTo>
                    <a:lnTo>
                      <a:pt x="0" y="8"/>
                    </a:lnTo>
                    <a:lnTo>
                      <a:pt x="4" y="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92" name="Freeform 1292">
                <a:extLst>
                  <a:ext uri="{FF2B5EF4-FFF2-40B4-BE49-F238E27FC236}">
                    <a16:creationId xmlns:a16="http://schemas.microsoft.com/office/drawing/2014/main" id="{6B325350-238B-4D03-8654-B9CC628273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6" y="909"/>
                <a:ext cx="20" cy="104"/>
              </a:xfrm>
              <a:custGeom>
                <a:avLst/>
                <a:gdLst>
                  <a:gd name="T0" fmla="*/ 0 w 20"/>
                  <a:gd name="T1" fmla="*/ 0 h 104"/>
                  <a:gd name="T2" fmla="*/ 1 w 20"/>
                  <a:gd name="T3" fmla="*/ 92 h 104"/>
                  <a:gd name="T4" fmla="*/ 12 w 20"/>
                  <a:gd name="T5" fmla="*/ 104 h 104"/>
                  <a:gd name="T6" fmla="*/ 20 w 20"/>
                  <a:gd name="T7" fmla="*/ 89 h 104"/>
                  <a:gd name="T8" fmla="*/ 3 w 20"/>
                  <a:gd name="T9" fmla="*/ 0 h 104"/>
                  <a:gd name="T10" fmla="*/ 0 w 20"/>
                  <a:gd name="T11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0" h="104">
                    <a:moveTo>
                      <a:pt x="0" y="0"/>
                    </a:moveTo>
                    <a:lnTo>
                      <a:pt x="1" y="92"/>
                    </a:lnTo>
                    <a:lnTo>
                      <a:pt x="12" y="104"/>
                    </a:lnTo>
                    <a:lnTo>
                      <a:pt x="20" y="89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93" name="Freeform 1293">
                <a:extLst>
                  <a:ext uri="{FF2B5EF4-FFF2-40B4-BE49-F238E27FC236}">
                    <a16:creationId xmlns:a16="http://schemas.microsoft.com/office/drawing/2014/main" id="{7282FEF7-B544-4B12-B8A3-D95065792E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9" y="950"/>
                <a:ext cx="9" cy="27"/>
              </a:xfrm>
              <a:custGeom>
                <a:avLst/>
                <a:gdLst>
                  <a:gd name="T0" fmla="*/ 0 w 9"/>
                  <a:gd name="T1" fmla="*/ 0 h 27"/>
                  <a:gd name="T2" fmla="*/ 7 w 9"/>
                  <a:gd name="T3" fmla="*/ 3 h 27"/>
                  <a:gd name="T4" fmla="*/ 9 w 9"/>
                  <a:gd name="T5" fmla="*/ 27 h 27"/>
                  <a:gd name="T6" fmla="*/ 0 w 9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" h="27">
                    <a:moveTo>
                      <a:pt x="0" y="0"/>
                    </a:moveTo>
                    <a:lnTo>
                      <a:pt x="7" y="3"/>
                    </a:lnTo>
                    <a:lnTo>
                      <a:pt x="9" y="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94" name="Freeform 1294">
                <a:extLst>
                  <a:ext uri="{FF2B5EF4-FFF2-40B4-BE49-F238E27FC236}">
                    <a16:creationId xmlns:a16="http://schemas.microsoft.com/office/drawing/2014/main" id="{6A23EABC-19DB-48F3-96A9-808A10070E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9" y="875"/>
                <a:ext cx="45" cy="48"/>
              </a:xfrm>
              <a:custGeom>
                <a:avLst/>
                <a:gdLst>
                  <a:gd name="T0" fmla="*/ 36 w 67"/>
                  <a:gd name="T1" fmla="*/ 70 h 70"/>
                  <a:gd name="T2" fmla="*/ 56 w 67"/>
                  <a:gd name="T3" fmla="*/ 50 h 70"/>
                  <a:gd name="T4" fmla="*/ 66 w 67"/>
                  <a:gd name="T5" fmla="*/ 20 h 70"/>
                  <a:gd name="T6" fmla="*/ 67 w 67"/>
                  <a:gd name="T7" fmla="*/ 0 h 70"/>
                  <a:gd name="T8" fmla="*/ 57 w 67"/>
                  <a:gd name="T9" fmla="*/ 11 h 70"/>
                  <a:gd name="T10" fmla="*/ 52 w 67"/>
                  <a:gd name="T11" fmla="*/ 29 h 70"/>
                  <a:gd name="T12" fmla="*/ 28 w 67"/>
                  <a:gd name="T13" fmla="*/ 36 h 70"/>
                  <a:gd name="T14" fmla="*/ 27 w 67"/>
                  <a:gd name="T15" fmla="*/ 33 h 70"/>
                  <a:gd name="T16" fmla="*/ 12 w 67"/>
                  <a:gd name="T17" fmla="*/ 46 h 70"/>
                  <a:gd name="T18" fmla="*/ 0 w 67"/>
                  <a:gd name="T19" fmla="*/ 68 h 70"/>
                  <a:gd name="T20" fmla="*/ 36 w 67"/>
                  <a:gd name="T21" fmla="*/ 7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7" h="70">
                    <a:moveTo>
                      <a:pt x="36" y="70"/>
                    </a:moveTo>
                    <a:cubicBezTo>
                      <a:pt x="36" y="70"/>
                      <a:pt x="37" y="58"/>
                      <a:pt x="56" y="50"/>
                    </a:cubicBezTo>
                    <a:cubicBezTo>
                      <a:pt x="64" y="46"/>
                      <a:pt x="65" y="32"/>
                      <a:pt x="66" y="20"/>
                    </a:cubicBezTo>
                    <a:cubicBezTo>
                      <a:pt x="67" y="8"/>
                      <a:pt x="67" y="0"/>
                      <a:pt x="67" y="0"/>
                    </a:cubicBezTo>
                    <a:cubicBezTo>
                      <a:pt x="67" y="0"/>
                      <a:pt x="60" y="4"/>
                      <a:pt x="57" y="11"/>
                    </a:cubicBezTo>
                    <a:cubicBezTo>
                      <a:pt x="54" y="18"/>
                      <a:pt x="52" y="29"/>
                      <a:pt x="52" y="29"/>
                    </a:cubicBezTo>
                    <a:cubicBezTo>
                      <a:pt x="52" y="29"/>
                      <a:pt x="35" y="34"/>
                      <a:pt x="28" y="36"/>
                    </a:cubicBezTo>
                    <a:cubicBezTo>
                      <a:pt x="28" y="36"/>
                      <a:pt x="27" y="33"/>
                      <a:pt x="27" y="33"/>
                    </a:cubicBezTo>
                    <a:cubicBezTo>
                      <a:pt x="20" y="35"/>
                      <a:pt x="15" y="39"/>
                      <a:pt x="12" y="46"/>
                    </a:cubicBezTo>
                    <a:cubicBezTo>
                      <a:pt x="0" y="68"/>
                      <a:pt x="0" y="68"/>
                      <a:pt x="0" y="68"/>
                    </a:cubicBezTo>
                    <a:lnTo>
                      <a:pt x="36" y="70"/>
                    </a:lnTo>
                    <a:close/>
                  </a:path>
                </a:pathLst>
              </a:custGeom>
              <a:solidFill>
                <a:srgbClr val="C193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95" name="Freeform 1295">
                <a:extLst>
                  <a:ext uri="{FF2B5EF4-FFF2-40B4-BE49-F238E27FC236}">
                    <a16:creationId xmlns:a16="http://schemas.microsoft.com/office/drawing/2014/main" id="{5219C64B-E216-41A7-9562-466B37EEAA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7" y="881"/>
                <a:ext cx="16" cy="17"/>
              </a:xfrm>
              <a:custGeom>
                <a:avLst/>
                <a:gdLst>
                  <a:gd name="T0" fmla="*/ 0 w 24"/>
                  <a:gd name="T1" fmla="*/ 20 h 25"/>
                  <a:gd name="T2" fmla="*/ 15 w 24"/>
                  <a:gd name="T3" fmla="*/ 3 h 25"/>
                  <a:gd name="T4" fmla="*/ 24 w 24"/>
                  <a:gd name="T5" fmla="*/ 1 h 25"/>
                  <a:gd name="T6" fmla="*/ 9 w 24"/>
                  <a:gd name="T7" fmla="*/ 25 h 25"/>
                  <a:gd name="T8" fmla="*/ 0 w 24"/>
                  <a:gd name="T9" fmla="*/ 2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5">
                    <a:moveTo>
                      <a:pt x="0" y="20"/>
                    </a:moveTo>
                    <a:cubicBezTo>
                      <a:pt x="0" y="20"/>
                      <a:pt x="10" y="6"/>
                      <a:pt x="15" y="3"/>
                    </a:cubicBezTo>
                    <a:cubicBezTo>
                      <a:pt x="20" y="0"/>
                      <a:pt x="24" y="1"/>
                      <a:pt x="24" y="1"/>
                    </a:cubicBezTo>
                    <a:cubicBezTo>
                      <a:pt x="9" y="25"/>
                      <a:pt x="9" y="25"/>
                      <a:pt x="9" y="25"/>
                    </a:cubicBez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193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96" name="Line 1296">
                <a:extLst>
                  <a:ext uri="{FF2B5EF4-FFF2-40B4-BE49-F238E27FC236}">
                    <a16:creationId xmlns:a16="http://schemas.microsoft.com/office/drawing/2014/main" id="{2ACB87D0-463F-4E3F-B596-EFB421C647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32" y="881"/>
                <a:ext cx="1" cy="15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97" name="Freeform 1297">
                <a:extLst>
                  <a:ext uri="{FF2B5EF4-FFF2-40B4-BE49-F238E27FC236}">
                    <a16:creationId xmlns:a16="http://schemas.microsoft.com/office/drawing/2014/main" id="{88968DFB-3F42-4BDB-AFD5-8D9B4E8728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4" y="912"/>
                <a:ext cx="42" cy="6"/>
              </a:xfrm>
              <a:custGeom>
                <a:avLst/>
                <a:gdLst>
                  <a:gd name="T0" fmla="*/ 0 w 42"/>
                  <a:gd name="T1" fmla="*/ 3 h 6"/>
                  <a:gd name="T2" fmla="*/ 4 w 42"/>
                  <a:gd name="T3" fmla="*/ 0 h 6"/>
                  <a:gd name="T4" fmla="*/ 42 w 42"/>
                  <a:gd name="T5" fmla="*/ 2 h 6"/>
                  <a:gd name="T6" fmla="*/ 39 w 42"/>
                  <a:gd name="T7" fmla="*/ 6 h 6"/>
                  <a:gd name="T8" fmla="*/ 0 w 42"/>
                  <a:gd name="T9" fmla="*/ 3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6">
                    <a:moveTo>
                      <a:pt x="0" y="3"/>
                    </a:moveTo>
                    <a:lnTo>
                      <a:pt x="4" y="0"/>
                    </a:lnTo>
                    <a:lnTo>
                      <a:pt x="42" y="2"/>
                    </a:lnTo>
                    <a:lnTo>
                      <a:pt x="39" y="6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98" name="Freeform 1298">
                <a:extLst>
                  <a:ext uri="{FF2B5EF4-FFF2-40B4-BE49-F238E27FC236}">
                    <a16:creationId xmlns:a16="http://schemas.microsoft.com/office/drawing/2014/main" id="{8CCD984B-D077-4418-B9B7-65C02F2710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4" y="912"/>
                <a:ext cx="42" cy="6"/>
              </a:xfrm>
              <a:custGeom>
                <a:avLst/>
                <a:gdLst>
                  <a:gd name="T0" fmla="*/ 0 w 42"/>
                  <a:gd name="T1" fmla="*/ 3 h 6"/>
                  <a:gd name="T2" fmla="*/ 4 w 42"/>
                  <a:gd name="T3" fmla="*/ 0 h 6"/>
                  <a:gd name="T4" fmla="*/ 42 w 42"/>
                  <a:gd name="T5" fmla="*/ 2 h 6"/>
                  <a:gd name="T6" fmla="*/ 39 w 42"/>
                  <a:gd name="T7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2" h="6">
                    <a:moveTo>
                      <a:pt x="0" y="3"/>
                    </a:moveTo>
                    <a:lnTo>
                      <a:pt x="4" y="0"/>
                    </a:lnTo>
                    <a:lnTo>
                      <a:pt x="42" y="2"/>
                    </a:lnTo>
                    <a:lnTo>
                      <a:pt x="39" y="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99" name="Freeform 1299">
                <a:extLst>
                  <a:ext uri="{FF2B5EF4-FFF2-40B4-BE49-F238E27FC236}">
                    <a16:creationId xmlns:a16="http://schemas.microsoft.com/office/drawing/2014/main" id="{FB3835A6-5DC7-4F52-AAB9-9C8334B581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4" y="916"/>
                <a:ext cx="119" cy="71"/>
              </a:xfrm>
              <a:custGeom>
                <a:avLst/>
                <a:gdLst>
                  <a:gd name="T0" fmla="*/ 0 w 175"/>
                  <a:gd name="T1" fmla="*/ 0 h 105"/>
                  <a:gd name="T2" fmla="*/ 63 w 175"/>
                  <a:gd name="T3" fmla="*/ 41 h 105"/>
                  <a:gd name="T4" fmla="*/ 78 w 175"/>
                  <a:gd name="T5" fmla="*/ 40 h 105"/>
                  <a:gd name="T6" fmla="*/ 118 w 175"/>
                  <a:gd name="T7" fmla="*/ 0 h 105"/>
                  <a:gd name="T8" fmla="*/ 175 w 175"/>
                  <a:gd name="T9" fmla="*/ 3 h 105"/>
                  <a:gd name="T10" fmla="*/ 110 w 175"/>
                  <a:gd name="T11" fmla="*/ 82 h 105"/>
                  <a:gd name="T12" fmla="*/ 48 w 175"/>
                  <a:gd name="T13" fmla="*/ 93 h 105"/>
                  <a:gd name="T14" fmla="*/ 16 w 175"/>
                  <a:gd name="T15" fmla="*/ 74 h 105"/>
                  <a:gd name="T16" fmla="*/ 0 w 175"/>
                  <a:gd name="T17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105">
                    <a:moveTo>
                      <a:pt x="0" y="0"/>
                    </a:moveTo>
                    <a:cubicBezTo>
                      <a:pt x="63" y="41"/>
                      <a:pt x="63" y="41"/>
                      <a:pt x="63" y="41"/>
                    </a:cubicBezTo>
                    <a:cubicBezTo>
                      <a:pt x="67" y="44"/>
                      <a:pt x="74" y="44"/>
                      <a:pt x="78" y="40"/>
                    </a:cubicBezTo>
                    <a:cubicBezTo>
                      <a:pt x="118" y="0"/>
                      <a:pt x="118" y="0"/>
                      <a:pt x="118" y="0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10" y="82"/>
                      <a:pt x="110" y="82"/>
                      <a:pt x="110" y="82"/>
                    </a:cubicBezTo>
                    <a:cubicBezTo>
                      <a:pt x="95" y="100"/>
                      <a:pt x="69" y="105"/>
                      <a:pt x="48" y="93"/>
                    </a:cubicBezTo>
                    <a:cubicBezTo>
                      <a:pt x="16" y="74"/>
                      <a:pt x="16" y="74"/>
                      <a:pt x="16" y="7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00" name="Freeform 1300">
                <a:extLst>
                  <a:ext uri="{FF2B5EF4-FFF2-40B4-BE49-F238E27FC236}">
                    <a16:creationId xmlns:a16="http://schemas.microsoft.com/office/drawing/2014/main" id="{54663372-AA75-4BE6-ABEA-A5B70F7119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9" y="887"/>
                <a:ext cx="17" cy="16"/>
              </a:xfrm>
              <a:custGeom>
                <a:avLst/>
                <a:gdLst>
                  <a:gd name="T0" fmla="*/ 0 w 25"/>
                  <a:gd name="T1" fmla="*/ 23 h 23"/>
                  <a:gd name="T2" fmla="*/ 16 w 25"/>
                  <a:gd name="T3" fmla="*/ 0 h 23"/>
                  <a:gd name="T4" fmla="*/ 19 w 25"/>
                  <a:gd name="T5" fmla="*/ 17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" h="23">
                    <a:moveTo>
                      <a:pt x="0" y="23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25" y="2"/>
                      <a:pt x="19" y="17"/>
                    </a:cubicBezTo>
                  </a:path>
                </a:pathLst>
              </a:custGeom>
              <a:solidFill>
                <a:srgbClr val="C193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01" name="Freeform 1301">
                <a:extLst>
                  <a:ext uri="{FF2B5EF4-FFF2-40B4-BE49-F238E27FC236}">
                    <a16:creationId xmlns:a16="http://schemas.microsoft.com/office/drawing/2014/main" id="{03634D0C-E15D-42B4-B583-F835308CD0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9" y="953"/>
                <a:ext cx="30" cy="9"/>
              </a:xfrm>
              <a:custGeom>
                <a:avLst/>
                <a:gdLst>
                  <a:gd name="T0" fmla="*/ 0 w 44"/>
                  <a:gd name="T1" fmla="*/ 14 h 14"/>
                  <a:gd name="T2" fmla="*/ 16 w 44"/>
                  <a:gd name="T3" fmla="*/ 4 h 14"/>
                  <a:gd name="T4" fmla="*/ 30 w 44"/>
                  <a:gd name="T5" fmla="*/ 0 h 14"/>
                  <a:gd name="T6" fmla="*/ 44 w 44"/>
                  <a:gd name="T7" fmla="*/ 2 h 14"/>
                  <a:gd name="T8" fmla="*/ 28 w 44"/>
                  <a:gd name="T9" fmla="*/ 11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14">
                    <a:moveTo>
                      <a:pt x="0" y="14"/>
                    </a:moveTo>
                    <a:cubicBezTo>
                      <a:pt x="16" y="4"/>
                      <a:pt x="16" y="4"/>
                      <a:pt x="16" y="4"/>
                    </a:cubicBezTo>
                    <a:cubicBezTo>
                      <a:pt x="18" y="3"/>
                      <a:pt x="28" y="0"/>
                      <a:pt x="30" y="0"/>
                    </a:cubicBezTo>
                    <a:cubicBezTo>
                      <a:pt x="35" y="1"/>
                      <a:pt x="43" y="1"/>
                      <a:pt x="44" y="2"/>
                    </a:cubicBezTo>
                    <a:cubicBezTo>
                      <a:pt x="44" y="7"/>
                      <a:pt x="33" y="10"/>
                      <a:pt x="28" y="11"/>
                    </a:cubicBezTo>
                  </a:path>
                </a:pathLst>
              </a:custGeom>
              <a:solidFill>
                <a:srgbClr val="C193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02" name="Freeform 1302">
                <a:extLst>
                  <a:ext uri="{FF2B5EF4-FFF2-40B4-BE49-F238E27FC236}">
                    <a16:creationId xmlns:a16="http://schemas.microsoft.com/office/drawing/2014/main" id="{8B1903BC-48BF-48D7-B007-8C1B334597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1" y="959"/>
                <a:ext cx="49" cy="27"/>
              </a:xfrm>
              <a:custGeom>
                <a:avLst/>
                <a:gdLst>
                  <a:gd name="T0" fmla="*/ 7 w 72"/>
                  <a:gd name="T1" fmla="*/ 2 h 40"/>
                  <a:gd name="T2" fmla="*/ 40 w 72"/>
                  <a:gd name="T3" fmla="*/ 1 h 40"/>
                  <a:gd name="T4" fmla="*/ 63 w 72"/>
                  <a:gd name="T5" fmla="*/ 1 h 40"/>
                  <a:gd name="T6" fmla="*/ 65 w 72"/>
                  <a:gd name="T7" fmla="*/ 4 h 40"/>
                  <a:gd name="T8" fmla="*/ 54 w 72"/>
                  <a:gd name="T9" fmla="*/ 8 h 40"/>
                  <a:gd name="T10" fmla="*/ 40 w 72"/>
                  <a:gd name="T11" fmla="*/ 12 h 40"/>
                  <a:gd name="T12" fmla="*/ 70 w 72"/>
                  <a:gd name="T13" fmla="*/ 14 h 40"/>
                  <a:gd name="T14" fmla="*/ 71 w 72"/>
                  <a:gd name="T15" fmla="*/ 17 h 40"/>
                  <a:gd name="T16" fmla="*/ 45 w 72"/>
                  <a:gd name="T17" fmla="*/ 22 h 40"/>
                  <a:gd name="T18" fmla="*/ 67 w 72"/>
                  <a:gd name="T19" fmla="*/ 24 h 40"/>
                  <a:gd name="T20" fmla="*/ 67 w 72"/>
                  <a:gd name="T21" fmla="*/ 29 h 40"/>
                  <a:gd name="T22" fmla="*/ 50 w 72"/>
                  <a:gd name="T23" fmla="*/ 31 h 40"/>
                  <a:gd name="T24" fmla="*/ 37 w 72"/>
                  <a:gd name="T25" fmla="*/ 32 h 40"/>
                  <a:gd name="T26" fmla="*/ 59 w 72"/>
                  <a:gd name="T27" fmla="*/ 33 h 40"/>
                  <a:gd name="T28" fmla="*/ 56 w 72"/>
                  <a:gd name="T29" fmla="*/ 38 h 40"/>
                  <a:gd name="T30" fmla="*/ 39 w 72"/>
                  <a:gd name="T31" fmla="*/ 39 h 40"/>
                  <a:gd name="T32" fmla="*/ 8 w 72"/>
                  <a:gd name="T33" fmla="*/ 37 h 40"/>
                  <a:gd name="T34" fmla="*/ 0 w 72"/>
                  <a:gd name="T35" fmla="*/ 4 h 40"/>
                  <a:gd name="T36" fmla="*/ 7 w 72"/>
                  <a:gd name="T37" fmla="*/ 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2" h="40">
                    <a:moveTo>
                      <a:pt x="7" y="2"/>
                    </a:moveTo>
                    <a:cubicBezTo>
                      <a:pt x="7" y="2"/>
                      <a:pt x="32" y="0"/>
                      <a:pt x="40" y="1"/>
                    </a:cubicBezTo>
                    <a:cubicBezTo>
                      <a:pt x="46" y="1"/>
                      <a:pt x="57" y="1"/>
                      <a:pt x="63" y="1"/>
                    </a:cubicBezTo>
                    <a:cubicBezTo>
                      <a:pt x="65" y="1"/>
                      <a:pt x="67" y="3"/>
                      <a:pt x="65" y="4"/>
                    </a:cubicBezTo>
                    <a:cubicBezTo>
                      <a:pt x="62" y="6"/>
                      <a:pt x="58" y="7"/>
                      <a:pt x="54" y="8"/>
                    </a:cubicBezTo>
                    <a:cubicBezTo>
                      <a:pt x="46" y="10"/>
                      <a:pt x="40" y="12"/>
                      <a:pt x="40" y="12"/>
                    </a:cubicBezTo>
                    <a:cubicBezTo>
                      <a:pt x="70" y="14"/>
                      <a:pt x="70" y="14"/>
                      <a:pt x="70" y="14"/>
                    </a:cubicBezTo>
                    <a:cubicBezTo>
                      <a:pt x="72" y="14"/>
                      <a:pt x="72" y="16"/>
                      <a:pt x="71" y="17"/>
                    </a:cubicBezTo>
                    <a:cubicBezTo>
                      <a:pt x="66" y="20"/>
                      <a:pt x="59" y="21"/>
                      <a:pt x="45" y="22"/>
                    </a:cubicBezTo>
                    <a:cubicBezTo>
                      <a:pt x="40" y="22"/>
                      <a:pt x="58" y="23"/>
                      <a:pt x="67" y="24"/>
                    </a:cubicBezTo>
                    <a:cubicBezTo>
                      <a:pt x="70" y="24"/>
                      <a:pt x="72" y="27"/>
                      <a:pt x="67" y="29"/>
                    </a:cubicBezTo>
                    <a:cubicBezTo>
                      <a:pt x="62" y="30"/>
                      <a:pt x="56" y="31"/>
                      <a:pt x="50" y="31"/>
                    </a:cubicBezTo>
                    <a:cubicBezTo>
                      <a:pt x="39" y="32"/>
                      <a:pt x="37" y="32"/>
                      <a:pt x="37" y="32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59" y="33"/>
                      <a:pt x="61" y="37"/>
                      <a:pt x="56" y="38"/>
                    </a:cubicBezTo>
                    <a:cubicBezTo>
                      <a:pt x="52" y="39"/>
                      <a:pt x="44" y="39"/>
                      <a:pt x="39" y="39"/>
                    </a:cubicBezTo>
                    <a:cubicBezTo>
                      <a:pt x="29" y="40"/>
                      <a:pt x="8" y="37"/>
                      <a:pt x="8" y="37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7" y="2"/>
                    </a:lnTo>
                    <a:close/>
                  </a:path>
                </a:pathLst>
              </a:custGeom>
              <a:solidFill>
                <a:srgbClr val="C193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03" name="Freeform 1303">
                <a:extLst>
                  <a:ext uri="{FF2B5EF4-FFF2-40B4-BE49-F238E27FC236}">
                    <a16:creationId xmlns:a16="http://schemas.microsoft.com/office/drawing/2014/main" id="{B00430BF-2C97-4A6C-A6AF-1D83D7D0C4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951"/>
                <a:ext cx="78" cy="58"/>
              </a:xfrm>
              <a:custGeom>
                <a:avLst/>
                <a:gdLst>
                  <a:gd name="T0" fmla="*/ 42 w 115"/>
                  <a:gd name="T1" fmla="*/ 81 h 85"/>
                  <a:gd name="T2" fmla="*/ 115 w 115"/>
                  <a:gd name="T3" fmla="*/ 56 h 85"/>
                  <a:gd name="T4" fmla="*/ 101 w 115"/>
                  <a:gd name="T5" fmla="*/ 0 h 85"/>
                  <a:gd name="T6" fmla="*/ 25 w 115"/>
                  <a:gd name="T7" fmla="*/ 22 h 85"/>
                  <a:gd name="T8" fmla="*/ 4 w 115"/>
                  <a:gd name="T9" fmla="*/ 60 h 85"/>
                  <a:gd name="T10" fmla="*/ 4 w 115"/>
                  <a:gd name="T11" fmla="*/ 60 h 85"/>
                  <a:gd name="T12" fmla="*/ 42 w 115"/>
                  <a:gd name="T13" fmla="*/ 81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5" h="85">
                    <a:moveTo>
                      <a:pt x="42" y="81"/>
                    </a:moveTo>
                    <a:cubicBezTo>
                      <a:pt x="115" y="56"/>
                      <a:pt x="115" y="56"/>
                      <a:pt x="115" y="56"/>
                    </a:cubicBezTo>
                    <a:cubicBezTo>
                      <a:pt x="101" y="0"/>
                      <a:pt x="101" y="0"/>
                      <a:pt x="101" y="0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9" y="27"/>
                      <a:pt x="0" y="44"/>
                      <a:pt x="4" y="60"/>
                    </a:cubicBezTo>
                    <a:cubicBezTo>
                      <a:pt x="4" y="60"/>
                      <a:pt x="4" y="60"/>
                      <a:pt x="4" y="60"/>
                    </a:cubicBezTo>
                    <a:cubicBezTo>
                      <a:pt x="9" y="76"/>
                      <a:pt x="26" y="85"/>
                      <a:pt x="42" y="8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04" name="Freeform 1304">
                <a:extLst>
                  <a:ext uri="{FF2B5EF4-FFF2-40B4-BE49-F238E27FC236}">
                    <a16:creationId xmlns:a16="http://schemas.microsoft.com/office/drawing/2014/main" id="{11B3BFE0-36BE-4134-B9CB-2C205A4DC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79"/>
                <a:ext cx="93" cy="139"/>
              </a:xfrm>
              <a:custGeom>
                <a:avLst/>
                <a:gdLst>
                  <a:gd name="T0" fmla="*/ 93 w 137"/>
                  <a:gd name="T1" fmla="*/ 20 h 204"/>
                  <a:gd name="T2" fmla="*/ 55 w 137"/>
                  <a:gd name="T3" fmla="*/ 7 h 204"/>
                  <a:gd name="T4" fmla="*/ 18 w 137"/>
                  <a:gd name="T5" fmla="*/ 19 h 204"/>
                  <a:gd name="T6" fmla="*/ 40 w 137"/>
                  <a:gd name="T7" fmla="*/ 180 h 204"/>
                  <a:gd name="T8" fmla="*/ 137 w 137"/>
                  <a:gd name="T9" fmla="*/ 167 h 204"/>
                  <a:gd name="T10" fmla="*/ 118 w 137"/>
                  <a:gd name="T11" fmla="*/ 108 h 204"/>
                  <a:gd name="T12" fmla="*/ 80 w 137"/>
                  <a:gd name="T13" fmla="*/ 117 h 204"/>
                  <a:gd name="T14" fmla="*/ 80 w 137"/>
                  <a:gd name="T15" fmla="*/ 70 h 204"/>
                  <a:gd name="T16" fmla="*/ 93 w 137"/>
                  <a:gd name="T17" fmla="*/ 20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7" h="204">
                    <a:moveTo>
                      <a:pt x="93" y="20"/>
                    </a:moveTo>
                    <a:cubicBezTo>
                      <a:pt x="55" y="7"/>
                      <a:pt x="55" y="7"/>
                      <a:pt x="55" y="7"/>
                    </a:cubicBezTo>
                    <a:cubicBezTo>
                      <a:pt x="55" y="7"/>
                      <a:pt x="33" y="0"/>
                      <a:pt x="18" y="19"/>
                    </a:cubicBezTo>
                    <a:cubicBezTo>
                      <a:pt x="0" y="42"/>
                      <a:pt x="27" y="170"/>
                      <a:pt x="40" y="180"/>
                    </a:cubicBezTo>
                    <a:cubicBezTo>
                      <a:pt x="74" y="204"/>
                      <a:pt x="137" y="167"/>
                      <a:pt x="137" y="167"/>
                    </a:cubicBezTo>
                    <a:cubicBezTo>
                      <a:pt x="118" y="108"/>
                      <a:pt x="118" y="108"/>
                      <a:pt x="118" y="108"/>
                    </a:cubicBezTo>
                    <a:cubicBezTo>
                      <a:pt x="80" y="117"/>
                      <a:pt x="80" y="117"/>
                      <a:pt x="80" y="117"/>
                    </a:cubicBezTo>
                    <a:cubicBezTo>
                      <a:pt x="80" y="70"/>
                      <a:pt x="80" y="70"/>
                      <a:pt x="80" y="70"/>
                    </a:cubicBezTo>
                    <a:lnTo>
                      <a:pt x="93" y="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05" name="Freeform 1305">
                <a:extLst>
                  <a:ext uri="{FF2B5EF4-FFF2-40B4-BE49-F238E27FC236}">
                    <a16:creationId xmlns:a16="http://schemas.microsoft.com/office/drawing/2014/main" id="{BC3E4083-853E-4C42-84E7-8F4853D805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0" y="887"/>
                <a:ext cx="25" cy="22"/>
              </a:xfrm>
              <a:custGeom>
                <a:avLst/>
                <a:gdLst>
                  <a:gd name="T0" fmla="*/ 3 w 25"/>
                  <a:gd name="T1" fmla="*/ 0 h 22"/>
                  <a:gd name="T2" fmla="*/ 25 w 25"/>
                  <a:gd name="T3" fmla="*/ 9 h 22"/>
                  <a:gd name="T4" fmla="*/ 23 w 25"/>
                  <a:gd name="T5" fmla="*/ 22 h 22"/>
                  <a:gd name="T6" fmla="*/ 0 w 25"/>
                  <a:gd name="T7" fmla="*/ 9 h 22"/>
                  <a:gd name="T8" fmla="*/ 3 w 25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2">
                    <a:moveTo>
                      <a:pt x="3" y="0"/>
                    </a:moveTo>
                    <a:lnTo>
                      <a:pt x="25" y="9"/>
                    </a:lnTo>
                    <a:lnTo>
                      <a:pt x="23" y="22"/>
                    </a:lnTo>
                    <a:lnTo>
                      <a:pt x="0" y="9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1109" name="Group 1507">
              <a:extLst>
                <a:ext uri="{FF2B5EF4-FFF2-40B4-BE49-F238E27FC236}">
                  <a16:creationId xmlns:a16="http://schemas.microsoft.com/office/drawing/2014/main" id="{AC7B2E09-EB62-4FAC-B4DB-7804AE6184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43" y="741"/>
              <a:ext cx="2795" cy="1658"/>
              <a:chOff x="3143" y="741"/>
              <a:chExt cx="2795" cy="1658"/>
            </a:xfrm>
          </p:grpSpPr>
          <p:sp>
            <p:nvSpPr>
              <p:cNvPr id="1806" name="Line 1307">
                <a:extLst>
                  <a:ext uri="{FF2B5EF4-FFF2-40B4-BE49-F238E27FC236}">
                    <a16:creationId xmlns:a16="http://schemas.microsoft.com/office/drawing/2014/main" id="{B9B14263-A889-45C6-AEA0-C5A38CB371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0" y="930"/>
                <a:ext cx="69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07" name="Line 1308">
                <a:extLst>
                  <a:ext uri="{FF2B5EF4-FFF2-40B4-BE49-F238E27FC236}">
                    <a16:creationId xmlns:a16="http://schemas.microsoft.com/office/drawing/2014/main" id="{1152746A-BCAC-4F1E-AD0E-F63E9AE8FF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0" y="941"/>
                <a:ext cx="69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08" name="Line 1309">
                <a:extLst>
                  <a:ext uri="{FF2B5EF4-FFF2-40B4-BE49-F238E27FC236}">
                    <a16:creationId xmlns:a16="http://schemas.microsoft.com/office/drawing/2014/main" id="{60049EB6-18D1-469E-8F0E-4286CAFAD1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0" y="960"/>
                <a:ext cx="24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09" name="Rectangle 1310">
                <a:extLst>
                  <a:ext uri="{FF2B5EF4-FFF2-40B4-BE49-F238E27FC236}">
                    <a16:creationId xmlns:a16="http://schemas.microsoft.com/office/drawing/2014/main" id="{1C528CBD-0AFD-4A39-8B75-49C40FB308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3" y="1094"/>
                <a:ext cx="297" cy="30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10" name="Line 1311">
                <a:extLst>
                  <a:ext uri="{FF2B5EF4-FFF2-40B4-BE49-F238E27FC236}">
                    <a16:creationId xmlns:a16="http://schemas.microsoft.com/office/drawing/2014/main" id="{F7F0BD53-00A2-4AE2-8BA1-7EFE1CCA44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3" y="1106"/>
                <a:ext cx="297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11" name="Freeform 1312">
                <a:extLst>
                  <a:ext uri="{FF2B5EF4-FFF2-40B4-BE49-F238E27FC236}">
                    <a16:creationId xmlns:a16="http://schemas.microsoft.com/office/drawing/2014/main" id="{D7B6144D-A726-44F7-9F29-992F85D295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0" y="1027"/>
                <a:ext cx="104" cy="62"/>
              </a:xfrm>
              <a:custGeom>
                <a:avLst/>
                <a:gdLst>
                  <a:gd name="T0" fmla="*/ 153 w 153"/>
                  <a:gd name="T1" fmla="*/ 91 h 91"/>
                  <a:gd name="T2" fmla="*/ 12 w 153"/>
                  <a:gd name="T3" fmla="*/ 91 h 91"/>
                  <a:gd name="T4" fmla="*/ 1 w 153"/>
                  <a:gd name="T5" fmla="*/ 10 h 91"/>
                  <a:gd name="T6" fmla="*/ 10 w 153"/>
                  <a:gd name="T7" fmla="*/ 0 h 91"/>
                  <a:gd name="T8" fmla="*/ 134 w 153"/>
                  <a:gd name="T9" fmla="*/ 0 h 91"/>
                  <a:gd name="T10" fmla="*/ 142 w 153"/>
                  <a:gd name="T11" fmla="*/ 7 h 91"/>
                  <a:gd name="T12" fmla="*/ 153 w 153"/>
                  <a:gd name="T13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3" h="91">
                    <a:moveTo>
                      <a:pt x="153" y="91"/>
                    </a:moveTo>
                    <a:cubicBezTo>
                      <a:pt x="12" y="91"/>
                      <a:pt x="12" y="91"/>
                      <a:pt x="12" y="91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138" y="0"/>
                      <a:pt x="141" y="3"/>
                      <a:pt x="142" y="7"/>
                    </a:cubicBezTo>
                    <a:lnTo>
                      <a:pt x="153" y="91"/>
                    </a:lnTo>
                    <a:close/>
                  </a:path>
                </a:pathLst>
              </a:custGeom>
              <a:solidFill>
                <a:srgbClr val="D6D6D6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12" name="Freeform 1313">
                <a:extLst>
                  <a:ext uri="{FF2B5EF4-FFF2-40B4-BE49-F238E27FC236}">
                    <a16:creationId xmlns:a16="http://schemas.microsoft.com/office/drawing/2014/main" id="{3420AE9C-792B-4BF8-B905-689C3D79AE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9" y="1033"/>
                <a:ext cx="88" cy="48"/>
              </a:xfrm>
              <a:custGeom>
                <a:avLst/>
                <a:gdLst>
                  <a:gd name="T0" fmla="*/ 129 w 129"/>
                  <a:gd name="T1" fmla="*/ 71 h 71"/>
                  <a:gd name="T2" fmla="*/ 10 w 129"/>
                  <a:gd name="T3" fmla="*/ 71 h 71"/>
                  <a:gd name="T4" fmla="*/ 0 w 129"/>
                  <a:gd name="T5" fmla="*/ 6 h 71"/>
                  <a:gd name="T6" fmla="*/ 6 w 129"/>
                  <a:gd name="T7" fmla="*/ 0 h 71"/>
                  <a:gd name="T8" fmla="*/ 114 w 129"/>
                  <a:gd name="T9" fmla="*/ 0 h 71"/>
                  <a:gd name="T10" fmla="*/ 119 w 129"/>
                  <a:gd name="T11" fmla="*/ 4 h 71"/>
                  <a:gd name="T12" fmla="*/ 129 w 129"/>
                  <a:gd name="T13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9" h="71">
                    <a:moveTo>
                      <a:pt x="129" y="71"/>
                    </a:moveTo>
                    <a:cubicBezTo>
                      <a:pt x="10" y="71"/>
                      <a:pt x="10" y="71"/>
                      <a:pt x="10" y="71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14" y="0"/>
                      <a:pt x="114" y="0"/>
                      <a:pt x="114" y="0"/>
                    </a:cubicBezTo>
                    <a:cubicBezTo>
                      <a:pt x="117" y="0"/>
                      <a:pt x="119" y="2"/>
                      <a:pt x="119" y="4"/>
                    </a:cubicBezTo>
                    <a:lnTo>
                      <a:pt x="129" y="71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13" name="Rectangle 1314">
                <a:extLst>
                  <a:ext uri="{FF2B5EF4-FFF2-40B4-BE49-F238E27FC236}">
                    <a16:creationId xmlns:a16="http://schemas.microsoft.com/office/drawing/2014/main" id="{305A5504-8F97-4228-B268-D45611E3AB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7" y="1085"/>
                <a:ext cx="106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14" name="Freeform 1315">
                <a:extLst>
                  <a:ext uri="{FF2B5EF4-FFF2-40B4-BE49-F238E27FC236}">
                    <a16:creationId xmlns:a16="http://schemas.microsoft.com/office/drawing/2014/main" id="{6D6A6B50-9A3D-4632-AA74-4AE2675C50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6" y="971"/>
                <a:ext cx="36" cy="43"/>
              </a:xfrm>
              <a:custGeom>
                <a:avLst/>
                <a:gdLst>
                  <a:gd name="T0" fmla="*/ 7 w 52"/>
                  <a:gd name="T1" fmla="*/ 17 h 63"/>
                  <a:gd name="T2" fmla="*/ 27 w 52"/>
                  <a:gd name="T3" fmla="*/ 0 h 63"/>
                  <a:gd name="T4" fmla="*/ 27 w 52"/>
                  <a:gd name="T5" fmla="*/ 0 h 63"/>
                  <a:gd name="T6" fmla="*/ 47 w 52"/>
                  <a:gd name="T7" fmla="*/ 17 h 63"/>
                  <a:gd name="T8" fmla="*/ 52 w 52"/>
                  <a:gd name="T9" fmla="*/ 60 h 63"/>
                  <a:gd name="T10" fmla="*/ 0 w 52"/>
                  <a:gd name="T11" fmla="*/ 63 h 63"/>
                  <a:gd name="T12" fmla="*/ 7 w 52"/>
                  <a:gd name="T13" fmla="*/ 18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63">
                    <a:moveTo>
                      <a:pt x="7" y="17"/>
                    </a:moveTo>
                    <a:cubicBezTo>
                      <a:pt x="9" y="7"/>
                      <a:pt x="17" y="0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37" y="0"/>
                      <a:pt x="45" y="7"/>
                      <a:pt x="47" y="17"/>
                    </a:cubicBezTo>
                    <a:cubicBezTo>
                      <a:pt x="52" y="60"/>
                      <a:pt x="52" y="60"/>
                      <a:pt x="52" y="60"/>
                    </a:cubicBezTo>
                    <a:cubicBezTo>
                      <a:pt x="52" y="60"/>
                      <a:pt x="0" y="63"/>
                      <a:pt x="0" y="63"/>
                    </a:cubicBezTo>
                    <a:cubicBezTo>
                      <a:pt x="7" y="18"/>
                      <a:pt x="7" y="18"/>
                      <a:pt x="7" y="18"/>
                    </a:cubicBezTo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15" name="Freeform 1316">
                <a:extLst>
                  <a:ext uri="{FF2B5EF4-FFF2-40B4-BE49-F238E27FC236}">
                    <a16:creationId xmlns:a16="http://schemas.microsoft.com/office/drawing/2014/main" id="{98CD47DB-B156-41AF-83F9-9AC2191F9A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8" y="958"/>
                <a:ext cx="40" cy="41"/>
              </a:xfrm>
              <a:custGeom>
                <a:avLst/>
                <a:gdLst>
                  <a:gd name="T0" fmla="*/ 42 w 59"/>
                  <a:gd name="T1" fmla="*/ 25 h 60"/>
                  <a:gd name="T2" fmla="*/ 40 w 59"/>
                  <a:gd name="T3" fmla="*/ 23 h 60"/>
                  <a:gd name="T4" fmla="*/ 40 w 59"/>
                  <a:gd name="T5" fmla="*/ 22 h 60"/>
                  <a:gd name="T6" fmla="*/ 43 w 59"/>
                  <a:gd name="T7" fmla="*/ 15 h 60"/>
                  <a:gd name="T8" fmla="*/ 49 w 59"/>
                  <a:gd name="T9" fmla="*/ 11 h 60"/>
                  <a:gd name="T10" fmla="*/ 46 w 59"/>
                  <a:gd name="T11" fmla="*/ 2 h 60"/>
                  <a:gd name="T12" fmla="*/ 12 w 59"/>
                  <a:gd name="T13" fmla="*/ 0 h 60"/>
                  <a:gd name="T14" fmla="*/ 10 w 59"/>
                  <a:gd name="T15" fmla="*/ 7 h 60"/>
                  <a:gd name="T16" fmla="*/ 10 w 59"/>
                  <a:gd name="T17" fmla="*/ 7 h 60"/>
                  <a:gd name="T18" fmla="*/ 8 w 59"/>
                  <a:gd name="T19" fmla="*/ 19 h 60"/>
                  <a:gd name="T20" fmla="*/ 2 w 59"/>
                  <a:gd name="T21" fmla="*/ 29 h 60"/>
                  <a:gd name="T22" fmla="*/ 4 w 59"/>
                  <a:gd name="T23" fmla="*/ 35 h 60"/>
                  <a:gd name="T24" fmla="*/ 6 w 59"/>
                  <a:gd name="T25" fmla="*/ 35 h 60"/>
                  <a:gd name="T26" fmla="*/ 4 w 59"/>
                  <a:gd name="T27" fmla="*/ 47 h 60"/>
                  <a:gd name="T28" fmla="*/ 16 w 59"/>
                  <a:gd name="T29" fmla="*/ 60 h 60"/>
                  <a:gd name="T30" fmla="*/ 38 w 59"/>
                  <a:gd name="T31" fmla="*/ 60 h 60"/>
                  <a:gd name="T32" fmla="*/ 43 w 59"/>
                  <a:gd name="T33" fmla="*/ 48 h 60"/>
                  <a:gd name="T34" fmla="*/ 45 w 59"/>
                  <a:gd name="T35" fmla="*/ 48 h 60"/>
                  <a:gd name="T36" fmla="*/ 59 w 59"/>
                  <a:gd name="T37" fmla="*/ 45 h 60"/>
                  <a:gd name="T38" fmla="*/ 53 w 59"/>
                  <a:gd name="T39" fmla="*/ 26 h 60"/>
                  <a:gd name="T40" fmla="*/ 42 w 59"/>
                  <a:gd name="T41" fmla="*/ 25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9" h="60">
                    <a:moveTo>
                      <a:pt x="42" y="25"/>
                    </a:moveTo>
                    <a:cubicBezTo>
                      <a:pt x="41" y="25"/>
                      <a:pt x="40" y="24"/>
                      <a:pt x="40" y="23"/>
                    </a:cubicBezTo>
                    <a:cubicBezTo>
                      <a:pt x="40" y="22"/>
                      <a:pt x="40" y="22"/>
                      <a:pt x="40" y="22"/>
                    </a:cubicBezTo>
                    <a:cubicBezTo>
                      <a:pt x="40" y="19"/>
                      <a:pt x="41" y="17"/>
                      <a:pt x="43" y="15"/>
                    </a:cubicBezTo>
                    <a:cubicBezTo>
                      <a:pt x="49" y="11"/>
                      <a:pt x="49" y="11"/>
                      <a:pt x="49" y="11"/>
                    </a:cubicBezTo>
                    <a:cubicBezTo>
                      <a:pt x="53" y="8"/>
                      <a:pt x="51" y="2"/>
                      <a:pt x="46" y="2"/>
                    </a:cubicBezTo>
                    <a:cubicBezTo>
                      <a:pt x="35" y="1"/>
                      <a:pt x="20" y="1"/>
                      <a:pt x="12" y="0"/>
                    </a:cubicBezTo>
                    <a:cubicBezTo>
                      <a:pt x="11" y="2"/>
                      <a:pt x="11" y="4"/>
                      <a:pt x="10" y="7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2" y="29"/>
                      <a:pt x="2" y="29"/>
                      <a:pt x="2" y="29"/>
                    </a:cubicBezTo>
                    <a:cubicBezTo>
                      <a:pt x="0" y="32"/>
                      <a:pt x="2" y="34"/>
                      <a:pt x="4" y="35"/>
                    </a:cubicBezTo>
                    <a:cubicBezTo>
                      <a:pt x="6" y="35"/>
                      <a:pt x="6" y="35"/>
                      <a:pt x="6" y="35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3" y="54"/>
                      <a:pt x="9" y="60"/>
                      <a:pt x="16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43" y="48"/>
                      <a:pt x="43" y="48"/>
                      <a:pt x="43" y="48"/>
                    </a:cubicBezTo>
                    <a:cubicBezTo>
                      <a:pt x="44" y="48"/>
                      <a:pt x="44" y="48"/>
                      <a:pt x="45" y="48"/>
                    </a:cubicBezTo>
                    <a:cubicBezTo>
                      <a:pt x="50" y="48"/>
                      <a:pt x="55" y="47"/>
                      <a:pt x="59" y="45"/>
                    </a:cubicBezTo>
                    <a:cubicBezTo>
                      <a:pt x="53" y="26"/>
                      <a:pt x="53" y="26"/>
                      <a:pt x="53" y="26"/>
                    </a:cubicBezTo>
                    <a:lnTo>
                      <a:pt x="42" y="25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16" name="Freeform 1317">
                <a:extLst>
                  <a:ext uri="{FF2B5EF4-FFF2-40B4-BE49-F238E27FC236}">
                    <a16:creationId xmlns:a16="http://schemas.microsoft.com/office/drawing/2014/main" id="{3B612BCF-424F-4A4D-9A6F-D9B9967AB9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6" y="943"/>
                <a:ext cx="47" cy="46"/>
              </a:xfrm>
              <a:custGeom>
                <a:avLst/>
                <a:gdLst>
                  <a:gd name="T0" fmla="*/ 68 w 68"/>
                  <a:gd name="T1" fmla="*/ 35 h 68"/>
                  <a:gd name="T2" fmla="*/ 33 w 68"/>
                  <a:gd name="T3" fmla="*/ 0 h 68"/>
                  <a:gd name="T4" fmla="*/ 0 w 68"/>
                  <a:gd name="T5" fmla="*/ 23 h 68"/>
                  <a:gd name="T6" fmla="*/ 12 w 68"/>
                  <a:gd name="T7" fmla="*/ 25 h 68"/>
                  <a:gd name="T8" fmla="*/ 15 w 68"/>
                  <a:gd name="T9" fmla="*/ 34 h 68"/>
                  <a:gd name="T10" fmla="*/ 9 w 68"/>
                  <a:gd name="T11" fmla="*/ 38 h 68"/>
                  <a:gd name="T12" fmla="*/ 6 w 68"/>
                  <a:gd name="T13" fmla="*/ 45 h 68"/>
                  <a:gd name="T14" fmla="*/ 6 w 68"/>
                  <a:gd name="T15" fmla="*/ 46 h 68"/>
                  <a:gd name="T16" fmla="*/ 8 w 68"/>
                  <a:gd name="T17" fmla="*/ 48 h 68"/>
                  <a:gd name="T18" fmla="*/ 19 w 68"/>
                  <a:gd name="T19" fmla="*/ 49 h 68"/>
                  <a:gd name="T20" fmla="*/ 47 w 68"/>
                  <a:gd name="T21" fmla="*/ 68 h 68"/>
                  <a:gd name="T22" fmla="*/ 68 w 68"/>
                  <a:gd name="T23" fmla="*/ 35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8" h="68">
                    <a:moveTo>
                      <a:pt x="68" y="35"/>
                    </a:moveTo>
                    <a:cubicBezTo>
                      <a:pt x="68" y="16"/>
                      <a:pt x="52" y="0"/>
                      <a:pt x="33" y="0"/>
                    </a:cubicBezTo>
                    <a:cubicBezTo>
                      <a:pt x="18" y="0"/>
                      <a:pt x="5" y="10"/>
                      <a:pt x="0" y="23"/>
                    </a:cubicBezTo>
                    <a:cubicBezTo>
                      <a:pt x="8" y="24"/>
                      <a:pt x="7" y="24"/>
                      <a:pt x="12" y="25"/>
                    </a:cubicBezTo>
                    <a:cubicBezTo>
                      <a:pt x="17" y="25"/>
                      <a:pt x="19" y="31"/>
                      <a:pt x="15" y="34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7" y="40"/>
                      <a:pt x="6" y="42"/>
                      <a:pt x="6" y="45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7"/>
                      <a:pt x="7" y="48"/>
                      <a:pt x="8" y="48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47" y="68"/>
                      <a:pt x="47" y="68"/>
                      <a:pt x="47" y="68"/>
                    </a:cubicBezTo>
                    <a:cubicBezTo>
                      <a:pt x="60" y="62"/>
                      <a:pt x="68" y="50"/>
                      <a:pt x="68" y="3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17" name="Freeform 1318">
                <a:extLst>
                  <a:ext uri="{FF2B5EF4-FFF2-40B4-BE49-F238E27FC236}">
                    <a16:creationId xmlns:a16="http://schemas.microsoft.com/office/drawing/2014/main" id="{A89B4B57-122A-40A6-997D-9825D9D650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9" y="977"/>
                <a:ext cx="29" cy="17"/>
              </a:xfrm>
              <a:custGeom>
                <a:avLst/>
                <a:gdLst>
                  <a:gd name="T0" fmla="*/ 21 w 29"/>
                  <a:gd name="T1" fmla="*/ 15 h 17"/>
                  <a:gd name="T2" fmla="*/ 29 w 29"/>
                  <a:gd name="T3" fmla="*/ 4 h 17"/>
                  <a:gd name="T4" fmla="*/ 0 w 29"/>
                  <a:gd name="T5" fmla="*/ 0 h 17"/>
                  <a:gd name="T6" fmla="*/ 8 w 29"/>
                  <a:gd name="T7" fmla="*/ 17 h 17"/>
                  <a:gd name="T8" fmla="*/ 21 w 29"/>
                  <a:gd name="T9" fmla="*/ 15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17">
                    <a:moveTo>
                      <a:pt x="21" y="15"/>
                    </a:moveTo>
                    <a:lnTo>
                      <a:pt x="29" y="4"/>
                    </a:lnTo>
                    <a:lnTo>
                      <a:pt x="0" y="0"/>
                    </a:lnTo>
                    <a:lnTo>
                      <a:pt x="8" y="17"/>
                    </a:lnTo>
                    <a:lnTo>
                      <a:pt x="21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18" name="Freeform 1319">
                <a:extLst>
                  <a:ext uri="{FF2B5EF4-FFF2-40B4-BE49-F238E27FC236}">
                    <a16:creationId xmlns:a16="http://schemas.microsoft.com/office/drawing/2014/main" id="{70BB6177-5D57-4B07-AF81-44B13F84AF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2" y="970"/>
                <a:ext cx="14" cy="14"/>
              </a:xfrm>
              <a:custGeom>
                <a:avLst/>
                <a:gdLst>
                  <a:gd name="T0" fmla="*/ 17 w 20"/>
                  <a:gd name="T1" fmla="*/ 14 h 21"/>
                  <a:gd name="T2" fmla="*/ 5 w 20"/>
                  <a:gd name="T3" fmla="*/ 19 h 21"/>
                  <a:gd name="T4" fmla="*/ 3 w 20"/>
                  <a:gd name="T5" fmla="*/ 6 h 21"/>
                  <a:gd name="T6" fmla="*/ 15 w 20"/>
                  <a:gd name="T7" fmla="*/ 2 h 21"/>
                  <a:gd name="T8" fmla="*/ 17 w 20"/>
                  <a:gd name="T9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21">
                    <a:moveTo>
                      <a:pt x="17" y="14"/>
                    </a:moveTo>
                    <a:cubicBezTo>
                      <a:pt x="14" y="19"/>
                      <a:pt x="9" y="21"/>
                      <a:pt x="5" y="19"/>
                    </a:cubicBezTo>
                    <a:cubicBezTo>
                      <a:pt x="1" y="17"/>
                      <a:pt x="0" y="11"/>
                      <a:pt x="3" y="6"/>
                    </a:cubicBezTo>
                    <a:cubicBezTo>
                      <a:pt x="6" y="2"/>
                      <a:pt x="11" y="0"/>
                      <a:pt x="15" y="2"/>
                    </a:cubicBezTo>
                    <a:cubicBezTo>
                      <a:pt x="19" y="4"/>
                      <a:pt x="20" y="10"/>
                      <a:pt x="17" y="14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19" name="Freeform 1320">
                <a:extLst>
                  <a:ext uri="{FF2B5EF4-FFF2-40B4-BE49-F238E27FC236}">
                    <a16:creationId xmlns:a16="http://schemas.microsoft.com/office/drawing/2014/main" id="{9B74128F-05AA-4123-987B-A9B4BFD269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6" y="973"/>
                <a:ext cx="6" cy="5"/>
              </a:xfrm>
              <a:custGeom>
                <a:avLst/>
                <a:gdLst>
                  <a:gd name="T0" fmla="*/ 0 w 8"/>
                  <a:gd name="T1" fmla="*/ 8 h 8"/>
                  <a:gd name="T2" fmla="*/ 1 w 8"/>
                  <a:gd name="T3" fmla="*/ 4 h 8"/>
                  <a:gd name="T4" fmla="*/ 7 w 8"/>
                  <a:gd name="T5" fmla="*/ 1 h 8"/>
                  <a:gd name="T6" fmla="*/ 8 w 8"/>
                  <a:gd name="T7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8">
                    <a:moveTo>
                      <a:pt x="0" y="8"/>
                    </a:moveTo>
                    <a:cubicBezTo>
                      <a:pt x="0" y="7"/>
                      <a:pt x="0" y="6"/>
                      <a:pt x="1" y="4"/>
                    </a:cubicBezTo>
                    <a:cubicBezTo>
                      <a:pt x="2" y="2"/>
                      <a:pt x="5" y="0"/>
                      <a:pt x="7" y="1"/>
                    </a:cubicBezTo>
                    <a:cubicBezTo>
                      <a:pt x="8" y="2"/>
                      <a:pt x="8" y="4"/>
                      <a:pt x="8" y="6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20" name="Freeform 1321">
                <a:extLst>
                  <a:ext uri="{FF2B5EF4-FFF2-40B4-BE49-F238E27FC236}">
                    <a16:creationId xmlns:a16="http://schemas.microsoft.com/office/drawing/2014/main" id="{140127B4-6CC0-4462-964A-F611BEE29F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8" y="999"/>
                <a:ext cx="15" cy="9"/>
              </a:xfrm>
              <a:custGeom>
                <a:avLst/>
                <a:gdLst>
                  <a:gd name="T0" fmla="*/ 0 w 15"/>
                  <a:gd name="T1" fmla="*/ 9 h 9"/>
                  <a:gd name="T2" fmla="*/ 15 w 15"/>
                  <a:gd name="T3" fmla="*/ 0 h 9"/>
                  <a:gd name="T4" fmla="*/ 0 w 15"/>
                  <a:gd name="T5" fmla="*/ 0 h 9"/>
                  <a:gd name="T6" fmla="*/ 0 w 15"/>
                  <a:gd name="T7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" h="9">
                    <a:moveTo>
                      <a:pt x="0" y="9"/>
                    </a:moveTo>
                    <a:lnTo>
                      <a:pt x="15" y="0"/>
                    </a:lnTo>
                    <a:lnTo>
                      <a:pt x="0" y="0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21" name="Freeform 1322">
                <a:extLst>
                  <a:ext uri="{FF2B5EF4-FFF2-40B4-BE49-F238E27FC236}">
                    <a16:creationId xmlns:a16="http://schemas.microsoft.com/office/drawing/2014/main" id="{9D8BEB5A-79A4-4CB6-8648-016D0ED646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1427"/>
                <a:ext cx="50" cy="26"/>
              </a:xfrm>
              <a:custGeom>
                <a:avLst/>
                <a:gdLst>
                  <a:gd name="T0" fmla="*/ 3 w 74"/>
                  <a:gd name="T1" fmla="*/ 29 h 38"/>
                  <a:gd name="T2" fmla="*/ 30 w 74"/>
                  <a:gd name="T3" fmla="*/ 8 h 38"/>
                  <a:gd name="T4" fmla="*/ 56 w 74"/>
                  <a:gd name="T5" fmla="*/ 21 h 38"/>
                  <a:gd name="T6" fmla="*/ 56 w 74"/>
                  <a:gd name="T7" fmla="*/ 29 h 38"/>
                  <a:gd name="T8" fmla="*/ 74 w 74"/>
                  <a:gd name="T9" fmla="*/ 29 h 38"/>
                  <a:gd name="T10" fmla="*/ 74 w 74"/>
                  <a:gd name="T11" fmla="*/ 38 h 38"/>
                  <a:gd name="T12" fmla="*/ 0 w 74"/>
                  <a:gd name="T13" fmla="*/ 38 h 38"/>
                  <a:gd name="T14" fmla="*/ 0 w 74"/>
                  <a:gd name="T15" fmla="*/ 35 h 38"/>
                  <a:gd name="T16" fmla="*/ 3 w 74"/>
                  <a:gd name="T17" fmla="*/ 2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" h="38">
                    <a:moveTo>
                      <a:pt x="3" y="29"/>
                    </a:moveTo>
                    <a:cubicBezTo>
                      <a:pt x="8" y="25"/>
                      <a:pt x="19" y="17"/>
                      <a:pt x="30" y="8"/>
                    </a:cubicBezTo>
                    <a:cubicBezTo>
                      <a:pt x="41" y="0"/>
                      <a:pt x="56" y="8"/>
                      <a:pt x="56" y="21"/>
                    </a:cubicBezTo>
                    <a:cubicBezTo>
                      <a:pt x="56" y="29"/>
                      <a:pt x="56" y="29"/>
                      <a:pt x="56" y="29"/>
                    </a:cubicBezTo>
                    <a:cubicBezTo>
                      <a:pt x="74" y="29"/>
                      <a:pt x="74" y="29"/>
                      <a:pt x="74" y="29"/>
                    </a:cubicBezTo>
                    <a:cubicBezTo>
                      <a:pt x="74" y="38"/>
                      <a:pt x="74" y="38"/>
                      <a:pt x="74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2"/>
                      <a:pt x="1" y="31"/>
                      <a:pt x="3" y="29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22" name="Freeform 1323">
                <a:extLst>
                  <a:ext uri="{FF2B5EF4-FFF2-40B4-BE49-F238E27FC236}">
                    <a16:creationId xmlns:a16="http://schemas.microsoft.com/office/drawing/2014/main" id="{6C57C1E6-2FDA-4F25-826B-10736BF127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2" y="1427"/>
                <a:ext cx="53" cy="26"/>
              </a:xfrm>
              <a:custGeom>
                <a:avLst/>
                <a:gdLst>
                  <a:gd name="T0" fmla="*/ 3 w 78"/>
                  <a:gd name="T1" fmla="*/ 29 h 38"/>
                  <a:gd name="T2" fmla="*/ 30 w 78"/>
                  <a:gd name="T3" fmla="*/ 8 h 38"/>
                  <a:gd name="T4" fmla="*/ 56 w 78"/>
                  <a:gd name="T5" fmla="*/ 21 h 38"/>
                  <a:gd name="T6" fmla="*/ 56 w 78"/>
                  <a:gd name="T7" fmla="*/ 29 h 38"/>
                  <a:gd name="T8" fmla="*/ 78 w 78"/>
                  <a:gd name="T9" fmla="*/ 29 h 38"/>
                  <a:gd name="T10" fmla="*/ 78 w 78"/>
                  <a:gd name="T11" fmla="*/ 38 h 38"/>
                  <a:gd name="T12" fmla="*/ 0 w 78"/>
                  <a:gd name="T13" fmla="*/ 38 h 38"/>
                  <a:gd name="T14" fmla="*/ 0 w 78"/>
                  <a:gd name="T15" fmla="*/ 35 h 38"/>
                  <a:gd name="T16" fmla="*/ 3 w 78"/>
                  <a:gd name="T17" fmla="*/ 2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8" h="38">
                    <a:moveTo>
                      <a:pt x="3" y="29"/>
                    </a:moveTo>
                    <a:cubicBezTo>
                      <a:pt x="7" y="25"/>
                      <a:pt x="19" y="17"/>
                      <a:pt x="30" y="8"/>
                    </a:cubicBezTo>
                    <a:cubicBezTo>
                      <a:pt x="40" y="0"/>
                      <a:pt x="56" y="8"/>
                      <a:pt x="56" y="21"/>
                    </a:cubicBezTo>
                    <a:cubicBezTo>
                      <a:pt x="56" y="29"/>
                      <a:pt x="56" y="29"/>
                      <a:pt x="56" y="29"/>
                    </a:cubicBezTo>
                    <a:cubicBezTo>
                      <a:pt x="78" y="29"/>
                      <a:pt x="78" y="29"/>
                      <a:pt x="78" y="29"/>
                    </a:cubicBezTo>
                    <a:cubicBezTo>
                      <a:pt x="78" y="38"/>
                      <a:pt x="78" y="38"/>
                      <a:pt x="78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2"/>
                      <a:pt x="1" y="31"/>
                      <a:pt x="3" y="29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23" name="Freeform 1324">
                <a:extLst>
                  <a:ext uri="{FF2B5EF4-FFF2-40B4-BE49-F238E27FC236}">
                    <a16:creationId xmlns:a16="http://schemas.microsoft.com/office/drawing/2014/main" id="{867B8536-4B4F-48DC-BF4B-2F70E42A54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7" y="1126"/>
                <a:ext cx="114" cy="12"/>
              </a:xfrm>
              <a:custGeom>
                <a:avLst/>
                <a:gdLst>
                  <a:gd name="T0" fmla="*/ 19 w 114"/>
                  <a:gd name="T1" fmla="*/ 12 h 12"/>
                  <a:gd name="T2" fmla="*/ 0 w 114"/>
                  <a:gd name="T3" fmla="*/ 2 h 12"/>
                  <a:gd name="T4" fmla="*/ 0 w 114"/>
                  <a:gd name="T5" fmla="*/ 1 h 12"/>
                  <a:gd name="T6" fmla="*/ 19 w 114"/>
                  <a:gd name="T7" fmla="*/ 11 h 12"/>
                  <a:gd name="T8" fmla="*/ 38 w 114"/>
                  <a:gd name="T9" fmla="*/ 0 h 12"/>
                  <a:gd name="T10" fmla="*/ 57 w 114"/>
                  <a:gd name="T11" fmla="*/ 11 h 12"/>
                  <a:gd name="T12" fmla="*/ 76 w 114"/>
                  <a:gd name="T13" fmla="*/ 0 h 12"/>
                  <a:gd name="T14" fmla="*/ 96 w 114"/>
                  <a:gd name="T15" fmla="*/ 11 h 12"/>
                  <a:gd name="T16" fmla="*/ 113 w 114"/>
                  <a:gd name="T17" fmla="*/ 2 h 12"/>
                  <a:gd name="T18" fmla="*/ 114 w 114"/>
                  <a:gd name="T19" fmla="*/ 2 h 12"/>
                  <a:gd name="T20" fmla="*/ 96 w 114"/>
                  <a:gd name="T21" fmla="*/ 12 h 12"/>
                  <a:gd name="T22" fmla="*/ 76 w 114"/>
                  <a:gd name="T23" fmla="*/ 2 h 12"/>
                  <a:gd name="T24" fmla="*/ 57 w 114"/>
                  <a:gd name="T25" fmla="*/ 12 h 12"/>
                  <a:gd name="T26" fmla="*/ 38 w 114"/>
                  <a:gd name="T27" fmla="*/ 2 h 12"/>
                  <a:gd name="T28" fmla="*/ 19 w 114"/>
                  <a:gd name="T29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12">
                    <a:moveTo>
                      <a:pt x="19" y="12"/>
                    </a:moveTo>
                    <a:lnTo>
                      <a:pt x="0" y="2"/>
                    </a:lnTo>
                    <a:lnTo>
                      <a:pt x="0" y="1"/>
                    </a:lnTo>
                    <a:lnTo>
                      <a:pt x="19" y="11"/>
                    </a:lnTo>
                    <a:lnTo>
                      <a:pt x="38" y="0"/>
                    </a:lnTo>
                    <a:lnTo>
                      <a:pt x="57" y="11"/>
                    </a:lnTo>
                    <a:lnTo>
                      <a:pt x="76" y="0"/>
                    </a:lnTo>
                    <a:lnTo>
                      <a:pt x="96" y="11"/>
                    </a:lnTo>
                    <a:lnTo>
                      <a:pt x="113" y="2"/>
                    </a:lnTo>
                    <a:lnTo>
                      <a:pt x="114" y="2"/>
                    </a:lnTo>
                    <a:lnTo>
                      <a:pt x="96" y="12"/>
                    </a:lnTo>
                    <a:lnTo>
                      <a:pt x="76" y="2"/>
                    </a:lnTo>
                    <a:lnTo>
                      <a:pt x="57" y="12"/>
                    </a:lnTo>
                    <a:lnTo>
                      <a:pt x="38" y="2"/>
                    </a:lnTo>
                    <a:lnTo>
                      <a:pt x="19" y="12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24" name="Freeform 1325">
                <a:extLst>
                  <a:ext uri="{FF2B5EF4-FFF2-40B4-BE49-F238E27FC236}">
                    <a16:creationId xmlns:a16="http://schemas.microsoft.com/office/drawing/2014/main" id="{4E71E9DA-303D-4F96-AC34-A58E7484EE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3" y="1112"/>
                <a:ext cx="109" cy="12"/>
              </a:xfrm>
              <a:custGeom>
                <a:avLst/>
                <a:gdLst>
                  <a:gd name="T0" fmla="*/ 17 w 109"/>
                  <a:gd name="T1" fmla="*/ 12 h 12"/>
                  <a:gd name="T2" fmla="*/ 0 w 109"/>
                  <a:gd name="T3" fmla="*/ 2 h 12"/>
                  <a:gd name="T4" fmla="*/ 0 w 109"/>
                  <a:gd name="T5" fmla="*/ 1 h 12"/>
                  <a:gd name="T6" fmla="*/ 17 w 109"/>
                  <a:gd name="T7" fmla="*/ 10 h 12"/>
                  <a:gd name="T8" fmla="*/ 36 w 109"/>
                  <a:gd name="T9" fmla="*/ 0 h 12"/>
                  <a:gd name="T10" fmla="*/ 56 w 109"/>
                  <a:gd name="T11" fmla="*/ 10 h 12"/>
                  <a:gd name="T12" fmla="*/ 75 w 109"/>
                  <a:gd name="T13" fmla="*/ 0 h 12"/>
                  <a:gd name="T14" fmla="*/ 94 w 109"/>
                  <a:gd name="T15" fmla="*/ 10 h 12"/>
                  <a:gd name="T16" fmla="*/ 109 w 109"/>
                  <a:gd name="T17" fmla="*/ 3 h 12"/>
                  <a:gd name="T18" fmla="*/ 109 w 109"/>
                  <a:gd name="T19" fmla="*/ 3 h 12"/>
                  <a:gd name="T20" fmla="*/ 94 w 109"/>
                  <a:gd name="T21" fmla="*/ 12 h 12"/>
                  <a:gd name="T22" fmla="*/ 75 w 109"/>
                  <a:gd name="T23" fmla="*/ 1 h 12"/>
                  <a:gd name="T24" fmla="*/ 56 w 109"/>
                  <a:gd name="T25" fmla="*/ 12 h 12"/>
                  <a:gd name="T26" fmla="*/ 36 w 109"/>
                  <a:gd name="T27" fmla="*/ 1 h 12"/>
                  <a:gd name="T28" fmla="*/ 17 w 109"/>
                  <a:gd name="T29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9" h="12">
                    <a:moveTo>
                      <a:pt x="17" y="12"/>
                    </a:moveTo>
                    <a:lnTo>
                      <a:pt x="0" y="2"/>
                    </a:lnTo>
                    <a:lnTo>
                      <a:pt x="0" y="1"/>
                    </a:lnTo>
                    <a:lnTo>
                      <a:pt x="17" y="10"/>
                    </a:lnTo>
                    <a:lnTo>
                      <a:pt x="36" y="0"/>
                    </a:lnTo>
                    <a:lnTo>
                      <a:pt x="56" y="10"/>
                    </a:lnTo>
                    <a:lnTo>
                      <a:pt x="75" y="0"/>
                    </a:lnTo>
                    <a:lnTo>
                      <a:pt x="94" y="10"/>
                    </a:lnTo>
                    <a:lnTo>
                      <a:pt x="109" y="3"/>
                    </a:lnTo>
                    <a:lnTo>
                      <a:pt x="109" y="3"/>
                    </a:lnTo>
                    <a:lnTo>
                      <a:pt x="94" y="12"/>
                    </a:lnTo>
                    <a:lnTo>
                      <a:pt x="75" y="1"/>
                    </a:lnTo>
                    <a:lnTo>
                      <a:pt x="56" y="12"/>
                    </a:lnTo>
                    <a:lnTo>
                      <a:pt x="36" y="1"/>
                    </a:lnTo>
                    <a:lnTo>
                      <a:pt x="17" y="12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25" name="Freeform 1326">
                <a:extLst>
                  <a:ext uri="{FF2B5EF4-FFF2-40B4-BE49-F238E27FC236}">
                    <a16:creationId xmlns:a16="http://schemas.microsoft.com/office/drawing/2014/main" id="{CDC39F66-7358-45BF-B82E-77D2467040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4" y="1408"/>
                <a:ext cx="43" cy="39"/>
              </a:xfrm>
              <a:custGeom>
                <a:avLst/>
                <a:gdLst>
                  <a:gd name="T0" fmla="*/ 0 w 43"/>
                  <a:gd name="T1" fmla="*/ 39 h 39"/>
                  <a:gd name="T2" fmla="*/ 26 w 43"/>
                  <a:gd name="T3" fmla="*/ 39 h 39"/>
                  <a:gd name="T4" fmla="*/ 43 w 43"/>
                  <a:gd name="T5" fmla="*/ 0 h 39"/>
                  <a:gd name="T6" fmla="*/ 13 w 43"/>
                  <a:gd name="T7" fmla="*/ 0 h 39"/>
                  <a:gd name="T8" fmla="*/ 0 w 43"/>
                  <a:gd name="T9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39">
                    <a:moveTo>
                      <a:pt x="0" y="39"/>
                    </a:moveTo>
                    <a:lnTo>
                      <a:pt x="26" y="39"/>
                    </a:lnTo>
                    <a:lnTo>
                      <a:pt x="43" y="0"/>
                    </a:lnTo>
                    <a:lnTo>
                      <a:pt x="13" y="0"/>
                    </a:lnTo>
                    <a:lnTo>
                      <a:pt x="0" y="39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26" name="Freeform 1327">
                <a:extLst>
                  <a:ext uri="{FF2B5EF4-FFF2-40B4-BE49-F238E27FC236}">
                    <a16:creationId xmlns:a16="http://schemas.microsoft.com/office/drawing/2014/main" id="{526DCC0F-36B1-4655-8A82-C9193A5B3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5" y="1265"/>
                <a:ext cx="86" cy="143"/>
              </a:xfrm>
              <a:custGeom>
                <a:avLst/>
                <a:gdLst>
                  <a:gd name="T0" fmla="*/ 28 w 86"/>
                  <a:gd name="T1" fmla="*/ 8 h 143"/>
                  <a:gd name="T2" fmla="*/ 0 w 86"/>
                  <a:gd name="T3" fmla="*/ 143 h 143"/>
                  <a:gd name="T4" fmla="*/ 42 w 86"/>
                  <a:gd name="T5" fmla="*/ 143 h 143"/>
                  <a:gd name="T6" fmla="*/ 86 w 86"/>
                  <a:gd name="T7" fmla="*/ 0 h 143"/>
                  <a:gd name="T8" fmla="*/ 28 w 86"/>
                  <a:gd name="T9" fmla="*/ 8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143">
                    <a:moveTo>
                      <a:pt x="28" y="8"/>
                    </a:moveTo>
                    <a:lnTo>
                      <a:pt x="0" y="143"/>
                    </a:lnTo>
                    <a:lnTo>
                      <a:pt x="42" y="143"/>
                    </a:lnTo>
                    <a:lnTo>
                      <a:pt x="86" y="0"/>
                    </a:lnTo>
                    <a:lnTo>
                      <a:pt x="28" y="8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27" name="Freeform 1328">
                <a:extLst>
                  <a:ext uri="{FF2B5EF4-FFF2-40B4-BE49-F238E27FC236}">
                    <a16:creationId xmlns:a16="http://schemas.microsoft.com/office/drawing/2014/main" id="{DF829F8C-1E11-49B5-9F2A-4F4F91A22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7" y="1408"/>
                <a:ext cx="29" cy="8"/>
              </a:xfrm>
              <a:custGeom>
                <a:avLst/>
                <a:gdLst>
                  <a:gd name="T0" fmla="*/ 0 w 29"/>
                  <a:gd name="T1" fmla="*/ 0 h 8"/>
                  <a:gd name="T2" fmla="*/ 26 w 29"/>
                  <a:gd name="T3" fmla="*/ 8 h 8"/>
                  <a:gd name="T4" fmla="*/ 29 w 29"/>
                  <a:gd name="T5" fmla="*/ 0 h 8"/>
                  <a:gd name="T6" fmla="*/ 0 w 29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8">
                    <a:moveTo>
                      <a:pt x="0" y="0"/>
                    </a:moveTo>
                    <a:lnTo>
                      <a:pt x="26" y="8"/>
                    </a:lnTo>
                    <a:lnTo>
                      <a:pt x="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28" name="Freeform 1329">
                <a:extLst>
                  <a:ext uri="{FF2B5EF4-FFF2-40B4-BE49-F238E27FC236}">
                    <a16:creationId xmlns:a16="http://schemas.microsoft.com/office/drawing/2014/main" id="{C57D0E87-959B-42ED-B50E-C3FE8B2B2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1" y="1266"/>
                <a:ext cx="53" cy="142"/>
              </a:xfrm>
              <a:custGeom>
                <a:avLst/>
                <a:gdLst>
                  <a:gd name="T0" fmla="*/ 53 w 53"/>
                  <a:gd name="T1" fmla="*/ 0 h 142"/>
                  <a:gd name="T2" fmla="*/ 4 w 53"/>
                  <a:gd name="T3" fmla="*/ 3 h 142"/>
                  <a:gd name="T4" fmla="*/ 0 w 53"/>
                  <a:gd name="T5" fmla="*/ 142 h 142"/>
                  <a:gd name="T6" fmla="*/ 47 w 53"/>
                  <a:gd name="T7" fmla="*/ 142 h 142"/>
                  <a:gd name="T8" fmla="*/ 53 w 53"/>
                  <a:gd name="T9" fmla="*/ 0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" h="142">
                    <a:moveTo>
                      <a:pt x="53" y="0"/>
                    </a:moveTo>
                    <a:lnTo>
                      <a:pt x="4" y="3"/>
                    </a:lnTo>
                    <a:lnTo>
                      <a:pt x="0" y="142"/>
                    </a:lnTo>
                    <a:lnTo>
                      <a:pt x="47" y="142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29" name="Freeform 1330">
                <a:extLst>
                  <a:ext uri="{FF2B5EF4-FFF2-40B4-BE49-F238E27FC236}">
                    <a16:creationId xmlns:a16="http://schemas.microsoft.com/office/drawing/2014/main" id="{AC4D2737-93CE-41FC-A1B2-31183B991E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6" y="1408"/>
                <a:ext cx="32" cy="39"/>
              </a:xfrm>
              <a:custGeom>
                <a:avLst/>
                <a:gdLst>
                  <a:gd name="T0" fmla="*/ 0 w 32"/>
                  <a:gd name="T1" fmla="*/ 0 h 39"/>
                  <a:gd name="T2" fmla="*/ 4 w 32"/>
                  <a:gd name="T3" fmla="*/ 39 h 39"/>
                  <a:gd name="T4" fmla="*/ 29 w 32"/>
                  <a:gd name="T5" fmla="*/ 39 h 39"/>
                  <a:gd name="T6" fmla="*/ 32 w 32"/>
                  <a:gd name="T7" fmla="*/ 0 h 39"/>
                  <a:gd name="T8" fmla="*/ 0 w 3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39">
                    <a:moveTo>
                      <a:pt x="0" y="0"/>
                    </a:moveTo>
                    <a:lnTo>
                      <a:pt x="4" y="39"/>
                    </a:lnTo>
                    <a:lnTo>
                      <a:pt x="29" y="39"/>
                    </a:lnTo>
                    <a:lnTo>
                      <a:pt x="3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30" name="Freeform 1331">
                <a:extLst>
                  <a:ext uri="{FF2B5EF4-FFF2-40B4-BE49-F238E27FC236}">
                    <a16:creationId xmlns:a16="http://schemas.microsoft.com/office/drawing/2014/main" id="{7E29C596-0E84-4726-A26C-9C6C214974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6" y="1408"/>
                <a:ext cx="32" cy="8"/>
              </a:xfrm>
              <a:custGeom>
                <a:avLst/>
                <a:gdLst>
                  <a:gd name="T0" fmla="*/ 0 w 32"/>
                  <a:gd name="T1" fmla="*/ 0 h 8"/>
                  <a:gd name="T2" fmla="*/ 32 w 32"/>
                  <a:gd name="T3" fmla="*/ 0 h 8"/>
                  <a:gd name="T4" fmla="*/ 1 w 32"/>
                  <a:gd name="T5" fmla="*/ 8 h 8"/>
                  <a:gd name="T6" fmla="*/ 0 w 32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" h="8">
                    <a:moveTo>
                      <a:pt x="0" y="0"/>
                    </a:moveTo>
                    <a:lnTo>
                      <a:pt x="32" y="0"/>
                    </a:lnTo>
                    <a:lnTo>
                      <a:pt x="1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31" name="Freeform 1332">
                <a:extLst>
                  <a:ext uri="{FF2B5EF4-FFF2-40B4-BE49-F238E27FC236}">
                    <a16:creationId xmlns:a16="http://schemas.microsoft.com/office/drawing/2014/main" id="{26E7AB5F-696E-4C6A-8711-36235581A6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3" y="1141"/>
                <a:ext cx="128" cy="133"/>
              </a:xfrm>
              <a:custGeom>
                <a:avLst/>
                <a:gdLst>
                  <a:gd name="T0" fmla="*/ 177 w 188"/>
                  <a:gd name="T1" fmla="*/ 184 h 195"/>
                  <a:gd name="T2" fmla="*/ 180 w 188"/>
                  <a:gd name="T3" fmla="*/ 44 h 195"/>
                  <a:gd name="T4" fmla="*/ 169 w 188"/>
                  <a:gd name="T5" fmla="*/ 1 h 195"/>
                  <a:gd name="T6" fmla="*/ 32 w 188"/>
                  <a:gd name="T7" fmla="*/ 0 h 195"/>
                  <a:gd name="T8" fmla="*/ 0 w 188"/>
                  <a:gd name="T9" fmla="*/ 194 h 195"/>
                  <a:gd name="T10" fmla="*/ 81 w 188"/>
                  <a:gd name="T11" fmla="*/ 190 h 195"/>
                  <a:gd name="T12" fmla="*/ 112 w 188"/>
                  <a:gd name="T13" fmla="*/ 122 h 195"/>
                  <a:gd name="T14" fmla="*/ 105 w 188"/>
                  <a:gd name="T15" fmla="*/ 195 h 195"/>
                  <a:gd name="T16" fmla="*/ 177 w 188"/>
                  <a:gd name="T17" fmla="*/ 184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8" h="195">
                    <a:moveTo>
                      <a:pt x="177" y="184"/>
                    </a:moveTo>
                    <a:cubicBezTo>
                      <a:pt x="177" y="184"/>
                      <a:pt x="188" y="78"/>
                      <a:pt x="180" y="44"/>
                    </a:cubicBezTo>
                    <a:cubicBezTo>
                      <a:pt x="178" y="33"/>
                      <a:pt x="169" y="1"/>
                      <a:pt x="169" y="1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0" y="194"/>
                      <a:pt x="0" y="194"/>
                      <a:pt x="0" y="194"/>
                    </a:cubicBezTo>
                    <a:cubicBezTo>
                      <a:pt x="81" y="190"/>
                      <a:pt x="81" y="190"/>
                      <a:pt x="81" y="190"/>
                    </a:cubicBezTo>
                    <a:cubicBezTo>
                      <a:pt x="112" y="122"/>
                      <a:pt x="112" y="122"/>
                      <a:pt x="112" y="122"/>
                    </a:cubicBezTo>
                    <a:cubicBezTo>
                      <a:pt x="105" y="195"/>
                      <a:pt x="105" y="195"/>
                      <a:pt x="105" y="195"/>
                    </a:cubicBezTo>
                    <a:lnTo>
                      <a:pt x="177" y="184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32" name="Freeform 1333">
                <a:extLst>
                  <a:ext uri="{FF2B5EF4-FFF2-40B4-BE49-F238E27FC236}">
                    <a16:creationId xmlns:a16="http://schemas.microsoft.com/office/drawing/2014/main" id="{1E03DAE0-27D0-4C97-8204-3B100ADA67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0" y="1187"/>
                <a:ext cx="18" cy="35"/>
              </a:xfrm>
              <a:custGeom>
                <a:avLst/>
                <a:gdLst>
                  <a:gd name="T0" fmla="*/ 26 w 26"/>
                  <a:gd name="T1" fmla="*/ 0 h 51"/>
                  <a:gd name="T2" fmla="*/ 8 w 26"/>
                  <a:gd name="T3" fmla="*/ 34 h 51"/>
                  <a:gd name="T4" fmla="*/ 0 w 26"/>
                  <a:gd name="T5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6" h="51">
                    <a:moveTo>
                      <a:pt x="26" y="0"/>
                    </a:moveTo>
                    <a:cubicBezTo>
                      <a:pt x="26" y="0"/>
                      <a:pt x="15" y="28"/>
                      <a:pt x="8" y="34"/>
                    </a:cubicBezTo>
                    <a:cubicBezTo>
                      <a:pt x="0" y="40"/>
                      <a:pt x="0" y="51"/>
                      <a:pt x="0" y="51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33" name="Freeform 1334">
                <a:extLst>
                  <a:ext uri="{FF2B5EF4-FFF2-40B4-BE49-F238E27FC236}">
                    <a16:creationId xmlns:a16="http://schemas.microsoft.com/office/drawing/2014/main" id="{4D2B6836-E40B-4A6A-96EF-B130ECDAE4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4" y="1141"/>
                <a:ext cx="94" cy="13"/>
              </a:xfrm>
              <a:custGeom>
                <a:avLst/>
                <a:gdLst>
                  <a:gd name="T0" fmla="*/ 94 w 94"/>
                  <a:gd name="T1" fmla="*/ 1 h 13"/>
                  <a:gd name="T2" fmla="*/ 0 w 94"/>
                  <a:gd name="T3" fmla="*/ 13 h 13"/>
                  <a:gd name="T4" fmla="*/ 1 w 94"/>
                  <a:gd name="T5" fmla="*/ 0 h 13"/>
                  <a:gd name="T6" fmla="*/ 94 w 94"/>
                  <a:gd name="T7" fmla="*/ 1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4" h="13">
                    <a:moveTo>
                      <a:pt x="94" y="1"/>
                    </a:moveTo>
                    <a:lnTo>
                      <a:pt x="0" y="13"/>
                    </a:lnTo>
                    <a:lnTo>
                      <a:pt x="1" y="0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34" name="Freeform 1335">
                <a:extLst>
                  <a:ext uri="{FF2B5EF4-FFF2-40B4-BE49-F238E27FC236}">
                    <a16:creationId xmlns:a16="http://schemas.microsoft.com/office/drawing/2014/main" id="{B3A9553E-BD5D-44A5-97E0-164FB34D3C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4" y="1052"/>
                <a:ext cx="6" cy="49"/>
              </a:xfrm>
              <a:custGeom>
                <a:avLst/>
                <a:gdLst>
                  <a:gd name="T0" fmla="*/ 0 w 9"/>
                  <a:gd name="T1" fmla="*/ 72 h 72"/>
                  <a:gd name="T2" fmla="*/ 9 w 9"/>
                  <a:gd name="T3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" h="72">
                    <a:moveTo>
                      <a:pt x="0" y="72"/>
                    </a:moveTo>
                    <a:cubicBezTo>
                      <a:pt x="0" y="72"/>
                      <a:pt x="6" y="15"/>
                      <a:pt x="9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35" name="Freeform 1336">
                <a:extLst>
                  <a:ext uri="{FF2B5EF4-FFF2-40B4-BE49-F238E27FC236}">
                    <a16:creationId xmlns:a16="http://schemas.microsoft.com/office/drawing/2014/main" id="{BDEBDD7C-9F29-44C5-82FA-A147AB7949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9" y="1145"/>
                <a:ext cx="11" cy="26"/>
              </a:xfrm>
              <a:custGeom>
                <a:avLst/>
                <a:gdLst>
                  <a:gd name="T0" fmla="*/ 11 w 11"/>
                  <a:gd name="T1" fmla="*/ 21 h 26"/>
                  <a:gd name="T2" fmla="*/ 7 w 11"/>
                  <a:gd name="T3" fmla="*/ 26 h 26"/>
                  <a:gd name="T4" fmla="*/ 0 w 11"/>
                  <a:gd name="T5" fmla="*/ 0 h 26"/>
                  <a:gd name="T6" fmla="*/ 11 w 11"/>
                  <a:gd name="T7" fmla="*/ 2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26">
                    <a:moveTo>
                      <a:pt x="11" y="21"/>
                    </a:moveTo>
                    <a:lnTo>
                      <a:pt x="7" y="26"/>
                    </a:lnTo>
                    <a:lnTo>
                      <a:pt x="0" y="0"/>
                    </a:lnTo>
                    <a:lnTo>
                      <a:pt x="11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36" name="Freeform 1337">
                <a:extLst>
                  <a:ext uri="{FF2B5EF4-FFF2-40B4-BE49-F238E27FC236}">
                    <a16:creationId xmlns:a16="http://schemas.microsoft.com/office/drawing/2014/main" id="{5048E9A4-BEF5-4C98-B233-F74E5EA0DC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0" y="1078"/>
                <a:ext cx="14" cy="64"/>
              </a:xfrm>
              <a:custGeom>
                <a:avLst/>
                <a:gdLst>
                  <a:gd name="T0" fmla="*/ 4 w 14"/>
                  <a:gd name="T1" fmla="*/ 0 h 64"/>
                  <a:gd name="T2" fmla="*/ 14 w 14"/>
                  <a:gd name="T3" fmla="*/ 64 h 64"/>
                  <a:gd name="T4" fmla="*/ 0 w 14"/>
                  <a:gd name="T5" fmla="*/ 64 h 64"/>
                  <a:gd name="T6" fmla="*/ 4 w 14"/>
                  <a:gd name="T7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" h="64">
                    <a:moveTo>
                      <a:pt x="4" y="0"/>
                    </a:moveTo>
                    <a:lnTo>
                      <a:pt x="14" y="64"/>
                    </a:lnTo>
                    <a:lnTo>
                      <a:pt x="0" y="64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37" name="Freeform 1338">
                <a:extLst>
                  <a:ext uri="{FF2B5EF4-FFF2-40B4-BE49-F238E27FC236}">
                    <a16:creationId xmlns:a16="http://schemas.microsoft.com/office/drawing/2014/main" id="{3587084B-3165-42F7-BEE8-E3B04662FF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9" y="1170"/>
                <a:ext cx="16" cy="39"/>
              </a:xfrm>
              <a:custGeom>
                <a:avLst/>
                <a:gdLst>
                  <a:gd name="T0" fmla="*/ 9 w 23"/>
                  <a:gd name="T1" fmla="*/ 58 h 58"/>
                  <a:gd name="T2" fmla="*/ 6 w 23"/>
                  <a:gd name="T3" fmla="*/ 21 h 58"/>
                  <a:gd name="T4" fmla="*/ 23 w 23"/>
                  <a:gd name="T5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3" h="58">
                    <a:moveTo>
                      <a:pt x="9" y="58"/>
                    </a:moveTo>
                    <a:cubicBezTo>
                      <a:pt x="9" y="56"/>
                      <a:pt x="0" y="27"/>
                      <a:pt x="6" y="21"/>
                    </a:cubicBezTo>
                    <a:cubicBezTo>
                      <a:pt x="13" y="15"/>
                      <a:pt x="23" y="0"/>
                      <a:pt x="23" y="0"/>
                    </a:cubicBezTo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38" name="Freeform 1339">
                <a:extLst>
                  <a:ext uri="{FF2B5EF4-FFF2-40B4-BE49-F238E27FC236}">
                    <a16:creationId xmlns:a16="http://schemas.microsoft.com/office/drawing/2014/main" id="{F0948D24-74B6-4900-B7E3-8FE5365508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2" y="1157"/>
                <a:ext cx="22" cy="29"/>
              </a:xfrm>
              <a:custGeom>
                <a:avLst/>
                <a:gdLst>
                  <a:gd name="T0" fmla="*/ 32 w 32"/>
                  <a:gd name="T1" fmla="*/ 0 h 42"/>
                  <a:gd name="T2" fmla="*/ 0 w 32"/>
                  <a:gd name="T3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2" h="42">
                    <a:moveTo>
                      <a:pt x="32" y="0"/>
                    </a:moveTo>
                    <a:cubicBezTo>
                      <a:pt x="32" y="0"/>
                      <a:pt x="19" y="38"/>
                      <a:pt x="0" y="42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39" name="Freeform 1340">
                <a:extLst>
                  <a:ext uri="{FF2B5EF4-FFF2-40B4-BE49-F238E27FC236}">
                    <a16:creationId xmlns:a16="http://schemas.microsoft.com/office/drawing/2014/main" id="{AEAE352C-D9D4-45ED-8EE4-E6D91CF9F6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0" y="1162"/>
                <a:ext cx="19" cy="21"/>
              </a:xfrm>
              <a:custGeom>
                <a:avLst/>
                <a:gdLst>
                  <a:gd name="T0" fmla="*/ 0 w 19"/>
                  <a:gd name="T1" fmla="*/ 11 h 21"/>
                  <a:gd name="T2" fmla="*/ 5 w 19"/>
                  <a:gd name="T3" fmla="*/ 21 h 21"/>
                  <a:gd name="T4" fmla="*/ 19 w 19"/>
                  <a:gd name="T5" fmla="*/ 5 h 21"/>
                  <a:gd name="T6" fmla="*/ 19 w 19"/>
                  <a:gd name="T7" fmla="*/ 0 h 21"/>
                  <a:gd name="T8" fmla="*/ 0 w 19"/>
                  <a:gd name="T9" fmla="*/ 1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1">
                    <a:moveTo>
                      <a:pt x="0" y="11"/>
                    </a:moveTo>
                    <a:lnTo>
                      <a:pt x="5" y="21"/>
                    </a:lnTo>
                    <a:lnTo>
                      <a:pt x="19" y="5"/>
                    </a:lnTo>
                    <a:lnTo>
                      <a:pt x="19" y="0"/>
                    </a:lnTo>
                    <a:lnTo>
                      <a:pt x="0" y="11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40" name="Freeform 1341">
                <a:extLst>
                  <a:ext uri="{FF2B5EF4-FFF2-40B4-BE49-F238E27FC236}">
                    <a16:creationId xmlns:a16="http://schemas.microsoft.com/office/drawing/2014/main" id="{F898D013-48BA-418E-9E8D-CCADBC0E2D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8" y="1010"/>
                <a:ext cx="176" cy="163"/>
              </a:xfrm>
              <a:custGeom>
                <a:avLst/>
                <a:gdLst>
                  <a:gd name="T0" fmla="*/ 252 w 258"/>
                  <a:gd name="T1" fmla="*/ 120 h 239"/>
                  <a:gd name="T2" fmla="*/ 246 w 258"/>
                  <a:gd name="T3" fmla="*/ 104 h 239"/>
                  <a:gd name="T4" fmla="*/ 201 w 258"/>
                  <a:gd name="T5" fmla="*/ 33 h 239"/>
                  <a:gd name="T6" fmla="*/ 201 w 258"/>
                  <a:gd name="T7" fmla="*/ 32 h 239"/>
                  <a:gd name="T8" fmla="*/ 153 w 258"/>
                  <a:gd name="T9" fmla="*/ 0 h 239"/>
                  <a:gd name="T10" fmla="*/ 129 w 258"/>
                  <a:gd name="T11" fmla="*/ 0 h 239"/>
                  <a:gd name="T12" fmla="*/ 107 w 258"/>
                  <a:gd name="T13" fmla="*/ 1 h 239"/>
                  <a:gd name="T14" fmla="*/ 89 w 258"/>
                  <a:gd name="T15" fmla="*/ 3 h 239"/>
                  <a:gd name="T16" fmla="*/ 45 w 258"/>
                  <a:gd name="T17" fmla="*/ 13 h 239"/>
                  <a:gd name="T18" fmla="*/ 17 w 258"/>
                  <a:gd name="T19" fmla="*/ 54 h 239"/>
                  <a:gd name="T20" fmla="*/ 12 w 258"/>
                  <a:gd name="T21" fmla="*/ 109 h 239"/>
                  <a:gd name="T22" fmla="*/ 6 w 258"/>
                  <a:gd name="T23" fmla="*/ 160 h 239"/>
                  <a:gd name="T24" fmla="*/ 17 w 258"/>
                  <a:gd name="T25" fmla="*/ 239 h 239"/>
                  <a:gd name="T26" fmla="*/ 47 w 258"/>
                  <a:gd name="T27" fmla="*/ 226 h 239"/>
                  <a:gd name="T28" fmla="*/ 51 w 258"/>
                  <a:gd name="T29" fmla="*/ 194 h 239"/>
                  <a:gd name="T30" fmla="*/ 178 w 258"/>
                  <a:gd name="T31" fmla="*/ 193 h 239"/>
                  <a:gd name="T32" fmla="*/ 178 w 258"/>
                  <a:gd name="T33" fmla="*/ 174 h 239"/>
                  <a:gd name="T34" fmla="*/ 187 w 258"/>
                  <a:gd name="T35" fmla="*/ 115 h 239"/>
                  <a:gd name="T36" fmla="*/ 200 w 258"/>
                  <a:gd name="T37" fmla="*/ 143 h 239"/>
                  <a:gd name="T38" fmla="*/ 179 w 258"/>
                  <a:gd name="T39" fmla="*/ 199 h 239"/>
                  <a:gd name="T40" fmla="*/ 194 w 258"/>
                  <a:gd name="T41" fmla="*/ 230 h 239"/>
                  <a:gd name="T42" fmla="*/ 233 w 258"/>
                  <a:gd name="T43" fmla="*/ 188 h 239"/>
                  <a:gd name="T44" fmla="*/ 252 w 258"/>
                  <a:gd name="T45" fmla="*/ 120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58" h="239">
                    <a:moveTo>
                      <a:pt x="252" y="120"/>
                    </a:moveTo>
                    <a:cubicBezTo>
                      <a:pt x="252" y="114"/>
                      <a:pt x="250" y="109"/>
                      <a:pt x="246" y="104"/>
                    </a:cubicBezTo>
                    <a:cubicBezTo>
                      <a:pt x="201" y="33"/>
                      <a:pt x="201" y="33"/>
                      <a:pt x="201" y="33"/>
                    </a:cubicBezTo>
                    <a:cubicBezTo>
                      <a:pt x="201" y="33"/>
                      <a:pt x="201" y="32"/>
                      <a:pt x="201" y="32"/>
                    </a:cubicBezTo>
                    <a:cubicBezTo>
                      <a:pt x="195" y="21"/>
                      <a:pt x="182" y="2"/>
                      <a:pt x="153" y="0"/>
                    </a:cubicBezTo>
                    <a:cubicBezTo>
                      <a:pt x="146" y="0"/>
                      <a:pt x="137" y="0"/>
                      <a:pt x="129" y="0"/>
                    </a:cubicBezTo>
                    <a:cubicBezTo>
                      <a:pt x="107" y="1"/>
                      <a:pt x="107" y="1"/>
                      <a:pt x="107" y="1"/>
                    </a:cubicBezTo>
                    <a:cubicBezTo>
                      <a:pt x="89" y="3"/>
                      <a:pt x="89" y="3"/>
                      <a:pt x="89" y="3"/>
                    </a:cubicBezTo>
                    <a:cubicBezTo>
                      <a:pt x="71" y="5"/>
                      <a:pt x="55" y="9"/>
                      <a:pt x="45" y="13"/>
                    </a:cubicBezTo>
                    <a:cubicBezTo>
                      <a:pt x="27" y="20"/>
                      <a:pt x="18" y="38"/>
                      <a:pt x="17" y="54"/>
                    </a:cubicBezTo>
                    <a:cubicBezTo>
                      <a:pt x="16" y="68"/>
                      <a:pt x="14" y="89"/>
                      <a:pt x="12" y="109"/>
                    </a:cubicBezTo>
                    <a:cubicBezTo>
                      <a:pt x="11" y="128"/>
                      <a:pt x="7" y="149"/>
                      <a:pt x="6" y="160"/>
                    </a:cubicBezTo>
                    <a:cubicBezTo>
                      <a:pt x="0" y="220"/>
                      <a:pt x="17" y="239"/>
                      <a:pt x="17" y="239"/>
                    </a:cubicBezTo>
                    <a:cubicBezTo>
                      <a:pt x="47" y="226"/>
                      <a:pt x="47" y="226"/>
                      <a:pt x="47" y="226"/>
                    </a:cubicBezTo>
                    <a:cubicBezTo>
                      <a:pt x="51" y="194"/>
                      <a:pt x="51" y="194"/>
                      <a:pt x="51" y="194"/>
                    </a:cubicBezTo>
                    <a:cubicBezTo>
                      <a:pt x="178" y="193"/>
                      <a:pt x="178" y="193"/>
                      <a:pt x="178" y="193"/>
                    </a:cubicBezTo>
                    <a:cubicBezTo>
                      <a:pt x="178" y="174"/>
                      <a:pt x="178" y="174"/>
                      <a:pt x="178" y="174"/>
                    </a:cubicBezTo>
                    <a:cubicBezTo>
                      <a:pt x="187" y="115"/>
                      <a:pt x="187" y="115"/>
                      <a:pt x="187" y="115"/>
                    </a:cubicBezTo>
                    <a:cubicBezTo>
                      <a:pt x="200" y="143"/>
                      <a:pt x="200" y="143"/>
                      <a:pt x="200" y="143"/>
                    </a:cubicBezTo>
                    <a:cubicBezTo>
                      <a:pt x="179" y="199"/>
                      <a:pt x="179" y="199"/>
                      <a:pt x="179" y="199"/>
                    </a:cubicBezTo>
                    <a:cubicBezTo>
                      <a:pt x="194" y="230"/>
                      <a:pt x="194" y="230"/>
                      <a:pt x="194" y="230"/>
                    </a:cubicBezTo>
                    <a:cubicBezTo>
                      <a:pt x="194" y="230"/>
                      <a:pt x="210" y="220"/>
                      <a:pt x="233" y="188"/>
                    </a:cubicBezTo>
                    <a:cubicBezTo>
                      <a:pt x="258" y="152"/>
                      <a:pt x="256" y="130"/>
                      <a:pt x="252" y="1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41" name="Line 1342">
                <a:extLst>
                  <a:ext uri="{FF2B5EF4-FFF2-40B4-BE49-F238E27FC236}">
                    <a16:creationId xmlns:a16="http://schemas.microsoft.com/office/drawing/2014/main" id="{A4BDB06C-B805-4F0E-99ED-776C1EBF29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085" y="1107"/>
                <a:ext cx="6" cy="8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42" name="Freeform 1343">
                <a:extLst>
                  <a:ext uri="{FF2B5EF4-FFF2-40B4-BE49-F238E27FC236}">
                    <a16:creationId xmlns:a16="http://schemas.microsoft.com/office/drawing/2014/main" id="{D2FB1600-A4FF-438E-AB34-8FE06CDCB9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1" y="1078"/>
                <a:ext cx="10" cy="39"/>
              </a:xfrm>
              <a:custGeom>
                <a:avLst/>
                <a:gdLst>
                  <a:gd name="T0" fmla="*/ 14 w 14"/>
                  <a:gd name="T1" fmla="*/ 0 h 57"/>
                  <a:gd name="T2" fmla="*/ 7 w 14"/>
                  <a:gd name="T3" fmla="*/ 44 h 57"/>
                  <a:gd name="T4" fmla="*/ 0 w 14"/>
                  <a:gd name="T5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57">
                    <a:moveTo>
                      <a:pt x="14" y="0"/>
                    </a:moveTo>
                    <a:cubicBezTo>
                      <a:pt x="14" y="0"/>
                      <a:pt x="12" y="37"/>
                      <a:pt x="7" y="44"/>
                    </a:cubicBezTo>
                    <a:cubicBezTo>
                      <a:pt x="4" y="50"/>
                      <a:pt x="0" y="57"/>
                      <a:pt x="0" y="57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43" name="Freeform 1344">
                <a:extLst>
                  <a:ext uri="{FF2B5EF4-FFF2-40B4-BE49-F238E27FC236}">
                    <a16:creationId xmlns:a16="http://schemas.microsoft.com/office/drawing/2014/main" id="{5F4EEFE7-11F7-4F93-B9FC-66497D35F8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7" y="1045"/>
                <a:ext cx="103" cy="89"/>
              </a:xfrm>
              <a:custGeom>
                <a:avLst/>
                <a:gdLst>
                  <a:gd name="T0" fmla="*/ 1 w 151"/>
                  <a:gd name="T1" fmla="*/ 125 h 131"/>
                  <a:gd name="T2" fmla="*/ 17 w 151"/>
                  <a:gd name="T3" fmla="*/ 0 h 131"/>
                  <a:gd name="T4" fmla="*/ 151 w 151"/>
                  <a:gd name="T5" fmla="*/ 0 h 131"/>
                  <a:gd name="T6" fmla="*/ 136 w 151"/>
                  <a:gd name="T7" fmla="*/ 131 h 131"/>
                  <a:gd name="T8" fmla="*/ 0 w 151"/>
                  <a:gd name="T9" fmla="*/ 128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1" h="131">
                    <a:moveTo>
                      <a:pt x="1" y="125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151" y="0"/>
                      <a:pt x="151" y="0"/>
                      <a:pt x="151" y="0"/>
                    </a:cubicBezTo>
                    <a:cubicBezTo>
                      <a:pt x="136" y="131"/>
                      <a:pt x="136" y="131"/>
                      <a:pt x="136" y="131"/>
                    </a:cubicBezTo>
                    <a:cubicBezTo>
                      <a:pt x="136" y="131"/>
                      <a:pt x="5" y="127"/>
                      <a:pt x="0" y="128"/>
                    </a:cubicBezTo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44" name="Freeform 1345">
                <a:extLst>
                  <a:ext uri="{FF2B5EF4-FFF2-40B4-BE49-F238E27FC236}">
                    <a16:creationId xmlns:a16="http://schemas.microsoft.com/office/drawing/2014/main" id="{D1B2FF65-2ECF-4070-B22E-A0112346BA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4" y="985"/>
                <a:ext cx="4" cy="3"/>
              </a:xfrm>
              <a:custGeom>
                <a:avLst/>
                <a:gdLst>
                  <a:gd name="T0" fmla="*/ 0 w 7"/>
                  <a:gd name="T1" fmla="*/ 3 h 4"/>
                  <a:gd name="T2" fmla="*/ 7 w 7"/>
                  <a:gd name="T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" h="4">
                    <a:moveTo>
                      <a:pt x="0" y="3"/>
                    </a:moveTo>
                    <a:cubicBezTo>
                      <a:pt x="0" y="3"/>
                      <a:pt x="2" y="4"/>
                      <a:pt x="7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45" name="Line 1346">
                <a:extLst>
                  <a:ext uri="{FF2B5EF4-FFF2-40B4-BE49-F238E27FC236}">
                    <a16:creationId xmlns:a16="http://schemas.microsoft.com/office/drawing/2014/main" id="{BAD1E968-9693-42AF-8361-1DFCC8C86D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2" y="1073"/>
                <a:ext cx="32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46" name="Line 1347">
                <a:extLst>
                  <a:ext uri="{FF2B5EF4-FFF2-40B4-BE49-F238E27FC236}">
                    <a16:creationId xmlns:a16="http://schemas.microsoft.com/office/drawing/2014/main" id="{DAE279A8-CC55-4117-AB95-BC1945E104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2" y="1065"/>
                <a:ext cx="31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47" name="Freeform 1348">
                <a:extLst>
                  <a:ext uri="{FF2B5EF4-FFF2-40B4-BE49-F238E27FC236}">
                    <a16:creationId xmlns:a16="http://schemas.microsoft.com/office/drawing/2014/main" id="{743460F3-59F5-43F1-90B5-25D338BAAD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1" y="1044"/>
                <a:ext cx="36" cy="9"/>
              </a:xfrm>
              <a:custGeom>
                <a:avLst/>
                <a:gdLst>
                  <a:gd name="T0" fmla="*/ 36 w 36"/>
                  <a:gd name="T1" fmla="*/ 9 h 9"/>
                  <a:gd name="T2" fmla="*/ 1 w 36"/>
                  <a:gd name="T3" fmla="*/ 9 h 9"/>
                  <a:gd name="T4" fmla="*/ 0 w 36"/>
                  <a:gd name="T5" fmla="*/ 0 h 9"/>
                  <a:gd name="T6" fmla="*/ 35 w 36"/>
                  <a:gd name="T7" fmla="*/ 0 h 9"/>
                  <a:gd name="T8" fmla="*/ 36 w 36"/>
                  <a:gd name="T9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9">
                    <a:moveTo>
                      <a:pt x="36" y="9"/>
                    </a:moveTo>
                    <a:lnTo>
                      <a:pt x="1" y="9"/>
                    </a:lnTo>
                    <a:lnTo>
                      <a:pt x="0" y="0"/>
                    </a:lnTo>
                    <a:lnTo>
                      <a:pt x="35" y="0"/>
                    </a:lnTo>
                    <a:lnTo>
                      <a:pt x="36" y="9"/>
                    </a:lnTo>
                    <a:close/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48" name="Freeform 1349">
                <a:extLst>
                  <a:ext uri="{FF2B5EF4-FFF2-40B4-BE49-F238E27FC236}">
                    <a16:creationId xmlns:a16="http://schemas.microsoft.com/office/drawing/2014/main" id="{58F43D8C-2C9C-4B9E-9C63-240892E6BA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" y="741"/>
                <a:ext cx="451" cy="384"/>
              </a:xfrm>
              <a:custGeom>
                <a:avLst/>
                <a:gdLst>
                  <a:gd name="T0" fmla="*/ 663 w 663"/>
                  <a:gd name="T1" fmla="*/ 564 h 564"/>
                  <a:gd name="T2" fmla="*/ 0 w 663"/>
                  <a:gd name="T3" fmla="*/ 564 h 564"/>
                  <a:gd name="T4" fmla="*/ 0 w 663"/>
                  <a:gd name="T5" fmla="*/ 327 h 564"/>
                  <a:gd name="T6" fmla="*/ 327 w 663"/>
                  <a:gd name="T7" fmla="*/ 0 h 564"/>
                  <a:gd name="T8" fmla="*/ 337 w 663"/>
                  <a:gd name="T9" fmla="*/ 0 h 564"/>
                  <a:gd name="T10" fmla="*/ 663 w 663"/>
                  <a:gd name="T11" fmla="*/ 327 h 564"/>
                  <a:gd name="T12" fmla="*/ 663 w 663"/>
                  <a:gd name="T13" fmla="*/ 564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63" h="564">
                    <a:moveTo>
                      <a:pt x="663" y="564"/>
                    </a:moveTo>
                    <a:cubicBezTo>
                      <a:pt x="0" y="564"/>
                      <a:pt x="0" y="564"/>
                      <a:pt x="0" y="564"/>
                    </a:cubicBezTo>
                    <a:cubicBezTo>
                      <a:pt x="0" y="327"/>
                      <a:pt x="0" y="327"/>
                      <a:pt x="0" y="327"/>
                    </a:cubicBezTo>
                    <a:cubicBezTo>
                      <a:pt x="0" y="147"/>
                      <a:pt x="147" y="0"/>
                      <a:pt x="327" y="0"/>
                    </a:cubicBezTo>
                    <a:cubicBezTo>
                      <a:pt x="337" y="0"/>
                      <a:pt x="337" y="0"/>
                      <a:pt x="337" y="0"/>
                    </a:cubicBezTo>
                    <a:cubicBezTo>
                      <a:pt x="517" y="0"/>
                      <a:pt x="663" y="147"/>
                      <a:pt x="663" y="327"/>
                    </a:cubicBezTo>
                    <a:lnTo>
                      <a:pt x="663" y="564"/>
                    </a:lnTo>
                    <a:close/>
                  </a:path>
                </a:pathLst>
              </a:cu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49" name="Rectangle 1350">
                <a:extLst>
                  <a:ext uri="{FF2B5EF4-FFF2-40B4-BE49-F238E27FC236}">
                    <a16:creationId xmlns:a16="http://schemas.microsoft.com/office/drawing/2014/main" id="{686213D6-C8D8-479C-9858-A48BA5403A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9" y="1228"/>
                <a:ext cx="452" cy="383"/>
              </a:xfrm>
              <a:prstGeom prst="rect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50" name="Freeform 1351">
                <a:extLst>
                  <a:ext uri="{FF2B5EF4-FFF2-40B4-BE49-F238E27FC236}">
                    <a16:creationId xmlns:a16="http://schemas.microsoft.com/office/drawing/2014/main" id="{7A3D5D04-5B67-490F-8BED-D64F8FA1D9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2" y="1323"/>
                <a:ext cx="256" cy="482"/>
              </a:xfrm>
              <a:custGeom>
                <a:avLst/>
                <a:gdLst>
                  <a:gd name="T0" fmla="*/ 331 w 376"/>
                  <a:gd name="T1" fmla="*/ 256 h 708"/>
                  <a:gd name="T2" fmla="*/ 331 w 376"/>
                  <a:gd name="T3" fmla="*/ 183 h 708"/>
                  <a:gd name="T4" fmla="*/ 268 w 376"/>
                  <a:gd name="T5" fmla="*/ 55 h 708"/>
                  <a:gd name="T6" fmla="*/ 188 w 376"/>
                  <a:gd name="T7" fmla="*/ 0 h 708"/>
                  <a:gd name="T8" fmla="*/ 188 w 376"/>
                  <a:gd name="T9" fmla="*/ 0 h 708"/>
                  <a:gd name="T10" fmla="*/ 107 w 376"/>
                  <a:gd name="T11" fmla="*/ 54 h 708"/>
                  <a:gd name="T12" fmla="*/ 45 w 376"/>
                  <a:gd name="T13" fmla="*/ 183 h 708"/>
                  <a:gd name="T14" fmla="*/ 45 w 376"/>
                  <a:gd name="T15" fmla="*/ 256 h 708"/>
                  <a:gd name="T16" fmla="*/ 0 w 376"/>
                  <a:gd name="T17" fmla="*/ 256 h 708"/>
                  <a:gd name="T18" fmla="*/ 0 w 376"/>
                  <a:gd name="T19" fmla="*/ 708 h 708"/>
                  <a:gd name="T20" fmla="*/ 187 w 376"/>
                  <a:gd name="T21" fmla="*/ 708 h 708"/>
                  <a:gd name="T22" fmla="*/ 188 w 376"/>
                  <a:gd name="T23" fmla="*/ 708 h 708"/>
                  <a:gd name="T24" fmla="*/ 376 w 376"/>
                  <a:gd name="T25" fmla="*/ 708 h 708"/>
                  <a:gd name="T26" fmla="*/ 376 w 376"/>
                  <a:gd name="T27" fmla="*/ 256 h 708"/>
                  <a:gd name="T28" fmla="*/ 331 w 376"/>
                  <a:gd name="T29" fmla="*/ 256 h 7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76" h="708">
                    <a:moveTo>
                      <a:pt x="331" y="256"/>
                    </a:moveTo>
                    <a:cubicBezTo>
                      <a:pt x="331" y="256"/>
                      <a:pt x="331" y="226"/>
                      <a:pt x="331" y="183"/>
                    </a:cubicBezTo>
                    <a:cubicBezTo>
                      <a:pt x="331" y="146"/>
                      <a:pt x="309" y="95"/>
                      <a:pt x="268" y="55"/>
                    </a:cubicBezTo>
                    <a:cubicBezTo>
                      <a:pt x="236" y="24"/>
                      <a:pt x="188" y="0"/>
                      <a:pt x="188" y="0"/>
                    </a:cubicBezTo>
                    <a:cubicBezTo>
                      <a:pt x="188" y="0"/>
                      <a:pt x="188" y="0"/>
                      <a:pt x="188" y="0"/>
                    </a:cubicBezTo>
                    <a:cubicBezTo>
                      <a:pt x="188" y="0"/>
                      <a:pt x="139" y="24"/>
                      <a:pt x="107" y="54"/>
                    </a:cubicBezTo>
                    <a:cubicBezTo>
                      <a:pt x="70" y="90"/>
                      <a:pt x="45" y="136"/>
                      <a:pt x="45" y="183"/>
                    </a:cubicBezTo>
                    <a:cubicBezTo>
                      <a:pt x="45" y="226"/>
                      <a:pt x="45" y="256"/>
                      <a:pt x="45" y="256"/>
                    </a:cubicBezTo>
                    <a:cubicBezTo>
                      <a:pt x="0" y="256"/>
                      <a:pt x="0" y="256"/>
                      <a:pt x="0" y="256"/>
                    </a:cubicBezTo>
                    <a:cubicBezTo>
                      <a:pt x="0" y="708"/>
                      <a:pt x="0" y="708"/>
                      <a:pt x="0" y="708"/>
                    </a:cubicBezTo>
                    <a:cubicBezTo>
                      <a:pt x="187" y="708"/>
                      <a:pt x="187" y="708"/>
                      <a:pt x="187" y="708"/>
                    </a:cubicBezTo>
                    <a:cubicBezTo>
                      <a:pt x="188" y="708"/>
                      <a:pt x="188" y="708"/>
                      <a:pt x="188" y="708"/>
                    </a:cubicBezTo>
                    <a:cubicBezTo>
                      <a:pt x="376" y="708"/>
                      <a:pt x="376" y="708"/>
                      <a:pt x="376" y="708"/>
                    </a:cubicBezTo>
                    <a:cubicBezTo>
                      <a:pt x="376" y="256"/>
                      <a:pt x="376" y="256"/>
                      <a:pt x="376" y="256"/>
                    </a:cubicBezTo>
                    <a:lnTo>
                      <a:pt x="331" y="256"/>
                    </a:lnTo>
                    <a:close/>
                  </a:path>
                </a:pathLst>
              </a:custGeom>
              <a:solidFill>
                <a:srgbClr val="D6D6D6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51" name="Freeform 1352">
                <a:extLst>
                  <a:ext uri="{FF2B5EF4-FFF2-40B4-BE49-F238E27FC236}">
                    <a16:creationId xmlns:a16="http://schemas.microsoft.com/office/drawing/2014/main" id="{171021BB-8CA2-4284-B8B1-768EC33ED5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9" y="1331"/>
                <a:ext cx="240" cy="482"/>
              </a:xfrm>
              <a:custGeom>
                <a:avLst/>
                <a:gdLst>
                  <a:gd name="T0" fmla="*/ 311 w 353"/>
                  <a:gd name="T1" fmla="*/ 255 h 708"/>
                  <a:gd name="T2" fmla="*/ 311 w 353"/>
                  <a:gd name="T3" fmla="*/ 169 h 708"/>
                  <a:gd name="T4" fmla="*/ 252 w 353"/>
                  <a:gd name="T5" fmla="*/ 51 h 708"/>
                  <a:gd name="T6" fmla="*/ 177 w 353"/>
                  <a:gd name="T7" fmla="*/ 0 h 708"/>
                  <a:gd name="T8" fmla="*/ 177 w 353"/>
                  <a:gd name="T9" fmla="*/ 0 h 708"/>
                  <a:gd name="T10" fmla="*/ 101 w 353"/>
                  <a:gd name="T11" fmla="*/ 51 h 708"/>
                  <a:gd name="T12" fmla="*/ 42 w 353"/>
                  <a:gd name="T13" fmla="*/ 169 h 708"/>
                  <a:gd name="T14" fmla="*/ 42 w 353"/>
                  <a:gd name="T15" fmla="*/ 255 h 708"/>
                  <a:gd name="T16" fmla="*/ 0 w 353"/>
                  <a:gd name="T17" fmla="*/ 255 h 708"/>
                  <a:gd name="T18" fmla="*/ 0 w 353"/>
                  <a:gd name="T19" fmla="*/ 708 h 708"/>
                  <a:gd name="T20" fmla="*/ 176 w 353"/>
                  <a:gd name="T21" fmla="*/ 708 h 708"/>
                  <a:gd name="T22" fmla="*/ 177 w 353"/>
                  <a:gd name="T23" fmla="*/ 708 h 708"/>
                  <a:gd name="T24" fmla="*/ 353 w 353"/>
                  <a:gd name="T25" fmla="*/ 708 h 708"/>
                  <a:gd name="T26" fmla="*/ 353 w 353"/>
                  <a:gd name="T27" fmla="*/ 255 h 708"/>
                  <a:gd name="T28" fmla="*/ 311 w 353"/>
                  <a:gd name="T29" fmla="*/ 255 h 7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3" h="708">
                    <a:moveTo>
                      <a:pt x="311" y="255"/>
                    </a:moveTo>
                    <a:cubicBezTo>
                      <a:pt x="311" y="255"/>
                      <a:pt x="311" y="212"/>
                      <a:pt x="311" y="169"/>
                    </a:cubicBezTo>
                    <a:cubicBezTo>
                      <a:pt x="311" y="144"/>
                      <a:pt x="285" y="82"/>
                      <a:pt x="252" y="51"/>
                    </a:cubicBezTo>
                    <a:cubicBezTo>
                      <a:pt x="220" y="22"/>
                      <a:pt x="177" y="0"/>
                      <a:pt x="177" y="0"/>
                    </a:cubicBezTo>
                    <a:cubicBezTo>
                      <a:pt x="177" y="0"/>
                      <a:pt x="177" y="0"/>
                      <a:pt x="177" y="0"/>
                    </a:cubicBezTo>
                    <a:cubicBezTo>
                      <a:pt x="176" y="0"/>
                      <a:pt x="133" y="22"/>
                      <a:pt x="101" y="51"/>
                    </a:cubicBezTo>
                    <a:cubicBezTo>
                      <a:pt x="68" y="82"/>
                      <a:pt x="42" y="144"/>
                      <a:pt x="42" y="169"/>
                    </a:cubicBezTo>
                    <a:cubicBezTo>
                      <a:pt x="42" y="212"/>
                      <a:pt x="42" y="255"/>
                      <a:pt x="42" y="255"/>
                    </a:cubicBezTo>
                    <a:cubicBezTo>
                      <a:pt x="0" y="255"/>
                      <a:pt x="0" y="255"/>
                      <a:pt x="0" y="255"/>
                    </a:cubicBezTo>
                    <a:cubicBezTo>
                      <a:pt x="0" y="708"/>
                      <a:pt x="0" y="708"/>
                      <a:pt x="0" y="708"/>
                    </a:cubicBezTo>
                    <a:cubicBezTo>
                      <a:pt x="176" y="708"/>
                      <a:pt x="176" y="708"/>
                      <a:pt x="176" y="708"/>
                    </a:cubicBezTo>
                    <a:cubicBezTo>
                      <a:pt x="177" y="708"/>
                      <a:pt x="177" y="708"/>
                      <a:pt x="177" y="708"/>
                    </a:cubicBezTo>
                    <a:cubicBezTo>
                      <a:pt x="353" y="708"/>
                      <a:pt x="353" y="708"/>
                      <a:pt x="353" y="708"/>
                    </a:cubicBezTo>
                    <a:cubicBezTo>
                      <a:pt x="353" y="255"/>
                      <a:pt x="353" y="255"/>
                      <a:pt x="353" y="255"/>
                    </a:cubicBezTo>
                    <a:lnTo>
                      <a:pt x="311" y="2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52" name="Rectangle 1353">
                <a:extLst>
                  <a:ext uri="{FF2B5EF4-FFF2-40B4-BE49-F238E27FC236}">
                    <a16:creationId xmlns:a16="http://schemas.microsoft.com/office/drawing/2014/main" id="{C714390B-D692-4571-8BA4-6D5ED8C21F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48" y="1786"/>
                <a:ext cx="298" cy="2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53" name="Rectangle 1354">
                <a:extLst>
                  <a:ext uri="{FF2B5EF4-FFF2-40B4-BE49-F238E27FC236}">
                    <a16:creationId xmlns:a16="http://schemas.microsoft.com/office/drawing/2014/main" id="{DCABCE7F-1F33-44EF-B7AD-4718CA83EA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9" y="1812"/>
                <a:ext cx="353" cy="2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54" name="Rectangle 1355">
                <a:extLst>
                  <a:ext uri="{FF2B5EF4-FFF2-40B4-BE49-F238E27FC236}">
                    <a16:creationId xmlns:a16="http://schemas.microsoft.com/office/drawing/2014/main" id="{5A85425B-F3FC-489F-BBE6-2A35CF2AE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5" y="1838"/>
                <a:ext cx="447" cy="2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55" name="Freeform 1356">
                <a:extLst>
                  <a:ext uri="{FF2B5EF4-FFF2-40B4-BE49-F238E27FC236}">
                    <a16:creationId xmlns:a16="http://schemas.microsoft.com/office/drawing/2014/main" id="{96256D11-C64F-461F-9A0A-B865814642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3" y="1863"/>
                <a:ext cx="507" cy="28"/>
              </a:xfrm>
              <a:custGeom>
                <a:avLst/>
                <a:gdLst>
                  <a:gd name="T0" fmla="*/ 507 w 507"/>
                  <a:gd name="T1" fmla="*/ 26 h 28"/>
                  <a:gd name="T2" fmla="*/ 0 w 507"/>
                  <a:gd name="T3" fmla="*/ 28 h 28"/>
                  <a:gd name="T4" fmla="*/ 0 w 507"/>
                  <a:gd name="T5" fmla="*/ 2 h 28"/>
                  <a:gd name="T6" fmla="*/ 507 w 507"/>
                  <a:gd name="T7" fmla="*/ 0 h 28"/>
                  <a:gd name="T8" fmla="*/ 507 w 507"/>
                  <a:gd name="T9" fmla="*/ 2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8">
                    <a:moveTo>
                      <a:pt x="507" y="26"/>
                    </a:moveTo>
                    <a:lnTo>
                      <a:pt x="0" y="28"/>
                    </a:lnTo>
                    <a:lnTo>
                      <a:pt x="0" y="2"/>
                    </a:lnTo>
                    <a:lnTo>
                      <a:pt x="507" y="0"/>
                    </a:lnTo>
                    <a:lnTo>
                      <a:pt x="507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56" name="Line 1357">
                <a:extLst>
                  <a:ext uri="{FF2B5EF4-FFF2-40B4-BE49-F238E27FC236}">
                    <a16:creationId xmlns:a16="http://schemas.microsoft.com/office/drawing/2014/main" id="{07B838BE-D22B-4B4A-A5E2-8836E1E1AA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5" y="1838"/>
                <a:ext cx="417" cy="0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57" name="Freeform 1358">
                <a:extLst>
                  <a:ext uri="{FF2B5EF4-FFF2-40B4-BE49-F238E27FC236}">
                    <a16:creationId xmlns:a16="http://schemas.microsoft.com/office/drawing/2014/main" id="{7CFA59E9-0A59-4C3A-AB9F-DAB518CA9C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0" y="1812"/>
                <a:ext cx="351" cy="0"/>
              </a:xfrm>
              <a:custGeom>
                <a:avLst/>
                <a:gdLst>
                  <a:gd name="T0" fmla="*/ 0 w 351"/>
                  <a:gd name="T1" fmla="*/ 351 w 351"/>
                  <a:gd name="T2" fmla="*/ 0 w 35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51">
                    <a:moveTo>
                      <a:pt x="0" y="0"/>
                    </a:moveTo>
                    <a:lnTo>
                      <a:pt x="3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58" name="Line 1359">
                <a:extLst>
                  <a:ext uri="{FF2B5EF4-FFF2-40B4-BE49-F238E27FC236}">
                    <a16:creationId xmlns:a16="http://schemas.microsoft.com/office/drawing/2014/main" id="{535FD4F4-28AC-48B7-B9D4-F43641EEA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0" y="1812"/>
                <a:ext cx="351" cy="0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59" name="Freeform 1360">
                <a:extLst>
                  <a:ext uri="{FF2B5EF4-FFF2-40B4-BE49-F238E27FC236}">
                    <a16:creationId xmlns:a16="http://schemas.microsoft.com/office/drawing/2014/main" id="{D8E16082-7306-44D2-8B48-469914AE71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9" y="1785"/>
                <a:ext cx="297" cy="0"/>
              </a:xfrm>
              <a:custGeom>
                <a:avLst/>
                <a:gdLst>
                  <a:gd name="T0" fmla="*/ 0 w 297"/>
                  <a:gd name="T1" fmla="*/ 297 w 297"/>
                  <a:gd name="T2" fmla="*/ 0 w 29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97">
                    <a:moveTo>
                      <a:pt x="0" y="0"/>
                    </a:moveTo>
                    <a:lnTo>
                      <a:pt x="29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60" name="Line 1361">
                <a:extLst>
                  <a:ext uri="{FF2B5EF4-FFF2-40B4-BE49-F238E27FC236}">
                    <a16:creationId xmlns:a16="http://schemas.microsoft.com/office/drawing/2014/main" id="{C530FF84-9BD7-4173-BE17-CDF931741C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9" y="1785"/>
                <a:ext cx="297" cy="0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61" name="Freeform 1362">
                <a:extLst>
                  <a:ext uri="{FF2B5EF4-FFF2-40B4-BE49-F238E27FC236}">
                    <a16:creationId xmlns:a16="http://schemas.microsoft.com/office/drawing/2014/main" id="{2B6E5FE4-DEAD-44CD-8B96-DFA0A52FE0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3" y="1864"/>
                <a:ext cx="462" cy="0"/>
              </a:xfrm>
              <a:custGeom>
                <a:avLst/>
                <a:gdLst>
                  <a:gd name="T0" fmla="*/ 0 w 462"/>
                  <a:gd name="T1" fmla="*/ 462 w 462"/>
                  <a:gd name="T2" fmla="*/ 0 w 46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62">
                    <a:moveTo>
                      <a:pt x="0" y="0"/>
                    </a:moveTo>
                    <a:lnTo>
                      <a:pt x="46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62" name="Line 1363">
                <a:extLst>
                  <a:ext uri="{FF2B5EF4-FFF2-40B4-BE49-F238E27FC236}">
                    <a16:creationId xmlns:a16="http://schemas.microsoft.com/office/drawing/2014/main" id="{08189DED-3ED7-4B30-BF94-97594BDC8F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3" y="1864"/>
                <a:ext cx="462" cy="0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63" name="Freeform 1364">
                <a:extLst>
                  <a:ext uri="{FF2B5EF4-FFF2-40B4-BE49-F238E27FC236}">
                    <a16:creationId xmlns:a16="http://schemas.microsoft.com/office/drawing/2014/main" id="{A5CF1A4A-975B-4434-B5BA-4E28527C47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7" y="1401"/>
                <a:ext cx="621" cy="998"/>
              </a:xfrm>
              <a:custGeom>
                <a:avLst/>
                <a:gdLst>
                  <a:gd name="T0" fmla="*/ 482 w 912"/>
                  <a:gd name="T1" fmla="*/ 1466 h 1466"/>
                  <a:gd name="T2" fmla="*/ 464 w 912"/>
                  <a:gd name="T3" fmla="*/ 438 h 1466"/>
                  <a:gd name="T4" fmla="*/ 487 w 912"/>
                  <a:gd name="T5" fmla="*/ 399 h 1466"/>
                  <a:gd name="T6" fmla="*/ 750 w 912"/>
                  <a:gd name="T7" fmla="*/ 511 h 1466"/>
                  <a:gd name="T8" fmla="*/ 626 w 912"/>
                  <a:gd name="T9" fmla="*/ 391 h 1466"/>
                  <a:gd name="T10" fmla="*/ 912 w 912"/>
                  <a:gd name="T11" fmla="*/ 411 h 1466"/>
                  <a:gd name="T12" fmla="*/ 645 w 912"/>
                  <a:gd name="T13" fmla="*/ 317 h 1466"/>
                  <a:gd name="T14" fmla="*/ 608 w 912"/>
                  <a:gd name="T15" fmla="*/ 322 h 1466"/>
                  <a:gd name="T16" fmla="*/ 869 w 912"/>
                  <a:gd name="T17" fmla="*/ 207 h 1466"/>
                  <a:gd name="T18" fmla="*/ 622 w 912"/>
                  <a:gd name="T19" fmla="*/ 246 h 1466"/>
                  <a:gd name="T20" fmla="*/ 557 w 912"/>
                  <a:gd name="T21" fmla="*/ 286 h 1466"/>
                  <a:gd name="T22" fmla="*/ 758 w 912"/>
                  <a:gd name="T23" fmla="*/ 95 h 1466"/>
                  <a:gd name="T24" fmla="*/ 557 w 912"/>
                  <a:gd name="T25" fmla="*/ 187 h 1466"/>
                  <a:gd name="T26" fmla="*/ 510 w 912"/>
                  <a:gd name="T27" fmla="*/ 242 h 1466"/>
                  <a:gd name="T28" fmla="*/ 605 w 912"/>
                  <a:gd name="T29" fmla="*/ 28 h 1466"/>
                  <a:gd name="T30" fmla="*/ 477 w 912"/>
                  <a:gd name="T31" fmla="*/ 155 h 1466"/>
                  <a:gd name="T32" fmla="*/ 437 w 912"/>
                  <a:gd name="T33" fmla="*/ 0 h 1466"/>
                  <a:gd name="T34" fmla="*/ 400 w 912"/>
                  <a:gd name="T35" fmla="*/ 170 h 1466"/>
                  <a:gd name="T36" fmla="*/ 400 w 912"/>
                  <a:gd name="T37" fmla="*/ 170 h 1466"/>
                  <a:gd name="T38" fmla="*/ 266 w 912"/>
                  <a:gd name="T39" fmla="*/ 28 h 1466"/>
                  <a:gd name="T40" fmla="*/ 362 w 912"/>
                  <a:gd name="T41" fmla="*/ 242 h 1466"/>
                  <a:gd name="T42" fmla="*/ 314 w 912"/>
                  <a:gd name="T43" fmla="*/ 187 h 1466"/>
                  <a:gd name="T44" fmla="*/ 113 w 912"/>
                  <a:gd name="T45" fmla="*/ 95 h 1466"/>
                  <a:gd name="T46" fmla="*/ 315 w 912"/>
                  <a:gd name="T47" fmla="*/ 286 h 1466"/>
                  <a:gd name="T48" fmla="*/ 249 w 912"/>
                  <a:gd name="T49" fmla="*/ 246 h 1466"/>
                  <a:gd name="T50" fmla="*/ 6 w 912"/>
                  <a:gd name="T51" fmla="*/ 211 h 1466"/>
                  <a:gd name="T52" fmla="*/ 263 w 912"/>
                  <a:gd name="T53" fmla="*/ 322 h 1466"/>
                  <a:gd name="T54" fmla="*/ 226 w 912"/>
                  <a:gd name="T55" fmla="*/ 317 h 1466"/>
                  <a:gd name="T56" fmla="*/ 0 w 912"/>
                  <a:gd name="T57" fmla="*/ 402 h 1466"/>
                  <a:gd name="T58" fmla="*/ 245 w 912"/>
                  <a:gd name="T59" fmla="*/ 391 h 1466"/>
                  <a:gd name="T60" fmla="*/ 121 w 912"/>
                  <a:gd name="T61" fmla="*/ 511 h 1466"/>
                  <a:gd name="T62" fmla="*/ 391 w 912"/>
                  <a:gd name="T63" fmla="*/ 396 h 1466"/>
                  <a:gd name="T64" fmla="*/ 391 w 912"/>
                  <a:gd name="T65" fmla="*/ 396 h 1466"/>
                  <a:gd name="T66" fmla="*/ 411 w 912"/>
                  <a:gd name="T67" fmla="*/ 436 h 1466"/>
                  <a:gd name="T68" fmla="*/ 394 w 912"/>
                  <a:gd name="T69" fmla="*/ 1466 h 1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12" h="1466">
                    <a:moveTo>
                      <a:pt x="482" y="1466"/>
                    </a:moveTo>
                    <a:cubicBezTo>
                      <a:pt x="464" y="438"/>
                      <a:pt x="464" y="438"/>
                      <a:pt x="464" y="438"/>
                    </a:cubicBezTo>
                    <a:cubicBezTo>
                      <a:pt x="477" y="430"/>
                      <a:pt x="486" y="415"/>
                      <a:pt x="487" y="399"/>
                    </a:cubicBezTo>
                    <a:cubicBezTo>
                      <a:pt x="750" y="511"/>
                      <a:pt x="750" y="511"/>
                      <a:pt x="750" y="511"/>
                    </a:cubicBezTo>
                    <a:cubicBezTo>
                      <a:pt x="750" y="511"/>
                      <a:pt x="746" y="432"/>
                      <a:pt x="626" y="391"/>
                    </a:cubicBezTo>
                    <a:cubicBezTo>
                      <a:pt x="912" y="411"/>
                      <a:pt x="912" y="411"/>
                      <a:pt x="912" y="411"/>
                    </a:cubicBezTo>
                    <a:cubicBezTo>
                      <a:pt x="912" y="411"/>
                      <a:pt x="780" y="305"/>
                      <a:pt x="645" y="317"/>
                    </a:cubicBezTo>
                    <a:cubicBezTo>
                      <a:pt x="632" y="318"/>
                      <a:pt x="620" y="320"/>
                      <a:pt x="608" y="322"/>
                    </a:cubicBezTo>
                    <a:cubicBezTo>
                      <a:pt x="869" y="207"/>
                      <a:pt x="869" y="207"/>
                      <a:pt x="869" y="207"/>
                    </a:cubicBezTo>
                    <a:cubicBezTo>
                      <a:pt x="869" y="207"/>
                      <a:pt x="740" y="189"/>
                      <a:pt x="622" y="246"/>
                    </a:cubicBezTo>
                    <a:cubicBezTo>
                      <a:pt x="596" y="259"/>
                      <a:pt x="575" y="272"/>
                      <a:pt x="557" y="286"/>
                    </a:cubicBezTo>
                    <a:cubicBezTo>
                      <a:pt x="758" y="95"/>
                      <a:pt x="758" y="95"/>
                      <a:pt x="758" y="95"/>
                    </a:cubicBezTo>
                    <a:cubicBezTo>
                      <a:pt x="758" y="95"/>
                      <a:pt x="652" y="98"/>
                      <a:pt x="557" y="187"/>
                    </a:cubicBezTo>
                    <a:cubicBezTo>
                      <a:pt x="538" y="205"/>
                      <a:pt x="522" y="224"/>
                      <a:pt x="510" y="242"/>
                    </a:cubicBezTo>
                    <a:cubicBezTo>
                      <a:pt x="605" y="28"/>
                      <a:pt x="605" y="28"/>
                      <a:pt x="605" y="28"/>
                    </a:cubicBezTo>
                    <a:cubicBezTo>
                      <a:pt x="571" y="37"/>
                      <a:pt x="513" y="55"/>
                      <a:pt x="477" y="155"/>
                    </a:cubicBezTo>
                    <a:cubicBezTo>
                      <a:pt x="469" y="65"/>
                      <a:pt x="437" y="0"/>
                      <a:pt x="437" y="0"/>
                    </a:cubicBezTo>
                    <a:cubicBezTo>
                      <a:pt x="437" y="0"/>
                      <a:pt x="405" y="73"/>
                      <a:pt x="400" y="170"/>
                    </a:cubicBezTo>
                    <a:cubicBezTo>
                      <a:pt x="400" y="170"/>
                      <a:pt x="400" y="170"/>
                      <a:pt x="400" y="170"/>
                    </a:cubicBezTo>
                    <a:cubicBezTo>
                      <a:pt x="364" y="57"/>
                      <a:pt x="302" y="37"/>
                      <a:pt x="266" y="28"/>
                    </a:cubicBezTo>
                    <a:cubicBezTo>
                      <a:pt x="362" y="242"/>
                      <a:pt x="362" y="242"/>
                      <a:pt x="362" y="242"/>
                    </a:cubicBezTo>
                    <a:cubicBezTo>
                      <a:pt x="349" y="224"/>
                      <a:pt x="333" y="205"/>
                      <a:pt x="314" y="187"/>
                    </a:cubicBezTo>
                    <a:cubicBezTo>
                      <a:pt x="219" y="98"/>
                      <a:pt x="113" y="95"/>
                      <a:pt x="113" y="95"/>
                    </a:cubicBezTo>
                    <a:cubicBezTo>
                      <a:pt x="315" y="286"/>
                      <a:pt x="315" y="286"/>
                      <a:pt x="315" y="286"/>
                    </a:cubicBezTo>
                    <a:cubicBezTo>
                      <a:pt x="297" y="272"/>
                      <a:pt x="275" y="259"/>
                      <a:pt x="249" y="246"/>
                    </a:cubicBezTo>
                    <a:cubicBezTo>
                      <a:pt x="131" y="189"/>
                      <a:pt x="6" y="211"/>
                      <a:pt x="6" y="211"/>
                    </a:cubicBezTo>
                    <a:cubicBezTo>
                      <a:pt x="263" y="322"/>
                      <a:pt x="263" y="322"/>
                      <a:pt x="263" y="322"/>
                    </a:cubicBezTo>
                    <a:cubicBezTo>
                      <a:pt x="252" y="320"/>
                      <a:pt x="239" y="318"/>
                      <a:pt x="226" y="317"/>
                    </a:cubicBezTo>
                    <a:cubicBezTo>
                      <a:pt x="91" y="305"/>
                      <a:pt x="0" y="402"/>
                      <a:pt x="0" y="402"/>
                    </a:cubicBezTo>
                    <a:cubicBezTo>
                      <a:pt x="245" y="391"/>
                      <a:pt x="245" y="391"/>
                      <a:pt x="245" y="391"/>
                    </a:cubicBezTo>
                    <a:cubicBezTo>
                      <a:pt x="124" y="432"/>
                      <a:pt x="121" y="511"/>
                      <a:pt x="121" y="511"/>
                    </a:cubicBezTo>
                    <a:cubicBezTo>
                      <a:pt x="391" y="396"/>
                      <a:pt x="391" y="396"/>
                      <a:pt x="391" y="396"/>
                    </a:cubicBezTo>
                    <a:cubicBezTo>
                      <a:pt x="391" y="396"/>
                      <a:pt x="391" y="396"/>
                      <a:pt x="391" y="396"/>
                    </a:cubicBezTo>
                    <a:cubicBezTo>
                      <a:pt x="391" y="413"/>
                      <a:pt x="399" y="427"/>
                      <a:pt x="411" y="436"/>
                    </a:cubicBezTo>
                    <a:cubicBezTo>
                      <a:pt x="394" y="1466"/>
                      <a:pt x="394" y="1466"/>
                      <a:pt x="394" y="1466"/>
                    </a:cubicBezTo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64" name="Freeform 1365">
                <a:extLst>
                  <a:ext uri="{FF2B5EF4-FFF2-40B4-BE49-F238E27FC236}">
                    <a16:creationId xmlns:a16="http://schemas.microsoft.com/office/drawing/2014/main" id="{77EC3A02-A959-473E-8AE8-F7E0361411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9" y="1017"/>
                <a:ext cx="680" cy="972"/>
              </a:xfrm>
              <a:custGeom>
                <a:avLst/>
                <a:gdLst>
                  <a:gd name="T0" fmla="*/ 32 w 680"/>
                  <a:gd name="T1" fmla="*/ 0 h 972"/>
                  <a:gd name="T2" fmla="*/ 46 w 680"/>
                  <a:gd name="T3" fmla="*/ 25 h 972"/>
                  <a:gd name="T4" fmla="*/ 36 w 680"/>
                  <a:gd name="T5" fmla="*/ 50 h 972"/>
                  <a:gd name="T6" fmla="*/ 52 w 680"/>
                  <a:gd name="T7" fmla="*/ 75 h 972"/>
                  <a:gd name="T8" fmla="*/ 67 w 680"/>
                  <a:gd name="T9" fmla="*/ 100 h 972"/>
                  <a:gd name="T10" fmla="*/ 112 w 680"/>
                  <a:gd name="T11" fmla="*/ 75 h 972"/>
                  <a:gd name="T12" fmla="*/ 127 w 680"/>
                  <a:gd name="T13" fmla="*/ 50 h 972"/>
                  <a:gd name="T14" fmla="*/ 153 w 680"/>
                  <a:gd name="T15" fmla="*/ 50 h 972"/>
                  <a:gd name="T16" fmla="*/ 168 w 680"/>
                  <a:gd name="T17" fmla="*/ 25 h 972"/>
                  <a:gd name="T18" fmla="*/ 198 w 680"/>
                  <a:gd name="T19" fmla="*/ 0 h 972"/>
                  <a:gd name="T20" fmla="*/ 214 w 680"/>
                  <a:gd name="T21" fmla="*/ 25 h 972"/>
                  <a:gd name="T22" fmla="*/ 204 w 680"/>
                  <a:gd name="T23" fmla="*/ 50 h 972"/>
                  <a:gd name="T24" fmla="*/ 219 w 680"/>
                  <a:gd name="T25" fmla="*/ 75 h 972"/>
                  <a:gd name="T26" fmla="*/ 234 w 680"/>
                  <a:gd name="T27" fmla="*/ 100 h 972"/>
                  <a:gd name="T28" fmla="*/ 279 w 680"/>
                  <a:gd name="T29" fmla="*/ 75 h 972"/>
                  <a:gd name="T30" fmla="*/ 295 w 680"/>
                  <a:gd name="T31" fmla="*/ 50 h 972"/>
                  <a:gd name="T32" fmla="*/ 320 w 680"/>
                  <a:gd name="T33" fmla="*/ 50 h 972"/>
                  <a:gd name="T34" fmla="*/ 335 w 680"/>
                  <a:gd name="T35" fmla="*/ 25 h 972"/>
                  <a:gd name="T36" fmla="*/ 366 w 680"/>
                  <a:gd name="T37" fmla="*/ 0 h 972"/>
                  <a:gd name="T38" fmla="*/ 381 w 680"/>
                  <a:gd name="T39" fmla="*/ 25 h 972"/>
                  <a:gd name="T40" fmla="*/ 371 w 680"/>
                  <a:gd name="T41" fmla="*/ 50 h 972"/>
                  <a:gd name="T42" fmla="*/ 387 w 680"/>
                  <a:gd name="T43" fmla="*/ 75 h 972"/>
                  <a:gd name="T44" fmla="*/ 402 w 680"/>
                  <a:gd name="T45" fmla="*/ 100 h 972"/>
                  <a:gd name="T46" fmla="*/ 447 w 680"/>
                  <a:gd name="T47" fmla="*/ 75 h 972"/>
                  <a:gd name="T48" fmla="*/ 462 w 680"/>
                  <a:gd name="T49" fmla="*/ 50 h 972"/>
                  <a:gd name="T50" fmla="*/ 487 w 680"/>
                  <a:gd name="T51" fmla="*/ 50 h 972"/>
                  <a:gd name="T52" fmla="*/ 502 w 680"/>
                  <a:gd name="T53" fmla="*/ 25 h 972"/>
                  <a:gd name="T54" fmla="*/ 533 w 680"/>
                  <a:gd name="T55" fmla="*/ 0 h 972"/>
                  <a:gd name="T56" fmla="*/ 549 w 680"/>
                  <a:gd name="T57" fmla="*/ 25 h 972"/>
                  <a:gd name="T58" fmla="*/ 539 w 680"/>
                  <a:gd name="T59" fmla="*/ 50 h 972"/>
                  <a:gd name="T60" fmla="*/ 554 w 680"/>
                  <a:gd name="T61" fmla="*/ 75 h 972"/>
                  <a:gd name="T62" fmla="*/ 569 w 680"/>
                  <a:gd name="T63" fmla="*/ 100 h 972"/>
                  <a:gd name="T64" fmla="*/ 614 w 680"/>
                  <a:gd name="T65" fmla="*/ 75 h 972"/>
                  <a:gd name="T66" fmla="*/ 630 w 680"/>
                  <a:gd name="T67" fmla="*/ 50 h 972"/>
                  <a:gd name="T68" fmla="*/ 655 w 680"/>
                  <a:gd name="T69" fmla="*/ 50 h 972"/>
                  <a:gd name="T70" fmla="*/ 670 w 680"/>
                  <a:gd name="T71" fmla="*/ 25 h 972"/>
                  <a:gd name="T72" fmla="*/ 680 w 680"/>
                  <a:gd name="T73" fmla="*/ 0 h 972"/>
                  <a:gd name="T74" fmla="*/ 680 w 680"/>
                  <a:gd name="T75" fmla="*/ 935 h 972"/>
                  <a:gd name="T76" fmla="*/ 11 w 680"/>
                  <a:gd name="T77" fmla="*/ 0 h 9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680" h="972">
                    <a:moveTo>
                      <a:pt x="11" y="0"/>
                    </a:moveTo>
                    <a:lnTo>
                      <a:pt x="32" y="0"/>
                    </a:lnTo>
                    <a:lnTo>
                      <a:pt x="21" y="25"/>
                    </a:lnTo>
                    <a:lnTo>
                      <a:pt x="46" y="25"/>
                    </a:lnTo>
                    <a:lnTo>
                      <a:pt x="36" y="50"/>
                    </a:lnTo>
                    <a:lnTo>
                      <a:pt x="36" y="50"/>
                    </a:lnTo>
                    <a:lnTo>
                      <a:pt x="61" y="50"/>
                    </a:lnTo>
                    <a:lnTo>
                      <a:pt x="52" y="75"/>
                    </a:lnTo>
                    <a:lnTo>
                      <a:pt x="77" y="75"/>
                    </a:lnTo>
                    <a:lnTo>
                      <a:pt x="67" y="100"/>
                    </a:lnTo>
                    <a:lnTo>
                      <a:pt x="122" y="100"/>
                    </a:lnTo>
                    <a:lnTo>
                      <a:pt x="112" y="75"/>
                    </a:lnTo>
                    <a:lnTo>
                      <a:pt x="137" y="75"/>
                    </a:lnTo>
                    <a:lnTo>
                      <a:pt x="127" y="50"/>
                    </a:lnTo>
                    <a:lnTo>
                      <a:pt x="153" y="50"/>
                    </a:lnTo>
                    <a:lnTo>
                      <a:pt x="153" y="50"/>
                    </a:lnTo>
                    <a:lnTo>
                      <a:pt x="142" y="25"/>
                    </a:lnTo>
                    <a:lnTo>
                      <a:pt x="168" y="25"/>
                    </a:lnTo>
                    <a:lnTo>
                      <a:pt x="158" y="0"/>
                    </a:lnTo>
                    <a:lnTo>
                      <a:pt x="198" y="0"/>
                    </a:lnTo>
                    <a:lnTo>
                      <a:pt x="189" y="25"/>
                    </a:lnTo>
                    <a:lnTo>
                      <a:pt x="214" y="25"/>
                    </a:lnTo>
                    <a:lnTo>
                      <a:pt x="204" y="50"/>
                    </a:lnTo>
                    <a:lnTo>
                      <a:pt x="204" y="50"/>
                    </a:lnTo>
                    <a:lnTo>
                      <a:pt x="229" y="50"/>
                    </a:lnTo>
                    <a:lnTo>
                      <a:pt x="219" y="75"/>
                    </a:lnTo>
                    <a:lnTo>
                      <a:pt x="245" y="75"/>
                    </a:lnTo>
                    <a:lnTo>
                      <a:pt x="234" y="100"/>
                    </a:lnTo>
                    <a:lnTo>
                      <a:pt x="289" y="100"/>
                    </a:lnTo>
                    <a:lnTo>
                      <a:pt x="279" y="75"/>
                    </a:lnTo>
                    <a:lnTo>
                      <a:pt x="304" y="75"/>
                    </a:lnTo>
                    <a:lnTo>
                      <a:pt x="295" y="50"/>
                    </a:lnTo>
                    <a:lnTo>
                      <a:pt x="320" y="50"/>
                    </a:lnTo>
                    <a:lnTo>
                      <a:pt x="320" y="50"/>
                    </a:lnTo>
                    <a:lnTo>
                      <a:pt x="310" y="25"/>
                    </a:lnTo>
                    <a:lnTo>
                      <a:pt x="335" y="25"/>
                    </a:lnTo>
                    <a:lnTo>
                      <a:pt x="325" y="0"/>
                    </a:lnTo>
                    <a:lnTo>
                      <a:pt x="366" y="0"/>
                    </a:lnTo>
                    <a:lnTo>
                      <a:pt x="356" y="25"/>
                    </a:lnTo>
                    <a:lnTo>
                      <a:pt x="381" y="25"/>
                    </a:lnTo>
                    <a:lnTo>
                      <a:pt x="371" y="50"/>
                    </a:lnTo>
                    <a:lnTo>
                      <a:pt x="371" y="50"/>
                    </a:lnTo>
                    <a:lnTo>
                      <a:pt x="396" y="50"/>
                    </a:lnTo>
                    <a:lnTo>
                      <a:pt x="387" y="75"/>
                    </a:lnTo>
                    <a:lnTo>
                      <a:pt x="412" y="75"/>
                    </a:lnTo>
                    <a:lnTo>
                      <a:pt x="402" y="100"/>
                    </a:lnTo>
                    <a:lnTo>
                      <a:pt x="457" y="100"/>
                    </a:lnTo>
                    <a:lnTo>
                      <a:pt x="447" y="75"/>
                    </a:lnTo>
                    <a:lnTo>
                      <a:pt x="472" y="75"/>
                    </a:lnTo>
                    <a:lnTo>
                      <a:pt x="462" y="50"/>
                    </a:lnTo>
                    <a:lnTo>
                      <a:pt x="487" y="50"/>
                    </a:lnTo>
                    <a:lnTo>
                      <a:pt x="487" y="50"/>
                    </a:lnTo>
                    <a:lnTo>
                      <a:pt x="477" y="25"/>
                    </a:lnTo>
                    <a:lnTo>
                      <a:pt x="502" y="25"/>
                    </a:lnTo>
                    <a:lnTo>
                      <a:pt x="493" y="0"/>
                    </a:lnTo>
                    <a:lnTo>
                      <a:pt x="533" y="0"/>
                    </a:lnTo>
                    <a:lnTo>
                      <a:pt x="524" y="25"/>
                    </a:lnTo>
                    <a:lnTo>
                      <a:pt x="549" y="25"/>
                    </a:lnTo>
                    <a:lnTo>
                      <a:pt x="539" y="50"/>
                    </a:lnTo>
                    <a:lnTo>
                      <a:pt x="539" y="50"/>
                    </a:lnTo>
                    <a:lnTo>
                      <a:pt x="564" y="50"/>
                    </a:lnTo>
                    <a:lnTo>
                      <a:pt x="554" y="75"/>
                    </a:lnTo>
                    <a:lnTo>
                      <a:pt x="579" y="75"/>
                    </a:lnTo>
                    <a:lnTo>
                      <a:pt x="569" y="100"/>
                    </a:lnTo>
                    <a:lnTo>
                      <a:pt x="624" y="100"/>
                    </a:lnTo>
                    <a:lnTo>
                      <a:pt x="614" y="75"/>
                    </a:lnTo>
                    <a:lnTo>
                      <a:pt x="639" y="75"/>
                    </a:lnTo>
                    <a:lnTo>
                      <a:pt x="630" y="50"/>
                    </a:lnTo>
                    <a:lnTo>
                      <a:pt x="655" y="50"/>
                    </a:lnTo>
                    <a:lnTo>
                      <a:pt x="655" y="50"/>
                    </a:lnTo>
                    <a:lnTo>
                      <a:pt x="645" y="25"/>
                    </a:lnTo>
                    <a:lnTo>
                      <a:pt x="670" y="25"/>
                    </a:lnTo>
                    <a:lnTo>
                      <a:pt x="660" y="0"/>
                    </a:lnTo>
                    <a:lnTo>
                      <a:pt x="680" y="0"/>
                    </a:lnTo>
                    <a:lnTo>
                      <a:pt x="680" y="100"/>
                    </a:lnTo>
                    <a:lnTo>
                      <a:pt x="680" y="935"/>
                    </a:lnTo>
                    <a:lnTo>
                      <a:pt x="0" y="972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65" name="Freeform 1366">
                <a:extLst>
                  <a:ext uri="{FF2B5EF4-FFF2-40B4-BE49-F238E27FC236}">
                    <a16:creationId xmlns:a16="http://schemas.microsoft.com/office/drawing/2014/main" id="{27891AB9-E1F9-405F-99AF-3716F7AFF3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9" y="1017"/>
                <a:ext cx="680" cy="972"/>
              </a:xfrm>
              <a:custGeom>
                <a:avLst/>
                <a:gdLst>
                  <a:gd name="T0" fmla="*/ 32 w 680"/>
                  <a:gd name="T1" fmla="*/ 0 h 972"/>
                  <a:gd name="T2" fmla="*/ 46 w 680"/>
                  <a:gd name="T3" fmla="*/ 25 h 972"/>
                  <a:gd name="T4" fmla="*/ 36 w 680"/>
                  <a:gd name="T5" fmla="*/ 50 h 972"/>
                  <a:gd name="T6" fmla="*/ 52 w 680"/>
                  <a:gd name="T7" fmla="*/ 75 h 972"/>
                  <a:gd name="T8" fmla="*/ 67 w 680"/>
                  <a:gd name="T9" fmla="*/ 100 h 972"/>
                  <a:gd name="T10" fmla="*/ 112 w 680"/>
                  <a:gd name="T11" fmla="*/ 75 h 972"/>
                  <a:gd name="T12" fmla="*/ 127 w 680"/>
                  <a:gd name="T13" fmla="*/ 50 h 972"/>
                  <a:gd name="T14" fmla="*/ 153 w 680"/>
                  <a:gd name="T15" fmla="*/ 50 h 972"/>
                  <a:gd name="T16" fmla="*/ 168 w 680"/>
                  <a:gd name="T17" fmla="*/ 25 h 972"/>
                  <a:gd name="T18" fmla="*/ 198 w 680"/>
                  <a:gd name="T19" fmla="*/ 0 h 972"/>
                  <a:gd name="T20" fmla="*/ 214 w 680"/>
                  <a:gd name="T21" fmla="*/ 25 h 972"/>
                  <a:gd name="T22" fmla="*/ 204 w 680"/>
                  <a:gd name="T23" fmla="*/ 50 h 972"/>
                  <a:gd name="T24" fmla="*/ 219 w 680"/>
                  <a:gd name="T25" fmla="*/ 75 h 972"/>
                  <a:gd name="T26" fmla="*/ 234 w 680"/>
                  <a:gd name="T27" fmla="*/ 100 h 972"/>
                  <a:gd name="T28" fmla="*/ 279 w 680"/>
                  <a:gd name="T29" fmla="*/ 75 h 972"/>
                  <a:gd name="T30" fmla="*/ 295 w 680"/>
                  <a:gd name="T31" fmla="*/ 50 h 972"/>
                  <a:gd name="T32" fmla="*/ 320 w 680"/>
                  <a:gd name="T33" fmla="*/ 50 h 972"/>
                  <a:gd name="T34" fmla="*/ 335 w 680"/>
                  <a:gd name="T35" fmla="*/ 25 h 972"/>
                  <a:gd name="T36" fmla="*/ 366 w 680"/>
                  <a:gd name="T37" fmla="*/ 0 h 972"/>
                  <a:gd name="T38" fmla="*/ 381 w 680"/>
                  <a:gd name="T39" fmla="*/ 25 h 972"/>
                  <a:gd name="T40" fmla="*/ 371 w 680"/>
                  <a:gd name="T41" fmla="*/ 50 h 972"/>
                  <a:gd name="T42" fmla="*/ 387 w 680"/>
                  <a:gd name="T43" fmla="*/ 75 h 972"/>
                  <a:gd name="T44" fmla="*/ 402 w 680"/>
                  <a:gd name="T45" fmla="*/ 100 h 972"/>
                  <a:gd name="T46" fmla="*/ 447 w 680"/>
                  <a:gd name="T47" fmla="*/ 75 h 972"/>
                  <a:gd name="T48" fmla="*/ 462 w 680"/>
                  <a:gd name="T49" fmla="*/ 50 h 972"/>
                  <a:gd name="T50" fmla="*/ 487 w 680"/>
                  <a:gd name="T51" fmla="*/ 50 h 972"/>
                  <a:gd name="T52" fmla="*/ 502 w 680"/>
                  <a:gd name="T53" fmla="*/ 25 h 972"/>
                  <a:gd name="T54" fmla="*/ 533 w 680"/>
                  <a:gd name="T55" fmla="*/ 0 h 972"/>
                  <a:gd name="T56" fmla="*/ 549 w 680"/>
                  <a:gd name="T57" fmla="*/ 25 h 972"/>
                  <a:gd name="T58" fmla="*/ 539 w 680"/>
                  <a:gd name="T59" fmla="*/ 50 h 972"/>
                  <a:gd name="T60" fmla="*/ 554 w 680"/>
                  <a:gd name="T61" fmla="*/ 75 h 972"/>
                  <a:gd name="T62" fmla="*/ 569 w 680"/>
                  <a:gd name="T63" fmla="*/ 100 h 972"/>
                  <a:gd name="T64" fmla="*/ 614 w 680"/>
                  <a:gd name="T65" fmla="*/ 75 h 972"/>
                  <a:gd name="T66" fmla="*/ 630 w 680"/>
                  <a:gd name="T67" fmla="*/ 50 h 972"/>
                  <a:gd name="T68" fmla="*/ 655 w 680"/>
                  <a:gd name="T69" fmla="*/ 50 h 972"/>
                  <a:gd name="T70" fmla="*/ 670 w 680"/>
                  <a:gd name="T71" fmla="*/ 25 h 972"/>
                  <a:gd name="T72" fmla="*/ 680 w 680"/>
                  <a:gd name="T73" fmla="*/ 0 h 972"/>
                  <a:gd name="T74" fmla="*/ 680 w 680"/>
                  <a:gd name="T75" fmla="*/ 935 h 9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680" h="972">
                    <a:moveTo>
                      <a:pt x="11" y="0"/>
                    </a:moveTo>
                    <a:lnTo>
                      <a:pt x="32" y="0"/>
                    </a:lnTo>
                    <a:lnTo>
                      <a:pt x="21" y="25"/>
                    </a:lnTo>
                    <a:lnTo>
                      <a:pt x="46" y="25"/>
                    </a:lnTo>
                    <a:lnTo>
                      <a:pt x="36" y="50"/>
                    </a:lnTo>
                    <a:lnTo>
                      <a:pt x="36" y="50"/>
                    </a:lnTo>
                    <a:lnTo>
                      <a:pt x="61" y="50"/>
                    </a:lnTo>
                    <a:lnTo>
                      <a:pt x="52" y="75"/>
                    </a:lnTo>
                    <a:lnTo>
                      <a:pt x="77" y="75"/>
                    </a:lnTo>
                    <a:lnTo>
                      <a:pt x="67" y="100"/>
                    </a:lnTo>
                    <a:lnTo>
                      <a:pt x="122" y="100"/>
                    </a:lnTo>
                    <a:lnTo>
                      <a:pt x="112" y="75"/>
                    </a:lnTo>
                    <a:lnTo>
                      <a:pt x="137" y="75"/>
                    </a:lnTo>
                    <a:lnTo>
                      <a:pt x="127" y="50"/>
                    </a:lnTo>
                    <a:lnTo>
                      <a:pt x="153" y="50"/>
                    </a:lnTo>
                    <a:lnTo>
                      <a:pt x="153" y="50"/>
                    </a:lnTo>
                    <a:lnTo>
                      <a:pt x="142" y="25"/>
                    </a:lnTo>
                    <a:lnTo>
                      <a:pt x="168" y="25"/>
                    </a:lnTo>
                    <a:lnTo>
                      <a:pt x="158" y="0"/>
                    </a:lnTo>
                    <a:lnTo>
                      <a:pt x="198" y="0"/>
                    </a:lnTo>
                    <a:lnTo>
                      <a:pt x="189" y="25"/>
                    </a:lnTo>
                    <a:lnTo>
                      <a:pt x="214" y="25"/>
                    </a:lnTo>
                    <a:lnTo>
                      <a:pt x="204" y="50"/>
                    </a:lnTo>
                    <a:lnTo>
                      <a:pt x="204" y="50"/>
                    </a:lnTo>
                    <a:lnTo>
                      <a:pt x="229" y="50"/>
                    </a:lnTo>
                    <a:lnTo>
                      <a:pt x="219" y="75"/>
                    </a:lnTo>
                    <a:lnTo>
                      <a:pt x="245" y="75"/>
                    </a:lnTo>
                    <a:lnTo>
                      <a:pt x="234" y="100"/>
                    </a:lnTo>
                    <a:lnTo>
                      <a:pt x="289" y="100"/>
                    </a:lnTo>
                    <a:lnTo>
                      <a:pt x="279" y="75"/>
                    </a:lnTo>
                    <a:lnTo>
                      <a:pt x="304" y="75"/>
                    </a:lnTo>
                    <a:lnTo>
                      <a:pt x="295" y="50"/>
                    </a:lnTo>
                    <a:lnTo>
                      <a:pt x="320" y="50"/>
                    </a:lnTo>
                    <a:lnTo>
                      <a:pt x="320" y="50"/>
                    </a:lnTo>
                    <a:lnTo>
                      <a:pt x="310" y="25"/>
                    </a:lnTo>
                    <a:lnTo>
                      <a:pt x="335" y="25"/>
                    </a:lnTo>
                    <a:lnTo>
                      <a:pt x="325" y="0"/>
                    </a:lnTo>
                    <a:lnTo>
                      <a:pt x="366" y="0"/>
                    </a:lnTo>
                    <a:lnTo>
                      <a:pt x="356" y="25"/>
                    </a:lnTo>
                    <a:lnTo>
                      <a:pt x="381" y="25"/>
                    </a:lnTo>
                    <a:lnTo>
                      <a:pt x="371" y="50"/>
                    </a:lnTo>
                    <a:lnTo>
                      <a:pt x="371" y="50"/>
                    </a:lnTo>
                    <a:lnTo>
                      <a:pt x="396" y="50"/>
                    </a:lnTo>
                    <a:lnTo>
                      <a:pt x="387" y="75"/>
                    </a:lnTo>
                    <a:lnTo>
                      <a:pt x="412" y="75"/>
                    </a:lnTo>
                    <a:lnTo>
                      <a:pt x="402" y="100"/>
                    </a:lnTo>
                    <a:lnTo>
                      <a:pt x="457" y="100"/>
                    </a:lnTo>
                    <a:lnTo>
                      <a:pt x="447" y="75"/>
                    </a:lnTo>
                    <a:lnTo>
                      <a:pt x="472" y="75"/>
                    </a:lnTo>
                    <a:lnTo>
                      <a:pt x="462" y="50"/>
                    </a:lnTo>
                    <a:lnTo>
                      <a:pt x="487" y="50"/>
                    </a:lnTo>
                    <a:lnTo>
                      <a:pt x="487" y="50"/>
                    </a:lnTo>
                    <a:lnTo>
                      <a:pt x="477" y="25"/>
                    </a:lnTo>
                    <a:lnTo>
                      <a:pt x="502" y="25"/>
                    </a:lnTo>
                    <a:lnTo>
                      <a:pt x="493" y="0"/>
                    </a:lnTo>
                    <a:lnTo>
                      <a:pt x="533" y="0"/>
                    </a:lnTo>
                    <a:lnTo>
                      <a:pt x="524" y="25"/>
                    </a:lnTo>
                    <a:lnTo>
                      <a:pt x="549" y="25"/>
                    </a:lnTo>
                    <a:lnTo>
                      <a:pt x="539" y="50"/>
                    </a:lnTo>
                    <a:lnTo>
                      <a:pt x="539" y="50"/>
                    </a:lnTo>
                    <a:lnTo>
                      <a:pt x="564" y="50"/>
                    </a:lnTo>
                    <a:lnTo>
                      <a:pt x="554" y="75"/>
                    </a:lnTo>
                    <a:lnTo>
                      <a:pt x="579" y="75"/>
                    </a:lnTo>
                    <a:lnTo>
                      <a:pt x="569" y="100"/>
                    </a:lnTo>
                    <a:lnTo>
                      <a:pt x="624" y="100"/>
                    </a:lnTo>
                    <a:lnTo>
                      <a:pt x="614" y="75"/>
                    </a:lnTo>
                    <a:lnTo>
                      <a:pt x="639" y="75"/>
                    </a:lnTo>
                    <a:lnTo>
                      <a:pt x="630" y="50"/>
                    </a:lnTo>
                    <a:lnTo>
                      <a:pt x="655" y="50"/>
                    </a:lnTo>
                    <a:lnTo>
                      <a:pt x="655" y="50"/>
                    </a:lnTo>
                    <a:lnTo>
                      <a:pt x="645" y="25"/>
                    </a:lnTo>
                    <a:lnTo>
                      <a:pt x="670" y="25"/>
                    </a:lnTo>
                    <a:lnTo>
                      <a:pt x="660" y="0"/>
                    </a:lnTo>
                    <a:lnTo>
                      <a:pt x="680" y="0"/>
                    </a:lnTo>
                    <a:lnTo>
                      <a:pt x="680" y="100"/>
                    </a:lnTo>
                    <a:lnTo>
                      <a:pt x="680" y="935"/>
                    </a:lnTo>
                    <a:lnTo>
                      <a:pt x="0" y="97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66" name="Line 1367">
                <a:extLst>
                  <a:ext uri="{FF2B5EF4-FFF2-40B4-BE49-F238E27FC236}">
                    <a16:creationId xmlns:a16="http://schemas.microsoft.com/office/drawing/2014/main" id="{6000A606-1640-4928-BE01-B408F923BC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86" y="1162"/>
                <a:ext cx="672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67" name="Rectangle 1368">
                <a:extLst>
                  <a:ext uri="{FF2B5EF4-FFF2-40B4-BE49-F238E27FC236}">
                    <a16:creationId xmlns:a16="http://schemas.microsoft.com/office/drawing/2014/main" id="{CBEC3978-9CA1-41CB-9C7D-F79ECC35A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0" y="1193"/>
                <a:ext cx="118" cy="101"/>
              </a:xfrm>
              <a:prstGeom prst="rect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68" name="Rectangle 1369">
                <a:extLst>
                  <a:ext uri="{FF2B5EF4-FFF2-40B4-BE49-F238E27FC236}">
                    <a16:creationId xmlns:a16="http://schemas.microsoft.com/office/drawing/2014/main" id="{27A568EE-4A93-43AF-BAA8-300FC2E4C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27" y="1193"/>
                <a:ext cx="119" cy="101"/>
              </a:xfrm>
              <a:prstGeom prst="rect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69" name="Rectangle 1370">
                <a:extLst>
                  <a:ext uri="{FF2B5EF4-FFF2-40B4-BE49-F238E27FC236}">
                    <a16:creationId xmlns:a16="http://schemas.microsoft.com/office/drawing/2014/main" id="{22E81C69-4955-403E-B297-D4393671E3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71" y="1193"/>
                <a:ext cx="119" cy="101"/>
              </a:xfrm>
              <a:prstGeom prst="rect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70" name="Rectangle 1371">
                <a:extLst>
                  <a:ext uri="{FF2B5EF4-FFF2-40B4-BE49-F238E27FC236}">
                    <a16:creationId xmlns:a16="http://schemas.microsoft.com/office/drawing/2014/main" id="{7E1187BE-0167-48D6-B2ED-684F60540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5" y="1193"/>
                <a:ext cx="118" cy="101"/>
              </a:xfrm>
              <a:prstGeom prst="rect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71" name="Freeform 1372">
                <a:extLst>
                  <a:ext uri="{FF2B5EF4-FFF2-40B4-BE49-F238E27FC236}">
                    <a16:creationId xmlns:a16="http://schemas.microsoft.com/office/drawing/2014/main" id="{8ACDAE2A-4188-472C-AB7E-EEC7432506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1" y="1582"/>
                <a:ext cx="1015" cy="162"/>
              </a:xfrm>
              <a:custGeom>
                <a:avLst/>
                <a:gdLst>
                  <a:gd name="T0" fmla="*/ 1015 w 1015"/>
                  <a:gd name="T1" fmla="*/ 162 h 162"/>
                  <a:gd name="T2" fmla="*/ 0 w 1015"/>
                  <a:gd name="T3" fmla="*/ 162 h 162"/>
                  <a:gd name="T4" fmla="*/ 0 w 1015"/>
                  <a:gd name="T5" fmla="*/ 0 h 162"/>
                  <a:gd name="T6" fmla="*/ 864 w 1015"/>
                  <a:gd name="T7" fmla="*/ 0 h 162"/>
                  <a:gd name="T8" fmla="*/ 1015 w 1015"/>
                  <a:gd name="T9" fmla="*/ 162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5" h="162">
                    <a:moveTo>
                      <a:pt x="1015" y="162"/>
                    </a:moveTo>
                    <a:lnTo>
                      <a:pt x="0" y="162"/>
                    </a:lnTo>
                    <a:lnTo>
                      <a:pt x="0" y="0"/>
                    </a:lnTo>
                    <a:lnTo>
                      <a:pt x="864" y="0"/>
                    </a:lnTo>
                    <a:lnTo>
                      <a:pt x="1015" y="162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72" name="Freeform 1373">
                <a:extLst>
                  <a:ext uri="{FF2B5EF4-FFF2-40B4-BE49-F238E27FC236}">
                    <a16:creationId xmlns:a16="http://schemas.microsoft.com/office/drawing/2014/main" id="{7B5D818C-9F02-4AD8-91B2-0D5CC9C812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1" y="1733"/>
                <a:ext cx="991" cy="662"/>
              </a:xfrm>
              <a:custGeom>
                <a:avLst/>
                <a:gdLst>
                  <a:gd name="T0" fmla="*/ 991 w 991"/>
                  <a:gd name="T1" fmla="*/ 11 h 662"/>
                  <a:gd name="T2" fmla="*/ 991 w 991"/>
                  <a:gd name="T3" fmla="*/ 662 h 662"/>
                  <a:gd name="T4" fmla="*/ 0 w 991"/>
                  <a:gd name="T5" fmla="*/ 662 h 662"/>
                  <a:gd name="T6" fmla="*/ 0 w 991"/>
                  <a:gd name="T7" fmla="*/ 0 h 662"/>
                  <a:gd name="T8" fmla="*/ 991 w 991"/>
                  <a:gd name="T9" fmla="*/ 11 h 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91" h="662">
                    <a:moveTo>
                      <a:pt x="991" y="11"/>
                    </a:moveTo>
                    <a:lnTo>
                      <a:pt x="991" y="662"/>
                    </a:lnTo>
                    <a:lnTo>
                      <a:pt x="0" y="662"/>
                    </a:lnTo>
                    <a:lnTo>
                      <a:pt x="0" y="0"/>
                    </a:lnTo>
                    <a:lnTo>
                      <a:pt x="991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73" name="Freeform 1374">
                <a:extLst>
                  <a:ext uri="{FF2B5EF4-FFF2-40B4-BE49-F238E27FC236}">
                    <a16:creationId xmlns:a16="http://schemas.microsoft.com/office/drawing/2014/main" id="{A50E7C48-97B6-4E91-B733-65F39556A1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1" y="1733"/>
                <a:ext cx="991" cy="662"/>
              </a:xfrm>
              <a:custGeom>
                <a:avLst/>
                <a:gdLst>
                  <a:gd name="T0" fmla="*/ 991 w 991"/>
                  <a:gd name="T1" fmla="*/ 11 h 662"/>
                  <a:gd name="T2" fmla="*/ 991 w 991"/>
                  <a:gd name="T3" fmla="*/ 662 h 662"/>
                  <a:gd name="T4" fmla="*/ 0 w 991"/>
                  <a:gd name="T5" fmla="*/ 662 h 662"/>
                  <a:gd name="T6" fmla="*/ 0 w 991"/>
                  <a:gd name="T7" fmla="*/ 0 h 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91" h="662">
                    <a:moveTo>
                      <a:pt x="991" y="11"/>
                    </a:moveTo>
                    <a:lnTo>
                      <a:pt x="991" y="662"/>
                    </a:lnTo>
                    <a:lnTo>
                      <a:pt x="0" y="662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74" name="Freeform 1375">
                <a:extLst>
                  <a:ext uri="{FF2B5EF4-FFF2-40B4-BE49-F238E27FC236}">
                    <a16:creationId xmlns:a16="http://schemas.microsoft.com/office/drawing/2014/main" id="{696AA178-DDA7-47A6-88E8-45CBE8B626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8" y="1834"/>
                <a:ext cx="249" cy="516"/>
              </a:xfrm>
              <a:custGeom>
                <a:avLst/>
                <a:gdLst>
                  <a:gd name="T0" fmla="*/ 0 w 249"/>
                  <a:gd name="T1" fmla="*/ 516 h 516"/>
                  <a:gd name="T2" fmla="*/ 249 w 249"/>
                  <a:gd name="T3" fmla="*/ 513 h 516"/>
                  <a:gd name="T4" fmla="*/ 249 w 249"/>
                  <a:gd name="T5" fmla="*/ 0 h 516"/>
                  <a:gd name="T6" fmla="*/ 0 w 249"/>
                  <a:gd name="T7" fmla="*/ 0 h 516"/>
                  <a:gd name="T8" fmla="*/ 0 w 249"/>
                  <a:gd name="T9" fmla="*/ 516 h 5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9" h="516">
                    <a:moveTo>
                      <a:pt x="0" y="516"/>
                    </a:moveTo>
                    <a:lnTo>
                      <a:pt x="249" y="513"/>
                    </a:lnTo>
                    <a:lnTo>
                      <a:pt x="249" y="0"/>
                    </a:lnTo>
                    <a:lnTo>
                      <a:pt x="0" y="0"/>
                    </a:lnTo>
                    <a:lnTo>
                      <a:pt x="0" y="516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75" name="Freeform 1376">
                <a:extLst>
                  <a:ext uri="{FF2B5EF4-FFF2-40B4-BE49-F238E27FC236}">
                    <a16:creationId xmlns:a16="http://schemas.microsoft.com/office/drawing/2014/main" id="{9348F737-3A10-4AF0-ABFC-A6D9998ADC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7" y="1848"/>
                <a:ext cx="215" cy="497"/>
              </a:xfrm>
              <a:custGeom>
                <a:avLst/>
                <a:gdLst>
                  <a:gd name="T0" fmla="*/ 0 w 215"/>
                  <a:gd name="T1" fmla="*/ 497 h 497"/>
                  <a:gd name="T2" fmla="*/ 215 w 215"/>
                  <a:gd name="T3" fmla="*/ 489 h 497"/>
                  <a:gd name="T4" fmla="*/ 215 w 215"/>
                  <a:gd name="T5" fmla="*/ 0 h 497"/>
                  <a:gd name="T6" fmla="*/ 0 w 215"/>
                  <a:gd name="T7" fmla="*/ 0 h 497"/>
                  <a:gd name="T8" fmla="*/ 0 w 215"/>
                  <a:gd name="T9" fmla="*/ 497 h 4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5" h="497">
                    <a:moveTo>
                      <a:pt x="0" y="497"/>
                    </a:moveTo>
                    <a:lnTo>
                      <a:pt x="215" y="489"/>
                    </a:lnTo>
                    <a:lnTo>
                      <a:pt x="215" y="0"/>
                    </a:lnTo>
                    <a:lnTo>
                      <a:pt x="0" y="0"/>
                    </a:lnTo>
                    <a:lnTo>
                      <a:pt x="0" y="497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76" name="Freeform 1377">
                <a:extLst>
                  <a:ext uri="{FF2B5EF4-FFF2-40B4-BE49-F238E27FC236}">
                    <a16:creationId xmlns:a16="http://schemas.microsoft.com/office/drawing/2014/main" id="{83E3E0DE-781F-4C55-A764-8761F57196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5" y="1874"/>
                <a:ext cx="55" cy="17"/>
              </a:xfrm>
              <a:custGeom>
                <a:avLst/>
                <a:gdLst>
                  <a:gd name="T0" fmla="*/ 0 w 81"/>
                  <a:gd name="T1" fmla="*/ 24 h 24"/>
                  <a:gd name="T2" fmla="*/ 81 w 81"/>
                  <a:gd name="T3" fmla="*/ 24 h 24"/>
                  <a:gd name="T4" fmla="*/ 81 w 81"/>
                  <a:gd name="T5" fmla="*/ 13 h 24"/>
                  <a:gd name="T6" fmla="*/ 69 w 81"/>
                  <a:gd name="T7" fmla="*/ 0 h 24"/>
                  <a:gd name="T8" fmla="*/ 0 w 81"/>
                  <a:gd name="T9" fmla="*/ 0 h 24"/>
                  <a:gd name="T10" fmla="*/ 0 w 81"/>
                  <a:gd name="T11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1" h="24">
                    <a:moveTo>
                      <a:pt x="0" y="24"/>
                    </a:moveTo>
                    <a:cubicBezTo>
                      <a:pt x="81" y="24"/>
                      <a:pt x="81" y="24"/>
                      <a:pt x="81" y="24"/>
                    </a:cubicBezTo>
                    <a:cubicBezTo>
                      <a:pt x="81" y="13"/>
                      <a:pt x="81" y="13"/>
                      <a:pt x="81" y="13"/>
                    </a:cubicBezTo>
                    <a:cubicBezTo>
                      <a:pt x="81" y="6"/>
                      <a:pt x="76" y="0"/>
                      <a:pt x="6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77" name="Rectangle 1378">
                <a:extLst>
                  <a:ext uri="{FF2B5EF4-FFF2-40B4-BE49-F238E27FC236}">
                    <a16:creationId xmlns:a16="http://schemas.microsoft.com/office/drawing/2014/main" id="{5A89F4A1-F7DD-4A01-94F1-868440C54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6" y="1897"/>
                <a:ext cx="12" cy="17"/>
              </a:xfrm>
              <a:prstGeom prst="rect">
                <a:avLst/>
              </a:pr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78" name="Rectangle 1379">
                <a:extLst>
                  <a:ext uri="{FF2B5EF4-FFF2-40B4-BE49-F238E27FC236}">
                    <a16:creationId xmlns:a16="http://schemas.microsoft.com/office/drawing/2014/main" id="{AAE38664-AFAB-47EA-A1A0-9F91DE029A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1926"/>
                <a:ext cx="25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79" name="Freeform 1380">
                <a:extLst>
                  <a:ext uri="{FF2B5EF4-FFF2-40B4-BE49-F238E27FC236}">
                    <a16:creationId xmlns:a16="http://schemas.microsoft.com/office/drawing/2014/main" id="{06B18C50-1DCA-4A1A-822F-77769E10D5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5" y="1876"/>
                <a:ext cx="47" cy="15"/>
              </a:xfrm>
              <a:custGeom>
                <a:avLst/>
                <a:gdLst>
                  <a:gd name="T0" fmla="*/ 0 w 69"/>
                  <a:gd name="T1" fmla="*/ 0 h 21"/>
                  <a:gd name="T2" fmla="*/ 61 w 69"/>
                  <a:gd name="T3" fmla="*/ 0 h 21"/>
                  <a:gd name="T4" fmla="*/ 69 w 69"/>
                  <a:gd name="T5" fmla="*/ 8 h 21"/>
                  <a:gd name="T6" fmla="*/ 69 w 69"/>
                  <a:gd name="T7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9" h="21">
                    <a:moveTo>
                      <a:pt x="0" y="0"/>
                    </a:moveTo>
                    <a:cubicBezTo>
                      <a:pt x="61" y="0"/>
                      <a:pt x="61" y="0"/>
                      <a:pt x="61" y="0"/>
                    </a:cubicBezTo>
                    <a:cubicBezTo>
                      <a:pt x="65" y="0"/>
                      <a:pt x="69" y="4"/>
                      <a:pt x="69" y="8"/>
                    </a:cubicBezTo>
                    <a:cubicBezTo>
                      <a:pt x="69" y="21"/>
                      <a:pt x="69" y="21"/>
                      <a:pt x="69" y="21"/>
                    </a:cubicBezTo>
                  </a:path>
                </a:pathLst>
              </a:cu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80" name="Freeform 1381">
                <a:extLst>
                  <a:ext uri="{FF2B5EF4-FFF2-40B4-BE49-F238E27FC236}">
                    <a16:creationId xmlns:a16="http://schemas.microsoft.com/office/drawing/2014/main" id="{A1C571E1-7315-48A6-B5BF-23EE7BC5A5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3" y="1891"/>
                <a:ext cx="101" cy="7"/>
              </a:xfrm>
              <a:custGeom>
                <a:avLst/>
                <a:gdLst>
                  <a:gd name="T0" fmla="*/ 0 w 149"/>
                  <a:gd name="T1" fmla="*/ 11 h 11"/>
                  <a:gd name="T2" fmla="*/ 143 w 149"/>
                  <a:gd name="T3" fmla="*/ 11 h 11"/>
                  <a:gd name="T4" fmla="*/ 149 w 149"/>
                  <a:gd name="T5" fmla="*/ 6 h 11"/>
                  <a:gd name="T6" fmla="*/ 149 w 149"/>
                  <a:gd name="T7" fmla="*/ 6 h 11"/>
                  <a:gd name="T8" fmla="*/ 143 w 149"/>
                  <a:gd name="T9" fmla="*/ 0 h 11"/>
                  <a:gd name="T10" fmla="*/ 0 w 149"/>
                  <a:gd name="T11" fmla="*/ 0 h 11"/>
                  <a:gd name="T12" fmla="*/ 0 w 149"/>
                  <a:gd name="T13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9" h="11">
                    <a:moveTo>
                      <a:pt x="0" y="11"/>
                    </a:moveTo>
                    <a:cubicBezTo>
                      <a:pt x="143" y="11"/>
                      <a:pt x="143" y="11"/>
                      <a:pt x="143" y="11"/>
                    </a:cubicBezTo>
                    <a:cubicBezTo>
                      <a:pt x="147" y="11"/>
                      <a:pt x="149" y="9"/>
                      <a:pt x="149" y="6"/>
                    </a:cubicBezTo>
                    <a:cubicBezTo>
                      <a:pt x="149" y="6"/>
                      <a:pt x="149" y="6"/>
                      <a:pt x="149" y="6"/>
                    </a:cubicBezTo>
                    <a:cubicBezTo>
                      <a:pt x="149" y="3"/>
                      <a:pt x="147" y="0"/>
                      <a:pt x="143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1"/>
                    </a:lnTo>
                    <a:close/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81" name="Freeform 1382">
                <a:extLst>
                  <a:ext uri="{FF2B5EF4-FFF2-40B4-BE49-F238E27FC236}">
                    <a16:creationId xmlns:a16="http://schemas.microsoft.com/office/drawing/2014/main" id="{C792C0C1-28F2-441A-9AD5-84A72D8314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4" y="1916"/>
                <a:ext cx="12" cy="19"/>
              </a:xfrm>
              <a:custGeom>
                <a:avLst/>
                <a:gdLst>
                  <a:gd name="T0" fmla="*/ 0 w 18"/>
                  <a:gd name="T1" fmla="*/ 29 h 29"/>
                  <a:gd name="T2" fmla="*/ 18 w 18"/>
                  <a:gd name="T3" fmla="*/ 29 h 29"/>
                  <a:gd name="T4" fmla="*/ 18 w 18"/>
                  <a:gd name="T5" fmla="*/ 10 h 29"/>
                  <a:gd name="T6" fmla="*/ 8 w 18"/>
                  <a:gd name="T7" fmla="*/ 0 h 29"/>
                  <a:gd name="T8" fmla="*/ 0 w 18"/>
                  <a:gd name="T9" fmla="*/ 0 h 29"/>
                  <a:gd name="T10" fmla="*/ 0 w 18"/>
                  <a:gd name="T11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29">
                    <a:moveTo>
                      <a:pt x="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4"/>
                      <a:pt x="14" y="0"/>
                      <a:pt x="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82" name="Oval 1383">
                <a:extLst>
                  <a:ext uri="{FF2B5EF4-FFF2-40B4-BE49-F238E27FC236}">
                    <a16:creationId xmlns:a16="http://schemas.microsoft.com/office/drawing/2014/main" id="{84979ED9-A140-42C5-9A37-02E9AA3A60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1912"/>
                <a:ext cx="34" cy="34"/>
              </a:xfrm>
              <a:prstGeom prst="ellipse">
                <a:avLst/>
              </a:prstGeom>
              <a:solidFill>
                <a:srgbClr val="000000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83" name="Rectangle 1384">
                <a:extLst>
                  <a:ext uri="{FF2B5EF4-FFF2-40B4-BE49-F238E27FC236}">
                    <a16:creationId xmlns:a16="http://schemas.microsoft.com/office/drawing/2014/main" id="{1A65E614-EE31-4709-AE56-8C35E78577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3" y="1935"/>
                <a:ext cx="90" cy="348"/>
              </a:xfrm>
              <a:prstGeom prst="rect">
                <a:avLst/>
              </a:pr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84" name="Rectangle 1385">
                <a:extLst>
                  <a:ext uri="{FF2B5EF4-FFF2-40B4-BE49-F238E27FC236}">
                    <a16:creationId xmlns:a16="http://schemas.microsoft.com/office/drawing/2014/main" id="{BE8DC037-E208-45A1-89FE-6C50EB012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1946"/>
                <a:ext cx="90" cy="329"/>
              </a:xfrm>
              <a:prstGeom prst="rect">
                <a:avLst/>
              </a:pr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85" name="Rectangle 1386">
                <a:extLst>
                  <a:ext uri="{FF2B5EF4-FFF2-40B4-BE49-F238E27FC236}">
                    <a16:creationId xmlns:a16="http://schemas.microsoft.com/office/drawing/2014/main" id="{8EB856F7-831A-49EB-B775-6825355F9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3" y="2020"/>
                <a:ext cx="78" cy="13"/>
              </a:xfrm>
              <a:prstGeom prst="rect">
                <a:avLst/>
              </a:pr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86" name="Rectangle 1387">
                <a:extLst>
                  <a:ext uri="{FF2B5EF4-FFF2-40B4-BE49-F238E27FC236}">
                    <a16:creationId xmlns:a16="http://schemas.microsoft.com/office/drawing/2014/main" id="{3AEFC0AA-EA92-4EAC-82A3-9B159FC71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5" y="2125"/>
                <a:ext cx="16" cy="6"/>
              </a:xfrm>
              <a:prstGeom prst="rect">
                <a:avLst/>
              </a:prstGeom>
              <a:solidFill>
                <a:srgbClr val="000000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87" name="Line 1388">
                <a:extLst>
                  <a:ext uri="{FF2B5EF4-FFF2-40B4-BE49-F238E27FC236}">
                    <a16:creationId xmlns:a16="http://schemas.microsoft.com/office/drawing/2014/main" id="{4C80CDE9-1B7C-4013-AF34-4510BB16F6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56" y="1584"/>
                <a:ext cx="138" cy="157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88" name="Line 1389">
                <a:extLst>
                  <a:ext uri="{FF2B5EF4-FFF2-40B4-BE49-F238E27FC236}">
                    <a16:creationId xmlns:a16="http://schemas.microsoft.com/office/drawing/2014/main" id="{0D6F09E7-F274-4C66-AB6D-9BADEAB1F4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27" y="1584"/>
                <a:ext cx="138" cy="157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89" name="Line 1390">
                <a:extLst>
                  <a:ext uri="{FF2B5EF4-FFF2-40B4-BE49-F238E27FC236}">
                    <a16:creationId xmlns:a16="http://schemas.microsoft.com/office/drawing/2014/main" id="{0FC8ECB0-799C-43F1-ACE9-AE8450501E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97" y="1584"/>
                <a:ext cx="138" cy="157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90" name="Line 1391">
                <a:extLst>
                  <a:ext uri="{FF2B5EF4-FFF2-40B4-BE49-F238E27FC236}">
                    <a16:creationId xmlns:a16="http://schemas.microsoft.com/office/drawing/2014/main" id="{F426CD01-8149-4EE0-BABD-679EE41DF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1584"/>
                <a:ext cx="137" cy="157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91" name="Line 1392">
                <a:extLst>
                  <a:ext uri="{FF2B5EF4-FFF2-40B4-BE49-F238E27FC236}">
                    <a16:creationId xmlns:a16="http://schemas.microsoft.com/office/drawing/2014/main" id="{8EEBDDF8-3515-401C-8090-B07B62CE63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39" y="1584"/>
                <a:ext cx="137" cy="157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92" name="Freeform 1393">
                <a:extLst>
                  <a:ext uri="{FF2B5EF4-FFF2-40B4-BE49-F238E27FC236}">
                    <a16:creationId xmlns:a16="http://schemas.microsoft.com/office/drawing/2014/main" id="{82C79DFD-9B39-455D-8CEA-C9B1956FEB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3" y="1746"/>
                <a:ext cx="214" cy="66"/>
              </a:xfrm>
              <a:custGeom>
                <a:avLst/>
                <a:gdLst>
                  <a:gd name="T0" fmla="*/ 20 w 314"/>
                  <a:gd name="T1" fmla="*/ 0 h 97"/>
                  <a:gd name="T2" fmla="*/ 313 w 314"/>
                  <a:gd name="T3" fmla="*/ 0 h 97"/>
                  <a:gd name="T4" fmla="*/ 300 w 314"/>
                  <a:gd name="T5" fmla="*/ 43 h 97"/>
                  <a:gd name="T6" fmla="*/ 244 w 314"/>
                  <a:gd name="T7" fmla="*/ 28 h 97"/>
                  <a:gd name="T8" fmla="*/ 209 w 314"/>
                  <a:gd name="T9" fmla="*/ 67 h 97"/>
                  <a:gd name="T10" fmla="*/ 106 w 314"/>
                  <a:gd name="T11" fmla="*/ 22 h 97"/>
                  <a:gd name="T12" fmla="*/ 66 w 314"/>
                  <a:gd name="T13" fmla="*/ 57 h 97"/>
                  <a:gd name="T14" fmla="*/ 20 w 314"/>
                  <a:gd name="T15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14" h="97">
                    <a:moveTo>
                      <a:pt x="20" y="0"/>
                    </a:moveTo>
                    <a:cubicBezTo>
                      <a:pt x="313" y="0"/>
                      <a:pt x="313" y="0"/>
                      <a:pt x="313" y="0"/>
                    </a:cubicBezTo>
                    <a:cubicBezTo>
                      <a:pt x="313" y="0"/>
                      <a:pt x="314" y="23"/>
                      <a:pt x="300" y="43"/>
                    </a:cubicBezTo>
                    <a:cubicBezTo>
                      <a:pt x="287" y="63"/>
                      <a:pt x="256" y="60"/>
                      <a:pt x="244" y="28"/>
                    </a:cubicBezTo>
                    <a:cubicBezTo>
                      <a:pt x="244" y="28"/>
                      <a:pt x="240" y="50"/>
                      <a:pt x="209" y="67"/>
                    </a:cubicBezTo>
                    <a:cubicBezTo>
                      <a:pt x="154" y="97"/>
                      <a:pt x="105" y="56"/>
                      <a:pt x="106" y="22"/>
                    </a:cubicBezTo>
                    <a:cubicBezTo>
                      <a:pt x="106" y="22"/>
                      <a:pt x="96" y="47"/>
                      <a:pt x="66" y="57"/>
                    </a:cubicBezTo>
                    <a:cubicBezTo>
                      <a:pt x="36" y="67"/>
                      <a:pt x="0" y="29"/>
                      <a:pt x="20" y="0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93" name="Freeform 1394">
                <a:extLst>
                  <a:ext uri="{FF2B5EF4-FFF2-40B4-BE49-F238E27FC236}">
                    <a16:creationId xmlns:a16="http://schemas.microsoft.com/office/drawing/2014/main" id="{76D4F269-7EA5-44C6-8EA5-07BB04867A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2" y="1746"/>
                <a:ext cx="213" cy="66"/>
              </a:xfrm>
              <a:custGeom>
                <a:avLst/>
                <a:gdLst>
                  <a:gd name="T0" fmla="*/ 19 w 313"/>
                  <a:gd name="T1" fmla="*/ 0 h 97"/>
                  <a:gd name="T2" fmla="*/ 312 w 313"/>
                  <a:gd name="T3" fmla="*/ 0 h 97"/>
                  <a:gd name="T4" fmla="*/ 300 w 313"/>
                  <a:gd name="T5" fmla="*/ 43 h 97"/>
                  <a:gd name="T6" fmla="*/ 243 w 313"/>
                  <a:gd name="T7" fmla="*/ 28 h 97"/>
                  <a:gd name="T8" fmla="*/ 208 w 313"/>
                  <a:gd name="T9" fmla="*/ 67 h 97"/>
                  <a:gd name="T10" fmla="*/ 105 w 313"/>
                  <a:gd name="T11" fmla="*/ 22 h 97"/>
                  <a:gd name="T12" fmla="*/ 66 w 313"/>
                  <a:gd name="T13" fmla="*/ 57 h 97"/>
                  <a:gd name="T14" fmla="*/ 19 w 313"/>
                  <a:gd name="T15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13" h="97">
                    <a:moveTo>
                      <a:pt x="19" y="0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2" y="0"/>
                      <a:pt x="313" y="23"/>
                      <a:pt x="300" y="43"/>
                    </a:cubicBezTo>
                    <a:cubicBezTo>
                      <a:pt x="286" y="63"/>
                      <a:pt x="255" y="60"/>
                      <a:pt x="243" y="28"/>
                    </a:cubicBezTo>
                    <a:cubicBezTo>
                      <a:pt x="243" y="28"/>
                      <a:pt x="239" y="50"/>
                      <a:pt x="208" y="67"/>
                    </a:cubicBezTo>
                    <a:cubicBezTo>
                      <a:pt x="153" y="97"/>
                      <a:pt x="104" y="56"/>
                      <a:pt x="105" y="22"/>
                    </a:cubicBezTo>
                    <a:cubicBezTo>
                      <a:pt x="105" y="22"/>
                      <a:pt x="96" y="47"/>
                      <a:pt x="66" y="57"/>
                    </a:cubicBezTo>
                    <a:cubicBezTo>
                      <a:pt x="35" y="67"/>
                      <a:pt x="0" y="29"/>
                      <a:pt x="19" y="0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94" name="Freeform 1395">
                <a:extLst>
                  <a:ext uri="{FF2B5EF4-FFF2-40B4-BE49-F238E27FC236}">
                    <a16:creationId xmlns:a16="http://schemas.microsoft.com/office/drawing/2014/main" id="{2DCDA270-0536-4A1F-8E23-EC7DDDC90C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0" y="1746"/>
                <a:ext cx="213" cy="66"/>
              </a:xfrm>
              <a:custGeom>
                <a:avLst/>
                <a:gdLst>
                  <a:gd name="T0" fmla="*/ 19 w 313"/>
                  <a:gd name="T1" fmla="*/ 0 h 97"/>
                  <a:gd name="T2" fmla="*/ 312 w 313"/>
                  <a:gd name="T3" fmla="*/ 0 h 97"/>
                  <a:gd name="T4" fmla="*/ 300 w 313"/>
                  <a:gd name="T5" fmla="*/ 43 h 97"/>
                  <a:gd name="T6" fmla="*/ 243 w 313"/>
                  <a:gd name="T7" fmla="*/ 28 h 97"/>
                  <a:gd name="T8" fmla="*/ 208 w 313"/>
                  <a:gd name="T9" fmla="*/ 67 h 97"/>
                  <a:gd name="T10" fmla="*/ 105 w 313"/>
                  <a:gd name="T11" fmla="*/ 22 h 97"/>
                  <a:gd name="T12" fmla="*/ 66 w 313"/>
                  <a:gd name="T13" fmla="*/ 57 h 97"/>
                  <a:gd name="T14" fmla="*/ 19 w 313"/>
                  <a:gd name="T15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13" h="97">
                    <a:moveTo>
                      <a:pt x="19" y="0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2" y="0"/>
                      <a:pt x="313" y="23"/>
                      <a:pt x="300" y="43"/>
                    </a:cubicBezTo>
                    <a:cubicBezTo>
                      <a:pt x="287" y="63"/>
                      <a:pt x="255" y="60"/>
                      <a:pt x="243" y="28"/>
                    </a:cubicBezTo>
                    <a:cubicBezTo>
                      <a:pt x="243" y="28"/>
                      <a:pt x="239" y="50"/>
                      <a:pt x="208" y="67"/>
                    </a:cubicBezTo>
                    <a:cubicBezTo>
                      <a:pt x="153" y="97"/>
                      <a:pt x="104" y="56"/>
                      <a:pt x="105" y="22"/>
                    </a:cubicBezTo>
                    <a:cubicBezTo>
                      <a:pt x="105" y="22"/>
                      <a:pt x="96" y="47"/>
                      <a:pt x="66" y="57"/>
                    </a:cubicBezTo>
                    <a:cubicBezTo>
                      <a:pt x="36" y="67"/>
                      <a:pt x="0" y="29"/>
                      <a:pt x="19" y="0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95" name="Freeform 1396">
                <a:extLst>
                  <a:ext uri="{FF2B5EF4-FFF2-40B4-BE49-F238E27FC236}">
                    <a16:creationId xmlns:a16="http://schemas.microsoft.com/office/drawing/2014/main" id="{36B15EE4-1478-4F56-A994-3E24607BF0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08" y="1746"/>
                <a:ext cx="213" cy="66"/>
              </a:xfrm>
              <a:custGeom>
                <a:avLst/>
                <a:gdLst>
                  <a:gd name="T0" fmla="*/ 19 w 313"/>
                  <a:gd name="T1" fmla="*/ 0 h 97"/>
                  <a:gd name="T2" fmla="*/ 312 w 313"/>
                  <a:gd name="T3" fmla="*/ 0 h 97"/>
                  <a:gd name="T4" fmla="*/ 300 w 313"/>
                  <a:gd name="T5" fmla="*/ 43 h 97"/>
                  <a:gd name="T6" fmla="*/ 244 w 313"/>
                  <a:gd name="T7" fmla="*/ 28 h 97"/>
                  <a:gd name="T8" fmla="*/ 209 w 313"/>
                  <a:gd name="T9" fmla="*/ 67 h 97"/>
                  <a:gd name="T10" fmla="*/ 105 w 313"/>
                  <a:gd name="T11" fmla="*/ 22 h 97"/>
                  <a:gd name="T12" fmla="*/ 66 w 313"/>
                  <a:gd name="T13" fmla="*/ 57 h 97"/>
                  <a:gd name="T14" fmla="*/ 19 w 313"/>
                  <a:gd name="T15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13" h="97">
                    <a:moveTo>
                      <a:pt x="19" y="0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2" y="0"/>
                      <a:pt x="313" y="23"/>
                      <a:pt x="300" y="43"/>
                    </a:cubicBezTo>
                    <a:cubicBezTo>
                      <a:pt x="287" y="63"/>
                      <a:pt x="255" y="60"/>
                      <a:pt x="244" y="28"/>
                    </a:cubicBezTo>
                    <a:cubicBezTo>
                      <a:pt x="244" y="28"/>
                      <a:pt x="239" y="50"/>
                      <a:pt x="209" y="67"/>
                    </a:cubicBezTo>
                    <a:cubicBezTo>
                      <a:pt x="153" y="97"/>
                      <a:pt x="104" y="56"/>
                      <a:pt x="105" y="22"/>
                    </a:cubicBezTo>
                    <a:cubicBezTo>
                      <a:pt x="105" y="22"/>
                      <a:pt x="96" y="47"/>
                      <a:pt x="66" y="57"/>
                    </a:cubicBezTo>
                    <a:cubicBezTo>
                      <a:pt x="36" y="67"/>
                      <a:pt x="0" y="29"/>
                      <a:pt x="19" y="0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96" name="Line 1397">
                <a:extLst>
                  <a:ext uri="{FF2B5EF4-FFF2-40B4-BE49-F238E27FC236}">
                    <a16:creationId xmlns:a16="http://schemas.microsoft.com/office/drawing/2014/main" id="{5207827D-E3B4-49B9-9B94-E18EFBCF38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67" y="1481"/>
                <a:ext cx="95" cy="10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97" name="Rectangle 1398">
                <a:extLst>
                  <a:ext uri="{FF2B5EF4-FFF2-40B4-BE49-F238E27FC236}">
                    <a16:creationId xmlns:a16="http://schemas.microsoft.com/office/drawing/2014/main" id="{345AD2E4-2289-4C9A-B59F-C6321E9288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23" y="1722"/>
                <a:ext cx="1006" cy="24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98" name="Freeform 1399">
                <a:extLst>
                  <a:ext uri="{FF2B5EF4-FFF2-40B4-BE49-F238E27FC236}">
                    <a16:creationId xmlns:a16="http://schemas.microsoft.com/office/drawing/2014/main" id="{3087B2F8-7D71-47B6-B68A-FAA51B2939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8" y="1471"/>
                <a:ext cx="633" cy="134"/>
              </a:xfrm>
              <a:custGeom>
                <a:avLst/>
                <a:gdLst>
                  <a:gd name="T0" fmla="*/ 0 w 633"/>
                  <a:gd name="T1" fmla="*/ 134 h 134"/>
                  <a:gd name="T2" fmla="*/ 633 w 633"/>
                  <a:gd name="T3" fmla="*/ 134 h 134"/>
                  <a:gd name="T4" fmla="*/ 633 w 633"/>
                  <a:gd name="T5" fmla="*/ 0 h 134"/>
                  <a:gd name="T6" fmla="*/ 2 w 633"/>
                  <a:gd name="T7" fmla="*/ 0 h 134"/>
                  <a:gd name="T8" fmla="*/ 2 w 633"/>
                  <a:gd name="T9" fmla="*/ 134 h 134"/>
                  <a:gd name="T10" fmla="*/ 0 w 633"/>
                  <a:gd name="T1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33" h="134">
                    <a:moveTo>
                      <a:pt x="0" y="134"/>
                    </a:moveTo>
                    <a:lnTo>
                      <a:pt x="633" y="134"/>
                    </a:lnTo>
                    <a:lnTo>
                      <a:pt x="633" y="0"/>
                    </a:lnTo>
                    <a:lnTo>
                      <a:pt x="2" y="0"/>
                    </a:lnTo>
                    <a:lnTo>
                      <a:pt x="2" y="134"/>
                    </a:lnTo>
                    <a:lnTo>
                      <a:pt x="0" y="134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99" name="Freeform 1400">
                <a:extLst>
                  <a:ext uri="{FF2B5EF4-FFF2-40B4-BE49-F238E27FC236}">
                    <a16:creationId xmlns:a16="http://schemas.microsoft.com/office/drawing/2014/main" id="{B309DAFF-444A-43A6-AE66-0B4844D13A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8" y="1471"/>
                <a:ext cx="633" cy="134"/>
              </a:xfrm>
              <a:custGeom>
                <a:avLst/>
                <a:gdLst>
                  <a:gd name="T0" fmla="*/ 0 w 633"/>
                  <a:gd name="T1" fmla="*/ 134 h 134"/>
                  <a:gd name="T2" fmla="*/ 633 w 633"/>
                  <a:gd name="T3" fmla="*/ 134 h 134"/>
                  <a:gd name="T4" fmla="*/ 633 w 633"/>
                  <a:gd name="T5" fmla="*/ 0 h 134"/>
                  <a:gd name="T6" fmla="*/ 2 w 633"/>
                  <a:gd name="T7" fmla="*/ 0 h 134"/>
                  <a:gd name="T8" fmla="*/ 2 w 633"/>
                  <a:gd name="T9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3" h="134">
                    <a:moveTo>
                      <a:pt x="0" y="134"/>
                    </a:moveTo>
                    <a:lnTo>
                      <a:pt x="633" y="134"/>
                    </a:lnTo>
                    <a:lnTo>
                      <a:pt x="633" y="0"/>
                    </a:lnTo>
                    <a:lnTo>
                      <a:pt x="2" y="0"/>
                    </a:lnTo>
                    <a:lnTo>
                      <a:pt x="2" y="13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00" name="Rectangle 1401">
                <a:extLst>
                  <a:ext uri="{FF2B5EF4-FFF2-40B4-BE49-F238E27FC236}">
                    <a16:creationId xmlns:a16="http://schemas.microsoft.com/office/drawing/2014/main" id="{1732960D-44EC-43CA-A9D1-1E98E1A84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0" y="1722"/>
                <a:ext cx="901" cy="57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01" name="Rectangle 1402">
                <a:extLst>
                  <a:ext uri="{FF2B5EF4-FFF2-40B4-BE49-F238E27FC236}">
                    <a16:creationId xmlns:a16="http://schemas.microsoft.com/office/drawing/2014/main" id="{06A97757-1550-46FB-BD34-8D3EE87D5E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6" y="1832"/>
                <a:ext cx="126" cy="137"/>
              </a:xfrm>
              <a:prstGeom prst="rect">
                <a:avLst/>
              </a:prstGeom>
              <a:solidFill>
                <a:srgbClr val="8F8F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02" name="Line 1403">
                <a:extLst>
                  <a:ext uri="{FF2B5EF4-FFF2-40B4-BE49-F238E27FC236}">
                    <a16:creationId xmlns:a16="http://schemas.microsoft.com/office/drawing/2014/main" id="{F1B3DC01-6172-4C24-8345-96CC8D8649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6" y="1903"/>
                <a:ext cx="126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03" name="Line 1404">
                <a:extLst>
                  <a:ext uri="{FF2B5EF4-FFF2-40B4-BE49-F238E27FC236}">
                    <a16:creationId xmlns:a16="http://schemas.microsoft.com/office/drawing/2014/main" id="{C5DE8FC3-92BA-4522-9815-739D47B47D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46" y="1918"/>
                <a:ext cx="57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04" name="Line 1405">
                <a:extLst>
                  <a:ext uri="{FF2B5EF4-FFF2-40B4-BE49-F238E27FC236}">
                    <a16:creationId xmlns:a16="http://schemas.microsoft.com/office/drawing/2014/main" id="{AA7449D7-DFFA-4134-BBC8-D3377C36B1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46" y="1933"/>
                <a:ext cx="57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05" name="Line 1406">
                <a:extLst>
                  <a:ext uri="{FF2B5EF4-FFF2-40B4-BE49-F238E27FC236}">
                    <a16:creationId xmlns:a16="http://schemas.microsoft.com/office/drawing/2014/main" id="{01481D03-7F1E-4F47-89D5-8E8BAD540E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46" y="1949"/>
                <a:ext cx="57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06" name="Line 1407">
                <a:extLst>
                  <a:ext uri="{FF2B5EF4-FFF2-40B4-BE49-F238E27FC236}">
                    <a16:creationId xmlns:a16="http://schemas.microsoft.com/office/drawing/2014/main" id="{9979E50B-96C0-48A6-8514-1321C2248E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46" y="1853"/>
                <a:ext cx="57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07" name="Line 1408">
                <a:extLst>
                  <a:ext uri="{FF2B5EF4-FFF2-40B4-BE49-F238E27FC236}">
                    <a16:creationId xmlns:a16="http://schemas.microsoft.com/office/drawing/2014/main" id="{49E11CFD-DC55-4265-BFD0-81323A82DC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46" y="1869"/>
                <a:ext cx="57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08" name="Line 1409">
                <a:extLst>
                  <a:ext uri="{FF2B5EF4-FFF2-40B4-BE49-F238E27FC236}">
                    <a16:creationId xmlns:a16="http://schemas.microsoft.com/office/drawing/2014/main" id="{C2468542-AB60-4FF7-AD20-5CC3D132E3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46" y="1885"/>
                <a:ext cx="27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09" name="Freeform 1410">
                <a:extLst>
                  <a:ext uri="{FF2B5EF4-FFF2-40B4-BE49-F238E27FC236}">
                    <a16:creationId xmlns:a16="http://schemas.microsoft.com/office/drawing/2014/main" id="{C00CF3F8-6F83-4F06-A319-7B82902B7A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8" y="1810"/>
                <a:ext cx="264" cy="165"/>
              </a:xfrm>
              <a:custGeom>
                <a:avLst/>
                <a:gdLst>
                  <a:gd name="T0" fmla="*/ 34 w 264"/>
                  <a:gd name="T1" fmla="*/ 165 h 165"/>
                  <a:gd name="T2" fmla="*/ 264 w 264"/>
                  <a:gd name="T3" fmla="*/ 165 h 165"/>
                  <a:gd name="T4" fmla="*/ 264 w 264"/>
                  <a:gd name="T5" fmla="*/ 0 h 165"/>
                  <a:gd name="T6" fmla="*/ 0 w 264"/>
                  <a:gd name="T7" fmla="*/ 0 h 165"/>
                  <a:gd name="T8" fmla="*/ 34 w 264"/>
                  <a:gd name="T9" fmla="*/ 165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4" h="165">
                    <a:moveTo>
                      <a:pt x="34" y="165"/>
                    </a:moveTo>
                    <a:lnTo>
                      <a:pt x="264" y="165"/>
                    </a:lnTo>
                    <a:lnTo>
                      <a:pt x="264" y="0"/>
                    </a:lnTo>
                    <a:lnTo>
                      <a:pt x="0" y="0"/>
                    </a:lnTo>
                    <a:lnTo>
                      <a:pt x="34" y="165"/>
                    </a:lnTo>
                    <a:close/>
                  </a:path>
                </a:pathLst>
              </a:custGeom>
              <a:solidFill>
                <a:srgbClr val="8F8F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10" name="Freeform 1411">
                <a:extLst>
                  <a:ext uri="{FF2B5EF4-FFF2-40B4-BE49-F238E27FC236}">
                    <a16:creationId xmlns:a16="http://schemas.microsoft.com/office/drawing/2014/main" id="{32A9FE87-5521-4A63-AC5A-403338A151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8" y="1810"/>
                <a:ext cx="264" cy="165"/>
              </a:xfrm>
              <a:custGeom>
                <a:avLst/>
                <a:gdLst>
                  <a:gd name="T0" fmla="*/ 34 w 264"/>
                  <a:gd name="T1" fmla="*/ 165 h 165"/>
                  <a:gd name="T2" fmla="*/ 264 w 264"/>
                  <a:gd name="T3" fmla="*/ 165 h 165"/>
                  <a:gd name="T4" fmla="*/ 264 w 264"/>
                  <a:gd name="T5" fmla="*/ 0 h 165"/>
                  <a:gd name="T6" fmla="*/ 0 w 264"/>
                  <a:gd name="T7" fmla="*/ 0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64" h="165">
                    <a:moveTo>
                      <a:pt x="34" y="165"/>
                    </a:moveTo>
                    <a:lnTo>
                      <a:pt x="264" y="165"/>
                    </a:lnTo>
                    <a:lnTo>
                      <a:pt x="264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11" name="Rectangle 1412">
                <a:extLst>
                  <a:ext uri="{FF2B5EF4-FFF2-40B4-BE49-F238E27FC236}">
                    <a16:creationId xmlns:a16="http://schemas.microsoft.com/office/drawing/2014/main" id="{54769627-0ED7-47A4-A2F9-180B1B5285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5" y="2020"/>
                <a:ext cx="26" cy="20"/>
              </a:xfrm>
              <a:prstGeom prst="rect">
                <a:avLst/>
              </a:prstGeom>
              <a:solidFill>
                <a:srgbClr val="8F8F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12" name="Freeform 1413">
                <a:extLst>
                  <a:ext uri="{FF2B5EF4-FFF2-40B4-BE49-F238E27FC236}">
                    <a16:creationId xmlns:a16="http://schemas.microsoft.com/office/drawing/2014/main" id="{1C253285-6A0D-49F5-82C0-3E0B233664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5" y="2025"/>
                <a:ext cx="26" cy="3"/>
              </a:xfrm>
              <a:custGeom>
                <a:avLst/>
                <a:gdLst>
                  <a:gd name="T0" fmla="*/ 0 w 39"/>
                  <a:gd name="T1" fmla="*/ 0 h 5"/>
                  <a:gd name="T2" fmla="*/ 5 w 39"/>
                  <a:gd name="T3" fmla="*/ 0 h 5"/>
                  <a:gd name="T4" fmla="*/ 12 w 39"/>
                  <a:gd name="T5" fmla="*/ 5 h 5"/>
                  <a:gd name="T6" fmla="*/ 19 w 39"/>
                  <a:gd name="T7" fmla="*/ 0 h 5"/>
                  <a:gd name="T8" fmla="*/ 39 w 39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5">
                    <a:moveTo>
                      <a:pt x="0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7" y="5"/>
                      <a:pt x="12" y="5"/>
                    </a:cubicBezTo>
                    <a:cubicBezTo>
                      <a:pt x="17" y="4"/>
                      <a:pt x="19" y="0"/>
                      <a:pt x="19" y="0"/>
                    </a:cubicBezTo>
                    <a:cubicBezTo>
                      <a:pt x="39" y="0"/>
                      <a:pt x="39" y="0"/>
                      <a:pt x="39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13" name="Rectangle 1414">
                <a:extLst>
                  <a:ext uri="{FF2B5EF4-FFF2-40B4-BE49-F238E27FC236}">
                    <a16:creationId xmlns:a16="http://schemas.microsoft.com/office/drawing/2014/main" id="{3C039666-18A6-4F75-BB60-FDCC768F0A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1" y="2153"/>
                <a:ext cx="15" cy="132"/>
              </a:xfrm>
              <a:prstGeom prst="rect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14" name="Rectangle 1415">
                <a:extLst>
                  <a:ext uri="{FF2B5EF4-FFF2-40B4-BE49-F238E27FC236}">
                    <a16:creationId xmlns:a16="http://schemas.microsoft.com/office/drawing/2014/main" id="{6AD1F54A-6F80-45C6-A96B-0496270B87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0" y="2153"/>
                <a:ext cx="15" cy="132"/>
              </a:xfrm>
              <a:prstGeom prst="rect">
                <a:avLst/>
              </a:prstGeom>
              <a:solidFill>
                <a:srgbClr val="8F8F8F"/>
              </a:solidFill>
              <a:ln w="1588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15" name="Freeform 1416">
                <a:extLst>
                  <a:ext uri="{FF2B5EF4-FFF2-40B4-BE49-F238E27FC236}">
                    <a16:creationId xmlns:a16="http://schemas.microsoft.com/office/drawing/2014/main" id="{967D90D8-C491-43F2-8E69-9BC233F425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5" y="1920"/>
                <a:ext cx="48" cy="54"/>
              </a:xfrm>
              <a:custGeom>
                <a:avLst/>
                <a:gdLst>
                  <a:gd name="T0" fmla="*/ 68 w 70"/>
                  <a:gd name="T1" fmla="*/ 30 h 79"/>
                  <a:gd name="T2" fmla="*/ 67 w 70"/>
                  <a:gd name="T3" fmla="*/ 28 h 79"/>
                  <a:gd name="T4" fmla="*/ 64 w 70"/>
                  <a:gd name="T5" fmla="*/ 18 h 79"/>
                  <a:gd name="T6" fmla="*/ 62 w 70"/>
                  <a:gd name="T7" fmla="*/ 0 h 79"/>
                  <a:gd name="T8" fmla="*/ 30 w 70"/>
                  <a:gd name="T9" fmla="*/ 0 h 79"/>
                  <a:gd name="T10" fmla="*/ 26 w 70"/>
                  <a:gd name="T11" fmla="*/ 10 h 79"/>
                  <a:gd name="T12" fmla="*/ 28 w 70"/>
                  <a:gd name="T13" fmla="*/ 12 h 79"/>
                  <a:gd name="T14" fmla="*/ 31 w 70"/>
                  <a:gd name="T15" fmla="*/ 19 h 79"/>
                  <a:gd name="T16" fmla="*/ 31 w 70"/>
                  <a:gd name="T17" fmla="*/ 21 h 79"/>
                  <a:gd name="T18" fmla="*/ 28 w 70"/>
                  <a:gd name="T19" fmla="*/ 24 h 79"/>
                  <a:gd name="T20" fmla="*/ 22 w 70"/>
                  <a:gd name="T21" fmla="*/ 24 h 79"/>
                  <a:gd name="T22" fmla="*/ 12 w 70"/>
                  <a:gd name="T23" fmla="*/ 36 h 79"/>
                  <a:gd name="T24" fmla="*/ 0 w 70"/>
                  <a:gd name="T25" fmla="*/ 72 h 79"/>
                  <a:gd name="T26" fmla="*/ 41 w 70"/>
                  <a:gd name="T27" fmla="*/ 79 h 79"/>
                  <a:gd name="T28" fmla="*/ 42 w 70"/>
                  <a:gd name="T29" fmla="*/ 60 h 79"/>
                  <a:gd name="T30" fmla="*/ 64 w 70"/>
                  <a:gd name="T31" fmla="*/ 51 h 79"/>
                  <a:gd name="T32" fmla="*/ 64 w 70"/>
                  <a:gd name="T33" fmla="*/ 36 h 79"/>
                  <a:gd name="T34" fmla="*/ 67 w 70"/>
                  <a:gd name="T35" fmla="*/ 35 h 79"/>
                  <a:gd name="T36" fmla="*/ 68 w 70"/>
                  <a:gd name="T37" fmla="*/ 3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0" h="79">
                    <a:moveTo>
                      <a:pt x="68" y="30"/>
                    </a:moveTo>
                    <a:cubicBezTo>
                      <a:pt x="68" y="29"/>
                      <a:pt x="67" y="29"/>
                      <a:pt x="67" y="28"/>
                    </a:cubicBezTo>
                    <a:cubicBezTo>
                      <a:pt x="64" y="24"/>
                      <a:pt x="63" y="21"/>
                      <a:pt x="64" y="18"/>
                    </a:cubicBezTo>
                    <a:cubicBezTo>
                      <a:pt x="64" y="16"/>
                      <a:pt x="66" y="8"/>
                      <a:pt x="62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25" y="0"/>
                      <a:pt x="23" y="6"/>
                      <a:pt x="26" y="10"/>
                    </a:cubicBezTo>
                    <a:cubicBezTo>
                      <a:pt x="27" y="11"/>
                      <a:pt x="28" y="12"/>
                      <a:pt x="28" y="12"/>
                    </a:cubicBezTo>
                    <a:cubicBezTo>
                      <a:pt x="30" y="14"/>
                      <a:pt x="31" y="16"/>
                      <a:pt x="31" y="19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1" y="23"/>
                      <a:pt x="29" y="24"/>
                      <a:pt x="28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12" y="36"/>
                      <a:pt x="12" y="36"/>
                      <a:pt x="12" y="36"/>
                    </a:cubicBezTo>
                    <a:cubicBezTo>
                      <a:pt x="12" y="36"/>
                      <a:pt x="0" y="72"/>
                      <a:pt x="0" y="72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57" y="63"/>
                      <a:pt x="63" y="58"/>
                      <a:pt x="64" y="51"/>
                    </a:cubicBezTo>
                    <a:cubicBezTo>
                      <a:pt x="64" y="36"/>
                      <a:pt x="64" y="36"/>
                      <a:pt x="64" y="36"/>
                    </a:cubicBezTo>
                    <a:cubicBezTo>
                      <a:pt x="67" y="35"/>
                      <a:pt x="67" y="35"/>
                      <a:pt x="67" y="35"/>
                    </a:cubicBezTo>
                    <a:cubicBezTo>
                      <a:pt x="69" y="34"/>
                      <a:pt x="70" y="31"/>
                      <a:pt x="68" y="30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16" name="Freeform 1417">
                <a:extLst>
                  <a:ext uri="{FF2B5EF4-FFF2-40B4-BE49-F238E27FC236}">
                    <a16:creationId xmlns:a16="http://schemas.microsoft.com/office/drawing/2014/main" id="{9FF4EB9D-263A-41AF-AA2E-80AB26BA5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6" y="1906"/>
                <a:ext cx="42" cy="41"/>
              </a:xfrm>
              <a:custGeom>
                <a:avLst/>
                <a:gdLst>
                  <a:gd name="T0" fmla="*/ 26 w 61"/>
                  <a:gd name="T1" fmla="*/ 45 h 61"/>
                  <a:gd name="T2" fmla="*/ 29 w 61"/>
                  <a:gd name="T3" fmla="*/ 42 h 61"/>
                  <a:gd name="T4" fmla="*/ 29 w 61"/>
                  <a:gd name="T5" fmla="*/ 40 h 61"/>
                  <a:gd name="T6" fmla="*/ 26 w 61"/>
                  <a:gd name="T7" fmla="*/ 33 h 61"/>
                  <a:gd name="T8" fmla="*/ 24 w 61"/>
                  <a:gd name="T9" fmla="*/ 31 h 61"/>
                  <a:gd name="T10" fmla="*/ 28 w 61"/>
                  <a:gd name="T11" fmla="*/ 21 h 61"/>
                  <a:gd name="T12" fmla="*/ 61 w 61"/>
                  <a:gd name="T13" fmla="*/ 21 h 61"/>
                  <a:gd name="T14" fmla="*/ 55 w 61"/>
                  <a:gd name="T15" fmla="*/ 13 h 61"/>
                  <a:gd name="T16" fmla="*/ 16 w 61"/>
                  <a:gd name="T17" fmla="*/ 7 h 61"/>
                  <a:gd name="T18" fmla="*/ 0 w 61"/>
                  <a:gd name="T19" fmla="*/ 34 h 61"/>
                  <a:gd name="T20" fmla="*/ 7 w 61"/>
                  <a:gd name="T21" fmla="*/ 61 h 61"/>
                  <a:gd name="T22" fmla="*/ 20 w 61"/>
                  <a:gd name="T23" fmla="*/ 45 h 61"/>
                  <a:gd name="T24" fmla="*/ 26 w 61"/>
                  <a:gd name="T25" fmla="*/ 45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1" h="61">
                    <a:moveTo>
                      <a:pt x="26" y="45"/>
                    </a:moveTo>
                    <a:cubicBezTo>
                      <a:pt x="28" y="45"/>
                      <a:pt x="29" y="44"/>
                      <a:pt x="29" y="42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9" y="37"/>
                      <a:pt x="28" y="35"/>
                      <a:pt x="26" y="33"/>
                    </a:cubicBezTo>
                    <a:cubicBezTo>
                      <a:pt x="26" y="33"/>
                      <a:pt x="25" y="32"/>
                      <a:pt x="24" y="31"/>
                    </a:cubicBezTo>
                    <a:cubicBezTo>
                      <a:pt x="21" y="27"/>
                      <a:pt x="23" y="21"/>
                      <a:pt x="28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59" y="18"/>
                      <a:pt x="58" y="15"/>
                      <a:pt x="55" y="13"/>
                    </a:cubicBezTo>
                    <a:cubicBezTo>
                      <a:pt x="44" y="3"/>
                      <a:pt x="31" y="0"/>
                      <a:pt x="16" y="7"/>
                    </a:cubicBezTo>
                    <a:cubicBezTo>
                      <a:pt x="8" y="10"/>
                      <a:pt x="1" y="18"/>
                      <a:pt x="0" y="34"/>
                    </a:cubicBezTo>
                    <a:cubicBezTo>
                      <a:pt x="0" y="50"/>
                      <a:pt x="7" y="61"/>
                      <a:pt x="7" y="61"/>
                    </a:cubicBezTo>
                    <a:cubicBezTo>
                      <a:pt x="20" y="45"/>
                      <a:pt x="20" y="45"/>
                      <a:pt x="20" y="45"/>
                    </a:cubicBezTo>
                    <a:lnTo>
                      <a:pt x="26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17" name="Freeform 1418">
                <a:extLst>
                  <a:ext uri="{FF2B5EF4-FFF2-40B4-BE49-F238E27FC236}">
                    <a16:creationId xmlns:a16="http://schemas.microsoft.com/office/drawing/2014/main" id="{0B8BD076-6A81-40F3-B1F3-59B2A7ECD2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931"/>
                <a:ext cx="11" cy="12"/>
              </a:xfrm>
              <a:custGeom>
                <a:avLst/>
                <a:gdLst>
                  <a:gd name="T0" fmla="*/ 14 w 16"/>
                  <a:gd name="T1" fmla="*/ 6 h 17"/>
                  <a:gd name="T2" fmla="*/ 10 w 16"/>
                  <a:gd name="T3" fmla="*/ 16 h 17"/>
                  <a:gd name="T4" fmla="*/ 1 w 16"/>
                  <a:gd name="T5" fmla="*/ 11 h 17"/>
                  <a:gd name="T6" fmla="*/ 5 w 16"/>
                  <a:gd name="T7" fmla="*/ 1 h 17"/>
                  <a:gd name="T8" fmla="*/ 14 w 16"/>
                  <a:gd name="T9" fmla="*/ 6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7">
                    <a:moveTo>
                      <a:pt x="14" y="6"/>
                    </a:moveTo>
                    <a:cubicBezTo>
                      <a:pt x="16" y="10"/>
                      <a:pt x="14" y="15"/>
                      <a:pt x="10" y="16"/>
                    </a:cubicBezTo>
                    <a:cubicBezTo>
                      <a:pt x="7" y="17"/>
                      <a:pt x="3" y="15"/>
                      <a:pt x="1" y="11"/>
                    </a:cubicBezTo>
                    <a:cubicBezTo>
                      <a:pt x="0" y="6"/>
                      <a:pt x="2" y="2"/>
                      <a:pt x="5" y="1"/>
                    </a:cubicBezTo>
                    <a:cubicBezTo>
                      <a:pt x="9" y="0"/>
                      <a:pt x="13" y="2"/>
                      <a:pt x="14" y="6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18" name="Freeform 1419">
                <a:extLst>
                  <a:ext uri="{FF2B5EF4-FFF2-40B4-BE49-F238E27FC236}">
                    <a16:creationId xmlns:a16="http://schemas.microsoft.com/office/drawing/2014/main" id="{B10D7EFA-A4F9-4DE9-A488-69182CDAD1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0" y="1935"/>
                <a:ext cx="2" cy="2"/>
              </a:xfrm>
              <a:custGeom>
                <a:avLst/>
                <a:gdLst>
                  <a:gd name="T0" fmla="*/ 3 w 3"/>
                  <a:gd name="T1" fmla="*/ 2 h 4"/>
                  <a:gd name="T2" fmla="*/ 1 w 3"/>
                  <a:gd name="T3" fmla="*/ 4 h 4"/>
                  <a:gd name="T4" fmla="*/ 0 w 3"/>
                  <a:gd name="T5" fmla="*/ 2 h 4"/>
                  <a:gd name="T6" fmla="*/ 2 w 3"/>
                  <a:gd name="T7" fmla="*/ 0 h 4"/>
                  <a:gd name="T8" fmla="*/ 3 w 3"/>
                  <a:gd name="T9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3" y="2"/>
                    </a:moveTo>
                    <a:cubicBezTo>
                      <a:pt x="3" y="3"/>
                      <a:pt x="2" y="4"/>
                      <a:pt x="1" y="4"/>
                    </a:cubicBezTo>
                    <a:cubicBezTo>
                      <a:pt x="0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3" y="0"/>
                      <a:pt x="3" y="1"/>
                      <a:pt x="3" y="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19" name="Freeform 1420">
                <a:extLst>
                  <a:ext uri="{FF2B5EF4-FFF2-40B4-BE49-F238E27FC236}">
                    <a16:creationId xmlns:a16="http://schemas.microsoft.com/office/drawing/2014/main" id="{055B9B3E-9A9F-44C5-A5E7-232A7997EF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8" y="1929"/>
                <a:ext cx="5" cy="2"/>
              </a:xfrm>
              <a:custGeom>
                <a:avLst/>
                <a:gdLst>
                  <a:gd name="T0" fmla="*/ 0 w 7"/>
                  <a:gd name="T1" fmla="*/ 3 h 3"/>
                  <a:gd name="T2" fmla="*/ 7 w 7"/>
                  <a:gd name="T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" h="3">
                    <a:moveTo>
                      <a:pt x="0" y="3"/>
                    </a:moveTo>
                    <a:cubicBezTo>
                      <a:pt x="0" y="3"/>
                      <a:pt x="4" y="0"/>
                      <a:pt x="7" y="3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20" name="Freeform 1421">
                <a:extLst>
                  <a:ext uri="{FF2B5EF4-FFF2-40B4-BE49-F238E27FC236}">
                    <a16:creationId xmlns:a16="http://schemas.microsoft.com/office/drawing/2014/main" id="{61314566-CF2E-4A52-A9E7-3DF86B0659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7" y="1948"/>
                <a:ext cx="6" cy="4"/>
              </a:xfrm>
              <a:custGeom>
                <a:avLst/>
                <a:gdLst>
                  <a:gd name="T0" fmla="*/ 0 w 9"/>
                  <a:gd name="T1" fmla="*/ 0 h 6"/>
                  <a:gd name="T2" fmla="*/ 9 w 9"/>
                  <a:gd name="T3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cubicBezTo>
                      <a:pt x="1" y="2"/>
                      <a:pt x="5" y="6"/>
                      <a:pt x="9" y="4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21" name="Freeform 1422">
                <a:extLst>
                  <a:ext uri="{FF2B5EF4-FFF2-40B4-BE49-F238E27FC236}">
                    <a16:creationId xmlns:a16="http://schemas.microsoft.com/office/drawing/2014/main" id="{558568DF-B3E9-491A-A86F-965CD9D9FE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5" y="1916"/>
                <a:ext cx="43" cy="14"/>
              </a:xfrm>
              <a:custGeom>
                <a:avLst/>
                <a:gdLst>
                  <a:gd name="T0" fmla="*/ 63 w 63"/>
                  <a:gd name="T1" fmla="*/ 6 h 21"/>
                  <a:gd name="T2" fmla="*/ 29 w 63"/>
                  <a:gd name="T3" fmla="*/ 20 h 21"/>
                  <a:gd name="T4" fmla="*/ 16 w 63"/>
                  <a:gd name="T5" fmla="*/ 0 h 21"/>
                  <a:gd name="T6" fmla="*/ 52 w 63"/>
                  <a:gd name="T7" fmla="*/ 1 h 21"/>
                  <a:gd name="T8" fmla="*/ 58 w 63"/>
                  <a:gd name="T9" fmla="*/ 2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21">
                    <a:moveTo>
                      <a:pt x="63" y="6"/>
                    </a:moveTo>
                    <a:cubicBezTo>
                      <a:pt x="62" y="7"/>
                      <a:pt x="59" y="21"/>
                      <a:pt x="29" y="20"/>
                    </a:cubicBezTo>
                    <a:cubicBezTo>
                      <a:pt x="0" y="18"/>
                      <a:pt x="16" y="0"/>
                      <a:pt x="16" y="0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8" y="2"/>
                      <a:pt x="58" y="2"/>
                      <a:pt x="58" y="2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22" name="Rectangle 1423">
                <a:extLst>
                  <a:ext uri="{FF2B5EF4-FFF2-40B4-BE49-F238E27FC236}">
                    <a16:creationId xmlns:a16="http://schemas.microsoft.com/office/drawing/2014/main" id="{6388C7A2-5112-442F-ADEE-0C0ACD325C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2" y="2155"/>
                <a:ext cx="19" cy="132"/>
              </a:xfrm>
              <a:prstGeom prst="rect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23" name="Rectangle 1424">
                <a:extLst>
                  <a:ext uri="{FF2B5EF4-FFF2-40B4-BE49-F238E27FC236}">
                    <a16:creationId xmlns:a16="http://schemas.microsoft.com/office/drawing/2014/main" id="{CD563B33-D507-4D8D-A96B-102DE9C83C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1" y="2155"/>
                <a:ext cx="15" cy="132"/>
              </a:xfrm>
              <a:prstGeom prst="rect">
                <a:avLst/>
              </a:prstGeom>
              <a:solidFill>
                <a:srgbClr val="8F8F8F"/>
              </a:solidFill>
              <a:ln w="1588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24" name="Freeform 1425">
                <a:extLst>
                  <a:ext uri="{FF2B5EF4-FFF2-40B4-BE49-F238E27FC236}">
                    <a16:creationId xmlns:a16="http://schemas.microsoft.com/office/drawing/2014/main" id="{FCA9556A-3E89-44CD-9896-FD30325DF1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2" y="2145"/>
                <a:ext cx="98" cy="20"/>
              </a:xfrm>
              <a:custGeom>
                <a:avLst/>
                <a:gdLst>
                  <a:gd name="T0" fmla="*/ 139 w 144"/>
                  <a:gd name="T1" fmla="*/ 30 h 30"/>
                  <a:gd name="T2" fmla="*/ 6 w 144"/>
                  <a:gd name="T3" fmla="*/ 30 h 30"/>
                  <a:gd name="T4" fmla="*/ 0 w 144"/>
                  <a:gd name="T5" fmla="*/ 25 h 30"/>
                  <a:gd name="T6" fmla="*/ 0 w 144"/>
                  <a:gd name="T7" fmla="*/ 5 h 30"/>
                  <a:gd name="T8" fmla="*/ 6 w 144"/>
                  <a:gd name="T9" fmla="*/ 0 h 30"/>
                  <a:gd name="T10" fmla="*/ 139 w 144"/>
                  <a:gd name="T11" fmla="*/ 0 h 30"/>
                  <a:gd name="T12" fmla="*/ 144 w 144"/>
                  <a:gd name="T13" fmla="*/ 5 h 30"/>
                  <a:gd name="T14" fmla="*/ 144 w 144"/>
                  <a:gd name="T15" fmla="*/ 25 h 30"/>
                  <a:gd name="T16" fmla="*/ 139 w 144"/>
                  <a:gd name="T17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4" h="30">
                    <a:moveTo>
                      <a:pt x="139" y="30"/>
                    </a:moveTo>
                    <a:cubicBezTo>
                      <a:pt x="6" y="30"/>
                      <a:pt x="6" y="30"/>
                      <a:pt x="6" y="30"/>
                    </a:cubicBezTo>
                    <a:cubicBezTo>
                      <a:pt x="3" y="30"/>
                      <a:pt x="0" y="28"/>
                      <a:pt x="0" y="2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39" y="0"/>
                      <a:pt x="139" y="0"/>
                      <a:pt x="139" y="0"/>
                    </a:cubicBezTo>
                    <a:cubicBezTo>
                      <a:pt x="142" y="0"/>
                      <a:pt x="144" y="2"/>
                      <a:pt x="144" y="5"/>
                    </a:cubicBezTo>
                    <a:cubicBezTo>
                      <a:pt x="144" y="25"/>
                      <a:pt x="144" y="25"/>
                      <a:pt x="144" y="25"/>
                    </a:cubicBezTo>
                    <a:cubicBezTo>
                      <a:pt x="144" y="28"/>
                      <a:pt x="142" y="30"/>
                      <a:pt x="139" y="30"/>
                    </a:cubicBezTo>
                    <a:close/>
                  </a:path>
                </a:pathLst>
              </a:custGeom>
              <a:solidFill>
                <a:srgbClr val="595959"/>
              </a:solidFill>
              <a:ln w="1588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25" name="Freeform 1426">
                <a:extLst>
                  <a:ext uri="{FF2B5EF4-FFF2-40B4-BE49-F238E27FC236}">
                    <a16:creationId xmlns:a16="http://schemas.microsoft.com/office/drawing/2014/main" id="{DDE8064E-5AFE-486E-8236-19A81B2A2D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0" y="2206"/>
                <a:ext cx="64" cy="74"/>
              </a:xfrm>
              <a:custGeom>
                <a:avLst/>
                <a:gdLst>
                  <a:gd name="T0" fmla="*/ 55 w 64"/>
                  <a:gd name="T1" fmla="*/ 15 h 74"/>
                  <a:gd name="T2" fmla="*/ 40 w 64"/>
                  <a:gd name="T3" fmla="*/ 57 h 74"/>
                  <a:gd name="T4" fmla="*/ 64 w 64"/>
                  <a:gd name="T5" fmla="*/ 74 h 74"/>
                  <a:gd name="T6" fmla="*/ 0 w 64"/>
                  <a:gd name="T7" fmla="*/ 74 h 74"/>
                  <a:gd name="T8" fmla="*/ 22 w 64"/>
                  <a:gd name="T9" fmla="*/ 0 h 74"/>
                  <a:gd name="T10" fmla="*/ 55 w 64"/>
                  <a:gd name="T11" fmla="*/ 15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" h="74">
                    <a:moveTo>
                      <a:pt x="55" y="15"/>
                    </a:moveTo>
                    <a:lnTo>
                      <a:pt x="40" y="57"/>
                    </a:lnTo>
                    <a:lnTo>
                      <a:pt x="64" y="74"/>
                    </a:lnTo>
                    <a:lnTo>
                      <a:pt x="0" y="74"/>
                    </a:lnTo>
                    <a:lnTo>
                      <a:pt x="22" y="0"/>
                    </a:lnTo>
                    <a:lnTo>
                      <a:pt x="55" y="15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26" name="Freeform 1427">
                <a:extLst>
                  <a:ext uri="{FF2B5EF4-FFF2-40B4-BE49-F238E27FC236}">
                    <a16:creationId xmlns:a16="http://schemas.microsoft.com/office/drawing/2014/main" id="{1781DD63-A438-4919-A31D-3FEA540979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0" y="2206"/>
                <a:ext cx="64" cy="74"/>
              </a:xfrm>
              <a:custGeom>
                <a:avLst/>
                <a:gdLst>
                  <a:gd name="T0" fmla="*/ 55 w 64"/>
                  <a:gd name="T1" fmla="*/ 15 h 74"/>
                  <a:gd name="T2" fmla="*/ 40 w 64"/>
                  <a:gd name="T3" fmla="*/ 57 h 74"/>
                  <a:gd name="T4" fmla="*/ 64 w 64"/>
                  <a:gd name="T5" fmla="*/ 74 h 74"/>
                  <a:gd name="T6" fmla="*/ 0 w 64"/>
                  <a:gd name="T7" fmla="*/ 74 h 74"/>
                  <a:gd name="T8" fmla="*/ 22 w 64"/>
                  <a:gd name="T9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74">
                    <a:moveTo>
                      <a:pt x="55" y="15"/>
                    </a:moveTo>
                    <a:lnTo>
                      <a:pt x="40" y="57"/>
                    </a:lnTo>
                    <a:lnTo>
                      <a:pt x="64" y="74"/>
                    </a:lnTo>
                    <a:lnTo>
                      <a:pt x="0" y="74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27" name="Freeform 1428">
                <a:extLst>
                  <a:ext uri="{FF2B5EF4-FFF2-40B4-BE49-F238E27FC236}">
                    <a16:creationId xmlns:a16="http://schemas.microsoft.com/office/drawing/2014/main" id="{40637EB0-04DA-465D-894F-123FC3072E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2" y="2220"/>
                <a:ext cx="85" cy="60"/>
              </a:xfrm>
              <a:custGeom>
                <a:avLst/>
                <a:gdLst>
                  <a:gd name="T0" fmla="*/ 41 w 85"/>
                  <a:gd name="T1" fmla="*/ 2 h 60"/>
                  <a:gd name="T2" fmla="*/ 58 w 85"/>
                  <a:gd name="T3" fmla="*/ 39 h 60"/>
                  <a:gd name="T4" fmla="*/ 85 w 85"/>
                  <a:gd name="T5" fmla="*/ 60 h 60"/>
                  <a:gd name="T6" fmla="*/ 25 w 85"/>
                  <a:gd name="T7" fmla="*/ 60 h 60"/>
                  <a:gd name="T8" fmla="*/ 0 w 85"/>
                  <a:gd name="T9" fmla="*/ 0 h 60"/>
                  <a:gd name="T10" fmla="*/ 41 w 85"/>
                  <a:gd name="T11" fmla="*/ 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5" h="60">
                    <a:moveTo>
                      <a:pt x="41" y="2"/>
                    </a:moveTo>
                    <a:lnTo>
                      <a:pt x="58" y="39"/>
                    </a:lnTo>
                    <a:lnTo>
                      <a:pt x="85" y="60"/>
                    </a:lnTo>
                    <a:lnTo>
                      <a:pt x="25" y="60"/>
                    </a:lnTo>
                    <a:lnTo>
                      <a:pt x="0" y="0"/>
                    </a:lnTo>
                    <a:lnTo>
                      <a:pt x="41" y="2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28" name="Freeform 1429">
                <a:extLst>
                  <a:ext uri="{FF2B5EF4-FFF2-40B4-BE49-F238E27FC236}">
                    <a16:creationId xmlns:a16="http://schemas.microsoft.com/office/drawing/2014/main" id="{D337A3D0-E038-4709-BF2C-8F2FED972B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4" y="2096"/>
                <a:ext cx="96" cy="127"/>
              </a:xfrm>
              <a:custGeom>
                <a:avLst/>
                <a:gdLst>
                  <a:gd name="T0" fmla="*/ 55 w 96"/>
                  <a:gd name="T1" fmla="*/ 0 h 127"/>
                  <a:gd name="T2" fmla="*/ 96 w 96"/>
                  <a:gd name="T3" fmla="*/ 127 h 127"/>
                  <a:gd name="T4" fmla="*/ 23 w 96"/>
                  <a:gd name="T5" fmla="*/ 125 h 127"/>
                  <a:gd name="T6" fmla="*/ 0 w 96"/>
                  <a:gd name="T7" fmla="*/ 31 h 127"/>
                  <a:gd name="T8" fmla="*/ 55 w 96"/>
                  <a:gd name="T9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" h="127">
                    <a:moveTo>
                      <a:pt x="55" y="0"/>
                    </a:moveTo>
                    <a:lnTo>
                      <a:pt x="96" y="127"/>
                    </a:lnTo>
                    <a:lnTo>
                      <a:pt x="23" y="125"/>
                    </a:lnTo>
                    <a:lnTo>
                      <a:pt x="0" y="31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29" name="Freeform 1430">
                <a:extLst>
                  <a:ext uri="{FF2B5EF4-FFF2-40B4-BE49-F238E27FC236}">
                    <a16:creationId xmlns:a16="http://schemas.microsoft.com/office/drawing/2014/main" id="{92C40F0A-8A7D-4DE6-9547-F404181F51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9" y="2074"/>
                <a:ext cx="132" cy="68"/>
              </a:xfrm>
              <a:custGeom>
                <a:avLst/>
                <a:gdLst>
                  <a:gd name="T0" fmla="*/ 50 w 193"/>
                  <a:gd name="T1" fmla="*/ 100 h 100"/>
                  <a:gd name="T2" fmla="*/ 143 w 193"/>
                  <a:gd name="T3" fmla="*/ 100 h 100"/>
                  <a:gd name="T4" fmla="*/ 193 w 193"/>
                  <a:gd name="T5" fmla="*/ 50 h 100"/>
                  <a:gd name="T6" fmla="*/ 193 w 193"/>
                  <a:gd name="T7" fmla="*/ 50 h 100"/>
                  <a:gd name="T8" fmla="*/ 143 w 193"/>
                  <a:gd name="T9" fmla="*/ 0 h 100"/>
                  <a:gd name="T10" fmla="*/ 50 w 193"/>
                  <a:gd name="T11" fmla="*/ 0 h 100"/>
                  <a:gd name="T12" fmla="*/ 0 w 193"/>
                  <a:gd name="T13" fmla="*/ 50 h 100"/>
                  <a:gd name="T14" fmla="*/ 0 w 193"/>
                  <a:gd name="T15" fmla="*/ 50 h 100"/>
                  <a:gd name="T16" fmla="*/ 50 w 193"/>
                  <a:gd name="T17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3" h="100">
                    <a:moveTo>
                      <a:pt x="50" y="100"/>
                    </a:moveTo>
                    <a:cubicBezTo>
                      <a:pt x="143" y="100"/>
                      <a:pt x="143" y="100"/>
                      <a:pt x="143" y="100"/>
                    </a:cubicBezTo>
                    <a:cubicBezTo>
                      <a:pt x="171" y="100"/>
                      <a:pt x="193" y="78"/>
                      <a:pt x="193" y="50"/>
                    </a:cubicBezTo>
                    <a:cubicBezTo>
                      <a:pt x="193" y="50"/>
                      <a:pt x="193" y="50"/>
                      <a:pt x="193" y="50"/>
                    </a:cubicBezTo>
                    <a:cubicBezTo>
                      <a:pt x="193" y="23"/>
                      <a:pt x="171" y="0"/>
                      <a:pt x="143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22" y="0"/>
                      <a:pt x="0" y="23"/>
                      <a:pt x="0" y="50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30" name="Freeform 1431">
                <a:extLst>
                  <a:ext uri="{FF2B5EF4-FFF2-40B4-BE49-F238E27FC236}">
                    <a16:creationId xmlns:a16="http://schemas.microsoft.com/office/drawing/2014/main" id="{3F789266-278C-4AA2-913A-F052941046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3" y="1973"/>
                <a:ext cx="109" cy="101"/>
              </a:xfrm>
              <a:custGeom>
                <a:avLst/>
                <a:gdLst>
                  <a:gd name="T0" fmla="*/ 160 w 160"/>
                  <a:gd name="T1" fmla="*/ 141 h 148"/>
                  <a:gd name="T2" fmla="*/ 71 w 160"/>
                  <a:gd name="T3" fmla="*/ 106 h 148"/>
                  <a:gd name="T4" fmla="*/ 63 w 160"/>
                  <a:gd name="T5" fmla="*/ 94 h 148"/>
                  <a:gd name="T6" fmla="*/ 48 w 160"/>
                  <a:gd name="T7" fmla="*/ 32 h 148"/>
                  <a:gd name="T8" fmla="*/ 34 w 160"/>
                  <a:gd name="T9" fmla="*/ 6 h 148"/>
                  <a:gd name="T10" fmla="*/ 0 w 160"/>
                  <a:gd name="T11" fmla="*/ 41 h 148"/>
                  <a:gd name="T12" fmla="*/ 25 w 160"/>
                  <a:gd name="T13" fmla="*/ 125 h 148"/>
                  <a:gd name="T14" fmla="*/ 38 w 160"/>
                  <a:gd name="T15" fmla="*/ 148 h 148"/>
                  <a:gd name="T16" fmla="*/ 140 w 160"/>
                  <a:gd name="T17" fmla="*/ 143 h 148"/>
                  <a:gd name="T18" fmla="*/ 160 w 160"/>
                  <a:gd name="T19" fmla="*/ 141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0" h="148">
                    <a:moveTo>
                      <a:pt x="160" y="141"/>
                    </a:moveTo>
                    <a:cubicBezTo>
                      <a:pt x="71" y="106"/>
                      <a:pt x="71" y="106"/>
                      <a:pt x="71" y="106"/>
                    </a:cubicBezTo>
                    <a:cubicBezTo>
                      <a:pt x="67" y="103"/>
                      <a:pt x="64" y="99"/>
                      <a:pt x="63" y="94"/>
                    </a:cubicBezTo>
                    <a:cubicBezTo>
                      <a:pt x="48" y="32"/>
                      <a:pt x="48" y="32"/>
                      <a:pt x="48" y="32"/>
                    </a:cubicBezTo>
                    <a:cubicBezTo>
                      <a:pt x="48" y="32"/>
                      <a:pt x="47" y="13"/>
                      <a:pt x="34" y="6"/>
                    </a:cubicBezTo>
                    <a:cubicBezTo>
                      <a:pt x="20" y="0"/>
                      <a:pt x="0" y="41"/>
                      <a:pt x="0" y="41"/>
                    </a:cubicBezTo>
                    <a:cubicBezTo>
                      <a:pt x="25" y="125"/>
                      <a:pt x="25" y="125"/>
                      <a:pt x="25" y="125"/>
                    </a:cubicBezTo>
                    <a:cubicBezTo>
                      <a:pt x="38" y="148"/>
                      <a:pt x="38" y="148"/>
                      <a:pt x="38" y="148"/>
                    </a:cubicBezTo>
                    <a:cubicBezTo>
                      <a:pt x="38" y="148"/>
                      <a:pt x="138" y="143"/>
                      <a:pt x="140" y="143"/>
                    </a:cubicBezTo>
                    <a:cubicBezTo>
                      <a:pt x="157" y="147"/>
                      <a:pt x="160" y="141"/>
                      <a:pt x="160" y="141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31" name="Freeform 1432">
                <a:extLst>
                  <a:ext uri="{FF2B5EF4-FFF2-40B4-BE49-F238E27FC236}">
                    <a16:creationId xmlns:a16="http://schemas.microsoft.com/office/drawing/2014/main" id="{8AE27E1C-AA5A-4132-8527-AD3A6C7874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3" y="1968"/>
                <a:ext cx="91" cy="116"/>
              </a:xfrm>
              <a:custGeom>
                <a:avLst/>
                <a:gdLst>
                  <a:gd name="T0" fmla="*/ 112 w 134"/>
                  <a:gd name="T1" fmla="*/ 7 h 170"/>
                  <a:gd name="T2" fmla="*/ 126 w 134"/>
                  <a:gd name="T3" fmla="*/ 27 h 170"/>
                  <a:gd name="T4" fmla="*/ 130 w 134"/>
                  <a:gd name="T5" fmla="*/ 146 h 170"/>
                  <a:gd name="T6" fmla="*/ 88 w 134"/>
                  <a:gd name="T7" fmla="*/ 158 h 170"/>
                  <a:gd name="T8" fmla="*/ 0 w 134"/>
                  <a:gd name="T9" fmla="*/ 167 h 170"/>
                  <a:gd name="T10" fmla="*/ 4 w 134"/>
                  <a:gd name="T11" fmla="*/ 132 h 170"/>
                  <a:gd name="T12" fmla="*/ 25 w 134"/>
                  <a:gd name="T13" fmla="*/ 30 h 170"/>
                  <a:gd name="T14" fmla="*/ 47 w 134"/>
                  <a:gd name="T15" fmla="*/ 0 h 170"/>
                  <a:gd name="T16" fmla="*/ 92 w 134"/>
                  <a:gd name="T17" fmla="*/ 1 h 170"/>
                  <a:gd name="T18" fmla="*/ 112 w 134"/>
                  <a:gd name="T19" fmla="*/ 7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4" h="170">
                    <a:moveTo>
                      <a:pt x="112" y="7"/>
                    </a:moveTo>
                    <a:cubicBezTo>
                      <a:pt x="120" y="10"/>
                      <a:pt x="126" y="18"/>
                      <a:pt x="126" y="27"/>
                    </a:cubicBezTo>
                    <a:cubicBezTo>
                      <a:pt x="124" y="59"/>
                      <a:pt x="128" y="135"/>
                      <a:pt x="130" y="146"/>
                    </a:cubicBezTo>
                    <a:cubicBezTo>
                      <a:pt x="134" y="170"/>
                      <a:pt x="108" y="155"/>
                      <a:pt x="88" y="158"/>
                    </a:cubicBezTo>
                    <a:cubicBezTo>
                      <a:pt x="68" y="162"/>
                      <a:pt x="0" y="167"/>
                      <a:pt x="0" y="167"/>
                    </a:cubicBezTo>
                    <a:cubicBezTo>
                      <a:pt x="0" y="167"/>
                      <a:pt x="0" y="156"/>
                      <a:pt x="4" y="132"/>
                    </a:cubicBezTo>
                    <a:cubicBezTo>
                      <a:pt x="8" y="108"/>
                      <a:pt x="25" y="30"/>
                      <a:pt x="25" y="3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92" y="1"/>
                      <a:pt x="92" y="1"/>
                      <a:pt x="92" y="1"/>
                    </a:cubicBezTo>
                    <a:lnTo>
                      <a:pt x="112" y="7"/>
                    </a:lnTo>
                    <a:close/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32" name="Freeform 1433">
                <a:extLst>
                  <a:ext uri="{FF2B5EF4-FFF2-40B4-BE49-F238E27FC236}">
                    <a16:creationId xmlns:a16="http://schemas.microsoft.com/office/drawing/2014/main" id="{67337DA8-5461-4B27-A1B2-90BA06E5E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2" y="1966"/>
                <a:ext cx="41" cy="40"/>
              </a:xfrm>
              <a:custGeom>
                <a:avLst/>
                <a:gdLst>
                  <a:gd name="T0" fmla="*/ 4 w 60"/>
                  <a:gd name="T1" fmla="*/ 37 h 59"/>
                  <a:gd name="T2" fmla="*/ 37 w 60"/>
                  <a:gd name="T3" fmla="*/ 55 h 59"/>
                  <a:gd name="T4" fmla="*/ 56 w 60"/>
                  <a:gd name="T5" fmla="*/ 22 h 59"/>
                  <a:gd name="T6" fmla="*/ 23 w 60"/>
                  <a:gd name="T7" fmla="*/ 4 h 59"/>
                  <a:gd name="T8" fmla="*/ 4 w 60"/>
                  <a:gd name="T9" fmla="*/ 37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0" h="59">
                    <a:moveTo>
                      <a:pt x="4" y="37"/>
                    </a:moveTo>
                    <a:cubicBezTo>
                      <a:pt x="8" y="51"/>
                      <a:pt x="23" y="59"/>
                      <a:pt x="37" y="55"/>
                    </a:cubicBezTo>
                    <a:cubicBezTo>
                      <a:pt x="52" y="51"/>
                      <a:pt x="60" y="36"/>
                      <a:pt x="56" y="22"/>
                    </a:cubicBezTo>
                    <a:cubicBezTo>
                      <a:pt x="52" y="8"/>
                      <a:pt x="37" y="0"/>
                      <a:pt x="23" y="4"/>
                    </a:cubicBezTo>
                    <a:cubicBezTo>
                      <a:pt x="8" y="8"/>
                      <a:pt x="0" y="22"/>
                      <a:pt x="4" y="37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33" name="Freeform 1434">
                <a:extLst>
                  <a:ext uri="{FF2B5EF4-FFF2-40B4-BE49-F238E27FC236}">
                    <a16:creationId xmlns:a16="http://schemas.microsoft.com/office/drawing/2014/main" id="{E176707A-814F-4A54-B162-ADD222E0AC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4" y="1984"/>
                <a:ext cx="132" cy="74"/>
              </a:xfrm>
              <a:custGeom>
                <a:avLst/>
                <a:gdLst>
                  <a:gd name="T0" fmla="*/ 54 w 195"/>
                  <a:gd name="T1" fmla="*/ 0 h 108"/>
                  <a:gd name="T2" fmla="*/ 51 w 195"/>
                  <a:gd name="T3" fmla="*/ 62 h 108"/>
                  <a:gd name="T4" fmla="*/ 164 w 195"/>
                  <a:gd name="T5" fmla="*/ 80 h 108"/>
                  <a:gd name="T6" fmla="*/ 195 w 195"/>
                  <a:gd name="T7" fmla="*/ 102 h 108"/>
                  <a:gd name="T8" fmla="*/ 104 w 195"/>
                  <a:gd name="T9" fmla="*/ 105 h 108"/>
                  <a:gd name="T10" fmla="*/ 31 w 195"/>
                  <a:gd name="T11" fmla="*/ 107 h 108"/>
                  <a:gd name="T12" fmla="*/ 0 w 195"/>
                  <a:gd name="T13" fmla="*/ 80 h 108"/>
                  <a:gd name="T14" fmla="*/ 0 w 195"/>
                  <a:gd name="T15" fmla="*/ 1 h 108"/>
                  <a:gd name="T16" fmla="*/ 54 w 195"/>
                  <a:gd name="T17" fmla="*/ 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5" h="108">
                    <a:moveTo>
                      <a:pt x="54" y="0"/>
                    </a:moveTo>
                    <a:cubicBezTo>
                      <a:pt x="51" y="62"/>
                      <a:pt x="51" y="62"/>
                      <a:pt x="51" y="62"/>
                    </a:cubicBezTo>
                    <a:cubicBezTo>
                      <a:pt x="164" y="80"/>
                      <a:pt x="164" y="80"/>
                      <a:pt x="164" y="80"/>
                    </a:cubicBezTo>
                    <a:cubicBezTo>
                      <a:pt x="188" y="83"/>
                      <a:pt x="195" y="102"/>
                      <a:pt x="195" y="102"/>
                    </a:cubicBezTo>
                    <a:cubicBezTo>
                      <a:pt x="195" y="102"/>
                      <a:pt x="138" y="104"/>
                      <a:pt x="104" y="105"/>
                    </a:cubicBezTo>
                    <a:cubicBezTo>
                      <a:pt x="88" y="106"/>
                      <a:pt x="57" y="108"/>
                      <a:pt x="31" y="107"/>
                    </a:cubicBezTo>
                    <a:cubicBezTo>
                      <a:pt x="14" y="107"/>
                      <a:pt x="0" y="96"/>
                      <a:pt x="0" y="80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54" y="0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34" name="Freeform 1435">
                <a:extLst>
                  <a:ext uri="{FF2B5EF4-FFF2-40B4-BE49-F238E27FC236}">
                    <a16:creationId xmlns:a16="http://schemas.microsoft.com/office/drawing/2014/main" id="{FF9B471F-B66D-417E-9045-48023190D4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9" y="2074"/>
                <a:ext cx="221" cy="148"/>
              </a:xfrm>
              <a:custGeom>
                <a:avLst/>
                <a:gdLst>
                  <a:gd name="T0" fmla="*/ 182 w 325"/>
                  <a:gd name="T1" fmla="*/ 218 h 218"/>
                  <a:gd name="T2" fmla="*/ 325 w 325"/>
                  <a:gd name="T3" fmla="*/ 217 h 218"/>
                  <a:gd name="T4" fmla="*/ 283 w 325"/>
                  <a:gd name="T5" fmla="*/ 91 h 218"/>
                  <a:gd name="T6" fmla="*/ 263 w 325"/>
                  <a:gd name="T7" fmla="*/ 27 h 218"/>
                  <a:gd name="T8" fmla="*/ 225 w 325"/>
                  <a:gd name="T9" fmla="*/ 1 h 218"/>
                  <a:gd name="T10" fmla="*/ 163 w 325"/>
                  <a:gd name="T11" fmla="*/ 0 h 218"/>
                  <a:gd name="T12" fmla="*/ 28 w 325"/>
                  <a:gd name="T13" fmla="*/ 0 h 218"/>
                  <a:gd name="T14" fmla="*/ 0 w 325"/>
                  <a:gd name="T15" fmla="*/ 51 h 218"/>
                  <a:gd name="T16" fmla="*/ 54 w 325"/>
                  <a:gd name="T17" fmla="*/ 104 h 218"/>
                  <a:gd name="T18" fmla="*/ 148 w 325"/>
                  <a:gd name="T19" fmla="*/ 104 h 218"/>
                  <a:gd name="T20" fmla="*/ 182 w 325"/>
                  <a:gd name="T21" fmla="*/ 218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25" h="218">
                    <a:moveTo>
                      <a:pt x="182" y="218"/>
                    </a:moveTo>
                    <a:cubicBezTo>
                      <a:pt x="325" y="217"/>
                      <a:pt x="325" y="217"/>
                      <a:pt x="325" y="217"/>
                    </a:cubicBezTo>
                    <a:cubicBezTo>
                      <a:pt x="283" y="91"/>
                      <a:pt x="283" y="91"/>
                      <a:pt x="283" y="91"/>
                    </a:cubicBezTo>
                    <a:cubicBezTo>
                      <a:pt x="283" y="91"/>
                      <a:pt x="275" y="47"/>
                      <a:pt x="263" y="27"/>
                    </a:cubicBezTo>
                    <a:cubicBezTo>
                      <a:pt x="255" y="13"/>
                      <a:pt x="242" y="3"/>
                      <a:pt x="225" y="1"/>
                    </a:cubicBezTo>
                    <a:cubicBezTo>
                      <a:pt x="163" y="0"/>
                      <a:pt x="163" y="0"/>
                      <a:pt x="163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0"/>
                      <a:pt x="0" y="17"/>
                      <a:pt x="0" y="51"/>
                    </a:cubicBezTo>
                    <a:cubicBezTo>
                      <a:pt x="0" y="85"/>
                      <a:pt x="23" y="104"/>
                      <a:pt x="54" y="104"/>
                    </a:cubicBezTo>
                    <a:cubicBezTo>
                      <a:pt x="86" y="104"/>
                      <a:pt x="148" y="104"/>
                      <a:pt x="148" y="104"/>
                    </a:cubicBezTo>
                    <a:lnTo>
                      <a:pt x="182" y="218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35" name="Freeform 1436">
                <a:extLst>
                  <a:ext uri="{FF2B5EF4-FFF2-40B4-BE49-F238E27FC236}">
                    <a16:creationId xmlns:a16="http://schemas.microsoft.com/office/drawing/2014/main" id="{26A307EA-3A6B-48B6-9564-0D85D4BB17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3" y="2052"/>
                <a:ext cx="5" cy="5"/>
              </a:xfrm>
              <a:custGeom>
                <a:avLst/>
                <a:gdLst>
                  <a:gd name="T0" fmla="*/ 0 w 5"/>
                  <a:gd name="T1" fmla="*/ 5 h 5"/>
                  <a:gd name="T2" fmla="*/ 5 w 5"/>
                  <a:gd name="T3" fmla="*/ 0 h 5"/>
                  <a:gd name="T4" fmla="*/ 0 w 5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5">
                    <a:moveTo>
                      <a:pt x="0" y="5"/>
                    </a:moveTo>
                    <a:lnTo>
                      <a:pt x="5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36" name="Line 1437">
                <a:extLst>
                  <a:ext uri="{FF2B5EF4-FFF2-40B4-BE49-F238E27FC236}">
                    <a16:creationId xmlns:a16="http://schemas.microsoft.com/office/drawing/2014/main" id="{199EFE0F-E380-402D-919B-61371007DE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83" y="2052"/>
                <a:ext cx="5" cy="5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37" name="Freeform 1438">
                <a:extLst>
                  <a:ext uri="{FF2B5EF4-FFF2-40B4-BE49-F238E27FC236}">
                    <a16:creationId xmlns:a16="http://schemas.microsoft.com/office/drawing/2014/main" id="{0A524BA4-2BFD-4175-9713-F750F2DA56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0" y="2133"/>
                <a:ext cx="4" cy="11"/>
              </a:xfrm>
              <a:custGeom>
                <a:avLst/>
                <a:gdLst>
                  <a:gd name="T0" fmla="*/ 0 w 4"/>
                  <a:gd name="T1" fmla="*/ 11 h 11"/>
                  <a:gd name="T2" fmla="*/ 4 w 4"/>
                  <a:gd name="T3" fmla="*/ 0 h 11"/>
                  <a:gd name="T4" fmla="*/ 0 w 4"/>
                  <a:gd name="T5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11">
                    <a:moveTo>
                      <a:pt x="0" y="11"/>
                    </a:moveTo>
                    <a:lnTo>
                      <a:pt x="4" y="0"/>
                    </a:lnTo>
                    <a:lnTo>
                      <a:pt x="0" y="1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38" name="Line 1439">
                <a:extLst>
                  <a:ext uri="{FF2B5EF4-FFF2-40B4-BE49-F238E27FC236}">
                    <a16:creationId xmlns:a16="http://schemas.microsoft.com/office/drawing/2014/main" id="{9981E76A-3C68-4BA4-A6E5-BE53A748E4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40" y="2133"/>
                <a:ext cx="4" cy="11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39" name="Freeform 1440">
                <a:extLst>
                  <a:ext uri="{FF2B5EF4-FFF2-40B4-BE49-F238E27FC236}">
                    <a16:creationId xmlns:a16="http://schemas.microsoft.com/office/drawing/2014/main" id="{58FB3E7D-B05E-4CA3-A58A-21F246D722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3" y="2014"/>
                <a:ext cx="16" cy="8"/>
              </a:xfrm>
              <a:custGeom>
                <a:avLst/>
                <a:gdLst>
                  <a:gd name="T0" fmla="*/ 22 w 24"/>
                  <a:gd name="T1" fmla="*/ 0 h 11"/>
                  <a:gd name="T2" fmla="*/ 15 w 24"/>
                  <a:gd name="T3" fmla="*/ 11 h 11"/>
                  <a:gd name="T4" fmla="*/ 0 w 24"/>
                  <a:gd name="T5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11">
                    <a:moveTo>
                      <a:pt x="22" y="0"/>
                    </a:moveTo>
                    <a:cubicBezTo>
                      <a:pt x="22" y="0"/>
                      <a:pt x="24" y="11"/>
                      <a:pt x="15" y="11"/>
                    </a:cubicBezTo>
                    <a:cubicBezTo>
                      <a:pt x="5" y="11"/>
                      <a:pt x="0" y="11"/>
                      <a:pt x="0" y="11"/>
                    </a:cubicBezTo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40" name="Freeform 1441">
                <a:extLst>
                  <a:ext uri="{FF2B5EF4-FFF2-40B4-BE49-F238E27FC236}">
                    <a16:creationId xmlns:a16="http://schemas.microsoft.com/office/drawing/2014/main" id="{17155262-1E6D-46BC-8C27-845F754763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3" y="2014"/>
                <a:ext cx="16" cy="8"/>
              </a:xfrm>
              <a:custGeom>
                <a:avLst/>
                <a:gdLst>
                  <a:gd name="T0" fmla="*/ 22 w 24"/>
                  <a:gd name="T1" fmla="*/ 0 h 11"/>
                  <a:gd name="T2" fmla="*/ 15 w 24"/>
                  <a:gd name="T3" fmla="*/ 11 h 11"/>
                  <a:gd name="T4" fmla="*/ 0 w 24"/>
                  <a:gd name="T5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11">
                    <a:moveTo>
                      <a:pt x="22" y="0"/>
                    </a:moveTo>
                    <a:cubicBezTo>
                      <a:pt x="22" y="0"/>
                      <a:pt x="24" y="11"/>
                      <a:pt x="15" y="11"/>
                    </a:cubicBezTo>
                    <a:cubicBezTo>
                      <a:pt x="5" y="11"/>
                      <a:pt x="0" y="11"/>
                      <a:pt x="0" y="11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41" name="Freeform 1442">
                <a:extLst>
                  <a:ext uri="{FF2B5EF4-FFF2-40B4-BE49-F238E27FC236}">
                    <a16:creationId xmlns:a16="http://schemas.microsoft.com/office/drawing/2014/main" id="{1BD56A75-1AEE-4A5F-BAD5-A502FEAE9E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7" y="1958"/>
                <a:ext cx="6" cy="9"/>
              </a:xfrm>
              <a:custGeom>
                <a:avLst/>
                <a:gdLst>
                  <a:gd name="T0" fmla="*/ 0 w 6"/>
                  <a:gd name="T1" fmla="*/ 0 h 9"/>
                  <a:gd name="T2" fmla="*/ 6 w 6"/>
                  <a:gd name="T3" fmla="*/ 3 h 9"/>
                  <a:gd name="T4" fmla="*/ 6 w 6"/>
                  <a:gd name="T5" fmla="*/ 9 h 9"/>
                  <a:gd name="T6" fmla="*/ 0 w 6"/>
                  <a:gd name="T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9">
                    <a:moveTo>
                      <a:pt x="0" y="0"/>
                    </a:moveTo>
                    <a:lnTo>
                      <a:pt x="6" y="3"/>
                    </a:lnTo>
                    <a:lnTo>
                      <a:pt x="6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42" name="Freeform 1443">
                <a:extLst>
                  <a:ext uri="{FF2B5EF4-FFF2-40B4-BE49-F238E27FC236}">
                    <a16:creationId xmlns:a16="http://schemas.microsoft.com/office/drawing/2014/main" id="{4761121E-184D-4286-8029-12952358CD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4" y="1933"/>
                <a:ext cx="6" cy="6"/>
              </a:xfrm>
              <a:custGeom>
                <a:avLst/>
                <a:gdLst>
                  <a:gd name="T0" fmla="*/ 9 w 9"/>
                  <a:gd name="T1" fmla="*/ 5 h 9"/>
                  <a:gd name="T2" fmla="*/ 3 w 9"/>
                  <a:gd name="T3" fmla="*/ 3 h 9"/>
                  <a:gd name="T4" fmla="*/ 3 w 9"/>
                  <a:gd name="T5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9">
                    <a:moveTo>
                      <a:pt x="9" y="5"/>
                    </a:moveTo>
                    <a:cubicBezTo>
                      <a:pt x="9" y="5"/>
                      <a:pt x="6" y="0"/>
                      <a:pt x="3" y="3"/>
                    </a:cubicBezTo>
                    <a:cubicBezTo>
                      <a:pt x="0" y="6"/>
                      <a:pt x="3" y="9"/>
                      <a:pt x="3" y="9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43" name="Oval 1444">
                <a:extLst>
                  <a:ext uri="{FF2B5EF4-FFF2-40B4-BE49-F238E27FC236}">
                    <a16:creationId xmlns:a16="http://schemas.microsoft.com/office/drawing/2014/main" id="{24590DAC-7BE9-4809-B8BE-B2A0A0A4E1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4" y="1899"/>
                <a:ext cx="19" cy="1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44" name="Oval 1445">
                <a:extLst>
                  <a:ext uri="{FF2B5EF4-FFF2-40B4-BE49-F238E27FC236}">
                    <a16:creationId xmlns:a16="http://schemas.microsoft.com/office/drawing/2014/main" id="{4F67A092-9E3F-4BB7-8008-4EB196170E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6" y="1899"/>
                <a:ext cx="19" cy="1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45" name="Freeform 1446">
                <a:extLst>
                  <a:ext uri="{FF2B5EF4-FFF2-40B4-BE49-F238E27FC236}">
                    <a16:creationId xmlns:a16="http://schemas.microsoft.com/office/drawing/2014/main" id="{CB018EED-806F-4A25-97F1-92D8BFF90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2" y="1908"/>
                <a:ext cx="22" cy="22"/>
              </a:xfrm>
              <a:custGeom>
                <a:avLst/>
                <a:gdLst>
                  <a:gd name="T0" fmla="*/ 8 w 32"/>
                  <a:gd name="T1" fmla="*/ 28 h 32"/>
                  <a:gd name="T2" fmla="*/ 5 w 32"/>
                  <a:gd name="T3" fmla="*/ 8 h 32"/>
                  <a:gd name="T4" fmla="*/ 24 w 32"/>
                  <a:gd name="T5" fmla="*/ 4 h 32"/>
                  <a:gd name="T6" fmla="*/ 28 w 32"/>
                  <a:gd name="T7" fmla="*/ 24 h 32"/>
                  <a:gd name="T8" fmla="*/ 8 w 32"/>
                  <a:gd name="T9" fmla="*/ 2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32">
                    <a:moveTo>
                      <a:pt x="8" y="28"/>
                    </a:moveTo>
                    <a:cubicBezTo>
                      <a:pt x="2" y="23"/>
                      <a:pt x="0" y="14"/>
                      <a:pt x="5" y="8"/>
                    </a:cubicBezTo>
                    <a:cubicBezTo>
                      <a:pt x="9" y="1"/>
                      <a:pt x="18" y="0"/>
                      <a:pt x="24" y="4"/>
                    </a:cubicBezTo>
                    <a:cubicBezTo>
                      <a:pt x="31" y="9"/>
                      <a:pt x="32" y="17"/>
                      <a:pt x="28" y="24"/>
                    </a:cubicBezTo>
                    <a:cubicBezTo>
                      <a:pt x="24" y="30"/>
                      <a:pt x="15" y="32"/>
                      <a:pt x="8" y="2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46" name="Freeform 1447">
                <a:extLst>
                  <a:ext uri="{FF2B5EF4-FFF2-40B4-BE49-F238E27FC236}">
                    <a16:creationId xmlns:a16="http://schemas.microsoft.com/office/drawing/2014/main" id="{3EDC3072-6AD1-4AE1-A674-601A484F14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9" y="1921"/>
                <a:ext cx="22" cy="22"/>
              </a:xfrm>
              <a:custGeom>
                <a:avLst/>
                <a:gdLst>
                  <a:gd name="T0" fmla="*/ 8 w 32"/>
                  <a:gd name="T1" fmla="*/ 28 h 32"/>
                  <a:gd name="T2" fmla="*/ 5 w 32"/>
                  <a:gd name="T3" fmla="*/ 8 h 32"/>
                  <a:gd name="T4" fmla="*/ 24 w 32"/>
                  <a:gd name="T5" fmla="*/ 4 h 32"/>
                  <a:gd name="T6" fmla="*/ 28 w 32"/>
                  <a:gd name="T7" fmla="*/ 24 h 32"/>
                  <a:gd name="T8" fmla="*/ 8 w 32"/>
                  <a:gd name="T9" fmla="*/ 2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32">
                    <a:moveTo>
                      <a:pt x="8" y="28"/>
                    </a:moveTo>
                    <a:cubicBezTo>
                      <a:pt x="2" y="23"/>
                      <a:pt x="0" y="14"/>
                      <a:pt x="5" y="8"/>
                    </a:cubicBezTo>
                    <a:cubicBezTo>
                      <a:pt x="9" y="1"/>
                      <a:pt x="18" y="0"/>
                      <a:pt x="24" y="4"/>
                    </a:cubicBezTo>
                    <a:cubicBezTo>
                      <a:pt x="31" y="9"/>
                      <a:pt x="32" y="18"/>
                      <a:pt x="28" y="24"/>
                    </a:cubicBezTo>
                    <a:cubicBezTo>
                      <a:pt x="24" y="30"/>
                      <a:pt x="15" y="32"/>
                      <a:pt x="8" y="2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47" name="Freeform 1448">
                <a:extLst>
                  <a:ext uri="{FF2B5EF4-FFF2-40B4-BE49-F238E27FC236}">
                    <a16:creationId xmlns:a16="http://schemas.microsoft.com/office/drawing/2014/main" id="{8E056807-5583-471A-B36B-76D294EF45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3" y="1934"/>
                <a:ext cx="22" cy="22"/>
              </a:xfrm>
              <a:custGeom>
                <a:avLst/>
                <a:gdLst>
                  <a:gd name="T0" fmla="*/ 8 w 32"/>
                  <a:gd name="T1" fmla="*/ 28 h 32"/>
                  <a:gd name="T2" fmla="*/ 5 w 32"/>
                  <a:gd name="T3" fmla="*/ 8 h 32"/>
                  <a:gd name="T4" fmla="*/ 24 w 32"/>
                  <a:gd name="T5" fmla="*/ 4 h 32"/>
                  <a:gd name="T6" fmla="*/ 28 w 32"/>
                  <a:gd name="T7" fmla="*/ 24 h 32"/>
                  <a:gd name="T8" fmla="*/ 8 w 32"/>
                  <a:gd name="T9" fmla="*/ 2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32">
                    <a:moveTo>
                      <a:pt x="8" y="28"/>
                    </a:moveTo>
                    <a:cubicBezTo>
                      <a:pt x="2" y="23"/>
                      <a:pt x="0" y="15"/>
                      <a:pt x="5" y="8"/>
                    </a:cubicBezTo>
                    <a:cubicBezTo>
                      <a:pt x="9" y="2"/>
                      <a:pt x="18" y="0"/>
                      <a:pt x="24" y="4"/>
                    </a:cubicBezTo>
                    <a:cubicBezTo>
                      <a:pt x="31" y="9"/>
                      <a:pt x="32" y="18"/>
                      <a:pt x="28" y="24"/>
                    </a:cubicBezTo>
                    <a:cubicBezTo>
                      <a:pt x="23" y="31"/>
                      <a:pt x="15" y="32"/>
                      <a:pt x="8" y="2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48" name="Freeform 1449">
                <a:extLst>
                  <a:ext uri="{FF2B5EF4-FFF2-40B4-BE49-F238E27FC236}">
                    <a16:creationId xmlns:a16="http://schemas.microsoft.com/office/drawing/2014/main" id="{3A5E962B-D0D8-48D1-B6B8-B1F9FAE9E0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3" y="2222"/>
                <a:ext cx="45" cy="10"/>
              </a:xfrm>
              <a:custGeom>
                <a:avLst/>
                <a:gdLst>
                  <a:gd name="T0" fmla="*/ 40 w 45"/>
                  <a:gd name="T1" fmla="*/ 0 h 10"/>
                  <a:gd name="T2" fmla="*/ 45 w 45"/>
                  <a:gd name="T3" fmla="*/ 10 h 10"/>
                  <a:gd name="T4" fmla="*/ 0 w 45"/>
                  <a:gd name="T5" fmla="*/ 0 h 10"/>
                  <a:gd name="T6" fmla="*/ 40 w 45"/>
                  <a:gd name="T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5" h="10">
                    <a:moveTo>
                      <a:pt x="40" y="0"/>
                    </a:moveTo>
                    <a:lnTo>
                      <a:pt x="45" y="10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49" name="Freeform 1450">
                <a:extLst>
                  <a:ext uri="{FF2B5EF4-FFF2-40B4-BE49-F238E27FC236}">
                    <a16:creationId xmlns:a16="http://schemas.microsoft.com/office/drawing/2014/main" id="{4B4DFD1B-FC98-48CD-A230-E379E1DD6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7" y="2222"/>
                <a:ext cx="38" cy="9"/>
              </a:xfrm>
              <a:custGeom>
                <a:avLst/>
                <a:gdLst>
                  <a:gd name="T0" fmla="*/ 38 w 38"/>
                  <a:gd name="T1" fmla="*/ 0 h 9"/>
                  <a:gd name="T2" fmla="*/ 34 w 38"/>
                  <a:gd name="T3" fmla="*/ 9 h 9"/>
                  <a:gd name="T4" fmla="*/ 0 w 38"/>
                  <a:gd name="T5" fmla="*/ 0 h 9"/>
                  <a:gd name="T6" fmla="*/ 38 w 38"/>
                  <a:gd name="T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" h="9">
                    <a:moveTo>
                      <a:pt x="38" y="0"/>
                    </a:moveTo>
                    <a:lnTo>
                      <a:pt x="34" y="9"/>
                    </a:lnTo>
                    <a:lnTo>
                      <a:pt x="0" y="0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50" name="Freeform 1451">
                <a:extLst>
                  <a:ext uri="{FF2B5EF4-FFF2-40B4-BE49-F238E27FC236}">
                    <a16:creationId xmlns:a16="http://schemas.microsoft.com/office/drawing/2014/main" id="{B533310F-2153-437F-B2F5-6DB80A4425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1" y="2046"/>
                <a:ext cx="116" cy="9"/>
              </a:xfrm>
              <a:custGeom>
                <a:avLst/>
                <a:gdLst>
                  <a:gd name="T0" fmla="*/ 171 w 171"/>
                  <a:gd name="T1" fmla="*/ 13 h 13"/>
                  <a:gd name="T2" fmla="*/ 0 w 171"/>
                  <a:gd name="T3" fmla="*/ 13 h 13"/>
                  <a:gd name="T4" fmla="*/ 0 w 171"/>
                  <a:gd name="T5" fmla="*/ 8 h 13"/>
                  <a:gd name="T6" fmla="*/ 8 w 171"/>
                  <a:gd name="T7" fmla="*/ 0 h 13"/>
                  <a:gd name="T8" fmla="*/ 171 w 171"/>
                  <a:gd name="T9" fmla="*/ 0 h 13"/>
                  <a:gd name="T10" fmla="*/ 171 w 171"/>
                  <a:gd name="T11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1" h="13">
                    <a:moveTo>
                      <a:pt x="171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4" y="0"/>
                      <a:pt x="8" y="0"/>
                    </a:cubicBezTo>
                    <a:cubicBezTo>
                      <a:pt x="171" y="0"/>
                      <a:pt x="171" y="0"/>
                      <a:pt x="171" y="0"/>
                    </a:cubicBezTo>
                    <a:lnTo>
                      <a:pt x="171" y="13"/>
                    </a:lnTo>
                    <a:close/>
                  </a:path>
                </a:pathLst>
              </a:custGeom>
              <a:solidFill>
                <a:srgbClr val="8F8F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51" name="Rectangle 1452">
                <a:extLst>
                  <a:ext uri="{FF2B5EF4-FFF2-40B4-BE49-F238E27FC236}">
                    <a16:creationId xmlns:a16="http://schemas.microsoft.com/office/drawing/2014/main" id="{CFE2780D-903B-44B4-B3D1-699713D889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2" y="2020"/>
                <a:ext cx="26" cy="20"/>
              </a:xfrm>
              <a:prstGeom prst="rect">
                <a:avLst/>
              </a:prstGeom>
              <a:solidFill>
                <a:srgbClr val="8F8F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52" name="Freeform 1453">
                <a:extLst>
                  <a:ext uri="{FF2B5EF4-FFF2-40B4-BE49-F238E27FC236}">
                    <a16:creationId xmlns:a16="http://schemas.microsoft.com/office/drawing/2014/main" id="{48D8507A-EB61-4DEE-9C94-E6A0A2687C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2" y="2025"/>
                <a:ext cx="26" cy="0"/>
              </a:xfrm>
              <a:custGeom>
                <a:avLst/>
                <a:gdLst>
                  <a:gd name="T0" fmla="*/ 0 w 26"/>
                  <a:gd name="T1" fmla="*/ 26 w 26"/>
                  <a:gd name="T2" fmla="*/ 0 w 2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6">
                    <a:moveTo>
                      <a:pt x="0" y="0"/>
                    </a:moveTo>
                    <a:lnTo>
                      <a:pt x="2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53" name="Line 1454">
                <a:extLst>
                  <a:ext uri="{FF2B5EF4-FFF2-40B4-BE49-F238E27FC236}">
                    <a16:creationId xmlns:a16="http://schemas.microsoft.com/office/drawing/2014/main" id="{DA67E32A-3843-4563-821C-8131239927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92" y="2025"/>
                <a:ext cx="26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54" name="Freeform 1455">
                <a:extLst>
                  <a:ext uri="{FF2B5EF4-FFF2-40B4-BE49-F238E27FC236}">
                    <a16:creationId xmlns:a16="http://schemas.microsoft.com/office/drawing/2014/main" id="{98629978-62B4-46C9-B4E5-CEA791B586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58" y="2046"/>
                <a:ext cx="116" cy="9"/>
              </a:xfrm>
              <a:custGeom>
                <a:avLst/>
                <a:gdLst>
                  <a:gd name="T0" fmla="*/ 171 w 171"/>
                  <a:gd name="T1" fmla="*/ 13 h 13"/>
                  <a:gd name="T2" fmla="*/ 0 w 171"/>
                  <a:gd name="T3" fmla="*/ 13 h 13"/>
                  <a:gd name="T4" fmla="*/ 0 w 171"/>
                  <a:gd name="T5" fmla="*/ 8 h 13"/>
                  <a:gd name="T6" fmla="*/ 8 w 171"/>
                  <a:gd name="T7" fmla="*/ 0 h 13"/>
                  <a:gd name="T8" fmla="*/ 171 w 171"/>
                  <a:gd name="T9" fmla="*/ 0 h 13"/>
                  <a:gd name="T10" fmla="*/ 171 w 171"/>
                  <a:gd name="T11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1" h="13">
                    <a:moveTo>
                      <a:pt x="171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71" y="0"/>
                      <a:pt x="171" y="0"/>
                      <a:pt x="171" y="0"/>
                    </a:cubicBezTo>
                    <a:lnTo>
                      <a:pt x="171" y="13"/>
                    </a:lnTo>
                    <a:close/>
                  </a:path>
                </a:pathLst>
              </a:custGeom>
              <a:solidFill>
                <a:srgbClr val="8F8F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55" name="Rectangle 1456">
                <a:extLst>
                  <a:ext uri="{FF2B5EF4-FFF2-40B4-BE49-F238E27FC236}">
                    <a16:creationId xmlns:a16="http://schemas.microsoft.com/office/drawing/2014/main" id="{2951AA42-A39D-4A9E-B311-5364139B37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4" y="2065"/>
                <a:ext cx="12" cy="222"/>
              </a:xfrm>
              <a:prstGeom prst="rect">
                <a:avLst/>
              </a:prstGeom>
              <a:solidFill>
                <a:srgbClr val="000000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56" name="Freeform 1457">
                <a:extLst>
                  <a:ext uri="{FF2B5EF4-FFF2-40B4-BE49-F238E27FC236}">
                    <a16:creationId xmlns:a16="http://schemas.microsoft.com/office/drawing/2014/main" id="{33CD3526-EBDC-451C-8D14-6BB8D30718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1" y="1959"/>
                <a:ext cx="165" cy="94"/>
              </a:xfrm>
              <a:custGeom>
                <a:avLst/>
                <a:gdLst>
                  <a:gd name="T0" fmla="*/ 220 w 243"/>
                  <a:gd name="T1" fmla="*/ 21 h 139"/>
                  <a:gd name="T2" fmla="*/ 168 w 243"/>
                  <a:gd name="T3" fmla="*/ 18 h 139"/>
                  <a:gd name="T4" fmla="*/ 140 w 243"/>
                  <a:gd name="T5" fmla="*/ 33 h 139"/>
                  <a:gd name="T6" fmla="*/ 86 w 243"/>
                  <a:gd name="T7" fmla="*/ 77 h 139"/>
                  <a:gd name="T8" fmla="*/ 64 w 243"/>
                  <a:gd name="T9" fmla="*/ 40 h 139"/>
                  <a:gd name="T10" fmla="*/ 44 w 243"/>
                  <a:gd name="T11" fmla="*/ 25 h 139"/>
                  <a:gd name="T12" fmla="*/ 21 w 243"/>
                  <a:gd name="T13" fmla="*/ 21 h 139"/>
                  <a:gd name="T14" fmla="*/ 11 w 243"/>
                  <a:gd name="T15" fmla="*/ 7 h 139"/>
                  <a:gd name="T16" fmla="*/ 5 w 243"/>
                  <a:gd name="T17" fmla="*/ 1 h 139"/>
                  <a:gd name="T18" fmla="*/ 3 w 243"/>
                  <a:gd name="T19" fmla="*/ 7 h 139"/>
                  <a:gd name="T20" fmla="*/ 9 w 243"/>
                  <a:gd name="T21" fmla="*/ 26 h 139"/>
                  <a:gd name="T22" fmla="*/ 15 w 243"/>
                  <a:gd name="T23" fmla="*/ 34 h 139"/>
                  <a:gd name="T24" fmla="*/ 39 w 243"/>
                  <a:gd name="T25" fmla="*/ 51 h 139"/>
                  <a:gd name="T26" fmla="*/ 56 w 243"/>
                  <a:gd name="T27" fmla="*/ 112 h 139"/>
                  <a:gd name="T28" fmla="*/ 100 w 243"/>
                  <a:gd name="T29" fmla="*/ 128 h 139"/>
                  <a:gd name="T30" fmla="*/ 161 w 243"/>
                  <a:gd name="T31" fmla="*/ 83 h 139"/>
                  <a:gd name="T32" fmla="*/ 243 w 243"/>
                  <a:gd name="T33" fmla="*/ 95 h 139"/>
                  <a:gd name="T34" fmla="*/ 237 w 243"/>
                  <a:gd name="T35" fmla="*/ 34 h 139"/>
                  <a:gd name="T36" fmla="*/ 220 w 243"/>
                  <a:gd name="T37" fmla="*/ 21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43" h="139">
                    <a:moveTo>
                      <a:pt x="220" y="21"/>
                    </a:moveTo>
                    <a:cubicBezTo>
                      <a:pt x="168" y="18"/>
                      <a:pt x="168" y="18"/>
                      <a:pt x="168" y="18"/>
                    </a:cubicBezTo>
                    <a:cubicBezTo>
                      <a:pt x="168" y="18"/>
                      <a:pt x="156" y="20"/>
                      <a:pt x="140" y="33"/>
                    </a:cubicBezTo>
                    <a:cubicBezTo>
                      <a:pt x="124" y="45"/>
                      <a:pt x="86" y="77"/>
                      <a:pt x="86" y="77"/>
                    </a:cubicBezTo>
                    <a:cubicBezTo>
                      <a:pt x="86" y="77"/>
                      <a:pt x="70" y="49"/>
                      <a:pt x="64" y="40"/>
                    </a:cubicBezTo>
                    <a:cubicBezTo>
                      <a:pt x="59" y="31"/>
                      <a:pt x="56" y="26"/>
                      <a:pt x="44" y="25"/>
                    </a:cubicBezTo>
                    <a:cubicBezTo>
                      <a:pt x="32" y="23"/>
                      <a:pt x="21" y="21"/>
                      <a:pt x="21" y="21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1" y="7"/>
                      <a:pt x="8" y="2"/>
                      <a:pt x="5" y="1"/>
                    </a:cubicBezTo>
                    <a:cubicBezTo>
                      <a:pt x="0" y="0"/>
                      <a:pt x="2" y="4"/>
                      <a:pt x="3" y="7"/>
                    </a:cubicBezTo>
                    <a:cubicBezTo>
                      <a:pt x="4" y="10"/>
                      <a:pt x="7" y="20"/>
                      <a:pt x="9" y="26"/>
                    </a:cubicBezTo>
                    <a:cubicBezTo>
                      <a:pt x="10" y="30"/>
                      <a:pt x="12" y="32"/>
                      <a:pt x="15" y="34"/>
                    </a:cubicBezTo>
                    <a:cubicBezTo>
                      <a:pt x="39" y="51"/>
                      <a:pt x="39" y="51"/>
                      <a:pt x="39" y="51"/>
                    </a:cubicBezTo>
                    <a:cubicBezTo>
                      <a:pt x="56" y="112"/>
                      <a:pt x="56" y="112"/>
                      <a:pt x="56" y="112"/>
                    </a:cubicBezTo>
                    <a:cubicBezTo>
                      <a:pt x="61" y="131"/>
                      <a:pt x="84" y="139"/>
                      <a:pt x="100" y="128"/>
                    </a:cubicBezTo>
                    <a:cubicBezTo>
                      <a:pt x="161" y="83"/>
                      <a:pt x="161" y="83"/>
                      <a:pt x="161" y="83"/>
                    </a:cubicBezTo>
                    <a:cubicBezTo>
                      <a:pt x="243" y="95"/>
                      <a:pt x="243" y="95"/>
                      <a:pt x="243" y="95"/>
                    </a:cubicBezTo>
                    <a:cubicBezTo>
                      <a:pt x="237" y="34"/>
                      <a:pt x="237" y="34"/>
                      <a:pt x="237" y="34"/>
                    </a:cubicBezTo>
                    <a:lnTo>
                      <a:pt x="220" y="21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57" name="Line 1458">
                <a:extLst>
                  <a:ext uri="{FF2B5EF4-FFF2-40B4-BE49-F238E27FC236}">
                    <a16:creationId xmlns:a16="http://schemas.microsoft.com/office/drawing/2014/main" id="{C57D9956-6CA3-4AF0-ACCE-1FE22DC234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50" y="2011"/>
                <a:ext cx="2" cy="7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58" name="Oval 1459">
                <a:extLst>
                  <a:ext uri="{FF2B5EF4-FFF2-40B4-BE49-F238E27FC236}">
                    <a16:creationId xmlns:a16="http://schemas.microsoft.com/office/drawing/2014/main" id="{46DDA75A-E0E7-40CD-A8A4-37D5F912D7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9" y="1875"/>
                <a:ext cx="23" cy="2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59" name="Oval 1460">
                <a:extLst>
                  <a:ext uri="{FF2B5EF4-FFF2-40B4-BE49-F238E27FC236}">
                    <a16:creationId xmlns:a16="http://schemas.microsoft.com/office/drawing/2014/main" id="{60B62274-2831-4F8A-8F16-C472CA8B4E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2" y="2033"/>
                <a:ext cx="12" cy="12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60" name="Freeform 1461">
                <a:extLst>
                  <a:ext uri="{FF2B5EF4-FFF2-40B4-BE49-F238E27FC236}">
                    <a16:creationId xmlns:a16="http://schemas.microsoft.com/office/drawing/2014/main" id="{66195B8F-3792-49CA-96B0-2D34669D83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4" y="2031"/>
                <a:ext cx="24" cy="19"/>
              </a:xfrm>
              <a:custGeom>
                <a:avLst/>
                <a:gdLst>
                  <a:gd name="T0" fmla="*/ 35 w 35"/>
                  <a:gd name="T1" fmla="*/ 9 h 28"/>
                  <a:gd name="T2" fmla="*/ 35 w 35"/>
                  <a:gd name="T3" fmla="*/ 9 h 28"/>
                  <a:gd name="T4" fmla="*/ 35 w 35"/>
                  <a:gd name="T5" fmla="*/ 9 h 28"/>
                  <a:gd name="T6" fmla="*/ 35 w 35"/>
                  <a:gd name="T7" fmla="*/ 0 h 28"/>
                  <a:gd name="T8" fmla="*/ 0 w 35"/>
                  <a:gd name="T9" fmla="*/ 0 h 28"/>
                  <a:gd name="T10" fmla="*/ 0 w 35"/>
                  <a:gd name="T11" fmla="*/ 10 h 28"/>
                  <a:gd name="T12" fmla="*/ 0 w 35"/>
                  <a:gd name="T13" fmla="*/ 10 h 28"/>
                  <a:gd name="T14" fmla="*/ 18 w 35"/>
                  <a:gd name="T15" fmla="*/ 28 h 28"/>
                  <a:gd name="T16" fmla="*/ 35 w 35"/>
                  <a:gd name="T17" fmla="*/ 10 h 28"/>
                  <a:gd name="T18" fmla="*/ 35 w 35"/>
                  <a:gd name="T19" fmla="*/ 10 h 28"/>
                  <a:gd name="T20" fmla="*/ 35 w 35"/>
                  <a:gd name="T21" fmla="*/ 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5" h="28">
                    <a:moveTo>
                      <a:pt x="35" y="9"/>
                    </a:moveTo>
                    <a:cubicBezTo>
                      <a:pt x="35" y="9"/>
                      <a:pt x="35" y="9"/>
                      <a:pt x="35" y="9"/>
                    </a:cubicBezTo>
                    <a:cubicBezTo>
                      <a:pt x="35" y="9"/>
                      <a:pt x="35" y="9"/>
                      <a:pt x="35" y="9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20"/>
                      <a:pt x="8" y="28"/>
                      <a:pt x="18" y="28"/>
                    </a:cubicBezTo>
                    <a:cubicBezTo>
                      <a:pt x="27" y="28"/>
                      <a:pt x="35" y="20"/>
                      <a:pt x="35" y="10"/>
                    </a:cubicBezTo>
                    <a:cubicBezTo>
                      <a:pt x="35" y="10"/>
                      <a:pt x="35" y="10"/>
                      <a:pt x="35" y="10"/>
                    </a:cubicBezTo>
                    <a:lnTo>
                      <a:pt x="35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61" name="Oval 1462">
                <a:extLst>
                  <a:ext uri="{FF2B5EF4-FFF2-40B4-BE49-F238E27FC236}">
                    <a16:creationId xmlns:a16="http://schemas.microsoft.com/office/drawing/2014/main" id="{BB1A1237-978F-47F3-B24B-07721328E6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6" y="2027"/>
                <a:ext cx="11" cy="12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62" name="Freeform 1463">
                <a:extLst>
                  <a:ext uri="{FF2B5EF4-FFF2-40B4-BE49-F238E27FC236}">
                    <a16:creationId xmlns:a16="http://schemas.microsoft.com/office/drawing/2014/main" id="{6D62C568-B9A5-401E-A043-4F3A392770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2" y="2023"/>
                <a:ext cx="24" cy="29"/>
              </a:xfrm>
              <a:custGeom>
                <a:avLst/>
                <a:gdLst>
                  <a:gd name="T0" fmla="*/ 36 w 36"/>
                  <a:gd name="T1" fmla="*/ 23 h 43"/>
                  <a:gd name="T2" fmla="*/ 36 w 36"/>
                  <a:gd name="T3" fmla="*/ 23 h 43"/>
                  <a:gd name="T4" fmla="*/ 36 w 36"/>
                  <a:gd name="T5" fmla="*/ 23 h 43"/>
                  <a:gd name="T6" fmla="*/ 36 w 36"/>
                  <a:gd name="T7" fmla="*/ 0 h 43"/>
                  <a:gd name="T8" fmla="*/ 0 w 36"/>
                  <a:gd name="T9" fmla="*/ 0 h 43"/>
                  <a:gd name="T10" fmla="*/ 0 w 36"/>
                  <a:gd name="T11" fmla="*/ 24 h 43"/>
                  <a:gd name="T12" fmla="*/ 0 w 36"/>
                  <a:gd name="T13" fmla="*/ 24 h 43"/>
                  <a:gd name="T14" fmla="*/ 18 w 36"/>
                  <a:gd name="T15" fmla="*/ 43 h 43"/>
                  <a:gd name="T16" fmla="*/ 36 w 36"/>
                  <a:gd name="T17" fmla="*/ 24 h 43"/>
                  <a:gd name="T18" fmla="*/ 36 w 36"/>
                  <a:gd name="T19" fmla="*/ 24 h 43"/>
                  <a:gd name="T20" fmla="*/ 36 w 36"/>
                  <a:gd name="T21" fmla="*/ 2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3">
                    <a:moveTo>
                      <a:pt x="36" y="23"/>
                    </a:moveTo>
                    <a:cubicBezTo>
                      <a:pt x="36" y="23"/>
                      <a:pt x="36" y="23"/>
                      <a:pt x="36" y="23"/>
                    </a:cubicBezTo>
                    <a:cubicBezTo>
                      <a:pt x="36" y="23"/>
                      <a:pt x="36" y="23"/>
                      <a:pt x="36" y="23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35"/>
                      <a:pt x="8" y="43"/>
                      <a:pt x="18" y="43"/>
                    </a:cubicBezTo>
                    <a:cubicBezTo>
                      <a:pt x="27" y="43"/>
                      <a:pt x="35" y="35"/>
                      <a:pt x="36" y="24"/>
                    </a:cubicBezTo>
                    <a:cubicBezTo>
                      <a:pt x="36" y="24"/>
                      <a:pt x="36" y="24"/>
                      <a:pt x="36" y="24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63" name="Rectangle 1464">
                <a:extLst>
                  <a:ext uri="{FF2B5EF4-FFF2-40B4-BE49-F238E27FC236}">
                    <a16:creationId xmlns:a16="http://schemas.microsoft.com/office/drawing/2014/main" id="{D3EF3D05-A524-4C28-946B-944A97596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7" y="2050"/>
                <a:ext cx="35" cy="5"/>
              </a:xfrm>
              <a:prstGeom prst="rect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64" name="Line 1465">
                <a:extLst>
                  <a:ext uri="{FF2B5EF4-FFF2-40B4-BE49-F238E27FC236}">
                    <a16:creationId xmlns:a16="http://schemas.microsoft.com/office/drawing/2014/main" id="{F3DB5440-DDC3-4EA5-98ED-967E7D7CCB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1" y="1805"/>
                <a:ext cx="0" cy="36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65" name="Freeform 1466">
                <a:extLst>
                  <a:ext uri="{FF2B5EF4-FFF2-40B4-BE49-F238E27FC236}">
                    <a16:creationId xmlns:a16="http://schemas.microsoft.com/office/drawing/2014/main" id="{14CEB3B2-9697-4067-ADC6-3197393487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7" y="1840"/>
                <a:ext cx="87" cy="44"/>
              </a:xfrm>
              <a:custGeom>
                <a:avLst/>
                <a:gdLst>
                  <a:gd name="T0" fmla="*/ 0 w 128"/>
                  <a:gd name="T1" fmla="*/ 64 h 64"/>
                  <a:gd name="T2" fmla="*/ 64 w 128"/>
                  <a:gd name="T3" fmla="*/ 0 h 64"/>
                  <a:gd name="T4" fmla="*/ 128 w 128"/>
                  <a:gd name="T5" fmla="*/ 64 h 64"/>
                  <a:gd name="T6" fmla="*/ 0 w 128"/>
                  <a:gd name="T7" fmla="*/ 6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8" h="64">
                    <a:moveTo>
                      <a:pt x="0" y="64"/>
                    </a:moveTo>
                    <a:cubicBezTo>
                      <a:pt x="0" y="29"/>
                      <a:pt x="29" y="0"/>
                      <a:pt x="64" y="0"/>
                    </a:cubicBezTo>
                    <a:cubicBezTo>
                      <a:pt x="99" y="0"/>
                      <a:pt x="128" y="29"/>
                      <a:pt x="128" y="64"/>
                    </a:cubicBezTo>
                    <a:lnTo>
                      <a:pt x="0" y="64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66" name="Line 1467">
                <a:extLst>
                  <a:ext uri="{FF2B5EF4-FFF2-40B4-BE49-F238E27FC236}">
                    <a16:creationId xmlns:a16="http://schemas.microsoft.com/office/drawing/2014/main" id="{EE6BD37A-9C06-4802-966E-1B3F220FA9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39" y="1876"/>
                <a:ext cx="84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67" name="Oval 1468">
                <a:extLst>
                  <a:ext uri="{FF2B5EF4-FFF2-40B4-BE49-F238E27FC236}">
                    <a16:creationId xmlns:a16="http://schemas.microsoft.com/office/drawing/2014/main" id="{846F495E-9A29-4A88-9558-2652D3ED49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31" y="1875"/>
                <a:ext cx="23" cy="23"/>
              </a:xfrm>
              <a:prstGeom prst="ellipse">
                <a:avLst/>
              </a:prstGeom>
              <a:solidFill>
                <a:srgbClr val="000000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68" name="Line 1469">
                <a:extLst>
                  <a:ext uri="{FF2B5EF4-FFF2-40B4-BE49-F238E27FC236}">
                    <a16:creationId xmlns:a16="http://schemas.microsoft.com/office/drawing/2014/main" id="{C8CDD177-A6BE-4D92-AC03-2477A8E4E1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3" y="1805"/>
                <a:ext cx="0" cy="36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69" name="Freeform 1470">
                <a:extLst>
                  <a:ext uri="{FF2B5EF4-FFF2-40B4-BE49-F238E27FC236}">
                    <a16:creationId xmlns:a16="http://schemas.microsoft.com/office/drawing/2014/main" id="{CC29616D-7720-49E9-9271-0B521FC3A8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9" y="1840"/>
                <a:ext cx="87" cy="44"/>
              </a:xfrm>
              <a:custGeom>
                <a:avLst/>
                <a:gdLst>
                  <a:gd name="T0" fmla="*/ 0 w 128"/>
                  <a:gd name="T1" fmla="*/ 64 h 64"/>
                  <a:gd name="T2" fmla="*/ 64 w 128"/>
                  <a:gd name="T3" fmla="*/ 0 h 64"/>
                  <a:gd name="T4" fmla="*/ 128 w 128"/>
                  <a:gd name="T5" fmla="*/ 64 h 64"/>
                  <a:gd name="T6" fmla="*/ 0 w 128"/>
                  <a:gd name="T7" fmla="*/ 6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8" h="64">
                    <a:moveTo>
                      <a:pt x="0" y="64"/>
                    </a:moveTo>
                    <a:cubicBezTo>
                      <a:pt x="0" y="29"/>
                      <a:pt x="29" y="0"/>
                      <a:pt x="64" y="0"/>
                    </a:cubicBezTo>
                    <a:cubicBezTo>
                      <a:pt x="99" y="0"/>
                      <a:pt x="128" y="29"/>
                      <a:pt x="128" y="64"/>
                    </a:cubicBezTo>
                    <a:lnTo>
                      <a:pt x="0" y="64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70" name="Line 1471">
                <a:extLst>
                  <a:ext uri="{FF2B5EF4-FFF2-40B4-BE49-F238E27FC236}">
                    <a16:creationId xmlns:a16="http://schemas.microsoft.com/office/drawing/2014/main" id="{55AD7D3C-4402-4F32-8451-298BFB3A6E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8" y="1876"/>
                <a:ext cx="87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71" name="Rectangle 1472">
                <a:extLst>
                  <a:ext uri="{FF2B5EF4-FFF2-40B4-BE49-F238E27FC236}">
                    <a16:creationId xmlns:a16="http://schemas.microsoft.com/office/drawing/2014/main" id="{81D3CC47-5B20-485C-B5F3-F7110FA52E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58" y="2050"/>
                <a:ext cx="3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72" name="Rectangle 1473">
                <a:extLst>
                  <a:ext uri="{FF2B5EF4-FFF2-40B4-BE49-F238E27FC236}">
                    <a16:creationId xmlns:a16="http://schemas.microsoft.com/office/drawing/2014/main" id="{7D439AE7-7475-41B5-ABBA-9371867A4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48" y="2158"/>
                <a:ext cx="16" cy="137"/>
              </a:xfrm>
              <a:prstGeom prst="rect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73" name="Rectangle 1474">
                <a:extLst>
                  <a:ext uri="{FF2B5EF4-FFF2-40B4-BE49-F238E27FC236}">
                    <a16:creationId xmlns:a16="http://schemas.microsoft.com/office/drawing/2014/main" id="{387185CD-9373-41B1-AABF-47F43D7363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7" y="2158"/>
                <a:ext cx="16" cy="137"/>
              </a:xfrm>
              <a:prstGeom prst="rect">
                <a:avLst/>
              </a:prstGeom>
              <a:solidFill>
                <a:srgbClr val="8F8F8F"/>
              </a:solidFill>
              <a:ln w="1588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74" name="Rectangle 1475">
                <a:extLst>
                  <a:ext uri="{FF2B5EF4-FFF2-40B4-BE49-F238E27FC236}">
                    <a16:creationId xmlns:a16="http://schemas.microsoft.com/office/drawing/2014/main" id="{4520547E-49B8-4C87-8529-3666F202C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9" y="2159"/>
                <a:ext cx="16" cy="137"/>
              </a:xfrm>
              <a:prstGeom prst="rect">
                <a:avLst/>
              </a:prstGeom>
              <a:solidFill>
                <a:srgbClr val="000000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75" name="Rectangle 1476">
                <a:extLst>
                  <a:ext uri="{FF2B5EF4-FFF2-40B4-BE49-F238E27FC236}">
                    <a16:creationId xmlns:a16="http://schemas.microsoft.com/office/drawing/2014/main" id="{FBF3E763-853A-4613-A84C-A3E0B1AD5F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59" y="2159"/>
                <a:ext cx="15" cy="137"/>
              </a:xfrm>
              <a:prstGeom prst="rect">
                <a:avLst/>
              </a:prstGeom>
              <a:solidFill>
                <a:srgbClr val="8F8F8F"/>
              </a:solidFill>
              <a:ln w="1588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76" name="Freeform 1477">
                <a:extLst>
                  <a:ext uri="{FF2B5EF4-FFF2-40B4-BE49-F238E27FC236}">
                    <a16:creationId xmlns:a16="http://schemas.microsoft.com/office/drawing/2014/main" id="{2F7B4EB8-7576-4DB3-8C68-804BA5B250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4" y="2148"/>
                <a:ext cx="101" cy="22"/>
              </a:xfrm>
              <a:custGeom>
                <a:avLst/>
                <a:gdLst>
                  <a:gd name="T0" fmla="*/ 5 w 149"/>
                  <a:gd name="T1" fmla="*/ 31 h 31"/>
                  <a:gd name="T2" fmla="*/ 143 w 149"/>
                  <a:gd name="T3" fmla="*/ 31 h 31"/>
                  <a:gd name="T4" fmla="*/ 149 w 149"/>
                  <a:gd name="T5" fmla="*/ 26 h 31"/>
                  <a:gd name="T6" fmla="*/ 149 w 149"/>
                  <a:gd name="T7" fmla="*/ 6 h 31"/>
                  <a:gd name="T8" fmla="*/ 143 w 149"/>
                  <a:gd name="T9" fmla="*/ 0 h 31"/>
                  <a:gd name="T10" fmla="*/ 5 w 149"/>
                  <a:gd name="T11" fmla="*/ 0 h 31"/>
                  <a:gd name="T12" fmla="*/ 0 w 149"/>
                  <a:gd name="T13" fmla="*/ 6 h 31"/>
                  <a:gd name="T14" fmla="*/ 0 w 149"/>
                  <a:gd name="T15" fmla="*/ 26 h 31"/>
                  <a:gd name="T16" fmla="*/ 5 w 149"/>
                  <a:gd name="T17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9" h="31">
                    <a:moveTo>
                      <a:pt x="5" y="31"/>
                    </a:moveTo>
                    <a:cubicBezTo>
                      <a:pt x="143" y="31"/>
                      <a:pt x="143" y="31"/>
                      <a:pt x="143" y="31"/>
                    </a:cubicBezTo>
                    <a:cubicBezTo>
                      <a:pt x="146" y="31"/>
                      <a:pt x="149" y="29"/>
                      <a:pt x="149" y="26"/>
                    </a:cubicBezTo>
                    <a:cubicBezTo>
                      <a:pt x="149" y="6"/>
                      <a:pt x="149" y="6"/>
                      <a:pt x="149" y="6"/>
                    </a:cubicBezTo>
                    <a:cubicBezTo>
                      <a:pt x="149" y="3"/>
                      <a:pt x="146" y="0"/>
                      <a:pt x="143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29"/>
                      <a:pt x="2" y="31"/>
                      <a:pt x="5" y="31"/>
                    </a:cubicBezTo>
                    <a:close/>
                  </a:path>
                </a:pathLst>
              </a:custGeom>
              <a:solidFill>
                <a:srgbClr val="595959"/>
              </a:solidFill>
              <a:ln w="1588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77" name="Freeform 1478">
                <a:extLst>
                  <a:ext uri="{FF2B5EF4-FFF2-40B4-BE49-F238E27FC236}">
                    <a16:creationId xmlns:a16="http://schemas.microsoft.com/office/drawing/2014/main" id="{D71A7C8B-13C3-4627-82F4-6F05EF5A57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6" y="2212"/>
                <a:ext cx="68" cy="77"/>
              </a:xfrm>
              <a:custGeom>
                <a:avLst/>
                <a:gdLst>
                  <a:gd name="T0" fmla="*/ 10 w 68"/>
                  <a:gd name="T1" fmla="*/ 15 h 77"/>
                  <a:gd name="T2" fmla="*/ 25 w 68"/>
                  <a:gd name="T3" fmla="*/ 58 h 77"/>
                  <a:gd name="T4" fmla="*/ 0 w 68"/>
                  <a:gd name="T5" fmla="*/ 77 h 77"/>
                  <a:gd name="T6" fmla="*/ 68 w 68"/>
                  <a:gd name="T7" fmla="*/ 77 h 77"/>
                  <a:gd name="T8" fmla="*/ 44 w 68"/>
                  <a:gd name="T9" fmla="*/ 0 h 77"/>
                  <a:gd name="T10" fmla="*/ 10 w 68"/>
                  <a:gd name="T11" fmla="*/ 15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8" h="77">
                    <a:moveTo>
                      <a:pt x="10" y="15"/>
                    </a:moveTo>
                    <a:lnTo>
                      <a:pt x="25" y="58"/>
                    </a:lnTo>
                    <a:lnTo>
                      <a:pt x="0" y="77"/>
                    </a:lnTo>
                    <a:lnTo>
                      <a:pt x="68" y="77"/>
                    </a:lnTo>
                    <a:lnTo>
                      <a:pt x="44" y="0"/>
                    </a:ln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78" name="Freeform 1479">
                <a:extLst>
                  <a:ext uri="{FF2B5EF4-FFF2-40B4-BE49-F238E27FC236}">
                    <a16:creationId xmlns:a16="http://schemas.microsoft.com/office/drawing/2014/main" id="{6F744ED4-A7A6-4FFF-8916-C032F4C07B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6" y="2212"/>
                <a:ext cx="68" cy="77"/>
              </a:xfrm>
              <a:custGeom>
                <a:avLst/>
                <a:gdLst>
                  <a:gd name="T0" fmla="*/ 10 w 68"/>
                  <a:gd name="T1" fmla="*/ 15 h 77"/>
                  <a:gd name="T2" fmla="*/ 25 w 68"/>
                  <a:gd name="T3" fmla="*/ 58 h 77"/>
                  <a:gd name="T4" fmla="*/ 0 w 68"/>
                  <a:gd name="T5" fmla="*/ 77 h 77"/>
                  <a:gd name="T6" fmla="*/ 68 w 68"/>
                  <a:gd name="T7" fmla="*/ 77 h 77"/>
                  <a:gd name="T8" fmla="*/ 44 w 68"/>
                  <a:gd name="T9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77">
                    <a:moveTo>
                      <a:pt x="10" y="15"/>
                    </a:moveTo>
                    <a:lnTo>
                      <a:pt x="25" y="58"/>
                    </a:lnTo>
                    <a:lnTo>
                      <a:pt x="0" y="77"/>
                    </a:lnTo>
                    <a:lnTo>
                      <a:pt x="68" y="77"/>
                    </a:lnTo>
                    <a:lnTo>
                      <a:pt x="4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79" name="Freeform 1480">
                <a:extLst>
                  <a:ext uri="{FF2B5EF4-FFF2-40B4-BE49-F238E27FC236}">
                    <a16:creationId xmlns:a16="http://schemas.microsoft.com/office/drawing/2014/main" id="{5A51CCA2-ACFD-49AC-8655-605E9AD813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24" y="2226"/>
                <a:ext cx="88" cy="63"/>
              </a:xfrm>
              <a:custGeom>
                <a:avLst/>
                <a:gdLst>
                  <a:gd name="T0" fmla="*/ 45 w 88"/>
                  <a:gd name="T1" fmla="*/ 2 h 63"/>
                  <a:gd name="T2" fmla="*/ 28 w 88"/>
                  <a:gd name="T3" fmla="*/ 42 h 63"/>
                  <a:gd name="T4" fmla="*/ 0 w 88"/>
                  <a:gd name="T5" fmla="*/ 63 h 63"/>
                  <a:gd name="T6" fmla="*/ 61 w 88"/>
                  <a:gd name="T7" fmla="*/ 63 h 63"/>
                  <a:gd name="T8" fmla="*/ 88 w 88"/>
                  <a:gd name="T9" fmla="*/ 0 h 63"/>
                  <a:gd name="T10" fmla="*/ 45 w 88"/>
                  <a:gd name="T11" fmla="*/ 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" h="63">
                    <a:moveTo>
                      <a:pt x="45" y="2"/>
                    </a:moveTo>
                    <a:lnTo>
                      <a:pt x="28" y="42"/>
                    </a:lnTo>
                    <a:lnTo>
                      <a:pt x="0" y="63"/>
                    </a:lnTo>
                    <a:lnTo>
                      <a:pt x="61" y="63"/>
                    </a:lnTo>
                    <a:lnTo>
                      <a:pt x="88" y="0"/>
                    </a:lnTo>
                    <a:lnTo>
                      <a:pt x="45" y="2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80" name="Freeform 1481">
                <a:extLst>
                  <a:ext uri="{FF2B5EF4-FFF2-40B4-BE49-F238E27FC236}">
                    <a16:creationId xmlns:a16="http://schemas.microsoft.com/office/drawing/2014/main" id="{02E2A04F-3D4E-4913-9652-D5C8E3A48B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2" y="2097"/>
                <a:ext cx="99" cy="132"/>
              </a:xfrm>
              <a:custGeom>
                <a:avLst/>
                <a:gdLst>
                  <a:gd name="T0" fmla="*/ 43 w 99"/>
                  <a:gd name="T1" fmla="*/ 0 h 132"/>
                  <a:gd name="T2" fmla="*/ 0 w 99"/>
                  <a:gd name="T3" fmla="*/ 132 h 132"/>
                  <a:gd name="T4" fmla="*/ 76 w 99"/>
                  <a:gd name="T5" fmla="*/ 131 h 132"/>
                  <a:gd name="T6" fmla="*/ 99 w 99"/>
                  <a:gd name="T7" fmla="*/ 33 h 132"/>
                  <a:gd name="T8" fmla="*/ 43 w 99"/>
                  <a:gd name="T9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9" h="132">
                    <a:moveTo>
                      <a:pt x="43" y="0"/>
                    </a:moveTo>
                    <a:lnTo>
                      <a:pt x="0" y="132"/>
                    </a:lnTo>
                    <a:lnTo>
                      <a:pt x="76" y="131"/>
                    </a:lnTo>
                    <a:lnTo>
                      <a:pt x="99" y="33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81" name="Freeform 1482">
                <a:extLst>
                  <a:ext uri="{FF2B5EF4-FFF2-40B4-BE49-F238E27FC236}">
                    <a16:creationId xmlns:a16="http://schemas.microsoft.com/office/drawing/2014/main" id="{6FC0C993-EFF5-4D8E-8649-C3D7582835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3" y="2075"/>
                <a:ext cx="136" cy="70"/>
              </a:xfrm>
              <a:custGeom>
                <a:avLst/>
                <a:gdLst>
                  <a:gd name="T0" fmla="*/ 148 w 200"/>
                  <a:gd name="T1" fmla="*/ 103 h 103"/>
                  <a:gd name="T2" fmla="*/ 51 w 200"/>
                  <a:gd name="T3" fmla="*/ 103 h 103"/>
                  <a:gd name="T4" fmla="*/ 0 w 200"/>
                  <a:gd name="T5" fmla="*/ 51 h 103"/>
                  <a:gd name="T6" fmla="*/ 0 w 200"/>
                  <a:gd name="T7" fmla="*/ 51 h 103"/>
                  <a:gd name="T8" fmla="*/ 51 w 200"/>
                  <a:gd name="T9" fmla="*/ 0 h 103"/>
                  <a:gd name="T10" fmla="*/ 148 w 200"/>
                  <a:gd name="T11" fmla="*/ 0 h 103"/>
                  <a:gd name="T12" fmla="*/ 200 w 200"/>
                  <a:gd name="T13" fmla="*/ 51 h 103"/>
                  <a:gd name="T14" fmla="*/ 200 w 200"/>
                  <a:gd name="T15" fmla="*/ 51 h 103"/>
                  <a:gd name="T16" fmla="*/ 148 w 200"/>
                  <a:gd name="T17" fmla="*/ 103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0" h="103">
                    <a:moveTo>
                      <a:pt x="148" y="103"/>
                    </a:moveTo>
                    <a:cubicBezTo>
                      <a:pt x="51" y="103"/>
                      <a:pt x="51" y="103"/>
                      <a:pt x="51" y="103"/>
                    </a:cubicBezTo>
                    <a:cubicBezTo>
                      <a:pt x="23" y="103"/>
                      <a:pt x="0" y="80"/>
                      <a:pt x="0" y="51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23"/>
                      <a:pt x="23" y="0"/>
                      <a:pt x="51" y="0"/>
                    </a:cubicBezTo>
                    <a:cubicBezTo>
                      <a:pt x="148" y="0"/>
                      <a:pt x="148" y="0"/>
                      <a:pt x="148" y="0"/>
                    </a:cubicBezTo>
                    <a:cubicBezTo>
                      <a:pt x="177" y="0"/>
                      <a:pt x="200" y="23"/>
                      <a:pt x="200" y="51"/>
                    </a:cubicBezTo>
                    <a:cubicBezTo>
                      <a:pt x="200" y="51"/>
                      <a:pt x="200" y="51"/>
                      <a:pt x="200" y="51"/>
                    </a:cubicBezTo>
                    <a:cubicBezTo>
                      <a:pt x="200" y="80"/>
                      <a:pt x="177" y="103"/>
                      <a:pt x="148" y="1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82" name="Freeform 1483">
                <a:extLst>
                  <a:ext uri="{FF2B5EF4-FFF2-40B4-BE49-F238E27FC236}">
                    <a16:creationId xmlns:a16="http://schemas.microsoft.com/office/drawing/2014/main" id="{26EF4F70-6F84-4936-9A3C-22085436FC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2" y="1963"/>
                <a:ext cx="119" cy="115"/>
              </a:xfrm>
              <a:custGeom>
                <a:avLst/>
                <a:gdLst>
                  <a:gd name="T0" fmla="*/ 35 w 175"/>
                  <a:gd name="T1" fmla="*/ 12 h 170"/>
                  <a:gd name="T2" fmla="*/ 11 w 175"/>
                  <a:gd name="T3" fmla="*/ 117 h 170"/>
                  <a:gd name="T4" fmla="*/ 28 w 175"/>
                  <a:gd name="T5" fmla="*/ 166 h 170"/>
                  <a:gd name="T6" fmla="*/ 152 w 175"/>
                  <a:gd name="T7" fmla="*/ 169 h 170"/>
                  <a:gd name="T8" fmla="*/ 171 w 175"/>
                  <a:gd name="T9" fmla="*/ 139 h 170"/>
                  <a:gd name="T10" fmla="*/ 159 w 175"/>
                  <a:gd name="T11" fmla="*/ 11 h 170"/>
                  <a:gd name="T12" fmla="*/ 116 w 175"/>
                  <a:gd name="T13" fmla="*/ 0 h 170"/>
                  <a:gd name="T14" fmla="*/ 73 w 175"/>
                  <a:gd name="T15" fmla="*/ 0 h 170"/>
                  <a:gd name="T16" fmla="*/ 35 w 175"/>
                  <a:gd name="T17" fmla="*/ 12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170">
                    <a:moveTo>
                      <a:pt x="35" y="12"/>
                    </a:moveTo>
                    <a:cubicBezTo>
                      <a:pt x="35" y="12"/>
                      <a:pt x="19" y="100"/>
                      <a:pt x="11" y="117"/>
                    </a:cubicBezTo>
                    <a:cubicBezTo>
                      <a:pt x="0" y="140"/>
                      <a:pt x="8" y="163"/>
                      <a:pt x="28" y="166"/>
                    </a:cubicBezTo>
                    <a:cubicBezTo>
                      <a:pt x="49" y="170"/>
                      <a:pt x="152" y="169"/>
                      <a:pt x="152" y="169"/>
                    </a:cubicBezTo>
                    <a:cubicBezTo>
                      <a:pt x="152" y="169"/>
                      <a:pt x="175" y="164"/>
                      <a:pt x="171" y="139"/>
                    </a:cubicBezTo>
                    <a:cubicBezTo>
                      <a:pt x="167" y="113"/>
                      <a:pt x="159" y="11"/>
                      <a:pt x="159" y="11"/>
                    </a:cubicBezTo>
                    <a:cubicBezTo>
                      <a:pt x="116" y="0"/>
                      <a:pt x="116" y="0"/>
                      <a:pt x="116" y="0"/>
                    </a:cubicBezTo>
                    <a:cubicBezTo>
                      <a:pt x="73" y="0"/>
                      <a:pt x="73" y="0"/>
                      <a:pt x="73" y="0"/>
                    </a:cubicBezTo>
                    <a:lnTo>
                      <a:pt x="35" y="12"/>
                    </a:lnTo>
                    <a:close/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83" name="Freeform 1484">
                <a:extLst>
                  <a:ext uri="{FF2B5EF4-FFF2-40B4-BE49-F238E27FC236}">
                    <a16:creationId xmlns:a16="http://schemas.microsoft.com/office/drawing/2014/main" id="{A8D665AF-1439-4DBA-A296-E86CE7AD27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65" y="1968"/>
                <a:ext cx="38" cy="39"/>
              </a:xfrm>
              <a:custGeom>
                <a:avLst/>
                <a:gdLst>
                  <a:gd name="T0" fmla="*/ 57 w 57"/>
                  <a:gd name="T1" fmla="*/ 30 h 57"/>
                  <a:gd name="T2" fmla="*/ 27 w 57"/>
                  <a:gd name="T3" fmla="*/ 56 h 57"/>
                  <a:gd name="T4" fmla="*/ 1 w 57"/>
                  <a:gd name="T5" fmla="*/ 27 h 57"/>
                  <a:gd name="T6" fmla="*/ 30 w 57"/>
                  <a:gd name="T7" fmla="*/ 1 h 57"/>
                  <a:gd name="T8" fmla="*/ 57 w 57"/>
                  <a:gd name="T9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7">
                    <a:moveTo>
                      <a:pt x="57" y="30"/>
                    </a:moveTo>
                    <a:cubicBezTo>
                      <a:pt x="56" y="45"/>
                      <a:pt x="43" y="57"/>
                      <a:pt x="27" y="56"/>
                    </a:cubicBezTo>
                    <a:cubicBezTo>
                      <a:pt x="12" y="56"/>
                      <a:pt x="0" y="42"/>
                      <a:pt x="1" y="27"/>
                    </a:cubicBezTo>
                    <a:cubicBezTo>
                      <a:pt x="2" y="12"/>
                      <a:pt x="15" y="0"/>
                      <a:pt x="30" y="1"/>
                    </a:cubicBezTo>
                    <a:cubicBezTo>
                      <a:pt x="46" y="2"/>
                      <a:pt x="57" y="15"/>
                      <a:pt x="57" y="30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84" name="Freeform 1485">
                <a:extLst>
                  <a:ext uri="{FF2B5EF4-FFF2-40B4-BE49-F238E27FC236}">
                    <a16:creationId xmlns:a16="http://schemas.microsoft.com/office/drawing/2014/main" id="{8539D5B2-198A-4810-8B65-01E5130197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68" y="1982"/>
                <a:ext cx="148" cy="85"/>
              </a:xfrm>
              <a:custGeom>
                <a:avLst/>
                <a:gdLst>
                  <a:gd name="T0" fmla="*/ 143 w 217"/>
                  <a:gd name="T1" fmla="*/ 11 h 124"/>
                  <a:gd name="T2" fmla="*/ 149 w 217"/>
                  <a:gd name="T3" fmla="*/ 63 h 124"/>
                  <a:gd name="T4" fmla="*/ 9 w 217"/>
                  <a:gd name="T5" fmla="*/ 93 h 124"/>
                  <a:gd name="T6" fmla="*/ 17 w 217"/>
                  <a:gd name="T7" fmla="*/ 108 h 124"/>
                  <a:gd name="T8" fmla="*/ 95 w 217"/>
                  <a:gd name="T9" fmla="*/ 120 h 124"/>
                  <a:gd name="T10" fmla="*/ 178 w 217"/>
                  <a:gd name="T11" fmla="*/ 123 h 124"/>
                  <a:gd name="T12" fmla="*/ 214 w 217"/>
                  <a:gd name="T13" fmla="*/ 91 h 124"/>
                  <a:gd name="T14" fmla="*/ 198 w 217"/>
                  <a:gd name="T15" fmla="*/ 0 h 124"/>
                  <a:gd name="T16" fmla="*/ 143 w 217"/>
                  <a:gd name="T17" fmla="*/ 1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7" h="124">
                    <a:moveTo>
                      <a:pt x="143" y="11"/>
                    </a:moveTo>
                    <a:cubicBezTo>
                      <a:pt x="149" y="63"/>
                      <a:pt x="149" y="63"/>
                      <a:pt x="149" y="63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0" y="97"/>
                      <a:pt x="17" y="108"/>
                      <a:pt x="17" y="108"/>
                    </a:cubicBezTo>
                    <a:cubicBezTo>
                      <a:pt x="17" y="108"/>
                      <a:pt x="59" y="119"/>
                      <a:pt x="95" y="120"/>
                    </a:cubicBezTo>
                    <a:cubicBezTo>
                      <a:pt x="118" y="120"/>
                      <a:pt x="152" y="122"/>
                      <a:pt x="178" y="123"/>
                    </a:cubicBezTo>
                    <a:cubicBezTo>
                      <a:pt x="199" y="124"/>
                      <a:pt x="217" y="108"/>
                      <a:pt x="214" y="91"/>
                    </a:cubicBezTo>
                    <a:cubicBezTo>
                      <a:pt x="198" y="0"/>
                      <a:pt x="198" y="0"/>
                      <a:pt x="198" y="0"/>
                    </a:cubicBezTo>
                    <a:lnTo>
                      <a:pt x="143" y="11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85" name="Freeform 1486">
                <a:extLst>
                  <a:ext uri="{FF2B5EF4-FFF2-40B4-BE49-F238E27FC236}">
                    <a16:creationId xmlns:a16="http://schemas.microsoft.com/office/drawing/2014/main" id="{D4D4C8B7-86DD-4CFA-ABD2-E1E7515AF1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8" y="2075"/>
                <a:ext cx="194" cy="154"/>
              </a:xfrm>
              <a:custGeom>
                <a:avLst/>
                <a:gdLst>
                  <a:gd name="T0" fmla="*/ 176 w 285"/>
                  <a:gd name="T1" fmla="*/ 226 h 226"/>
                  <a:gd name="T2" fmla="*/ 73 w 285"/>
                  <a:gd name="T3" fmla="*/ 225 h 226"/>
                  <a:gd name="T4" fmla="*/ 14 w 285"/>
                  <a:gd name="T5" fmla="*/ 93 h 226"/>
                  <a:gd name="T6" fmla="*/ 12 w 285"/>
                  <a:gd name="T7" fmla="*/ 27 h 226"/>
                  <a:gd name="T8" fmla="*/ 52 w 285"/>
                  <a:gd name="T9" fmla="*/ 1 h 226"/>
                  <a:gd name="T10" fmla="*/ 116 w 285"/>
                  <a:gd name="T11" fmla="*/ 0 h 226"/>
                  <a:gd name="T12" fmla="*/ 256 w 285"/>
                  <a:gd name="T13" fmla="*/ 0 h 226"/>
                  <a:gd name="T14" fmla="*/ 285 w 285"/>
                  <a:gd name="T15" fmla="*/ 52 h 226"/>
                  <a:gd name="T16" fmla="*/ 228 w 285"/>
                  <a:gd name="T17" fmla="*/ 107 h 226"/>
                  <a:gd name="T18" fmla="*/ 131 w 285"/>
                  <a:gd name="T19" fmla="*/ 107 h 226"/>
                  <a:gd name="T20" fmla="*/ 176 w 285"/>
                  <a:gd name="T21" fmla="*/ 226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5" h="226">
                    <a:moveTo>
                      <a:pt x="176" y="226"/>
                    </a:moveTo>
                    <a:cubicBezTo>
                      <a:pt x="73" y="225"/>
                      <a:pt x="73" y="225"/>
                      <a:pt x="73" y="225"/>
                    </a:cubicBezTo>
                    <a:cubicBezTo>
                      <a:pt x="14" y="93"/>
                      <a:pt x="14" y="93"/>
                      <a:pt x="14" y="93"/>
                    </a:cubicBezTo>
                    <a:cubicBezTo>
                      <a:pt x="1" y="73"/>
                      <a:pt x="0" y="48"/>
                      <a:pt x="12" y="27"/>
                    </a:cubicBezTo>
                    <a:cubicBezTo>
                      <a:pt x="20" y="13"/>
                      <a:pt x="34" y="2"/>
                      <a:pt x="52" y="1"/>
                    </a:cubicBezTo>
                    <a:cubicBezTo>
                      <a:pt x="116" y="0"/>
                      <a:pt x="116" y="0"/>
                      <a:pt x="116" y="0"/>
                    </a:cubicBezTo>
                    <a:cubicBezTo>
                      <a:pt x="256" y="0"/>
                      <a:pt x="256" y="0"/>
                      <a:pt x="256" y="0"/>
                    </a:cubicBezTo>
                    <a:cubicBezTo>
                      <a:pt x="256" y="0"/>
                      <a:pt x="285" y="17"/>
                      <a:pt x="285" y="52"/>
                    </a:cubicBezTo>
                    <a:cubicBezTo>
                      <a:pt x="285" y="88"/>
                      <a:pt x="261" y="107"/>
                      <a:pt x="228" y="107"/>
                    </a:cubicBezTo>
                    <a:cubicBezTo>
                      <a:pt x="196" y="107"/>
                      <a:pt x="131" y="107"/>
                      <a:pt x="131" y="107"/>
                    </a:cubicBezTo>
                    <a:lnTo>
                      <a:pt x="176" y="226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86" name="Freeform 1487">
                <a:extLst>
                  <a:ext uri="{FF2B5EF4-FFF2-40B4-BE49-F238E27FC236}">
                    <a16:creationId xmlns:a16="http://schemas.microsoft.com/office/drawing/2014/main" id="{45B92622-90E5-4F64-8BBC-1C81348B5A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6" y="2289"/>
                <a:ext cx="68" cy="8"/>
              </a:xfrm>
              <a:custGeom>
                <a:avLst/>
                <a:gdLst>
                  <a:gd name="T0" fmla="*/ 0 w 99"/>
                  <a:gd name="T1" fmla="*/ 3 h 12"/>
                  <a:gd name="T2" fmla="*/ 0 w 99"/>
                  <a:gd name="T3" fmla="*/ 12 h 12"/>
                  <a:gd name="T4" fmla="*/ 99 w 99"/>
                  <a:gd name="T5" fmla="*/ 12 h 12"/>
                  <a:gd name="T6" fmla="*/ 99 w 99"/>
                  <a:gd name="T7" fmla="*/ 0 h 12"/>
                  <a:gd name="T8" fmla="*/ 0 w 99"/>
                  <a:gd name="T9" fmla="*/ 0 h 12"/>
                  <a:gd name="T10" fmla="*/ 0 w 99"/>
                  <a:gd name="T11" fmla="*/ 3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9" h="12">
                    <a:moveTo>
                      <a:pt x="0" y="3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99" y="12"/>
                      <a:pt x="99" y="12"/>
                      <a:pt x="99" y="12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87" name="Freeform 1488">
                <a:extLst>
                  <a:ext uri="{FF2B5EF4-FFF2-40B4-BE49-F238E27FC236}">
                    <a16:creationId xmlns:a16="http://schemas.microsoft.com/office/drawing/2014/main" id="{9EC7F76A-7151-4D60-9308-5155E14FFF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23" y="2289"/>
                <a:ext cx="63" cy="8"/>
              </a:xfrm>
              <a:custGeom>
                <a:avLst/>
                <a:gdLst>
                  <a:gd name="T0" fmla="*/ 0 w 92"/>
                  <a:gd name="T1" fmla="*/ 4 h 12"/>
                  <a:gd name="T2" fmla="*/ 0 w 92"/>
                  <a:gd name="T3" fmla="*/ 12 h 12"/>
                  <a:gd name="T4" fmla="*/ 92 w 92"/>
                  <a:gd name="T5" fmla="*/ 12 h 12"/>
                  <a:gd name="T6" fmla="*/ 92 w 92"/>
                  <a:gd name="T7" fmla="*/ 1 h 12"/>
                  <a:gd name="T8" fmla="*/ 92 w 92"/>
                  <a:gd name="T9" fmla="*/ 0 h 12"/>
                  <a:gd name="T10" fmla="*/ 1 w 92"/>
                  <a:gd name="T11" fmla="*/ 0 h 12"/>
                  <a:gd name="T12" fmla="*/ 0 w 92"/>
                  <a:gd name="T13" fmla="*/ 4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2" h="12">
                    <a:moveTo>
                      <a:pt x="0" y="4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92" y="12"/>
                      <a:pt x="92" y="12"/>
                      <a:pt x="92" y="12"/>
                    </a:cubicBezTo>
                    <a:cubicBezTo>
                      <a:pt x="92" y="1"/>
                      <a:pt x="92" y="1"/>
                      <a:pt x="92" y="1"/>
                    </a:cubicBezTo>
                    <a:cubicBezTo>
                      <a:pt x="92" y="1"/>
                      <a:pt x="92" y="1"/>
                      <a:pt x="92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2"/>
                      <a:pt x="0" y="3"/>
                      <a:pt x="0" y="4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88" name="Freeform 1489">
                <a:extLst>
                  <a:ext uri="{FF2B5EF4-FFF2-40B4-BE49-F238E27FC236}">
                    <a16:creationId xmlns:a16="http://schemas.microsoft.com/office/drawing/2014/main" id="{DCE2E7C4-F5BE-4692-8B54-EBC02C5E7F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34" y="2276"/>
                <a:ext cx="16" cy="15"/>
              </a:xfrm>
              <a:custGeom>
                <a:avLst/>
                <a:gdLst>
                  <a:gd name="T0" fmla="*/ 0 w 16"/>
                  <a:gd name="T1" fmla="*/ 4 h 15"/>
                  <a:gd name="T2" fmla="*/ 7 w 16"/>
                  <a:gd name="T3" fmla="*/ 15 h 15"/>
                  <a:gd name="T4" fmla="*/ 16 w 16"/>
                  <a:gd name="T5" fmla="*/ 15 h 15"/>
                  <a:gd name="T6" fmla="*/ 5 w 16"/>
                  <a:gd name="T7" fmla="*/ 0 h 15"/>
                  <a:gd name="T8" fmla="*/ 0 w 16"/>
                  <a:gd name="T9" fmla="*/ 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5">
                    <a:moveTo>
                      <a:pt x="0" y="4"/>
                    </a:moveTo>
                    <a:lnTo>
                      <a:pt x="7" y="15"/>
                    </a:lnTo>
                    <a:lnTo>
                      <a:pt x="16" y="15"/>
                    </a:lnTo>
                    <a:lnTo>
                      <a:pt x="5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89" name="Freeform 1490">
                <a:extLst>
                  <a:ext uri="{FF2B5EF4-FFF2-40B4-BE49-F238E27FC236}">
                    <a16:creationId xmlns:a16="http://schemas.microsoft.com/office/drawing/2014/main" id="{F6928E70-39A5-4EAC-9B0C-64CAD4D6CD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8" y="2276"/>
                <a:ext cx="15" cy="15"/>
              </a:xfrm>
              <a:custGeom>
                <a:avLst/>
                <a:gdLst>
                  <a:gd name="T0" fmla="*/ 0 w 15"/>
                  <a:gd name="T1" fmla="*/ 4 h 15"/>
                  <a:gd name="T2" fmla="*/ 7 w 15"/>
                  <a:gd name="T3" fmla="*/ 15 h 15"/>
                  <a:gd name="T4" fmla="*/ 15 w 15"/>
                  <a:gd name="T5" fmla="*/ 15 h 15"/>
                  <a:gd name="T6" fmla="*/ 5 w 15"/>
                  <a:gd name="T7" fmla="*/ 0 h 15"/>
                  <a:gd name="T8" fmla="*/ 0 w 15"/>
                  <a:gd name="T9" fmla="*/ 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15">
                    <a:moveTo>
                      <a:pt x="0" y="4"/>
                    </a:moveTo>
                    <a:lnTo>
                      <a:pt x="7" y="15"/>
                    </a:lnTo>
                    <a:lnTo>
                      <a:pt x="15" y="15"/>
                    </a:lnTo>
                    <a:lnTo>
                      <a:pt x="5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90" name="Freeform 1491">
                <a:extLst>
                  <a:ext uri="{FF2B5EF4-FFF2-40B4-BE49-F238E27FC236}">
                    <a16:creationId xmlns:a16="http://schemas.microsoft.com/office/drawing/2014/main" id="{2A63FA75-1175-4927-BDAD-F492BA055C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71" y="2022"/>
                <a:ext cx="7" cy="3"/>
              </a:xfrm>
              <a:custGeom>
                <a:avLst/>
                <a:gdLst>
                  <a:gd name="T0" fmla="*/ 0 w 7"/>
                  <a:gd name="T1" fmla="*/ 3 h 3"/>
                  <a:gd name="T2" fmla="*/ 7 w 7"/>
                  <a:gd name="T3" fmla="*/ 0 h 3"/>
                  <a:gd name="T4" fmla="*/ 0 w 7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3">
                    <a:moveTo>
                      <a:pt x="0" y="3"/>
                    </a:moveTo>
                    <a:lnTo>
                      <a:pt x="7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91" name="Line 1492">
                <a:extLst>
                  <a:ext uri="{FF2B5EF4-FFF2-40B4-BE49-F238E27FC236}">
                    <a16:creationId xmlns:a16="http://schemas.microsoft.com/office/drawing/2014/main" id="{96418F6B-AA85-4A49-9AAA-0B510F5BB0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71" y="2022"/>
                <a:ext cx="7" cy="3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92" name="Freeform 1493">
                <a:extLst>
                  <a:ext uri="{FF2B5EF4-FFF2-40B4-BE49-F238E27FC236}">
                    <a16:creationId xmlns:a16="http://schemas.microsoft.com/office/drawing/2014/main" id="{1C571DC9-2AEE-4066-A36E-529926A543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03" y="2136"/>
                <a:ext cx="4" cy="12"/>
              </a:xfrm>
              <a:custGeom>
                <a:avLst/>
                <a:gdLst>
                  <a:gd name="T0" fmla="*/ 4 w 4"/>
                  <a:gd name="T1" fmla="*/ 12 h 12"/>
                  <a:gd name="T2" fmla="*/ 0 w 4"/>
                  <a:gd name="T3" fmla="*/ 0 h 12"/>
                  <a:gd name="T4" fmla="*/ 4 w 4"/>
                  <a:gd name="T5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12">
                    <a:moveTo>
                      <a:pt x="4" y="12"/>
                    </a:moveTo>
                    <a:lnTo>
                      <a:pt x="0" y="0"/>
                    </a:lnTo>
                    <a:lnTo>
                      <a:pt x="4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93" name="Line 1494">
                <a:extLst>
                  <a:ext uri="{FF2B5EF4-FFF2-40B4-BE49-F238E27FC236}">
                    <a16:creationId xmlns:a16="http://schemas.microsoft.com/office/drawing/2014/main" id="{4CCC9B4A-129D-4E07-8184-C110673DB3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403" y="2136"/>
                <a:ext cx="4" cy="12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94" name="Freeform 1495">
                <a:extLst>
                  <a:ext uri="{FF2B5EF4-FFF2-40B4-BE49-F238E27FC236}">
                    <a16:creationId xmlns:a16="http://schemas.microsoft.com/office/drawing/2014/main" id="{F9C36F27-6745-40C4-A6FF-FDBB5BF747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05" y="2021"/>
                <a:ext cx="19" cy="0"/>
              </a:xfrm>
              <a:custGeom>
                <a:avLst/>
                <a:gdLst>
                  <a:gd name="T0" fmla="*/ 0 w 28"/>
                  <a:gd name="T1" fmla="*/ 0 h 1"/>
                  <a:gd name="T2" fmla="*/ 13 w 28"/>
                  <a:gd name="T3" fmla="*/ 1 h 1"/>
                  <a:gd name="T4" fmla="*/ 28 w 28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1">
                    <a:moveTo>
                      <a:pt x="0" y="0"/>
                    </a:moveTo>
                    <a:cubicBezTo>
                      <a:pt x="0" y="0"/>
                      <a:pt x="3" y="1"/>
                      <a:pt x="13" y="1"/>
                    </a:cubicBezTo>
                    <a:cubicBezTo>
                      <a:pt x="23" y="1"/>
                      <a:pt x="28" y="1"/>
                      <a:pt x="28" y="1"/>
                    </a:cubicBezTo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95" name="Freeform 1496">
                <a:extLst>
                  <a:ext uri="{FF2B5EF4-FFF2-40B4-BE49-F238E27FC236}">
                    <a16:creationId xmlns:a16="http://schemas.microsoft.com/office/drawing/2014/main" id="{F6B4364C-9517-4992-AB59-1794E7FAF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05" y="2021"/>
                <a:ext cx="19" cy="0"/>
              </a:xfrm>
              <a:custGeom>
                <a:avLst/>
                <a:gdLst>
                  <a:gd name="T0" fmla="*/ 0 w 28"/>
                  <a:gd name="T1" fmla="*/ 0 h 1"/>
                  <a:gd name="T2" fmla="*/ 13 w 28"/>
                  <a:gd name="T3" fmla="*/ 1 h 1"/>
                  <a:gd name="T4" fmla="*/ 28 w 28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1">
                    <a:moveTo>
                      <a:pt x="0" y="0"/>
                    </a:moveTo>
                    <a:cubicBezTo>
                      <a:pt x="0" y="0"/>
                      <a:pt x="3" y="1"/>
                      <a:pt x="13" y="1"/>
                    </a:cubicBezTo>
                    <a:cubicBezTo>
                      <a:pt x="23" y="1"/>
                      <a:pt x="28" y="1"/>
                      <a:pt x="28" y="1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96" name="Oval 1497">
                <a:extLst>
                  <a:ext uri="{FF2B5EF4-FFF2-40B4-BE49-F238E27FC236}">
                    <a16:creationId xmlns:a16="http://schemas.microsoft.com/office/drawing/2014/main" id="{047DFD03-8001-49F6-BA90-B2ABA7341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8" y="1894"/>
                <a:ext cx="14" cy="14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97" name="Oval 1498">
                <a:extLst>
                  <a:ext uri="{FF2B5EF4-FFF2-40B4-BE49-F238E27FC236}">
                    <a16:creationId xmlns:a16="http://schemas.microsoft.com/office/drawing/2014/main" id="{E7FE3265-047F-4B38-BD76-D81DECD7D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61" y="1910"/>
                <a:ext cx="15" cy="1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98" name="Oval 1499">
                <a:extLst>
                  <a:ext uri="{FF2B5EF4-FFF2-40B4-BE49-F238E27FC236}">
                    <a16:creationId xmlns:a16="http://schemas.microsoft.com/office/drawing/2014/main" id="{1AF1D749-68C9-44B6-A086-37C18E099C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63" y="1923"/>
                <a:ext cx="14" cy="14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99" name="Freeform 1500">
                <a:extLst>
                  <a:ext uri="{FF2B5EF4-FFF2-40B4-BE49-F238E27FC236}">
                    <a16:creationId xmlns:a16="http://schemas.microsoft.com/office/drawing/2014/main" id="{A17C6F93-725F-49DF-8E79-4C1BFB922E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2" y="1965"/>
                <a:ext cx="41" cy="27"/>
              </a:xfrm>
              <a:custGeom>
                <a:avLst/>
                <a:gdLst>
                  <a:gd name="T0" fmla="*/ 11 w 60"/>
                  <a:gd name="T1" fmla="*/ 0 h 40"/>
                  <a:gd name="T2" fmla="*/ 0 w 60"/>
                  <a:gd name="T3" fmla="*/ 35 h 40"/>
                  <a:gd name="T4" fmla="*/ 5 w 60"/>
                  <a:gd name="T5" fmla="*/ 39 h 40"/>
                  <a:gd name="T6" fmla="*/ 60 w 60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0" h="40">
                    <a:moveTo>
                      <a:pt x="11" y="0"/>
                    </a:moveTo>
                    <a:cubicBezTo>
                      <a:pt x="0" y="35"/>
                      <a:pt x="0" y="35"/>
                      <a:pt x="0" y="35"/>
                    </a:cubicBezTo>
                    <a:cubicBezTo>
                      <a:pt x="0" y="38"/>
                      <a:pt x="2" y="40"/>
                      <a:pt x="5" y="39"/>
                    </a:cubicBezTo>
                    <a:cubicBezTo>
                      <a:pt x="60" y="0"/>
                      <a:pt x="60" y="0"/>
                      <a:pt x="60" y="0"/>
                    </a:cubicBezTo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00" name="Freeform 1501">
                <a:extLst>
                  <a:ext uri="{FF2B5EF4-FFF2-40B4-BE49-F238E27FC236}">
                    <a16:creationId xmlns:a16="http://schemas.microsoft.com/office/drawing/2014/main" id="{059B3D83-076C-49E5-BB0C-C3A44F7297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4" y="2228"/>
                <a:ext cx="47" cy="11"/>
              </a:xfrm>
              <a:custGeom>
                <a:avLst/>
                <a:gdLst>
                  <a:gd name="T0" fmla="*/ 5 w 47"/>
                  <a:gd name="T1" fmla="*/ 0 h 11"/>
                  <a:gd name="T2" fmla="*/ 0 w 47"/>
                  <a:gd name="T3" fmla="*/ 11 h 11"/>
                  <a:gd name="T4" fmla="*/ 47 w 47"/>
                  <a:gd name="T5" fmla="*/ 0 h 11"/>
                  <a:gd name="T6" fmla="*/ 5 w 47"/>
                  <a:gd name="T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7" h="11">
                    <a:moveTo>
                      <a:pt x="5" y="0"/>
                    </a:moveTo>
                    <a:lnTo>
                      <a:pt x="0" y="11"/>
                    </a:lnTo>
                    <a:lnTo>
                      <a:pt x="4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01" name="Freeform 1502">
                <a:extLst>
                  <a:ext uri="{FF2B5EF4-FFF2-40B4-BE49-F238E27FC236}">
                    <a16:creationId xmlns:a16="http://schemas.microsoft.com/office/drawing/2014/main" id="{8616762E-481B-4EA0-A2D7-1C7A741F95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39" y="2038"/>
                <a:ext cx="86" cy="29"/>
              </a:xfrm>
              <a:custGeom>
                <a:avLst/>
                <a:gdLst>
                  <a:gd name="T0" fmla="*/ 86 w 127"/>
                  <a:gd name="T1" fmla="*/ 5 h 44"/>
                  <a:gd name="T2" fmla="*/ 42 w 127"/>
                  <a:gd name="T3" fmla="*/ 2 h 44"/>
                  <a:gd name="T4" fmla="*/ 15 w 127"/>
                  <a:gd name="T5" fmla="*/ 8 h 44"/>
                  <a:gd name="T6" fmla="*/ 7 w 127"/>
                  <a:gd name="T7" fmla="*/ 17 h 44"/>
                  <a:gd name="T8" fmla="*/ 1 w 127"/>
                  <a:gd name="T9" fmla="*/ 39 h 44"/>
                  <a:gd name="T10" fmla="*/ 1 w 127"/>
                  <a:gd name="T11" fmla="*/ 39 h 44"/>
                  <a:gd name="T12" fmla="*/ 4 w 127"/>
                  <a:gd name="T13" fmla="*/ 41 h 44"/>
                  <a:gd name="T14" fmla="*/ 21 w 127"/>
                  <a:gd name="T15" fmla="*/ 28 h 44"/>
                  <a:gd name="T16" fmla="*/ 35 w 127"/>
                  <a:gd name="T17" fmla="*/ 29 h 44"/>
                  <a:gd name="T18" fmla="*/ 36 w 127"/>
                  <a:gd name="T19" fmla="*/ 32 h 44"/>
                  <a:gd name="T20" fmla="*/ 27 w 127"/>
                  <a:gd name="T21" fmla="*/ 40 h 44"/>
                  <a:gd name="T22" fmla="*/ 28 w 127"/>
                  <a:gd name="T23" fmla="*/ 43 h 44"/>
                  <a:gd name="T24" fmla="*/ 76 w 127"/>
                  <a:gd name="T25" fmla="*/ 36 h 44"/>
                  <a:gd name="T26" fmla="*/ 127 w 127"/>
                  <a:gd name="T27" fmla="*/ 38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" h="44">
                    <a:moveTo>
                      <a:pt x="86" y="5"/>
                    </a:moveTo>
                    <a:cubicBezTo>
                      <a:pt x="79" y="4"/>
                      <a:pt x="60" y="5"/>
                      <a:pt x="42" y="2"/>
                    </a:cubicBezTo>
                    <a:cubicBezTo>
                      <a:pt x="32" y="0"/>
                      <a:pt x="22" y="1"/>
                      <a:pt x="15" y="8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1" y="24"/>
                      <a:pt x="0" y="30"/>
                      <a:pt x="1" y="39"/>
                    </a:cubicBezTo>
                    <a:cubicBezTo>
                      <a:pt x="1" y="39"/>
                      <a:pt x="1" y="39"/>
                      <a:pt x="1" y="39"/>
                    </a:cubicBezTo>
                    <a:cubicBezTo>
                      <a:pt x="2" y="41"/>
                      <a:pt x="3" y="41"/>
                      <a:pt x="4" y="41"/>
                    </a:cubicBezTo>
                    <a:cubicBezTo>
                      <a:pt x="9" y="37"/>
                      <a:pt x="20" y="29"/>
                      <a:pt x="21" y="28"/>
                    </a:cubicBezTo>
                    <a:cubicBezTo>
                      <a:pt x="21" y="28"/>
                      <a:pt x="30" y="29"/>
                      <a:pt x="35" y="29"/>
                    </a:cubicBezTo>
                    <a:cubicBezTo>
                      <a:pt x="36" y="30"/>
                      <a:pt x="37" y="31"/>
                      <a:pt x="36" y="32"/>
                    </a:cubicBezTo>
                    <a:cubicBezTo>
                      <a:pt x="27" y="40"/>
                      <a:pt x="27" y="40"/>
                      <a:pt x="27" y="40"/>
                    </a:cubicBezTo>
                    <a:cubicBezTo>
                      <a:pt x="26" y="41"/>
                      <a:pt x="27" y="44"/>
                      <a:pt x="28" y="43"/>
                    </a:cubicBezTo>
                    <a:cubicBezTo>
                      <a:pt x="76" y="36"/>
                      <a:pt x="76" y="36"/>
                      <a:pt x="76" y="36"/>
                    </a:cubicBezTo>
                    <a:cubicBezTo>
                      <a:pt x="127" y="38"/>
                      <a:pt x="127" y="38"/>
                      <a:pt x="127" y="38"/>
                    </a:cubicBezTo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02" name="Freeform 1503">
                <a:extLst>
                  <a:ext uri="{FF2B5EF4-FFF2-40B4-BE49-F238E27FC236}">
                    <a16:creationId xmlns:a16="http://schemas.microsoft.com/office/drawing/2014/main" id="{B5783DCA-7F85-4DA8-A4BA-AE1744FA7D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6" y="2228"/>
                <a:ext cx="39" cy="10"/>
              </a:xfrm>
              <a:custGeom>
                <a:avLst/>
                <a:gdLst>
                  <a:gd name="T0" fmla="*/ 0 w 39"/>
                  <a:gd name="T1" fmla="*/ 0 h 10"/>
                  <a:gd name="T2" fmla="*/ 4 w 39"/>
                  <a:gd name="T3" fmla="*/ 10 h 10"/>
                  <a:gd name="T4" fmla="*/ 39 w 39"/>
                  <a:gd name="T5" fmla="*/ 1 h 10"/>
                  <a:gd name="T6" fmla="*/ 0 w 39"/>
                  <a:gd name="T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9" h="10">
                    <a:moveTo>
                      <a:pt x="0" y="0"/>
                    </a:moveTo>
                    <a:lnTo>
                      <a:pt x="4" y="10"/>
                    </a:lnTo>
                    <a:lnTo>
                      <a:pt x="39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03" name="Freeform 1504">
                <a:extLst>
                  <a:ext uri="{FF2B5EF4-FFF2-40B4-BE49-F238E27FC236}">
                    <a16:creationId xmlns:a16="http://schemas.microsoft.com/office/drawing/2014/main" id="{DACAD668-7674-41B2-A6E9-9741D06B06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2" y="1908"/>
                <a:ext cx="41" cy="57"/>
              </a:xfrm>
              <a:custGeom>
                <a:avLst/>
                <a:gdLst>
                  <a:gd name="T0" fmla="*/ 2 w 61"/>
                  <a:gd name="T1" fmla="*/ 29 h 84"/>
                  <a:gd name="T2" fmla="*/ 4 w 61"/>
                  <a:gd name="T3" fmla="*/ 28 h 84"/>
                  <a:gd name="T4" fmla="*/ 9 w 61"/>
                  <a:gd name="T5" fmla="*/ 19 h 84"/>
                  <a:gd name="T6" fmla="*/ 14 w 61"/>
                  <a:gd name="T7" fmla="*/ 0 h 84"/>
                  <a:gd name="T8" fmla="*/ 47 w 61"/>
                  <a:gd name="T9" fmla="*/ 7 h 84"/>
                  <a:gd name="T10" fmla="*/ 49 w 61"/>
                  <a:gd name="T11" fmla="*/ 18 h 84"/>
                  <a:gd name="T12" fmla="*/ 46 w 61"/>
                  <a:gd name="T13" fmla="*/ 20 h 84"/>
                  <a:gd name="T14" fmla="*/ 42 w 61"/>
                  <a:gd name="T15" fmla="*/ 26 h 84"/>
                  <a:gd name="T16" fmla="*/ 42 w 61"/>
                  <a:gd name="T17" fmla="*/ 29 h 84"/>
                  <a:gd name="T18" fmla="*/ 44 w 61"/>
                  <a:gd name="T19" fmla="*/ 32 h 84"/>
                  <a:gd name="T20" fmla="*/ 50 w 61"/>
                  <a:gd name="T21" fmla="*/ 33 h 84"/>
                  <a:gd name="T22" fmla="*/ 58 w 61"/>
                  <a:gd name="T23" fmla="*/ 48 h 84"/>
                  <a:gd name="T24" fmla="*/ 61 w 61"/>
                  <a:gd name="T25" fmla="*/ 84 h 84"/>
                  <a:gd name="T26" fmla="*/ 12 w 61"/>
                  <a:gd name="T27" fmla="*/ 84 h 84"/>
                  <a:gd name="T28" fmla="*/ 14 w 61"/>
                  <a:gd name="T29" fmla="*/ 66 h 84"/>
                  <a:gd name="T30" fmla="*/ 2 w 61"/>
                  <a:gd name="T31" fmla="*/ 52 h 84"/>
                  <a:gd name="T32" fmla="*/ 4 w 61"/>
                  <a:gd name="T33" fmla="*/ 37 h 84"/>
                  <a:gd name="T34" fmla="*/ 2 w 61"/>
                  <a:gd name="T35" fmla="*/ 35 h 84"/>
                  <a:gd name="T36" fmla="*/ 2 w 61"/>
                  <a:gd name="T37" fmla="*/ 29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1" h="84">
                    <a:moveTo>
                      <a:pt x="2" y="29"/>
                    </a:moveTo>
                    <a:cubicBezTo>
                      <a:pt x="2" y="29"/>
                      <a:pt x="3" y="29"/>
                      <a:pt x="4" y="28"/>
                    </a:cubicBezTo>
                    <a:cubicBezTo>
                      <a:pt x="8" y="25"/>
                      <a:pt x="9" y="22"/>
                      <a:pt x="9" y="19"/>
                    </a:cubicBezTo>
                    <a:cubicBezTo>
                      <a:pt x="9" y="16"/>
                      <a:pt x="9" y="8"/>
                      <a:pt x="14" y="0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52" y="9"/>
                      <a:pt x="53" y="15"/>
                      <a:pt x="49" y="18"/>
                    </a:cubicBezTo>
                    <a:cubicBezTo>
                      <a:pt x="48" y="19"/>
                      <a:pt x="47" y="20"/>
                      <a:pt x="46" y="20"/>
                    </a:cubicBezTo>
                    <a:cubicBezTo>
                      <a:pt x="44" y="22"/>
                      <a:pt x="43" y="24"/>
                      <a:pt x="42" y="26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1" y="30"/>
                      <a:pt x="42" y="32"/>
                      <a:pt x="44" y="32"/>
                    </a:cubicBezTo>
                    <a:cubicBezTo>
                      <a:pt x="50" y="33"/>
                      <a:pt x="50" y="33"/>
                      <a:pt x="50" y="33"/>
                    </a:cubicBezTo>
                    <a:cubicBezTo>
                      <a:pt x="58" y="48"/>
                      <a:pt x="58" y="48"/>
                      <a:pt x="58" y="48"/>
                    </a:cubicBezTo>
                    <a:cubicBezTo>
                      <a:pt x="58" y="48"/>
                      <a:pt x="61" y="84"/>
                      <a:pt x="61" y="84"/>
                    </a:cubicBezTo>
                    <a:cubicBezTo>
                      <a:pt x="12" y="84"/>
                      <a:pt x="12" y="84"/>
                      <a:pt x="12" y="84"/>
                    </a:cubicBezTo>
                    <a:cubicBezTo>
                      <a:pt x="14" y="66"/>
                      <a:pt x="14" y="66"/>
                      <a:pt x="14" y="66"/>
                    </a:cubicBezTo>
                    <a:cubicBezTo>
                      <a:pt x="6" y="66"/>
                      <a:pt x="1" y="59"/>
                      <a:pt x="2" y="52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0" y="34"/>
                      <a:pt x="0" y="31"/>
                      <a:pt x="2" y="29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04" name="Freeform 1505">
                <a:extLst>
                  <a:ext uri="{FF2B5EF4-FFF2-40B4-BE49-F238E27FC236}">
                    <a16:creationId xmlns:a16="http://schemas.microsoft.com/office/drawing/2014/main" id="{F3380438-F28D-4A9C-B16D-F7E670CF8C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31" y="1898"/>
                <a:ext cx="42" cy="42"/>
              </a:xfrm>
              <a:custGeom>
                <a:avLst/>
                <a:gdLst>
                  <a:gd name="T0" fmla="*/ 30 w 61"/>
                  <a:gd name="T1" fmla="*/ 46 h 62"/>
                  <a:gd name="T2" fmla="*/ 28 w 61"/>
                  <a:gd name="T3" fmla="*/ 43 h 62"/>
                  <a:gd name="T4" fmla="*/ 28 w 61"/>
                  <a:gd name="T5" fmla="*/ 40 h 62"/>
                  <a:gd name="T6" fmla="*/ 32 w 61"/>
                  <a:gd name="T7" fmla="*/ 34 h 62"/>
                  <a:gd name="T8" fmla="*/ 35 w 61"/>
                  <a:gd name="T9" fmla="*/ 32 h 62"/>
                  <a:gd name="T10" fmla="*/ 33 w 61"/>
                  <a:gd name="T11" fmla="*/ 21 h 62"/>
                  <a:gd name="T12" fmla="*/ 0 w 61"/>
                  <a:gd name="T13" fmla="*/ 14 h 62"/>
                  <a:gd name="T14" fmla="*/ 7 w 61"/>
                  <a:gd name="T15" fmla="*/ 7 h 62"/>
                  <a:gd name="T16" fmla="*/ 48 w 61"/>
                  <a:gd name="T17" fmla="*/ 9 h 62"/>
                  <a:gd name="T18" fmla="*/ 58 w 61"/>
                  <a:gd name="T19" fmla="*/ 40 h 62"/>
                  <a:gd name="T20" fmla="*/ 44 w 61"/>
                  <a:gd name="T21" fmla="*/ 62 h 62"/>
                  <a:gd name="T22" fmla="*/ 36 w 61"/>
                  <a:gd name="T23" fmla="*/ 47 h 62"/>
                  <a:gd name="T24" fmla="*/ 30 w 61"/>
                  <a:gd name="T25" fmla="*/ 46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1" h="62">
                    <a:moveTo>
                      <a:pt x="30" y="46"/>
                    </a:moveTo>
                    <a:cubicBezTo>
                      <a:pt x="28" y="46"/>
                      <a:pt x="27" y="44"/>
                      <a:pt x="28" y="43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9" y="38"/>
                      <a:pt x="30" y="36"/>
                      <a:pt x="32" y="34"/>
                    </a:cubicBezTo>
                    <a:cubicBezTo>
                      <a:pt x="33" y="34"/>
                      <a:pt x="34" y="33"/>
                      <a:pt x="35" y="32"/>
                    </a:cubicBezTo>
                    <a:cubicBezTo>
                      <a:pt x="39" y="29"/>
                      <a:pt x="38" y="23"/>
                      <a:pt x="33" y="2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2" y="12"/>
                      <a:pt x="4" y="9"/>
                      <a:pt x="7" y="7"/>
                    </a:cubicBezTo>
                    <a:cubicBezTo>
                      <a:pt x="20" y="0"/>
                      <a:pt x="34" y="0"/>
                      <a:pt x="48" y="9"/>
                    </a:cubicBezTo>
                    <a:cubicBezTo>
                      <a:pt x="56" y="14"/>
                      <a:pt x="61" y="24"/>
                      <a:pt x="58" y="40"/>
                    </a:cubicBezTo>
                    <a:cubicBezTo>
                      <a:pt x="56" y="56"/>
                      <a:pt x="44" y="62"/>
                      <a:pt x="44" y="62"/>
                    </a:cubicBezTo>
                    <a:cubicBezTo>
                      <a:pt x="36" y="47"/>
                      <a:pt x="36" y="47"/>
                      <a:pt x="36" y="47"/>
                    </a:cubicBezTo>
                    <a:lnTo>
                      <a:pt x="30" y="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05" name="Freeform 1506">
                <a:extLst>
                  <a:ext uri="{FF2B5EF4-FFF2-40B4-BE49-F238E27FC236}">
                    <a16:creationId xmlns:a16="http://schemas.microsoft.com/office/drawing/2014/main" id="{7097A4F2-05A0-4F01-BA59-D813F1DE55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2" y="1925"/>
                <a:ext cx="12" cy="13"/>
              </a:xfrm>
              <a:custGeom>
                <a:avLst/>
                <a:gdLst>
                  <a:gd name="T0" fmla="*/ 2 w 17"/>
                  <a:gd name="T1" fmla="*/ 6 h 19"/>
                  <a:gd name="T2" fmla="*/ 4 w 17"/>
                  <a:gd name="T3" fmla="*/ 17 h 19"/>
                  <a:gd name="T4" fmla="*/ 14 w 17"/>
                  <a:gd name="T5" fmla="*/ 13 h 19"/>
                  <a:gd name="T6" fmla="*/ 12 w 17"/>
                  <a:gd name="T7" fmla="*/ 2 h 19"/>
                  <a:gd name="T8" fmla="*/ 2 w 17"/>
                  <a:gd name="T9" fmla="*/ 6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9">
                    <a:moveTo>
                      <a:pt x="2" y="6"/>
                    </a:moveTo>
                    <a:cubicBezTo>
                      <a:pt x="0" y="10"/>
                      <a:pt x="0" y="15"/>
                      <a:pt x="4" y="17"/>
                    </a:cubicBezTo>
                    <a:cubicBezTo>
                      <a:pt x="7" y="19"/>
                      <a:pt x="12" y="17"/>
                      <a:pt x="14" y="13"/>
                    </a:cubicBezTo>
                    <a:cubicBezTo>
                      <a:pt x="17" y="9"/>
                      <a:pt x="16" y="4"/>
                      <a:pt x="12" y="2"/>
                    </a:cubicBezTo>
                    <a:cubicBezTo>
                      <a:pt x="9" y="0"/>
                      <a:pt x="4" y="2"/>
                      <a:pt x="2" y="6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1110" name="Group 1708">
              <a:extLst>
                <a:ext uri="{FF2B5EF4-FFF2-40B4-BE49-F238E27FC236}">
                  <a16:creationId xmlns:a16="http://schemas.microsoft.com/office/drawing/2014/main" id="{FB2F9297-8613-4006-B7FB-A5DF1F6C22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3" y="461"/>
              <a:ext cx="2050" cy="1849"/>
              <a:chOff x="3563" y="461"/>
              <a:chExt cx="2050" cy="1849"/>
            </a:xfrm>
          </p:grpSpPr>
          <p:sp>
            <p:nvSpPr>
              <p:cNvPr id="1606" name="Freeform 1508">
                <a:extLst>
                  <a:ext uri="{FF2B5EF4-FFF2-40B4-BE49-F238E27FC236}">
                    <a16:creationId xmlns:a16="http://schemas.microsoft.com/office/drawing/2014/main" id="{3391843E-512D-488E-908E-F76FCF75B3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2" y="1933"/>
                <a:ext cx="18" cy="19"/>
              </a:xfrm>
              <a:custGeom>
                <a:avLst/>
                <a:gdLst>
                  <a:gd name="T0" fmla="*/ 27 w 27"/>
                  <a:gd name="T1" fmla="*/ 29 h 29"/>
                  <a:gd name="T2" fmla="*/ 27 w 27"/>
                  <a:gd name="T3" fmla="*/ 21 h 29"/>
                  <a:gd name="T4" fmla="*/ 7 w 27"/>
                  <a:gd name="T5" fmla="*/ 0 h 29"/>
                  <a:gd name="T6" fmla="*/ 4 w 27"/>
                  <a:gd name="T7" fmla="*/ 0 h 29"/>
                  <a:gd name="T8" fmla="*/ 2 w 27"/>
                  <a:gd name="T9" fmla="*/ 15 h 29"/>
                  <a:gd name="T10" fmla="*/ 14 w 27"/>
                  <a:gd name="T11" fmla="*/ 29 h 29"/>
                  <a:gd name="T12" fmla="*/ 27 w 27"/>
                  <a:gd name="T1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" h="29">
                    <a:moveTo>
                      <a:pt x="27" y="29"/>
                    </a:move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9"/>
                      <a:pt x="18" y="0"/>
                      <a:pt x="7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0" y="22"/>
                      <a:pt x="6" y="29"/>
                      <a:pt x="14" y="29"/>
                    </a:cubicBezTo>
                    <a:lnTo>
                      <a:pt x="27" y="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07" name="Freeform 1509">
                <a:extLst>
                  <a:ext uri="{FF2B5EF4-FFF2-40B4-BE49-F238E27FC236}">
                    <a16:creationId xmlns:a16="http://schemas.microsoft.com/office/drawing/2014/main" id="{A2B4681E-3ACF-4B33-B429-84BED88A8E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42" y="1942"/>
                <a:ext cx="11" cy="10"/>
              </a:xfrm>
              <a:custGeom>
                <a:avLst/>
                <a:gdLst>
                  <a:gd name="T0" fmla="*/ 16 w 16"/>
                  <a:gd name="T1" fmla="*/ 0 h 16"/>
                  <a:gd name="T2" fmla="*/ 10 w 16"/>
                  <a:gd name="T3" fmla="*/ 12 h 16"/>
                  <a:gd name="T4" fmla="*/ 3 w 16"/>
                  <a:gd name="T5" fmla="*/ 16 h 16"/>
                  <a:gd name="T6" fmla="*/ 0 w 16"/>
                  <a:gd name="T7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" h="16">
                    <a:moveTo>
                      <a:pt x="16" y="0"/>
                    </a:move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5"/>
                      <a:pt x="6" y="16"/>
                      <a:pt x="3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08" name="Freeform 1510">
                <a:extLst>
                  <a:ext uri="{FF2B5EF4-FFF2-40B4-BE49-F238E27FC236}">
                    <a16:creationId xmlns:a16="http://schemas.microsoft.com/office/drawing/2014/main" id="{E0BD08E7-F03A-47E2-A0F6-AC20A1B66B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39" y="1883"/>
                <a:ext cx="33" cy="28"/>
              </a:xfrm>
              <a:custGeom>
                <a:avLst/>
                <a:gdLst>
                  <a:gd name="T0" fmla="*/ 0 w 33"/>
                  <a:gd name="T1" fmla="*/ 19 h 28"/>
                  <a:gd name="T2" fmla="*/ 31 w 33"/>
                  <a:gd name="T3" fmla="*/ 28 h 28"/>
                  <a:gd name="T4" fmla="*/ 33 w 33"/>
                  <a:gd name="T5" fmla="*/ 8 h 28"/>
                  <a:gd name="T6" fmla="*/ 8 w 33"/>
                  <a:gd name="T7" fmla="*/ 0 h 28"/>
                  <a:gd name="T8" fmla="*/ 0 w 33"/>
                  <a:gd name="T9" fmla="*/ 1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28">
                    <a:moveTo>
                      <a:pt x="0" y="19"/>
                    </a:moveTo>
                    <a:lnTo>
                      <a:pt x="31" y="28"/>
                    </a:lnTo>
                    <a:lnTo>
                      <a:pt x="33" y="8"/>
                    </a:lnTo>
                    <a:lnTo>
                      <a:pt x="8" y="0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09" name="Freeform 1511">
                <a:extLst>
                  <a:ext uri="{FF2B5EF4-FFF2-40B4-BE49-F238E27FC236}">
                    <a16:creationId xmlns:a16="http://schemas.microsoft.com/office/drawing/2014/main" id="{C3B3AE83-A646-4F1F-8D91-1DE9F2C7ED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41" y="1897"/>
                <a:ext cx="30" cy="9"/>
              </a:xfrm>
              <a:custGeom>
                <a:avLst/>
                <a:gdLst>
                  <a:gd name="T0" fmla="*/ 0 w 30"/>
                  <a:gd name="T1" fmla="*/ 0 h 9"/>
                  <a:gd name="T2" fmla="*/ 30 w 30"/>
                  <a:gd name="T3" fmla="*/ 9 h 9"/>
                  <a:gd name="T4" fmla="*/ 30 w 30"/>
                  <a:gd name="T5" fmla="*/ 8 h 9"/>
                  <a:gd name="T6" fmla="*/ 0 w 30"/>
                  <a:gd name="T7" fmla="*/ 0 h 9"/>
                  <a:gd name="T8" fmla="*/ 0 w 30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9">
                    <a:moveTo>
                      <a:pt x="0" y="0"/>
                    </a:moveTo>
                    <a:lnTo>
                      <a:pt x="30" y="9"/>
                    </a:lnTo>
                    <a:lnTo>
                      <a:pt x="30" y="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10" name="Freeform 1512">
                <a:extLst>
                  <a:ext uri="{FF2B5EF4-FFF2-40B4-BE49-F238E27FC236}">
                    <a16:creationId xmlns:a16="http://schemas.microsoft.com/office/drawing/2014/main" id="{8529A643-8B3E-423C-8B94-A1B659B933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35" y="1922"/>
                <a:ext cx="2" cy="3"/>
              </a:xfrm>
              <a:custGeom>
                <a:avLst/>
                <a:gdLst>
                  <a:gd name="T0" fmla="*/ 0 w 3"/>
                  <a:gd name="T1" fmla="*/ 2 h 5"/>
                  <a:gd name="T2" fmla="*/ 2 w 3"/>
                  <a:gd name="T3" fmla="*/ 5 h 5"/>
                  <a:gd name="T4" fmla="*/ 3 w 3"/>
                  <a:gd name="T5" fmla="*/ 3 h 5"/>
                  <a:gd name="T6" fmla="*/ 2 w 3"/>
                  <a:gd name="T7" fmla="*/ 0 h 5"/>
                  <a:gd name="T8" fmla="*/ 0 w 3"/>
                  <a:gd name="T9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0" y="2"/>
                    </a:moveTo>
                    <a:cubicBezTo>
                      <a:pt x="0" y="4"/>
                      <a:pt x="1" y="5"/>
                      <a:pt x="2" y="5"/>
                    </a:cubicBezTo>
                    <a:cubicBezTo>
                      <a:pt x="2" y="5"/>
                      <a:pt x="3" y="4"/>
                      <a:pt x="3" y="3"/>
                    </a:cubicBezTo>
                    <a:cubicBezTo>
                      <a:pt x="3" y="1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11" name="Line 1513">
                <a:extLst>
                  <a:ext uri="{FF2B5EF4-FFF2-40B4-BE49-F238E27FC236}">
                    <a16:creationId xmlns:a16="http://schemas.microsoft.com/office/drawing/2014/main" id="{6221D908-783A-412A-8E15-C786954039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435" y="1917"/>
                <a:ext cx="4" cy="2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12" name="Freeform 1514">
                <a:extLst>
                  <a:ext uri="{FF2B5EF4-FFF2-40B4-BE49-F238E27FC236}">
                    <a16:creationId xmlns:a16="http://schemas.microsoft.com/office/drawing/2014/main" id="{74A126C3-0039-4A00-94E3-DDDD558D11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" y="1939"/>
                <a:ext cx="4" cy="1"/>
              </a:xfrm>
              <a:custGeom>
                <a:avLst/>
                <a:gdLst>
                  <a:gd name="T0" fmla="*/ 6 w 6"/>
                  <a:gd name="T1" fmla="*/ 1 h 2"/>
                  <a:gd name="T2" fmla="*/ 0 w 6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" h="2">
                    <a:moveTo>
                      <a:pt x="6" y="1"/>
                    </a:moveTo>
                    <a:cubicBezTo>
                      <a:pt x="4" y="2"/>
                      <a:pt x="2" y="2"/>
                      <a:pt x="0" y="0"/>
                    </a:cubicBezTo>
                  </a:path>
                </a:pathLst>
              </a:cu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13" name="Rectangle 1515">
                <a:extLst>
                  <a:ext uri="{FF2B5EF4-FFF2-40B4-BE49-F238E27FC236}">
                    <a16:creationId xmlns:a16="http://schemas.microsoft.com/office/drawing/2014/main" id="{4F1D5E8E-9C38-4DF2-8D2B-D08BF0EDE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68" y="2065"/>
                <a:ext cx="13" cy="222"/>
              </a:xfrm>
              <a:prstGeom prst="rect">
                <a:avLst/>
              </a:prstGeom>
              <a:solidFill>
                <a:srgbClr val="000000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14" name="Freeform 1516">
                <a:extLst>
                  <a:ext uri="{FF2B5EF4-FFF2-40B4-BE49-F238E27FC236}">
                    <a16:creationId xmlns:a16="http://schemas.microsoft.com/office/drawing/2014/main" id="{930B3348-F19D-47A2-AD49-D7687E0558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7" y="1942"/>
                <a:ext cx="36" cy="6"/>
              </a:xfrm>
              <a:custGeom>
                <a:avLst/>
                <a:gdLst>
                  <a:gd name="T0" fmla="*/ 48 w 53"/>
                  <a:gd name="T1" fmla="*/ 9 h 9"/>
                  <a:gd name="T2" fmla="*/ 5 w 53"/>
                  <a:gd name="T3" fmla="*/ 9 h 9"/>
                  <a:gd name="T4" fmla="*/ 0 w 53"/>
                  <a:gd name="T5" fmla="*/ 4 h 9"/>
                  <a:gd name="T6" fmla="*/ 0 w 53"/>
                  <a:gd name="T7" fmla="*/ 0 h 9"/>
                  <a:gd name="T8" fmla="*/ 53 w 53"/>
                  <a:gd name="T9" fmla="*/ 0 h 9"/>
                  <a:gd name="T10" fmla="*/ 53 w 53"/>
                  <a:gd name="T11" fmla="*/ 4 h 9"/>
                  <a:gd name="T12" fmla="*/ 48 w 53"/>
                  <a:gd name="T13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9">
                    <a:moveTo>
                      <a:pt x="48" y="9"/>
                    </a:moveTo>
                    <a:cubicBezTo>
                      <a:pt x="5" y="9"/>
                      <a:pt x="5" y="9"/>
                      <a:pt x="5" y="9"/>
                    </a:cubicBezTo>
                    <a:cubicBezTo>
                      <a:pt x="2" y="9"/>
                      <a:pt x="0" y="6"/>
                      <a:pt x="0" y="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3" y="6"/>
                      <a:pt x="51" y="9"/>
                      <a:pt x="48" y="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15" name="Freeform 1517">
                <a:extLst>
                  <a:ext uri="{FF2B5EF4-FFF2-40B4-BE49-F238E27FC236}">
                    <a16:creationId xmlns:a16="http://schemas.microsoft.com/office/drawing/2014/main" id="{E37AAADC-70A4-422D-A30A-FA6F343678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5" y="1930"/>
                <a:ext cx="40" cy="11"/>
              </a:xfrm>
              <a:custGeom>
                <a:avLst/>
                <a:gdLst>
                  <a:gd name="T0" fmla="*/ 51 w 59"/>
                  <a:gd name="T1" fmla="*/ 16 h 16"/>
                  <a:gd name="T2" fmla="*/ 8 w 59"/>
                  <a:gd name="T3" fmla="*/ 16 h 16"/>
                  <a:gd name="T4" fmla="*/ 0 w 59"/>
                  <a:gd name="T5" fmla="*/ 8 h 16"/>
                  <a:gd name="T6" fmla="*/ 0 w 59"/>
                  <a:gd name="T7" fmla="*/ 8 h 16"/>
                  <a:gd name="T8" fmla="*/ 8 w 59"/>
                  <a:gd name="T9" fmla="*/ 0 h 16"/>
                  <a:gd name="T10" fmla="*/ 51 w 59"/>
                  <a:gd name="T11" fmla="*/ 0 h 16"/>
                  <a:gd name="T12" fmla="*/ 59 w 59"/>
                  <a:gd name="T13" fmla="*/ 8 h 16"/>
                  <a:gd name="T14" fmla="*/ 59 w 59"/>
                  <a:gd name="T15" fmla="*/ 8 h 16"/>
                  <a:gd name="T16" fmla="*/ 51 w 59"/>
                  <a:gd name="T17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16">
                    <a:moveTo>
                      <a:pt x="51" y="16"/>
                    </a:moveTo>
                    <a:cubicBezTo>
                      <a:pt x="8" y="16"/>
                      <a:pt x="8" y="16"/>
                      <a:pt x="8" y="16"/>
                    </a:cubicBezTo>
                    <a:cubicBezTo>
                      <a:pt x="4" y="16"/>
                      <a:pt x="0" y="1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4" y="0"/>
                      <a:pt x="8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5" y="0"/>
                      <a:pt x="59" y="3"/>
                      <a:pt x="59" y="8"/>
                    </a:cubicBezTo>
                    <a:cubicBezTo>
                      <a:pt x="59" y="8"/>
                      <a:pt x="59" y="8"/>
                      <a:pt x="59" y="8"/>
                    </a:cubicBezTo>
                    <a:cubicBezTo>
                      <a:pt x="59" y="13"/>
                      <a:pt x="55" y="16"/>
                      <a:pt x="51" y="1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16" name="Freeform 1518">
                <a:extLst>
                  <a:ext uri="{FF2B5EF4-FFF2-40B4-BE49-F238E27FC236}">
                    <a16:creationId xmlns:a16="http://schemas.microsoft.com/office/drawing/2014/main" id="{CEB1DA00-BB5D-40C2-B110-F255857D4F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7" y="1919"/>
                <a:ext cx="36" cy="10"/>
              </a:xfrm>
              <a:custGeom>
                <a:avLst/>
                <a:gdLst>
                  <a:gd name="T0" fmla="*/ 54 w 54"/>
                  <a:gd name="T1" fmla="*/ 15 h 15"/>
                  <a:gd name="T2" fmla="*/ 0 w 54"/>
                  <a:gd name="T3" fmla="*/ 15 h 15"/>
                  <a:gd name="T4" fmla="*/ 0 w 54"/>
                  <a:gd name="T5" fmla="*/ 15 h 15"/>
                  <a:gd name="T6" fmla="*/ 16 w 54"/>
                  <a:gd name="T7" fmla="*/ 0 h 15"/>
                  <a:gd name="T8" fmla="*/ 38 w 54"/>
                  <a:gd name="T9" fmla="*/ 0 h 15"/>
                  <a:gd name="T10" fmla="*/ 54 w 54"/>
                  <a:gd name="T11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" h="15">
                    <a:moveTo>
                      <a:pt x="54" y="15"/>
                    </a:move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47" y="0"/>
                      <a:pt x="54" y="7"/>
                      <a:pt x="54" y="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17" name="Freeform 1519">
                <a:extLst>
                  <a:ext uri="{FF2B5EF4-FFF2-40B4-BE49-F238E27FC236}">
                    <a16:creationId xmlns:a16="http://schemas.microsoft.com/office/drawing/2014/main" id="{04D1FA87-F0C3-4509-A9ED-88A796FC03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7" y="1931"/>
                <a:ext cx="37" cy="4"/>
              </a:xfrm>
              <a:custGeom>
                <a:avLst/>
                <a:gdLst>
                  <a:gd name="T0" fmla="*/ 2 w 54"/>
                  <a:gd name="T1" fmla="*/ 0 h 7"/>
                  <a:gd name="T2" fmla="*/ 8 w 54"/>
                  <a:gd name="T3" fmla="*/ 4 h 7"/>
                  <a:gd name="T4" fmla="*/ 20 w 54"/>
                  <a:gd name="T5" fmla="*/ 2 h 7"/>
                  <a:gd name="T6" fmla="*/ 32 w 54"/>
                  <a:gd name="T7" fmla="*/ 6 h 7"/>
                  <a:gd name="T8" fmla="*/ 41 w 54"/>
                  <a:gd name="T9" fmla="*/ 1 h 7"/>
                  <a:gd name="T10" fmla="*/ 50 w 54"/>
                  <a:gd name="T11" fmla="*/ 4 h 7"/>
                  <a:gd name="T12" fmla="*/ 52 w 54"/>
                  <a:gd name="T13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7">
                    <a:moveTo>
                      <a:pt x="2" y="0"/>
                    </a:moveTo>
                    <a:cubicBezTo>
                      <a:pt x="2" y="0"/>
                      <a:pt x="0" y="4"/>
                      <a:pt x="8" y="4"/>
                    </a:cubicBezTo>
                    <a:cubicBezTo>
                      <a:pt x="16" y="4"/>
                      <a:pt x="20" y="2"/>
                      <a:pt x="20" y="2"/>
                    </a:cubicBezTo>
                    <a:cubicBezTo>
                      <a:pt x="20" y="2"/>
                      <a:pt x="24" y="7"/>
                      <a:pt x="32" y="6"/>
                    </a:cubicBezTo>
                    <a:cubicBezTo>
                      <a:pt x="41" y="4"/>
                      <a:pt x="41" y="1"/>
                      <a:pt x="41" y="1"/>
                    </a:cubicBezTo>
                    <a:cubicBezTo>
                      <a:pt x="41" y="1"/>
                      <a:pt x="47" y="4"/>
                      <a:pt x="50" y="4"/>
                    </a:cubicBezTo>
                    <a:cubicBezTo>
                      <a:pt x="54" y="4"/>
                      <a:pt x="52" y="1"/>
                      <a:pt x="52" y="1"/>
                    </a:cubicBezTo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18" name="Freeform 1520">
                <a:extLst>
                  <a:ext uri="{FF2B5EF4-FFF2-40B4-BE49-F238E27FC236}">
                    <a16:creationId xmlns:a16="http://schemas.microsoft.com/office/drawing/2014/main" id="{1B9988C9-D008-488F-9742-4994687744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7" y="1931"/>
                <a:ext cx="37" cy="4"/>
              </a:xfrm>
              <a:custGeom>
                <a:avLst/>
                <a:gdLst>
                  <a:gd name="T0" fmla="*/ 2 w 54"/>
                  <a:gd name="T1" fmla="*/ 0 h 7"/>
                  <a:gd name="T2" fmla="*/ 8 w 54"/>
                  <a:gd name="T3" fmla="*/ 4 h 7"/>
                  <a:gd name="T4" fmla="*/ 20 w 54"/>
                  <a:gd name="T5" fmla="*/ 2 h 7"/>
                  <a:gd name="T6" fmla="*/ 32 w 54"/>
                  <a:gd name="T7" fmla="*/ 6 h 7"/>
                  <a:gd name="T8" fmla="*/ 41 w 54"/>
                  <a:gd name="T9" fmla="*/ 1 h 7"/>
                  <a:gd name="T10" fmla="*/ 50 w 54"/>
                  <a:gd name="T11" fmla="*/ 4 h 7"/>
                  <a:gd name="T12" fmla="*/ 52 w 54"/>
                  <a:gd name="T13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7">
                    <a:moveTo>
                      <a:pt x="2" y="0"/>
                    </a:moveTo>
                    <a:cubicBezTo>
                      <a:pt x="2" y="0"/>
                      <a:pt x="0" y="4"/>
                      <a:pt x="8" y="4"/>
                    </a:cubicBezTo>
                    <a:cubicBezTo>
                      <a:pt x="16" y="4"/>
                      <a:pt x="20" y="2"/>
                      <a:pt x="20" y="2"/>
                    </a:cubicBezTo>
                    <a:cubicBezTo>
                      <a:pt x="20" y="2"/>
                      <a:pt x="24" y="7"/>
                      <a:pt x="32" y="6"/>
                    </a:cubicBezTo>
                    <a:cubicBezTo>
                      <a:pt x="41" y="4"/>
                      <a:pt x="41" y="1"/>
                      <a:pt x="41" y="1"/>
                    </a:cubicBezTo>
                    <a:cubicBezTo>
                      <a:pt x="41" y="1"/>
                      <a:pt x="47" y="4"/>
                      <a:pt x="50" y="4"/>
                    </a:cubicBezTo>
                    <a:cubicBezTo>
                      <a:pt x="54" y="4"/>
                      <a:pt x="52" y="1"/>
                      <a:pt x="52" y="1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19" name="Freeform 1521">
                <a:extLst>
                  <a:ext uri="{FF2B5EF4-FFF2-40B4-BE49-F238E27FC236}">
                    <a16:creationId xmlns:a16="http://schemas.microsoft.com/office/drawing/2014/main" id="{D18CC955-8057-4075-B4A3-C7266FD50C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8" y="1920"/>
                <a:ext cx="1" cy="3"/>
              </a:xfrm>
              <a:custGeom>
                <a:avLst/>
                <a:gdLst>
                  <a:gd name="T0" fmla="*/ 1 w 1"/>
                  <a:gd name="T1" fmla="*/ 0 h 3"/>
                  <a:gd name="T2" fmla="*/ 0 w 1"/>
                  <a:gd name="T3" fmla="*/ 3 h 3"/>
                  <a:gd name="T4" fmla="*/ 1 w 1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20" name="Line 1522">
                <a:extLst>
                  <a:ext uri="{FF2B5EF4-FFF2-40B4-BE49-F238E27FC236}">
                    <a16:creationId xmlns:a16="http://schemas.microsoft.com/office/drawing/2014/main" id="{D9E7A5C3-BE7E-49EE-BB29-15D87B3C09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08" y="1920"/>
                <a:ext cx="1" cy="3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21" name="Freeform 1523">
                <a:extLst>
                  <a:ext uri="{FF2B5EF4-FFF2-40B4-BE49-F238E27FC236}">
                    <a16:creationId xmlns:a16="http://schemas.microsoft.com/office/drawing/2014/main" id="{7AB63C81-3ADB-409A-B640-62E370E9E4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4" y="1921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22" name="Line 1524">
                <a:extLst>
                  <a:ext uri="{FF2B5EF4-FFF2-40B4-BE49-F238E27FC236}">
                    <a16:creationId xmlns:a16="http://schemas.microsoft.com/office/drawing/2014/main" id="{6EA20245-4A54-4B7F-A45C-19CC8FE462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14" y="1921"/>
                <a:ext cx="2" cy="2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23" name="Freeform 1525">
                <a:extLst>
                  <a:ext uri="{FF2B5EF4-FFF2-40B4-BE49-F238E27FC236}">
                    <a16:creationId xmlns:a16="http://schemas.microsoft.com/office/drawing/2014/main" id="{534C0723-5297-4F26-ADC6-ED517D269E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0" y="1922"/>
                <a:ext cx="2" cy="1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24" name="Line 1526">
                <a:extLst>
                  <a:ext uri="{FF2B5EF4-FFF2-40B4-BE49-F238E27FC236}">
                    <a16:creationId xmlns:a16="http://schemas.microsoft.com/office/drawing/2014/main" id="{9543D2F9-A81A-4649-AFDF-470C2546B6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20" y="1922"/>
                <a:ext cx="2" cy="1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25" name="Freeform 1527">
                <a:extLst>
                  <a:ext uri="{FF2B5EF4-FFF2-40B4-BE49-F238E27FC236}">
                    <a16:creationId xmlns:a16="http://schemas.microsoft.com/office/drawing/2014/main" id="{87462EC0-626A-4754-AEC0-E1295DD014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0" y="1851"/>
                <a:ext cx="27" cy="31"/>
              </a:xfrm>
              <a:custGeom>
                <a:avLst/>
                <a:gdLst>
                  <a:gd name="T0" fmla="*/ 0 w 27"/>
                  <a:gd name="T1" fmla="*/ 0 h 31"/>
                  <a:gd name="T2" fmla="*/ 6 w 27"/>
                  <a:gd name="T3" fmla="*/ 31 h 31"/>
                  <a:gd name="T4" fmla="*/ 21 w 27"/>
                  <a:gd name="T5" fmla="*/ 31 h 31"/>
                  <a:gd name="T6" fmla="*/ 27 w 27"/>
                  <a:gd name="T7" fmla="*/ 0 h 31"/>
                  <a:gd name="T8" fmla="*/ 0 w 27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1">
                    <a:moveTo>
                      <a:pt x="0" y="0"/>
                    </a:moveTo>
                    <a:lnTo>
                      <a:pt x="6" y="31"/>
                    </a:lnTo>
                    <a:lnTo>
                      <a:pt x="21" y="31"/>
                    </a:lnTo>
                    <a:lnTo>
                      <a:pt x="2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26" name="Freeform 1528">
                <a:extLst>
                  <a:ext uri="{FF2B5EF4-FFF2-40B4-BE49-F238E27FC236}">
                    <a16:creationId xmlns:a16="http://schemas.microsoft.com/office/drawing/2014/main" id="{FD85C927-23C5-4DD1-939A-CEA118F4D6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7" y="1878"/>
                <a:ext cx="28" cy="5"/>
              </a:xfrm>
              <a:custGeom>
                <a:avLst/>
                <a:gdLst>
                  <a:gd name="T0" fmla="*/ 38 w 42"/>
                  <a:gd name="T1" fmla="*/ 7 h 7"/>
                  <a:gd name="T2" fmla="*/ 4 w 42"/>
                  <a:gd name="T3" fmla="*/ 7 h 7"/>
                  <a:gd name="T4" fmla="*/ 0 w 42"/>
                  <a:gd name="T5" fmla="*/ 3 h 7"/>
                  <a:gd name="T6" fmla="*/ 0 w 42"/>
                  <a:gd name="T7" fmla="*/ 0 h 7"/>
                  <a:gd name="T8" fmla="*/ 42 w 42"/>
                  <a:gd name="T9" fmla="*/ 0 h 7"/>
                  <a:gd name="T10" fmla="*/ 42 w 42"/>
                  <a:gd name="T11" fmla="*/ 3 h 7"/>
                  <a:gd name="T12" fmla="*/ 38 w 42"/>
                  <a:gd name="T13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2" h="7">
                    <a:moveTo>
                      <a:pt x="38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2" y="3"/>
                      <a:pt x="42" y="3"/>
                      <a:pt x="42" y="3"/>
                    </a:cubicBezTo>
                    <a:cubicBezTo>
                      <a:pt x="42" y="5"/>
                      <a:pt x="40" y="7"/>
                      <a:pt x="38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27" name="Freeform 1529">
                <a:extLst>
                  <a:ext uri="{FF2B5EF4-FFF2-40B4-BE49-F238E27FC236}">
                    <a16:creationId xmlns:a16="http://schemas.microsoft.com/office/drawing/2014/main" id="{31FD251C-AADC-4421-A5F5-34036DE3A1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5" y="1869"/>
                <a:ext cx="31" cy="9"/>
              </a:xfrm>
              <a:custGeom>
                <a:avLst/>
                <a:gdLst>
                  <a:gd name="T0" fmla="*/ 40 w 47"/>
                  <a:gd name="T1" fmla="*/ 13 h 13"/>
                  <a:gd name="T2" fmla="*/ 7 w 47"/>
                  <a:gd name="T3" fmla="*/ 13 h 13"/>
                  <a:gd name="T4" fmla="*/ 0 w 47"/>
                  <a:gd name="T5" fmla="*/ 6 h 13"/>
                  <a:gd name="T6" fmla="*/ 0 w 47"/>
                  <a:gd name="T7" fmla="*/ 6 h 13"/>
                  <a:gd name="T8" fmla="*/ 7 w 47"/>
                  <a:gd name="T9" fmla="*/ 0 h 13"/>
                  <a:gd name="T10" fmla="*/ 40 w 47"/>
                  <a:gd name="T11" fmla="*/ 0 h 13"/>
                  <a:gd name="T12" fmla="*/ 47 w 47"/>
                  <a:gd name="T13" fmla="*/ 6 h 13"/>
                  <a:gd name="T14" fmla="*/ 47 w 47"/>
                  <a:gd name="T15" fmla="*/ 6 h 13"/>
                  <a:gd name="T16" fmla="*/ 40 w 47"/>
                  <a:gd name="T17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13">
                    <a:moveTo>
                      <a:pt x="40" y="13"/>
                    </a:moveTo>
                    <a:cubicBezTo>
                      <a:pt x="7" y="13"/>
                      <a:pt x="7" y="13"/>
                      <a:pt x="7" y="13"/>
                    </a:cubicBezTo>
                    <a:cubicBezTo>
                      <a:pt x="3" y="13"/>
                      <a:pt x="0" y="10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44" y="0"/>
                      <a:pt x="47" y="3"/>
                      <a:pt x="47" y="6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7" y="10"/>
                      <a:pt x="44" y="13"/>
                      <a:pt x="40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28" name="Freeform 1530">
                <a:extLst>
                  <a:ext uri="{FF2B5EF4-FFF2-40B4-BE49-F238E27FC236}">
                    <a16:creationId xmlns:a16="http://schemas.microsoft.com/office/drawing/2014/main" id="{B15301FA-79A1-4060-A279-AB807617F1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7" y="1860"/>
                <a:ext cx="28" cy="9"/>
              </a:xfrm>
              <a:custGeom>
                <a:avLst/>
                <a:gdLst>
                  <a:gd name="T0" fmla="*/ 42 w 42"/>
                  <a:gd name="T1" fmla="*/ 13 h 13"/>
                  <a:gd name="T2" fmla="*/ 0 w 42"/>
                  <a:gd name="T3" fmla="*/ 13 h 13"/>
                  <a:gd name="T4" fmla="*/ 0 w 42"/>
                  <a:gd name="T5" fmla="*/ 13 h 13"/>
                  <a:gd name="T6" fmla="*/ 12 w 42"/>
                  <a:gd name="T7" fmla="*/ 0 h 13"/>
                  <a:gd name="T8" fmla="*/ 30 w 42"/>
                  <a:gd name="T9" fmla="*/ 0 h 13"/>
                  <a:gd name="T10" fmla="*/ 42 w 42"/>
                  <a:gd name="T11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" h="13">
                    <a:moveTo>
                      <a:pt x="42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7" y="0"/>
                      <a:pt x="42" y="6"/>
                      <a:pt x="42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29" name="Freeform 1531">
                <a:extLst>
                  <a:ext uri="{FF2B5EF4-FFF2-40B4-BE49-F238E27FC236}">
                    <a16:creationId xmlns:a16="http://schemas.microsoft.com/office/drawing/2014/main" id="{E69BD393-716D-4014-88D2-E48E3C349F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7" y="1869"/>
                <a:ext cx="29" cy="5"/>
              </a:xfrm>
              <a:custGeom>
                <a:avLst/>
                <a:gdLst>
                  <a:gd name="T0" fmla="*/ 1 w 43"/>
                  <a:gd name="T1" fmla="*/ 0 h 6"/>
                  <a:gd name="T2" fmla="*/ 6 w 43"/>
                  <a:gd name="T3" fmla="*/ 3 h 6"/>
                  <a:gd name="T4" fmla="*/ 16 w 43"/>
                  <a:gd name="T5" fmla="*/ 1 h 6"/>
                  <a:gd name="T6" fmla="*/ 26 w 43"/>
                  <a:gd name="T7" fmla="*/ 4 h 6"/>
                  <a:gd name="T8" fmla="*/ 32 w 43"/>
                  <a:gd name="T9" fmla="*/ 1 h 6"/>
                  <a:gd name="T10" fmla="*/ 40 w 43"/>
                  <a:gd name="T11" fmla="*/ 3 h 6"/>
                  <a:gd name="T12" fmla="*/ 42 w 43"/>
                  <a:gd name="T13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" h="6">
                    <a:moveTo>
                      <a:pt x="1" y="0"/>
                    </a:moveTo>
                    <a:cubicBezTo>
                      <a:pt x="1" y="0"/>
                      <a:pt x="0" y="3"/>
                      <a:pt x="6" y="3"/>
                    </a:cubicBezTo>
                    <a:cubicBezTo>
                      <a:pt x="12" y="3"/>
                      <a:pt x="16" y="1"/>
                      <a:pt x="16" y="1"/>
                    </a:cubicBezTo>
                    <a:cubicBezTo>
                      <a:pt x="16" y="1"/>
                      <a:pt x="19" y="6"/>
                      <a:pt x="26" y="4"/>
                    </a:cubicBezTo>
                    <a:cubicBezTo>
                      <a:pt x="32" y="3"/>
                      <a:pt x="32" y="1"/>
                      <a:pt x="32" y="1"/>
                    </a:cubicBezTo>
                    <a:cubicBezTo>
                      <a:pt x="32" y="1"/>
                      <a:pt x="37" y="3"/>
                      <a:pt x="40" y="3"/>
                    </a:cubicBezTo>
                    <a:cubicBezTo>
                      <a:pt x="43" y="3"/>
                      <a:pt x="42" y="1"/>
                      <a:pt x="42" y="1"/>
                    </a:cubicBezTo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0" name="Freeform 1532">
                <a:extLst>
                  <a:ext uri="{FF2B5EF4-FFF2-40B4-BE49-F238E27FC236}">
                    <a16:creationId xmlns:a16="http://schemas.microsoft.com/office/drawing/2014/main" id="{6309E600-54BC-4432-B007-CC467FC18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7" y="1869"/>
                <a:ext cx="29" cy="5"/>
              </a:xfrm>
              <a:custGeom>
                <a:avLst/>
                <a:gdLst>
                  <a:gd name="T0" fmla="*/ 1 w 43"/>
                  <a:gd name="T1" fmla="*/ 0 h 6"/>
                  <a:gd name="T2" fmla="*/ 6 w 43"/>
                  <a:gd name="T3" fmla="*/ 3 h 6"/>
                  <a:gd name="T4" fmla="*/ 16 w 43"/>
                  <a:gd name="T5" fmla="*/ 1 h 6"/>
                  <a:gd name="T6" fmla="*/ 26 w 43"/>
                  <a:gd name="T7" fmla="*/ 4 h 6"/>
                  <a:gd name="T8" fmla="*/ 32 w 43"/>
                  <a:gd name="T9" fmla="*/ 1 h 6"/>
                  <a:gd name="T10" fmla="*/ 40 w 43"/>
                  <a:gd name="T11" fmla="*/ 3 h 6"/>
                  <a:gd name="T12" fmla="*/ 42 w 43"/>
                  <a:gd name="T13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" h="6">
                    <a:moveTo>
                      <a:pt x="1" y="0"/>
                    </a:moveTo>
                    <a:cubicBezTo>
                      <a:pt x="1" y="0"/>
                      <a:pt x="0" y="3"/>
                      <a:pt x="6" y="3"/>
                    </a:cubicBezTo>
                    <a:cubicBezTo>
                      <a:pt x="12" y="3"/>
                      <a:pt x="16" y="1"/>
                      <a:pt x="16" y="1"/>
                    </a:cubicBezTo>
                    <a:cubicBezTo>
                      <a:pt x="16" y="1"/>
                      <a:pt x="19" y="6"/>
                      <a:pt x="26" y="4"/>
                    </a:cubicBezTo>
                    <a:cubicBezTo>
                      <a:pt x="32" y="3"/>
                      <a:pt x="32" y="1"/>
                      <a:pt x="32" y="1"/>
                    </a:cubicBezTo>
                    <a:cubicBezTo>
                      <a:pt x="32" y="1"/>
                      <a:pt x="37" y="3"/>
                      <a:pt x="40" y="3"/>
                    </a:cubicBezTo>
                    <a:cubicBezTo>
                      <a:pt x="43" y="3"/>
                      <a:pt x="42" y="1"/>
                      <a:pt x="42" y="1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1" name="Freeform 1533">
                <a:extLst>
                  <a:ext uri="{FF2B5EF4-FFF2-40B4-BE49-F238E27FC236}">
                    <a16:creationId xmlns:a16="http://schemas.microsoft.com/office/drawing/2014/main" id="{8C8594A0-F2D1-4DDD-ABA5-49047976E0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5" y="1861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2" name="Line 1534">
                <a:extLst>
                  <a:ext uri="{FF2B5EF4-FFF2-40B4-BE49-F238E27FC236}">
                    <a16:creationId xmlns:a16="http://schemas.microsoft.com/office/drawing/2014/main" id="{CBA566DA-D2CD-4427-A112-0DF93DF6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05" y="1861"/>
                <a:ext cx="2" cy="2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3" name="Freeform 1535">
                <a:extLst>
                  <a:ext uri="{FF2B5EF4-FFF2-40B4-BE49-F238E27FC236}">
                    <a16:creationId xmlns:a16="http://schemas.microsoft.com/office/drawing/2014/main" id="{646B6862-29C0-4A26-A930-E71DC95329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0" y="1862"/>
                <a:ext cx="2" cy="1"/>
              </a:xfrm>
              <a:custGeom>
                <a:avLst/>
                <a:gdLst>
                  <a:gd name="T0" fmla="*/ 0 w 2"/>
                  <a:gd name="T1" fmla="*/ 0 h 1"/>
                  <a:gd name="T2" fmla="*/ 2 w 2"/>
                  <a:gd name="T3" fmla="*/ 1 h 1"/>
                  <a:gd name="T4" fmla="*/ 0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4" name="Line 1536">
                <a:extLst>
                  <a:ext uri="{FF2B5EF4-FFF2-40B4-BE49-F238E27FC236}">
                    <a16:creationId xmlns:a16="http://schemas.microsoft.com/office/drawing/2014/main" id="{404D957F-1C4C-4A4B-9B6A-67500977C0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10" y="1862"/>
                <a:ext cx="2" cy="1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5" name="Freeform 1537">
                <a:extLst>
                  <a:ext uri="{FF2B5EF4-FFF2-40B4-BE49-F238E27FC236}">
                    <a16:creationId xmlns:a16="http://schemas.microsoft.com/office/drawing/2014/main" id="{685C557C-75D3-4323-822A-4391E7888E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1862"/>
                <a:ext cx="2" cy="1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6" name="Line 1538">
                <a:extLst>
                  <a:ext uri="{FF2B5EF4-FFF2-40B4-BE49-F238E27FC236}">
                    <a16:creationId xmlns:a16="http://schemas.microsoft.com/office/drawing/2014/main" id="{23683073-27AD-4707-9880-BA6C66F882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15" y="1862"/>
                <a:ext cx="2" cy="1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7" name="Oval 1539">
                <a:extLst>
                  <a:ext uri="{FF2B5EF4-FFF2-40B4-BE49-F238E27FC236}">
                    <a16:creationId xmlns:a16="http://schemas.microsoft.com/office/drawing/2014/main" id="{4F2B3915-1D62-465F-BC0A-B0372AE36E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7" y="2026"/>
                <a:ext cx="16" cy="1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8" name="Oval 1540">
                <a:extLst>
                  <a:ext uri="{FF2B5EF4-FFF2-40B4-BE49-F238E27FC236}">
                    <a16:creationId xmlns:a16="http://schemas.microsoft.com/office/drawing/2014/main" id="{FDEE842C-AEA3-4983-B902-DD6EF24F0B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5" y="2029"/>
                <a:ext cx="16" cy="16"/>
              </a:xfrm>
              <a:prstGeom prst="ellipse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9" name="Freeform 1541">
                <a:extLst>
                  <a:ext uri="{FF2B5EF4-FFF2-40B4-BE49-F238E27FC236}">
                    <a16:creationId xmlns:a16="http://schemas.microsoft.com/office/drawing/2014/main" id="{DEB94E59-915B-4C49-8409-0C27BF5938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7" y="2001"/>
                <a:ext cx="11" cy="28"/>
              </a:xfrm>
              <a:custGeom>
                <a:avLst/>
                <a:gdLst>
                  <a:gd name="T0" fmla="*/ 0 w 16"/>
                  <a:gd name="T1" fmla="*/ 0 h 41"/>
                  <a:gd name="T2" fmla="*/ 6 w 16"/>
                  <a:gd name="T3" fmla="*/ 0 h 41"/>
                  <a:gd name="T4" fmla="*/ 16 w 16"/>
                  <a:gd name="T5" fmla="*/ 10 h 41"/>
                  <a:gd name="T6" fmla="*/ 16 w 16"/>
                  <a:gd name="T7" fmla="*/ 33 h 41"/>
                  <a:gd name="T8" fmla="*/ 8 w 16"/>
                  <a:gd name="T9" fmla="*/ 41 h 41"/>
                  <a:gd name="T10" fmla="*/ 8 w 16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" h="41">
                    <a:moveTo>
                      <a:pt x="0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12" y="0"/>
                      <a:pt x="16" y="5"/>
                      <a:pt x="16" y="10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7"/>
                      <a:pt x="13" y="41"/>
                      <a:pt x="8" y="41"/>
                    </a:cubicBezTo>
                    <a:cubicBezTo>
                      <a:pt x="8" y="41"/>
                      <a:pt x="8" y="41"/>
                      <a:pt x="8" y="41"/>
                    </a:cubicBezTo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" name="Freeform 1542">
                <a:extLst>
                  <a:ext uri="{FF2B5EF4-FFF2-40B4-BE49-F238E27FC236}">
                    <a16:creationId xmlns:a16="http://schemas.microsoft.com/office/drawing/2014/main" id="{3EFC4089-B5B4-4BC2-A59E-FA89093FD2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7" y="2001"/>
                <a:ext cx="11" cy="28"/>
              </a:xfrm>
              <a:custGeom>
                <a:avLst/>
                <a:gdLst>
                  <a:gd name="T0" fmla="*/ 0 w 16"/>
                  <a:gd name="T1" fmla="*/ 0 h 41"/>
                  <a:gd name="T2" fmla="*/ 6 w 16"/>
                  <a:gd name="T3" fmla="*/ 0 h 41"/>
                  <a:gd name="T4" fmla="*/ 16 w 16"/>
                  <a:gd name="T5" fmla="*/ 10 h 41"/>
                  <a:gd name="T6" fmla="*/ 16 w 16"/>
                  <a:gd name="T7" fmla="*/ 33 h 41"/>
                  <a:gd name="T8" fmla="*/ 8 w 16"/>
                  <a:gd name="T9" fmla="*/ 41 h 41"/>
                  <a:gd name="T10" fmla="*/ 8 w 16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" h="41">
                    <a:moveTo>
                      <a:pt x="0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12" y="0"/>
                      <a:pt x="16" y="5"/>
                      <a:pt x="16" y="10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7"/>
                      <a:pt x="13" y="41"/>
                      <a:pt x="8" y="41"/>
                    </a:cubicBezTo>
                    <a:cubicBezTo>
                      <a:pt x="8" y="41"/>
                      <a:pt x="8" y="41"/>
                      <a:pt x="8" y="41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1" name="Freeform 1543">
                <a:extLst>
                  <a:ext uri="{FF2B5EF4-FFF2-40B4-BE49-F238E27FC236}">
                    <a16:creationId xmlns:a16="http://schemas.microsoft.com/office/drawing/2014/main" id="{8F8A35A0-4262-4A16-AF81-B1200B1B36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97" y="1995"/>
                <a:ext cx="53" cy="60"/>
              </a:xfrm>
              <a:custGeom>
                <a:avLst/>
                <a:gdLst>
                  <a:gd name="T0" fmla="*/ 78 w 78"/>
                  <a:gd name="T1" fmla="*/ 77 h 87"/>
                  <a:gd name="T2" fmla="*/ 72 w 78"/>
                  <a:gd name="T3" fmla="*/ 0 h 87"/>
                  <a:gd name="T4" fmla="*/ 18 w 78"/>
                  <a:gd name="T5" fmla="*/ 0 h 87"/>
                  <a:gd name="T6" fmla="*/ 0 w 78"/>
                  <a:gd name="T7" fmla="*/ 0 h 87"/>
                  <a:gd name="T8" fmla="*/ 16 w 78"/>
                  <a:gd name="T9" fmla="*/ 19 h 87"/>
                  <a:gd name="T10" fmla="*/ 10 w 78"/>
                  <a:gd name="T11" fmla="*/ 76 h 87"/>
                  <a:gd name="T12" fmla="*/ 20 w 78"/>
                  <a:gd name="T13" fmla="*/ 87 h 87"/>
                  <a:gd name="T14" fmla="*/ 69 w 78"/>
                  <a:gd name="T15" fmla="*/ 87 h 87"/>
                  <a:gd name="T16" fmla="*/ 78 w 78"/>
                  <a:gd name="T17" fmla="*/ 7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8" h="87">
                    <a:moveTo>
                      <a:pt x="78" y="77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0" y="76"/>
                      <a:pt x="10" y="76"/>
                      <a:pt x="10" y="76"/>
                    </a:cubicBezTo>
                    <a:cubicBezTo>
                      <a:pt x="10" y="82"/>
                      <a:pt x="14" y="87"/>
                      <a:pt x="20" y="87"/>
                    </a:cubicBezTo>
                    <a:cubicBezTo>
                      <a:pt x="69" y="87"/>
                      <a:pt x="69" y="87"/>
                      <a:pt x="69" y="87"/>
                    </a:cubicBezTo>
                    <a:cubicBezTo>
                      <a:pt x="74" y="87"/>
                      <a:pt x="78" y="82"/>
                      <a:pt x="78" y="77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2" name="Freeform 1544">
                <a:extLst>
                  <a:ext uri="{FF2B5EF4-FFF2-40B4-BE49-F238E27FC236}">
                    <a16:creationId xmlns:a16="http://schemas.microsoft.com/office/drawing/2014/main" id="{DE54F0B2-16DD-49DA-9CCF-FA17AB270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8" y="2008"/>
                <a:ext cx="24" cy="0"/>
              </a:xfrm>
              <a:custGeom>
                <a:avLst/>
                <a:gdLst>
                  <a:gd name="T0" fmla="*/ 0 w 24"/>
                  <a:gd name="T1" fmla="*/ 24 w 24"/>
                  <a:gd name="T2" fmla="*/ 0 w 2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4">
                    <a:moveTo>
                      <a:pt x="0" y="0"/>
                    </a:moveTo>
                    <a:lnTo>
                      <a:pt x="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3" name="Line 1545">
                <a:extLst>
                  <a:ext uri="{FF2B5EF4-FFF2-40B4-BE49-F238E27FC236}">
                    <a16:creationId xmlns:a16="http://schemas.microsoft.com/office/drawing/2014/main" id="{38115E4D-7293-4252-B3CA-DA850F58DD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08" y="2008"/>
                <a:ext cx="24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4" name="Freeform 1546">
                <a:extLst>
                  <a:ext uri="{FF2B5EF4-FFF2-40B4-BE49-F238E27FC236}">
                    <a16:creationId xmlns:a16="http://schemas.microsoft.com/office/drawing/2014/main" id="{5E1E5F11-265B-4FB3-A712-30DAB77FF3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0" y="1986"/>
                <a:ext cx="36" cy="9"/>
              </a:xfrm>
              <a:custGeom>
                <a:avLst/>
                <a:gdLst>
                  <a:gd name="T0" fmla="*/ 0 w 53"/>
                  <a:gd name="T1" fmla="*/ 11 h 13"/>
                  <a:gd name="T2" fmla="*/ 27 w 53"/>
                  <a:gd name="T3" fmla="*/ 0 h 13"/>
                  <a:gd name="T4" fmla="*/ 53 w 53"/>
                  <a:gd name="T5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" h="13">
                    <a:moveTo>
                      <a:pt x="0" y="11"/>
                    </a:moveTo>
                    <a:cubicBezTo>
                      <a:pt x="0" y="11"/>
                      <a:pt x="9" y="0"/>
                      <a:pt x="27" y="0"/>
                    </a:cubicBezTo>
                    <a:cubicBezTo>
                      <a:pt x="46" y="0"/>
                      <a:pt x="53" y="13"/>
                      <a:pt x="53" y="13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5" name="Freeform 1547">
                <a:extLst>
                  <a:ext uri="{FF2B5EF4-FFF2-40B4-BE49-F238E27FC236}">
                    <a16:creationId xmlns:a16="http://schemas.microsoft.com/office/drawing/2014/main" id="{95EE4E1C-D019-499A-BB28-5FA8D6156B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3" y="2036"/>
                <a:ext cx="76" cy="10"/>
              </a:xfrm>
              <a:custGeom>
                <a:avLst/>
                <a:gdLst>
                  <a:gd name="T0" fmla="*/ 67 w 112"/>
                  <a:gd name="T1" fmla="*/ 14 h 14"/>
                  <a:gd name="T2" fmla="*/ 42 w 112"/>
                  <a:gd name="T3" fmla="*/ 14 h 14"/>
                  <a:gd name="T4" fmla="*/ 28 w 112"/>
                  <a:gd name="T5" fmla="*/ 12 h 14"/>
                  <a:gd name="T6" fmla="*/ 2 w 112"/>
                  <a:gd name="T7" fmla="*/ 3 h 14"/>
                  <a:gd name="T8" fmla="*/ 2 w 112"/>
                  <a:gd name="T9" fmla="*/ 0 h 14"/>
                  <a:gd name="T10" fmla="*/ 111 w 112"/>
                  <a:gd name="T11" fmla="*/ 0 h 14"/>
                  <a:gd name="T12" fmla="*/ 111 w 112"/>
                  <a:gd name="T13" fmla="*/ 2 h 14"/>
                  <a:gd name="T14" fmla="*/ 79 w 112"/>
                  <a:gd name="T15" fmla="*/ 12 h 14"/>
                  <a:gd name="T16" fmla="*/ 67 w 112"/>
                  <a:gd name="T1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2" h="14">
                    <a:moveTo>
                      <a:pt x="67" y="14"/>
                    </a:moveTo>
                    <a:cubicBezTo>
                      <a:pt x="42" y="14"/>
                      <a:pt x="42" y="14"/>
                      <a:pt x="42" y="14"/>
                    </a:cubicBezTo>
                    <a:cubicBezTo>
                      <a:pt x="37" y="14"/>
                      <a:pt x="32" y="13"/>
                      <a:pt x="28" y="1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0" y="3"/>
                      <a:pt x="0" y="0"/>
                      <a:pt x="2" y="0"/>
                    </a:cubicBezTo>
                    <a:cubicBezTo>
                      <a:pt x="111" y="0"/>
                      <a:pt x="111" y="0"/>
                      <a:pt x="111" y="0"/>
                    </a:cubicBezTo>
                    <a:cubicBezTo>
                      <a:pt x="112" y="0"/>
                      <a:pt x="112" y="2"/>
                      <a:pt x="111" y="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75" y="13"/>
                      <a:pt x="71" y="14"/>
                      <a:pt x="67" y="14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6" name="Freeform 1548">
                <a:extLst>
                  <a:ext uri="{FF2B5EF4-FFF2-40B4-BE49-F238E27FC236}">
                    <a16:creationId xmlns:a16="http://schemas.microsoft.com/office/drawing/2014/main" id="{C9E80397-7388-436C-8947-40440B28AA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70" y="2036"/>
                <a:ext cx="76" cy="10"/>
              </a:xfrm>
              <a:custGeom>
                <a:avLst/>
                <a:gdLst>
                  <a:gd name="T0" fmla="*/ 68 w 112"/>
                  <a:gd name="T1" fmla="*/ 14 h 14"/>
                  <a:gd name="T2" fmla="*/ 42 w 112"/>
                  <a:gd name="T3" fmla="*/ 14 h 14"/>
                  <a:gd name="T4" fmla="*/ 28 w 112"/>
                  <a:gd name="T5" fmla="*/ 12 h 14"/>
                  <a:gd name="T6" fmla="*/ 2 w 112"/>
                  <a:gd name="T7" fmla="*/ 3 h 14"/>
                  <a:gd name="T8" fmla="*/ 2 w 112"/>
                  <a:gd name="T9" fmla="*/ 0 h 14"/>
                  <a:gd name="T10" fmla="*/ 111 w 112"/>
                  <a:gd name="T11" fmla="*/ 0 h 14"/>
                  <a:gd name="T12" fmla="*/ 111 w 112"/>
                  <a:gd name="T13" fmla="*/ 2 h 14"/>
                  <a:gd name="T14" fmla="*/ 80 w 112"/>
                  <a:gd name="T15" fmla="*/ 12 h 14"/>
                  <a:gd name="T16" fmla="*/ 68 w 112"/>
                  <a:gd name="T1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2" h="14">
                    <a:moveTo>
                      <a:pt x="68" y="14"/>
                    </a:moveTo>
                    <a:cubicBezTo>
                      <a:pt x="42" y="14"/>
                      <a:pt x="42" y="14"/>
                      <a:pt x="42" y="14"/>
                    </a:cubicBezTo>
                    <a:cubicBezTo>
                      <a:pt x="37" y="14"/>
                      <a:pt x="33" y="13"/>
                      <a:pt x="28" y="1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0" y="3"/>
                      <a:pt x="1" y="0"/>
                      <a:pt x="2" y="0"/>
                    </a:cubicBezTo>
                    <a:cubicBezTo>
                      <a:pt x="111" y="0"/>
                      <a:pt x="111" y="0"/>
                      <a:pt x="111" y="0"/>
                    </a:cubicBezTo>
                    <a:cubicBezTo>
                      <a:pt x="112" y="0"/>
                      <a:pt x="112" y="2"/>
                      <a:pt x="111" y="2"/>
                    </a:cubicBezTo>
                    <a:cubicBezTo>
                      <a:pt x="80" y="12"/>
                      <a:pt x="80" y="12"/>
                      <a:pt x="80" y="12"/>
                    </a:cubicBezTo>
                    <a:cubicBezTo>
                      <a:pt x="76" y="13"/>
                      <a:pt x="72" y="14"/>
                      <a:pt x="68" y="14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7" name="Freeform 1549">
                <a:extLst>
                  <a:ext uri="{FF2B5EF4-FFF2-40B4-BE49-F238E27FC236}">
                    <a16:creationId xmlns:a16="http://schemas.microsoft.com/office/drawing/2014/main" id="{C6EDA7DB-9C2B-4674-9F1B-CB99880AB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6" y="2055"/>
                <a:ext cx="346" cy="18"/>
              </a:xfrm>
              <a:custGeom>
                <a:avLst/>
                <a:gdLst>
                  <a:gd name="T0" fmla="*/ 503 w 509"/>
                  <a:gd name="T1" fmla="*/ 27 h 27"/>
                  <a:gd name="T2" fmla="*/ 6 w 509"/>
                  <a:gd name="T3" fmla="*/ 27 h 27"/>
                  <a:gd name="T4" fmla="*/ 0 w 509"/>
                  <a:gd name="T5" fmla="*/ 21 h 27"/>
                  <a:gd name="T6" fmla="*/ 0 w 509"/>
                  <a:gd name="T7" fmla="*/ 5 h 27"/>
                  <a:gd name="T8" fmla="*/ 6 w 509"/>
                  <a:gd name="T9" fmla="*/ 0 h 27"/>
                  <a:gd name="T10" fmla="*/ 503 w 509"/>
                  <a:gd name="T11" fmla="*/ 0 h 27"/>
                  <a:gd name="T12" fmla="*/ 509 w 509"/>
                  <a:gd name="T13" fmla="*/ 5 h 27"/>
                  <a:gd name="T14" fmla="*/ 509 w 509"/>
                  <a:gd name="T15" fmla="*/ 21 h 27"/>
                  <a:gd name="T16" fmla="*/ 503 w 509"/>
                  <a:gd name="T1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09" h="27">
                    <a:moveTo>
                      <a:pt x="503" y="27"/>
                    </a:moveTo>
                    <a:cubicBezTo>
                      <a:pt x="6" y="27"/>
                      <a:pt x="6" y="27"/>
                      <a:pt x="6" y="27"/>
                    </a:cubicBezTo>
                    <a:cubicBezTo>
                      <a:pt x="2" y="27"/>
                      <a:pt x="0" y="24"/>
                      <a:pt x="0" y="2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6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07" y="0"/>
                      <a:pt x="509" y="2"/>
                      <a:pt x="509" y="5"/>
                    </a:cubicBezTo>
                    <a:cubicBezTo>
                      <a:pt x="509" y="21"/>
                      <a:pt x="509" y="21"/>
                      <a:pt x="509" y="21"/>
                    </a:cubicBezTo>
                    <a:cubicBezTo>
                      <a:pt x="509" y="24"/>
                      <a:pt x="507" y="27"/>
                      <a:pt x="503" y="2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8" name="Freeform 1550">
                <a:extLst>
                  <a:ext uri="{FF2B5EF4-FFF2-40B4-BE49-F238E27FC236}">
                    <a16:creationId xmlns:a16="http://schemas.microsoft.com/office/drawing/2014/main" id="{C1F99595-9DE8-4FEC-8E80-C1949234E8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7" y="1832"/>
                <a:ext cx="655" cy="378"/>
              </a:xfrm>
              <a:custGeom>
                <a:avLst/>
                <a:gdLst>
                  <a:gd name="T0" fmla="*/ 3 w 655"/>
                  <a:gd name="T1" fmla="*/ 0 h 378"/>
                  <a:gd name="T2" fmla="*/ 655 w 655"/>
                  <a:gd name="T3" fmla="*/ 0 h 378"/>
                  <a:gd name="T4" fmla="*/ 655 w 655"/>
                  <a:gd name="T5" fmla="*/ 378 h 378"/>
                  <a:gd name="T6" fmla="*/ 0 w 655"/>
                  <a:gd name="T7" fmla="*/ 378 h 378"/>
                  <a:gd name="T8" fmla="*/ 3 w 655"/>
                  <a:gd name="T9" fmla="*/ 0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5" h="378">
                    <a:moveTo>
                      <a:pt x="3" y="0"/>
                    </a:moveTo>
                    <a:lnTo>
                      <a:pt x="655" y="0"/>
                    </a:lnTo>
                    <a:lnTo>
                      <a:pt x="655" y="378"/>
                    </a:lnTo>
                    <a:lnTo>
                      <a:pt x="0" y="378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9" name="Line 1551">
                <a:extLst>
                  <a:ext uri="{FF2B5EF4-FFF2-40B4-BE49-F238E27FC236}">
                    <a16:creationId xmlns:a16="http://schemas.microsoft.com/office/drawing/2014/main" id="{A75806AC-296E-486A-B0D5-AC63A7183D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3" y="1722"/>
                <a:ext cx="989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50" name="Line 1552">
                <a:extLst>
                  <a:ext uri="{FF2B5EF4-FFF2-40B4-BE49-F238E27FC236}">
                    <a16:creationId xmlns:a16="http://schemas.microsoft.com/office/drawing/2014/main" id="{C03082E9-2F29-4F30-8BAD-C3C5A6DB73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3" y="1746"/>
                <a:ext cx="989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51" name="Rectangle 1553">
                <a:extLst>
                  <a:ext uri="{FF2B5EF4-FFF2-40B4-BE49-F238E27FC236}">
                    <a16:creationId xmlns:a16="http://schemas.microsoft.com/office/drawing/2014/main" id="{36BD8ACD-FF53-473A-9041-FEDD074EF4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8" y="1849"/>
                <a:ext cx="214" cy="428"/>
              </a:xfrm>
              <a:prstGeom prst="rect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52" name="Line 1554">
                <a:extLst>
                  <a:ext uri="{FF2B5EF4-FFF2-40B4-BE49-F238E27FC236}">
                    <a16:creationId xmlns:a16="http://schemas.microsoft.com/office/drawing/2014/main" id="{5DDCDA47-3409-4575-8451-8474487367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13" y="1722"/>
                <a:ext cx="0" cy="13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53" name="Freeform 1555">
                <a:extLst>
                  <a:ext uri="{FF2B5EF4-FFF2-40B4-BE49-F238E27FC236}">
                    <a16:creationId xmlns:a16="http://schemas.microsoft.com/office/drawing/2014/main" id="{CFF06174-51F9-48A8-9332-62982BB20EF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91" y="1488"/>
                <a:ext cx="194" cy="98"/>
              </a:xfrm>
              <a:custGeom>
                <a:avLst/>
                <a:gdLst>
                  <a:gd name="T0" fmla="*/ 285 w 285"/>
                  <a:gd name="T1" fmla="*/ 136 h 144"/>
                  <a:gd name="T2" fmla="*/ 285 w 285"/>
                  <a:gd name="T3" fmla="*/ 136 h 144"/>
                  <a:gd name="T4" fmla="*/ 243 w 285"/>
                  <a:gd name="T5" fmla="*/ 94 h 144"/>
                  <a:gd name="T6" fmla="*/ 117 w 285"/>
                  <a:gd name="T7" fmla="*/ 94 h 144"/>
                  <a:gd name="T8" fmla="*/ 117 w 285"/>
                  <a:gd name="T9" fmla="*/ 110 h 144"/>
                  <a:gd name="T10" fmla="*/ 16 w 285"/>
                  <a:gd name="T11" fmla="*/ 110 h 144"/>
                  <a:gd name="T12" fmla="*/ 0 w 285"/>
                  <a:gd name="T13" fmla="*/ 127 h 144"/>
                  <a:gd name="T14" fmla="*/ 0 w 285"/>
                  <a:gd name="T15" fmla="*/ 127 h 144"/>
                  <a:gd name="T16" fmla="*/ 16 w 285"/>
                  <a:gd name="T17" fmla="*/ 144 h 144"/>
                  <a:gd name="T18" fmla="*/ 277 w 285"/>
                  <a:gd name="T19" fmla="*/ 144 h 144"/>
                  <a:gd name="T20" fmla="*/ 285 w 285"/>
                  <a:gd name="T21" fmla="*/ 136 h 144"/>
                  <a:gd name="T22" fmla="*/ 285 w 285"/>
                  <a:gd name="T23" fmla="*/ 59 h 144"/>
                  <a:gd name="T24" fmla="*/ 277 w 285"/>
                  <a:gd name="T25" fmla="*/ 51 h 144"/>
                  <a:gd name="T26" fmla="*/ 209 w 285"/>
                  <a:gd name="T27" fmla="*/ 51 h 144"/>
                  <a:gd name="T28" fmla="*/ 209 w 285"/>
                  <a:gd name="T29" fmla="*/ 42 h 144"/>
                  <a:gd name="T30" fmla="*/ 277 w 285"/>
                  <a:gd name="T31" fmla="*/ 42 h 144"/>
                  <a:gd name="T32" fmla="*/ 285 w 285"/>
                  <a:gd name="T33" fmla="*/ 34 h 144"/>
                  <a:gd name="T34" fmla="*/ 277 w 285"/>
                  <a:gd name="T35" fmla="*/ 26 h 144"/>
                  <a:gd name="T36" fmla="*/ 209 w 285"/>
                  <a:gd name="T37" fmla="*/ 26 h 144"/>
                  <a:gd name="T38" fmla="*/ 209 w 285"/>
                  <a:gd name="T39" fmla="*/ 17 h 144"/>
                  <a:gd name="T40" fmla="*/ 277 w 285"/>
                  <a:gd name="T41" fmla="*/ 17 h 144"/>
                  <a:gd name="T42" fmla="*/ 285 w 285"/>
                  <a:gd name="T43" fmla="*/ 9 h 144"/>
                  <a:gd name="T44" fmla="*/ 277 w 285"/>
                  <a:gd name="T45" fmla="*/ 0 h 144"/>
                  <a:gd name="T46" fmla="*/ 193 w 285"/>
                  <a:gd name="T47" fmla="*/ 0 h 144"/>
                  <a:gd name="T48" fmla="*/ 169 w 285"/>
                  <a:gd name="T49" fmla="*/ 17 h 144"/>
                  <a:gd name="T50" fmla="*/ 16 w 285"/>
                  <a:gd name="T51" fmla="*/ 17 h 144"/>
                  <a:gd name="T52" fmla="*/ 0 w 285"/>
                  <a:gd name="T53" fmla="*/ 34 h 144"/>
                  <a:gd name="T54" fmla="*/ 0 w 285"/>
                  <a:gd name="T55" fmla="*/ 34 h 144"/>
                  <a:gd name="T56" fmla="*/ 16 w 285"/>
                  <a:gd name="T57" fmla="*/ 51 h 144"/>
                  <a:gd name="T58" fmla="*/ 169 w 285"/>
                  <a:gd name="T59" fmla="*/ 51 h 144"/>
                  <a:gd name="T60" fmla="*/ 193 w 285"/>
                  <a:gd name="T61" fmla="*/ 67 h 144"/>
                  <a:gd name="T62" fmla="*/ 277 w 285"/>
                  <a:gd name="T63" fmla="*/ 67 h 144"/>
                  <a:gd name="T64" fmla="*/ 285 w 285"/>
                  <a:gd name="T65" fmla="*/ 59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5" h="144">
                    <a:moveTo>
                      <a:pt x="285" y="136"/>
                    </a:moveTo>
                    <a:cubicBezTo>
                      <a:pt x="285" y="136"/>
                      <a:pt x="285" y="136"/>
                      <a:pt x="285" y="136"/>
                    </a:cubicBezTo>
                    <a:cubicBezTo>
                      <a:pt x="285" y="112"/>
                      <a:pt x="266" y="94"/>
                      <a:pt x="243" y="94"/>
                    </a:cubicBezTo>
                    <a:cubicBezTo>
                      <a:pt x="117" y="94"/>
                      <a:pt x="117" y="94"/>
                      <a:pt x="117" y="94"/>
                    </a:cubicBezTo>
                    <a:cubicBezTo>
                      <a:pt x="117" y="110"/>
                      <a:pt x="117" y="110"/>
                      <a:pt x="117" y="110"/>
                    </a:cubicBezTo>
                    <a:cubicBezTo>
                      <a:pt x="16" y="110"/>
                      <a:pt x="16" y="110"/>
                      <a:pt x="16" y="110"/>
                    </a:cubicBezTo>
                    <a:cubicBezTo>
                      <a:pt x="7" y="110"/>
                      <a:pt x="0" y="118"/>
                      <a:pt x="0" y="127"/>
                    </a:cubicBezTo>
                    <a:cubicBezTo>
                      <a:pt x="0" y="127"/>
                      <a:pt x="0" y="127"/>
                      <a:pt x="0" y="127"/>
                    </a:cubicBezTo>
                    <a:cubicBezTo>
                      <a:pt x="0" y="137"/>
                      <a:pt x="7" y="144"/>
                      <a:pt x="16" y="144"/>
                    </a:cubicBezTo>
                    <a:cubicBezTo>
                      <a:pt x="277" y="144"/>
                      <a:pt x="277" y="144"/>
                      <a:pt x="277" y="144"/>
                    </a:cubicBezTo>
                    <a:cubicBezTo>
                      <a:pt x="281" y="144"/>
                      <a:pt x="285" y="140"/>
                      <a:pt x="285" y="136"/>
                    </a:cubicBezTo>
                    <a:close/>
                    <a:moveTo>
                      <a:pt x="285" y="59"/>
                    </a:moveTo>
                    <a:cubicBezTo>
                      <a:pt x="285" y="54"/>
                      <a:pt x="281" y="51"/>
                      <a:pt x="277" y="51"/>
                    </a:cubicBezTo>
                    <a:cubicBezTo>
                      <a:pt x="209" y="51"/>
                      <a:pt x="209" y="51"/>
                      <a:pt x="209" y="51"/>
                    </a:cubicBezTo>
                    <a:cubicBezTo>
                      <a:pt x="209" y="42"/>
                      <a:pt x="209" y="42"/>
                      <a:pt x="209" y="42"/>
                    </a:cubicBezTo>
                    <a:cubicBezTo>
                      <a:pt x="277" y="42"/>
                      <a:pt x="277" y="42"/>
                      <a:pt x="277" y="42"/>
                    </a:cubicBezTo>
                    <a:cubicBezTo>
                      <a:pt x="281" y="42"/>
                      <a:pt x="285" y="39"/>
                      <a:pt x="285" y="34"/>
                    </a:cubicBezTo>
                    <a:cubicBezTo>
                      <a:pt x="285" y="29"/>
                      <a:pt x="281" y="26"/>
                      <a:pt x="277" y="26"/>
                    </a:cubicBezTo>
                    <a:cubicBezTo>
                      <a:pt x="209" y="26"/>
                      <a:pt x="209" y="26"/>
                      <a:pt x="209" y="26"/>
                    </a:cubicBezTo>
                    <a:cubicBezTo>
                      <a:pt x="209" y="17"/>
                      <a:pt x="209" y="17"/>
                      <a:pt x="209" y="17"/>
                    </a:cubicBezTo>
                    <a:cubicBezTo>
                      <a:pt x="277" y="17"/>
                      <a:pt x="277" y="17"/>
                      <a:pt x="277" y="17"/>
                    </a:cubicBezTo>
                    <a:cubicBezTo>
                      <a:pt x="281" y="17"/>
                      <a:pt x="285" y="13"/>
                      <a:pt x="285" y="9"/>
                    </a:cubicBezTo>
                    <a:cubicBezTo>
                      <a:pt x="285" y="4"/>
                      <a:pt x="281" y="0"/>
                      <a:pt x="277" y="0"/>
                    </a:cubicBezTo>
                    <a:cubicBezTo>
                      <a:pt x="193" y="0"/>
                      <a:pt x="193" y="0"/>
                      <a:pt x="193" y="0"/>
                    </a:cubicBezTo>
                    <a:cubicBezTo>
                      <a:pt x="182" y="0"/>
                      <a:pt x="172" y="7"/>
                      <a:pt x="169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7" y="17"/>
                      <a:pt x="0" y="25"/>
                      <a:pt x="0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43"/>
                      <a:pt x="7" y="51"/>
                      <a:pt x="16" y="51"/>
                    </a:cubicBezTo>
                    <a:cubicBezTo>
                      <a:pt x="169" y="51"/>
                      <a:pt x="169" y="51"/>
                      <a:pt x="169" y="51"/>
                    </a:cubicBezTo>
                    <a:cubicBezTo>
                      <a:pt x="172" y="61"/>
                      <a:pt x="182" y="67"/>
                      <a:pt x="193" y="67"/>
                    </a:cubicBezTo>
                    <a:cubicBezTo>
                      <a:pt x="277" y="67"/>
                      <a:pt x="277" y="67"/>
                      <a:pt x="277" y="67"/>
                    </a:cubicBezTo>
                    <a:cubicBezTo>
                      <a:pt x="281" y="67"/>
                      <a:pt x="285" y="64"/>
                      <a:pt x="285" y="5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54" name="Rectangle 1556">
                <a:extLst>
                  <a:ext uri="{FF2B5EF4-FFF2-40B4-BE49-F238E27FC236}">
                    <a16:creationId xmlns:a16="http://schemas.microsoft.com/office/drawing/2014/main" id="{FD07D11D-DCB2-4EF8-A4B8-2FC7A55A1E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5" y="1344"/>
                <a:ext cx="1058" cy="966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55" name="Rectangle 1557">
                <a:extLst>
                  <a:ext uri="{FF2B5EF4-FFF2-40B4-BE49-F238E27FC236}">
                    <a16:creationId xmlns:a16="http://schemas.microsoft.com/office/drawing/2014/main" id="{48E2253C-ACDB-4B22-B74A-8FDA83B269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5" y="1390"/>
                <a:ext cx="1058" cy="362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56" name="Rectangle 1558">
                <a:extLst>
                  <a:ext uri="{FF2B5EF4-FFF2-40B4-BE49-F238E27FC236}">
                    <a16:creationId xmlns:a16="http://schemas.microsoft.com/office/drawing/2014/main" id="{EB7096C9-38AA-4E96-BE3E-AAAF6DE7A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5" y="1748"/>
                <a:ext cx="1058" cy="13"/>
              </a:xfrm>
              <a:prstGeom prst="rect">
                <a:avLst/>
              </a:prstGeom>
              <a:solidFill>
                <a:srgbClr val="8F8F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57" name="Rectangle 1559">
                <a:extLst>
                  <a:ext uri="{FF2B5EF4-FFF2-40B4-BE49-F238E27FC236}">
                    <a16:creationId xmlns:a16="http://schemas.microsoft.com/office/drawing/2014/main" id="{A568FBC6-C2B5-4AE3-9EEB-4CE9FEEB2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5" y="1377"/>
                <a:ext cx="1058" cy="13"/>
              </a:xfrm>
              <a:prstGeom prst="rect">
                <a:avLst/>
              </a:prstGeom>
              <a:solidFill>
                <a:srgbClr val="8F8F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58" name="Rectangle 1560">
                <a:extLst>
                  <a:ext uri="{FF2B5EF4-FFF2-40B4-BE49-F238E27FC236}">
                    <a16:creationId xmlns:a16="http://schemas.microsoft.com/office/drawing/2014/main" id="{639DA0EB-EBBA-4F2B-B38D-C9A3172AED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1" y="1778"/>
                <a:ext cx="1001" cy="477"/>
              </a:xfrm>
              <a:prstGeom prst="rect">
                <a:avLst/>
              </a:prstGeom>
              <a:solidFill>
                <a:srgbClr val="8F8F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59" name="Freeform 1561">
                <a:extLst>
                  <a:ext uri="{FF2B5EF4-FFF2-40B4-BE49-F238E27FC236}">
                    <a16:creationId xmlns:a16="http://schemas.microsoft.com/office/drawing/2014/main" id="{2E6B0845-910A-472B-A646-97823B588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5" y="1863"/>
                <a:ext cx="42" cy="8"/>
              </a:xfrm>
              <a:custGeom>
                <a:avLst/>
                <a:gdLst>
                  <a:gd name="T0" fmla="*/ 0 w 42"/>
                  <a:gd name="T1" fmla="*/ 8 h 8"/>
                  <a:gd name="T2" fmla="*/ 21 w 42"/>
                  <a:gd name="T3" fmla="*/ 0 h 8"/>
                  <a:gd name="T4" fmla="*/ 42 w 42"/>
                  <a:gd name="T5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" h="8">
                    <a:moveTo>
                      <a:pt x="0" y="8"/>
                    </a:moveTo>
                    <a:lnTo>
                      <a:pt x="21" y="0"/>
                    </a:lnTo>
                    <a:lnTo>
                      <a:pt x="42" y="8"/>
                    </a:lnTo>
                  </a:path>
                </a:pathLst>
              </a:cu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60" name="Freeform 1562">
                <a:extLst>
                  <a:ext uri="{FF2B5EF4-FFF2-40B4-BE49-F238E27FC236}">
                    <a16:creationId xmlns:a16="http://schemas.microsoft.com/office/drawing/2014/main" id="{8E5568ED-9350-4F9C-9A0E-4DC1050F80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6" y="1867"/>
                <a:ext cx="82" cy="119"/>
              </a:xfrm>
              <a:custGeom>
                <a:avLst/>
                <a:gdLst>
                  <a:gd name="T0" fmla="*/ 85 w 121"/>
                  <a:gd name="T1" fmla="*/ 0 h 175"/>
                  <a:gd name="T2" fmla="*/ 78 w 121"/>
                  <a:gd name="T3" fmla="*/ 0 h 175"/>
                  <a:gd name="T4" fmla="*/ 59 w 121"/>
                  <a:gd name="T5" fmla="*/ 27 h 175"/>
                  <a:gd name="T6" fmla="*/ 41 w 121"/>
                  <a:gd name="T7" fmla="*/ 0 h 175"/>
                  <a:gd name="T8" fmla="*/ 35 w 121"/>
                  <a:gd name="T9" fmla="*/ 0 h 175"/>
                  <a:gd name="T10" fmla="*/ 0 w 121"/>
                  <a:gd name="T11" fmla="*/ 36 h 175"/>
                  <a:gd name="T12" fmla="*/ 2 w 121"/>
                  <a:gd name="T13" fmla="*/ 37 h 175"/>
                  <a:gd name="T14" fmla="*/ 20 w 121"/>
                  <a:gd name="T15" fmla="*/ 49 h 175"/>
                  <a:gd name="T16" fmla="*/ 1 w 121"/>
                  <a:gd name="T17" fmla="*/ 172 h 175"/>
                  <a:gd name="T18" fmla="*/ 4 w 121"/>
                  <a:gd name="T19" fmla="*/ 175 h 175"/>
                  <a:gd name="T20" fmla="*/ 114 w 121"/>
                  <a:gd name="T21" fmla="*/ 175 h 175"/>
                  <a:gd name="T22" fmla="*/ 117 w 121"/>
                  <a:gd name="T23" fmla="*/ 172 h 175"/>
                  <a:gd name="T24" fmla="*/ 103 w 121"/>
                  <a:gd name="T25" fmla="*/ 47 h 175"/>
                  <a:gd name="T26" fmla="*/ 119 w 121"/>
                  <a:gd name="T27" fmla="*/ 37 h 175"/>
                  <a:gd name="T28" fmla="*/ 120 w 121"/>
                  <a:gd name="T29" fmla="*/ 36 h 175"/>
                  <a:gd name="T30" fmla="*/ 85 w 121"/>
                  <a:gd name="T31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1" h="175">
                    <a:moveTo>
                      <a:pt x="85" y="0"/>
                    </a:moveTo>
                    <a:cubicBezTo>
                      <a:pt x="78" y="0"/>
                      <a:pt x="78" y="0"/>
                      <a:pt x="78" y="0"/>
                    </a:cubicBezTo>
                    <a:cubicBezTo>
                      <a:pt x="77" y="9"/>
                      <a:pt x="59" y="27"/>
                      <a:pt x="59" y="27"/>
                    </a:cubicBezTo>
                    <a:cubicBezTo>
                      <a:pt x="59" y="27"/>
                      <a:pt x="41" y="9"/>
                      <a:pt x="41" y="0"/>
                    </a:cubicBezTo>
                    <a:cubicBezTo>
                      <a:pt x="38" y="0"/>
                      <a:pt x="35" y="0"/>
                      <a:pt x="35" y="0"/>
                    </a:cubicBezTo>
                    <a:cubicBezTo>
                      <a:pt x="15" y="0"/>
                      <a:pt x="0" y="16"/>
                      <a:pt x="0" y="36"/>
                    </a:cubicBezTo>
                    <a:cubicBezTo>
                      <a:pt x="0" y="37"/>
                      <a:pt x="1" y="37"/>
                      <a:pt x="2" y="37"/>
                    </a:cubicBezTo>
                    <a:cubicBezTo>
                      <a:pt x="20" y="49"/>
                      <a:pt x="20" y="49"/>
                      <a:pt x="20" y="49"/>
                    </a:cubicBezTo>
                    <a:cubicBezTo>
                      <a:pt x="1" y="172"/>
                      <a:pt x="1" y="172"/>
                      <a:pt x="1" y="172"/>
                    </a:cubicBezTo>
                    <a:cubicBezTo>
                      <a:pt x="1" y="174"/>
                      <a:pt x="3" y="175"/>
                      <a:pt x="4" y="175"/>
                    </a:cubicBezTo>
                    <a:cubicBezTo>
                      <a:pt x="114" y="175"/>
                      <a:pt x="114" y="175"/>
                      <a:pt x="114" y="175"/>
                    </a:cubicBezTo>
                    <a:cubicBezTo>
                      <a:pt x="115" y="175"/>
                      <a:pt x="117" y="174"/>
                      <a:pt x="117" y="172"/>
                    </a:cubicBezTo>
                    <a:cubicBezTo>
                      <a:pt x="103" y="47"/>
                      <a:pt x="103" y="47"/>
                      <a:pt x="103" y="4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19" y="37"/>
                      <a:pt x="120" y="37"/>
                      <a:pt x="120" y="36"/>
                    </a:cubicBezTo>
                    <a:cubicBezTo>
                      <a:pt x="121" y="16"/>
                      <a:pt x="105" y="0"/>
                      <a:pt x="8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61" name="Freeform 1563">
                <a:extLst>
                  <a:ext uri="{FF2B5EF4-FFF2-40B4-BE49-F238E27FC236}">
                    <a16:creationId xmlns:a16="http://schemas.microsoft.com/office/drawing/2014/main" id="{21C3794E-31B1-4018-A5DD-0FC65328B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3" y="1880"/>
                <a:ext cx="31" cy="36"/>
              </a:xfrm>
              <a:custGeom>
                <a:avLst/>
                <a:gdLst>
                  <a:gd name="T0" fmla="*/ 3 w 31"/>
                  <a:gd name="T1" fmla="*/ 17 h 36"/>
                  <a:gd name="T2" fmla="*/ 0 w 31"/>
                  <a:gd name="T3" fmla="*/ 36 h 36"/>
                  <a:gd name="T4" fmla="*/ 31 w 31"/>
                  <a:gd name="T5" fmla="*/ 36 h 36"/>
                  <a:gd name="T6" fmla="*/ 30 w 31"/>
                  <a:gd name="T7" fmla="*/ 0 h 36"/>
                  <a:gd name="T8" fmla="*/ 9 w 31"/>
                  <a:gd name="T9" fmla="*/ 2 h 36"/>
                  <a:gd name="T10" fmla="*/ 3 w 31"/>
                  <a:gd name="T11" fmla="*/ 1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" h="36">
                    <a:moveTo>
                      <a:pt x="3" y="17"/>
                    </a:moveTo>
                    <a:lnTo>
                      <a:pt x="0" y="36"/>
                    </a:lnTo>
                    <a:lnTo>
                      <a:pt x="31" y="36"/>
                    </a:lnTo>
                    <a:lnTo>
                      <a:pt x="30" y="0"/>
                    </a:lnTo>
                    <a:lnTo>
                      <a:pt x="9" y="2"/>
                    </a:lnTo>
                    <a:lnTo>
                      <a:pt x="3" y="17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62" name="Freeform 1564">
                <a:extLst>
                  <a:ext uri="{FF2B5EF4-FFF2-40B4-BE49-F238E27FC236}">
                    <a16:creationId xmlns:a16="http://schemas.microsoft.com/office/drawing/2014/main" id="{DF7FCFFF-4871-42F9-B691-5C7D1201D2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3" y="1846"/>
                <a:ext cx="34" cy="49"/>
              </a:xfrm>
              <a:custGeom>
                <a:avLst/>
                <a:gdLst>
                  <a:gd name="T0" fmla="*/ 28 w 49"/>
                  <a:gd name="T1" fmla="*/ 58 h 72"/>
                  <a:gd name="T2" fmla="*/ 28 w 49"/>
                  <a:gd name="T3" fmla="*/ 65 h 72"/>
                  <a:gd name="T4" fmla="*/ 30 w 49"/>
                  <a:gd name="T5" fmla="*/ 72 h 72"/>
                  <a:gd name="T6" fmla="*/ 39 w 49"/>
                  <a:gd name="T7" fmla="*/ 52 h 72"/>
                  <a:gd name="T8" fmla="*/ 33 w 49"/>
                  <a:gd name="T9" fmla="*/ 11 h 72"/>
                  <a:gd name="T10" fmla="*/ 0 w 49"/>
                  <a:gd name="T11" fmla="*/ 6 h 72"/>
                  <a:gd name="T12" fmla="*/ 7 w 49"/>
                  <a:gd name="T13" fmla="*/ 23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" h="72">
                    <a:moveTo>
                      <a:pt x="28" y="58"/>
                    </a:moveTo>
                    <a:cubicBezTo>
                      <a:pt x="28" y="65"/>
                      <a:pt x="28" y="65"/>
                      <a:pt x="28" y="65"/>
                    </a:cubicBezTo>
                    <a:cubicBezTo>
                      <a:pt x="30" y="72"/>
                      <a:pt x="30" y="72"/>
                      <a:pt x="30" y="72"/>
                    </a:cubicBezTo>
                    <a:cubicBezTo>
                      <a:pt x="30" y="72"/>
                      <a:pt x="36" y="61"/>
                      <a:pt x="39" y="52"/>
                    </a:cubicBezTo>
                    <a:cubicBezTo>
                      <a:pt x="43" y="39"/>
                      <a:pt x="49" y="23"/>
                      <a:pt x="33" y="11"/>
                    </a:cubicBezTo>
                    <a:cubicBezTo>
                      <a:pt x="18" y="0"/>
                      <a:pt x="0" y="6"/>
                      <a:pt x="0" y="6"/>
                    </a:cubicBezTo>
                    <a:cubicBezTo>
                      <a:pt x="7" y="23"/>
                      <a:pt x="7" y="23"/>
                      <a:pt x="7" y="2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63" name="Freeform 1565">
                <a:extLst>
                  <a:ext uri="{FF2B5EF4-FFF2-40B4-BE49-F238E27FC236}">
                    <a16:creationId xmlns:a16="http://schemas.microsoft.com/office/drawing/2014/main" id="{10C26C2D-0ADF-4AAB-AC55-8D4C88685D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1946"/>
                <a:ext cx="116" cy="92"/>
              </a:xfrm>
              <a:custGeom>
                <a:avLst/>
                <a:gdLst>
                  <a:gd name="T0" fmla="*/ 121 w 171"/>
                  <a:gd name="T1" fmla="*/ 1 h 135"/>
                  <a:gd name="T2" fmla="*/ 112 w 171"/>
                  <a:gd name="T3" fmla="*/ 59 h 135"/>
                  <a:gd name="T4" fmla="*/ 47 w 171"/>
                  <a:gd name="T5" fmla="*/ 90 h 135"/>
                  <a:gd name="T6" fmla="*/ 29 w 171"/>
                  <a:gd name="T7" fmla="*/ 101 h 135"/>
                  <a:gd name="T8" fmla="*/ 1 w 171"/>
                  <a:gd name="T9" fmla="*/ 125 h 135"/>
                  <a:gd name="T10" fmla="*/ 1 w 171"/>
                  <a:gd name="T11" fmla="*/ 127 h 135"/>
                  <a:gd name="T12" fmla="*/ 7 w 171"/>
                  <a:gd name="T13" fmla="*/ 127 h 135"/>
                  <a:gd name="T14" fmla="*/ 35 w 171"/>
                  <a:gd name="T15" fmla="*/ 115 h 135"/>
                  <a:gd name="T16" fmla="*/ 46 w 171"/>
                  <a:gd name="T17" fmla="*/ 121 h 135"/>
                  <a:gd name="T18" fmla="*/ 43 w 171"/>
                  <a:gd name="T19" fmla="*/ 133 h 135"/>
                  <a:gd name="T20" fmla="*/ 47 w 171"/>
                  <a:gd name="T21" fmla="*/ 133 h 135"/>
                  <a:gd name="T22" fmla="*/ 59 w 171"/>
                  <a:gd name="T23" fmla="*/ 118 h 135"/>
                  <a:gd name="T24" fmla="*/ 78 w 171"/>
                  <a:gd name="T25" fmla="*/ 106 h 135"/>
                  <a:gd name="T26" fmla="*/ 146 w 171"/>
                  <a:gd name="T27" fmla="*/ 85 h 135"/>
                  <a:gd name="T28" fmla="*/ 171 w 171"/>
                  <a:gd name="T29" fmla="*/ 20 h 135"/>
                  <a:gd name="T30" fmla="*/ 157 w 171"/>
                  <a:gd name="T31" fmla="*/ 1 h 135"/>
                  <a:gd name="T32" fmla="*/ 121 w 171"/>
                  <a:gd name="T33" fmla="*/ 1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71" h="135">
                    <a:moveTo>
                      <a:pt x="121" y="1"/>
                    </a:moveTo>
                    <a:cubicBezTo>
                      <a:pt x="112" y="59"/>
                      <a:pt x="112" y="59"/>
                      <a:pt x="112" y="59"/>
                    </a:cubicBezTo>
                    <a:cubicBezTo>
                      <a:pt x="47" y="90"/>
                      <a:pt x="47" y="90"/>
                      <a:pt x="47" y="90"/>
                    </a:cubicBezTo>
                    <a:cubicBezTo>
                      <a:pt x="41" y="93"/>
                      <a:pt x="35" y="97"/>
                      <a:pt x="29" y="101"/>
                    </a:cubicBezTo>
                    <a:cubicBezTo>
                      <a:pt x="1" y="125"/>
                      <a:pt x="1" y="125"/>
                      <a:pt x="1" y="125"/>
                    </a:cubicBezTo>
                    <a:cubicBezTo>
                      <a:pt x="0" y="125"/>
                      <a:pt x="0" y="127"/>
                      <a:pt x="1" y="127"/>
                    </a:cubicBezTo>
                    <a:cubicBezTo>
                      <a:pt x="2" y="128"/>
                      <a:pt x="4" y="128"/>
                      <a:pt x="7" y="127"/>
                    </a:cubicBezTo>
                    <a:cubicBezTo>
                      <a:pt x="14" y="124"/>
                      <a:pt x="26" y="119"/>
                      <a:pt x="35" y="115"/>
                    </a:cubicBezTo>
                    <a:cubicBezTo>
                      <a:pt x="44" y="111"/>
                      <a:pt x="49" y="114"/>
                      <a:pt x="46" y="121"/>
                    </a:cubicBezTo>
                    <a:cubicBezTo>
                      <a:pt x="43" y="126"/>
                      <a:pt x="43" y="130"/>
                      <a:pt x="43" y="133"/>
                    </a:cubicBezTo>
                    <a:cubicBezTo>
                      <a:pt x="44" y="134"/>
                      <a:pt x="46" y="135"/>
                      <a:pt x="47" y="133"/>
                    </a:cubicBezTo>
                    <a:cubicBezTo>
                      <a:pt x="49" y="130"/>
                      <a:pt x="55" y="122"/>
                      <a:pt x="59" y="118"/>
                    </a:cubicBezTo>
                    <a:cubicBezTo>
                      <a:pt x="65" y="113"/>
                      <a:pt x="69" y="109"/>
                      <a:pt x="78" y="106"/>
                    </a:cubicBezTo>
                    <a:cubicBezTo>
                      <a:pt x="88" y="103"/>
                      <a:pt x="146" y="85"/>
                      <a:pt x="146" y="85"/>
                    </a:cubicBezTo>
                    <a:cubicBezTo>
                      <a:pt x="171" y="20"/>
                      <a:pt x="171" y="20"/>
                      <a:pt x="171" y="20"/>
                    </a:cubicBezTo>
                    <a:cubicBezTo>
                      <a:pt x="171" y="20"/>
                      <a:pt x="159" y="1"/>
                      <a:pt x="157" y="1"/>
                    </a:cubicBezTo>
                    <a:cubicBezTo>
                      <a:pt x="155" y="0"/>
                      <a:pt x="121" y="1"/>
                      <a:pt x="121" y="1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64" name="Freeform 1566">
                <a:extLst>
                  <a:ext uri="{FF2B5EF4-FFF2-40B4-BE49-F238E27FC236}">
                    <a16:creationId xmlns:a16="http://schemas.microsoft.com/office/drawing/2014/main" id="{3068698D-6B2F-4DCA-91B2-4351FD0445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5" y="1912"/>
                <a:ext cx="125" cy="118"/>
              </a:xfrm>
              <a:custGeom>
                <a:avLst/>
                <a:gdLst>
                  <a:gd name="T0" fmla="*/ 146 w 184"/>
                  <a:gd name="T1" fmla="*/ 94 h 173"/>
                  <a:gd name="T2" fmla="*/ 146 w 184"/>
                  <a:gd name="T3" fmla="*/ 62 h 173"/>
                  <a:gd name="T4" fmla="*/ 184 w 184"/>
                  <a:gd name="T5" fmla="*/ 47 h 173"/>
                  <a:gd name="T6" fmla="*/ 163 w 184"/>
                  <a:gd name="T7" fmla="*/ 14 h 173"/>
                  <a:gd name="T8" fmla="*/ 128 w 184"/>
                  <a:gd name="T9" fmla="*/ 0 h 173"/>
                  <a:gd name="T10" fmla="*/ 91 w 184"/>
                  <a:gd name="T11" fmla="*/ 11 h 173"/>
                  <a:gd name="T12" fmla="*/ 52 w 184"/>
                  <a:gd name="T13" fmla="*/ 2 h 173"/>
                  <a:gd name="T14" fmla="*/ 44 w 184"/>
                  <a:gd name="T15" fmla="*/ 4 h 173"/>
                  <a:gd name="T16" fmla="*/ 38 w 184"/>
                  <a:gd name="T17" fmla="*/ 7 h 173"/>
                  <a:gd name="T18" fmla="*/ 16 w 184"/>
                  <a:gd name="T19" fmla="*/ 24 h 173"/>
                  <a:gd name="T20" fmla="*/ 0 w 184"/>
                  <a:gd name="T21" fmla="*/ 57 h 173"/>
                  <a:gd name="T22" fmla="*/ 36 w 184"/>
                  <a:gd name="T23" fmla="*/ 66 h 173"/>
                  <a:gd name="T24" fmla="*/ 35 w 184"/>
                  <a:gd name="T25" fmla="*/ 171 h 173"/>
                  <a:gd name="T26" fmla="*/ 111 w 184"/>
                  <a:gd name="T27" fmla="*/ 171 h 173"/>
                  <a:gd name="T28" fmla="*/ 150 w 184"/>
                  <a:gd name="T29" fmla="*/ 171 h 173"/>
                  <a:gd name="T30" fmla="*/ 146 w 184"/>
                  <a:gd name="T31" fmla="*/ 94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4" h="173">
                    <a:moveTo>
                      <a:pt x="146" y="94"/>
                    </a:moveTo>
                    <a:cubicBezTo>
                      <a:pt x="146" y="68"/>
                      <a:pt x="146" y="62"/>
                      <a:pt x="146" y="62"/>
                    </a:cubicBezTo>
                    <a:cubicBezTo>
                      <a:pt x="184" y="47"/>
                      <a:pt x="184" y="47"/>
                      <a:pt x="184" y="47"/>
                    </a:cubicBezTo>
                    <a:cubicBezTo>
                      <a:pt x="184" y="47"/>
                      <a:pt x="178" y="27"/>
                      <a:pt x="163" y="14"/>
                    </a:cubicBezTo>
                    <a:cubicBezTo>
                      <a:pt x="154" y="6"/>
                      <a:pt x="140" y="3"/>
                      <a:pt x="128" y="0"/>
                    </a:cubicBezTo>
                    <a:cubicBezTo>
                      <a:pt x="122" y="14"/>
                      <a:pt x="108" y="11"/>
                      <a:pt x="91" y="11"/>
                    </a:cubicBezTo>
                    <a:cubicBezTo>
                      <a:pt x="74" y="11"/>
                      <a:pt x="58" y="15"/>
                      <a:pt x="52" y="2"/>
                    </a:cubicBezTo>
                    <a:cubicBezTo>
                      <a:pt x="49" y="2"/>
                      <a:pt x="47" y="3"/>
                      <a:pt x="44" y="4"/>
                    </a:cubicBezTo>
                    <a:cubicBezTo>
                      <a:pt x="42" y="5"/>
                      <a:pt x="40" y="6"/>
                      <a:pt x="38" y="7"/>
                    </a:cubicBezTo>
                    <a:cubicBezTo>
                      <a:pt x="29" y="11"/>
                      <a:pt x="22" y="13"/>
                      <a:pt x="16" y="24"/>
                    </a:cubicBezTo>
                    <a:cubicBezTo>
                      <a:pt x="11" y="32"/>
                      <a:pt x="0" y="57"/>
                      <a:pt x="0" y="57"/>
                    </a:cubicBezTo>
                    <a:cubicBezTo>
                      <a:pt x="36" y="66"/>
                      <a:pt x="36" y="66"/>
                      <a:pt x="36" y="66"/>
                    </a:cubicBezTo>
                    <a:cubicBezTo>
                      <a:pt x="35" y="171"/>
                      <a:pt x="35" y="171"/>
                      <a:pt x="35" y="171"/>
                    </a:cubicBezTo>
                    <a:cubicBezTo>
                      <a:pt x="35" y="171"/>
                      <a:pt x="77" y="173"/>
                      <a:pt x="111" y="171"/>
                    </a:cubicBezTo>
                    <a:cubicBezTo>
                      <a:pt x="144" y="170"/>
                      <a:pt x="150" y="171"/>
                      <a:pt x="150" y="171"/>
                    </a:cubicBezTo>
                    <a:cubicBezTo>
                      <a:pt x="150" y="171"/>
                      <a:pt x="146" y="120"/>
                      <a:pt x="146" y="94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65" name="Freeform 1567">
                <a:extLst>
                  <a:ext uri="{FF2B5EF4-FFF2-40B4-BE49-F238E27FC236}">
                    <a16:creationId xmlns:a16="http://schemas.microsoft.com/office/drawing/2014/main" id="{50373A19-2C3B-477B-B0C1-3C52203CC8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0" y="1907"/>
                <a:ext cx="52" cy="16"/>
              </a:xfrm>
              <a:custGeom>
                <a:avLst/>
                <a:gdLst>
                  <a:gd name="T0" fmla="*/ 38 w 76"/>
                  <a:gd name="T1" fmla="*/ 24 h 24"/>
                  <a:gd name="T2" fmla="*/ 76 w 76"/>
                  <a:gd name="T3" fmla="*/ 8 h 24"/>
                  <a:gd name="T4" fmla="*/ 72 w 76"/>
                  <a:gd name="T5" fmla="*/ 7 h 24"/>
                  <a:gd name="T6" fmla="*/ 0 w 76"/>
                  <a:gd name="T7" fmla="*/ 10 h 24"/>
                  <a:gd name="T8" fmla="*/ 38 w 76"/>
                  <a:gd name="T9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24">
                    <a:moveTo>
                      <a:pt x="38" y="24"/>
                    </a:moveTo>
                    <a:cubicBezTo>
                      <a:pt x="55" y="24"/>
                      <a:pt x="70" y="22"/>
                      <a:pt x="76" y="8"/>
                    </a:cubicBezTo>
                    <a:cubicBezTo>
                      <a:pt x="75" y="8"/>
                      <a:pt x="73" y="7"/>
                      <a:pt x="72" y="7"/>
                    </a:cubicBezTo>
                    <a:cubicBezTo>
                      <a:pt x="40" y="0"/>
                      <a:pt x="22" y="2"/>
                      <a:pt x="0" y="10"/>
                    </a:cubicBezTo>
                    <a:cubicBezTo>
                      <a:pt x="6" y="23"/>
                      <a:pt x="20" y="24"/>
                      <a:pt x="38" y="24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66" name="Freeform 1568">
                <a:extLst>
                  <a:ext uri="{FF2B5EF4-FFF2-40B4-BE49-F238E27FC236}">
                    <a16:creationId xmlns:a16="http://schemas.microsoft.com/office/drawing/2014/main" id="{6EAD5E3F-49BC-4B67-A44B-702A848F29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2" y="1947"/>
                <a:ext cx="100" cy="80"/>
              </a:xfrm>
              <a:custGeom>
                <a:avLst/>
                <a:gdLst>
                  <a:gd name="T0" fmla="*/ 79 w 147"/>
                  <a:gd name="T1" fmla="*/ 15 h 117"/>
                  <a:gd name="T2" fmla="*/ 101 w 147"/>
                  <a:gd name="T3" fmla="*/ 55 h 117"/>
                  <a:gd name="T4" fmla="*/ 39 w 147"/>
                  <a:gd name="T5" fmla="*/ 76 h 117"/>
                  <a:gd name="T6" fmla="*/ 24 w 147"/>
                  <a:gd name="T7" fmla="*/ 77 h 117"/>
                  <a:gd name="T8" fmla="*/ 12 w 147"/>
                  <a:gd name="T9" fmla="*/ 84 h 117"/>
                  <a:gd name="T10" fmla="*/ 2 w 147"/>
                  <a:gd name="T11" fmla="*/ 96 h 117"/>
                  <a:gd name="T12" fmla="*/ 2 w 147"/>
                  <a:gd name="T13" fmla="*/ 98 h 117"/>
                  <a:gd name="T14" fmla="*/ 9 w 147"/>
                  <a:gd name="T15" fmla="*/ 96 h 117"/>
                  <a:gd name="T16" fmla="*/ 15 w 147"/>
                  <a:gd name="T17" fmla="*/ 94 h 117"/>
                  <a:gd name="T18" fmla="*/ 11 w 147"/>
                  <a:gd name="T19" fmla="*/ 109 h 117"/>
                  <a:gd name="T20" fmla="*/ 0 w 147"/>
                  <a:gd name="T21" fmla="*/ 116 h 117"/>
                  <a:gd name="T22" fmla="*/ 1 w 147"/>
                  <a:gd name="T23" fmla="*/ 117 h 117"/>
                  <a:gd name="T24" fmla="*/ 12 w 147"/>
                  <a:gd name="T25" fmla="*/ 115 h 117"/>
                  <a:gd name="T26" fmla="*/ 13 w 147"/>
                  <a:gd name="T27" fmla="*/ 115 h 117"/>
                  <a:gd name="T28" fmla="*/ 33 w 147"/>
                  <a:gd name="T29" fmla="*/ 109 h 117"/>
                  <a:gd name="T30" fmla="*/ 44 w 147"/>
                  <a:gd name="T31" fmla="*/ 94 h 117"/>
                  <a:gd name="T32" fmla="*/ 122 w 147"/>
                  <a:gd name="T33" fmla="*/ 84 h 117"/>
                  <a:gd name="T34" fmla="*/ 142 w 147"/>
                  <a:gd name="T35" fmla="*/ 52 h 117"/>
                  <a:gd name="T36" fmla="*/ 121 w 147"/>
                  <a:gd name="T37" fmla="*/ 0 h 117"/>
                  <a:gd name="T38" fmla="*/ 79 w 147"/>
                  <a:gd name="T39" fmla="*/ 15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7" h="117">
                    <a:moveTo>
                      <a:pt x="79" y="15"/>
                    </a:moveTo>
                    <a:cubicBezTo>
                      <a:pt x="101" y="55"/>
                      <a:pt x="101" y="55"/>
                      <a:pt x="101" y="55"/>
                    </a:cubicBezTo>
                    <a:cubicBezTo>
                      <a:pt x="39" y="76"/>
                      <a:pt x="39" y="76"/>
                      <a:pt x="39" y="76"/>
                    </a:cubicBezTo>
                    <a:cubicBezTo>
                      <a:pt x="39" y="76"/>
                      <a:pt x="31" y="75"/>
                      <a:pt x="24" y="77"/>
                    </a:cubicBezTo>
                    <a:cubicBezTo>
                      <a:pt x="17" y="79"/>
                      <a:pt x="15" y="80"/>
                      <a:pt x="12" y="84"/>
                    </a:cubicBezTo>
                    <a:cubicBezTo>
                      <a:pt x="9" y="87"/>
                      <a:pt x="2" y="96"/>
                      <a:pt x="2" y="96"/>
                    </a:cubicBezTo>
                    <a:cubicBezTo>
                      <a:pt x="2" y="96"/>
                      <a:pt x="1" y="97"/>
                      <a:pt x="2" y="98"/>
                    </a:cubicBezTo>
                    <a:cubicBezTo>
                      <a:pt x="3" y="98"/>
                      <a:pt x="7" y="98"/>
                      <a:pt x="9" y="96"/>
                    </a:cubicBezTo>
                    <a:cubicBezTo>
                      <a:pt x="11" y="94"/>
                      <a:pt x="14" y="92"/>
                      <a:pt x="15" y="94"/>
                    </a:cubicBezTo>
                    <a:cubicBezTo>
                      <a:pt x="17" y="97"/>
                      <a:pt x="14" y="106"/>
                      <a:pt x="11" y="109"/>
                    </a:cubicBezTo>
                    <a:cubicBezTo>
                      <a:pt x="8" y="111"/>
                      <a:pt x="1" y="113"/>
                      <a:pt x="0" y="116"/>
                    </a:cubicBezTo>
                    <a:cubicBezTo>
                      <a:pt x="0" y="117"/>
                      <a:pt x="0" y="117"/>
                      <a:pt x="1" y="117"/>
                    </a:cubicBezTo>
                    <a:cubicBezTo>
                      <a:pt x="1" y="117"/>
                      <a:pt x="12" y="115"/>
                      <a:pt x="12" y="115"/>
                    </a:cubicBezTo>
                    <a:cubicBezTo>
                      <a:pt x="13" y="115"/>
                      <a:pt x="13" y="115"/>
                      <a:pt x="13" y="115"/>
                    </a:cubicBezTo>
                    <a:cubicBezTo>
                      <a:pt x="15" y="115"/>
                      <a:pt x="28" y="111"/>
                      <a:pt x="33" y="109"/>
                    </a:cubicBezTo>
                    <a:cubicBezTo>
                      <a:pt x="39" y="108"/>
                      <a:pt x="42" y="100"/>
                      <a:pt x="44" y="94"/>
                    </a:cubicBezTo>
                    <a:cubicBezTo>
                      <a:pt x="122" y="84"/>
                      <a:pt x="122" y="84"/>
                      <a:pt x="122" y="84"/>
                    </a:cubicBezTo>
                    <a:cubicBezTo>
                      <a:pt x="138" y="83"/>
                      <a:pt x="147" y="67"/>
                      <a:pt x="142" y="52"/>
                    </a:cubicBezTo>
                    <a:cubicBezTo>
                      <a:pt x="121" y="0"/>
                      <a:pt x="121" y="0"/>
                      <a:pt x="121" y="0"/>
                    </a:cubicBezTo>
                    <a:lnTo>
                      <a:pt x="79" y="15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67" name="Freeform 1569">
                <a:extLst>
                  <a:ext uri="{FF2B5EF4-FFF2-40B4-BE49-F238E27FC236}">
                    <a16:creationId xmlns:a16="http://schemas.microsoft.com/office/drawing/2014/main" id="{B621586A-B4E6-413C-A2F4-70B3203E81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6" y="1947"/>
                <a:ext cx="29" cy="17"/>
              </a:xfrm>
              <a:custGeom>
                <a:avLst/>
                <a:gdLst>
                  <a:gd name="T0" fmla="*/ 3 w 29"/>
                  <a:gd name="T1" fmla="*/ 17 h 17"/>
                  <a:gd name="T2" fmla="*/ 29 w 29"/>
                  <a:gd name="T3" fmla="*/ 0 h 17"/>
                  <a:gd name="T4" fmla="*/ 0 w 29"/>
                  <a:gd name="T5" fmla="*/ 10 h 17"/>
                  <a:gd name="T6" fmla="*/ 3 w 29"/>
                  <a:gd name="T7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17">
                    <a:moveTo>
                      <a:pt x="3" y="17"/>
                    </a:moveTo>
                    <a:lnTo>
                      <a:pt x="29" y="0"/>
                    </a:lnTo>
                    <a:lnTo>
                      <a:pt x="0" y="10"/>
                    </a:lnTo>
                    <a:lnTo>
                      <a:pt x="3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68" name="Line 1570">
                <a:extLst>
                  <a:ext uri="{FF2B5EF4-FFF2-40B4-BE49-F238E27FC236}">
                    <a16:creationId xmlns:a16="http://schemas.microsoft.com/office/drawing/2014/main" id="{85545A2A-A46E-4C5C-856E-9C8CE8B25B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11" y="1983"/>
                <a:ext cx="5" cy="1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69" name="Line 1571">
                <a:extLst>
                  <a:ext uri="{FF2B5EF4-FFF2-40B4-BE49-F238E27FC236}">
                    <a16:creationId xmlns:a16="http://schemas.microsoft.com/office/drawing/2014/main" id="{ED0C261D-EC89-44D4-A004-C5389C5C8E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8" y="1986"/>
                <a:ext cx="4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70" name="Freeform 1572">
                <a:extLst>
                  <a:ext uri="{FF2B5EF4-FFF2-40B4-BE49-F238E27FC236}">
                    <a16:creationId xmlns:a16="http://schemas.microsoft.com/office/drawing/2014/main" id="{2CB55FD6-B6CC-44CE-848C-81D30F18C7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8" y="1856"/>
                <a:ext cx="39" cy="48"/>
              </a:xfrm>
              <a:custGeom>
                <a:avLst/>
                <a:gdLst>
                  <a:gd name="T0" fmla="*/ 2 w 58"/>
                  <a:gd name="T1" fmla="*/ 10 h 71"/>
                  <a:gd name="T2" fmla="*/ 2 w 58"/>
                  <a:gd name="T3" fmla="*/ 29 h 71"/>
                  <a:gd name="T4" fmla="*/ 4 w 58"/>
                  <a:gd name="T5" fmla="*/ 56 h 71"/>
                  <a:gd name="T6" fmla="*/ 36 w 58"/>
                  <a:gd name="T7" fmla="*/ 64 h 71"/>
                  <a:gd name="T8" fmla="*/ 50 w 58"/>
                  <a:gd name="T9" fmla="*/ 31 h 71"/>
                  <a:gd name="T10" fmla="*/ 50 w 58"/>
                  <a:gd name="T11" fmla="*/ 17 h 71"/>
                  <a:gd name="T12" fmla="*/ 41 w 58"/>
                  <a:gd name="T13" fmla="*/ 1 h 71"/>
                  <a:gd name="T14" fmla="*/ 2 w 58"/>
                  <a:gd name="T15" fmla="*/ 1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8" h="71">
                    <a:moveTo>
                      <a:pt x="2" y="10"/>
                    </a:moveTo>
                    <a:cubicBezTo>
                      <a:pt x="2" y="10"/>
                      <a:pt x="0" y="17"/>
                      <a:pt x="2" y="29"/>
                    </a:cubicBezTo>
                    <a:cubicBezTo>
                      <a:pt x="4" y="42"/>
                      <a:pt x="1" y="48"/>
                      <a:pt x="4" y="56"/>
                    </a:cubicBezTo>
                    <a:cubicBezTo>
                      <a:pt x="8" y="64"/>
                      <a:pt x="15" y="71"/>
                      <a:pt x="36" y="64"/>
                    </a:cubicBezTo>
                    <a:cubicBezTo>
                      <a:pt x="58" y="58"/>
                      <a:pt x="50" y="31"/>
                      <a:pt x="50" y="31"/>
                    </a:cubicBezTo>
                    <a:cubicBezTo>
                      <a:pt x="50" y="31"/>
                      <a:pt x="50" y="18"/>
                      <a:pt x="50" y="17"/>
                    </a:cubicBezTo>
                    <a:cubicBezTo>
                      <a:pt x="50" y="17"/>
                      <a:pt x="42" y="1"/>
                      <a:pt x="41" y="1"/>
                    </a:cubicBezTo>
                    <a:cubicBezTo>
                      <a:pt x="41" y="0"/>
                      <a:pt x="2" y="10"/>
                      <a:pt x="2" y="10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71" name="Freeform 1573">
                <a:extLst>
                  <a:ext uri="{FF2B5EF4-FFF2-40B4-BE49-F238E27FC236}">
                    <a16:creationId xmlns:a16="http://schemas.microsoft.com/office/drawing/2014/main" id="{44DFDD1C-7CE5-45EE-B6BD-37E5EB7C7A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5" y="1878"/>
                <a:ext cx="6" cy="8"/>
              </a:xfrm>
              <a:custGeom>
                <a:avLst/>
                <a:gdLst>
                  <a:gd name="T0" fmla="*/ 2 w 8"/>
                  <a:gd name="T1" fmla="*/ 0 h 12"/>
                  <a:gd name="T2" fmla="*/ 0 w 8"/>
                  <a:gd name="T3" fmla="*/ 7 h 12"/>
                  <a:gd name="T4" fmla="*/ 8 w 8"/>
                  <a:gd name="T5" fmla="*/ 1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12">
                    <a:moveTo>
                      <a:pt x="2" y="0"/>
                    </a:moveTo>
                    <a:cubicBezTo>
                      <a:pt x="2" y="0"/>
                      <a:pt x="1" y="4"/>
                      <a:pt x="0" y="7"/>
                    </a:cubicBezTo>
                    <a:cubicBezTo>
                      <a:pt x="0" y="10"/>
                      <a:pt x="2" y="12"/>
                      <a:pt x="8" y="1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72" name="Freeform 1574">
                <a:extLst>
                  <a:ext uri="{FF2B5EF4-FFF2-40B4-BE49-F238E27FC236}">
                    <a16:creationId xmlns:a16="http://schemas.microsoft.com/office/drawing/2014/main" id="{507E9296-A219-445A-8A03-E9FD3FA72C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2" y="1888"/>
                <a:ext cx="8" cy="5"/>
              </a:xfrm>
              <a:custGeom>
                <a:avLst/>
                <a:gdLst>
                  <a:gd name="T0" fmla="*/ 0 w 11"/>
                  <a:gd name="T1" fmla="*/ 2 h 8"/>
                  <a:gd name="T2" fmla="*/ 11 w 11"/>
                  <a:gd name="T3" fmla="*/ 0 h 8"/>
                  <a:gd name="T4" fmla="*/ 0 w 11"/>
                  <a:gd name="T5" fmla="*/ 2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" h="8">
                    <a:moveTo>
                      <a:pt x="0" y="2"/>
                    </a:moveTo>
                    <a:cubicBezTo>
                      <a:pt x="0" y="2"/>
                      <a:pt x="6" y="8"/>
                      <a:pt x="11" y="0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73" name="Freeform 1575">
                <a:extLst>
                  <a:ext uri="{FF2B5EF4-FFF2-40B4-BE49-F238E27FC236}">
                    <a16:creationId xmlns:a16="http://schemas.microsoft.com/office/drawing/2014/main" id="{BE4F9293-1877-490A-A190-9EC341F595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3" y="1869"/>
                <a:ext cx="5" cy="0"/>
              </a:xfrm>
              <a:custGeom>
                <a:avLst/>
                <a:gdLst>
                  <a:gd name="T0" fmla="*/ 0 w 8"/>
                  <a:gd name="T1" fmla="*/ 1 h 1"/>
                  <a:gd name="T2" fmla="*/ 8 w 8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" h="1">
                    <a:moveTo>
                      <a:pt x="0" y="1"/>
                    </a:moveTo>
                    <a:cubicBezTo>
                      <a:pt x="1" y="0"/>
                      <a:pt x="8" y="1"/>
                      <a:pt x="8" y="1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74" name="Line 1576">
                <a:extLst>
                  <a:ext uri="{FF2B5EF4-FFF2-40B4-BE49-F238E27FC236}">
                    <a16:creationId xmlns:a16="http://schemas.microsoft.com/office/drawing/2014/main" id="{CFB1FCA8-A22D-4494-9244-9DEA54C7C6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50" y="1870"/>
                <a:ext cx="4" cy="1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75" name="Oval 1577">
                <a:extLst>
                  <a:ext uri="{FF2B5EF4-FFF2-40B4-BE49-F238E27FC236}">
                    <a16:creationId xmlns:a16="http://schemas.microsoft.com/office/drawing/2014/main" id="{F874297B-8C42-405B-A764-16EF9E74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4" y="1876"/>
                <a:ext cx="2" cy="4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76" name="Oval 1578">
                <a:extLst>
                  <a:ext uri="{FF2B5EF4-FFF2-40B4-BE49-F238E27FC236}">
                    <a16:creationId xmlns:a16="http://schemas.microsoft.com/office/drawing/2014/main" id="{F994397C-E00B-4314-AAC1-B76DEE8B8C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1" y="1876"/>
                <a:ext cx="2" cy="4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77" name="Freeform 1579">
                <a:extLst>
                  <a:ext uri="{FF2B5EF4-FFF2-40B4-BE49-F238E27FC236}">
                    <a16:creationId xmlns:a16="http://schemas.microsoft.com/office/drawing/2014/main" id="{5FF354CB-5DC0-4B2D-8103-AD601131A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4" y="1866"/>
                <a:ext cx="6" cy="11"/>
              </a:xfrm>
              <a:custGeom>
                <a:avLst/>
                <a:gdLst>
                  <a:gd name="T0" fmla="*/ 3 w 10"/>
                  <a:gd name="T1" fmla="*/ 0 h 16"/>
                  <a:gd name="T2" fmla="*/ 3 w 10"/>
                  <a:gd name="T3" fmla="*/ 12 h 16"/>
                  <a:gd name="T4" fmla="*/ 10 w 10"/>
                  <a:gd name="T5" fmla="*/ 11 h 16"/>
                  <a:gd name="T6" fmla="*/ 3 w 10"/>
                  <a:gd name="T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" h="16">
                    <a:moveTo>
                      <a:pt x="3" y="0"/>
                    </a:moveTo>
                    <a:cubicBezTo>
                      <a:pt x="3" y="0"/>
                      <a:pt x="0" y="7"/>
                      <a:pt x="3" y="12"/>
                    </a:cubicBezTo>
                    <a:cubicBezTo>
                      <a:pt x="7" y="16"/>
                      <a:pt x="10" y="11"/>
                      <a:pt x="10" y="11"/>
                    </a:cubicBezTo>
                    <a:cubicBezTo>
                      <a:pt x="10" y="11"/>
                      <a:pt x="8" y="5"/>
                      <a:pt x="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78" name="Freeform 1580">
                <a:extLst>
                  <a:ext uri="{FF2B5EF4-FFF2-40B4-BE49-F238E27FC236}">
                    <a16:creationId xmlns:a16="http://schemas.microsoft.com/office/drawing/2014/main" id="{79172E02-AE54-4C3D-A089-085643C756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6" y="1900"/>
                <a:ext cx="15" cy="4"/>
              </a:xfrm>
              <a:custGeom>
                <a:avLst/>
                <a:gdLst>
                  <a:gd name="T0" fmla="*/ 0 w 22"/>
                  <a:gd name="T1" fmla="*/ 1 h 6"/>
                  <a:gd name="T2" fmla="*/ 22 w 22"/>
                  <a:gd name="T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2" h="6">
                    <a:moveTo>
                      <a:pt x="0" y="1"/>
                    </a:moveTo>
                    <a:cubicBezTo>
                      <a:pt x="0" y="1"/>
                      <a:pt x="8" y="6"/>
                      <a:pt x="22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79" name="Freeform 1581">
                <a:extLst>
                  <a:ext uri="{FF2B5EF4-FFF2-40B4-BE49-F238E27FC236}">
                    <a16:creationId xmlns:a16="http://schemas.microsoft.com/office/drawing/2014/main" id="{D8233949-4140-425F-AAFE-2420A71969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4" y="1900"/>
                <a:ext cx="9" cy="9"/>
              </a:xfrm>
              <a:custGeom>
                <a:avLst/>
                <a:gdLst>
                  <a:gd name="T0" fmla="*/ 0 w 13"/>
                  <a:gd name="T1" fmla="*/ 13 h 13"/>
                  <a:gd name="T2" fmla="*/ 13 w 13"/>
                  <a:gd name="T3" fmla="*/ 3 h 13"/>
                  <a:gd name="T4" fmla="*/ 2 w 13"/>
                  <a:gd name="T5" fmla="*/ 0 h 13"/>
                  <a:gd name="T6" fmla="*/ 0 w 13"/>
                  <a:gd name="T7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" h="13">
                    <a:moveTo>
                      <a:pt x="0" y="13"/>
                    </a:moveTo>
                    <a:cubicBezTo>
                      <a:pt x="13" y="3"/>
                      <a:pt x="13" y="3"/>
                      <a:pt x="13" y="3"/>
                    </a:cubicBezTo>
                    <a:cubicBezTo>
                      <a:pt x="13" y="3"/>
                      <a:pt x="8" y="3"/>
                      <a:pt x="2" y="0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80" name="Line 1582">
                <a:extLst>
                  <a:ext uri="{FF2B5EF4-FFF2-40B4-BE49-F238E27FC236}">
                    <a16:creationId xmlns:a16="http://schemas.microsoft.com/office/drawing/2014/main" id="{E940DCDF-D8C5-44B7-BE0B-B6357D98DC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29" y="1944"/>
                <a:ext cx="0" cy="55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81" name="Rectangle 1583">
                <a:extLst>
                  <a:ext uri="{FF2B5EF4-FFF2-40B4-BE49-F238E27FC236}">
                    <a16:creationId xmlns:a16="http://schemas.microsoft.com/office/drawing/2014/main" id="{A9775D25-95B6-46E2-939A-4A7EF95AA0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7" y="1952"/>
                <a:ext cx="17" cy="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82" name="Freeform 1584">
                <a:extLst>
                  <a:ext uri="{FF2B5EF4-FFF2-40B4-BE49-F238E27FC236}">
                    <a16:creationId xmlns:a16="http://schemas.microsoft.com/office/drawing/2014/main" id="{D4DA909D-8D67-434F-9914-6C3444523C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8" y="1847"/>
                <a:ext cx="45" cy="27"/>
              </a:xfrm>
              <a:custGeom>
                <a:avLst/>
                <a:gdLst>
                  <a:gd name="T0" fmla="*/ 0 w 66"/>
                  <a:gd name="T1" fmla="*/ 28 h 39"/>
                  <a:gd name="T2" fmla="*/ 39 w 66"/>
                  <a:gd name="T3" fmla="*/ 28 h 39"/>
                  <a:gd name="T4" fmla="*/ 47 w 66"/>
                  <a:gd name="T5" fmla="*/ 39 h 39"/>
                  <a:gd name="T6" fmla="*/ 52 w 66"/>
                  <a:gd name="T7" fmla="*/ 38 h 39"/>
                  <a:gd name="T8" fmla="*/ 47 w 66"/>
                  <a:gd name="T9" fmla="*/ 7 h 39"/>
                  <a:gd name="T10" fmla="*/ 5 w 66"/>
                  <a:gd name="T11" fmla="*/ 14 h 39"/>
                  <a:gd name="T12" fmla="*/ 0 w 66"/>
                  <a:gd name="T13" fmla="*/ 28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6" h="39">
                    <a:moveTo>
                      <a:pt x="0" y="28"/>
                    </a:moveTo>
                    <a:cubicBezTo>
                      <a:pt x="39" y="28"/>
                      <a:pt x="39" y="28"/>
                      <a:pt x="39" y="28"/>
                    </a:cubicBezTo>
                    <a:cubicBezTo>
                      <a:pt x="47" y="39"/>
                      <a:pt x="47" y="39"/>
                      <a:pt x="47" y="39"/>
                    </a:cubicBezTo>
                    <a:cubicBezTo>
                      <a:pt x="52" y="38"/>
                      <a:pt x="52" y="38"/>
                      <a:pt x="52" y="38"/>
                    </a:cubicBezTo>
                    <a:cubicBezTo>
                      <a:pt x="52" y="38"/>
                      <a:pt x="66" y="14"/>
                      <a:pt x="47" y="7"/>
                    </a:cubicBezTo>
                    <a:cubicBezTo>
                      <a:pt x="28" y="0"/>
                      <a:pt x="13" y="4"/>
                      <a:pt x="5" y="14"/>
                    </a:cubicBezTo>
                    <a:cubicBezTo>
                      <a:pt x="0" y="20"/>
                      <a:pt x="0" y="28"/>
                      <a:pt x="0" y="2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83" name="Freeform 1585">
                <a:extLst>
                  <a:ext uri="{FF2B5EF4-FFF2-40B4-BE49-F238E27FC236}">
                    <a16:creationId xmlns:a16="http://schemas.microsoft.com/office/drawing/2014/main" id="{7418ECF3-8840-4867-AB44-B31263C40C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6" y="1872"/>
                <a:ext cx="11" cy="14"/>
              </a:xfrm>
              <a:custGeom>
                <a:avLst/>
                <a:gdLst>
                  <a:gd name="T0" fmla="*/ 15 w 16"/>
                  <a:gd name="T1" fmla="*/ 12 h 20"/>
                  <a:gd name="T2" fmla="*/ 5 w 16"/>
                  <a:gd name="T3" fmla="*/ 19 h 20"/>
                  <a:gd name="T4" fmla="*/ 2 w 16"/>
                  <a:gd name="T5" fmla="*/ 8 h 20"/>
                  <a:gd name="T6" fmla="*/ 11 w 16"/>
                  <a:gd name="T7" fmla="*/ 1 h 20"/>
                  <a:gd name="T8" fmla="*/ 15 w 16"/>
                  <a:gd name="T9" fmla="*/ 1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0">
                    <a:moveTo>
                      <a:pt x="15" y="12"/>
                    </a:moveTo>
                    <a:cubicBezTo>
                      <a:pt x="13" y="17"/>
                      <a:pt x="9" y="20"/>
                      <a:pt x="5" y="19"/>
                    </a:cubicBezTo>
                    <a:cubicBezTo>
                      <a:pt x="2" y="18"/>
                      <a:pt x="0" y="13"/>
                      <a:pt x="2" y="8"/>
                    </a:cubicBezTo>
                    <a:cubicBezTo>
                      <a:pt x="4" y="3"/>
                      <a:pt x="8" y="0"/>
                      <a:pt x="11" y="1"/>
                    </a:cubicBezTo>
                    <a:cubicBezTo>
                      <a:pt x="15" y="3"/>
                      <a:pt x="16" y="7"/>
                      <a:pt x="15" y="12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84" name="Freeform 1586">
                <a:extLst>
                  <a:ext uri="{FF2B5EF4-FFF2-40B4-BE49-F238E27FC236}">
                    <a16:creationId xmlns:a16="http://schemas.microsoft.com/office/drawing/2014/main" id="{3766F406-0C65-4956-9469-F14E049DF7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0" y="1876"/>
                <a:ext cx="4" cy="2"/>
              </a:xfrm>
              <a:custGeom>
                <a:avLst/>
                <a:gdLst>
                  <a:gd name="T0" fmla="*/ 0 w 5"/>
                  <a:gd name="T1" fmla="*/ 4 h 4"/>
                  <a:gd name="T2" fmla="*/ 4 w 5"/>
                  <a:gd name="T3" fmla="*/ 0 h 4"/>
                  <a:gd name="T4" fmla="*/ 5 w 5"/>
                  <a:gd name="T5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4">
                    <a:moveTo>
                      <a:pt x="0" y="4"/>
                    </a:moveTo>
                    <a:cubicBezTo>
                      <a:pt x="0" y="2"/>
                      <a:pt x="2" y="0"/>
                      <a:pt x="4" y="0"/>
                    </a:cubicBezTo>
                    <a:cubicBezTo>
                      <a:pt x="5" y="1"/>
                      <a:pt x="5" y="1"/>
                      <a:pt x="5" y="2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85" name="Freeform 1587">
                <a:extLst>
                  <a:ext uri="{FF2B5EF4-FFF2-40B4-BE49-F238E27FC236}">
                    <a16:creationId xmlns:a16="http://schemas.microsoft.com/office/drawing/2014/main" id="{570DFD3E-AB10-4F13-82EF-79404EE7EB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4" y="1857"/>
                <a:ext cx="21" cy="9"/>
              </a:xfrm>
              <a:custGeom>
                <a:avLst/>
                <a:gdLst>
                  <a:gd name="T0" fmla="*/ 26 w 32"/>
                  <a:gd name="T1" fmla="*/ 13 h 13"/>
                  <a:gd name="T2" fmla="*/ 6 w 32"/>
                  <a:gd name="T3" fmla="*/ 13 h 13"/>
                  <a:gd name="T4" fmla="*/ 0 w 32"/>
                  <a:gd name="T5" fmla="*/ 7 h 13"/>
                  <a:gd name="T6" fmla="*/ 0 w 32"/>
                  <a:gd name="T7" fmla="*/ 7 h 13"/>
                  <a:gd name="T8" fmla="*/ 6 w 32"/>
                  <a:gd name="T9" fmla="*/ 0 h 13"/>
                  <a:gd name="T10" fmla="*/ 26 w 32"/>
                  <a:gd name="T11" fmla="*/ 0 h 13"/>
                  <a:gd name="T12" fmla="*/ 32 w 32"/>
                  <a:gd name="T13" fmla="*/ 7 h 13"/>
                  <a:gd name="T14" fmla="*/ 32 w 32"/>
                  <a:gd name="T15" fmla="*/ 7 h 13"/>
                  <a:gd name="T16" fmla="*/ 26 w 32"/>
                  <a:gd name="T17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13">
                    <a:moveTo>
                      <a:pt x="26" y="13"/>
                    </a:moveTo>
                    <a:cubicBezTo>
                      <a:pt x="6" y="13"/>
                      <a:pt x="6" y="13"/>
                      <a:pt x="6" y="13"/>
                    </a:cubicBezTo>
                    <a:cubicBezTo>
                      <a:pt x="3" y="13"/>
                      <a:pt x="0" y="11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9" y="0"/>
                      <a:pt x="32" y="3"/>
                      <a:pt x="32" y="7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2" y="11"/>
                      <a:pt x="29" y="13"/>
                      <a:pt x="26" y="1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86" name="Freeform 1588">
                <a:extLst>
                  <a:ext uri="{FF2B5EF4-FFF2-40B4-BE49-F238E27FC236}">
                    <a16:creationId xmlns:a16="http://schemas.microsoft.com/office/drawing/2014/main" id="{34AAD105-25A0-4308-B9AA-0F355E2258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7" y="1852"/>
                <a:ext cx="16" cy="9"/>
              </a:xfrm>
              <a:custGeom>
                <a:avLst/>
                <a:gdLst>
                  <a:gd name="T0" fmla="*/ 18 w 24"/>
                  <a:gd name="T1" fmla="*/ 13 h 13"/>
                  <a:gd name="T2" fmla="*/ 7 w 24"/>
                  <a:gd name="T3" fmla="*/ 13 h 13"/>
                  <a:gd name="T4" fmla="*/ 0 w 24"/>
                  <a:gd name="T5" fmla="*/ 7 h 13"/>
                  <a:gd name="T6" fmla="*/ 0 w 24"/>
                  <a:gd name="T7" fmla="*/ 7 h 13"/>
                  <a:gd name="T8" fmla="*/ 7 w 24"/>
                  <a:gd name="T9" fmla="*/ 0 h 13"/>
                  <a:gd name="T10" fmla="*/ 18 w 24"/>
                  <a:gd name="T11" fmla="*/ 0 h 13"/>
                  <a:gd name="T12" fmla="*/ 24 w 24"/>
                  <a:gd name="T13" fmla="*/ 7 h 13"/>
                  <a:gd name="T14" fmla="*/ 24 w 24"/>
                  <a:gd name="T15" fmla="*/ 7 h 13"/>
                  <a:gd name="T16" fmla="*/ 18 w 24"/>
                  <a:gd name="T17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" h="13">
                    <a:moveTo>
                      <a:pt x="18" y="13"/>
                    </a:moveTo>
                    <a:cubicBezTo>
                      <a:pt x="7" y="13"/>
                      <a:pt x="7" y="13"/>
                      <a:pt x="7" y="13"/>
                    </a:cubicBezTo>
                    <a:cubicBezTo>
                      <a:pt x="3" y="13"/>
                      <a:pt x="0" y="10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1" y="0"/>
                      <a:pt x="24" y="3"/>
                      <a:pt x="24" y="7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4" y="10"/>
                      <a:pt x="21" y="13"/>
                      <a:pt x="18" y="1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87" name="Freeform 1589">
                <a:extLst>
                  <a:ext uri="{FF2B5EF4-FFF2-40B4-BE49-F238E27FC236}">
                    <a16:creationId xmlns:a16="http://schemas.microsoft.com/office/drawing/2014/main" id="{2111E675-DCC9-4EDD-8D6A-BA11C6F1E8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5" y="1850"/>
                <a:ext cx="4" cy="6"/>
              </a:xfrm>
              <a:custGeom>
                <a:avLst/>
                <a:gdLst>
                  <a:gd name="T0" fmla="*/ 0 w 6"/>
                  <a:gd name="T1" fmla="*/ 7 h 8"/>
                  <a:gd name="T2" fmla="*/ 5 w 6"/>
                  <a:gd name="T3" fmla="*/ 2 h 8"/>
                  <a:gd name="T4" fmla="*/ 2 w 6"/>
                  <a:gd name="T5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8">
                    <a:moveTo>
                      <a:pt x="0" y="7"/>
                    </a:moveTo>
                    <a:cubicBezTo>
                      <a:pt x="0" y="7"/>
                      <a:pt x="4" y="0"/>
                      <a:pt x="5" y="2"/>
                    </a:cubicBezTo>
                    <a:cubicBezTo>
                      <a:pt x="6" y="4"/>
                      <a:pt x="2" y="8"/>
                      <a:pt x="2" y="8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88" name="Freeform 1590">
                <a:extLst>
                  <a:ext uri="{FF2B5EF4-FFF2-40B4-BE49-F238E27FC236}">
                    <a16:creationId xmlns:a16="http://schemas.microsoft.com/office/drawing/2014/main" id="{75B7A504-5BD8-47C4-946F-C7BE8333F6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6" y="1854"/>
                <a:ext cx="5" cy="3"/>
              </a:xfrm>
              <a:custGeom>
                <a:avLst/>
                <a:gdLst>
                  <a:gd name="T0" fmla="*/ 0 w 7"/>
                  <a:gd name="T1" fmla="*/ 3 h 5"/>
                  <a:gd name="T2" fmla="*/ 7 w 7"/>
                  <a:gd name="T3" fmla="*/ 2 h 5"/>
                  <a:gd name="T4" fmla="*/ 1 w 7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5">
                    <a:moveTo>
                      <a:pt x="0" y="3"/>
                    </a:moveTo>
                    <a:cubicBezTo>
                      <a:pt x="0" y="3"/>
                      <a:pt x="7" y="0"/>
                      <a:pt x="7" y="2"/>
                    </a:cubicBezTo>
                    <a:cubicBezTo>
                      <a:pt x="7" y="4"/>
                      <a:pt x="1" y="5"/>
                      <a:pt x="1" y="5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89" name="Freeform 1591">
                <a:extLst>
                  <a:ext uri="{FF2B5EF4-FFF2-40B4-BE49-F238E27FC236}">
                    <a16:creationId xmlns:a16="http://schemas.microsoft.com/office/drawing/2014/main" id="{2DC1576C-D000-46B5-8595-931434DCF1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7" y="1918"/>
                <a:ext cx="29" cy="39"/>
              </a:xfrm>
              <a:custGeom>
                <a:avLst/>
                <a:gdLst>
                  <a:gd name="T0" fmla="*/ 43 w 43"/>
                  <a:gd name="T1" fmla="*/ 58 h 58"/>
                  <a:gd name="T2" fmla="*/ 0 w 43"/>
                  <a:gd name="T3" fmla="*/ 58 h 58"/>
                  <a:gd name="T4" fmla="*/ 0 w 43"/>
                  <a:gd name="T5" fmla="*/ 22 h 58"/>
                  <a:gd name="T6" fmla="*/ 21 w 43"/>
                  <a:gd name="T7" fmla="*/ 0 h 58"/>
                  <a:gd name="T8" fmla="*/ 21 w 43"/>
                  <a:gd name="T9" fmla="*/ 0 h 58"/>
                  <a:gd name="T10" fmla="*/ 43 w 43"/>
                  <a:gd name="T11" fmla="*/ 22 h 58"/>
                  <a:gd name="T12" fmla="*/ 43 w 43"/>
                  <a:gd name="T13" fmla="*/ 5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" h="58">
                    <a:moveTo>
                      <a:pt x="43" y="58"/>
                    </a:moveTo>
                    <a:cubicBezTo>
                      <a:pt x="0" y="58"/>
                      <a:pt x="0" y="58"/>
                      <a:pt x="0" y="58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10" y="0"/>
                      <a:pt x="21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3" y="0"/>
                      <a:pt x="43" y="10"/>
                      <a:pt x="43" y="22"/>
                    </a:cubicBezTo>
                    <a:lnTo>
                      <a:pt x="43" y="58"/>
                    </a:lnTo>
                    <a:close/>
                  </a:path>
                </a:pathLst>
              </a:custGeom>
              <a:solidFill>
                <a:srgbClr val="D6D6D6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90" name="Freeform 1592">
                <a:extLst>
                  <a:ext uri="{FF2B5EF4-FFF2-40B4-BE49-F238E27FC236}">
                    <a16:creationId xmlns:a16="http://schemas.microsoft.com/office/drawing/2014/main" id="{C86D5DFF-03EF-4BA4-840C-10151054DF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2" y="1957"/>
                <a:ext cx="56" cy="72"/>
              </a:xfrm>
              <a:custGeom>
                <a:avLst/>
                <a:gdLst>
                  <a:gd name="T0" fmla="*/ 56 w 56"/>
                  <a:gd name="T1" fmla="*/ 72 h 72"/>
                  <a:gd name="T2" fmla="*/ 0 w 56"/>
                  <a:gd name="T3" fmla="*/ 72 h 72"/>
                  <a:gd name="T4" fmla="*/ 8 w 56"/>
                  <a:gd name="T5" fmla="*/ 0 h 72"/>
                  <a:gd name="T6" fmla="*/ 51 w 56"/>
                  <a:gd name="T7" fmla="*/ 0 h 72"/>
                  <a:gd name="T8" fmla="*/ 56 w 56"/>
                  <a:gd name="T9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72">
                    <a:moveTo>
                      <a:pt x="56" y="72"/>
                    </a:moveTo>
                    <a:lnTo>
                      <a:pt x="0" y="72"/>
                    </a:lnTo>
                    <a:lnTo>
                      <a:pt x="8" y="0"/>
                    </a:lnTo>
                    <a:lnTo>
                      <a:pt x="51" y="0"/>
                    </a:lnTo>
                    <a:lnTo>
                      <a:pt x="56" y="72"/>
                    </a:lnTo>
                    <a:close/>
                  </a:path>
                </a:pathLst>
              </a:custGeom>
              <a:solidFill>
                <a:srgbClr val="D6D6D6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91" name="Freeform 1593">
                <a:extLst>
                  <a:ext uri="{FF2B5EF4-FFF2-40B4-BE49-F238E27FC236}">
                    <a16:creationId xmlns:a16="http://schemas.microsoft.com/office/drawing/2014/main" id="{4C2935C2-D02A-4196-9C20-0E3695F2FC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1" y="1958"/>
                <a:ext cx="5" cy="71"/>
              </a:xfrm>
              <a:custGeom>
                <a:avLst/>
                <a:gdLst>
                  <a:gd name="T0" fmla="*/ 0 w 5"/>
                  <a:gd name="T1" fmla="*/ 0 h 71"/>
                  <a:gd name="T2" fmla="*/ 5 w 5"/>
                  <a:gd name="T3" fmla="*/ 71 h 71"/>
                  <a:gd name="T4" fmla="*/ 0 w 5"/>
                  <a:gd name="T5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71">
                    <a:moveTo>
                      <a:pt x="0" y="0"/>
                    </a:moveTo>
                    <a:lnTo>
                      <a:pt x="5" y="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92" name="Line 1594">
                <a:extLst>
                  <a:ext uri="{FF2B5EF4-FFF2-40B4-BE49-F238E27FC236}">
                    <a16:creationId xmlns:a16="http://schemas.microsoft.com/office/drawing/2014/main" id="{A370F7B8-9C76-4F49-AB95-69BCE49A97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1" y="1958"/>
                <a:ext cx="5" cy="71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93" name="Freeform 1595">
                <a:extLst>
                  <a:ext uri="{FF2B5EF4-FFF2-40B4-BE49-F238E27FC236}">
                    <a16:creationId xmlns:a16="http://schemas.microsoft.com/office/drawing/2014/main" id="{24540336-CCCC-4857-9411-2AB9148E4A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8" y="1975"/>
                <a:ext cx="33" cy="0"/>
              </a:xfrm>
              <a:custGeom>
                <a:avLst/>
                <a:gdLst>
                  <a:gd name="T0" fmla="*/ 0 w 33"/>
                  <a:gd name="T1" fmla="*/ 33 w 33"/>
                  <a:gd name="T2" fmla="*/ 0 w 3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3">
                    <a:moveTo>
                      <a:pt x="0" y="0"/>
                    </a:moveTo>
                    <a:lnTo>
                      <a:pt x="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94" name="Line 1596">
                <a:extLst>
                  <a:ext uri="{FF2B5EF4-FFF2-40B4-BE49-F238E27FC236}">
                    <a16:creationId xmlns:a16="http://schemas.microsoft.com/office/drawing/2014/main" id="{7B566FBF-66FD-4630-9AE7-5AEC05ED08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975"/>
                <a:ext cx="33" cy="0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95" name="Rectangle 1597">
                <a:extLst>
                  <a:ext uri="{FF2B5EF4-FFF2-40B4-BE49-F238E27FC236}">
                    <a16:creationId xmlns:a16="http://schemas.microsoft.com/office/drawing/2014/main" id="{2D120F41-0149-40FD-BCB1-01E1BEB212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" y="1986"/>
                <a:ext cx="26" cy="13"/>
              </a:xfrm>
              <a:prstGeom prst="rect">
                <a:avLst/>
              </a:prstGeom>
              <a:solidFill>
                <a:srgbClr val="D6D6D6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96" name="Rectangle 1598">
                <a:extLst>
                  <a:ext uri="{FF2B5EF4-FFF2-40B4-BE49-F238E27FC236}">
                    <a16:creationId xmlns:a16="http://schemas.microsoft.com/office/drawing/2014/main" id="{AFFA7725-7C89-4595-98B6-7DEE24CC8E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3" y="2002"/>
                <a:ext cx="67" cy="27"/>
              </a:xfrm>
              <a:prstGeom prst="rect">
                <a:avLst/>
              </a:prstGeom>
              <a:solidFill>
                <a:srgbClr val="D6D6D6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97" name="Freeform 1599">
                <a:extLst>
                  <a:ext uri="{FF2B5EF4-FFF2-40B4-BE49-F238E27FC236}">
                    <a16:creationId xmlns:a16="http://schemas.microsoft.com/office/drawing/2014/main" id="{DB837D55-B65A-4B60-89B7-60B7A697ED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1" y="1846"/>
                <a:ext cx="11" cy="17"/>
              </a:xfrm>
              <a:custGeom>
                <a:avLst/>
                <a:gdLst>
                  <a:gd name="T0" fmla="*/ 6 w 17"/>
                  <a:gd name="T1" fmla="*/ 26 h 26"/>
                  <a:gd name="T2" fmla="*/ 6 w 17"/>
                  <a:gd name="T3" fmla="*/ 18 h 26"/>
                  <a:gd name="T4" fmla="*/ 0 w 17"/>
                  <a:gd name="T5" fmla="*/ 9 h 26"/>
                  <a:gd name="T6" fmla="*/ 9 w 17"/>
                  <a:gd name="T7" fmla="*/ 0 h 26"/>
                  <a:gd name="T8" fmla="*/ 17 w 17"/>
                  <a:gd name="T9" fmla="*/ 9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6">
                    <a:moveTo>
                      <a:pt x="6" y="26"/>
                    </a:moveTo>
                    <a:cubicBezTo>
                      <a:pt x="6" y="18"/>
                      <a:pt x="6" y="18"/>
                      <a:pt x="6" y="18"/>
                    </a:cubicBezTo>
                    <a:cubicBezTo>
                      <a:pt x="6" y="18"/>
                      <a:pt x="0" y="15"/>
                      <a:pt x="0" y="9"/>
                    </a:cubicBezTo>
                    <a:cubicBezTo>
                      <a:pt x="0" y="3"/>
                      <a:pt x="5" y="0"/>
                      <a:pt x="9" y="0"/>
                    </a:cubicBezTo>
                    <a:cubicBezTo>
                      <a:pt x="16" y="0"/>
                      <a:pt x="17" y="9"/>
                      <a:pt x="17" y="9"/>
                    </a:cubicBezTo>
                  </a:path>
                </a:pathLst>
              </a:cu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98" name="Freeform 1600">
                <a:extLst>
                  <a:ext uri="{FF2B5EF4-FFF2-40B4-BE49-F238E27FC236}">
                    <a16:creationId xmlns:a16="http://schemas.microsoft.com/office/drawing/2014/main" id="{B4A11385-3846-40E5-BCE8-AAD82F9334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7" y="1863"/>
                <a:ext cx="52" cy="8"/>
              </a:xfrm>
              <a:custGeom>
                <a:avLst/>
                <a:gdLst>
                  <a:gd name="T0" fmla="*/ 0 w 52"/>
                  <a:gd name="T1" fmla="*/ 8 h 8"/>
                  <a:gd name="T2" fmla="*/ 25 w 52"/>
                  <a:gd name="T3" fmla="*/ 0 h 8"/>
                  <a:gd name="T4" fmla="*/ 52 w 52"/>
                  <a:gd name="T5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" h="8">
                    <a:moveTo>
                      <a:pt x="0" y="8"/>
                    </a:moveTo>
                    <a:lnTo>
                      <a:pt x="25" y="0"/>
                    </a:lnTo>
                    <a:lnTo>
                      <a:pt x="52" y="8"/>
                    </a:lnTo>
                  </a:path>
                </a:pathLst>
              </a:cu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99" name="Freeform 1601">
                <a:extLst>
                  <a:ext uri="{FF2B5EF4-FFF2-40B4-BE49-F238E27FC236}">
                    <a16:creationId xmlns:a16="http://schemas.microsoft.com/office/drawing/2014/main" id="{381BF4C7-BFAF-401A-A729-3728FB3A1E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7" y="1846"/>
                <a:ext cx="14" cy="17"/>
              </a:xfrm>
              <a:custGeom>
                <a:avLst/>
                <a:gdLst>
                  <a:gd name="T0" fmla="*/ 7 w 20"/>
                  <a:gd name="T1" fmla="*/ 26 h 26"/>
                  <a:gd name="T2" fmla="*/ 7 w 20"/>
                  <a:gd name="T3" fmla="*/ 18 h 26"/>
                  <a:gd name="T4" fmla="*/ 0 w 20"/>
                  <a:gd name="T5" fmla="*/ 9 h 26"/>
                  <a:gd name="T6" fmla="*/ 10 w 20"/>
                  <a:gd name="T7" fmla="*/ 0 h 26"/>
                  <a:gd name="T8" fmla="*/ 20 w 20"/>
                  <a:gd name="T9" fmla="*/ 9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26">
                    <a:moveTo>
                      <a:pt x="7" y="26"/>
                    </a:moveTo>
                    <a:cubicBezTo>
                      <a:pt x="7" y="18"/>
                      <a:pt x="7" y="18"/>
                      <a:pt x="7" y="18"/>
                    </a:cubicBezTo>
                    <a:cubicBezTo>
                      <a:pt x="7" y="18"/>
                      <a:pt x="0" y="15"/>
                      <a:pt x="0" y="9"/>
                    </a:cubicBezTo>
                    <a:cubicBezTo>
                      <a:pt x="0" y="3"/>
                      <a:pt x="6" y="0"/>
                      <a:pt x="10" y="0"/>
                    </a:cubicBezTo>
                    <a:cubicBezTo>
                      <a:pt x="19" y="0"/>
                      <a:pt x="20" y="9"/>
                      <a:pt x="20" y="9"/>
                    </a:cubicBezTo>
                  </a:path>
                </a:pathLst>
              </a:cu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00" name="Freeform 1602">
                <a:extLst>
                  <a:ext uri="{FF2B5EF4-FFF2-40B4-BE49-F238E27FC236}">
                    <a16:creationId xmlns:a16="http://schemas.microsoft.com/office/drawing/2014/main" id="{07A2AFB8-B81F-4F33-AD0F-324F1C7231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5" y="1866"/>
                <a:ext cx="94" cy="120"/>
              </a:xfrm>
              <a:custGeom>
                <a:avLst/>
                <a:gdLst>
                  <a:gd name="T0" fmla="*/ 115 w 139"/>
                  <a:gd name="T1" fmla="*/ 7 h 177"/>
                  <a:gd name="T2" fmla="*/ 92 w 139"/>
                  <a:gd name="T3" fmla="*/ 0 h 177"/>
                  <a:gd name="T4" fmla="*/ 69 w 139"/>
                  <a:gd name="T5" fmla="*/ 29 h 177"/>
                  <a:gd name="T6" fmla="*/ 48 w 139"/>
                  <a:gd name="T7" fmla="*/ 1 h 177"/>
                  <a:gd name="T8" fmla="*/ 25 w 139"/>
                  <a:gd name="T9" fmla="*/ 7 h 177"/>
                  <a:gd name="T10" fmla="*/ 23 w 139"/>
                  <a:gd name="T11" fmla="*/ 51 h 177"/>
                  <a:gd name="T12" fmla="*/ 0 w 139"/>
                  <a:gd name="T13" fmla="*/ 174 h 177"/>
                  <a:gd name="T14" fmla="*/ 3 w 139"/>
                  <a:gd name="T15" fmla="*/ 177 h 177"/>
                  <a:gd name="T16" fmla="*/ 135 w 139"/>
                  <a:gd name="T17" fmla="*/ 177 h 177"/>
                  <a:gd name="T18" fmla="*/ 139 w 139"/>
                  <a:gd name="T19" fmla="*/ 174 h 177"/>
                  <a:gd name="T20" fmla="*/ 122 w 139"/>
                  <a:gd name="T21" fmla="*/ 49 h 177"/>
                  <a:gd name="T22" fmla="*/ 115 w 139"/>
                  <a:gd name="T23" fmla="*/ 7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9" h="177">
                    <a:moveTo>
                      <a:pt x="115" y="7"/>
                    </a:moveTo>
                    <a:cubicBezTo>
                      <a:pt x="92" y="0"/>
                      <a:pt x="92" y="0"/>
                      <a:pt x="92" y="0"/>
                    </a:cubicBezTo>
                    <a:cubicBezTo>
                      <a:pt x="88" y="9"/>
                      <a:pt x="69" y="29"/>
                      <a:pt x="69" y="29"/>
                    </a:cubicBezTo>
                    <a:cubicBezTo>
                      <a:pt x="69" y="29"/>
                      <a:pt x="51" y="8"/>
                      <a:pt x="48" y="1"/>
                    </a:cubicBezTo>
                    <a:cubicBezTo>
                      <a:pt x="45" y="1"/>
                      <a:pt x="25" y="7"/>
                      <a:pt x="25" y="7"/>
                    </a:cubicBezTo>
                    <a:cubicBezTo>
                      <a:pt x="26" y="8"/>
                      <a:pt x="23" y="51"/>
                      <a:pt x="23" y="51"/>
                    </a:cubicBezTo>
                    <a:cubicBezTo>
                      <a:pt x="0" y="174"/>
                      <a:pt x="0" y="174"/>
                      <a:pt x="0" y="174"/>
                    </a:cubicBezTo>
                    <a:cubicBezTo>
                      <a:pt x="0" y="176"/>
                      <a:pt x="1" y="177"/>
                      <a:pt x="3" y="177"/>
                    </a:cubicBezTo>
                    <a:cubicBezTo>
                      <a:pt x="135" y="177"/>
                      <a:pt x="135" y="177"/>
                      <a:pt x="135" y="177"/>
                    </a:cubicBezTo>
                    <a:cubicBezTo>
                      <a:pt x="137" y="177"/>
                      <a:pt x="139" y="176"/>
                      <a:pt x="139" y="174"/>
                    </a:cubicBezTo>
                    <a:cubicBezTo>
                      <a:pt x="122" y="49"/>
                      <a:pt x="122" y="49"/>
                      <a:pt x="122" y="49"/>
                    </a:cubicBezTo>
                    <a:cubicBezTo>
                      <a:pt x="122" y="49"/>
                      <a:pt x="116" y="11"/>
                      <a:pt x="115" y="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01" name="Rectangle 1603">
                <a:extLst>
                  <a:ext uri="{FF2B5EF4-FFF2-40B4-BE49-F238E27FC236}">
                    <a16:creationId xmlns:a16="http://schemas.microsoft.com/office/drawing/2014/main" id="{F5DFD761-4C30-4F51-B577-950C6A2D1E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3" y="2029"/>
                <a:ext cx="221" cy="185"/>
              </a:xfrm>
              <a:prstGeom prst="rect">
                <a:avLst/>
              </a:prstGeom>
              <a:solidFill>
                <a:srgbClr val="000000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02" name="Rectangle 1604">
                <a:extLst>
                  <a:ext uri="{FF2B5EF4-FFF2-40B4-BE49-F238E27FC236}">
                    <a16:creationId xmlns:a16="http://schemas.microsoft.com/office/drawing/2014/main" id="{5ACBF7B6-A9BD-4B8E-B1A8-B79B4DE6C3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8" y="1852"/>
                <a:ext cx="53" cy="36"/>
              </a:xfrm>
              <a:prstGeom prst="rect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03" name="Rectangle 1605">
                <a:extLst>
                  <a:ext uri="{FF2B5EF4-FFF2-40B4-BE49-F238E27FC236}">
                    <a16:creationId xmlns:a16="http://schemas.microsoft.com/office/drawing/2014/main" id="{86304736-8693-495E-B8B9-9F80565918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7" y="1870"/>
                <a:ext cx="19" cy="16"/>
              </a:xfrm>
              <a:prstGeom prst="rect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04" name="Line 1606">
                <a:extLst>
                  <a:ext uri="{FF2B5EF4-FFF2-40B4-BE49-F238E27FC236}">
                    <a16:creationId xmlns:a16="http://schemas.microsoft.com/office/drawing/2014/main" id="{AF8616C0-9D5D-462E-B93C-C7BFE59A15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5" y="1916"/>
                <a:ext cx="238" cy="0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05" name="Line 1607">
                <a:extLst>
                  <a:ext uri="{FF2B5EF4-FFF2-40B4-BE49-F238E27FC236}">
                    <a16:creationId xmlns:a16="http://schemas.microsoft.com/office/drawing/2014/main" id="{9E55DAB4-01FE-4950-BCBA-0170D6327C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34" y="1916"/>
                <a:ext cx="40" cy="293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06" name="Line 1608">
                <a:extLst>
                  <a:ext uri="{FF2B5EF4-FFF2-40B4-BE49-F238E27FC236}">
                    <a16:creationId xmlns:a16="http://schemas.microsoft.com/office/drawing/2014/main" id="{073AFAD1-734F-493E-8A88-46D6B20C21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4" y="1916"/>
                <a:ext cx="22" cy="294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07" name="Line 1609">
                <a:extLst>
                  <a:ext uri="{FF2B5EF4-FFF2-40B4-BE49-F238E27FC236}">
                    <a16:creationId xmlns:a16="http://schemas.microsoft.com/office/drawing/2014/main" id="{1B74CFDC-2510-4528-A7F6-FFF727BFEE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34" y="1916"/>
                <a:ext cx="26" cy="293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08" name="Line 1610">
                <a:extLst>
                  <a:ext uri="{FF2B5EF4-FFF2-40B4-BE49-F238E27FC236}">
                    <a16:creationId xmlns:a16="http://schemas.microsoft.com/office/drawing/2014/main" id="{CC9EC91F-CAFC-4E86-840D-D5533A6A0B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9" y="1916"/>
                <a:ext cx="36" cy="294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09" name="Rectangle 1611">
                <a:extLst>
                  <a:ext uri="{FF2B5EF4-FFF2-40B4-BE49-F238E27FC236}">
                    <a16:creationId xmlns:a16="http://schemas.microsoft.com/office/drawing/2014/main" id="{B0638C59-8CB0-4D70-838B-96715D6E97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5" y="1854"/>
                <a:ext cx="68" cy="9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10" name="Rectangle 1612">
                <a:extLst>
                  <a:ext uri="{FF2B5EF4-FFF2-40B4-BE49-F238E27FC236}">
                    <a16:creationId xmlns:a16="http://schemas.microsoft.com/office/drawing/2014/main" id="{A65D9F01-6DBE-4E58-9043-2E5993968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" y="1862"/>
                <a:ext cx="55" cy="75"/>
              </a:xfrm>
              <a:prstGeom prst="rect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11" name="Rectangle 1613">
                <a:extLst>
                  <a:ext uri="{FF2B5EF4-FFF2-40B4-BE49-F238E27FC236}">
                    <a16:creationId xmlns:a16="http://schemas.microsoft.com/office/drawing/2014/main" id="{EB321D52-AFEB-4C0B-8028-56771201F7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3" y="1865"/>
                <a:ext cx="103" cy="25"/>
              </a:xfrm>
              <a:prstGeom prst="rect">
                <a:avLst/>
              </a:prstGeom>
              <a:solidFill>
                <a:srgbClr val="D6D6D6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12" name="Freeform 1614">
                <a:extLst>
                  <a:ext uri="{FF2B5EF4-FFF2-40B4-BE49-F238E27FC236}">
                    <a16:creationId xmlns:a16="http://schemas.microsoft.com/office/drawing/2014/main" id="{6B867B7D-2603-422C-BC10-33F3AA1FB7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4" y="1886"/>
                <a:ext cx="196" cy="9"/>
              </a:xfrm>
              <a:custGeom>
                <a:avLst/>
                <a:gdLst>
                  <a:gd name="T0" fmla="*/ 281 w 288"/>
                  <a:gd name="T1" fmla="*/ 14 h 14"/>
                  <a:gd name="T2" fmla="*/ 7 w 288"/>
                  <a:gd name="T3" fmla="*/ 14 h 14"/>
                  <a:gd name="T4" fmla="*/ 0 w 288"/>
                  <a:gd name="T5" fmla="*/ 7 h 14"/>
                  <a:gd name="T6" fmla="*/ 0 w 288"/>
                  <a:gd name="T7" fmla="*/ 7 h 14"/>
                  <a:gd name="T8" fmla="*/ 7 w 288"/>
                  <a:gd name="T9" fmla="*/ 0 h 14"/>
                  <a:gd name="T10" fmla="*/ 281 w 288"/>
                  <a:gd name="T11" fmla="*/ 0 h 14"/>
                  <a:gd name="T12" fmla="*/ 288 w 288"/>
                  <a:gd name="T13" fmla="*/ 7 h 14"/>
                  <a:gd name="T14" fmla="*/ 288 w 288"/>
                  <a:gd name="T15" fmla="*/ 7 h 14"/>
                  <a:gd name="T16" fmla="*/ 281 w 288"/>
                  <a:gd name="T1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8" h="14">
                    <a:moveTo>
                      <a:pt x="281" y="14"/>
                    </a:moveTo>
                    <a:cubicBezTo>
                      <a:pt x="7" y="14"/>
                      <a:pt x="7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281" y="0"/>
                      <a:pt x="281" y="0"/>
                      <a:pt x="281" y="0"/>
                    </a:cubicBezTo>
                    <a:cubicBezTo>
                      <a:pt x="285" y="0"/>
                      <a:pt x="288" y="3"/>
                      <a:pt x="288" y="7"/>
                    </a:cubicBezTo>
                    <a:cubicBezTo>
                      <a:pt x="288" y="7"/>
                      <a:pt x="288" y="7"/>
                      <a:pt x="288" y="7"/>
                    </a:cubicBezTo>
                    <a:cubicBezTo>
                      <a:pt x="288" y="11"/>
                      <a:pt x="285" y="14"/>
                      <a:pt x="281" y="14"/>
                    </a:cubicBezTo>
                    <a:close/>
                  </a:path>
                </a:pathLst>
              </a:custGeom>
              <a:solidFill>
                <a:srgbClr val="D6D6D6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13" name="Rectangle 1615">
                <a:extLst>
                  <a:ext uri="{FF2B5EF4-FFF2-40B4-BE49-F238E27FC236}">
                    <a16:creationId xmlns:a16="http://schemas.microsoft.com/office/drawing/2014/main" id="{857D6676-B5A7-4688-B3AD-5D4F08B0AB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3" y="2029"/>
                <a:ext cx="221" cy="27"/>
              </a:xfrm>
              <a:prstGeom prst="rect">
                <a:avLst/>
              </a:prstGeom>
              <a:solidFill>
                <a:srgbClr val="D6D6D6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14" name="Freeform 1616">
                <a:extLst>
                  <a:ext uri="{FF2B5EF4-FFF2-40B4-BE49-F238E27FC236}">
                    <a16:creationId xmlns:a16="http://schemas.microsoft.com/office/drawing/2014/main" id="{82BA44FD-E5AA-4828-BBD1-E814C0EE03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4" y="1927"/>
                <a:ext cx="43" cy="7"/>
              </a:xfrm>
              <a:custGeom>
                <a:avLst/>
                <a:gdLst>
                  <a:gd name="T0" fmla="*/ 0 w 43"/>
                  <a:gd name="T1" fmla="*/ 7 h 7"/>
                  <a:gd name="T2" fmla="*/ 21 w 43"/>
                  <a:gd name="T3" fmla="*/ 0 h 7"/>
                  <a:gd name="T4" fmla="*/ 43 w 43"/>
                  <a:gd name="T5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" h="7">
                    <a:moveTo>
                      <a:pt x="0" y="7"/>
                    </a:moveTo>
                    <a:lnTo>
                      <a:pt x="21" y="0"/>
                    </a:lnTo>
                    <a:lnTo>
                      <a:pt x="43" y="7"/>
                    </a:lnTo>
                  </a:path>
                </a:pathLst>
              </a:cu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15" name="Freeform 1617">
                <a:extLst>
                  <a:ext uri="{FF2B5EF4-FFF2-40B4-BE49-F238E27FC236}">
                    <a16:creationId xmlns:a16="http://schemas.microsoft.com/office/drawing/2014/main" id="{AC6CF585-230A-4A90-8B21-EE7C47BD85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2" y="1931"/>
                <a:ext cx="74" cy="56"/>
              </a:xfrm>
              <a:custGeom>
                <a:avLst/>
                <a:gdLst>
                  <a:gd name="T0" fmla="*/ 74 w 109"/>
                  <a:gd name="T1" fmla="*/ 0 h 83"/>
                  <a:gd name="T2" fmla="*/ 67 w 109"/>
                  <a:gd name="T3" fmla="*/ 0 h 83"/>
                  <a:gd name="T4" fmla="*/ 48 w 109"/>
                  <a:gd name="T5" fmla="*/ 41 h 83"/>
                  <a:gd name="T6" fmla="*/ 29 w 109"/>
                  <a:gd name="T7" fmla="*/ 0 h 83"/>
                  <a:gd name="T8" fmla="*/ 24 w 109"/>
                  <a:gd name="T9" fmla="*/ 0 h 83"/>
                  <a:gd name="T10" fmla="*/ 18 w 109"/>
                  <a:gd name="T11" fmla="*/ 39 h 83"/>
                  <a:gd name="T12" fmla="*/ 14 w 109"/>
                  <a:gd name="T13" fmla="*/ 44 h 83"/>
                  <a:gd name="T14" fmla="*/ 14 w 109"/>
                  <a:gd name="T15" fmla="*/ 37 h 83"/>
                  <a:gd name="T16" fmla="*/ 10 w 109"/>
                  <a:gd name="T17" fmla="*/ 80 h 83"/>
                  <a:gd name="T18" fmla="*/ 13 w 109"/>
                  <a:gd name="T19" fmla="*/ 83 h 83"/>
                  <a:gd name="T20" fmla="*/ 85 w 109"/>
                  <a:gd name="T21" fmla="*/ 83 h 83"/>
                  <a:gd name="T22" fmla="*/ 87 w 109"/>
                  <a:gd name="T23" fmla="*/ 80 h 83"/>
                  <a:gd name="T24" fmla="*/ 83 w 109"/>
                  <a:gd name="T25" fmla="*/ 37 h 83"/>
                  <a:gd name="T26" fmla="*/ 107 w 109"/>
                  <a:gd name="T27" fmla="*/ 37 h 83"/>
                  <a:gd name="T28" fmla="*/ 108 w 109"/>
                  <a:gd name="T29" fmla="*/ 36 h 83"/>
                  <a:gd name="T30" fmla="*/ 74 w 109"/>
                  <a:gd name="T31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83">
                    <a:moveTo>
                      <a:pt x="74" y="0"/>
                    </a:moveTo>
                    <a:cubicBezTo>
                      <a:pt x="67" y="0"/>
                      <a:pt x="67" y="0"/>
                      <a:pt x="67" y="0"/>
                    </a:cubicBezTo>
                    <a:cubicBezTo>
                      <a:pt x="66" y="9"/>
                      <a:pt x="48" y="41"/>
                      <a:pt x="48" y="41"/>
                    </a:cubicBezTo>
                    <a:cubicBezTo>
                      <a:pt x="48" y="41"/>
                      <a:pt x="30" y="9"/>
                      <a:pt x="29" y="0"/>
                    </a:cubicBezTo>
                    <a:cubicBezTo>
                      <a:pt x="27" y="0"/>
                      <a:pt x="24" y="0"/>
                      <a:pt x="24" y="0"/>
                    </a:cubicBezTo>
                    <a:cubicBezTo>
                      <a:pt x="4" y="0"/>
                      <a:pt x="0" y="32"/>
                      <a:pt x="18" y="39"/>
                    </a:cubicBezTo>
                    <a:cubicBezTo>
                      <a:pt x="24" y="41"/>
                      <a:pt x="13" y="44"/>
                      <a:pt x="14" y="44"/>
                    </a:cubicBezTo>
                    <a:cubicBezTo>
                      <a:pt x="14" y="37"/>
                      <a:pt x="14" y="37"/>
                      <a:pt x="14" y="37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1" y="83"/>
                      <a:pt x="13" y="83"/>
                    </a:cubicBezTo>
                    <a:cubicBezTo>
                      <a:pt x="85" y="83"/>
                      <a:pt x="85" y="83"/>
                      <a:pt x="85" y="83"/>
                    </a:cubicBezTo>
                    <a:cubicBezTo>
                      <a:pt x="86" y="83"/>
                      <a:pt x="87" y="81"/>
                      <a:pt x="87" y="80"/>
                    </a:cubicBezTo>
                    <a:cubicBezTo>
                      <a:pt x="83" y="37"/>
                      <a:pt x="83" y="37"/>
                      <a:pt x="83" y="37"/>
                    </a:cubicBezTo>
                    <a:cubicBezTo>
                      <a:pt x="107" y="37"/>
                      <a:pt x="107" y="37"/>
                      <a:pt x="107" y="37"/>
                    </a:cubicBezTo>
                    <a:cubicBezTo>
                      <a:pt x="108" y="37"/>
                      <a:pt x="108" y="37"/>
                      <a:pt x="108" y="36"/>
                    </a:cubicBezTo>
                    <a:cubicBezTo>
                      <a:pt x="109" y="16"/>
                      <a:pt x="93" y="0"/>
                      <a:pt x="74" y="0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16" name="Freeform 1618">
                <a:extLst>
                  <a:ext uri="{FF2B5EF4-FFF2-40B4-BE49-F238E27FC236}">
                    <a16:creationId xmlns:a16="http://schemas.microsoft.com/office/drawing/2014/main" id="{4E1EB773-E676-41D4-8AE3-02E34E07B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5" y="1927"/>
                <a:ext cx="43" cy="7"/>
              </a:xfrm>
              <a:custGeom>
                <a:avLst/>
                <a:gdLst>
                  <a:gd name="T0" fmla="*/ 0 w 43"/>
                  <a:gd name="T1" fmla="*/ 7 h 7"/>
                  <a:gd name="T2" fmla="*/ 21 w 43"/>
                  <a:gd name="T3" fmla="*/ 0 h 7"/>
                  <a:gd name="T4" fmla="*/ 43 w 43"/>
                  <a:gd name="T5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" h="7">
                    <a:moveTo>
                      <a:pt x="0" y="7"/>
                    </a:moveTo>
                    <a:lnTo>
                      <a:pt x="21" y="0"/>
                    </a:lnTo>
                    <a:lnTo>
                      <a:pt x="43" y="7"/>
                    </a:lnTo>
                  </a:path>
                </a:pathLst>
              </a:cu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17" name="Freeform 1619">
                <a:extLst>
                  <a:ext uri="{FF2B5EF4-FFF2-40B4-BE49-F238E27FC236}">
                    <a16:creationId xmlns:a16="http://schemas.microsoft.com/office/drawing/2014/main" id="{FFFDB45B-49F8-4B28-8AF4-537188BBBB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1" y="1909"/>
                <a:ext cx="12" cy="18"/>
              </a:xfrm>
              <a:custGeom>
                <a:avLst/>
                <a:gdLst>
                  <a:gd name="T0" fmla="*/ 6 w 17"/>
                  <a:gd name="T1" fmla="*/ 26 h 26"/>
                  <a:gd name="T2" fmla="*/ 6 w 17"/>
                  <a:gd name="T3" fmla="*/ 18 h 26"/>
                  <a:gd name="T4" fmla="*/ 0 w 17"/>
                  <a:gd name="T5" fmla="*/ 9 h 26"/>
                  <a:gd name="T6" fmla="*/ 9 w 17"/>
                  <a:gd name="T7" fmla="*/ 0 h 26"/>
                  <a:gd name="T8" fmla="*/ 17 w 17"/>
                  <a:gd name="T9" fmla="*/ 9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6">
                    <a:moveTo>
                      <a:pt x="6" y="26"/>
                    </a:moveTo>
                    <a:cubicBezTo>
                      <a:pt x="6" y="18"/>
                      <a:pt x="6" y="18"/>
                      <a:pt x="6" y="18"/>
                    </a:cubicBezTo>
                    <a:cubicBezTo>
                      <a:pt x="6" y="18"/>
                      <a:pt x="0" y="15"/>
                      <a:pt x="0" y="9"/>
                    </a:cubicBezTo>
                    <a:cubicBezTo>
                      <a:pt x="0" y="3"/>
                      <a:pt x="5" y="0"/>
                      <a:pt x="9" y="0"/>
                    </a:cubicBezTo>
                    <a:cubicBezTo>
                      <a:pt x="16" y="0"/>
                      <a:pt x="17" y="9"/>
                      <a:pt x="17" y="9"/>
                    </a:cubicBezTo>
                  </a:path>
                </a:pathLst>
              </a:cu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18" name="Freeform 1620">
                <a:extLst>
                  <a:ext uri="{FF2B5EF4-FFF2-40B4-BE49-F238E27FC236}">
                    <a16:creationId xmlns:a16="http://schemas.microsoft.com/office/drawing/2014/main" id="{A68474A2-D935-4730-8B3C-08D73DEFC8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6" y="1930"/>
                <a:ext cx="82" cy="56"/>
              </a:xfrm>
              <a:custGeom>
                <a:avLst/>
                <a:gdLst>
                  <a:gd name="T0" fmla="*/ 85 w 121"/>
                  <a:gd name="T1" fmla="*/ 0 h 83"/>
                  <a:gd name="T2" fmla="*/ 78 w 121"/>
                  <a:gd name="T3" fmla="*/ 0 h 83"/>
                  <a:gd name="T4" fmla="*/ 59 w 121"/>
                  <a:gd name="T5" fmla="*/ 41 h 83"/>
                  <a:gd name="T6" fmla="*/ 41 w 121"/>
                  <a:gd name="T7" fmla="*/ 0 h 83"/>
                  <a:gd name="T8" fmla="*/ 35 w 121"/>
                  <a:gd name="T9" fmla="*/ 0 h 83"/>
                  <a:gd name="T10" fmla="*/ 1 w 121"/>
                  <a:gd name="T11" fmla="*/ 36 h 83"/>
                  <a:gd name="T12" fmla="*/ 2 w 121"/>
                  <a:gd name="T13" fmla="*/ 38 h 83"/>
                  <a:gd name="T14" fmla="*/ 26 w 121"/>
                  <a:gd name="T15" fmla="*/ 38 h 83"/>
                  <a:gd name="T16" fmla="*/ 22 w 121"/>
                  <a:gd name="T17" fmla="*/ 80 h 83"/>
                  <a:gd name="T18" fmla="*/ 25 w 121"/>
                  <a:gd name="T19" fmla="*/ 83 h 83"/>
                  <a:gd name="T20" fmla="*/ 96 w 121"/>
                  <a:gd name="T21" fmla="*/ 83 h 83"/>
                  <a:gd name="T22" fmla="*/ 99 w 121"/>
                  <a:gd name="T23" fmla="*/ 80 h 83"/>
                  <a:gd name="T24" fmla="*/ 95 w 121"/>
                  <a:gd name="T25" fmla="*/ 38 h 83"/>
                  <a:gd name="T26" fmla="*/ 119 w 121"/>
                  <a:gd name="T27" fmla="*/ 38 h 83"/>
                  <a:gd name="T28" fmla="*/ 120 w 121"/>
                  <a:gd name="T29" fmla="*/ 37 h 83"/>
                  <a:gd name="T30" fmla="*/ 85 w 121"/>
                  <a:gd name="T31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1" h="83">
                    <a:moveTo>
                      <a:pt x="85" y="0"/>
                    </a:moveTo>
                    <a:cubicBezTo>
                      <a:pt x="78" y="0"/>
                      <a:pt x="78" y="0"/>
                      <a:pt x="78" y="0"/>
                    </a:cubicBezTo>
                    <a:cubicBezTo>
                      <a:pt x="78" y="10"/>
                      <a:pt x="59" y="41"/>
                      <a:pt x="59" y="41"/>
                    </a:cubicBezTo>
                    <a:cubicBezTo>
                      <a:pt x="59" y="41"/>
                      <a:pt x="42" y="10"/>
                      <a:pt x="41" y="0"/>
                    </a:cubicBezTo>
                    <a:cubicBezTo>
                      <a:pt x="38" y="0"/>
                      <a:pt x="35" y="0"/>
                      <a:pt x="35" y="0"/>
                    </a:cubicBezTo>
                    <a:cubicBezTo>
                      <a:pt x="16" y="0"/>
                      <a:pt x="0" y="17"/>
                      <a:pt x="1" y="36"/>
                    </a:cubicBezTo>
                    <a:cubicBezTo>
                      <a:pt x="1" y="37"/>
                      <a:pt x="1" y="38"/>
                      <a:pt x="2" y="38"/>
                    </a:cubicBezTo>
                    <a:cubicBezTo>
                      <a:pt x="26" y="38"/>
                      <a:pt x="26" y="38"/>
                      <a:pt x="26" y="38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2"/>
                      <a:pt x="23" y="83"/>
                      <a:pt x="25" y="83"/>
                    </a:cubicBezTo>
                    <a:cubicBezTo>
                      <a:pt x="96" y="83"/>
                      <a:pt x="96" y="83"/>
                      <a:pt x="96" y="83"/>
                    </a:cubicBezTo>
                    <a:cubicBezTo>
                      <a:pt x="98" y="83"/>
                      <a:pt x="99" y="82"/>
                      <a:pt x="99" y="80"/>
                    </a:cubicBezTo>
                    <a:cubicBezTo>
                      <a:pt x="95" y="38"/>
                      <a:pt x="95" y="38"/>
                      <a:pt x="95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0" y="38"/>
                      <a:pt x="120" y="37"/>
                      <a:pt x="120" y="37"/>
                    </a:cubicBezTo>
                    <a:cubicBezTo>
                      <a:pt x="121" y="17"/>
                      <a:pt x="105" y="0"/>
                      <a:pt x="8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19" name="Freeform 1621">
                <a:extLst>
                  <a:ext uri="{FF2B5EF4-FFF2-40B4-BE49-F238E27FC236}">
                    <a16:creationId xmlns:a16="http://schemas.microsoft.com/office/drawing/2014/main" id="{D2779219-4ACF-4B7A-AC3D-B0D0C78765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1" y="1909"/>
                <a:ext cx="11" cy="18"/>
              </a:xfrm>
              <a:custGeom>
                <a:avLst/>
                <a:gdLst>
                  <a:gd name="T0" fmla="*/ 6 w 16"/>
                  <a:gd name="T1" fmla="*/ 26 h 26"/>
                  <a:gd name="T2" fmla="*/ 6 w 16"/>
                  <a:gd name="T3" fmla="*/ 18 h 26"/>
                  <a:gd name="T4" fmla="*/ 0 w 16"/>
                  <a:gd name="T5" fmla="*/ 9 h 26"/>
                  <a:gd name="T6" fmla="*/ 8 w 16"/>
                  <a:gd name="T7" fmla="*/ 0 h 26"/>
                  <a:gd name="T8" fmla="*/ 16 w 16"/>
                  <a:gd name="T9" fmla="*/ 9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6">
                    <a:moveTo>
                      <a:pt x="6" y="26"/>
                    </a:moveTo>
                    <a:cubicBezTo>
                      <a:pt x="6" y="18"/>
                      <a:pt x="6" y="18"/>
                      <a:pt x="6" y="18"/>
                    </a:cubicBezTo>
                    <a:cubicBezTo>
                      <a:pt x="6" y="18"/>
                      <a:pt x="0" y="15"/>
                      <a:pt x="0" y="9"/>
                    </a:cubicBezTo>
                    <a:cubicBezTo>
                      <a:pt x="0" y="3"/>
                      <a:pt x="5" y="0"/>
                      <a:pt x="8" y="0"/>
                    </a:cubicBezTo>
                    <a:cubicBezTo>
                      <a:pt x="15" y="0"/>
                      <a:pt x="16" y="9"/>
                      <a:pt x="16" y="9"/>
                    </a:cubicBezTo>
                  </a:path>
                </a:pathLst>
              </a:cu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20" name="Freeform 1622">
                <a:extLst>
                  <a:ext uri="{FF2B5EF4-FFF2-40B4-BE49-F238E27FC236}">
                    <a16:creationId xmlns:a16="http://schemas.microsoft.com/office/drawing/2014/main" id="{05ABC3DB-3BF0-4204-AD2F-04BB1B985F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0" y="1986"/>
                <a:ext cx="111" cy="152"/>
              </a:xfrm>
              <a:custGeom>
                <a:avLst/>
                <a:gdLst>
                  <a:gd name="T0" fmla="*/ 22 w 111"/>
                  <a:gd name="T1" fmla="*/ 0 h 152"/>
                  <a:gd name="T2" fmla="*/ 90 w 111"/>
                  <a:gd name="T3" fmla="*/ 0 h 152"/>
                  <a:gd name="T4" fmla="*/ 111 w 111"/>
                  <a:gd name="T5" fmla="*/ 152 h 152"/>
                  <a:gd name="T6" fmla="*/ 80 w 111"/>
                  <a:gd name="T7" fmla="*/ 152 h 152"/>
                  <a:gd name="T8" fmla="*/ 59 w 111"/>
                  <a:gd name="T9" fmla="*/ 56 h 152"/>
                  <a:gd name="T10" fmla="*/ 53 w 111"/>
                  <a:gd name="T11" fmla="*/ 56 h 152"/>
                  <a:gd name="T12" fmla="*/ 33 w 111"/>
                  <a:gd name="T13" fmla="*/ 151 h 152"/>
                  <a:gd name="T14" fmla="*/ 0 w 111"/>
                  <a:gd name="T15" fmla="*/ 151 h 152"/>
                  <a:gd name="T16" fmla="*/ 22 w 111"/>
                  <a:gd name="T17" fmla="*/ 0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1" h="152">
                    <a:moveTo>
                      <a:pt x="22" y="0"/>
                    </a:moveTo>
                    <a:lnTo>
                      <a:pt x="90" y="0"/>
                    </a:lnTo>
                    <a:lnTo>
                      <a:pt x="111" y="152"/>
                    </a:lnTo>
                    <a:lnTo>
                      <a:pt x="80" y="152"/>
                    </a:lnTo>
                    <a:lnTo>
                      <a:pt x="59" y="56"/>
                    </a:lnTo>
                    <a:lnTo>
                      <a:pt x="53" y="56"/>
                    </a:lnTo>
                    <a:lnTo>
                      <a:pt x="33" y="151"/>
                    </a:lnTo>
                    <a:lnTo>
                      <a:pt x="0" y="151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21" name="Freeform 1623">
                <a:extLst>
                  <a:ext uri="{FF2B5EF4-FFF2-40B4-BE49-F238E27FC236}">
                    <a16:creationId xmlns:a16="http://schemas.microsoft.com/office/drawing/2014/main" id="{92472F32-FA38-41D3-9EEB-38FE652FFA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2" y="1932"/>
                <a:ext cx="24" cy="21"/>
              </a:xfrm>
              <a:custGeom>
                <a:avLst/>
                <a:gdLst>
                  <a:gd name="T0" fmla="*/ 12 w 36"/>
                  <a:gd name="T1" fmla="*/ 0 h 31"/>
                  <a:gd name="T2" fmla="*/ 11 w 36"/>
                  <a:gd name="T3" fmla="*/ 11 h 31"/>
                  <a:gd name="T4" fmla="*/ 1 w 36"/>
                  <a:gd name="T5" fmla="*/ 13 h 31"/>
                  <a:gd name="T6" fmla="*/ 2 w 36"/>
                  <a:gd name="T7" fmla="*/ 16 h 31"/>
                  <a:gd name="T8" fmla="*/ 19 w 36"/>
                  <a:gd name="T9" fmla="*/ 21 h 31"/>
                  <a:gd name="T10" fmla="*/ 36 w 36"/>
                  <a:gd name="T11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31">
                    <a:moveTo>
                      <a:pt x="12" y="0"/>
                    </a:moveTo>
                    <a:cubicBezTo>
                      <a:pt x="19" y="6"/>
                      <a:pt x="19" y="11"/>
                      <a:pt x="11" y="11"/>
                    </a:cubicBezTo>
                    <a:cubicBezTo>
                      <a:pt x="6" y="10"/>
                      <a:pt x="3" y="12"/>
                      <a:pt x="1" y="13"/>
                    </a:cubicBezTo>
                    <a:cubicBezTo>
                      <a:pt x="0" y="14"/>
                      <a:pt x="0" y="16"/>
                      <a:pt x="2" y="16"/>
                    </a:cubicBezTo>
                    <a:cubicBezTo>
                      <a:pt x="6" y="17"/>
                      <a:pt x="14" y="19"/>
                      <a:pt x="19" y="21"/>
                    </a:cubicBezTo>
                    <a:cubicBezTo>
                      <a:pt x="25" y="23"/>
                      <a:pt x="30" y="25"/>
                      <a:pt x="36" y="31"/>
                    </a:cubicBezTo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22" name="Freeform 1624">
                <a:extLst>
                  <a:ext uri="{FF2B5EF4-FFF2-40B4-BE49-F238E27FC236}">
                    <a16:creationId xmlns:a16="http://schemas.microsoft.com/office/drawing/2014/main" id="{F2C58EA3-1FC0-49DE-BC0A-E536652A7E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4" y="1922"/>
                <a:ext cx="22" cy="16"/>
              </a:xfrm>
              <a:custGeom>
                <a:avLst/>
                <a:gdLst>
                  <a:gd name="T0" fmla="*/ 24 w 33"/>
                  <a:gd name="T1" fmla="*/ 0 h 24"/>
                  <a:gd name="T2" fmla="*/ 5 w 33"/>
                  <a:gd name="T3" fmla="*/ 9 h 24"/>
                  <a:gd name="T4" fmla="*/ 3 w 33"/>
                  <a:gd name="T5" fmla="*/ 20 h 24"/>
                  <a:gd name="T6" fmla="*/ 15 w 33"/>
                  <a:gd name="T7" fmla="*/ 21 h 24"/>
                  <a:gd name="T8" fmla="*/ 33 w 33"/>
                  <a:gd name="T9" fmla="*/ 15 h 24"/>
                  <a:gd name="T10" fmla="*/ 24 w 33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24">
                    <a:moveTo>
                      <a:pt x="24" y="0"/>
                    </a:moveTo>
                    <a:cubicBezTo>
                      <a:pt x="24" y="0"/>
                      <a:pt x="12" y="5"/>
                      <a:pt x="5" y="9"/>
                    </a:cubicBezTo>
                    <a:cubicBezTo>
                      <a:pt x="0" y="12"/>
                      <a:pt x="2" y="18"/>
                      <a:pt x="3" y="20"/>
                    </a:cubicBezTo>
                    <a:cubicBezTo>
                      <a:pt x="6" y="24"/>
                      <a:pt x="10" y="23"/>
                      <a:pt x="15" y="21"/>
                    </a:cubicBezTo>
                    <a:cubicBezTo>
                      <a:pt x="24" y="18"/>
                      <a:pt x="33" y="15"/>
                      <a:pt x="33" y="15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23" name="Freeform 1625">
                <a:extLst>
                  <a:ext uri="{FF2B5EF4-FFF2-40B4-BE49-F238E27FC236}">
                    <a16:creationId xmlns:a16="http://schemas.microsoft.com/office/drawing/2014/main" id="{124D5DC4-E7CE-43AA-A028-12544D5B49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3" y="1919"/>
                <a:ext cx="39" cy="28"/>
              </a:xfrm>
              <a:custGeom>
                <a:avLst/>
                <a:gdLst>
                  <a:gd name="T0" fmla="*/ 58 w 58"/>
                  <a:gd name="T1" fmla="*/ 41 h 41"/>
                  <a:gd name="T2" fmla="*/ 31 w 58"/>
                  <a:gd name="T3" fmla="*/ 4 h 41"/>
                  <a:gd name="T4" fmla="*/ 5 w 58"/>
                  <a:gd name="T5" fmla="*/ 8 h 41"/>
                  <a:gd name="T6" fmla="*/ 6 w 58"/>
                  <a:gd name="T7" fmla="*/ 27 h 41"/>
                  <a:gd name="T8" fmla="*/ 15 w 58"/>
                  <a:gd name="T9" fmla="*/ 25 h 41"/>
                  <a:gd name="T10" fmla="*/ 23 w 58"/>
                  <a:gd name="T11" fmla="*/ 41 h 41"/>
                  <a:gd name="T12" fmla="*/ 58 w 58"/>
                  <a:gd name="T13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41">
                    <a:moveTo>
                      <a:pt x="58" y="41"/>
                    </a:moveTo>
                    <a:cubicBezTo>
                      <a:pt x="58" y="41"/>
                      <a:pt x="41" y="8"/>
                      <a:pt x="31" y="4"/>
                    </a:cubicBezTo>
                    <a:cubicBezTo>
                      <a:pt x="21" y="0"/>
                      <a:pt x="9" y="2"/>
                      <a:pt x="5" y="8"/>
                    </a:cubicBezTo>
                    <a:cubicBezTo>
                      <a:pt x="0" y="14"/>
                      <a:pt x="1" y="27"/>
                      <a:pt x="6" y="27"/>
                    </a:cubicBezTo>
                    <a:cubicBezTo>
                      <a:pt x="11" y="26"/>
                      <a:pt x="15" y="25"/>
                      <a:pt x="15" y="25"/>
                    </a:cubicBezTo>
                    <a:cubicBezTo>
                      <a:pt x="23" y="41"/>
                      <a:pt x="23" y="41"/>
                      <a:pt x="23" y="41"/>
                    </a:cubicBezTo>
                    <a:lnTo>
                      <a:pt x="58" y="41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24" name="Rectangle 1626">
                <a:extLst>
                  <a:ext uri="{FF2B5EF4-FFF2-40B4-BE49-F238E27FC236}">
                    <a16:creationId xmlns:a16="http://schemas.microsoft.com/office/drawing/2014/main" id="{5C090C03-3209-4C19-AB48-07E38A598C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3" y="2068"/>
                <a:ext cx="47" cy="97"/>
              </a:xfrm>
              <a:prstGeom prst="rect">
                <a:avLst/>
              </a:pr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25" name="Freeform 1627">
                <a:extLst>
                  <a:ext uri="{FF2B5EF4-FFF2-40B4-BE49-F238E27FC236}">
                    <a16:creationId xmlns:a16="http://schemas.microsoft.com/office/drawing/2014/main" id="{73D8156B-6D8F-49D5-92BB-393EA6FB5C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0" y="2112"/>
                <a:ext cx="82" cy="138"/>
              </a:xfrm>
              <a:custGeom>
                <a:avLst/>
                <a:gdLst>
                  <a:gd name="T0" fmla="*/ 27 w 82"/>
                  <a:gd name="T1" fmla="*/ 8 h 138"/>
                  <a:gd name="T2" fmla="*/ 0 w 82"/>
                  <a:gd name="T3" fmla="*/ 138 h 138"/>
                  <a:gd name="T4" fmla="*/ 41 w 82"/>
                  <a:gd name="T5" fmla="*/ 138 h 138"/>
                  <a:gd name="T6" fmla="*/ 82 w 82"/>
                  <a:gd name="T7" fmla="*/ 0 h 138"/>
                  <a:gd name="T8" fmla="*/ 27 w 82"/>
                  <a:gd name="T9" fmla="*/ 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138">
                    <a:moveTo>
                      <a:pt x="27" y="8"/>
                    </a:moveTo>
                    <a:lnTo>
                      <a:pt x="0" y="138"/>
                    </a:lnTo>
                    <a:lnTo>
                      <a:pt x="41" y="138"/>
                    </a:lnTo>
                    <a:lnTo>
                      <a:pt x="82" y="0"/>
                    </a:lnTo>
                    <a:lnTo>
                      <a:pt x="27" y="8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26" name="Freeform 1628">
                <a:extLst>
                  <a:ext uri="{FF2B5EF4-FFF2-40B4-BE49-F238E27FC236}">
                    <a16:creationId xmlns:a16="http://schemas.microsoft.com/office/drawing/2014/main" id="{3EFA940A-47F3-44F7-A3A4-C79D85E16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" y="1991"/>
                <a:ext cx="118" cy="133"/>
              </a:xfrm>
              <a:custGeom>
                <a:avLst/>
                <a:gdLst>
                  <a:gd name="T0" fmla="*/ 95 w 173"/>
                  <a:gd name="T1" fmla="*/ 0 h 195"/>
                  <a:gd name="T2" fmla="*/ 95 w 173"/>
                  <a:gd name="T3" fmla="*/ 0 h 195"/>
                  <a:gd name="T4" fmla="*/ 165 w 173"/>
                  <a:gd name="T5" fmla="*/ 58 h 195"/>
                  <a:gd name="T6" fmla="*/ 169 w 173"/>
                  <a:gd name="T7" fmla="*/ 155 h 195"/>
                  <a:gd name="T8" fmla="*/ 169 w 173"/>
                  <a:gd name="T9" fmla="*/ 193 h 195"/>
                  <a:gd name="T10" fmla="*/ 0 w 173"/>
                  <a:gd name="T11" fmla="*/ 195 h 195"/>
                  <a:gd name="T12" fmla="*/ 27 w 173"/>
                  <a:gd name="T13" fmla="*/ 60 h 195"/>
                  <a:gd name="T14" fmla="*/ 95 w 173"/>
                  <a:gd name="T15" fmla="*/ 0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3" h="195">
                    <a:moveTo>
                      <a:pt x="95" y="0"/>
                    </a:moveTo>
                    <a:cubicBezTo>
                      <a:pt x="95" y="0"/>
                      <a:pt x="95" y="0"/>
                      <a:pt x="95" y="0"/>
                    </a:cubicBezTo>
                    <a:cubicBezTo>
                      <a:pt x="128" y="0"/>
                      <a:pt x="156" y="14"/>
                      <a:pt x="165" y="58"/>
                    </a:cubicBezTo>
                    <a:cubicBezTo>
                      <a:pt x="173" y="92"/>
                      <a:pt x="170" y="129"/>
                      <a:pt x="169" y="155"/>
                    </a:cubicBezTo>
                    <a:cubicBezTo>
                      <a:pt x="169" y="178"/>
                      <a:pt x="169" y="193"/>
                      <a:pt x="169" y="193"/>
                    </a:cubicBezTo>
                    <a:cubicBezTo>
                      <a:pt x="0" y="195"/>
                      <a:pt x="0" y="195"/>
                      <a:pt x="0" y="195"/>
                    </a:cubicBezTo>
                    <a:cubicBezTo>
                      <a:pt x="0" y="195"/>
                      <a:pt x="12" y="112"/>
                      <a:pt x="27" y="60"/>
                    </a:cubicBezTo>
                    <a:cubicBezTo>
                      <a:pt x="39" y="20"/>
                      <a:pt x="62" y="0"/>
                      <a:pt x="95" y="0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27" name="Freeform 1629">
                <a:extLst>
                  <a:ext uri="{FF2B5EF4-FFF2-40B4-BE49-F238E27FC236}">
                    <a16:creationId xmlns:a16="http://schemas.microsoft.com/office/drawing/2014/main" id="{A0776D63-AC6C-492C-9DB0-D66AE5BC44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4" y="1869"/>
                <a:ext cx="35" cy="43"/>
              </a:xfrm>
              <a:custGeom>
                <a:avLst/>
                <a:gdLst>
                  <a:gd name="T0" fmla="*/ 7 w 51"/>
                  <a:gd name="T1" fmla="*/ 16 h 62"/>
                  <a:gd name="T2" fmla="*/ 26 w 51"/>
                  <a:gd name="T3" fmla="*/ 0 h 62"/>
                  <a:gd name="T4" fmla="*/ 26 w 51"/>
                  <a:gd name="T5" fmla="*/ 0 h 62"/>
                  <a:gd name="T6" fmla="*/ 45 w 51"/>
                  <a:gd name="T7" fmla="*/ 17 h 62"/>
                  <a:gd name="T8" fmla="*/ 51 w 51"/>
                  <a:gd name="T9" fmla="*/ 59 h 62"/>
                  <a:gd name="T10" fmla="*/ 0 w 51"/>
                  <a:gd name="T11" fmla="*/ 62 h 62"/>
                  <a:gd name="T12" fmla="*/ 7 w 51"/>
                  <a:gd name="T13" fmla="*/ 1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1" h="62">
                    <a:moveTo>
                      <a:pt x="7" y="16"/>
                    </a:moveTo>
                    <a:cubicBezTo>
                      <a:pt x="8" y="7"/>
                      <a:pt x="16" y="0"/>
                      <a:pt x="26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36" y="0"/>
                      <a:pt x="44" y="7"/>
                      <a:pt x="45" y="17"/>
                    </a:cubicBezTo>
                    <a:cubicBezTo>
                      <a:pt x="51" y="59"/>
                      <a:pt x="51" y="59"/>
                      <a:pt x="51" y="59"/>
                    </a:cubicBezTo>
                    <a:cubicBezTo>
                      <a:pt x="50" y="58"/>
                      <a:pt x="0" y="62"/>
                      <a:pt x="0" y="62"/>
                    </a:cubicBezTo>
                    <a:cubicBezTo>
                      <a:pt x="7" y="18"/>
                      <a:pt x="7" y="18"/>
                      <a:pt x="7" y="18"/>
                    </a:cubicBezTo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28" name="Freeform 1630">
                <a:extLst>
                  <a:ext uri="{FF2B5EF4-FFF2-40B4-BE49-F238E27FC236}">
                    <a16:creationId xmlns:a16="http://schemas.microsoft.com/office/drawing/2014/main" id="{A3F58CFA-B100-4E14-A618-A0DE148A3E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7" y="1857"/>
                <a:ext cx="38" cy="40"/>
              </a:xfrm>
              <a:custGeom>
                <a:avLst/>
                <a:gdLst>
                  <a:gd name="T0" fmla="*/ 40 w 56"/>
                  <a:gd name="T1" fmla="*/ 24 h 58"/>
                  <a:gd name="T2" fmla="*/ 38 w 56"/>
                  <a:gd name="T3" fmla="*/ 22 h 58"/>
                  <a:gd name="T4" fmla="*/ 38 w 56"/>
                  <a:gd name="T5" fmla="*/ 21 h 58"/>
                  <a:gd name="T6" fmla="*/ 41 w 56"/>
                  <a:gd name="T7" fmla="*/ 15 h 58"/>
                  <a:gd name="T8" fmla="*/ 47 w 56"/>
                  <a:gd name="T9" fmla="*/ 11 h 58"/>
                  <a:gd name="T10" fmla="*/ 44 w 56"/>
                  <a:gd name="T11" fmla="*/ 1 h 58"/>
                  <a:gd name="T12" fmla="*/ 11 w 56"/>
                  <a:gd name="T13" fmla="*/ 0 h 58"/>
                  <a:gd name="T14" fmla="*/ 9 w 56"/>
                  <a:gd name="T15" fmla="*/ 6 h 58"/>
                  <a:gd name="T16" fmla="*/ 9 w 56"/>
                  <a:gd name="T17" fmla="*/ 6 h 58"/>
                  <a:gd name="T18" fmla="*/ 7 w 56"/>
                  <a:gd name="T19" fmla="*/ 18 h 58"/>
                  <a:gd name="T20" fmla="*/ 1 w 56"/>
                  <a:gd name="T21" fmla="*/ 28 h 58"/>
                  <a:gd name="T22" fmla="*/ 3 w 56"/>
                  <a:gd name="T23" fmla="*/ 34 h 58"/>
                  <a:gd name="T24" fmla="*/ 5 w 56"/>
                  <a:gd name="T25" fmla="*/ 34 h 58"/>
                  <a:gd name="T26" fmla="*/ 4 w 56"/>
                  <a:gd name="T27" fmla="*/ 45 h 58"/>
                  <a:gd name="T28" fmla="*/ 15 w 56"/>
                  <a:gd name="T29" fmla="*/ 58 h 58"/>
                  <a:gd name="T30" fmla="*/ 36 w 56"/>
                  <a:gd name="T31" fmla="*/ 58 h 58"/>
                  <a:gd name="T32" fmla="*/ 41 w 56"/>
                  <a:gd name="T33" fmla="*/ 46 h 58"/>
                  <a:gd name="T34" fmla="*/ 43 w 56"/>
                  <a:gd name="T35" fmla="*/ 46 h 58"/>
                  <a:gd name="T36" fmla="*/ 56 w 56"/>
                  <a:gd name="T37" fmla="*/ 43 h 58"/>
                  <a:gd name="T38" fmla="*/ 51 w 56"/>
                  <a:gd name="T39" fmla="*/ 25 h 58"/>
                  <a:gd name="T40" fmla="*/ 40 w 56"/>
                  <a:gd name="T41" fmla="*/ 24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6" h="58">
                    <a:moveTo>
                      <a:pt x="40" y="24"/>
                    </a:moveTo>
                    <a:cubicBezTo>
                      <a:pt x="39" y="24"/>
                      <a:pt x="38" y="23"/>
                      <a:pt x="38" y="22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18"/>
                      <a:pt x="39" y="16"/>
                      <a:pt x="41" y="15"/>
                    </a:cubicBezTo>
                    <a:cubicBezTo>
                      <a:pt x="47" y="11"/>
                      <a:pt x="47" y="11"/>
                      <a:pt x="47" y="11"/>
                    </a:cubicBezTo>
                    <a:cubicBezTo>
                      <a:pt x="50" y="8"/>
                      <a:pt x="48" y="2"/>
                      <a:pt x="44" y="1"/>
                    </a:cubicBezTo>
                    <a:cubicBezTo>
                      <a:pt x="33" y="1"/>
                      <a:pt x="19" y="0"/>
                      <a:pt x="11" y="0"/>
                    </a:cubicBezTo>
                    <a:cubicBezTo>
                      <a:pt x="10" y="2"/>
                      <a:pt x="9" y="4"/>
                      <a:pt x="9" y="6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0" y="30"/>
                      <a:pt x="1" y="33"/>
                      <a:pt x="3" y="34"/>
                    </a:cubicBezTo>
                    <a:cubicBezTo>
                      <a:pt x="5" y="34"/>
                      <a:pt x="5" y="34"/>
                      <a:pt x="5" y="34"/>
                    </a:cubicBezTo>
                    <a:cubicBezTo>
                      <a:pt x="4" y="45"/>
                      <a:pt x="4" y="45"/>
                      <a:pt x="4" y="45"/>
                    </a:cubicBezTo>
                    <a:cubicBezTo>
                      <a:pt x="3" y="52"/>
                      <a:pt x="8" y="58"/>
                      <a:pt x="15" y="58"/>
                    </a:cubicBezTo>
                    <a:cubicBezTo>
                      <a:pt x="36" y="58"/>
                      <a:pt x="36" y="58"/>
                      <a:pt x="36" y="58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2" y="46"/>
                      <a:pt x="42" y="46"/>
                      <a:pt x="43" y="46"/>
                    </a:cubicBezTo>
                    <a:cubicBezTo>
                      <a:pt x="48" y="46"/>
                      <a:pt x="52" y="45"/>
                      <a:pt x="56" y="43"/>
                    </a:cubicBezTo>
                    <a:cubicBezTo>
                      <a:pt x="51" y="25"/>
                      <a:pt x="51" y="25"/>
                      <a:pt x="51" y="25"/>
                    </a:cubicBezTo>
                    <a:lnTo>
                      <a:pt x="40" y="24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29" name="Freeform 1631">
                <a:extLst>
                  <a:ext uri="{FF2B5EF4-FFF2-40B4-BE49-F238E27FC236}">
                    <a16:creationId xmlns:a16="http://schemas.microsoft.com/office/drawing/2014/main" id="{34B56F89-891A-4895-9079-2709AE6660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4" y="1842"/>
                <a:ext cx="45" cy="44"/>
              </a:xfrm>
              <a:custGeom>
                <a:avLst/>
                <a:gdLst>
                  <a:gd name="T0" fmla="*/ 66 w 66"/>
                  <a:gd name="T1" fmla="*/ 34 h 65"/>
                  <a:gd name="T2" fmla="*/ 32 w 66"/>
                  <a:gd name="T3" fmla="*/ 0 h 65"/>
                  <a:gd name="T4" fmla="*/ 0 w 66"/>
                  <a:gd name="T5" fmla="*/ 22 h 65"/>
                  <a:gd name="T6" fmla="*/ 11 w 66"/>
                  <a:gd name="T7" fmla="*/ 23 h 65"/>
                  <a:gd name="T8" fmla="*/ 14 w 66"/>
                  <a:gd name="T9" fmla="*/ 33 h 65"/>
                  <a:gd name="T10" fmla="*/ 9 w 66"/>
                  <a:gd name="T11" fmla="*/ 37 h 65"/>
                  <a:gd name="T12" fmla="*/ 5 w 66"/>
                  <a:gd name="T13" fmla="*/ 43 h 65"/>
                  <a:gd name="T14" fmla="*/ 5 w 66"/>
                  <a:gd name="T15" fmla="*/ 44 h 65"/>
                  <a:gd name="T16" fmla="*/ 7 w 66"/>
                  <a:gd name="T17" fmla="*/ 46 h 65"/>
                  <a:gd name="T18" fmla="*/ 18 w 66"/>
                  <a:gd name="T19" fmla="*/ 47 h 65"/>
                  <a:gd name="T20" fmla="*/ 45 w 66"/>
                  <a:gd name="T21" fmla="*/ 65 h 65"/>
                  <a:gd name="T22" fmla="*/ 66 w 66"/>
                  <a:gd name="T23" fmla="*/ 3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6" h="65">
                    <a:moveTo>
                      <a:pt x="66" y="34"/>
                    </a:moveTo>
                    <a:cubicBezTo>
                      <a:pt x="66" y="15"/>
                      <a:pt x="51" y="0"/>
                      <a:pt x="32" y="0"/>
                    </a:cubicBezTo>
                    <a:cubicBezTo>
                      <a:pt x="17" y="0"/>
                      <a:pt x="5" y="9"/>
                      <a:pt x="0" y="22"/>
                    </a:cubicBezTo>
                    <a:cubicBezTo>
                      <a:pt x="8" y="22"/>
                      <a:pt x="7" y="23"/>
                      <a:pt x="11" y="23"/>
                    </a:cubicBezTo>
                    <a:cubicBezTo>
                      <a:pt x="16" y="24"/>
                      <a:pt x="18" y="30"/>
                      <a:pt x="14" y="33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7" y="38"/>
                      <a:pt x="5" y="40"/>
                      <a:pt x="5" y="43"/>
                    </a:cubicBezTo>
                    <a:cubicBezTo>
                      <a:pt x="5" y="44"/>
                      <a:pt x="5" y="44"/>
                      <a:pt x="5" y="44"/>
                    </a:cubicBezTo>
                    <a:cubicBezTo>
                      <a:pt x="5" y="45"/>
                      <a:pt x="6" y="46"/>
                      <a:pt x="7" y="46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45" y="65"/>
                      <a:pt x="45" y="65"/>
                      <a:pt x="45" y="65"/>
                    </a:cubicBezTo>
                    <a:cubicBezTo>
                      <a:pt x="57" y="60"/>
                      <a:pt x="66" y="48"/>
                      <a:pt x="66" y="3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30" name="Freeform 1632">
                <a:extLst>
                  <a:ext uri="{FF2B5EF4-FFF2-40B4-BE49-F238E27FC236}">
                    <a16:creationId xmlns:a16="http://schemas.microsoft.com/office/drawing/2014/main" id="{F5C0B104-2CB6-4A15-ADA6-276C12A6D1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7" y="1875"/>
                <a:ext cx="27" cy="16"/>
              </a:xfrm>
              <a:custGeom>
                <a:avLst/>
                <a:gdLst>
                  <a:gd name="T0" fmla="*/ 19 w 27"/>
                  <a:gd name="T1" fmla="*/ 15 h 16"/>
                  <a:gd name="T2" fmla="*/ 27 w 27"/>
                  <a:gd name="T3" fmla="*/ 4 h 16"/>
                  <a:gd name="T4" fmla="*/ 0 w 27"/>
                  <a:gd name="T5" fmla="*/ 0 h 16"/>
                  <a:gd name="T6" fmla="*/ 6 w 27"/>
                  <a:gd name="T7" fmla="*/ 16 h 16"/>
                  <a:gd name="T8" fmla="*/ 19 w 27"/>
                  <a:gd name="T9" fmla="*/ 1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16">
                    <a:moveTo>
                      <a:pt x="19" y="15"/>
                    </a:moveTo>
                    <a:lnTo>
                      <a:pt x="27" y="4"/>
                    </a:lnTo>
                    <a:lnTo>
                      <a:pt x="0" y="0"/>
                    </a:lnTo>
                    <a:lnTo>
                      <a:pt x="6" y="16"/>
                    </a:lnTo>
                    <a:lnTo>
                      <a:pt x="19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31" name="Freeform 1633">
                <a:extLst>
                  <a:ext uri="{FF2B5EF4-FFF2-40B4-BE49-F238E27FC236}">
                    <a16:creationId xmlns:a16="http://schemas.microsoft.com/office/drawing/2014/main" id="{214849A1-5E72-4806-88C1-A5C0EBB918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5" y="1897"/>
                <a:ext cx="16" cy="8"/>
              </a:xfrm>
              <a:custGeom>
                <a:avLst/>
                <a:gdLst>
                  <a:gd name="T0" fmla="*/ 0 w 16"/>
                  <a:gd name="T1" fmla="*/ 8 h 8"/>
                  <a:gd name="T2" fmla="*/ 16 w 16"/>
                  <a:gd name="T3" fmla="*/ 0 h 8"/>
                  <a:gd name="T4" fmla="*/ 1 w 16"/>
                  <a:gd name="T5" fmla="*/ 0 h 8"/>
                  <a:gd name="T6" fmla="*/ 0 w 16"/>
                  <a:gd name="T7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" h="8">
                    <a:moveTo>
                      <a:pt x="0" y="8"/>
                    </a:moveTo>
                    <a:lnTo>
                      <a:pt x="16" y="0"/>
                    </a:lnTo>
                    <a:lnTo>
                      <a:pt x="1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32" name="Freeform 1634">
                <a:extLst>
                  <a:ext uri="{FF2B5EF4-FFF2-40B4-BE49-F238E27FC236}">
                    <a16:creationId xmlns:a16="http://schemas.microsoft.com/office/drawing/2014/main" id="{3AB4F274-C109-400C-89B5-42B3414B38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9" y="1906"/>
                <a:ext cx="219" cy="150"/>
              </a:xfrm>
              <a:custGeom>
                <a:avLst/>
                <a:gdLst>
                  <a:gd name="T0" fmla="*/ 318 w 321"/>
                  <a:gd name="T1" fmla="*/ 119 h 221"/>
                  <a:gd name="T2" fmla="*/ 310 w 321"/>
                  <a:gd name="T3" fmla="*/ 103 h 221"/>
                  <a:gd name="T4" fmla="*/ 266 w 321"/>
                  <a:gd name="T5" fmla="*/ 34 h 221"/>
                  <a:gd name="T6" fmla="*/ 266 w 321"/>
                  <a:gd name="T7" fmla="*/ 33 h 221"/>
                  <a:gd name="T8" fmla="*/ 220 w 321"/>
                  <a:gd name="T9" fmla="*/ 3 h 221"/>
                  <a:gd name="T10" fmla="*/ 197 w 321"/>
                  <a:gd name="T11" fmla="*/ 2 h 221"/>
                  <a:gd name="T12" fmla="*/ 192 w 321"/>
                  <a:gd name="T13" fmla="*/ 0 h 221"/>
                  <a:gd name="T14" fmla="*/ 169 w 321"/>
                  <a:gd name="T15" fmla="*/ 0 h 221"/>
                  <a:gd name="T16" fmla="*/ 158 w 321"/>
                  <a:gd name="T17" fmla="*/ 5 h 221"/>
                  <a:gd name="T18" fmla="*/ 115 w 321"/>
                  <a:gd name="T19" fmla="*/ 15 h 221"/>
                  <a:gd name="T20" fmla="*/ 95 w 321"/>
                  <a:gd name="T21" fmla="*/ 32 h 221"/>
                  <a:gd name="T22" fmla="*/ 63 w 321"/>
                  <a:gd name="T23" fmla="*/ 80 h 221"/>
                  <a:gd name="T24" fmla="*/ 54 w 321"/>
                  <a:gd name="T25" fmla="*/ 61 h 221"/>
                  <a:gd name="T26" fmla="*/ 0 w 321"/>
                  <a:gd name="T27" fmla="*/ 60 h 221"/>
                  <a:gd name="T28" fmla="*/ 42 w 321"/>
                  <a:gd name="T29" fmla="*/ 145 h 221"/>
                  <a:gd name="T30" fmla="*/ 74 w 321"/>
                  <a:gd name="T31" fmla="*/ 156 h 221"/>
                  <a:gd name="T32" fmla="*/ 82 w 321"/>
                  <a:gd name="T33" fmla="*/ 149 h 221"/>
                  <a:gd name="T34" fmla="*/ 82 w 321"/>
                  <a:gd name="T35" fmla="*/ 149 h 221"/>
                  <a:gd name="T36" fmla="*/ 96 w 321"/>
                  <a:gd name="T37" fmla="*/ 129 h 221"/>
                  <a:gd name="T38" fmla="*/ 95 w 321"/>
                  <a:gd name="T39" fmla="*/ 160 h 221"/>
                  <a:gd name="T40" fmla="*/ 251 w 321"/>
                  <a:gd name="T41" fmla="*/ 155 h 221"/>
                  <a:gd name="T42" fmla="*/ 250 w 321"/>
                  <a:gd name="T43" fmla="*/ 140 h 221"/>
                  <a:gd name="T44" fmla="*/ 253 w 321"/>
                  <a:gd name="T45" fmla="*/ 114 h 221"/>
                  <a:gd name="T46" fmla="*/ 265 w 321"/>
                  <a:gd name="T47" fmla="*/ 141 h 221"/>
                  <a:gd name="T48" fmla="*/ 248 w 321"/>
                  <a:gd name="T49" fmla="*/ 184 h 221"/>
                  <a:gd name="T50" fmla="*/ 253 w 321"/>
                  <a:gd name="T51" fmla="*/ 221 h 221"/>
                  <a:gd name="T52" fmla="*/ 297 w 321"/>
                  <a:gd name="T53" fmla="*/ 184 h 221"/>
                  <a:gd name="T54" fmla="*/ 318 w 321"/>
                  <a:gd name="T55" fmla="*/ 119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21" h="221">
                    <a:moveTo>
                      <a:pt x="318" y="119"/>
                    </a:moveTo>
                    <a:cubicBezTo>
                      <a:pt x="316" y="114"/>
                      <a:pt x="313" y="108"/>
                      <a:pt x="310" y="103"/>
                    </a:cubicBezTo>
                    <a:cubicBezTo>
                      <a:pt x="266" y="34"/>
                      <a:pt x="266" y="34"/>
                      <a:pt x="266" y="34"/>
                    </a:cubicBezTo>
                    <a:cubicBezTo>
                      <a:pt x="266" y="34"/>
                      <a:pt x="266" y="34"/>
                      <a:pt x="266" y="33"/>
                    </a:cubicBezTo>
                    <a:cubicBezTo>
                      <a:pt x="260" y="23"/>
                      <a:pt x="247" y="5"/>
                      <a:pt x="220" y="3"/>
                    </a:cubicBezTo>
                    <a:cubicBezTo>
                      <a:pt x="212" y="2"/>
                      <a:pt x="205" y="2"/>
                      <a:pt x="197" y="2"/>
                    </a:cubicBezTo>
                    <a:cubicBezTo>
                      <a:pt x="192" y="0"/>
                      <a:pt x="192" y="0"/>
                      <a:pt x="192" y="0"/>
                    </a:cubicBezTo>
                    <a:cubicBezTo>
                      <a:pt x="169" y="0"/>
                      <a:pt x="169" y="0"/>
                      <a:pt x="169" y="0"/>
                    </a:cubicBezTo>
                    <a:cubicBezTo>
                      <a:pt x="158" y="5"/>
                      <a:pt x="158" y="5"/>
                      <a:pt x="158" y="5"/>
                    </a:cubicBezTo>
                    <a:cubicBezTo>
                      <a:pt x="140" y="7"/>
                      <a:pt x="125" y="11"/>
                      <a:pt x="115" y="15"/>
                    </a:cubicBezTo>
                    <a:cubicBezTo>
                      <a:pt x="106" y="18"/>
                      <a:pt x="99" y="24"/>
                      <a:pt x="95" y="32"/>
                    </a:cubicBezTo>
                    <a:cubicBezTo>
                      <a:pt x="63" y="80"/>
                      <a:pt x="63" y="80"/>
                      <a:pt x="63" y="80"/>
                    </a:cubicBezTo>
                    <a:cubicBezTo>
                      <a:pt x="54" y="61"/>
                      <a:pt x="54" y="61"/>
                      <a:pt x="54" y="6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42" y="145"/>
                      <a:pt x="42" y="145"/>
                      <a:pt x="42" y="145"/>
                    </a:cubicBezTo>
                    <a:cubicBezTo>
                      <a:pt x="48" y="157"/>
                      <a:pt x="62" y="162"/>
                      <a:pt x="74" y="156"/>
                    </a:cubicBezTo>
                    <a:cubicBezTo>
                      <a:pt x="77" y="154"/>
                      <a:pt x="80" y="152"/>
                      <a:pt x="82" y="149"/>
                    </a:cubicBezTo>
                    <a:cubicBezTo>
                      <a:pt x="82" y="149"/>
                      <a:pt x="82" y="149"/>
                      <a:pt x="82" y="149"/>
                    </a:cubicBezTo>
                    <a:cubicBezTo>
                      <a:pt x="96" y="129"/>
                      <a:pt x="96" y="129"/>
                      <a:pt x="96" y="129"/>
                    </a:cubicBezTo>
                    <a:cubicBezTo>
                      <a:pt x="95" y="160"/>
                      <a:pt x="95" y="160"/>
                      <a:pt x="95" y="160"/>
                    </a:cubicBezTo>
                    <a:cubicBezTo>
                      <a:pt x="251" y="155"/>
                      <a:pt x="251" y="155"/>
                      <a:pt x="251" y="155"/>
                    </a:cubicBezTo>
                    <a:cubicBezTo>
                      <a:pt x="250" y="140"/>
                      <a:pt x="250" y="140"/>
                      <a:pt x="250" y="140"/>
                    </a:cubicBezTo>
                    <a:cubicBezTo>
                      <a:pt x="253" y="114"/>
                      <a:pt x="253" y="114"/>
                      <a:pt x="253" y="114"/>
                    </a:cubicBezTo>
                    <a:cubicBezTo>
                      <a:pt x="265" y="141"/>
                      <a:pt x="265" y="141"/>
                      <a:pt x="265" y="141"/>
                    </a:cubicBezTo>
                    <a:cubicBezTo>
                      <a:pt x="248" y="184"/>
                      <a:pt x="248" y="184"/>
                      <a:pt x="248" y="184"/>
                    </a:cubicBezTo>
                    <a:cubicBezTo>
                      <a:pt x="253" y="221"/>
                      <a:pt x="253" y="221"/>
                      <a:pt x="253" y="221"/>
                    </a:cubicBezTo>
                    <a:cubicBezTo>
                      <a:pt x="253" y="221"/>
                      <a:pt x="275" y="215"/>
                      <a:pt x="297" y="184"/>
                    </a:cubicBezTo>
                    <a:cubicBezTo>
                      <a:pt x="321" y="149"/>
                      <a:pt x="320" y="129"/>
                      <a:pt x="318" y="1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33" name="Freeform 1635">
                <a:extLst>
                  <a:ext uri="{FF2B5EF4-FFF2-40B4-BE49-F238E27FC236}">
                    <a16:creationId xmlns:a16="http://schemas.microsoft.com/office/drawing/2014/main" id="{55508C0C-1FED-452B-9FF2-728490DB3D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5" y="1978"/>
                <a:ext cx="106" cy="11"/>
              </a:xfrm>
              <a:custGeom>
                <a:avLst/>
                <a:gdLst>
                  <a:gd name="T0" fmla="*/ 0 w 106"/>
                  <a:gd name="T1" fmla="*/ 2 h 11"/>
                  <a:gd name="T2" fmla="*/ 14 w 106"/>
                  <a:gd name="T3" fmla="*/ 10 h 11"/>
                  <a:gd name="T4" fmla="*/ 33 w 106"/>
                  <a:gd name="T5" fmla="*/ 0 h 11"/>
                  <a:gd name="T6" fmla="*/ 51 w 106"/>
                  <a:gd name="T7" fmla="*/ 10 h 11"/>
                  <a:gd name="T8" fmla="*/ 70 w 106"/>
                  <a:gd name="T9" fmla="*/ 0 h 11"/>
                  <a:gd name="T10" fmla="*/ 88 w 106"/>
                  <a:gd name="T11" fmla="*/ 10 h 11"/>
                  <a:gd name="T12" fmla="*/ 105 w 106"/>
                  <a:gd name="T13" fmla="*/ 1 h 11"/>
                  <a:gd name="T14" fmla="*/ 106 w 106"/>
                  <a:gd name="T15" fmla="*/ 2 h 11"/>
                  <a:gd name="T16" fmla="*/ 88 w 106"/>
                  <a:gd name="T17" fmla="*/ 11 h 11"/>
                  <a:gd name="T18" fmla="*/ 70 w 106"/>
                  <a:gd name="T19" fmla="*/ 2 h 11"/>
                  <a:gd name="T20" fmla="*/ 51 w 106"/>
                  <a:gd name="T21" fmla="*/ 11 h 11"/>
                  <a:gd name="T22" fmla="*/ 33 w 106"/>
                  <a:gd name="T23" fmla="*/ 2 h 11"/>
                  <a:gd name="T24" fmla="*/ 14 w 106"/>
                  <a:gd name="T25" fmla="*/ 11 h 11"/>
                  <a:gd name="T26" fmla="*/ 0 w 106"/>
                  <a:gd name="T27" fmla="*/ 4 h 11"/>
                  <a:gd name="T28" fmla="*/ 0 w 106"/>
                  <a:gd name="T29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6" h="11">
                    <a:moveTo>
                      <a:pt x="0" y="2"/>
                    </a:moveTo>
                    <a:lnTo>
                      <a:pt x="14" y="10"/>
                    </a:lnTo>
                    <a:lnTo>
                      <a:pt x="33" y="0"/>
                    </a:lnTo>
                    <a:lnTo>
                      <a:pt x="51" y="10"/>
                    </a:lnTo>
                    <a:lnTo>
                      <a:pt x="70" y="0"/>
                    </a:lnTo>
                    <a:lnTo>
                      <a:pt x="88" y="10"/>
                    </a:lnTo>
                    <a:lnTo>
                      <a:pt x="105" y="1"/>
                    </a:lnTo>
                    <a:lnTo>
                      <a:pt x="106" y="2"/>
                    </a:lnTo>
                    <a:lnTo>
                      <a:pt x="88" y="11"/>
                    </a:lnTo>
                    <a:lnTo>
                      <a:pt x="70" y="2"/>
                    </a:lnTo>
                    <a:lnTo>
                      <a:pt x="51" y="11"/>
                    </a:lnTo>
                    <a:lnTo>
                      <a:pt x="33" y="2"/>
                    </a:lnTo>
                    <a:lnTo>
                      <a:pt x="14" y="11"/>
                    </a:lnTo>
                    <a:lnTo>
                      <a:pt x="0" y="4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34" name="Freeform 1636">
                <a:extLst>
                  <a:ext uri="{FF2B5EF4-FFF2-40B4-BE49-F238E27FC236}">
                    <a16:creationId xmlns:a16="http://schemas.microsoft.com/office/drawing/2014/main" id="{6DEF7BB3-8583-46A6-B321-AF368B8F8A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5" y="1978"/>
                <a:ext cx="106" cy="11"/>
              </a:xfrm>
              <a:custGeom>
                <a:avLst/>
                <a:gdLst>
                  <a:gd name="T0" fmla="*/ 0 w 106"/>
                  <a:gd name="T1" fmla="*/ 2 h 11"/>
                  <a:gd name="T2" fmla="*/ 14 w 106"/>
                  <a:gd name="T3" fmla="*/ 10 h 11"/>
                  <a:gd name="T4" fmla="*/ 33 w 106"/>
                  <a:gd name="T5" fmla="*/ 0 h 11"/>
                  <a:gd name="T6" fmla="*/ 51 w 106"/>
                  <a:gd name="T7" fmla="*/ 10 h 11"/>
                  <a:gd name="T8" fmla="*/ 70 w 106"/>
                  <a:gd name="T9" fmla="*/ 0 h 11"/>
                  <a:gd name="T10" fmla="*/ 88 w 106"/>
                  <a:gd name="T11" fmla="*/ 10 h 11"/>
                  <a:gd name="T12" fmla="*/ 105 w 106"/>
                  <a:gd name="T13" fmla="*/ 1 h 11"/>
                  <a:gd name="T14" fmla="*/ 106 w 106"/>
                  <a:gd name="T15" fmla="*/ 2 h 11"/>
                  <a:gd name="T16" fmla="*/ 88 w 106"/>
                  <a:gd name="T17" fmla="*/ 11 h 11"/>
                  <a:gd name="T18" fmla="*/ 70 w 106"/>
                  <a:gd name="T19" fmla="*/ 2 h 11"/>
                  <a:gd name="T20" fmla="*/ 51 w 106"/>
                  <a:gd name="T21" fmla="*/ 11 h 11"/>
                  <a:gd name="T22" fmla="*/ 33 w 106"/>
                  <a:gd name="T23" fmla="*/ 2 h 11"/>
                  <a:gd name="T24" fmla="*/ 14 w 106"/>
                  <a:gd name="T25" fmla="*/ 11 h 11"/>
                  <a:gd name="T26" fmla="*/ 0 w 106"/>
                  <a:gd name="T27" fmla="*/ 4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6" h="11">
                    <a:moveTo>
                      <a:pt x="0" y="2"/>
                    </a:moveTo>
                    <a:lnTo>
                      <a:pt x="14" y="10"/>
                    </a:lnTo>
                    <a:lnTo>
                      <a:pt x="33" y="0"/>
                    </a:lnTo>
                    <a:lnTo>
                      <a:pt x="51" y="10"/>
                    </a:lnTo>
                    <a:lnTo>
                      <a:pt x="70" y="0"/>
                    </a:lnTo>
                    <a:lnTo>
                      <a:pt x="88" y="10"/>
                    </a:lnTo>
                    <a:lnTo>
                      <a:pt x="105" y="1"/>
                    </a:lnTo>
                    <a:lnTo>
                      <a:pt x="106" y="2"/>
                    </a:lnTo>
                    <a:lnTo>
                      <a:pt x="88" y="11"/>
                    </a:lnTo>
                    <a:lnTo>
                      <a:pt x="70" y="2"/>
                    </a:lnTo>
                    <a:lnTo>
                      <a:pt x="51" y="11"/>
                    </a:lnTo>
                    <a:lnTo>
                      <a:pt x="33" y="2"/>
                    </a:lnTo>
                    <a:lnTo>
                      <a:pt x="14" y="11"/>
                    </a:lnTo>
                    <a:lnTo>
                      <a:pt x="0" y="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35" name="Freeform 1637">
                <a:extLst>
                  <a:ext uri="{FF2B5EF4-FFF2-40B4-BE49-F238E27FC236}">
                    <a16:creationId xmlns:a16="http://schemas.microsoft.com/office/drawing/2014/main" id="{79293720-B618-47BF-BE61-C1DC4B04C4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6" y="1964"/>
                <a:ext cx="106" cy="11"/>
              </a:xfrm>
              <a:custGeom>
                <a:avLst/>
                <a:gdLst>
                  <a:gd name="T0" fmla="*/ 17 w 106"/>
                  <a:gd name="T1" fmla="*/ 11 h 11"/>
                  <a:gd name="T2" fmla="*/ 0 w 106"/>
                  <a:gd name="T3" fmla="*/ 2 h 11"/>
                  <a:gd name="T4" fmla="*/ 0 w 106"/>
                  <a:gd name="T5" fmla="*/ 1 h 11"/>
                  <a:gd name="T6" fmla="*/ 17 w 106"/>
                  <a:gd name="T7" fmla="*/ 10 h 11"/>
                  <a:gd name="T8" fmla="*/ 36 w 106"/>
                  <a:gd name="T9" fmla="*/ 0 h 11"/>
                  <a:gd name="T10" fmla="*/ 55 w 106"/>
                  <a:gd name="T11" fmla="*/ 10 h 11"/>
                  <a:gd name="T12" fmla="*/ 73 w 106"/>
                  <a:gd name="T13" fmla="*/ 0 h 11"/>
                  <a:gd name="T14" fmla="*/ 92 w 106"/>
                  <a:gd name="T15" fmla="*/ 10 h 11"/>
                  <a:gd name="T16" fmla="*/ 106 w 106"/>
                  <a:gd name="T17" fmla="*/ 3 h 11"/>
                  <a:gd name="T18" fmla="*/ 106 w 106"/>
                  <a:gd name="T19" fmla="*/ 3 h 11"/>
                  <a:gd name="T20" fmla="*/ 92 w 106"/>
                  <a:gd name="T21" fmla="*/ 11 h 11"/>
                  <a:gd name="T22" fmla="*/ 73 w 106"/>
                  <a:gd name="T23" fmla="*/ 1 h 11"/>
                  <a:gd name="T24" fmla="*/ 55 w 106"/>
                  <a:gd name="T25" fmla="*/ 11 h 11"/>
                  <a:gd name="T26" fmla="*/ 36 w 106"/>
                  <a:gd name="T27" fmla="*/ 1 h 11"/>
                  <a:gd name="T28" fmla="*/ 17 w 106"/>
                  <a:gd name="T29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6" h="11">
                    <a:moveTo>
                      <a:pt x="17" y="11"/>
                    </a:moveTo>
                    <a:lnTo>
                      <a:pt x="0" y="2"/>
                    </a:lnTo>
                    <a:lnTo>
                      <a:pt x="0" y="1"/>
                    </a:lnTo>
                    <a:lnTo>
                      <a:pt x="17" y="10"/>
                    </a:lnTo>
                    <a:lnTo>
                      <a:pt x="36" y="0"/>
                    </a:lnTo>
                    <a:lnTo>
                      <a:pt x="55" y="10"/>
                    </a:lnTo>
                    <a:lnTo>
                      <a:pt x="73" y="0"/>
                    </a:lnTo>
                    <a:lnTo>
                      <a:pt x="92" y="10"/>
                    </a:lnTo>
                    <a:lnTo>
                      <a:pt x="106" y="3"/>
                    </a:lnTo>
                    <a:lnTo>
                      <a:pt x="106" y="3"/>
                    </a:lnTo>
                    <a:lnTo>
                      <a:pt x="92" y="11"/>
                    </a:lnTo>
                    <a:lnTo>
                      <a:pt x="73" y="1"/>
                    </a:lnTo>
                    <a:lnTo>
                      <a:pt x="55" y="11"/>
                    </a:lnTo>
                    <a:lnTo>
                      <a:pt x="36" y="1"/>
                    </a:lnTo>
                    <a:lnTo>
                      <a:pt x="17" y="11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36" name="Freeform 1638">
                <a:extLst>
                  <a:ext uri="{FF2B5EF4-FFF2-40B4-BE49-F238E27FC236}">
                    <a16:creationId xmlns:a16="http://schemas.microsoft.com/office/drawing/2014/main" id="{7492156A-8340-4672-9A3D-DD1E1E2700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6" y="2112"/>
                <a:ext cx="94" cy="72"/>
              </a:xfrm>
              <a:custGeom>
                <a:avLst/>
                <a:gdLst>
                  <a:gd name="T0" fmla="*/ 0 w 94"/>
                  <a:gd name="T1" fmla="*/ 36 h 72"/>
                  <a:gd name="T2" fmla="*/ 23 w 94"/>
                  <a:gd name="T3" fmla="*/ 72 h 72"/>
                  <a:gd name="T4" fmla="*/ 94 w 94"/>
                  <a:gd name="T5" fmla="*/ 24 h 72"/>
                  <a:gd name="T6" fmla="*/ 77 w 94"/>
                  <a:gd name="T7" fmla="*/ 0 h 72"/>
                  <a:gd name="T8" fmla="*/ 0 w 94"/>
                  <a:gd name="T9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72">
                    <a:moveTo>
                      <a:pt x="0" y="36"/>
                    </a:moveTo>
                    <a:lnTo>
                      <a:pt x="23" y="72"/>
                    </a:lnTo>
                    <a:lnTo>
                      <a:pt x="94" y="24"/>
                    </a:lnTo>
                    <a:lnTo>
                      <a:pt x="77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37" name="Freeform 1639">
                <a:extLst>
                  <a:ext uri="{FF2B5EF4-FFF2-40B4-BE49-F238E27FC236}">
                    <a16:creationId xmlns:a16="http://schemas.microsoft.com/office/drawing/2014/main" id="{E84FC372-15AB-4590-BBB3-DD4A9B5E15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1" y="1948"/>
                <a:ext cx="4" cy="45"/>
              </a:xfrm>
              <a:custGeom>
                <a:avLst/>
                <a:gdLst>
                  <a:gd name="T0" fmla="*/ 0 w 6"/>
                  <a:gd name="T1" fmla="*/ 66 h 66"/>
                  <a:gd name="T2" fmla="*/ 6 w 6"/>
                  <a:gd name="T3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" h="66">
                    <a:moveTo>
                      <a:pt x="0" y="66"/>
                    </a:moveTo>
                    <a:cubicBezTo>
                      <a:pt x="0" y="66"/>
                      <a:pt x="4" y="15"/>
                      <a:pt x="6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38" name="Freeform 1640">
                <a:extLst>
                  <a:ext uri="{FF2B5EF4-FFF2-40B4-BE49-F238E27FC236}">
                    <a16:creationId xmlns:a16="http://schemas.microsoft.com/office/drawing/2014/main" id="{2337EC42-585F-4F92-957B-A5E4664257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2" y="1865"/>
                <a:ext cx="83" cy="90"/>
              </a:xfrm>
              <a:custGeom>
                <a:avLst/>
                <a:gdLst>
                  <a:gd name="T0" fmla="*/ 40 w 122"/>
                  <a:gd name="T1" fmla="*/ 22 h 132"/>
                  <a:gd name="T2" fmla="*/ 14 w 122"/>
                  <a:gd name="T3" fmla="*/ 83 h 132"/>
                  <a:gd name="T4" fmla="*/ 41 w 122"/>
                  <a:gd name="T5" fmla="*/ 123 h 132"/>
                  <a:gd name="T6" fmla="*/ 86 w 122"/>
                  <a:gd name="T7" fmla="*/ 125 h 132"/>
                  <a:gd name="T8" fmla="*/ 106 w 122"/>
                  <a:gd name="T9" fmla="*/ 85 h 132"/>
                  <a:gd name="T10" fmla="*/ 85 w 122"/>
                  <a:gd name="T11" fmla="*/ 41 h 132"/>
                  <a:gd name="T12" fmla="*/ 83 w 122"/>
                  <a:gd name="T13" fmla="*/ 0 h 132"/>
                  <a:gd name="T14" fmla="*/ 40 w 122"/>
                  <a:gd name="T15" fmla="*/ 22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2" h="132">
                    <a:moveTo>
                      <a:pt x="40" y="22"/>
                    </a:moveTo>
                    <a:cubicBezTo>
                      <a:pt x="40" y="22"/>
                      <a:pt x="0" y="53"/>
                      <a:pt x="14" y="83"/>
                    </a:cubicBezTo>
                    <a:cubicBezTo>
                      <a:pt x="28" y="113"/>
                      <a:pt x="23" y="112"/>
                      <a:pt x="41" y="123"/>
                    </a:cubicBezTo>
                    <a:cubicBezTo>
                      <a:pt x="56" y="132"/>
                      <a:pt x="68" y="127"/>
                      <a:pt x="86" y="125"/>
                    </a:cubicBezTo>
                    <a:cubicBezTo>
                      <a:pt x="105" y="122"/>
                      <a:pt x="122" y="105"/>
                      <a:pt x="106" y="85"/>
                    </a:cubicBezTo>
                    <a:cubicBezTo>
                      <a:pt x="90" y="66"/>
                      <a:pt x="90" y="59"/>
                      <a:pt x="85" y="41"/>
                    </a:cubicBezTo>
                    <a:cubicBezTo>
                      <a:pt x="81" y="22"/>
                      <a:pt x="83" y="0"/>
                      <a:pt x="83" y="0"/>
                    </a:cubicBezTo>
                    <a:lnTo>
                      <a:pt x="40" y="2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39" name="Freeform 1641">
                <a:extLst>
                  <a:ext uri="{FF2B5EF4-FFF2-40B4-BE49-F238E27FC236}">
                    <a16:creationId xmlns:a16="http://schemas.microsoft.com/office/drawing/2014/main" id="{53521295-4FAB-436C-93EF-20307750FB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2" y="1857"/>
                <a:ext cx="25" cy="19"/>
              </a:xfrm>
              <a:custGeom>
                <a:avLst/>
                <a:gdLst>
                  <a:gd name="T0" fmla="*/ 4 w 37"/>
                  <a:gd name="T1" fmla="*/ 0 h 28"/>
                  <a:gd name="T2" fmla="*/ 11 w 37"/>
                  <a:gd name="T3" fmla="*/ 24 h 28"/>
                  <a:gd name="T4" fmla="*/ 37 w 37"/>
                  <a:gd name="T5" fmla="*/ 1 h 28"/>
                  <a:gd name="T6" fmla="*/ 4 w 37"/>
                  <a:gd name="T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7" h="28">
                    <a:moveTo>
                      <a:pt x="4" y="0"/>
                    </a:moveTo>
                    <a:cubicBezTo>
                      <a:pt x="4" y="0"/>
                      <a:pt x="0" y="28"/>
                      <a:pt x="11" y="24"/>
                    </a:cubicBezTo>
                    <a:cubicBezTo>
                      <a:pt x="23" y="21"/>
                      <a:pt x="37" y="1"/>
                      <a:pt x="37" y="1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40" name="Freeform 1642">
                <a:extLst>
                  <a:ext uri="{FF2B5EF4-FFF2-40B4-BE49-F238E27FC236}">
                    <a16:creationId xmlns:a16="http://schemas.microsoft.com/office/drawing/2014/main" id="{A518EFEE-41FF-4176-A6C0-846F913B13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3" y="1843"/>
                <a:ext cx="29" cy="19"/>
              </a:xfrm>
              <a:custGeom>
                <a:avLst/>
                <a:gdLst>
                  <a:gd name="T0" fmla="*/ 42 w 42"/>
                  <a:gd name="T1" fmla="*/ 0 h 28"/>
                  <a:gd name="T2" fmla="*/ 4 w 42"/>
                  <a:gd name="T3" fmla="*/ 14 h 28"/>
                  <a:gd name="T4" fmla="*/ 22 w 42"/>
                  <a:gd name="T5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" h="28">
                    <a:moveTo>
                      <a:pt x="42" y="0"/>
                    </a:moveTo>
                    <a:cubicBezTo>
                      <a:pt x="42" y="0"/>
                      <a:pt x="0" y="4"/>
                      <a:pt x="4" y="14"/>
                    </a:cubicBezTo>
                    <a:cubicBezTo>
                      <a:pt x="8" y="24"/>
                      <a:pt x="22" y="28"/>
                      <a:pt x="22" y="28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41" name="Freeform 1643">
                <a:extLst>
                  <a:ext uri="{FF2B5EF4-FFF2-40B4-BE49-F238E27FC236}">
                    <a16:creationId xmlns:a16="http://schemas.microsoft.com/office/drawing/2014/main" id="{592C7097-9858-421A-B6B1-5AEB3B1414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6" y="2011"/>
                <a:ext cx="85" cy="14"/>
              </a:xfrm>
              <a:custGeom>
                <a:avLst/>
                <a:gdLst>
                  <a:gd name="T0" fmla="*/ 124 w 124"/>
                  <a:gd name="T1" fmla="*/ 0 h 21"/>
                  <a:gd name="T2" fmla="*/ 0 w 124"/>
                  <a:gd name="T3" fmla="*/ 21 h 21"/>
                  <a:gd name="T4" fmla="*/ 4 w 124"/>
                  <a:gd name="T5" fmla="*/ 12 h 21"/>
                  <a:gd name="T6" fmla="*/ 8 w 124"/>
                  <a:gd name="T7" fmla="*/ 4 h 21"/>
                  <a:gd name="T8" fmla="*/ 124 w 124"/>
                  <a:gd name="T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4" h="21">
                    <a:moveTo>
                      <a:pt x="124" y="0"/>
                    </a:moveTo>
                    <a:cubicBezTo>
                      <a:pt x="0" y="21"/>
                      <a:pt x="0" y="21"/>
                      <a:pt x="0" y="21"/>
                    </a:cubicBezTo>
                    <a:cubicBezTo>
                      <a:pt x="0" y="21"/>
                      <a:pt x="3" y="14"/>
                      <a:pt x="4" y="12"/>
                    </a:cubicBezTo>
                    <a:cubicBezTo>
                      <a:pt x="5" y="10"/>
                      <a:pt x="8" y="4"/>
                      <a:pt x="8" y="4"/>
                    </a:cubicBezTo>
                    <a:lnTo>
                      <a:pt x="12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42" name="Freeform 1644">
                <a:extLst>
                  <a:ext uri="{FF2B5EF4-FFF2-40B4-BE49-F238E27FC236}">
                    <a16:creationId xmlns:a16="http://schemas.microsoft.com/office/drawing/2014/main" id="{4AE5B13B-66BE-4777-966B-6832350541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3" y="2123"/>
                <a:ext cx="56" cy="14"/>
              </a:xfrm>
              <a:custGeom>
                <a:avLst/>
                <a:gdLst>
                  <a:gd name="T0" fmla="*/ 3 w 56"/>
                  <a:gd name="T1" fmla="*/ 1 h 14"/>
                  <a:gd name="T2" fmla="*/ 56 w 56"/>
                  <a:gd name="T3" fmla="*/ 0 h 14"/>
                  <a:gd name="T4" fmla="*/ 0 w 56"/>
                  <a:gd name="T5" fmla="*/ 14 h 14"/>
                  <a:gd name="T6" fmla="*/ 3 w 56"/>
                  <a:gd name="T7" fmla="*/ 1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6" h="14">
                    <a:moveTo>
                      <a:pt x="3" y="1"/>
                    </a:moveTo>
                    <a:lnTo>
                      <a:pt x="56" y="0"/>
                    </a:lnTo>
                    <a:lnTo>
                      <a:pt x="0" y="14"/>
                    </a:ln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43" name="Freeform 1645">
                <a:extLst>
                  <a:ext uri="{FF2B5EF4-FFF2-40B4-BE49-F238E27FC236}">
                    <a16:creationId xmlns:a16="http://schemas.microsoft.com/office/drawing/2014/main" id="{AE9DB684-C4E1-458E-A014-FB5BB432CC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4" y="2123"/>
                <a:ext cx="46" cy="14"/>
              </a:xfrm>
              <a:custGeom>
                <a:avLst/>
                <a:gdLst>
                  <a:gd name="T0" fmla="*/ 0 w 46"/>
                  <a:gd name="T1" fmla="*/ 0 h 14"/>
                  <a:gd name="T2" fmla="*/ 46 w 46"/>
                  <a:gd name="T3" fmla="*/ 0 h 14"/>
                  <a:gd name="T4" fmla="*/ 0 w 46"/>
                  <a:gd name="T5" fmla="*/ 14 h 14"/>
                  <a:gd name="T6" fmla="*/ 0 w 46"/>
                  <a:gd name="T7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6" h="14">
                    <a:moveTo>
                      <a:pt x="0" y="0"/>
                    </a:moveTo>
                    <a:lnTo>
                      <a:pt x="46" y="0"/>
                    </a:lnTo>
                    <a:lnTo>
                      <a:pt x="0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44" name="Oval 1646">
                <a:extLst>
                  <a:ext uri="{FF2B5EF4-FFF2-40B4-BE49-F238E27FC236}">
                    <a16:creationId xmlns:a16="http://schemas.microsoft.com/office/drawing/2014/main" id="{F9C0A100-035E-4A02-BDF9-18F756E919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3" y="2141"/>
                <a:ext cx="47" cy="46"/>
              </a:xfrm>
              <a:prstGeom prst="ellipse">
                <a:avLst/>
              </a:pr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45" name="Freeform 1647">
                <a:extLst>
                  <a:ext uri="{FF2B5EF4-FFF2-40B4-BE49-F238E27FC236}">
                    <a16:creationId xmlns:a16="http://schemas.microsoft.com/office/drawing/2014/main" id="{1B036F25-8D40-44BD-8078-DD77550F7B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8" y="2109"/>
                <a:ext cx="39" cy="46"/>
              </a:xfrm>
              <a:custGeom>
                <a:avLst/>
                <a:gdLst>
                  <a:gd name="T0" fmla="*/ 49 w 57"/>
                  <a:gd name="T1" fmla="*/ 66 h 67"/>
                  <a:gd name="T2" fmla="*/ 16 w 57"/>
                  <a:gd name="T3" fmla="*/ 56 h 67"/>
                  <a:gd name="T4" fmla="*/ 11 w 57"/>
                  <a:gd name="T5" fmla="*/ 28 h 67"/>
                  <a:gd name="T6" fmla="*/ 18 w 57"/>
                  <a:gd name="T7" fmla="*/ 23 h 67"/>
                  <a:gd name="T8" fmla="*/ 5 w 57"/>
                  <a:gd name="T9" fmla="*/ 5 h 67"/>
                  <a:gd name="T10" fmla="*/ 12 w 57"/>
                  <a:gd name="T11" fmla="*/ 0 h 67"/>
                  <a:gd name="T12" fmla="*/ 57 w 57"/>
                  <a:gd name="T13" fmla="*/ 64 h 67"/>
                  <a:gd name="T14" fmla="*/ 54 w 57"/>
                  <a:gd name="T15" fmla="*/ 65 h 67"/>
                  <a:gd name="T16" fmla="*/ 49 w 57"/>
                  <a:gd name="T17" fmla="*/ 66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7" h="67">
                    <a:moveTo>
                      <a:pt x="49" y="66"/>
                    </a:moveTo>
                    <a:cubicBezTo>
                      <a:pt x="43" y="65"/>
                      <a:pt x="29" y="60"/>
                      <a:pt x="16" y="56"/>
                    </a:cubicBezTo>
                    <a:cubicBezTo>
                      <a:pt x="3" y="52"/>
                      <a:pt x="0" y="35"/>
                      <a:pt x="11" y="28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7" y="64"/>
                      <a:pt x="57" y="64"/>
                      <a:pt x="57" y="64"/>
                    </a:cubicBezTo>
                    <a:cubicBezTo>
                      <a:pt x="54" y="65"/>
                      <a:pt x="54" y="65"/>
                      <a:pt x="54" y="65"/>
                    </a:cubicBezTo>
                    <a:cubicBezTo>
                      <a:pt x="53" y="67"/>
                      <a:pt x="51" y="67"/>
                      <a:pt x="49" y="66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46" name="Freeform 1648">
                <a:extLst>
                  <a:ext uri="{FF2B5EF4-FFF2-40B4-BE49-F238E27FC236}">
                    <a16:creationId xmlns:a16="http://schemas.microsoft.com/office/drawing/2014/main" id="{A27CC2FE-B49C-43E9-983F-601270A5F3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6" y="1960"/>
                <a:ext cx="6" cy="14"/>
              </a:xfrm>
              <a:custGeom>
                <a:avLst/>
                <a:gdLst>
                  <a:gd name="T0" fmla="*/ 10 w 10"/>
                  <a:gd name="T1" fmla="*/ 0 h 21"/>
                  <a:gd name="T2" fmla="*/ 0 w 10"/>
                  <a:gd name="T3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" h="21">
                    <a:moveTo>
                      <a:pt x="10" y="0"/>
                    </a:moveTo>
                    <a:cubicBezTo>
                      <a:pt x="10" y="0"/>
                      <a:pt x="3" y="14"/>
                      <a:pt x="0" y="21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47" name="Freeform 1649">
                <a:extLst>
                  <a:ext uri="{FF2B5EF4-FFF2-40B4-BE49-F238E27FC236}">
                    <a16:creationId xmlns:a16="http://schemas.microsoft.com/office/drawing/2014/main" id="{9C372CCA-2AAD-45B3-9451-A22F2416D5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0" y="1868"/>
                <a:ext cx="13" cy="14"/>
              </a:xfrm>
              <a:custGeom>
                <a:avLst/>
                <a:gdLst>
                  <a:gd name="T0" fmla="*/ 16 w 18"/>
                  <a:gd name="T1" fmla="*/ 14 h 20"/>
                  <a:gd name="T2" fmla="*/ 4 w 18"/>
                  <a:gd name="T3" fmla="*/ 18 h 20"/>
                  <a:gd name="T4" fmla="*/ 2 w 18"/>
                  <a:gd name="T5" fmla="*/ 6 h 20"/>
                  <a:gd name="T6" fmla="*/ 14 w 18"/>
                  <a:gd name="T7" fmla="*/ 2 h 20"/>
                  <a:gd name="T8" fmla="*/ 16 w 18"/>
                  <a:gd name="T9" fmla="*/ 14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20">
                    <a:moveTo>
                      <a:pt x="16" y="14"/>
                    </a:moveTo>
                    <a:cubicBezTo>
                      <a:pt x="13" y="19"/>
                      <a:pt x="8" y="20"/>
                      <a:pt x="4" y="18"/>
                    </a:cubicBezTo>
                    <a:cubicBezTo>
                      <a:pt x="1" y="16"/>
                      <a:pt x="0" y="11"/>
                      <a:pt x="2" y="6"/>
                    </a:cubicBezTo>
                    <a:cubicBezTo>
                      <a:pt x="5" y="2"/>
                      <a:pt x="10" y="0"/>
                      <a:pt x="14" y="2"/>
                    </a:cubicBezTo>
                    <a:cubicBezTo>
                      <a:pt x="17" y="4"/>
                      <a:pt x="18" y="9"/>
                      <a:pt x="16" y="14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48" name="Freeform 1650">
                <a:extLst>
                  <a:ext uri="{FF2B5EF4-FFF2-40B4-BE49-F238E27FC236}">
                    <a16:creationId xmlns:a16="http://schemas.microsoft.com/office/drawing/2014/main" id="{E77EFBCC-C69B-4DCB-BC39-C81755D0C8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4" y="1871"/>
                <a:ext cx="5" cy="5"/>
              </a:xfrm>
              <a:custGeom>
                <a:avLst/>
                <a:gdLst>
                  <a:gd name="T0" fmla="*/ 0 w 8"/>
                  <a:gd name="T1" fmla="*/ 6 h 6"/>
                  <a:gd name="T2" fmla="*/ 1 w 8"/>
                  <a:gd name="T3" fmla="*/ 3 h 6"/>
                  <a:gd name="T4" fmla="*/ 7 w 8"/>
                  <a:gd name="T5" fmla="*/ 0 h 6"/>
                  <a:gd name="T6" fmla="*/ 8 w 8"/>
                  <a:gd name="T7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6">
                    <a:moveTo>
                      <a:pt x="0" y="6"/>
                    </a:moveTo>
                    <a:cubicBezTo>
                      <a:pt x="0" y="5"/>
                      <a:pt x="0" y="4"/>
                      <a:pt x="1" y="3"/>
                    </a:cubicBezTo>
                    <a:cubicBezTo>
                      <a:pt x="3" y="1"/>
                      <a:pt x="5" y="0"/>
                      <a:pt x="7" y="0"/>
                    </a:cubicBezTo>
                    <a:cubicBezTo>
                      <a:pt x="8" y="1"/>
                      <a:pt x="8" y="3"/>
                      <a:pt x="8" y="5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49" name="Line 1651">
                <a:extLst>
                  <a:ext uri="{FF2B5EF4-FFF2-40B4-BE49-F238E27FC236}">
                    <a16:creationId xmlns:a16="http://schemas.microsoft.com/office/drawing/2014/main" id="{E2B62AC2-EF74-433D-BF43-91793AC3D6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440" y="2000"/>
                <a:ext cx="5" cy="8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50" name="Freeform 1652">
                <a:extLst>
                  <a:ext uri="{FF2B5EF4-FFF2-40B4-BE49-F238E27FC236}">
                    <a16:creationId xmlns:a16="http://schemas.microsoft.com/office/drawing/2014/main" id="{64E838A9-BB97-4C5D-B5BF-C311DBA294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1" y="2191"/>
                <a:ext cx="44" cy="49"/>
              </a:xfrm>
              <a:custGeom>
                <a:avLst/>
                <a:gdLst>
                  <a:gd name="T0" fmla="*/ 20 w 44"/>
                  <a:gd name="T1" fmla="*/ 49 h 49"/>
                  <a:gd name="T2" fmla="*/ 44 w 44"/>
                  <a:gd name="T3" fmla="*/ 46 h 49"/>
                  <a:gd name="T4" fmla="*/ 41 w 44"/>
                  <a:gd name="T5" fmla="*/ 4 h 49"/>
                  <a:gd name="T6" fmla="*/ 0 w 44"/>
                  <a:gd name="T7" fmla="*/ 0 h 49"/>
                  <a:gd name="T8" fmla="*/ 20 w 44"/>
                  <a:gd name="T9" fmla="*/ 4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49">
                    <a:moveTo>
                      <a:pt x="20" y="49"/>
                    </a:moveTo>
                    <a:lnTo>
                      <a:pt x="44" y="46"/>
                    </a:lnTo>
                    <a:lnTo>
                      <a:pt x="41" y="4"/>
                    </a:lnTo>
                    <a:lnTo>
                      <a:pt x="0" y="0"/>
                    </a:lnTo>
                    <a:lnTo>
                      <a:pt x="20" y="49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51" name="Freeform 1653">
                <a:extLst>
                  <a:ext uri="{FF2B5EF4-FFF2-40B4-BE49-F238E27FC236}">
                    <a16:creationId xmlns:a16="http://schemas.microsoft.com/office/drawing/2014/main" id="{8152618B-B0C9-4070-A08F-8B02D4A5D4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6" y="2002"/>
                <a:ext cx="89" cy="200"/>
              </a:xfrm>
              <a:custGeom>
                <a:avLst/>
                <a:gdLst>
                  <a:gd name="T0" fmla="*/ 89 w 130"/>
                  <a:gd name="T1" fmla="*/ 42 h 294"/>
                  <a:gd name="T2" fmla="*/ 130 w 130"/>
                  <a:gd name="T3" fmla="*/ 293 h 294"/>
                  <a:gd name="T4" fmla="*/ 55 w 130"/>
                  <a:gd name="T5" fmla="*/ 294 h 294"/>
                  <a:gd name="T6" fmla="*/ 4 w 130"/>
                  <a:gd name="T7" fmla="*/ 54 h 294"/>
                  <a:gd name="T8" fmla="*/ 41 w 130"/>
                  <a:gd name="T9" fmla="*/ 3 h 294"/>
                  <a:gd name="T10" fmla="*/ 41 w 130"/>
                  <a:gd name="T11" fmla="*/ 3 h 294"/>
                  <a:gd name="T12" fmla="*/ 89 w 130"/>
                  <a:gd name="T13" fmla="*/ 42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0" h="294">
                    <a:moveTo>
                      <a:pt x="89" y="42"/>
                    </a:moveTo>
                    <a:cubicBezTo>
                      <a:pt x="130" y="293"/>
                      <a:pt x="130" y="293"/>
                      <a:pt x="130" y="293"/>
                    </a:cubicBezTo>
                    <a:cubicBezTo>
                      <a:pt x="55" y="294"/>
                      <a:pt x="55" y="294"/>
                      <a:pt x="55" y="294"/>
                    </a:cubicBezTo>
                    <a:cubicBezTo>
                      <a:pt x="4" y="54"/>
                      <a:pt x="4" y="54"/>
                      <a:pt x="4" y="54"/>
                    </a:cubicBezTo>
                    <a:cubicBezTo>
                      <a:pt x="0" y="30"/>
                      <a:pt x="16" y="7"/>
                      <a:pt x="41" y="3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65" y="0"/>
                      <a:pt x="87" y="18"/>
                      <a:pt x="89" y="4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52" name="Freeform 1654">
                <a:extLst>
                  <a:ext uri="{FF2B5EF4-FFF2-40B4-BE49-F238E27FC236}">
                    <a16:creationId xmlns:a16="http://schemas.microsoft.com/office/drawing/2014/main" id="{7AEFEC50-A2EB-48FE-B5DC-F3BF2CD392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8" y="1858"/>
                <a:ext cx="53" cy="58"/>
              </a:xfrm>
              <a:custGeom>
                <a:avLst/>
                <a:gdLst>
                  <a:gd name="T0" fmla="*/ 75 w 77"/>
                  <a:gd name="T1" fmla="*/ 37 h 85"/>
                  <a:gd name="T2" fmla="*/ 74 w 77"/>
                  <a:gd name="T3" fmla="*/ 35 h 85"/>
                  <a:gd name="T4" fmla="*/ 73 w 77"/>
                  <a:gd name="T5" fmla="*/ 25 h 85"/>
                  <a:gd name="T6" fmla="*/ 75 w 77"/>
                  <a:gd name="T7" fmla="*/ 6 h 85"/>
                  <a:gd name="T8" fmla="*/ 41 w 77"/>
                  <a:gd name="T9" fmla="*/ 1 h 85"/>
                  <a:gd name="T10" fmla="*/ 36 w 77"/>
                  <a:gd name="T11" fmla="*/ 10 h 85"/>
                  <a:gd name="T12" fmla="*/ 37 w 77"/>
                  <a:gd name="T13" fmla="*/ 13 h 85"/>
                  <a:gd name="T14" fmla="*/ 39 w 77"/>
                  <a:gd name="T15" fmla="*/ 20 h 85"/>
                  <a:gd name="T16" fmla="*/ 39 w 77"/>
                  <a:gd name="T17" fmla="*/ 22 h 85"/>
                  <a:gd name="T18" fmla="*/ 35 w 77"/>
                  <a:gd name="T19" fmla="*/ 25 h 85"/>
                  <a:gd name="T20" fmla="*/ 29 w 77"/>
                  <a:gd name="T21" fmla="*/ 24 h 85"/>
                  <a:gd name="T22" fmla="*/ 17 w 77"/>
                  <a:gd name="T23" fmla="*/ 35 h 85"/>
                  <a:gd name="T24" fmla="*/ 0 w 77"/>
                  <a:gd name="T25" fmla="*/ 67 h 85"/>
                  <a:gd name="T26" fmla="*/ 46 w 77"/>
                  <a:gd name="T27" fmla="*/ 85 h 85"/>
                  <a:gd name="T28" fmla="*/ 51 w 77"/>
                  <a:gd name="T29" fmla="*/ 67 h 85"/>
                  <a:gd name="T30" fmla="*/ 67 w 77"/>
                  <a:gd name="T31" fmla="*/ 58 h 85"/>
                  <a:gd name="T32" fmla="*/ 70 w 77"/>
                  <a:gd name="T33" fmla="*/ 43 h 85"/>
                  <a:gd name="T34" fmla="*/ 73 w 77"/>
                  <a:gd name="T35" fmla="*/ 43 h 85"/>
                  <a:gd name="T36" fmla="*/ 75 w 77"/>
                  <a:gd name="T37" fmla="*/ 37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85">
                    <a:moveTo>
                      <a:pt x="75" y="37"/>
                    </a:moveTo>
                    <a:cubicBezTo>
                      <a:pt x="75" y="37"/>
                      <a:pt x="75" y="36"/>
                      <a:pt x="74" y="35"/>
                    </a:cubicBezTo>
                    <a:cubicBezTo>
                      <a:pt x="72" y="31"/>
                      <a:pt x="72" y="28"/>
                      <a:pt x="73" y="25"/>
                    </a:cubicBezTo>
                    <a:cubicBezTo>
                      <a:pt x="74" y="23"/>
                      <a:pt x="77" y="15"/>
                      <a:pt x="75" y="6"/>
                    </a:cubicBezTo>
                    <a:cubicBezTo>
                      <a:pt x="41" y="1"/>
                      <a:pt x="41" y="1"/>
                      <a:pt x="41" y="1"/>
                    </a:cubicBezTo>
                    <a:cubicBezTo>
                      <a:pt x="36" y="0"/>
                      <a:pt x="33" y="6"/>
                      <a:pt x="36" y="10"/>
                    </a:cubicBezTo>
                    <a:cubicBezTo>
                      <a:pt x="36" y="11"/>
                      <a:pt x="37" y="12"/>
                      <a:pt x="37" y="13"/>
                    </a:cubicBezTo>
                    <a:cubicBezTo>
                      <a:pt x="39" y="15"/>
                      <a:pt x="39" y="18"/>
                      <a:pt x="39" y="20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38" y="24"/>
                      <a:pt x="37" y="25"/>
                      <a:pt x="35" y="25"/>
                    </a:cubicBezTo>
                    <a:cubicBezTo>
                      <a:pt x="29" y="24"/>
                      <a:pt x="29" y="24"/>
                      <a:pt x="29" y="2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7" y="35"/>
                      <a:pt x="0" y="67"/>
                      <a:pt x="0" y="67"/>
                    </a:cubicBezTo>
                    <a:cubicBezTo>
                      <a:pt x="46" y="85"/>
                      <a:pt x="46" y="85"/>
                      <a:pt x="46" y="85"/>
                    </a:cubicBezTo>
                    <a:cubicBezTo>
                      <a:pt x="51" y="67"/>
                      <a:pt x="51" y="67"/>
                      <a:pt x="51" y="67"/>
                    </a:cubicBezTo>
                    <a:cubicBezTo>
                      <a:pt x="58" y="70"/>
                      <a:pt x="66" y="66"/>
                      <a:pt x="67" y="58"/>
                    </a:cubicBezTo>
                    <a:cubicBezTo>
                      <a:pt x="70" y="43"/>
                      <a:pt x="70" y="43"/>
                      <a:pt x="70" y="43"/>
                    </a:cubicBezTo>
                    <a:cubicBezTo>
                      <a:pt x="73" y="43"/>
                      <a:pt x="73" y="43"/>
                      <a:pt x="73" y="43"/>
                    </a:cubicBezTo>
                    <a:cubicBezTo>
                      <a:pt x="75" y="42"/>
                      <a:pt x="77" y="40"/>
                      <a:pt x="75" y="37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53" name="Freeform 1655">
                <a:extLst>
                  <a:ext uri="{FF2B5EF4-FFF2-40B4-BE49-F238E27FC236}">
                    <a16:creationId xmlns:a16="http://schemas.microsoft.com/office/drawing/2014/main" id="{CBD2329B-B248-4248-9752-711A8A51E4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3" y="1844"/>
                <a:ext cx="46" cy="38"/>
              </a:xfrm>
              <a:custGeom>
                <a:avLst/>
                <a:gdLst>
                  <a:gd name="T0" fmla="*/ 28 w 68"/>
                  <a:gd name="T1" fmla="*/ 45 h 55"/>
                  <a:gd name="T2" fmla="*/ 32 w 68"/>
                  <a:gd name="T3" fmla="*/ 42 h 55"/>
                  <a:gd name="T4" fmla="*/ 32 w 68"/>
                  <a:gd name="T5" fmla="*/ 40 h 55"/>
                  <a:gd name="T6" fmla="*/ 30 w 68"/>
                  <a:gd name="T7" fmla="*/ 33 h 55"/>
                  <a:gd name="T8" fmla="*/ 29 w 68"/>
                  <a:gd name="T9" fmla="*/ 30 h 55"/>
                  <a:gd name="T10" fmla="*/ 34 w 68"/>
                  <a:gd name="T11" fmla="*/ 21 h 55"/>
                  <a:gd name="T12" fmla="*/ 68 w 68"/>
                  <a:gd name="T13" fmla="*/ 26 h 55"/>
                  <a:gd name="T14" fmla="*/ 63 w 68"/>
                  <a:gd name="T15" fmla="*/ 17 h 55"/>
                  <a:gd name="T16" fmla="*/ 24 w 68"/>
                  <a:gd name="T17" fmla="*/ 4 h 55"/>
                  <a:gd name="T18" fmla="*/ 4 w 68"/>
                  <a:gd name="T19" fmla="*/ 29 h 55"/>
                  <a:gd name="T20" fmla="*/ 10 w 68"/>
                  <a:gd name="T21" fmla="*/ 55 h 55"/>
                  <a:gd name="T22" fmla="*/ 22 w 68"/>
                  <a:gd name="T23" fmla="*/ 44 h 55"/>
                  <a:gd name="T24" fmla="*/ 28 w 68"/>
                  <a:gd name="T25" fmla="*/ 4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55">
                    <a:moveTo>
                      <a:pt x="28" y="45"/>
                    </a:moveTo>
                    <a:cubicBezTo>
                      <a:pt x="30" y="45"/>
                      <a:pt x="31" y="44"/>
                      <a:pt x="32" y="42"/>
                    </a:cubicBezTo>
                    <a:cubicBezTo>
                      <a:pt x="32" y="40"/>
                      <a:pt x="32" y="40"/>
                      <a:pt x="32" y="40"/>
                    </a:cubicBezTo>
                    <a:cubicBezTo>
                      <a:pt x="32" y="38"/>
                      <a:pt x="32" y="35"/>
                      <a:pt x="30" y="33"/>
                    </a:cubicBezTo>
                    <a:cubicBezTo>
                      <a:pt x="30" y="32"/>
                      <a:pt x="29" y="31"/>
                      <a:pt x="29" y="30"/>
                    </a:cubicBezTo>
                    <a:cubicBezTo>
                      <a:pt x="26" y="26"/>
                      <a:pt x="29" y="20"/>
                      <a:pt x="34" y="21"/>
                    </a:cubicBezTo>
                    <a:cubicBezTo>
                      <a:pt x="68" y="26"/>
                      <a:pt x="68" y="26"/>
                      <a:pt x="68" y="26"/>
                    </a:cubicBezTo>
                    <a:cubicBezTo>
                      <a:pt x="67" y="23"/>
                      <a:pt x="65" y="20"/>
                      <a:pt x="63" y="17"/>
                    </a:cubicBezTo>
                    <a:cubicBezTo>
                      <a:pt x="54" y="5"/>
                      <a:pt x="41" y="0"/>
                      <a:pt x="24" y="4"/>
                    </a:cubicBezTo>
                    <a:cubicBezTo>
                      <a:pt x="15" y="6"/>
                      <a:pt x="7" y="13"/>
                      <a:pt x="4" y="29"/>
                    </a:cubicBezTo>
                    <a:cubicBezTo>
                      <a:pt x="0" y="45"/>
                      <a:pt x="10" y="55"/>
                      <a:pt x="10" y="55"/>
                    </a:cubicBezTo>
                    <a:cubicBezTo>
                      <a:pt x="22" y="44"/>
                      <a:pt x="22" y="44"/>
                      <a:pt x="22" y="44"/>
                    </a:cubicBezTo>
                    <a:lnTo>
                      <a:pt x="28" y="45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54" name="Freeform 1656">
                <a:extLst>
                  <a:ext uri="{FF2B5EF4-FFF2-40B4-BE49-F238E27FC236}">
                    <a16:creationId xmlns:a16="http://schemas.microsoft.com/office/drawing/2014/main" id="{C61EA053-F4EC-4FF3-92EE-9E0AC2EB90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0" y="1869"/>
                <a:ext cx="11" cy="12"/>
              </a:xfrm>
              <a:custGeom>
                <a:avLst/>
                <a:gdLst>
                  <a:gd name="T0" fmla="*/ 16 w 16"/>
                  <a:gd name="T1" fmla="*/ 8 h 18"/>
                  <a:gd name="T2" fmla="*/ 10 w 16"/>
                  <a:gd name="T3" fmla="*/ 17 h 18"/>
                  <a:gd name="T4" fmla="*/ 1 w 16"/>
                  <a:gd name="T5" fmla="*/ 10 h 18"/>
                  <a:gd name="T6" fmla="*/ 7 w 16"/>
                  <a:gd name="T7" fmla="*/ 1 h 18"/>
                  <a:gd name="T8" fmla="*/ 16 w 16"/>
                  <a:gd name="T9" fmla="*/ 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8">
                    <a:moveTo>
                      <a:pt x="16" y="8"/>
                    </a:moveTo>
                    <a:cubicBezTo>
                      <a:pt x="16" y="12"/>
                      <a:pt x="14" y="16"/>
                      <a:pt x="10" y="17"/>
                    </a:cubicBezTo>
                    <a:cubicBezTo>
                      <a:pt x="6" y="18"/>
                      <a:pt x="2" y="14"/>
                      <a:pt x="1" y="10"/>
                    </a:cubicBezTo>
                    <a:cubicBezTo>
                      <a:pt x="0" y="5"/>
                      <a:pt x="3" y="1"/>
                      <a:pt x="7" y="1"/>
                    </a:cubicBezTo>
                    <a:cubicBezTo>
                      <a:pt x="11" y="0"/>
                      <a:pt x="15" y="3"/>
                      <a:pt x="16" y="8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55" name="Freeform 1657">
                <a:extLst>
                  <a:ext uri="{FF2B5EF4-FFF2-40B4-BE49-F238E27FC236}">
                    <a16:creationId xmlns:a16="http://schemas.microsoft.com/office/drawing/2014/main" id="{FE568145-2030-4DCB-8DF5-2F302CD432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4" y="1884"/>
                <a:ext cx="22" cy="22"/>
              </a:xfrm>
              <a:custGeom>
                <a:avLst/>
                <a:gdLst>
                  <a:gd name="T0" fmla="*/ 0 w 32"/>
                  <a:gd name="T1" fmla="*/ 24 h 31"/>
                  <a:gd name="T2" fmla="*/ 3 w 32"/>
                  <a:gd name="T3" fmla="*/ 16 h 31"/>
                  <a:gd name="T4" fmla="*/ 30 w 32"/>
                  <a:gd name="T5" fmla="*/ 4 h 31"/>
                  <a:gd name="T6" fmla="*/ 32 w 32"/>
                  <a:gd name="T7" fmla="*/ 4 h 31"/>
                  <a:gd name="T8" fmla="*/ 29 w 32"/>
                  <a:gd name="T9" fmla="*/ 20 h 31"/>
                  <a:gd name="T10" fmla="*/ 13 w 32"/>
                  <a:gd name="T11" fmla="*/ 29 h 31"/>
                  <a:gd name="T12" fmla="*/ 0 w 32"/>
                  <a:gd name="T13" fmla="*/ 24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31">
                    <a:moveTo>
                      <a:pt x="0" y="24"/>
                    </a:moveTo>
                    <a:cubicBezTo>
                      <a:pt x="3" y="16"/>
                      <a:pt x="3" y="16"/>
                      <a:pt x="3" y="16"/>
                    </a:cubicBezTo>
                    <a:cubicBezTo>
                      <a:pt x="8" y="5"/>
                      <a:pt x="20" y="0"/>
                      <a:pt x="30" y="4"/>
                    </a:cubicBezTo>
                    <a:cubicBezTo>
                      <a:pt x="32" y="4"/>
                      <a:pt x="32" y="4"/>
                      <a:pt x="32" y="4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8" y="27"/>
                      <a:pt x="20" y="31"/>
                      <a:pt x="13" y="29"/>
                    </a:cubicBez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56" name="Freeform 1658">
                <a:extLst>
                  <a:ext uri="{FF2B5EF4-FFF2-40B4-BE49-F238E27FC236}">
                    <a16:creationId xmlns:a16="http://schemas.microsoft.com/office/drawing/2014/main" id="{A37FB2BD-4E13-4198-B798-F22B8A3114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7" y="1886"/>
                <a:ext cx="6" cy="14"/>
              </a:xfrm>
              <a:custGeom>
                <a:avLst/>
                <a:gdLst>
                  <a:gd name="T0" fmla="*/ 0 w 9"/>
                  <a:gd name="T1" fmla="*/ 0 h 21"/>
                  <a:gd name="T2" fmla="*/ 1 w 9"/>
                  <a:gd name="T3" fmla="*/ 13 h 21"/>
                  <a:gd name="T4" fmla="*/ 6 w 9"/>
                  <a:gd name="T5" fmla="*/ 20 h 21"/>
                  <a:gd name="T6" fmla="*/ 9 w 9"/>
                  <a:gd name="T7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" h="21">
                    <a:moveTo>
                      <a:pt x="0" y="0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1" y="16"/>
                      <a:pt x="3" y="19"/>
                      <a:pt x="6" y="20"/>
                    </a:cubicBezTo>
                    <a:cubicBezTo>
                      <a:pt x="9" y="21"/>
                      <a:pt x="9" y="21"/>
                      <a:pt x="9" y="21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57" name="Freeform 1659">
                <a:extLst>
                  <a:ext uri="{FF2B5EF4-FFF2-40B4-BE49-F238E27FC236}">
                    <a16:creationId xmlns:a16="http://schemas.microsoft.com/office/drawing/2014/main" id="{AF4BEBD0-2E18-4BF7-B1CD-010AA77D81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7" y="1901"/>
                <a:ext cx="6" cy="11"/>
              </a:xfrm>
              <a:custGeom>
                <a:avLst/>
                <a:gdLst>
                  <a:gd name="T0" fmla="*/ 0 w 6"/>
                  <a:gd name="T1" fmla="*/ 0 h 11"/>
                  <a:gd name="T2" fmla="*/ 4 w 6"/>
                  <a:gd name="T3" fmla="*/ 11 h 11"/>
                  <a:gd name="T4" fmla="*/ 6 w 6"/>
                  <a:gd name="T5" fmla="*/ 2 h 11"/>
                  <a:gd name="T6" fmla="*/ 0 w 6"/>
                  <a:gd name="T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11">
                    <a:moveTo>
                      <a:pt x="0" y="0"/>
                    </a:moveTo>
                    <a:lnTo>
                      <a:pt x="4" y="11"/>
                    </a:lnTo>
                    <a:lnTo>
                      <a:pt x="6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58" name="Freeform 1660">
                <a:extLst>
                  <a:ext uri="{FF2B5EF4-FFF2-40B4-BE49-F238E27FC236}">
                    <a16:creationId xmlns:a16="http://schemas.microsoft.com/office/drawing/2014/main" id="{1C1492C4-9D30-4587-B09F-1F7634DA4B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8" y="1874"/>
                <a:ext cx="2" cy="2"/>
              </a:xfrm>
              <a:custGeom>
                <a:avLst/>
                <a:gdLst>
                  <a:gd name="T0" fmla="*/ 4 w 4"/>
                  <a:gd name="T1" fmla="*/ 3 h 4"/>
                  <a:gd name="T2" fmla="*/ 1 w 4"/>
                  <a:gd name="T3" fmla="*/ 4 h 4"/>
                  <a:gd name="T4" fmla="*/ 0 w 4"/>
                  <a:gd name="T5" fmla="*/ 2 h 4"/>
                  <a:gd name="T6" fmla="*/ 3 w 4"/>
                  <a:gd name="T7" fmla="*/ 0 h 4"/>
                  <a:gd name="T8" fmla="*/ 4 w 4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4" y="3"/>
                    </a:moveTo>
                    <a:cubicBezTo>
                      <a:pt x="3" y="4"/>
                      <a:pt x="2" y="4"/>
                      <a:pt x="1" y="4"/>
                    </a:cubicBezTo>
                    <a:cubicBezTo>
                      <a:pt x="0" y="4"/>
                      <a:pt x="0" y="3"/>
                      <a:pt x="0" y="2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3" y="0"/>
                      <a:pt x="4" y="1"/>
                      <a:pt x="4" y="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59" name="Line 1661">
                <a:extLst>
                  <a:ext uri="{FF2B5EF4-FFF2-40B4-BE49-F238E27FC236}">
                    <a16:creationId xmlns:a16="http://schemas.microsoft.com/office/drawing/2014/main" id="{DB751A8F-CCCC-4239-B59F-74BA8031DD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8" y="1869"/>
                <a:ext cx="4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60" name="Freeform 1662">
                <a:extLst>
                  <a:ext uri="{FF2B5EF4-FFF2-40B4-BE49-F238E27FC236}">
                    <a16:creationId xmlns:a16="http://schemas.microsoft.com/office/drawing/2014/main" id="{F1FF9925-238C-4BD8-A31C-5BF8A079C5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6" y="1891"/>
                <a:ext cx="4" cy="2"/>
              </a:xfrm>
              <a:custGeom>
                <a:avLst/>
                <a:gdLst>
                  <a:gd name="T0" fmla="*/ 0 w 6"/>
                  <a:gd name="T1" fmla="*/ 0 h 2"/>
                  <a:gd name="T2" fmla="*/ 6 w 6"/>
                  <a:gd name="T3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" h="2">
                    <a:moveTo>
                      <a:pt x="0" y="0"/>
                    </a:moveTo>
                    <a:cubicBezTo>
                      <a:pt x="1" y="1"/>
                      <a:pt x="3" y="2"/>
                      <a:pt x="6" y="1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61" name="Freeform 1663">
                <a:extLst>
                  <a:ext uri="{FF2B5EF4-FFF2-40B4-BE49-F238E27FC236}">
                    <a16:creationId xmlns:a16="http://schemas.microsoft.com/office/drawing/2014/main" id="{DF71BE81-E6BF-47AB-BBB5-A7D1A4365F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3" y="1953"/>
                <a:ext cx="74" cy="58"/>
              </a:xfrm>
              <a:custGeom>
                <a:avLst/>
                <a:gdLst>
                  <a:gd name="T0" fmla="*/ 0 w 109"/>
                  <a:gd name="T1" fmla="*/ 41 h 85"/>
                  <a:gd name="T2" fmla="*/ 55 w 109"/>
                  <a:gd name="T3" fmla="*/ 31 h 85"/>
                  <a:gd name="T4" fmla="*/ 85 w 109"/>
                  <a:gd name="T5" fmla="*/ 19 h 85"/>
                  <a:gd name="T6" fmla="*/ 101 w 109"/>
                  <a:gd name="T7" fmla="*/ 1 h 85"/>
                  <a:gd name="T8" fmla="*/ 105 w 109"/>
                  <a:gd name="T9" fmla="*/ 3 h 85"/>
                  <a:gd name="T10" fmla="*/ 103 w 109"/>
                  <a:gd name="T11" fmla="*/ 9 h 85"/>
                  <a:gd name="T12" fmla="*/ 89 w 109"/>
                  <a:gd name="T13" fmla="*/ 33 h 85"/>
                  <a:gd name="T14" fmla="*/ 94 w 109"/>
                  <a:gd name="T15" fmla="*/ 52 h 85"/>
                  <a:gd name="T16" fmla="*/ 107 w 109"/>
                  <a:gd name="T17" fmla="*/ 57 h 85"/>
                  <a:gd name="T18" fmla="*/ 106 w 109"/>
                  <a:gd name="T19" fmla="*/ 62 h 85"/>
                  <a:gd name="T20" fmla="*/ 88 w 109"/>
                  <a:gd name="T21" fmla="*/ 63 h 85"/>
                  <a:gd name="T22" fmla="*/ 67 w 109"/>
                  <a:gd name="T23" fmla="*/ 60 h 85"/>
                  <a:gd name="T24" fmla="*/ 3 w 109"/>
                  <a:gd name="T25" fmla="*/ 85 h 85"/>
                  <a:gd name="T26" fmla="*/ 0 w 109"/>
                  <a:gd name="T27" fmla="*/ 41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9" h="85">
                    <a:moveTo>
                      <a:pt x="0" y="41"/>
                    </a:moveTo>
                    <a:cubicBezTo>
                      <a:pt x="0" y="41"/>
                      <a:pt x="49" y="33"/>
                      <a:pt x="55" y="31"/>
                    </a:cubicBezTo>
                    <a:cubicBezTo>
                      <a:pt x="62" y="30"/>
                      <a:pt x="77" y="27"/>
                      <a:pt x="85" y="19"/>
                    </a:cubicBezTo>
                    <a:cubicBezTo>
                      <a:pt x="90" y="13"/>
                      <a:pt x="98" y="5"/>
                      <a:pt x="101" y="1"/>
                    </a:cubicBezTo>
                    <a:cubicBezTo>
                      <a:pt x="103" y="0"/>
                      <a:pt x="105" y="1"/>
                      <a:pt x="105" y="3"/>
                    </a:cubicBezTo>
                    <a:cubicBezTo>
                      <a:pt x="105" y="5"/>
                      <a:pt x="105" y="7"/>
                      <a:pt x="103" y="9"/>
                    </a:cubicBezTo>
                    <a:cubicBezTo>
                      <a:pt x="99" y="17"/>
                      <a:pt x="92" y="26"/>
                      <a:pt x="89" y="33"/>
                    </a:cubicBezTo>
                    <a:cubicBezTo>
                      <a:pt x="86" y="40"/>
                      <a:pt x="80" y="48"/>
                      <a:pt x="94" y="52"/>
                    </a:cubicBezTo>
                    <a:cubicBezTo>
                      <a:pt x="101" y="54"/>
                      <a:pt x="105" y="55"/>
                      <a:pt x="107" y="57"/>
                    </a:cubicBezTo>
                    <a:cubicBezTo>
                      <a:pt x="109" y="58"/>
                      <a:pt x="108" y="62"/>
                      <a:pt x="106" y="62"/>
                    </a:cubicBezTo>
                    <a:cubicBezTo>
                      <a:pt x="100" y="62"/>
                      <a:pt x="93" y="62"/>
                      <a:pt x="88" y="63"/>
                    </a:cubicBezTo>
                    <a:cubicBezTo>
                      <a:pt x="82" y="64"/>
                      <a:pt x="77" y="65"/>
                      <a:pt x="67" y="60"/>
                    </a:cubicBezTo>
                    <a:cubicBezTo>
                      <a:pt x="3" y="85"/>
                      <a:pt x="3" y="85"/>
                      <a:pt x="3" y="85"/>
                    </a:cubicBez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62" name="Freeform 1664">
                <a:extLst>
                  <a:ext uri="{FF2B5EF4-FFF2-40B4-BE49-F238E27FC236}">
                    <a16:creationId xmlns:a16="http://schemas.microsoft.com/office/drawing/2014/main" id="{B885844D-4039-4CB6-8FFA-D9C859FCDC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3" y="1981"/>
                <a:ext cx="10" cy="30"/>
              </a:xfrm>
              <a:custGeom>
                <a:avLst/>
                <a:gdLst>
                  <a:gd name="T0" fmla="*/ 0 w 10"/>
                  <a:gd name="T1" fmla="*/ 0 h 30"/>
                  <a:gd name="T2" fmla="*/ 10 w 10"/>
                  <a:gd name="T3" fmla="*/ 27 h 30"/>
                  <a:gd name="T4" fmla="*/ 2 w 10"/>
                  <a:gd name="T5" fmla="*/ 30 h 30"/>
                  <a:gd name="T6" fmla="*/ 0 w 10"/>
                  <a:gd name="T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" h="30">
                    <a:moveTo>
                      <a:pt x="0" y="0"/>
                    </a:moveTo>
                    <a:lnTo>
                      <a:pt x="10" y="27"/>
                    </a:lnTo>
                    <a:lnTo>
                      <a:pt x="2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63" name="Freeform 1665">
                <a:extLst>
                  <a:ext uri="{FF2B5EF4-FFF2-40B4-BE49-F238E27FC236}">
                    <a16:creationId xmlns:a16="http://schemas.microsoft.com/office/drawing/2014/main" id="{79E24229-815D-466C-8274-DA2589F28C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9" y="1897"/>
                <a:ext cx="157" cy="141"/>
              </a:xfrm>
              <a:custGeom>
                <a:avLst/>
                <a:gdLst>
                  <a:gd name="T0" fmla="*/ 31 w 232"/>
                  <a:gd name="T1" fmla="*/ 38 h 206"/>
                  <a:gd name="T2" fmla="*/ 71 w 232"/>
                  <a:gd name="T3" fmla="*/ 6 h 206"/>
                  <a:gd name="T4" fmla="*/ 128 w 232"/>
                  <a:gd name="T5" fmla="*/ 10 h 206"/>
                  <a:gd name="T6" fmla="*/ 192 w 232"/>
                  <a:gd name="T7" fmla="*/ 38 h 206"/>
                  <a:gd name="T8" fmla="*/ 231 w 232"/>
                  <a:gd name="T9" fmla="*/ 81 h 206"/>
                  <a:gd name="T10" fmla="*/ 217 w 232"/>
                  <a:gd name="T11" fmla="*/ 129 h 206"/>
                  <a:gd name="T12" fmla="*/ 188 w 232"/>
                  <a:gd name="T13" fmla="*/ 206 h 206"/>
                  <a:gd name="T14" fmla="*/ 0 w 232"/>
                  <a:gd name="T15" fmla="*/ 137 h 206"/>
                  <a:gd name="T16" fmla="*/ 31 w 232"/>
                  <a:gd name="T17" fmla="*/ 3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2" h="206">
                    <a:moveTo>
                      <a:pt x="31" y="38"/>
                    </a:moveTo>
                    <a:cubicBezTo>
                      <a:pt x="32" y="34"/>
                      <a:pt x="49" y="12"/>
                      <a:pt x="71" y="6"/>
                    </a:cubicBezTo>
                    <a:cubicBezTo>
                      <a:pt x="92" y="0"/>
                      <a:pt x="110" y="5"/>
                      <a:pt x="128" y="10"/>
                    </a:cubicBezTo>
                    <a:cubicBezTo>
                      <a:pt x="146" y="15"/>
                      <a:pt x="173" y="28"/>
                      <a:pt x="192" y="38"/>
                    </a:cubicBezTo>
                    <a:cubicBezTo>
                      <a:pt x="215" y="49"/>
                      <a:pt x="228" y="59"/>
                      <a:pt x="231" y="81"/>
                    </a:cubicBezTo>
                    <a:cubicBezTo>
                      <a:pt x="232" y="92"/>
                      <a:pt x="225" y="109"/>
                      <a:pt x="217" y="129"/>
                    </a:cubicBezTo>
                    <a:cubicBezTo>
                      <a:pt x="204" y="164"/>
                      <a:pt x="188" y="206"/>
                      <a:pt x="188" y="206"/>
                    </a:cubicBezTo>
                    <a:cubicBezTo>
                      <a:pt x="0" y="137"/>
                      <a:pt x="0" y="137"/>
                      <a:pt x="0" y="137"/>
                    </a:cubicBezTo>
                    <a:lnTo>
                      <a:pt x="31" y="3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64" name="Freeform 1666">
                <a:extLst>
                  <a:ext uri="{FF2B5EF4-FFF2-40B4-BE49-F238E27FC236}">
                    <a16:creationId xmlns:a16="http://schemas.microsoft.com/office/drawing/2014/main" id="{ADBBB6D3-4DBF-4CF8-99BA-2E85F504A5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2" y="1978"/>
                <a:ext cx="24" cy="45"/>
              </a:xfrm>
              <a:custGeom>
                <a:avLst/>
                <a:gdLst>
                  <a:gd name="T0" fmla="*/ 22 w 24"/>
                  <a:gd name="T1" fmla="*/ 0 h 45"/>
                  <a:gd name="T2" fmla="*/ 24 w 24"/>
                  <a:gd name="T3" fmla="*/ 44 h 45"/>
                  <a:gd name="T4" fmla="*/ 0 w 24"/>
                  <a:gd name="T5" fmla="*/ 45 h 45"/>
                  <a:gd name="T6" fmla="*/ 22 w 24"/>
                  <a:gd name="T7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45">
                    <a:moveTo>
                      <a:pt x="22" y="0"/>
                    </a:moveTo>
                    <a:lnTo>
                      <a:pt x="24" y="44"/>
                    </a:lnTo>
                    <a:lnTo>
                      <a:pt x="0" y="45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65" name="Freeform 1667">
                <a:extLst>
                  <a:ext uri="{FF2B5EF4-FFF2-40B4-BE49-F238E27FC236}">
                    <a16:creationId xmlns:a16="http://schemas.microsoft.com/office/drawing/2014/main" id="{36648EF5-7072-41BD-B2BD-F59713FD8D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5" y="2008"/>
                <a:ext cx="77" cy="193"/>
              </a:xfrm>
              <a:custGeom>
                <a:avLst/>
                <a:gdLst>
                  <a:gd name="T0" fmla="*/ 77 w 77"/>
                  <a:gd name="T1" fmla="*/ 20 h 193"/>
                  <a:gd name="T2" fmla="*/ 3 w 77"/>
                  <a:gd name="T3" fmla="*/ 193 h 193"/>
                  <a:gd name="T4" fmla="*/ 0 w 77"/>
                  <a:gd name="T5" fmla="*/ 42 h 193"/>
                  <a:gd name="T6" fmla="*/ 13 w 77"/>
                  <a:gd name="T7" fmla="*/ 0 h 193"/>
                  <a:gd name="T8" fmla="*/ 77 w 77"/>
                  <a:gd name="T9" fmla="*/ 20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" h="193">
                    <a:moveTo>
                      <a:pt x="77" y="20"/>
                    </a:moveTo>
                    <a:lnTo>
                      <a:pt x="3" y="193"/>
                    </a:lnTo>
                    <a:lnTo>
                      <a:pt x="0" y="42"/>
                    </a:lnTo>
                    <a:lnTo>
                      <a:pt x="13" y="0"/>
                    </a:lnTo>
                    <a:lnTo>
                      <a:pt x="77" y="2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66" name="Freeform 1668">
                <a:extLst>
                  <a:ext uri="{FF2B5EF4-FFF2-40B4-BE49-F238E27FC236}">
                    <a16:creationId xmlns:a16="http://schemas.microsoft.com/office/drawing/2014/main" id="{3AEC1E24-6857-435B-A0A2-4566B1D2D7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6" y="2001"/>
                <a:ext cx="81" cy="30"/>
              </a:xfrm>
              <a:custGeom>
                <a:avLst/>
                <a:gdLst>
                  <a:gd name="T0" fmla="*/ 1 w 81"/>
                  <a:gd name="T1" fmla="*/ 0 h 30"/>
                  <a:gd name="T2" fmla="*/ 0 w 81"/>
                  <a:gd name="T3" fmla="*/ 11 h 30"/>
                  <a:gd name="T4" fmla="*/ 81 w 81"/>
                  <a:gd name="T5" fmla="*/ 30 h 30"/>
                  <a:gd name="T6" fmla="*/ 1 w 81"/>
                  <a:gd name="T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1" h="30">
                    <a:moveTo>
                      <a:pt x="1" y="0"/>
                    </a:moveTo>
                    <a:lnTo>
                      <a:pt x="0" y="11"/>
                    </a:lnTo>
                    <a:lnTo>
                      <a:pt x="81" y="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67" name="Line 1669">
                <a:extLst>
                  <a:ext uri="{FF2B5EF4-FFF2-40B4-BE49-F238E27FC236}">
                    <a16:creationId xmlns:a16="http://schemas.microsoft.com/office/drawing/2014/main" id="{63E96250-610F-4886-8C10-AFF591D205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3" y="2071"/>
                <a:ext cx="11" cy="26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68" name="Freeform 1670">
                <a:extLst>
                  <a:ext uri="{FF2B5EF4-FFF2-40B4-BE49-F238E27FC236}">
                    <a16:creationId xmlns:a16="http://schemas.microsoft.com/office/drawing/2014/main" id="{C4065489-10AD-4BD9-93BE-A7CF5B44AE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6" y="2033"/>
                <a:ext cx="24" cy="5"/>
              </a:xfrm>
              <a:custGeom>
                <a:avLst/>
                <a:gdLst>
                  <a:gd name="T0" fmla="*/ 0 w 34"/>
                  <a:gd name="T1" fmla="*/ 4 h 8"/>
                  <a:gd name="T2" fmla="*/ 34 w 34"/>
                  <a:gd name="T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4" h="8">
                    <a:moveTo>
                      <a:pt x="0" y="4"/>
                    </a:moveTo>
                    <a:cubicBezTo>
                      <a:pt x="0" y="4"/>
                      <a:pt x="18" y="8"/>
                      <a:pt x="34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69" name="Line 1671">
                <a:extLst>
                  <a:ext uri="{FF2B5EF4-FFF2-40B4-BE49-F238E27FC236}">
                    <a16:creationId xmlns:a16="http://schemas.microsoft.com/office/drawing/2014/main" id="{E5373067-8DA8-494F-85DC-FE54E9D69E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1" y="1940"/>
                <a:ext cx="36" cy="4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70" name="Freeform 1672">
                <a:extLst>
                  <a:ext uri="{FF2B5EF4-FFF2-40B4-BE49-F238E27FC236}">
                    <a16:creationId xmlns:a16="http://schemas.microsoft.com/office/drawing/2014/main" id="{EDA0C4C4-6104-4EFC-93AD-66E26992D0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8" y="1902"/>
                <a:ext cx="54" cy="35"/>
              </a:xfrm>
              <a:custGeom>
                <a:avLst/>
                <a:gdLst>
                  <a:gd name="T0" fmla="*/ 0 w 79"/>
                  <a:gd name="T1" fmla="*/ 0 h 51"/>
                  <a:gd name="T2" fmla="*/ 37 w 79"/>
                  <a:gd name="T3" fmla="*/ 43 h 51"/>
                  <a:gd name="T4" fmla="*/ 79 w 79"/>
                  <a:gd name="T5" fmla="*/ 33 h 51"/>
                  <a:gd name="T6" fmla="*/ 23 w 79"/>
                  <a:gd name="T7" fmla="*/ 5 h 51"/>
                  <a:gd name="T8" fmla="*/ 0 w 79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51">
                    <a:moveTo>
                      <a:pt x="0" y="0"/>
                    </a:moveTo>
                    <a:cubicBezTo>
                      <a:pt x="0" y="0"/>
                      <a:pt x="10" y="34"/>
                      <a:pt x="37" y="43"/>
                    </a:cubicBezTo>
                    <a:cubicBezTo>
                      <a:pt x="63" y="51"/>
                      <a:pt x="79" y="33"/>
                      <a:pt x="79" y="33"/>
                    </a:cubicBezTo>
                    <a:cubicBezTo>
                      <a:pt x="79" y="33"/>
                      <a:pt x="74" y="26"/>
                      <a:pt x="23" y="5"/>
                    </a:cubicBezTo>
                    <a:cubicBezTo>
                      <a:pt x="12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71" name="Freeform 1673">
                <a:extLst>
                  <a:ext uri="{FF2B5EF4-FFF2-40B4-BE49-F238E27FC236}">
                    <a16:creationId xmlns:a16="http://schemas.microsoft.com/office/drawing/2014/main" id="{CD4FBF0E-4D53-4FB2-91BD-B87E615EBA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0" y="2080"/>
                <a:ext cx="41" cy="54"/>
              </a:xfrm>
              <a:custGeom>
                <a:avLst/>
                <a:gdLst>
                  <a:gd name="T0" fmla="*/ 21 w 41"/>
                  <a:gd name="T1" fmla="*/ 54 h 54"/>
                  <a:gd name="T2" fmla="*/ 0 w 41"/>
                  <a:gd name="T3" fmla="*/ 54 h 54"/>
                  <a:gd name="T4" fmla="*/ 0 w 41"/>
                  <a:gd name="T5" fmla="*/ 0 h 54"/>
                  <a:gd name="T6" fmla="*/ 41 w 41"/>
                  <a:gd name="T7" fmla="*/ 0 h 54"/>
                  <a:gd name="T8" fmla="*/ 21 w 41"/>
                  <a:gd name="T9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54">
                    <a:moveTo>
                      <a:pt x="21" y="54"/>
                    </a:moveTo>
                    <a:lnTo>
                      <a:pt x="0" y="54"/>
                    </a:lnTo>
                    <a:lnTo>
                      <a:pt x="0" y="0"/>
                    </a:lnTo>
                    <a:lnTo>
                      <a:pt x="41" y="0"/>
                    </a:lnTo>
                    <a:lnTo>
                      <a:pt x="21" y="54"/>
                    </a:lnTo>
                    <a:close/>
                  </a:path>
                </a:pathLst>
              </a:custGeom>
              <a:solidFill>
                <a:srgbClr val="000000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72" name="Freeform 1674">
                <a:extLst>
                  <a:ext uri="{FF2B5EF4-FFF2-40B4-BE49-F238E27FC236}">
                    <a16:creationId xmlns:a16="http://schemas.microsoft.com/office/drawing/2014/main" id="{6C10C4B0-545F-448B-A86E-38A6241876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2" y="2053"/>
                <a:ext cx="20" cy="27"/>
              </a:xfrm>
              <a:custGeom>
                <a:avLst/>
                <a:gdLst>
                  <a:gd name="T0" fmla="*/ 29 w 29"/>
                  <a:gd name="T1" fmla="*/ 40 h 40"/>
                  <a:gd name="T2" fmla="*/ 0 w 29"/>
                  <a:gd name="T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9" h="40">
                    <a:moveTo>
                      <a:pt x="29" y="40"/>
                    </a:moveTo>
                    <a:cubicBezTo>
                      <a:pt x="29" y="40"/>
                      <a:pt x="26" y="8"/>
                      <a:pt x="0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73" name="Freeform 1675">
                <a:extLst>
                  <a:ext uri="{FF2B5EF4-FFF2-40B4-BE49-F238E27FC236}">
                    <a16:creationId xmlns:a16="http://schemas.microsoft.com/office/drawing/2014/main" id="{6D92AE6E-13A8-46EB-AEB3-410063948C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2" y="2089"/>
                <a:ext cx="34" cy="1"/>
              </a:xfrm>
              <a:custGeom>
                <a:avLst/>
                <a:gdLst>
                  <a:gd name="T0" fmla="*/ 0 w 49"/>
                  <a:gd name="T1" fmla="*/ 1 h 1"/>
                  <a:gd name="T2" fmla="*/ 49 w 49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9" h="1">
                    <a:moveTo>
                      <a:pt x="0" y="1"/>
                    </a:moveTo>
                    <a:cubicBezTo>
                      <a:pt x="3" y="0"/>
                      <a:pt x="49" y="1"/>
                      <a:pt x="49" y="1"/>
                    </a:cubicBezTo>
                  </a:path>
                </a:pathLst>
              </a:custGeom>
              <a:solidFill>
                <a:srgbClr val="000000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74" name="Freeform 1676">
                <a:extLst>
                  <a:ext uri="{FF2B5EF4-FFF2-40B4-BE49-F238E27FC236}">
                    <a16:creationId xmlns:a16="http://schemas.microsoft.com/office/drawing/2014/main" id="{C1968672-A780-404E-AF55-105131906F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2" y="2089"/>
                <a:ext cx="34" cy="1"/>
              </a:xfrm>
              <a:custGeom>
                <a:avLst/>
                <a:gdLst>
                  <a:gd name="T0" fmla="*/ 0 w 49"/>
                  <a:gd name="T1" fmla="*/ 1 h 1"/>
                  <a:gd name="T2" fmla="*/ 49 w 49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9" h="1">
                    <a:moveTo>
                      <a:pt x="0" y="1"/>
                    </a:moveTo>
                    <a:cubicBezTo>
                      <a:pt x="3" y="0"/>
                      <a:pt x="49" y="1"/>
                      <a:pt x="49" y="1"/>
                    </a:cubicBezTo>
                  </a:path>
                </a:pathLst>
              </a:cu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75" name="Freeform 1677">
                <a:extLst>
                  <a:ext uri="{FF2B5EF4-FFF2-40B4-BE49-F238E27FC236}">
                    <a16:creationId xmlns:a16="http://schemas.microsoft.com/office/drawing/2014/main" id="{B475EE52-8237-40F6-981A-5BD9666897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2" y="2040"/>
                <a:ext cx="14" cy="26"/>
              </a:xfrm>
              <a:custGeom>
                <a:avLst/>
                <a:gdLst>
                  <a:gd name="T0" fmla="*/ 0 w 20"/>
                  <a:gd name="T1" fmla="*/ 0 h 39"/>
                  <a:gd name="T2" fmla="*/ 19 w 20"/>
                  <a:gd name="T3" fmla="*/ 18 h 39"/>
                  <a:gd name="T4" fmla="*/ 11 w 20"/>
                  <a:gd name="T5" fmla="*/ 34 h 39"/>
                  <a:gd name="T6" fmla="*/ 1 w 20"/>
                  <a:gd name="T7" fmla="*/ 39 h 39"/>
                  <a:gd name="T8" fmla="*/ 0 w 20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39">
                    <a:moveTo>
                      <a:pt x="0" y="0"/>
                    </a:moveTo>
                    <a:cubicBezTo>
                      <a:pt x="0" y="0"/>
                      <a:pt x="20" y="7"/>
                      <a:pt x="19" y="18"/>
                    </a:cubicBezTo>
                    <a:cubicBezTo>
                      <a:pt x="18" y="28"/>
                      <a:pt x="11" y="34"/>
                      <a:pt x="11" y="34"/>
                    </a:cubicBezTo>
                    <a:cubicBezTo>
                      <a:pt x="1" y="39"/>
                      <a:pt x="1" y="39"/>
                      <a:pt x="1" y="3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76" name="Freeform 1678">
                <a:extLst>
                  <a:ext uri="{FF2B5EF4-FFF2-40B4-BE49-F238E27FC236}">
                    <a16:creationId xmlns:a16="http://schemas.microsoft.com/office/drawing/2014/main" id="{7F8CC971-9975-4F43-B812-4D844EAD10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2" y="1883"/>
                <a:ext cx="4" cy="3"/>
              </a:xfrm>
              <a:custGeom>
                <a:avLst/>
                <a:gdLst>
                  <a:gd name="T0" fmla="*/ 0 w 7"/>
                  <a:gd name="T1" fmla="*/ 2 h 5"/>
                  <a:gd name="T2" fmla="*/ 7 w 7"/>
                  <a:gd name="T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" h="5">
                    <a:moveTo>
                      <a:pt x="0" y="2"/>
                    </a:moveTo>
                    <a:cubicBezTo>
                      <a:pt x="0" y="2"/>
                      <a:pt x="3" y="5"/>
                      <a:pt x="7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77" name="Freeform 1679">
                <a:extLst>
                  <a:ext uri="{FF2B5EF4-FFF2-40B4-BE49-F238E27FC236}">
                    <a16:creationId xmlns:a16="http://schemas.microsoft.com/office/drawing/2014/main" id="{F2DC991B-3838-406C-8B35-771CC6D77F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0" y="1963"/>
                <a:ext cx="20" cy="13"/>
              </a:xfrm>
              <a:custGeom>
                <a:avLst/>
                <a:gdLst>
                  <a:gd name="T0" fmla="*/ 6 w 30"/>
                  <a:gd name="T1" fmla="*/ 6 h 18"/>
                  <a:gd name="T2" fmla="*/ 27 w 30"/>
                  <a:gd name="T3" fmla="*/ 0 h 18"/>
                  <a:gd name="T4" fmla="*/ 30 w 30"/>
                  <a:gd name="T5" fmla="*/ 3 h 18"/>
                  <a:gd name="T6" fmla="*/ 24 w 30"/>
                  <a:gd name="T7" fmla="*/ 9 h 18"/>
                  <a:gd name="T8" fmla="*/ 0 w 30"/>
                  <a:gd name="T9" fmla="*/ 18 h 18"/>
                  <a:gd name="T10" fmla="*/ 6 w 30"/>
                  <a:gd name="T11" fmla="*/ 6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18">
                    <a:moveTo>
                      <a:pt x="6" y="6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29" y="0"/>
                      <a:pt x="30" y="2"/>
                      <a:pt x="30" y="3"/>
                    </a:cubicBezTo>
                    <a:cubicBezTo>
                      <a:pt x="29" y="5"/>
                      <a:pt x="26" y="8"/>
                      <a:pt x="24" y="9"/>
                    </a:cubicBezTo>
                    <a:cubicBezTo>
                      <a:pt x="21" y="11"/>
                      <a:pt x="0" y="18"/>
                      <a:pt x="0" y="18"/>
                    </a:cubicBezTo>
                    <a:lnTo>
                      <a:pt x="6" y="6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78" name="Line 1680">
                <a:extLst>
                  <a:ext uri="{FF2B5EF4-FFF2-40B4-BE49-F238E27FC236}">
                    <a16:creationId xmlns:a16="http://schemas.microsoft.com/office/drawing/2014/main" id="{344109C7-3A3E-4FF1-803B-23014B1470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35" y="1966"/>
                <a:ext cx="4" cy="6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79" name="Freeform 1681">
                <a:extLst>
                  <a:ext uri="{FF2B5EF4-FFF2-40B4-BE49-F238E27FC236}">
                    <a16:creationId xmlns:a16="http://schemas.microsoft.com/office/drawing/2014/main" id="{FD323320-5664-4F16-8AF6-427775AB54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1" y="1543"/>
                <a:ext cx="65" cy="179"/>
              </a:xfrm>
              <a:custGeom>
                <a:avLst/>
                <a:gdLst>
                  <a:gd name="T0" fmla="*/ 95 w 95"/>
                  <a:gd name="T1" fmla="*/ 263 h 263"/>
                  <a:gd name="T2" fmla="*/ 0 w 95"/>
                  <a:gd name="T3" fmla="*/ 263 h 263"/>
                  <a:gd name="T4" fmla="*/ 0 w 95"/>
                  <a:gd name="T5" fmla="*/ 47 h 263"/>
                  <a:gd name="T6" fmla="*/ 48 w 95"/>
                  <a:gd name="T7" fmla="*/ 0 h 263"/>
                  <a:gd name="T8" fmla="*/ 48 w 95"/>
                  <a:gd name="T9" fmla="*/ 0 h 263"/>
                  <a:gd name="T10" fmla="*/ 95 w 95"/>
                  <a:gd name="T11" fmla="*/ 47 h 263"/>
                  <a:gd name="T12" fmla="*/ 95 w 95"/>
                  <a:gd name="T13" fmla="*/ 263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5" h="263">
                    <a:moveTo>
                      <a:pt x="95" y="263"/>
                    </a:moveTo>
                    <a:cubicBezTo>
                      <a:pt x="0" y="263"/>
                      <a:pt x="0" y="263"/>
                      <a:pt x="0" y="263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21"/>
                      <a:pt x="21" y="0"/>
                      <a:pt x="48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74" y="0"/>
                      <a:pt x="95" y="21"/>
                      <a:pt x="95" y="47"/>
                    </a:cubicBezTo>
                    <a:lnTo>
                      <a:pt x="95" y="2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80" name="Freeform 1682">
                <a:extLst>
                  <a:ext uri="{FF2B5EF4-FFF2-40B4-BE49-F238E27FC236}">
                    <a16:creationId xmlns:a16="http://schemas.microsoft.com/office/drawing/2014/main" id="{3B6D7D7E-A58F-477D-821E-D18EFE8D33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3" y="1534"/>
                <a:ext cx="82" cy="188"/>
              </a:xfrm>
              <a:custGeom>
                <a:avLst/>
                <a:gdLst>
                  <a:gd name="T0" fmla="*/ 120 w 120"/>
                  <a:gd name="T1" fmla="*/ 277 h 277"/>
                  <a:gd name="T2" fmla="*/ 0 w 120"/>
                  <a:gd name="T3" fmla="*/ 277 h 277"/>
                  <a:gd name="T4" fmla="*/ 0 w 120"/>
                  <a:gd name="T5" fmla="*/ 60 h 277"/>
                  <a:gd name="T6" fmla="*/ 60 w 120"/>
                  <a:gd name="T7" fmla="*/ 0 h 277"/>
                  <a:gd name="T8" fmla="*/ 60 w 120"/>
                  <a:gd name="T9" fmla="*/ 0 h 277"/>
                  <a:gd name="T10" fmla="*/ 120 w 120"/>
                  <a:gd name="T11" fmla="*/ 60 h 277"/>
                  <a:gd name="T12" fmla="*/ 120 w 120"/>
                  <a:gd name="T13" fmla="*/ 277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0" h="277">
                    <a:moveTo>
                      <a:pt x="120" y="277"/>
                    </a:moveTo>
                    <a:cubicBezTo>
                      <a:pt x="0" y="277"/>
                      <a:pt x="0" y="277"/>
                      <a:pt x="0" y="277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27"/>
                      <a:pt x="26" y="0"/>
                      <a:pt x="6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93" y="0"/>
                      <a:pt x="120" y="27"/>
                      <a:pt x="120" y="60"/>
                    </a:cubicBezTo>
                    <a:lnTo>
                      <a:pt x="120" y="277"/>
                    </a:lnTo>
                    <a:close/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81" name="Freeform 1683">
                <a:extLst>
                  <a:ext uri="{FF2B5EF4-FFF2-40B4-BE49-F238E27FC236}">
                    <a16:creationId xmlns:a16="http://schemas.microsoft.com/office/drawing/2014/main" id="{E09ED6C8-072E-433F-BF19-CA364D92C7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9" y="1543"/>
                <a:ext cx="65" cy="179"/>
              </a:xfrm>
              <a:custGeom>
                <a:avLst/>
                <a:gdLst>
                  <a:gd name="T0" fmla="*/ 95 w 95"/>
                  <a:gd name="T1" fmla="*/ 263 h 263"/>
                  <a:gd name="T2" fmla="*/ 0 w 95"/>
                  <a:gd name="T3" fmla="*/ 263 h 263"/>
                  <a:gd name="T4" fmla="*/ 0 w 95"/>
                  <a:gd name="T5" fmla="*/ 47 h 263"/>
                  <a:gd name="T6" fmla="*/ 47 w 95"/>
                  <a:gd name="T7" fmla="*/ 0 h 263"/>
                  <a:gd name="T8" fmla="*/ 47 w 95"/>
                  <a:gd name="T9" fmla="*/ 0 h 263"/>
                  <a:gd name="T10" fmla="*/ 95 w 95"/>
                  <a:gd name="T11" fmla="*/ 47 h 263"/>
                  <a:gd name="T12" fmla="*/ 95 w 95"/>
                  <a:gd name="T13" fmla="*/ 263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5" h="263">
                    <a:moveTo>
                      <a:pt x="95" y="263"/>
                    </a:moveTo>
                    <a:cubicBezTo>
                      <a:pt x="0" y="263"/>
                      <a:pt x="0" y="263"/>
                      <a:pt x="0" y="263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21"/>
                      <a:pt x="21" y="0"/>
                      <a:pt x="47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74" y="0"/>
                      <a:pt x="95" y="21"/>
                      <a:pt x="95" y="47"/>
                    </a:cubicBezTo>
                    <a:lnTo>
                      <a:pt x="95" y="2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82" name="Freeform 1684">
                <a:extLst>
                  <a:ext uri="{FF2B5EF4-FFF2-40B4-BE49-F238E27FC236}">
                    <a16:creationId xmlns:a16="http://schemas.microsoft.com/office/drawing/2014/main" id="{DC227162-3A0D-4926-840E-B7DB037C82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1534"/>
                <a:ext cx="82" cy="188"/>
              </a:xfrm>
              <a:custGeom>
                <a:avLst/>
                <a:gdLst>
                  <a:gd name="T0" fmla="*/ 120 w 120"/>
                  <a:gd name="T1" fmla="*/ 277 h 277"/>
                  <a:gd name="T2" fmla="*/ 0 w 120"/>
                  <a:gd name="T3" fmla="*/ 277 h 277"/>
                  <a:gd name="T4" fmla="*/ 0 w 120"/>
                  <a:gd name="T5" fmla="*/ 60 h 277"/>
                  <a:gd name="T6" fmla="*/ 60 w 120"/>
                  <a:gd name="T7" fmla="*/ 0 h 277"/>
                  <a:gd name="T8" fmla="*/ 60 w 120"/>
                  <a:gd name="T9" fmla="*/ 0 h 277"/>
                  <a:gd name="T10" fmla="*/ 120 w 120"/>
                  <a:gd name="T11" fmla="*/ 60 h 277"/>
                  <a:gd name="T12" fmla="*/ 120 w 120"/>
                  <a:gd name="T13" fmla="*/ 277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0" h="277">
                    <a:moveTo>
                      <a:pt x="120" y="277"/>
                    </a:moveTo>
                    <a:cubicBezTo>
                      <a:pt x="0" y="277"/>
                      <a:pt x="0" y="277"/>
                      <a:pt x="0" y="277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27"/>
                      <a:pt x="27" y="0"/>
                      <a:pt x="6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93" y="0"/>
                      <a:pt x="120" y="27"/>
                      <a:pt x="120" y="60"/>
                    </a:cubicBezTo>
                    <a:lnTo>
                      <a:pt x="120" y="277"/>
                    </a:lnTo>
                    <a:close/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83" name="Freeform 1685">
                <a:extLst>
                  <a:ext uri="{FF2B5EF4-FFF2-40B4-BE49-F238E27FC236}">
                    <a16:creationId xmlns:a16="http://schemas.microsoft.com/office/drawing/2014/main" id="{8DD433DA-0B83-4542-947B-0F33849507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7" y="1543"/>
                <a:ext cx="65" cy="179"/>
              </a:xfrm>
              <a:custGeom>
                <a:avLst/>
                <a:gdLst>
                  <a:gd name="T0" fmla="*/ 95 w 95"/>
                  <a:gd name="T1" fmla="*/ 263 h 263"/>
                  <a:gd name="T2" fmla="*/ 0 w 95"/>
                  <a:gd name="T3" fmla="*/ 263 h 263"/>
                  <a:gd name="T4" fmla="*/ 0 w 95"/>
                  <a:gd name="T5" fmla="*/ 47 h 263"/>
                  <a:gd name="T6" fmla="*/ 47 w 95"/>
                  <a:gd name="T7" fmla="*/ 0 h 263"/>
                  <a:gd name="T8" fmla="*/ 47 w 95"/>
                  <a:gd name="T9" fmla="*/ 0 h 263"/>
                  <a:gd name="T10" fmla="*/ 95 w 95"/>
                  <a:gd name="T11" fmla="*/ 47 h 263"/>
                  <a:gd name="T12" fmla="*/ 95 w 95"/>
                  <a:gd name="T13" fmla="*/ 263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5" h="263">
                    <a:moveTo>
                      <a:pt x="95" y="263"/>
                    </a:moveTo>
                    <a:cubicBezTo>
                      <a:pt x="0" y="263"/>
                      <a:pt x="0" y="263"/>
                      <a:pt x="0" y="263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21"/>
                      <a:pt x="21" y="0"/>
                      <a:pt x="47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73" y="0"/>
                      <a:pt x="95" y="21"/>
                      <a:pt x="95" y="47"/>
                    </a:cubicBezTo>
                    <a:lnTo>
                      <a:pt x="95" y="2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84" name="Freeform 1686">
                <a:extLst>
                  <a:ext uri="{FF2B5EF4-FFF2-40B4-BE49-F238E27FC236}">
                    <a16:creationId xmlns:a16="http://schemas.microsoft.com/office/drawing/2014/main" id="{E2D560D1-F109-4F9C-BB56-28ECECF5F0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8" y="1534"/>
                <a:ext cx="82" cy="188"/>
              </a:xfrm>
              <a:custGeom>
                <a:avLst/>
                <a:gdLst>
                  <a:gd name="T0" fmla="*/ 120 w 120"/>
                  <a:gd name="T1" fmla="*/ 277 h 277"/>
                  <a:gd name="T2" fmla="*/ 0 w 120"/>
                  <a:gd name="T3" fmla="*/ 277 h 277"/>
                  <a:gd name="T4" fmla="*/ 0 w 120"/>
                  <a:gd name="T5" fmla="*/ 60 h 277"/>
                  <a:gd name="T6" fmla="*/ 60 w 120"/>
                  <a:gd name="T7" fmla="*/ 0 h 277"/>
                  <a:gd name="T8" fmla="*/ 60 w 120"/>
                  <a:gd name="T9" fmla="*/ 0 h 277"/>
                  <a:gd name="T10" fmla="*/ 120 w 120"/>
                  <a:gd name="T11" fmla="*/ 60 h 277"/>
                  <a:gd name="T12" fmla="*/ 120 w 120"/>
                  <a:gd name="T13" fmla="*/ 277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0" h="277">
                    <a:moveTo>
                      <a:pt x="120" y="277"/>
                    </a:moveTo>
                    <a:cubicBezTo>
                      <a:pt x="0" y="277"/>
                      <a:pt x="0" y="277"/>
                      <a:pt x="0" y="277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27"/>
                      <a:pt x="27" y="0"/>
                      <a:pt x="6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93" y="0"/>
                      <a:pt x="120" y="27"/>
                      <a:pt x="120" y="60"/>
                    </a:cubicBezTo>
                    <a:lnTo>
                      <a:pt x="120" y="277"/>
                    </a:lnTo>
                    <a:close/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85" name="Freeform 1687">
                <a:extLst>
                  <a:ext uri="{FF2B5EF4-FFF2-40B4-BE49-F238E27FC236}">
                    <a16:creationId xmlns:a16="http://schemas.microsoft.com/office/drawing/2014/main" id="{8F881983-4592-48FA-81AE-3932546CE2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4" y="1543"/>
                <a:ext cx="66" cy="179"/>
              </a:xfrm>
              <a:custGeom>
                <a:avLst/>
                <a:gdLst>
                  <a:gd name="T0" fmla="*/ 96 w 96"/>
                  <a:gd name="T1" fmla="*/ 263 h 263"/>
                  <a:gd name="T2" fmla="*/ 0 w 96"/>
                  <a:gd name="T3" fmla="*/ 263 h 263"/>
                  <a:gd name="T4" fmla="*/ 0 w 96"/>
                  <a:gd name="T5" fmla="*/ 47 h 263"/>
                  <a:gd name="T6" fmla="*/ 48 w 96"/>
                  <a:gd name="T7" fmla="*/ 0 h 263"/>
                  <a:gd name="T8" fmla="*/ 48 w 96"/>
                  <a:gd name="T9" fmla="*/ 0 h 263"/>
                  <a:gd name="T10" fmla="*/ 96 w 96"/>
                  <a:gd name="T11" fmla="*/ 47 h 263"/>
                  <a:gd name="T12" fmla="*/ 96 w 96"/>
                  <a:gd name="T13" fmla="*/ 263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6" h="263">
                    <a:moveTo>
                      <a:pt x="96" y="263"/>
                    </a:moveTo>
                    <a:cubicBezTo>
                      <a:pt x="0" y="263"/>
                      <a:pt x="0" y="263"/>
                      <a:pt x="0" y="263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21"/>
                      <a:pt x="22" y="0"/>
                      <a:pt x="48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74" y="0"/>
                      <a:pt x="96" y="21"/>
                      <a:pt x="96" y="47"/>
                    </a:cubicBezTo>
                    <a:lnTo>
                      <a:pt x="96" y="2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86" name="Freeform 1688">
                <a:extLst>
                  <a:ext uri="{FF2B5EF4-FFF2-40B4-BE49-F238E27FC236}">
                    <a16:creationId xmlns:a16="http://schemas.microsoft.com/office/drawing/2014/main" id="{8F9903CB-1BC0-4F05-A28D-0F3124162A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6" y="1534"/>
                <a:ext cx="82" cy="188"/>
              </a:xfrm>
              <a:custGeom>
                <a:avLst/>
                <a:gdLst>
                  <a:gd name="T0" fmla="*/ 120 w 120"/>
                  <a:gd name="T1" fmla="*/ 277 h 277"/>
                  <a:gd name="T2" fmla="*/ 0 w 120"/>
                  <a:gd name="T3" fmla="*/ 277 h 277"/>
                  <a:gd name="T4" fmla="*/ 0 w 120"/>
                  <a:gd name="T5" fmla="*/ 60 h 277"/>
                  <a:gd name="T6" fmla="*/ 60 w 120"/>
                  <a:gd name="T7" fmla="*/ 0 h 277"/>
                  <a:gd name="T8" fmla="*/ 60 w 120"/>
                  <a:gd name="T9" fmla="*/ 0 h 277"/>
                  <a:gd name="T10" fmla="*/ 120 w 120"/>
                  <a:gd name="T11" fmla="*/ 60 h 277"/>
                  <a:gd name="T12" fmla="*/ 120 w 120"/>
                  <a:gd name="T13" fmla="*/ 277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0" h="277">
                    <a:moveTo>
                      <a:pt x="120" y="277"/>
                    </a:moveTo>
                    <a:cubicBezTo>
                      <a:pt x="0" y="277"/>
                      <a:pt x="0" y="277"/>
                      <a:pt x="0" y="277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27"/>
                      <a:pt x="27" y="0"/>
                      <a:pt x="6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93" y="0"/>
                      <a:pt x="120" y="27"/>
                      <a:pt x="120" y="60"/>
                    </a:cubicBezTo>
                    <a:lnTo>
                      <a:pt x="120" y="277"/>
                    </a:lnTo>
                    <a:close/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87" name="Freeform 1689">
                <a:extLst>
                  <a:ext uri="{FF2B5EF4-FFF2-40B4-BE49-F238E27FC236}">
                    <a16:creationId xmlns:a16="http://schemas.microsoft.com/office/drawing/2014/main" id="{F587345F-7F4B-4010-9996-3D6CD60B63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2" y="1543"/>
                <a:ext cx="65" cy="179"/>
              </a:xfrm>
              <a:custGeom>
                <a:avLst/>
                <a:gdLst>
                  <a:gd name="T0" fmla="*/ 95 w 95"/>
                  <a:gd name="T1" fmla="*/ 263 h 263"/>
                  <a:gd name="T2" fmla="*/ 0 w 95"/>
                  <a:gd name="T3" fmla="*/ 263 h 263"/>
                  <a:gd name="T4" fmla="*/ 0 w 95"/>
                  <a:gd name="T5" fmla="*/ 47 h 263"/>
                  <a:gd name="T6" fmla="*/ 48 w 95"/>
                  <a:gd name="T7" fmla="*/ 0 h 263"/>
                  <a:gd name="T8" fmla="*/ 48 w 95"/>
                  <a:gd name="T9" fmla="*/ 0 h 263"/>
                  <a:gd name="T10" fmla="*/ 95 w 95"/>
                  <a:gd name="T11" fmla="*/ 47 h 263"/>
                  <a:gd name="T12" fmla="*/ 95 w 95"/>
                  <a:gd name="T13" fmla="*/ 263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5" h="263">
                    <a:moveTo>
                      <a:pt x="95" y="263"/>
                    </a:moveTo>
                    <a:cubicBezTo>
                      <a:pt x="0" y="263"/>
                      <a:pt x="0" y="263"/>
                      <a:pt x="0" y="263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21"/>
                      <a:pt x="22" y="0"/>
                      <a:pt x="48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74" y="0"/>
                      <a:pt x="95" y="21"/>
                      <a:pt x="95" y="47"/>
                    </a:cubicBezTo>
                    <a:lnTo>
                      <a:pt x="95" y="2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88" name="Freeform 1690">
                <a:extLst>
                  <a:ext uri="{FF2B5EF4-FFF2-40B4-BE49-F238E27FC236}">
                    <a16:creationId xmlns:a16="http://schemas.microsoft.com/office/drawing/2014/main" id="{83280D2D-F4A9-4734-B31A-8E5DA6B648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4" y="1534"/>
                <a:ext cx="82" cy="188"/>
              </a:xfrm>
              <a:custGeom>
                <a:avLst/>
                <a:gdLst>
                  <a:gd name="T0" fmla="*/ 120 w 120"/>
                  <a:gd name="T1" fmla="*/ 277 h 277"/>
                  <a:gd name="T2" fmla="*/ 0 w 120"/>
                  <a:gd name="T3" fmla="*/ 277 h 277"/>
                  <a:gd name="T4" fmla="*/ 0 w 120"/>
                  <a:gd name="T5" fmla="*/ 60 h 277"/>
                  <a:gd name="T6" fmla="*/ 60 w 120"/>
                  <a:gd name="T7" fmla="*/ 0 h 277"/>
                  <a:gd name="T8" fmla="*/ 60 w 120"/>
                  <a:gd name="T9" fmla="*/ 0 h 277"/>
                  <a:gd name="T10" fmla="*/ 120 w 120"/>
                  <a:gd name="T11" fmla="*/ 60 h 277"/>
                  <a:gd name="T12" fmla="*/ 120 w 120"/>
                  <a:gd name="T13" fmla="*/ 277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0" h="277">
                    <a:moveTo>
                      <a:pt x="120" y="277"/>
                    </a:moveTo>
                    <a:cubicBezTo>
                      <a:pt x="0" y="277"/>
                      <a:pt x="0" y="277"/>
                      <a:pt x="0" y="277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27"/>
                      <a:pt x="27" y="0"/>
                      <a:pt x="6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93" y="0"/>
                      <a:pt x="120" y="27"/>
                      <a:pt x="120" y="60"/>
                    </a:cubicBezTo>
                    <a:lnTo>
                      <a:pt x="120" y="277"/>
                    </a:lnTo>
                    <a:close/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89" name="Freeform 1691">
                <a:extLst>
                  <a:ext uri="{FF2B5EF4-FFF2-40B4-BE49-F238E27FC236}">
                    <a16:creationId xmlns:a16="http://schemas.microsoft.com/office/drawing/2014/main" id="{19377C14-79C8-4AF6-A8B2-D32329359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0" y="1543"/>
                <a:ext cx="65" cy="179"/>
              </a:xfrm>
              <a:custGeom>
                <a:avLst/>
                <a:gdLst>
                  <a:gd name="T0" fmla="*/ 95 w 95"/>
                  <a:gd name="T1" fmla="*/ 263 h 263"/>
                  <a:gd name="T2" fmla="*/ 0 w 95"/>
                  <a:gd name="T3" fmla="*/ 263 h 263"/>
                  <a:gd name="T4" fmla="*/ 0 w 95"/>
                  <a:gd name="T5" fmla="*/ 47 h 263"/>
                  <a:gd name="T6" fmla="*/ 48 w 95"/>
                  <a:gd name="T7" fmla="*/ 0 h 263"/>
                  <a:gd name="T8" fmla="*/ 48 w 95"/>
                  <a:gd name="T9" fmla="*/ 0 h 263"/>
                  <a:gd name="T10" fmla="*/ 95 w 95"/>
                  <a:gd name="T11" fmla="*/ 47 h 263"/>
                  <a:gd name="T12" fmla="*/ 95 w 95"/>
                  <a:gd name="T13" fmla="*/ 263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5" h="263">
                    <a:moveTo>
                      <a:pt x="95" y="263"/>
                    </a:moveTo>
                    <a:cubicBezTo>
                      <a:pt x="0" y="263"/>
                      <a:pt x="0" y="263"/>
                      <a:pt x="0" y="263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21"/>
                      <a:pt x="21" y="0"/>
                      <a:pt x="48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74" y="0"/>
                      <a:pt x="95" y="21"/>
                      <a:pt x="95" y="47"/>
                    </a:cubicBezTo>
                    <a:lnTo>
                      <a:pt x="95" y="2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90" name="Freeform 1692">
                <a:extLst>
                  <a:ext uri="{FF2B5EF4-FFF2-40B4-BE49-F238E27FC236}">
                    <a16:creationId xmlns:a16="http://schemas.microsoft.com/office/drawing/2014/main" id="{D00A14CE-7077-4D1A-AF9E-875A99707D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2" y="1534"/>
                <a:ext cx="82" cy="188"/>
              </a:xfrm>
              <a:custGeom>
                <a:avLst/>
                <a:gdLst>
                  <a:gd name="T0" fmla="*/ 120 w 120"/>
                  <a:gd name="T1" fmla="*/ 277 h 277"/>
                  <a:gd name="T2" fmla="*/ 0 w 120"/>
                  <a:gd name="T3" fmla="*/ 277 h 277"/>
                  <a:gd name="T4" fmla="*/ 0 w 120"/>
                  <a:gd name="T5" fmla="*/ 60 h 277"/>
                  <a:gd name="T6" fmla="*/ 60 w 120"/>
                  <a:gd name="T7" fmla="*/ 0 h 277"/>
                  <a:gd name="T8" fmla="*/ 60 w 120"/>
                  <a:gd name="T9" fmla="*/ 0 h 277"/>
                  <a:gd name="T10" fmla="*/ 120 w 120"/>
                  <a:gd name="T11" fmla="*/ 60 h 277"/>
                  <a:gd name="T12" fmla="*/ 120 w 120"/>
                  <a:gd name="T13" fmla="*/ 277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0" h="277">
                    <a:moveTo>
                      <a:pt x="120" y="277"/>
                    </a:moveTo>
                    <a:cubicBezTo>
                      <a:pt x="0" y="277"/>
                      <a:pt x="0" y="277"/>
                      <a:pt x="0" y="277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27"/>
                      <a:pt x="26" y="0"/>
                      <a:pt x="6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93" y="0"/>
                      <a:pt x="120" y="27"/>
                      <a:pt x="120" y="60"/>
                    </a:cubicBezTo>
                    <a:lnTo>
                      <a:pt x="120" y="277"/>
                    </a:lnTo>
                    <a:close/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91" name="Freeform 1693">
                <a:extLst>
                  <a:ext uri="{FF2B5EF4-FFF2-40B4-BE49-F238E27FC236}">
                    <a16:creationId xmlns:a16="http://schemas.microsoft.com/office/drawing/2014/main" id="{09572428-2924-4304-B9BC-83983E9CBC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8" y="1543"/>
                <a:ext cx="65" cy="179"/>
              </a:xfrm>
              <a:custGeom>
                <a:avLst/>
                <a:gdLst>
                  <a:gd name="T0" fmla="*/ 95 w 95"/>
                  <a:gd name="T1" fmla="*/ 263 h 263"/>
                  <a:gd name="T2" fmla="*/ 0 w 95"/>
                  <a:gd name="T3" fmla="*/ 263 h 263"/>
                  <a:gd name="T4" fmla="*/ 0 w 95"/>
                  <a:gd name="T5" fmla="*/ 47 h 263"/>
                  <a:gd name="T6" fmla="*/ 47 w 95"/>
                  <a:gd name="T7" fmla="*/ 0 h 263"/>
                  <a:gd name="T8" fmla="*/ 47 w 95"/>
                  <a:gd name="T9" fmla="*/ 0 h 263"/>
                  <a:gd name="T10" fmla="*/ 95 w 95"/>
                  <a:gd name="T11" fmla="*/ 47 h 263"/>
                  <a:gd name="T12" fmla="*/ 95 w 95"/>
                  <a:gd name="T13" fmla="*/ 263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5" h="263">
                    <a:moveTo>
                      <a:pt x="95" y="263"/>
                    </a:moveTo>
                    <a:cubicBezTo>
                      <a:pt x="0" y="263"/>
                      <a:pt x="0" y="263"/>
                      <a:pt x="0" y="263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21"/>
                      <a:pt x="21" y="0"/>
                      <a:pt x="47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74" y="0"/>
                      <a:pt x="95" y="21"/>
                      <a:pt x="95" y="47"/>
                    </a:cubicBezTo>
                    <a:lnTo>
                      <a:pt x="95" y="2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92" name="Freeform 1694">
                <a:extLst>
                  <a:ext uri="{FF2B5EF4-FFF2-40B4-BE49-F238E27FC236}">
                    <a16:creationId xmlns:a16="http://schemas.microsoft.com/office/drawing/2014/main" id="{F26E0A62-441D-4EB1-B96E-09DDDE0CB4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9" y="1534"/>
                <a:ext cx="82" cy="188"/>
              </a:xfrm>
              <a:custGeom>
                <a:avLst/>
                <a:gdLst>
                  <a:gd name="T0" fmla="*/ 120 w 120"/>
                  <a:gd name="T1" fmla="*/ 277 h 277"/>
                  <a:gd name="T2" fmla="*/ 0 w 120"/>
                  <a:gd name="T3" fmla="*/ 277 h 277"/>
                  <a:gd name="T4" fmla="*/ 0 w 120"/>
                  <a:gd name="T5" fmla="*/ 60 h 277"/>
                  <a:gd name="T6" fmla="*/ 60 w 120"/>
                  <a:gd name="T7" fmla="*/ 0 h 277"/>
                  <a:gd name="T8" fmla="*/ 60 w 120"/>
                  <a:gd name="T9" fmla="*/ 0 h 277"/>
                  <a:gd name="T10" fmla="*/ 120 w 120"/>
                  <a:gd name="T11" fmla="*/ 60 h 277"/>
                  <a:gd name="T12" fmla="*/ 120 w 120"/>
                  <a:gd name="T13" fmla="*/ 277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0" h="277">
                    <a:moveTo>
                      <a:pt x="120" y="277"/>
                    </a:moveTo>
                    <a:cubicBezTo>
                      <a:pt x="0" y="277"/>
                      <a:pt x="0" y="277"/>
                      <a:pt x="0" y="277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27"/>
                      <a:pt x="27" y="0"/>
                      <a:pt x="6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93" y="0"/>
                      <a:pt x="120" y="27"/>
                      <a:pt x="120" y="60"/>
                    </a:cubicBezTo>
                    <a:lnTo>
                      <a:pt x="120" y="277"/>
                    </a:lnTo>
                    <a:close/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93" name="Line 1695">
                <a:extLst>
                  <a:ext uri="{FF2B5EF4-FFF2-40B4-BE49-F238E27FC236}">
                    <a16:creationId xmlns:a16="http://schemas.microsoft.com/office/drawing/2014/main" id="{06CB8F1B-9955-46D0-AD2A-6136A0F3FD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3" y="1748"/>
                <a:ext cx="1060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94" name="Line 1696">
                <a:extLst>
                  <a:ext uri="{FF2B5EF4-FFF2-40B4-BE49-F238E27FC236}">
                    <a16:creationId xmlns:a16="http://schemas.microsoft.com/office/drawing/2014/main" id="{980F9091-83E2-4422-A911-2A30FB1935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7" y="1722"/>
                <a:ext cx="1055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95" name="Line 1697">
                <a:extLst>
                  <a:ext uri="{FF2B5EF4-FFF2-40B4-BE49-F238E27FC236}">
                    <a16:creationId xmlns:a16="http://schemas.microsoft.com/office/drawing/2014/main" id="{969BAE33-9B69-4957-8347-0E4AF96E0D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3" y="1762"/>
                <a:ext cx="1060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96" name="Freeform 1698">
                <a:extLst>
                  <a:ext uri="{FF2B5EF4-FFF2-40B4-BE49-F238E27FC236}">
                    <a16:creationId xmlns:a16="http://schemas.microsoft.com/office/drawing/2014/main" id="{A08AACFB-52BB-4CA3-8077-FBBCB970E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6" y="1377"/>
                <a:ext cx="1057" cy="13"/>
              </a:xfrm>
              <a:custGeom>
                <a:avLst/>
                <a:gdLst>
                  <a:gd name="T0" fmla="*/ 0 w 1057"/>
                  <a:gd name="T1" fmla="*/ 13 h 13"/>
                  <a:gd name="T2" fmla="*/ 1057 w 1057"/>
                  <a:gd name="T3" fmla="*/ 13 h 13"/>
                  <a:gd name="T4" fmla="*/ 1057 w 1057"/>
                  <a:gd name="T5" fmla="*/ 0 h 13"/>
                  <a:gd name="T6" fmla="*/ 0 w 1057"/>
                  <a:gd name="T7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57" h="13">
                    <a:moveTo>
                      <a:pt x="0" y="13"/>
                    </a:moveTo>
                    <a:lnTo>
                      <a:pt x="1057" y="13"/>
                    </a:lnTo>
                    <a:lnTo>
                      <a:pt x="1057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97" name="Rectangle 1699">
                <a:extLst>
                  <a:ext uri="{FF2B5EF4-FFF2-40B4-BE49-F238E27FC236}">
                    <a16:creationId xmlns:a16="http://schemas.microsoft.com/office/drawing/2014/main" id="{36A6476D-ED28-4B20-B844-6773B5B8A3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18" y="1296"/>
                <a:ext cx="370" cy="194"/>
              </a:xfrm>
              <a:prstGeom prst="rect">
                <a:avLst/>
              </a:prstGeom>
              <a:solidFill>
                <a:srgbClr val="8F8F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98" name="Rectangle 1700">
                <a:extLst>
                  <a:ext uri="{FF2B5EF4-FFF2-40B4-BE49-F238E27FC236}">
                    <a16:creationId xmlns:a16="http://schemas.microsoft.com/office/drawing/2014/main" id="{EEAD8F85-37D2-45B5-9DC6-EC25656417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7" y="1304"/>
                <a:ext cx="352" cy="179"/>
              </a:xfrm>
              <a:prstGeom prst="rect">
                <a:avLst/>
              </a:prstGeom>
              <a:solidFill>
                <a:srgbClr val="000000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99" name="Freeform 1701">
                <a:extLst>
                  <a:ext uri="{FF2B5EF4-FFF2-40B4-BE49-F238E27FC236}">
                    <a16:creationId xmlns:a16="http://schemas.microsoft.com/office/drawing/2014/main" id="{05FFF983-0D0B-4111-890E-6DB71C7B73E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32" y="1327"/>
                <a:ext cx="140" cy="124"/>
              </a:xfrm>
              <a:custGeom>
                <a:avLst/>
                <a:gdLst>
                  <a:gd name="T0" fmla="*/ 193 w 205"/>
                  <a:gd name="T1" fmla="*/ 64 h 182"/>
                  <a:gd name="T2" fmla="*/ 141 w 205"/>
                  <a:gd name="T3" fmla="*/ 64 h 182"/>
                  <a:gd name="T4" fmla="*/ 141 w 205"/>
                  <a:gd name="T5" fmla="*/ 37 h 182"/>
                  <a:gd name="T6" fmla="*/ 103 w 205"/>
                  <a:gd name="T7" fmla="*/ 0 h 182"/>
                  <a:gd name="T8" fmla="*/ 65 w 205"/>
                  <a:gd name="T9" fmla="*/ 37 h 182"/>
                  <a:gd name="T10" fmla="*/ 65 w 205"/>
                  <a:gd name="T11" fmla="*/ 64 h 182"/>
                  <a:gd name="T12" fmla="*/ 12 w 205"/>
                  <a:gd name="T13" fmla="*/ 64 h 182"/>
                  <a:gd name="T14" fmla="*/ 0 w 205"/>
                  <a:gd name="T15" fmla="*/ 76 h 182"/>
                  <a:gd name="T16" fmla="*/ 2 w 205"/>
                  <a:gd name="T17" fmla="*/ 82 h 182"/>
                  <a:gd name="T18" fmla="*/ 47 w 205"/>
                  <a:gd name="T19" fmla="*/ 182 h 182"/>
                  <a:gd name="T20" fmla="*/ 157 w 205"/>
                  <a:gd name="T21" fmla="*/ 182 h 182"/>
                  <a:gd name="T22" fmla="*/ 203 w 205"/>
                  <a:gd name="T23" fmla="*/ 82 h 182"/>
                  <a:gd name="T24" fmla="*/ 205 w 205"/>
                  <a:gd name="T25" fmla="*/ 76 h 182"/>
                  <a:gd name="T26" fmla="*/ 193 w 205"/>
                  <a:gd name="T27" fmla="*/ 64 h 182"/>
                  <a:gd name="T28" fmla="*/ 24 w 205"/>
                  <a:gd name="T29" fmla="*/ 88 h 182"/>
                  <a:gd name="T30" fmla="*/ 65 w 205"/>
                  <a:gd name="T31" fmla="*/ 88 h 182"/>
                  <a:gd name="T32" fmla="*/ 69 w 205"/>
                  <a:gd name="T33" fmla="*/ 117 h 182"/>
                  <a:gd name="T34" fmla="*/ 37 w 205"/>
                  <a:gd name="T35" fmla="*/ 117 h 182"/>
                  <a:gd name="T36" fmla="*/ 24 w 205"/>
                  <a:gd name="T37" fmla="*/ 88 h 182"/>
                  <a:gd name="T38" fmla="*/ 59 w 205"/>
                  <a:gd name="T39" fmla="*/ 164 h 182"/>
                  <a:gd name="T40" fmla="*/ 45 w 205"/>
                  <a:gd name="T41" fmla="*/ 135 h 182"/>
                  <a:gd name="T42" fmla="*/ 72 w 205"/>
                  <a:gd name="T43" fmla="*/ 135 h 182"/>
                  <a:gd name="T44" fmla="*/ 77 w 205"/>
                  <a:gd name="T45" fmla="*/ 164 h 182"/>
                  <a:gd name="T46" fmla="*/ 59 w 205"/>
                  <a:gd name="T47" fmla="*/ 164 h 182"/>
                  <a:gd name="T48" fmla="*/ 112 w 205"/>
                  <a:gd name="T49" fmla="*/ 164 h 182"/>
                  <a:gd name="T50" fmla="*/ 93 w 205"/>
                  <a:gd name="T51" fmla="*/ 164 h 182"/>
                  <a:gd name="T52" fmla="*/ 88 w 205"/>
                  <a:gd name="T53" fmla="*/ 135 h 182"/>
                  <a:gd name="T54" fmla="*/ 117 w 205"/>
                  <a:gd name="T55" fmla="*/ 135 h 182"/>
                  <a:gd name="T56" fmla="*/ 112 w 205"/>
                  <a:gd name="T57" fmla="*/ 164 h 182"/>
                  <a:gd name="T58" fmla="*/ 119 w 205"/>
                  <a:gd name="T59" fmla="*/ 117 h 182"/>
                  <a:gd name="T60" fmla="*/ 87 w 205"/>
                  <a:gd name="T61" fmla="*/ 117 h 182"/>
                  <a:gd name="T62" fmla="*/ 82 w 205"/>
                  <a:gd name="T63" fmla="*/ 88 h 182"/>
                  <a:gd name="T64" fmla="*/ 122 w 205"/>
                  <a:gd name="T65" fmla="*/ 88 h 182"/>
                  <a:gd name="T66" fmla="*/ 119 w 205"/>
                  <a:gd name="T67" fmla="*/ 117 h 182"/>
                  <a:gd name="T68" fmla="*/ 123 w 205"/>
                  <a:gd name="T69" fmla="*/ 64 h 182"/>
                  <a:gd name="T70" fmla="*/ 83 w 205"/>
                  <a:gd name="T71" fmla="*/ 64 h 182"/>
                  <a:gd name="T72" fmla="*/ 83 w 205"/>
                  <a:gd name="T73" fmla="*/ 37 h 182"/>
                  <a:gd name="T74" fmla="*/ 103 w 205"/>
                  <a:gd name="T75" fmla="*/ 17 h 182"/>
                  <a:gd name="T76" fmla="*/ 123 w 205"/>
                  <a:gd name="T77" fmla="*/ 37 h 182"/>
                  <a:gd name="T78" fmla="*/ 123 w 205"/>
                  <a:gd name="T79" fmla="*/ 37 h 182"/>
                  <a:gd name="T80" fmla="*/ 123 w 205"/>
                  <a:gd name="T81" fmla="*/ 64 h 182"/>
                  <a:gd name="T82" fmla="*/ 146 w 205"/>
                  <a:gd name="T83" fmla="*/ 164 h 182"/>
                  <a:gd name="T84" fmla="*/ 128 w 205"/>
                  <a:gd name="T85" fmla="*/ 164 h 182"/>
                  <a:gd name="T86" fmla="*/ 133 w 205"/>
                  <a:gd name="T87" fmla="*/ 135 h 182"/>
                  <a:gd name="T88" fmla="*/ 160 w 205"/>
                  <a:gd name="T89" fmla="*/ 135 h 182"/>
                  <a:gd name="T90" fmla="*/ 146 w 205"/>
                  <a:gd name="T91" fmla="*/ 164 h 182"/>
                  <a:gd name="T92" fmla="*/ 167 w 205"/>
                  <a:gd name="T93" fmla="*/ 117 h 182"/>
                  <a:gd name="T94" fmla="*/ 135 w 205"/>
                  <a:gd name="T95" fmla="*/ 117 h 182"/>
                  <a:gd name="T96" fmla="*/ 139 w 205"/>
                  <a:gd name="T97" fmla="*/ 88 h 182"/>
                  <a:gd name="T98" fmla="*/ 180 w 205"/>
                  <a:gd name="T99" fmla="*/ 88 h 182"/>
                  <a:gd name="T100" fmla="*/ 167 w 205"/>
                  <a:gd name="T101" fmla="*/ 117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05" h="182">
                    <a:moveTo>
                      <a:pt x="193" y="64"/>
                    </a:moveTo>
                    <a:cubicBezTo>
                      <a:pt x="141" y="64"/>
                      <a:pt x="141" y="64"/>
                      <a:pt x="141" y="64"/>
                    </a:cubicBezTo>
                    <a:cubicBezTo>
                      <a:pt x="141" y="37"/>
                      <a:pt x="141" y="37"/>
                      <a:pt x="141" y="37"/>
                    </a:cubicBezTo>
                    <a:cubicBezTo>
                      <a:pt x="141" y="17"/>
                      <a:pt x="124" y="0"/>
                      <a:pt x="103" y="0"/>
                    </a:cubicBezTo>
                    <a:cubicBezTo>
                      <a:pt x="82" y="0"/>
                      <a:pt x="65" y="17"/>
                      <a:pt x="65" y="37"/>
                    </a:cubicBezTo>
                    <a:cubicBezTo>
                      <a:pt x="65" y="64"/>
                      <a:pt x="65" y="64"/>
                      <a:pt x="65" y="64"/>
                    </a:cubicBezTo>
                    <a:cubicBezTo>
                      <a:pt x="12" y="64"/>
                      <a:pt x="12" y="64"/>
                      <a:pt x="12" y="64"/>
                    </a:cubicBezTo>
                    <a:cubicBezTo>
                      <a:pt x="5" y="64"/>
                      <a:pt x="0" y="70"/>
                      <a:pt x="0" y="76"/>
                    </a:cubicBezTo>
                    <a:cubicBezTo>
                      <a:pt x="0" y="78"/>
                      <a:pt x="1" y="80"/>
                      <a:pt x="2" y="82"/>
                    </a:cubicBezTo>
                    <a:cubicBezTo>
                      <a:pt x="47" y="182"/>
                      <a:pt x="47" y="182"/>
                      <a:pt x="47" y="182"/>
                    </a:cubicBezTo>
                    <a:cubicBezTo>
                      <a:pt x="157" y="182"/>
                      <a:pt x="157" y="182"/>
                      <a:pt x="157" y="182"/>
                    </a:cubicBezTo>
                    <a:cubicBezTo>
                      <a:pt x="203" y="82"/>
                      <a:pt x="203" y="82"/>
                      <a:pt x="203" y="82"/>
                    </a:cubicBezTo>
                    <a:cubicBezTo>
                      <a:pt x="204" y="80"/>
                      <a:pt x="205" y="78"/>
                      <a:pt x="205" y="76"/>
                    </a:cubicBezTo>
                    <a:cubicBezTo>
                      <a:pt x="205" y="70"/>
                      <a:pt x="199" y="64"/>
                      <a:pt x="193" y="64"/>
                    </a:cubicBezTo>
                    <a:close/>
                    <a:moveTo>
                      <a:pt x="24" y="88"/>
                    </a:moveTo>
                    <a:cubicBezTo>
                      <a:pt x="65" y="88"/>
                      <a:pt x="65" y="88"/>
                      <a:pt x="65" y="88"/>
                    </a:cubicBezTo>
                    <a:cubicBezTo>
                      <a:pt x="69" y="117"/>
                      <a:pt x="69" y="117"/>
                      <a:pt x="69" y="117"/>
                    </a:cubicBezTo>
                    <a:cubicBezTo>
                      <a:pt x="37" y="117"/>
                      <a:pt x="37" y="117"/>
                      <a:pt x="37" y="117"/>
                    </a:cubicBezTo>
                    <a:lnTo>
                      <a:pt x="24" y="88"/>
                    </a:lnTo>
                    <a:close/>
                    <a:moveTo>
                      <a:pt x="59" y="164"/>
                    </a:moveTo>
                    <a:cubicBezTo>
                      <a:pt x="45" y="135"/>
                      <a:pt x="45" y="135"/>
                      <a:pt x="45" y="135"/>
                    </a:cubicBezTo>
                    <a:cubicBezTo>
                      <a:pt x="72" y="135"/>
                      <a:pt x="72" y="135"/>
                      <a:pt x="72" y="135"/>
                    </a:cubicBezTo>
                    <a:cubicBezTo>
                      <a:pt x="77" y="164"/>
                      <a:pt x="77" y="164"/>
                      <a:pt x="77" y="164"/>
                    </a:cubicBezTo>
                    <a:lnTo>
                      <a:pt x="59" y="164"/>
                    </a:lnTo>
                    <a:close/>
                    <a:moveTo>
                      <a:pt x="112" y="164"/>
                    </a:moveTo>
                    <a:cubicBezTo>
                      <a:pt x="93" y="164"/>
                      <a:pt x="93" y="164"/>
                      <a:pt x="93" y="164"/>
                    </a:cubicBezTo>
                    <a:cubicBezTo>
                      <a:pt x="88" y="135"/>
                      <a:pt x="88" y="135"/>
                      <a:pt x="88" y="135"/>
                    </a:cubicBezTo>
                    <a:cubicBezTo>
                      <a:pt x="117" y="135"/>
                      <a:pt x="117" y="135"/>
                      <a:pt x="117" y="135"/>
                    </a:cubicBezTo>
                    <a:lnTo>
                      <a:pt x="112" y="164"/>
                    </a:lnTo>
                    <a:close/>
                    <a:moveTo>
                      <a:pt x="119" y="117"/>
                    </a:moveTo>
                    <a:cubicBezTo>
                      <a:pt x="87" y="117"/>
                      <a:pt x="87" y="117"/>
                      <a:pt x="87" y="117"/>
                    </a:cubicBezTo>
                    <a:cubicBezTo>
                      <a:pt x="82" y="88"/>
                      <a:pt x="82" y="88"/>
                      <a:pt x="82" y="88"/>
                    </a:cubicBezTo>
                    <a:cubicBezTo>
                      <a:pt x="122" y="88"/>
                      <a:pt x="122" y="88"/>
                      <a:pt x="122" y="88"/>
                    </a:cubicBezTo>
                    <a:lnTo>
                      <a:pt x="119" y="117"/>
                    </a:lnTo>
                    <a:close/>
                    <a:moveTo>
                      <a:pt x="123" y="64"/>
                    </a:moveTo>
                    <a:cubicBezTo>
                      <a:pt x="83" y="64"/>
                      <a:pt x="83" y="64"/>
                      <a:pt x="83" y="64"/>
                    </a:cubicBezTo>
                    <a:cubicBezTo>
                      <a:pt x="83" y="37"/>
                      <a:pt x="83" y="37"/>
                      <a:pt x="83" y="37"/>
                    </a:cubicBezTo>
                    <a:cubicBezTo>
                      <a:pt x="83" y="26"/>
                      <a:pt x="92" y="17"/>
                      <a:pt x="103" y="17"/>
                    </a:cubicBezTo>
                    <a:cubicBezTo>
                      <a:pt x="114" y="17"/>
                      <a:pt x="123" y="26"/>
                      <a:pt x="123" y="37"/>
                    </a:cubicBezTo>
                    <a:cubicBezTo>
                      <a:pt x="123" y="37"/>
                      <a:pt x="123" y="37"/>
                      <a:pt x="123" y="37"/>
                    </a:cubicBezTo>
                    <a:lnTo>
                      <a:pt x="123" y="64"/>
                    </a:lnTo>
                    <a:close/>
                    <a:moveTo>
                      <a:pt x="146" y="164"/>
                    </a:moveTo>
                    <a:cubicBezTo>
                      <a:pt x="128" y="164"/>
                      <a:pt x="128" y="164"/>
                      <a:pt x="128" y="164"/>
                    </a:cubicBezTo>
                    <a:cubicBezTo>
                      <a:pt x="133" y="135"/>
                      <a:pt x="133" y="135"/>
                      <a:pt x="133" y="135"/>
                    </a:cubicBezTo>
                    <a:cubicBezTo>
                      <a:pt x="160" y="135"/>
                      <a:pt x="160" y="135"/>
                      <a:pt x="160" y="135"/>
                    </a:cubicBezTo>
                    <a:lnTo>
                      <a:pt x="146" y="164"/>
                    </a:lnTo>
                    <a:close/>
                    <a:moveTo>
                      <a:pt x="167" y="117"/>
                    </a:moveTo>
                    <a:cubicBezTo>
                      <a:pt x="135" y="117"/>
                      <a:pt x="135" y="117"/>
                      <a:pt x="135" y="117"/>
                    </a:cubicBezTo>
                    <a:cubicBezTo>
                      <a:pt x="139" y="88"/>
                      <a:pt x="139" y="88"/>
                      <a:pt x="139" y="88"/>
                    </a:cubicBezTo>
                    <a:cubicBezTo>
                      <a:pt x="180" y="88"/>
                      <a:pt x="180" y="88"/>
                      <a:pt x="180" y="88"/>
                    </a:cubicBezTo>
                    <a:lnTo>
                      <a:pt x="167" y="1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00" name="Rectangle 1702">
                <a:extLst>
                  <a:ext uri="{FF2B5EF4-FFF2-40B4-BE49-F238E27FC236}">
                    <a16:creationId xmlns:a16="http://schemas.microsoft.com/office/drawing/2014/main" id="{818C1856-4AAD-4930-8DD5-E7C5D95F31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3" y="1832"/>
                <a:ext cx="857" cy="377"/>
              </a:xfrm>
              <a:prstGeom prst="rect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01" name="Line 1703">
                <a:extLst>
                  <a:ext uri="{FF2B5EF4-FFF2-40B4-BE49-F238E27FC236}">
                    <a16:creationId xmlns:a16="http://schemas.microsoft.com/office/drawing/2014/main" id="{1C85AC2F-2E5E-4312-B2D7-53BDC76EC1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3" y="1344"/>
                <a:ext cx="0" cy="953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02" name="Rectangle 1704">
                <a:extLst>
                  <a:ext uri="{FF2B5EF4-FFF2-40B4-BE49-F238E27FC236}">
                    <a16:creationId xmlns:a16="http://schemas.microsoft.com/office/drawing/2014/main" id="{9638A2FF-0A3B-4CF5-BE77-3D12F7BF71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2" y="2205"/>
                <a:ext cx="881" cy="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03" name="Rectangle 1705">
                <a:extLst>
                  <a:ext uri="{FF2B5EF4-FFF2-40B4-BE49-F238E27FC236}">
                    <a16:creationId xmlns:a16="http://schemas.microsoft.com/office/drawing/2014/main" id="{5C7D3AEC-9CC4-4D27-B2B0-5238066B1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2" y="1822"/>
                <a:ext cx="881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04" name="Freeform 1706">
                <a:extLst>
                  <a:ext uri="{FF2B5EF4-FFF2-40B4-BE49-F238E27FC236}">
                    <a16:creationId xmlns:a16="http://schemas.microsoft.com/office/drawing/2014/main" id="{29136351-1B48-4E4A-8A73-7CEE48BD91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91" y="461"/>
                <a:ext cx="282" cy="90"/>
              </a:xfrm>
              <a:custGeom>
                <a:avLst/>
                <a:gdLst>
                  <a:gd name="T0" fmla="*/ 370 w 414"/>
                  <a:gd name="T1" fmla="*/ 131 h 131"/>
                  <a:gd name="T2" fmla="*/ 0 w 414"/>
                  <a:gd name="T3" fmla="*/ 131 h 131"/>
                  <a:gd name="T4" fmla="*/ 47 w 414"/>
                  <a:gd name="T5" fmla="*/ 87 h 131"/>
                  <a:gd name="T6" fmla="*/ 100 w 414"/>
                  <a:gd name="T7" fmla="*/ 103 h 131"/>
                  <a:gd name="T8" fmla="*/ 233 w 414"/>
                  <a:gd name="T9" fmla="*/ 22 h 131"/>
                  <a:gd name="T10" fmla="*/ 288 w 414"/>
                  <a:gd name="T11" fmla="*/ 108 h 131"/>
                  <a:gd name="T12" fmla="*/ 360 w 414"/>
                  <a:gd name="T13" fmla="*/ 72 h 131"/>
                  <a:gd name="T14" fmla="*/ 370 w 414"/>
                  <a:gd name="T15" fmla="*/ 131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4" h="131">
                    <a:moveTo>
                      <a:pt x="370" y="131"/>
                    </a:moveTo>
                    <a:cubicBezTo>
                      <a:pt x="0" y="131"/>
                      <a:pt x="0" y="131"/>
                      <a:pt x="0" y="131"/>
                    </a:cubicBezTo>
                    <a:cubicBezTo>
                      <a:pt x="0" y="131"/>
                      <a:pt x="16" y="107"/>
                      <a:pt x="47" y="87"/>
                    </a:cubicBezTo>
                    <a:cubicBezTo>
                      <a:pt x="77" y="66"/>
                      <a:pt x="111" y="69"/>
                      <a:pt x="100" y="103"/>
                    </a:cubicBezTo>
                    <a:cubicBezTo>
                      <a:pt x="100" y="103"/>
                      <a:pt x="142" y="43"/>
                      <a:pt x="233" y="22"/>
                    </a:cubicBezTo>
                    <a:cubicBezTo>
                      <a:pt x="323" y="0"/>
                      <a:pt x="315" y="73"/>
                      <a:pt x="288" y="108"/>
                    </a:cubicBezTo>
                    <a:cubicBezTo>
                      <a:pt x="288" y="108"/>
                      <a:pt x="318" y="82"/>
                      <a:pt x="360" y="72"/>
                    </a:cubicBezTo>
                    <a:cubicBezTo>
                      <a:pt x="402" y="61"/>
                      <a:pt x="414" y="101"/>
                      <a:pt x="370" y="13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05" name="Freeform 1707">
                <a:extLst>
                  <a:ext uri="{FF2B5EF4-FFF2-40B4-BE49-F238E27FC236}">
                    <a16:creationId xmlns:a16="http://schemas.microsoft.com/office/drawing/2014/main" id="{6ACDD18C-6A6F-4C69-89F9-9DF637D869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9" y="647"/>
                <a:ext cx="605" cy="136"/>
              </a:xfrm>
              <a:custGeom>
                <a:avLst/>
                <a:gdLst>
                  <a:gd name="T0" fmla="*/ 794 w 889"/>
                  <a:gd name="T1" fmla="*/ 201 h 201"/>
                  <a:gd name="T2" fmla="*/ 0 w 889"/>
                  <a:gd name="T3" fmla="*/ 201 h 201"/>
                  <a:gd name="T4" fmla="*/ 101 w 889"/>
                  <a:gd name="T5" fmla="*/ 113 h 201"/>
                  <a:gd name="T6" fmla="*/ 200 w 889"/>
                  <a:gd name="T7" fmla="*/ 163 h 201"/>
                  <a:gd name="T8" fmla="*/ 436 w 889"/>
                  <a:gd name="T9" fmla="*/ 54 h 201"/>
                  <a:gd name="T10" fmla="*/ 618 w 889"/>
                  <a:gd name="T11" fmla="*/ 155 h 201"/>
                  <a:gd name="T12" fmla="*/ 748 w 889"/>
                  <a:gd name="T13" fmla="*/ 112 h 201"/>
                  <a:gd name="T14" fmla="*/ 794 w 889"/>
                  <a:gd name="T15" fmla="*/ 201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89" h="201">
                    <a:moveTo>
                      <a:pt x="794" y="201"/>
                    </a:moveTo>
                    <a:cubicBezTo>
                      <a:pt x="0" y="201"/>
                      <a:pt x="0" y="201"/>
                      <a:pt x="0" y="201"/>
                    </a:cubicBezTo>
                    <a:cubicBezTo>
                      <a:pt x="0" y="201"/>
                      <a:pt x="36" y="153"/>
                      <a:pt x="101" y="113"/>
                    </a:cubicBezTo>
                    <a:cubicBezTo>
                      <a:pt x="166" y="72"/>
                      <a:pt x="225" y="96"/>
                      <a:pt x="200" y="163"/>
                    </a:cubicBezTo>
                    <a:cubicBezTo>
                      <a:pt x="200" y="163"/>
                      <a:pt x="279" y="99"/>
                      <a:pt x="436" y="54"/>
                    </a:cubicBezTo>
                    <a:cubicBezTo>
                      <a:pt x="627" y="0"/>
                      <a:pt x="676" y="86"/>
                      <a:pt x="618" y="155"/>
                    </a:cubicBezTo>
                    <a:cubicBezTo>
                      <a:pt x="618" y="155"/>
                      <a:pt x="658" y="133"/>
                      <a:pt x="748" y="112"/>
                    </a:cubicBezTo>
                    <a:cubicBezTo>
                      <a:pt x="839" y="91"/>
                      <a:pt x="889" y="141"/>
                      <a:pt x="794" y="20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1111" name="Group 1909">
              <a:extLst>
                <a:ext uri="{FF2B5EF4-FFF2-40B4-BE49-F238E27FC236}">
                  <a16:creationId xmlns:a16="http://schemas.microsoft.com/office/drawing/2014/main" id="{D3083C8F-3034-454E-A5A0-D87C585730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7" y="280"/>
              <a:ext cx="3525" cy="2604"/>
              <a:chOff x="2357" y="280"/>
              <a:chExt cx="3525" cy="2604"/>
            </a:xfrm>
          </p:grpSpPr>
          <p:sp>
            <p:nvSpPr>
              <p:cNvPr id="1406" name="Freeform 1709">
                <a:extLst>
                  <a:ext uri="{FF2B5EF4-FFF2-40B4-BE49-F238E27FC236}">
                    <a16:creationId xmlns:a16="http://schemas.microsoft.com/office/drawing/2014/main" id="{78EBD34F-2015-42C7-BA9E-31ECDEAF58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57" y="2249"/>
                <a:ext cx="61" cy="8"/>
              </a:xfrm>
              <a:custGeom>
                <a:avLst/>
                <a:gdLst>
                  <a:gd name="T0" fmla="*/ 89 w 89"/>
                  <a:gd name="T1" fmla="*/ 3 h 11"/>
                  <a:gd name="T2" fmla="*/ 89 w 89"/>
                  <a:gd name="T3" fmla="*/ 11 h 11"/>
                  <a:gd name="T4" fmla="*/ 0 w 89"/>
                  <a:gd name="T5" fmla="*/ 11 h 11"/>
                  <a:gd name="T6" fmla="*/ 0 w 89"/>
                  <a:gd name="T7" fmla="*/ 0 h 11"/>
                  <a:gd name="T8" fmla="*/ 0 w 89"/>
                  <a:gd name="T9" fmla="*/ 0 h 11"/>
                  <a:gd name="T10" fmla="*/ 88 w 89"/>
                  <a:gd name="T11" fmla="*/ 0 h 11"/>
                  <a:gd name="T12" fmla="*/ 89 w 89"/>
                  <a:gd name="T13" fmla="*/ 3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9" h="11">
                    <a:moveTo>
                      <a:pt x="89" y="3"/>
                    </a:moveTo>
                    <a:cubicBezTo>
                      <a:pt x="89" y="11"/>
                      <a:pt x="89" y="11"/>
                      <a:pt x="8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1"/>
                      <a:pt x="89" y="2"/>
                      <a:pt x="89" y="3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07" name="Freeform 1710">
                <a:extLst>
                  <a:ext uri="{FF2B5EF4-FFF2-40B4-BE49-F238E27FC236}">
                    <a16:creationId xmlns:a16="http://schemas.microsoft.com/office/drawing/2014/main" id="{275B415B-391D-436E-A350-BF5890FBF5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9" y="1706"/>
                <a:ext cx="826" cy="676"/>
              </a:xfrm>
              <a:custGeom>
                <a:avLst/>
                <a:gdLst>
                  <a:gd name="T0" fmla="*/ 826 w 826"/>
                  <a:gd name="T1" fmla="*/ 676 h 676"/>
                  <a:gd name="T2" fmla="*/ 0 w 826"/>
                  <a:gd name="T3" fmla="*/ 675 h 676"/>
                  <a:gd name="T4" fmla="*/ 0 w 826"/>
                  <a:gd name="T5" fmla="*/ 0 h 676"/>
                  <a:gd name="T6" fmla="*/ 826 w 826"/>
                  <a:gd name="T7" fmla="*/ 0 h 676"/>
                  <a:gd name="T8" fmla="*/ 826 w 826"/>
                  <a:gd name="T9" fmla="*/ 676 h 6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6" h="676">
                    <a:moveTo>
                      <a:pt x="826" y="676"/>
                    </a:moveTo>
                    <a:lnTo>
                      <a:pt x="0" y="675"/>
                    </a:lnTo>
                    <a:lnTo>
                      <a:pt x="0" y="0"/>
                    </a:lnTo>
                    <a:lnTo>
                      <a:pt x="826" y="0"/>
                    </a:lnTo>
                    <a:lnTo>
                      <a:pt x="826" y="676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08" name="Freeform 1711">
                <a:extLst>
                  <a:ext uri="{FF2B5EF4-FFF2-40B4-BE49-F238E27FC236}">
                    <a16:creationId xmlns:a16="http://schemas.microsoft.com/office/drawing/2014/main" id="{D59AC807-3918-4860-9060-00EC09856B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" y="1514"/>
                <a:ext cx="827" cy="180"/>
              </a:xfrm>
              <a:custGeom>
                <a:avLst/>
                <a:gdLst>
                  <a:gd name="T0" fmla="*/ 0 w 827"/>
                  <a:gd name="T1" fmla="*/ 180 h 180"/>
                  <a:gd name="T2" fmla="*/ 403 w 827"/>
                  <a:gd name="T3" fmla="*/ 0 h 180"/>
                  <a:gd name="T4" fmla="*/ 827 w 827"/>
                  <a:gd name="T5" fmla="*/ 180 h 180"/>
                  <a:gd name="T6" fmla="*/ 0 w 827"/>
                  <a:gd name="T7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27" h="180">
                    <a:moveTo>
                      <a:pt x="0" y="180"/>
                    </a:moveTo>
                    <a:lnTo>
                      <a:pt x="403" y="0"/>
                    </a:lnTo>
                    <a:lnTo>
                      <a:pt x="827" y="180"/>
                    </a:lnTo>
                    <a:lnTo>
                      <a:pt x="0" y="18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09" name="Freeform 1712">
                <a:extLst>
                  <a:ext uri="{FF2B5EF4-FFF2-40B4-BE49-F238E27FC236}">
                    <a16:creationId xmlns:a16="http://schemas.microsoft.com/office/drawing/2014/main" id="{B7FC2B67-CB1A-4C5A-8480-5BDB40582C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4" y="1610"/>
                <a:ext cx="160" cy="70"/>
              </a:xfrm>
              <a:custGeom>
                <a:avLst/>
                <a:gdLst>
                  <a:gd name="T0" fmla="*/ 0 w 235"/>
                  <a:gd name="T1" fmla="*/ 103 h 103"/>
                  <a:gd name="T2" fmla="*/ 235 w 235"/>
                  <a:gd name="T3" fmla="*/ 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35" h="103">
                    <a:moveTo>
                      <a:pt x="0" y="103"/>
                    </a:moveTo>
                    <a:cubicBezTo>
                      <a:pt x="4" y="102"/>
                      <a:pt x="235" y="0"/>
                      <a:pt x="235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10" name="Line 1713">
                <a:extLst>
                  <a:ext uri="{FF2B5EF4-FFF2-40B4-BE49-F238E27FC236}">
                    <a16:creationId xmlns:a16="http://schemas.microsoft.com/office/drawing/2014/main" id="{88B5BDEC-170D-47CD-85B7-068661B717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93" y="1575"/>
                <a:ext cx="38" cy="18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11" name="Rectangle 1714">
                <a:extLst>
                  <a:ext uri="{FF2B5EF4-FFF2-40B4-BE49-F238E27FC236}">
                    <a16:creationId xmlns:a16="http://schemas.microsoft.com/office/drawing/2014/main" id="{57DC8969-C420-4D54-9BF4-DE545E251B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8" y="1693"/>
                <a:ext cx="828" cy="5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12" name="Rectangle 1715">
                <a:extLst>
                  <a:ext uri="{FF2B5EF4-FFF2-40B4-BE49-F238E27FC236}">
                    <a16:creationId xmlns:a16="http://schemas.microsoft.com/office/drawing/2014/main" id="{AFC67D1A-502B-49A7-8CF5-181A41998E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9" y="1762"/>
                <a:ext cx="766" cy="555"/>
              </a:xfrm>
              <a:prstGeom prst="rect">
                <a:avLst/>
              </a:prstGeom>
              <a:solidFill>
                <a:srgbClr val="000000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13" name="Freeform 1716">
                <a:extLst>
                  <a:ext uri="{FF2B5EF4-FFF2-40B4-BE49-F238E27FC236}">
                    <a16:creationId xmlns:a16="http://schemas.microsoft.com/office/drawing/2014/main" id="{97F1E260-B72B-4047-A883-CC905ACE84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4" y="1793"/>
                <a:ext cx="711" cy="487"/>
              </a:xfrm>
              <a:custGeom>
                <a:avLst/>
                <a:gdLst>
                  <a:gd name="T0" fmla="*/ 711 w 711"/>
                  <a:gd name="T1" fmla="*/ 487 h 487"/>
                  <a:gd name="T2" fmla="*/ 0 w 711"/>
                  <a:gd name="T3" fmla="*/ 485 h 487"/>
                  <a:gd name="T4" fmla="*/ 4 w 711"/>
                  <a:gd name="T5" fmla="*/ 0 h 487"/>
                  <a:gd name="T6" fmla="*/ 711 w 711"/>
                  <a:gd name="T7" fmla="*/ 0 h 487"/>
                  <a:gd name="T8" fmla="*/ 711 w 711"/>
                  <a:gd name="T9" fmla="*/ 487 h 4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1" h="487">
                    <a:moveTo>
                      <a:pt x="711" y="487"/>
                    </a:moveTo>
                    <a:lnTo>
                      <a:pt x="0" y="485"/>
                    </a:lnTo>
                    <a:lnTo>
                      <a:pt x="4" y="0"/>
                    </a:lnTo>
                    <a:lnTo>
                      <a:pt x="711" y="0"/>
                    </a:lnTo>
                    <a:lnTo>
                      <a:pt x="711" y="487"/>
                    </a:lnTo>
                    <a:close/>
                  </a:path>
                </a:pathLst>
              </a:custGeom>
              <a:solidFill>
                <a:srgbClr val="D6D6D6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14" name="Oval 1717">
                <a:extLst>
                  <a:ext uri="{FF2B5EF4-FFF2-40B4-BE49-F238E27FC236}">
                    <a16:creationId xmlns:a16="http://schemas.microsoft.com/office/drawing/2014/main" id="{F1EAE70F-1134-4A2F-A22A-CD73261AA8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4" y="1854"/>
                <a:ext cx="24" cy="2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15" name="Line 1718">
                <a:extLst>
                  <a:ext uri="{FF2B5EF4-FFF2-40B4-BE49-F238E27FC236}">
                    <a16:creationId xmlns:a16="http://schemas.microsoft.com/office/drawing/2014/main" id="{C0512E9B-BEDE-48EC-8930-05E3BDF2AB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6" y="1790"/>
                <a:ext cx="0" cy="3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16" name="Freeform 1719">
                <a:extLst>
                  <a:ext uri="{FF2B5EF4-FFF2-40B4-BE49-F238E27FC236}">
                    <a16:creationId xmlns:a16="http://schemas.microsoft.com/office/drawing/2014/main" id="{8B8666DA-2148-44C9-A32A-E395BB51ED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3" y="1820"/>
                <a:ext cx="86" cy="43"/>
              </a:xfrm>
              <a:custGeom>
                <a:avLst/>
                <a:gdLst>
                  <a:gd name="T0" fmla="*/ 0 w 127"/>
                  <a:gd name="T1" fmla="*/ 63 h 63"/>
                  <a:gd name="T2" fmla="*/ 63 w 127"/>
                  <a:gd name="T3" fmla="*/ 0 h 63"/>
                  <a:gd name="T4" fmla="*/ 127 w 127"/>
                  <a:gd name="T5" fmla="*/ 63 h 63"/>
                  <a:gd name="T6" fmla="*/ 0 w 127"/>
                  <a:gd name="T7" fmla="*/ 6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7" h="63">
                    <a:moveTo>
                      <a:pt x="0" y="63"/>
                    </a:moveTo>
                    <a:cubicBezTo>
                      <a:pt x="0" y="28"/>
                      <a:pt x="28" y="0"/>
                      <a:pt x="63" y="0"/>
                    </a:cubicBezTo>
                    <a:cubicBezTo>
                      <a:pt x="99" y="0"/>
                      <a:pt x="127" y="28"/>
                      <a:pt x="127" y="63"/>
                    </a:cubicBezTo>
                    <a:lnTo>
                      <a:pt x="0" y="63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17" name="Line 1720">
                <a:extLst>
                  <a:ext uri="{FF2B5EF4-FFF2-40B4-BE49-F238E27FC236}">
                    <a16:creationId xmlns:a16="http://schemas.microsoft.com/office/drawing/2014/main" id="{97FAA8F8-D3FF-4A42-AE41-28E223C98C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54" y="1854"/>
                <a:ext cx="84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18" name="Oval 1721">
                <a:extLst>
                  <a:ext uri="{FF2B5EF4-FFF2-40B4-BE49-F238E27FC236}">
                    <a16:creationId xmlns:a16="http://schemas.microsoft.com/office/drawing/2014/main" id="{99F241A0-3019-4DB2-8D7D-11C151D42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92" y="1854"/>
                <a:ext cx="24" cy="2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19" name="Line 1722">
                <a:extLst>
                  <a:ext uri="{FF2B5EF4-FFF2-40B4-BE49-F238E27FC236}">
                    <a16:creationId xmlns:a16="http://schemas.microsoft.com/office/drawing/2014/main" id="{3CB4C684-2336-4734-8802-96F1D68A7D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5" y="1790"/>
                <a:ext cx="0" cy="3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20" name="Freeform 1723">
                <a:extLst>
                  <a:ext uri="{FF2B5EF4-FFF2-40B4-BE49-F238E27FC236}">
                    <a16:creationId xmlns:a16="http://schemas.microsoft.com/office/drawing/2014/main" id="{726C3F62-62DD-46FB-951F-6DA62D1CF6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1" y="1820"/>
                <a:ext cx="86" cy="43"/>
              </a:xfrm>
              <a:custGeom>
                <a:avLst/>
                <a:gdLst>
                  <a:gd name="T0" fmla="*/ 0 w 127"/>
                  <a:gd name="T1" fmla="*/ 63 h 63"/>
                  <a:gd name="T2" fmla="*/ 64 w 127"/>
                  <a:gd name="T3" fmla="*/ 0 h 63"/>
                  <a:gd name="T4" fmla="*/ 127 w 127"/>
                  <a:gd name="T5" fmla="*/ 63 h 63"/>
                  <a:gd name="T6" fmla="*/ 0 w 127"/>
                  <a:gd name="T7" fmla="*/ 6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7" h="63">
                    <a:moveTo>
                      <a:pt x="0" y="63"/>
                    </a:moveTo>
                    <a:cubicBezTo>
                      <a:pt x="0" y="28"/>
                      <a:pt x="28" y="0"/>
                      <a:pt x="64" y="0"/>
                    </a:cubicBezTo>
                    <a:cubicBezTo>
                      <a:pt x="99" y="0"/>
                      <a:pt x="127" y="28"/>
                      <a:pt x="127" y="63"/>
                    </a:cubicBezTo>
                    <a:lnTo>
                      <a:pt x="0" y="63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21" name="Line 1724">
                <a:extLst>
                  <a:ext uri="{FF2B5EF4-FFF2-40B4-BE49-F238E27FC236}">
                    <a16:creationId xmlns:a16="http://schemas.microsoft.com/office/drawing/2014/main" id="{0F0BEFF4-985C-461E-A937-A1FFBB0823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2" y="1854"/>
                <a:ext cx="84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22" name="Freeform 1725">
                <a:extLst>
                  <a:ext uri="{FF2B5EF4-FFF2-40B4-BE49-F238E27FC236}">
                    <a16:creationId xmlns:a16="http://schemas.microsoft.com/office/drawing/2014/main" id="{DA5FE166-07BA-4B71-991A-72C3BBD9A6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1763"/>
                <a:ext cx="16" cy="481"/>
              </a:xfrm>
              <a:custGeom>
                <a:avLst/>
                <a:gdLst>
                  <a:gd name="T0" fmla="*/ 16 w 16"/>
                  <a:gd name="T1" fmla="*/ 0 h 481"/>
                  <a:gd name="T2" fmla="*/ 0 w 16"/>
                  <a:gd name="T3" fmla="*/ 44 h 481"/>
                  <a:gd name="T4" fmla="*/ 16 w 16"/>
                  <a:gd name="T5" fmla="*/ 87 h 481"/>
                  <a:gd name="T6" fmla="*/ 0 w 16"/>
                  <a:gd name="T7" fmla="*/ 131 h 481"/>
                  <a:gd name="T8" fmla="*/ 16 w 16"/>
                  <a:gd name="T9" fmla="*/ 175 h 481"/>
                  <a:gd name="T10" fmla="*/ 0 w 16"/>
                  <a:gd name="T11" fmla="*/ 219 h 481"/>
                  <a:gd name="T12" fmla="*/ 16 w 16"/>
                  <a:gd name="T13" fmla="*/ 262 h 481"/>
                  <a:gd name="T14" fmla="*/ 0 w 16"/>
                  <a:gd name="T15" fmla="*/ 307 h 481"/>
                  <a:gd name="T16" fmla="*/ 16 w 16"/>
                  <a:gd name="T17" fmla="*/ 350 h 481"/>
                  <a:gd name="T18" fmla="*/ 0 w 16"/>
                  <a:gd name="T19" fmla="*/ 394 h 481"/>
                  <a:gd name="T20" fmla="*/ 16 w 16"/>
                  <a:gd name="T21" fmla="*/ 438 h 481"/>
                  <a:gd name="T22" fmla="*/ 0 w 16"/>
                  <a:gd name="T23" fmla="*/ 481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" h="481">
                    <a:moveTo>
                      <a:pt x="16" y="0"/>
                    </a:moveTo>
                    <a:lnTo>
                      <a:pt x="0" y="44"/>
                    </a:lnTo>
                    <a:lnTo>
                      <a:pt x="16" y="87"/>
                    </a:lnTo>
                    <a:lnTo>
                      <a:pt x="0" y="131"/>
                    </a:lnTo>
                    <a:lnTo>
                      <a:pt x="16" y="175"/>
                    </a:lnTo>
                    <a:lnTo>
                      <a:pt x="0" y="219"/>
                    </a:lnTo>
                    <a:lnTo>
                      <a:pt x="16" y="262"/>
                    </a:lnTo>
                    <a:lnTo>
                      <a:pt x="0" y="307"/>
                    </a:lnTo>
                    <a:lnTo>
                      <a:pt x="16" y="350"/>
                    </a:lnTo>
                    <a:lnTo>
                      <a:pt x="0" y="394"/>
                    </a:lnTo>
                    <a:lnTo>
                      <a:pt x="16" y="438"/>
                    </a:lnTo>
                    <a:lnTo>
                      <a:pt x="0" y="481"/>
                    </a:lnTo>
                  </a:path>
                </a:pathLst>
              </a:cu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23" name="Freeform 1726">
                <a:extLst>
                  <a:ext uri="{FF2B5EF4-FFF2-40B4-BE49-F238E27FC236}">
                    <a16:creationId xmlns:a16="http://schemas.microsoft.com/office/drawing/2014/main" id="{2CCFC004-844E-4E6A-B0F9-BE5886C026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0" y="1767"/>
                <a:ext cx="17" cy="481"/>
              </a:xfrm>
              <a:custGeom>
                <a:avLst/>
                <a:gdLst>
                  <a:gd name="T0" fmla="*/ 17 w 17"/>
                  <a:gd name="T1" fmla="*/ 0 h 481"/>
                  <a:gd name="T2" fmla="*/ 0 w 17"/>
                  <a:gd name="T3" fmla="*/ 44 h 481"/>
                  <a:gd name="T4" fmla="*/ 17 w 17"/>
                  <a:gd name="T5" fmla="*/ 87 h 481"/>
                  <a:gd name="T6" fmla="*/ 0 w 17"/>
                  <a:gd name="T7" fmla="*/ 131 h 481"/>
                  <a:gd name="T8" fmla="*/ 17 w 17"/>
                  <a:gd name="T9" fmla="*/ 175 h 481"/>
                  <a:gd name="T10" fmla="*/ 0 w 17"/>
                  <a:gd name="T11" fmla="*/ 219 h 481"/>
                  <a:gd name="T12" fmla="*/ 17 w 17"/>
                  <a:gd name="T13" fmla="*/ 262 h 481"/>
                  <a:gd name="T14" fmla="*/ 0 w 17"/>
                  <a:gd name="T15" fmla="*/ 307 h 481"/>
                  <a:gd name="T16" fmla="*/ 17 w 17"/>
                  <a:gd name="T17" fmla="*/ 350 h 481"/>
                  <a:gd name="T18" fmla="*/ 0 w 17"/>
                  <a:gd name="T19" fmla="*/ 394 h 481"/>
                  <a:gd name="T20" fmla="*/ 17 w 17"/>
                  <a:gd name="T21" fmla="*/ 438 h 481"/>
                  <a:gd name="T22" fmla="*/ 0 w 17"/>
                  <a:gd name="T23" fmla="*/ 481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" h="481">
                    <a:moveTo>
                      <a:pt x="17" y="0"/>
                    </a:moveTo>
                    <a:lnTo>
                      <a:pt x="0" y="44"/>
                    </a:lnTo>
                    <a:lnTo>
                      <a:pt x="17" y="87"/>
                    </a:lnTo>
                    <a:lnTo>
                      <a:pt x="0" y="131"/>
                    </a:lnTo>
                    <a:lnTo>
                      <a:pt x="17" y="175"/>
                    </a:lnTo>
                    <a:lnTo>
                      <a:pt x="0" y="219"/>
                    </a:lnTo>
                    <a:lnTo>
                      <a:pt x="17" y="262"/>
                    </a:lnTo>
                    <a:lnTo>
                      <a:pt x="0" y="307"/>
                    </a:lnTo>
                    <a:lnTo>
                      <a:pt x="17" y="350"/>
                    </a:lnTo>
                    <a:lnTo>
                      <a:pt x="0" y="394"/>
                    </a:lnTo>
                    <a:lnTo>
                      <a:pt x="17" y="438"/>
                    </a:lnTo>
                    <a:lnTo>
                      <a:pt x="0" y="481"/>
                    </a:lnTo>
                  </a:path>
                </a:pathLst>
              </a:cu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24" name="Freeform 1727">
                <a:extLst>
                  <a:ext uri="{FF2B5EF4-FFF2-40B4-BE49-F238E27FC236}">
                    <a16:creationId xmlns:a16="http://schemas.microsoft.com/office/drawing/2014/main" id="{1CC850E9-9B6D-4019-BF67-5CED1AF014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7" y="1835"/>
                <a:ext cx="89" cy="162"/>
              </a:xfrm>
              <a:custGeom>
                <a:avLst/>
                <a:gdLst>
                  <a:gd name="T0" fmla="*/ 131 w 131"/>
                  <a:gd name="T1" fmla="*/ 237 h 237"/>
                  <a:gd name="T2" fmla="*/ 0 w 131"/>
                  <a:gd name="T3" fmla="*/ 237 h 237"/>
                  <a:gd name="T4" fmla="*/ 0 w 131"/>
                  <a:gd name="T5" fmla="*/ 98 h 237"/>
                  <a:gd name="T6" fmla="*/ 66 w 131"/>
                  <a:gd name="T7" fmla="*/ 0 h 237"/>
                  <a:gd name="T8" fmla="*/ 131 w 131"/>
                  <a:gd name="T9" fmla="*/ 98 h 237"/>
                  <a:gd name="T10" fmla="*/ 131 w 131"/>
                  <a:gd name="T11" fmla="*/ 237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1" h="237">
                    <a:moveTo>
                      <a:pt x="131" y="237"/>
                    </a:moveTo>
                    <a:cubicBezTo>
                      <a:pt x="0" y="237"/>
                      <a:pt x="0" y="237"/>
                      <a:pt x="0" y="237"/>
                    </a:cubicBezTo>
                    <a:cubicBezTo>
                      <a:pt x="0" y="237"/>
                      <a:pt x="0" y="135"/>
                      <a:pt x="0" y="98"/>
                    </a:cubicBezTo>
                    <a:cubicBezTo>
                      <a:pt x="0" y="59"/>
                      <a:pt x="66" y="0"/>
                      <a:pt x="66" y="0"/>
                    </a:cubicBezTo>
                    <a:cubicBezTo>
                      <a:pt x="66" y="0"/>
                      <a:pt x="131" y="57"/>
                      <a:pt x="131" y="98"/>
                    </a:cubicBezTo>
                    <a:cubicBezTo>
                      <a:pt x="131" y="131"/>
                      <a:pt x="131" y="237"/>
                      <a:pt x="131" y="2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25" name="Freeform 1728">
                <a:extLst>
                  <a:ext uri="{FF2B5EF4-FFF2-40B4-BE49-F238E27FC236}">
                    <a16:creationId xmlns:a16="http://schemas.microsoft.com/office/drawing/2014/main" id="{715A3575-AF7B-4318-8B90-59A5D358B5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1" y="1835"/>
                <a:ext cx="89" cy="162"/>
              </a:xfrm>
              <a:custGeom>
                <a:avLst/>
                <a:gdLst>
                  <a:gd name="T0" fmla="*/ 131 w 131"/>
                  <a:gd name="T1" fmla="*/ 237 h 237"/>
                  <a:gd name="T2" fmla="*/ 0 w 131"/>
                  <a:gd name="T3" fmla="*/ 237 h 237"/>
                  <a:gd name="T4" fmla="*/ 0 w 131"/>
                  <a:gd name="T5" fmla="*/ 98 h 237"/>
                  <a:gd name="T6" fmla="*/ 66 w 131"/>
                  <a:gd name="T7" fmla="*/ 0 h 237"/>
                  <a:gd name="T8" fmla="*/ 131 w 131"/>
                  <a:gd name="T9" fmla="*/ 98 h 237"/>
                  <a:gd name="T10" fmla="*/ 131 w 131"/>
                  <a:gd name="T11" fmla="*/ 237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1" h="237">
                    <a:moveTo>
                      <a:pt x="131" y="237"/>
                    </a:moveTo>
                    <a:cubicBezTo>
                      <a:pt x="0" y="237"/>
                      <a:pt x="0" y="237"/>
                      <a:pt x="0" y="237"/>
                    </a:cubicBezTo>
                    <a:cubicBezTo>
                      <a:pt x="0" y="237"/>
                      <a:pt x="0" y="135"/>
                      <a:pt x="0" y="98"/>
                    </a:cubicBezTo>
                    <a:cubicBezTo>
                      <a:pt x="0" y="59"/>
                      <a:pt x="66" y="0"/>
                      <a:pt x="66" y="0"/>
                    </a:cubicBezTo>
                    <a:cubicBezTo>
                      <a:pt x="66" y="0"/>
                      <a:pt x="131" y="57"/>
                      <a:pt x="131" y="98"/>
                    </a:cubicBezTo>
                    <a:cubicBezTo>
                      <a:pt x="131" y="131"/>
                      <a:pt x="131" y="237"/>
                      <a:pt x="131" y="2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26" name="Freeform 1729">
                <a:extLst>
                  <a:ext uri="{FF2B5EF4-FFF2-40B4-BE49-F238E27FC236}">
                    <a16:creationId xmlns:a16="http://schemas.microsoft.com/office/drawing/2014/main" id="{8BD2BA3A-722F-4D1B-ACF2-7FB2B058B8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1835"/>
                <a:ext cx="89" cy="162"/>
              </a:xfrm>
              <a:custGeom>
                <a:avLst/>
                <a:gdLst>
                  <a:gd name="T0" fmla="*/ 131 w 131"/>
                  <a:gd name="T1" fmla="*/ 237 h 237"/>
                  <a:gd name="T2" fmla="*/ 0 w 131"/>
                  <a:gd name="T3" fmla="*/ 237 h 237"/>
                  <a:gd name="T4" fmla="*/ 0 w 131"/>
                  <a:gd name="T5" fmla="*/ 98 h 237"/>
                  <a:gd name="T6" fmla="*/ 66 w 131"/>
                  <a:gd name="T7" fmla="*/ 0 h 237"/>
                  <a:gd name="T8" fmla="*/ 131 w 131"/>
                  <a:gd name="T9" fmla="*/ 98 h 237"/>
                  <a:gd name="T10" fmla="*/ 131 w 131"/>
                  <a:gd name="T11" fmla="*/ 237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1" h="237">
                    <a:moveTo>
                      <a:pt x="131" y="237"/>
                    </a:moveTo>
                    <a:cubicBezTo>
                      <a:pt x="0" y="237"/>
                      <a:pt x="0" y="237"/>
                      <a:pt x="0" y="237"/>
                    </a:cubicBezTo>
                    <a:cubicBezTo>
                      <a:pt x="0" y="237"/>
                      <a:pt x="0" y="135"/>
                      <a:pt x="0" y="98"/>
                    </a:cubicBezTo>
                    <a:cubicBezTo>
                      <a:pt x="0" y="59"/>
                      <a:pt x="66" y="0"/>
                      <a:pt x="66" y="0"/>
                    </a:cubicBezTo>
                    <a:cubicBezTo>
                      <a:pt x="66" y="0"/>
                      <a:pt x="131" y="57"/>
                      <a:pt x="131" y="98"/>
                    </a:cubicBezTo>
                    <a:cubicBezTo>
                      <a:pt x="131" y="131"/>
                      <a:pt x="131" y="237"/>
                      <a:pt x="131" y="2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27" name="Freeform 1730">
                <a:extLst>
                  <a:ext uri="{FF2B5EF4-FFF2-40B4-BE49-F238E27FC236}">
                    <a16:creationId xmlns:a16="http://schemas.microsoft.com/office/drawing/2014/main" id="{87BAB7CF-A11E-4DD3-884E-0B33B01267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" y="1705"/>
                <a:ext cx="568" cy="32"/>
              </a:xfrm>
              <a:custGeom>
                <a:avLst/>
                <a:gdLst>
                  <a:gd name="T0" fmla="*/ 0 w 568"/>
                  <a:gd name="T1" fmla="*/ 2 h 32"/>
                  <a:gd name="T2" fmla="*/ 60 w 568"/>
                  <a:gd name="T3" fmla="*/ 32 h 32"/>
                  <a:gd name="T4" fmla="*/ 125 w 568"/>
                  <a:gd name="T5" fmla="*/ 0 h 32"/>
                  <a:gd name="T6" fmla="*/ 190 w 568"/>
                  <a:gd name="T7" fmla="*/ 32 h 32"/>
                  <a:gd name="T8" fmla="*/ 256 w 568"/>
                  <a:gd name="T9" fmla="*/ 0 h 32"/>
                  <a:gd name="T10" fmla="*/ 321 w 568"/>
                  <a:gd name="T11" fmla="*/ 32 h 32"/>
                  <a:gd name="T12" fmla="*/ 386 w 568"/>
                  <a:gd name="T13" fmla="*/ 0 h 32"/>
                  <a:gd name="T14" fmla="*/ 451 w 568"/>
                  <a:gd name="T15" fmla="*/ 32 h 32"/>
                  <a:gd name="T16" fmla="*/ 511 w 568"/>
                  <a:gd name="T17" fmla="*/ 2 h 32"/>
                  <a:gd name="T18" fmla="*/ 568 w 568"/>
                  <a:gd name="T19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8" h="32">
                    <a:moveTo>
                      <a:pt x="0" y="2"/>
                    </a:moveTo>
                    <a:lnTo>
                      <a:pt x="60" y="32"/>
                    </a:lnTo>
                    <a:lnTo>
                      <a:pt x="125" y="0"/>
                    </a:lnTo>
                    <a:lnTo>
                      <a:pt x="190" y="32"/>
                    </a:lnTo>
                    <a:lnTo>
                      <a:pt x="256" y="0"/>
                    </a:lnTo>
                    <a:lnTo>
                      <a:pt x="321" y="32"/>
                    </a:lnTo>
                    <a:lnTo>
                      <a:pt x="386" y="0"/>
                    </a:lnTo>
                    <a:lnTo>
                      <a:pt x="451" y="32"/>
                    </a:lnTo>
                    <a:lnTo>
                      <a:pt x="511" y="2"/>
                    </a:lnTo>
                    <a:lnTo>
                      <a:pt x="568" y="32"/>
                    </a:lnTo>
                  </a:path>
                </a:pathLst>
              </a:cu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28" name="Freeform 1731">
                <a:extLst>
                  <a:ext uri="{FF2B5EF4-FFF2-40B4-BE49-F238E27FC236}">
                    <a16:creationId xmlns:a16="http://schemas.microsoft.com/office/drawing/2014/main" id="{DFE94270-70E0-4D82-81C0-07434A87D7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6" y="1705"/>
                <a:ext cx="319" cy="32"/>
              </a:xfrm>
              <a:custGeom>
                <a:avLst/>
                <a:gdLst>
                  <a:gd name="T0" fmla="*/ 0 w 319"/>
                  <a:gd name="T1" fmla="*/ 2 h 32"/>
                  <a:gd name="T2" fmla="*/ 59 w 319"/>
                  <a:gd name="T3" fmla="*/ 32 h 32"/>
                  <a:gd name="T4" fmla="*/ 125 w 319"/>
                  <a:gd name="T5" fmla="*/ 0 h 32"/>
                  <a:gd name="T6" fmla="*/ 189 w 319"/>
                  <a:gd name="T7" fmla="*/ 32 h 32"/>
                  <a:gd name="T8" fmla="*/ 255 w 319"/>
                  <a:gd name="T9" fmla="*/ 0 h 32"/>
                  <a:gd name="T10" fmla="*/ 319 w 319"/>
                  <a:gd name="T11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9" h="32">
                    <a:moveTo>
                      <a:pt x="0" y="2"/>
                    </a:moveTo>
                    <a:lnTo>
                      <a:pt x="59" y="32"/>
                    </a:lnTo>
                    <a:lnTo>
                      <a:pt x="125" y="0"/>
                    </a:lnTo>
                    <a:lnTo>
                      <a:pt x="189" y="32"/>
                    </a:lnTo>
                    <a:lnTo>
                      <a:pt x="255" y="0"/>
                    </a:lnTo>
                    <a:lnTo>
                      <a:pt x="319" y="32"/>
                    </a:lnTo>
                  </a:path>
                </a:pathLst>
              </a:cu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29" name="Freeform 1732">
                <a:extLst>
                  <a:ext uri="{FF2B5EF4-FFF2-40B4-BE49-F238E27FC236}">
                    <a16:creationId xmlns:a16="http://schemas.microsoft.com/office/drawing/2014/main" id="{2352D6A8-D879-42BA-94C4-7E94045BE0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5" y="1612"/>
                <a:ext cx="233" cy="106"/>
              </a:xfrm>
              <a:custGeom>
                <a:avLst/>
                <a:gdLst>
                  <a:gd name="T0" fmla="*/ 233 w 233"/>
                  <a:gd name="T1" fmla="*/ 106 h 106"/>
                  <a:gd name="T2" fmla="*/ 0 w 233"/>
                  <a:gd name="T3" fmla="*/ 104 h 106"/>
                  <a:gd name="T4" fmla="*/ 0 w 233"/>
                  <a:gd name="T5" fmla="*/ 0 h 106"/>
                  <a:gd name="T6" fmla="*/ 233 w 233"/>
                  <a:gd name="T7" fmla="*/ 2 h 106"/>
                  <a:gd name="T8" fmla="*/ 233 w 233"/>
                  <a:gd name="T9" fmla="*/ 106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3" h="106">
                    <a:moveTo>
                      <a:pt x="233" y="106"/>
                    </a:moveTo>
                    <a:lnTo>
                      <a:pt x="0" y="104"/>
                    </a:lnTo>
                    <a:lnTo>
                      <a:pt x="0" y="0"/>
                    </a:lnTo>
                    <a:lnTo>
                      <a:pt x="233" y="2"/>
                    </a:lnTo>
                    <a:lnTo>
                      <a:pt x="233" y="106"/>
                    </a:lnTo>
                    <a:close/>
                  </a:path>
                </a:pathLst>
              </a:custGeom>
              <a:solidFill>
                <a:srgbClr val="000000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30" name="Freeform 1733">
                <a:extLst>
                  <a:ext uri="{FF2B5EF4-FFF2-40B4-BE49-F238E27FC236}">
                    <a16:creationId xmlns:a16="http://schemas.microsoft.com/office/drawing/2014/main" id="{BBCB0983-3C12-4B56-87AE-F1C44ED7359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92" y="1632"/>
                <a:ext cx="98" cy="66"/>
              </a:xfrm>
              <a:custGeom>
                <a:avLst/>
                <a:gdLst>
                  <a:gd name="T0" fmla="*/ 107 w 144"/>
                  <a:gd name="T1" fmla="*/ 76 h 97"/>
                  <a:gd name="T2" fmla="*/ 122 w 144"/>
                  <a:gd name="T3" fmla="*/ 51 h 97"/>
                  <a:gd name="T4" fmla="*/ 123 w 144"/>
                  <a:gd name="T5" fmla="*/ 51 h 97"/>
                  <a:gd name="T6" fmla="*/ 123 w 144"/>
                  <a:gd name="T7" fmla="*/ 9 h 97"/>
                  <a:gd name="T8" fmla="*/ 123 w 144"/>
                  <a:gd name="T9" fmla="*/ 5 h 97"/>
                  <a:gd name="T10" fmla="*/ 47 w 144"/>
                  <a:gd name="T11" fmla="*/ 0 h 97"/>
                  <a:gd name="T12" fmla="*/ 47 w 144"/>
                  <a:gd name="T13" fmla="*/ 17 h 97"/>
                  <a:gd name="T14" fmla="*/ 51 w 144"/>
                  <a:gd name="T15" fmla="*/ 17 h 97"/>
                  <a:gd name="T16" fmla="*/ 55 w 144"/>
                  <a:gd name="T17" fmla="*/ 38 h 97"/>
                  <a:gd name="T18" fmla="*/ 38 w 144"/>
                  <a:gd name="T19" fmla="*/ 42 h 97"/>
                  <a:gd name="T20" fmla="*/ 34 w 144"/>
                  <a:gd name="T21" fmla="*/ 21 h 97"/>
                  <a:gd name="T22" fmla="*/ 42 w 144"/>
                  <a:gd name="T23" fmla="*/ 17 h 97"/>
                  <a:gd name="T24" fmla="*/ 43 w 144"/>
                  <a:gd name="T25" fmla="*/ 16 h 97"/>
                  <a:gd name="T26" fmla="*/ 26 w 144"/>
                  <a:gd name="T27" fmla="*/ 0 h 97"/>
                  <a:gd name="T28" fmla="*/ 22 w 144"/>
                  <a:gd name="T29" fmla="*/ 5 h 97"/>
                  <a:gd name="T30" fmla="*/ 22 w 144"/>
                  <a:gd name="T31" fmla="*/ 43 h 97"/>
                  <a:gd name="T32" fmla="*/ 22 w 144"/>
                  <a:gd name="T33" fmla="*/ 44 h 97"/>
                  <a:gd name="T34" fmla="*/ 37 w 144"/>
                  <a:gd name="T35" fmla="*/ 76 h 97"/>
                  <a:gd name="T36" fmla="*/ 123 w 144"/>
                  <a:gd name="T37" fmla="*/ 42 h 97"/>
                  <a:gd name="T38" fmla="*/ 123 w 144"/>
                  <a:gd name="T39" fmla="*/ 42 h 97"/>
                  <a:gd name="T40" fmla="*/ 123 w 144"/>
                  <a:gd name="T41" fmla="*/ 17 h 97"/>
                  <a:gd name="T42" fmla="*/ 135 w 144"/>
                  <a:gd name="T43" fmla="*/ 30 h 97"/>
                  <a:gd name="T44" fmla="*/ 47 w 144"/>
                  <a:gd name="T45" fmla="*/ 25 h 97"/>
                  <a:gd name="T46" fmla="*/ 51 w 144"/>
                  <a:gd name="T47" fmla="*/ 30 h 97"/>
                  <a:gd name="T48" fmla="*/ 47 w 144"/>
                  <a:gd name="T49" fmla="*/ 38 h 97"/>
                  <a:gd name="T50" fmla="*/ 38 w 144"/>
                  <a:gd name="T51" fmla="*/ 34 h 97"/>
                  <a:gd name="T52" fmla="*/ 43 w 144"/>
                  <a:gd name="T53" fmla="*/ 25 h 97"/>
                  <a:gd name="T54" fmla="*/ 5 w 144"/>
                  <a:gd name="T55" fmla="*/ 80 h 97"/>
                  <a:gd name="T56" fmla="*/ 0 w 144"/>
                  <a:gd name="T57" fmla="*/ 85 h 97"/>
                  <a:gd name="T58" fmla="*/ 40 w 144"/>
                  <a:gd name="T59" fmla="*/ 97 h 97"/>
                  <a:gd name="T60" fmla="*/ 106 w 144"/>
                  <a:gd name="T61" fmla="*/ 95 h 97"/>
                  <a:gd name="T62" fmla="*/ 144 w 144"/>
                  <a:gd name="T63" fmla="*/ 85 h 97"/>
                  <a:gd name="T64" fmla="*/ 140 w 144"/>
                  <a:gd name="T65" fmla="*/ 8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44" h="97">
                    <a:moveTo>
                      <a:pt x="37" y="76"/>
                    </a:moveTo>
                    <a:cubicBezTo>
                      <a:pt x="107" y="76"/>
                      <a:pt x="107" y="76"/>
                      <a:pt x="107" y="76"/>
                    </a:cubicBezTo>
                    <a:cubicBezTo>
                      <a:pt x="107" y="76"/>
                      <a:pt x="108" y="76"/>
                      <a:pt x="108" y="76"/>
                    </a:cubicBezTo>
                    <a:cubicBezTo>
                      <a:pt x="115" y="69"/>
                      <a:pt x="120" y="61"/>
                      <a:pt x="122" y="51"/>
                    </a:cubicBezTo>
                    <a:cubicBezTo>
                      <a:pt x="122" y="51"/>
                      <a:pt x="122" y="51"/>
                      <a:pt x="123" y="51"/>
                    </a:cubicBezTo>
                    <a:cubicBezTo>
                      <a:pt x="123" y="51"/>
                      <a:pt x="123" y="51"/>
                      <a:pt x="123" y="51"/>
                    </a:cubicBezTo>
                    <a:cubicBezTo>
                      <a:pt x="134" y="51"/>
                      <a:pt x="144" y="41"/>
                      <a:pt x="144" y="30"/>
                    </a:cubicBezTo>
                    <a:cubicBezTo>
                      <a:pt x="144" y="18"/>
                      <a:pt x="135" y="9"/>
                      <a:pt x="123" y="9"/>
                    </a:cubicBezTo>
                    <a:cubicBezTo>
                      <a:pt x="123" y="9"/>
                      <a:pt x="123" y="8"/>
                      <a:pt x="123" y="8"/>
                    </a:cubicBezTo>
                    <a:cubicBezTo>
                      <a:pt x="123" y="5"/>
                      <a:pt x="123" y="5"/>
                      <a:pt x="123" y="5"/>
                    </a:cubicBezTo>
                    <a:cubicBezTo>
                      <a:pt x="123" y="2"/>
                      <a:pt x="121" y="0"/>
                      <a:pt x="118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47" y="17"/>
                      <a:pt x="47" y="17"/>
                      <a:pt x="47" y="17"/>
                    </a:cubicBezTo>
                    <a:cubicBezTo>
                      <a:pt x="47" y="17"/>
                      <a:pt x="47" y="17"/>
                      <a:pt x="47" y="17"/>
                    </a:cubicBezTo>
                    <a:cubicBezTo>
                      <a:pt x="51" y="17"/>
                      <a:pt x="51" y="17"/>
                      <a:pt x="51" y="17"/>
                    </a:cubicBezTo>
                    <a:cubicBezTo>
                      <a:pt x="53" y="17"/>
                      <a:pt x="55" y="19"/>
                      <a:pt x="55" y="21"/>
                    </a:cubicBezTo>
                    <a:cubicBezTo>
                      <a:pt x="55" y="38"/>
                      <a:pt x="55" y="38"/>
                      <a:pt x="55" y="38"/>
                    </a:cubicBezTo>
                    <a:cubicBezTo>
                      <a:pt x="55" y="40"/>
                      <a:pt x="53" y="42"/>
                      <a:pt x="51" y="42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6" y="42"/>
                      <a:pt x="34" y="40"/>
                      <a:pt x="34" y="38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4" y="19"/>
                      <a:pt x="36" y="17"/>
                      <a:pt x="38" y="17"/>
                    </a:cubicBezTo>
                    <a:cubicBezTo>
                      <a:pt x="42" y="17"/>
                      <a:pt x="42" y="17"/>
                      <a:pt x="42" y="17"/>
                    </a:cubicBezTo>
                    <a:cubicBezTo>
                      <a:pt x="42" y="17"/>
                      <a:pt x="43" y="17"/>
                      <a:pt x="43" y="16"/>
                    </a:cubicBezTo>
                    <a:cubicBezTo>
                      <a:pt x="43" y="16"/>
                      <a:pt x="43" y="16"/>
                      <a:pt x="43" y="16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4" y="0"/>
                      <a:pt x="22" y="2"/>
                      <a:pt x="22" y="5"/>
                    </a:cubicBezTo>
                    <a:cubicBezTo>
                      <a:pt x="22" y="5"/>
                      <a:pt x="22" y="5"/>
                      <a:pt x="22" y="5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2" y="43"/>
                      <a:pt x="22" y="44"/>
                      <a:pt x="22" y="44"/>
                    </a:cubicBezTo>
                    <a:cubicBezTo>
                      <a:pt x="22" y="57"/>
                      <a:pt x="27" y="68"/>
                      <a:pt x="37" y="76"/>
                    </a:cubicBezTo>
                    <a:cubicBezTo>
                      <a:pt x="37" y="76"/>
                      <a:pt x="37" y="76"/>
                      <a:pt x="37" y="76"/>
                    </a:cubicBezTo>
                    <a:close/>
                    <a:moveTo>
                      <a:pt x="135" y="30"/>
                    </a:moveTo>
                    <a:cubicBezTo>
                      <a:pt x="135" y="36"/>
                      <a:pt x="130" y="42"/>
                      <a:pt x="123" y="42"/>
                    </a:cubicBezTo>
                    <a:cubicBezTo>
                      <a:pt x="123" y="42"/>
                      <a:pt x="123" y="42"/>
                      <a:pt x="123" y="42"/>
                    </a:cubicBezTo>
                    <a:cubicBezTo>
                      <a:pt x="123" y="42"/>
                      <a:pt x="123" y="42"/>
                      <a:pt x="123" y="42"/>
                    </a:cubicBezTo>
                    <a:cubicBezTo>
                      <a:pt x="123" y="18"/>
                      <a:pt x="123" y="18"/>
                      <a:pt x="123" y="18"/>
                    </a:cubicBezTo>
                    <a:cubicBezTo>
                      <a:pt x="123" y="17"/>
                      <a:pt x="123" y="17"/>
                      <a:pt x="123" y="17"/>
                    </a:cubicBezTo>
                    <a:cubicBezTo>
                      <a:pt x="123" y="17"/>
                      <a:pt x="123" y="17"/>
                      <a:pt x="123" y="17"/>
                    </a:cubicBezTo>
                    <a:cubicBezTo>
                      <a:pt x="130" y="17"/>
                      <a:pt x="135" y="23"/>
                      <a:pt x="135" y="30"/>
                    </a:cubicBezTo>
                    <a:close/>
                    <a:moveTo>
                      <a:pt x="43" y="25"/>
                    </a:moveTo>
                    <a:cubicBezTo>
                      <a:pt x="47" y="25"/>
                      <a:pt x="47" y="25"/>
                      <a:pt x="47" y="25"/>
                    </a:cubicBezTo>
                    <a:cubicBezTo>
                      <a:pt x="49" y="25"/>
                      <a:pt x="51" y="27"/>
                      <a:pt x="51" y="30"/>
                    </a:cubicBezTo>
                    <a:cubicBezTo>
                      <a:pt x="51" y="30"/>
                      <a:pt x="51" y="30"/>
                      <a:pt x="51" y="30"/>
                    </a:cubicBezTo>
                    <a:cubicBezTo>
                      <a:pt x="51" y="34"/>
                      <a:pt x="51" y="34"/>
                      <a:pt x="51" y="34"/>
                    </a:cubicBezTo>
                    <a:cubicBezTo>
                      <a:pt x="51" y="36"/>
                      <a:pt x="49" y="38"/>
                      <a:pt x="47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0" y="38"/>
                      <a:pt x="38" y="36"/>
                      <a:pt x="38" y="34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7"/>
                      <a:pt x="40" y="25"/>
                      <a:pt x="43" y="25"/>
                    </a:cubicBezTo>
                    <a:close/>
                    <a:moveTo>
                      <a:pt x="140" y="80"/>
                    </a:moveTo>
                    <a:cubicBezTo>
                      <a:pt x="5" y="80"/>
                      <a:pt x="5" y="80"/>
                      <a:pt x="5" y="80"/>
                    </a:cubicBezTo>
                    <a:cubicBezTo>
                      <a:pt x="2" y="80"/>
                      <a:pt x="0" y="82"/>
                      <a:pt x="0" y="85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86"/>
                      <a:pt x="12" y="92"/>
                      <a:pt x="38" y="95"/>
                    </a:cubicBezTo>
                    <a:cubicBezTo>
                      <a:pt x="38" y="96"/>
                      <a:pt x="39" y="97"/>
                      <a:pt x="40" y="97"/>
                    </a:cubicBezTo>
                    <a:cubicBezTo>
                      <a:pt x="104" y="97"/>
                      <a:pt x="104" y="97"/>
                      <a:pt x="104" y="97"/>
                    </a:cubicBezTo>
                    <a:cubicBezTo>
                      <a:pt x="105" y="97"/>
                      <a:pt x="106" y="96"/>
                      <a:pt x="106" y="95"/>
                    </a:cubicBezTo>
                    <a:cubicBezTo>
                      <a:pt x="106" y="95"/>
                      <a:pt x="106" y="95"/>
                      <a:pt x="106" y="95"/>
                    </a:cubicBezTo>
                    <a:cubicBezTo>
                      <a:pt x="131" y="92"/>
                      <a:pt x="144" y="85"/>
                      <a:pt x="144" y="85"/>
                    </a:cubicBezTo>
                    <a:cubicBezTo>
                      <a:pt x="144" y="85"/>
                      <a:pt x="144" y="85"/>
                      <a:pt x="144" y="85"/>
                    </a:cubicBezTo>
                    <a:cubicBezTo>
                      <a:pt x="144" y="82"/>
                      <a:pt x="142" y="80"/>
                      <a:pt x="140" y="8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31" name="Freeform 1734">
                <a:extLst>
                  <a:ext uri="{FF2B5EF4-FFF2-40B4-BE49-F238E27FC236}">
                    <a16:creationId xmlns:a16="http://schemas.microsoft.com/office/drawing/2014/main" id="{C7DD27E8-3B95-4F3B-B6C3-2BAAD54CFC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1" y="1920"/>
                <a:ext cx="41" cy="55"/>
              </a:xfrm>
              <a:custGeom>
                <a:avLst/>
                <a:gdLst>
                  <a:gd name="T0" fmla="*/ 61 w 61"/>
                  <a:gd name="T1" fmla="*/ 19 h 80"/>
                  <a:gd name="T2" fmla="*/ 42 w 61"/>
                  <a:gd name="T3" fmla="*/ 65 h 80"/>
                  <a:gd name="T4" fmla="*/ 16 w 61"/>
                  <a:gd name="T5" fmla="*/ 76 h 80"/>
                  <a:gd name="T6" fmla="*/ 16 w 61"/>
                  <a:gd name="T7" fmla="*/ 76 h 80"/>
                  <a:gd name="T8" fmla="*/ 5 w 61"/>
                  <a:gd name="T9" fmla="*/ 49 h 80"/>
                  <a:gd name="T10" fmla="*/ 27 w 61"/>
                  <a:gd name="T11" fmla="*/ 0 h 80"/>
                  <a:gd name="T12" fmla="*/ 61 w 61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1" h="80">
                    <a:moveTo>
                      <a:pt x="61" y="19"/>
                    </a:moveTo>
                    <a:cubicBezTo>
                      <a:pt x="42" y="65"/>
                      <a:pt x="42" y="65"/>
                      <a:pt x="42" y="65"/>
                    </a:cubicBezTo>
                    <a:cubicBezTo>
                      <a:pt x="38" y="75"/>
                      <a:pt x="27" y="80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5" y="72"/>
                      <a:pt x="0" y="59"/>
                      <a:pt x="5" y="49"/>
                    </a:cubicBezTo>
                    <a:cubicBezTo>
                      <a:pt x="27" y="0"/>
                      <a:pt x="27" y="0"/>
                      <a:pt x="27" y="0"/>
                    </a:cubicBezTo>
                    <a:lnTo>
                      <a:pt x="61" y="19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32" name="Freeform 1735">
                <a:extLst>
                  <a:ext uri="{FF2B5EF4-FFF2-40B4-BE49-F238E27FC236}">
                    <a16:creationId xmlns:a16="http://schemas.microsoft.com/office/drawing/2014/main" id="{E7F61491-896B-4641-9FBD-C5F48FF5A3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7" y="1820"/>
                <a:ext cx="45" cy="53"/>
              </a:xfrm>
              <a:custGeom>
                <a:avLst/>
                <a:gdLst>
                  <a:gd name="T0" fmla="*/ 21 w 66"/>
                  <a:gd name="T1" fmla="*/ 78 h 78"/>
                  <a:gd name="T2" fmla="*/ 6 w 66"/>
                  <a:gd name="T3" fmla="*/ 54 h 78"/>
                  <a:gd name="T4" fmla="*/ 1 w 66"/>
                  <a:gd name="T5" fmla="*/ 26 h 78"/>
                  <a:gd name="T6" fmla="*/ 31 w 66"/>
                  <a:gd name="T7" fmla="*/ 0 h 78"/>
                  <a:gd name="T8" fmla="*/ 59 w 66"/>
                  <a:gd name="T9" fmla="*/ 4 h 78"/>
                  <a:gd name="T10" fmla="*/ 65 w 66"/>
                  <a:gd name="T11" fmla="*/ 26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6" h="78">
                    <a:moveTo>
                      <a:pt x="21" y="78"/>
                    </a:moveTo>
                    <a:cubicBezTo>
                      <a:pt x="21" y="78"/>
                      <a:pt x="8" y="71"/>
                      <a:pt x="6" y="54"/>
                    </a:cubicBezTo>
                    <a:cubicBezTo>
                      <a:pt x="4" y="38"/>
                      <a:pt x="0" y="27"/>
                      <a:pt x="1" y="26"/>
                    </a:cubicBezTo>
                    <a:cubicBezTo>
                      <a:pt x="2" y="24"/>
                      <a:pt x="12" y="0"/>
                      <a:pt x="31" y="0"/>
                    </a:cubicBezTo>
                    <a:cubicBezTo>
                      <a:pt x="50" y="0"/>
                      <a:pt x="59" y="4"/>
                      <a:pt x="59" y="4"/>
                    </a:cubicBezTo>
                    <a:cubicBezTo>
                      <a:pt x="59" y="4"/>
                      <a:pt x="66" y="22"/>
                      <a:pt x="65" y="26"/>
                    </a:cubicBezTo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33" name="Freeform 1736">
                <a:extLst>
                  <a:ext uri="{FF2B5EF4-FFF2-40B4-BE49-F238E27FC236}">
                    <a16:creationId xmlns:a16="http://schemas.microsoft.com/office/drawing/2014/main" id="{2AA5473D-A1F6-4CEF-BAFC-E7166E52B4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2" y="2148"/>
                <a:ext cx="56" cy="116"/>
              </a:xfrm>
              <a:custGeom>
                <a:avLst/>
                <a:gdLst>
                  <a:gd name="T0" fmla="*/ 8 w 83"/>
                  <a:gd name="T1" fmla="*/ 143 h 170"/>
                  <a:gd name="T2" fmla="*/ 9 w 83"/>
                  <a:gd name="T3" fmla="*/ 140 h 170"/>
                  <a:gd name="T4" fmla="*/ 38 w 83"/>
                  <a:gd name="T5" fmla="*/ 0 h 170"/>
                  <a:gd name="T6" fmla="*/ 83 w 83"/>
                  <a:gd name="T7" fmla="*/ 21 h 170"/>
                  <a:gd name="T8" fmla="*/ 38 w 83"/>
                  <a:gd name="T9" fmla="*/ 145 h 170"/>
                  <a:gd name="T10" fmla="*/ 51 w 83"/>
                  <a:gd name="T11" fmla="*/ 164 h 170"/>
                  <a:gd name="T12" fmla="*/ 52 w 83"/>
                  <a:gd name="T13" fmla="*/ 170 h 170"/>
                  <a:gd name="T14" fmla="*/ 0 w 83"/>
                  <a:gd name="T15" fmla="*/ 155 h 170"/>
                  <a:gd name="T16" fmla="*/ 0 w 83"/>
                  <a:gd name="T17" fmla="*/ 155 h 170"/>
                  <a:gd name="T18" fmla="*/ 0 w 83"/>
                  <a:gd name="T19" fmla="*/ 154 h 170"/>
                  <a:gd name="T20" fmla="*/ 8 w 83"/>
                  <a:gd name="T21" fmla="*/ 143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3" h="170">
                    <a:moveTo>
                      <a:pt x="8" y="143"/>
                    </a:moveTo>
                    <a:cubicBezTo>
                      <a:pt x="9" y="142"/>
                      <a:pt x="9" y="141"/>
                      <a:pt x="9" y="14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83" y="21"/>
                      <a:pt x="83" y="21"/>
                      <a:pt x="83" y="21"/>
                    </a:cubicBezTo>
                    <a:cubicBezTo>
                      <a:pt x="38" y="145"/>
                      <a:pt x="38" y="145"/>
                      <a:pt x="38" y="145"/>
                    </a:cubicBezTo>
                    <a:cubicBezTo>
                      <a:pt x="51" y="164"/>
                      <a:pt x="51" y="164"/>
                      <a:pt x="51" y="164"/>
                    </a:cubicBezTo>
                    <a:cubicBezTo>
                      <a:pt x="52" y="166"/>
                      <a:pt x="52" y="168"/>
                      <a:pt x="52" y="170"/>
                    </a:cubicBezTo>
                    <a:cubicBezTo>
                      <a:pt x="0" y="155"/>
                      <a:pt x="0" y="155"/>
                      <a:pt x="0" y="155"/>
                    </a:cubicBezTo>
                    <a:cubicBezTo>
                      <a:pt x="0" y="155"/>
                      <a:pt x="0" y="155"/>
                      <a:pt x="0" y="155"/>
                    </a:cubicBezTo>
                    <a:cubicBezTo>
                      <a:pt x="0" y="155"/>
                      <a:pt x="0" y="154"/>
                      <a:pt x="0" y="154"/>
                    </a:cubicBezTo>
                    <a:cubicBezTo>
                      <a:pt x="1" y="153"/>
                      <a:pt x="3" y="148"/>
                      <a:pt x="8" y="143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34" name="Freeform 1737">
                <a:extLst>
                  <a:ext uri="{FF2B5EF4-FFF2-40B4-BE49-F238E27FC236}">
                    <a16:creationId xmlns:a16="http://schemas.microsoft.com/office/drawing/2014/main" id="{7230161B-18F6-4C2B-AA8E-72D02D855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8" y="2244"/>
                <a:ext cx="50" cy="28"/>
              </a:xfrm>
              <a:custGeom>
                <a:avLst/>
                <a:gdLst>
                  <a:gd name="T0" fmla="*/ 2 w 74"/>
                  <a:gd name="T1" fmla="*/ 22 h 42"/>
                  <a:gd name="T2" fmla="*/ 70 w 74"/>
                  <a:gd name="T3" fmla="*/ 42 h 42"/>
                  <a:gd name="T4" fmla="*/ 73 w 74"/>
                  <a:gd name="T5" fmla="*/ 41 h 42"/>
                  <a:gd name="T6" fmla="*/ 73 w 74"/>
                  <a:gd name="T7" fmla="*/ 41 h 42"/>
                  <a:gd name="T8" fmla="*/ 71 w 74"/>
                  <a:gd name="T9" fmla="*/ 29 h 42"/>
                  <a:gd name="T10" fmla="*/ 52 w 74"/>
                  <a:gd name="T11" fmla="*/ 9 h 42"/>
                  <a:gd name="T12" fmla="*/ 24 w 74"/>
                  <a:gd name="T13" fmla="*/ 15 h 42"/>
                  <a:gd name="T14" fmla="*/ 24 w 74"/>
                  <a:gd name="T15" fmla="*/ 16 h 42"/>
                  <a:gd name="T16" fmla="*/ 22 w 74"/>
                  <a:gd name="T17" fmla="*/ 18 h 42"/>
                  <a:gd name="T18" fmla="*/ 4 w 74"/>
                  <a:gd name="T19" fmla="*/ 13 h 42"/>
                  <a:gd name="T20" fmla="*/ 1 w 74"/>
                  <a:gd name="T21" fmla="*/ 15 h 42"/>
                  <a:gd name="T22" fmla="*/ 0 w 74"/>
                  <a:gd name="T23" fmla="*/ 20 h 42"/>
                  <a:gd name="T24" fmla="*/ 2 w 74"/>
                  <a:gd name="T25" fmla="*/ 2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4" h="42">
                    <a:moveTo>
                      <a:pt x="2" y="22"/>
                    </a:moveTo>
                    <a:cubicBezTo>
                      <a:pt x="70" y="42"/>
                      <a:pt x="70" y="42"/>
                      <a:pt x="70" y="42"/>
                    </a:cubicBezTo>
                    <a:cubicBezTo>
                      <a:pt x="71" y="42"/>
                      <a:pt x="72" y="42"/>
                      <a:pt x="73" y="41"/>
                    </a:cubicBezTo>
                    <a:cubicBezTo>
                      <a:pt x="73" y="41"/>
                      <a:pt x="73" y="41"/>
                      <a:pt x="73" y="41"/>
                    </a:cubicBezTo>
                    <a:cubicBezTo>
                      <a:pt x="74" y="37"/>
                      <a:pt x="73" y="33"/>
                      <a:pt x="71" y="29"/>
                    </a:cubicBezTo>
                    <a:cubicBezTo>
                      <a:pt x="52" y="9"/>
                      <a:pt x="52" y="9"/>
                      <a:pt x="52" y="9"/>
                    </a:cubicBezTo>
                    <a:cubicBezTo>
                      <a:pt x="44" y="0"/>
                      <a:pt x="28" y="3"/>
                      <a:pt x="24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7"/>
                      <a:pt x="23" y="18"/>
                      <a:pt x="22" y="18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3"/>
                      <a:pt x="2" y="14"/>
                      <a:pt x="1" y="15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1"/>
                      <a:pt x="1" y="22"/>
                      <a:pt x="2" y="2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35" name="Freeform 1738">
                <a:extLst>
                  <a:ext uri="{FF2B5EF4-FFF2-40B4-BE49-F238E27FC236}">
                    <a16:creationId xmlns:a16="http://schemas.microsoft.com/office/drawing/2014/main" id="{0111E459-9EFA-454E-9433-7676DD381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2" y="2044"/>
                <a:ext cx="32" cy="31"/>
              </a:xfrm>
              <a:custGeom>
                <a:avLst/>
                <a:gdLst>
                  <a:gd name="T0" fmla="*/ 45 w 47"/>
                  <a:gd name="T1" fmla="*/ 0 h 45"/>
                  <a:gd name="T2" fmla="*/ 47 w 47"/>
                  <a:gd name="T3" fmla="*/ 10 h 45"/>
                  <a:gd name="T4" fmla="*/ 47 w 47"/>
                  <a:gd name="T5" fmla="*/ 35 h 45"/>
                  <a:gd name="T6" fmla="*/ 37 w 47"/>
                  <a:gd name="T7" fmla="*/ 45 h 45"/>
                  <a:gd name="T8" fmla="*/ 2 w 47"/>
                  <a:gd name="T9" fmla="*/ 45 h 45"/>
                  <a:gd name="T10" fmla="*/ 0 w 47"/>
                  <a:gd name="T11" fmla="*/ 43 h 45"/>
                  <a:gd name="T12" fmla="*/ 4 w 47"/>
                  <a:gd name="T13" fmla="*/ 40 h 45"/>
                  <a:gd name="T14" fmla="*/ 15 w 47"/>
                  <a:gd name="T15" fmla="*/ 37 h 45"/>
                  <a:gd name="T16" fmla="*/ 17 w 47"/>
                  <a:gd name="T17" fmla="*/ 14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45">
                    <a:moveTo>
                      <a:pt x="45" y="0"/>
                    </a:moveTo>
                    <a:cubicBezTo>
                      <a:pt x="46" y="3"/>
                      <a:pt x="47" y="7"/>
                      <a:pt x="47" y="10"/>
                    </a:cubicBezTo>
                    <a:cubicBezTo>
                      <a:pt x="47" y="35"/>
                      <a:pt x="47" y="35"/>
                      <a:pt x="47" y="35"/>
                    </a:cubicBezTo>
                    <a:cubicBezTo>
                      <a:pt x="47" y="41"/>
                      <a:pt x="43" y="45"/>
                      <a:pt x="37" y="45"/>
                    </a:cubicBezTo>
                    <a:cubicBezTo>
                      <a:pt x="2" y="45"/>
                      <a:pt x="2" y="45"/>
                      <a:pt x="2" y="45"/>
                    </a:cubicBezTo>
                    <a:cubicBezTo>
                      <a:pt x="0" y="45"/>
                      <a:pt x="0" y="44"/>
                      <a:pt x="0" y="43"/>
                    </a:cubicBezTo>
                    <a:cubicBezTo>
                      <a:pt x="1" y="42"/>
                      <a:pt x="2" y="41"/>
                      <a:pt x="4" y="40"/>
                    </a:cubicBezTo>
                    <a:cubicBezTo>
                      <a:pt x="8" y="39"/>
                      <a:pt x="15" y="37"/>
                      <a:pt x="15" y="37"/>
                    </a:cubicBezTo>
                    <a:cubicBezTo>
                      <a:pt x="15" y="37"/>
                      <a:pt x="12" y="25"/>
                      <a:pt x="17" y="14"/>
                    </a:cubicBezTo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36" name="Freeform 1739">
                <a:extLst>
                  <a:ext uri="{FF2B5EF4-FFF2-40B4-BE49-F238E27FC236}">
                    <a16:creationId xmlns:a16="http://schemas.microsoft.com/office/drawing/2014/main" id="{E6A10DE3-6453-4970-AC1C-2B2B4B5502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2" y="2158"/>
                <a:ext cx="51" cy="108"/>
              </a:xfrm>
              <a:custGeom>
                <a:avLst/>
                <a:gdLst>
                  <a:gd name="T0" fmla="*/ 25 w 75"/>
                  <a:gd name="T1" fmla="*/ 146 h 159"/>
                  <a:gd name="T2" fmla="*/ 25 w 75"/>
                  <a:gd name="T3" fmla="*/ 142 h 159"/>
                  <a:gd name="T4" fmla="*/ 0 w 75"/>
                  <a:gd name="T5" fmla="*/ 0 h 159"/>
                  <a:gd name="T6" fmla="*/ 59 w 75"/>
                  <a:gd name="T7" fmla="*/ 81 h 159"/>
                  <a:gd name="T8" fmla="*/ 56 w 75"/>
                  <a:gd name="T9" fmla="*/ 141 h 159"/>
                  <a:gd name="T10" fmla="*/ 72 w 75"/>
                  <a:gd name="T11" fmla="*/ 155 h 159"/>
                  <a:gd name="T12" fmla="*/ 75 w 75"/>
                  <a:gd name="T13" fmla="*/ 159 h 159"/>
                  <a:gd name="T14" fmla="*/ 21 w 75"/>
                  <a:gd name="T15" fmla="*/ 159 h 159"/>
                  <a:gd name="T16" fmla="*/ 21 w 75"/>
                  <a:gd name="T17" fmla="*/ 159 h 159"/>
                  <a:gd name="T18" fmla="*/ 21 w 75"/>
                  <a:gd name="T19" fmla="*/ 158 h 159"/>
                  <a:gd name="T20" fmla="*/ 25 w 75"/>
                  <a:gd name="T21" fmla="*/ 146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159">
                    <a:moveTo>
                      <a:pt x="25" y="146"/>
                    </a:moveTo>
                    <a:cubicBezTo>
                      <a:pt x="25" y="145"/>
                      <a:pt x="25" y="143"/>
                      <a:pt x="25" y="14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9" y="81"/>
                      <a:pt x="59" y="81"/>
                      <a:pt x="59" y="81"/>
                    </a:cubicBezTo>
                    <a:cubicBezTo>
                      <a:pt x="56" y="141"/>
                      <a:pt x="56" y="141"/>
                      <a:pt x="56" y="141"/>
                    </a:cubicBezTo>
                    <a:cubicBezTo>
                      <a:pt x="72" y="155"/>
                      <a:pt x="72" y="155"/>
                      <a:pt x="72" y="155"/>
                    </a:cubicBezTo>
                    <a:cubicBezTo>
                      <a:pt x="73" y="156"/>
                      <a:pt x="74" y="158"/>
                      <a:pt x="75" y="159"/>
                    </a:cubicBezTo>
                    <a:cubicBezTo>
                      <a:pt x="21" y="159"/>
                      <a:pt x="21" y="159"/>
                      <a:pt x="21" y="159"/>
                    </a:cubicBezTo>
                    <a:cubicBezTo>
                      <a:pt x="21" y="159"/>
                      <a:pt x="21" y="159"/>
                      <a:pt x="21" y="159"/>
                    </a:cubicBezTo>
                    <a:cubicBezTo>
                      <a:pt x="21" y="159"/>
                      <a:pt x="21" y="158"/>
                      <a:pt x="21" y="158"/>
                    </a:cubicBezTo>
                    <a:cubicBezTo>
                      <a:pt x="21" y="157"/>
                      <a:pt x="22" y="152"/>
                      <a:pt x="25" y="146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37" name="Oval 1740">
                <a:extLst>
                  <a:ext uri="{FF2B5EF4-FFF2-40B4-BE49-F238E27FC236}">
                    <a16:creationId xmlns:a16="http://schemas.microsoft.com/office/drawing/2014/main" id="{D8C438F2-51F0-4109-A01A-9A765180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2" y="1828"/>
                <a:ext cx="43" cy="4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38" name="Freeform 1741">
                <a:extLst>
                  <a:ext uri="{FF2B5EF4-FFF2-40B4-BE49-F238E27FC236}">
                    <a16:creationId xmlns:a16="http://schemas.microsoft.com/office/drawing/2014/main" id="{188B5B07-FA8B-4D7C-B8DD-8FAA4A0332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74" y="1929"/>
                <a:ext cx="70" cy="139"/>
              </a:xfrm>
              <a:custGeom>
                <a:avLst/>
                <a:gdLst>
                  <a:gd name="T0" fmla="*/ 58 w 103"/>
                  <a:gd name="T1" fmla="*/ 58 h 204"/>
                  <a:gd name="T2" fmla="*/ 49 w 103"/>
                  <a:gd name="T3" fmla="*/ 1 h 204"/>
                  <a:gd name="T4" fmla="*/ 14 w 103"/>
                  <a:gd name="T5" fmla="*/ 0 h 204"/>
                  <a:gd name="T6" fmla="*/ 0 w 103"/>
                  <a:gd name="T7" fmla="*/ 19 h 204"/>
                  <a:gd name="T8" fmla="*/ 22 w 103"/>
                  <a:gd name="T9" fmla="*/ 74 h 204"/>
                  <a:gd name="T10" fmla="*/ 73 w 103"/>
                  <a:gd name="T11" fmla="*/ 185 h 204"/>
                  <a:gd name="T12" fmla="*/ 86 w 103"/>
                  <a:gd name="T13" fmla="*/ 201 h 204"/>
                  <a:gd name="T14" fmla="*/ 98 w 103"/>
                  <a:gd name="T15" fmla="*/ 204 h 204"/>
                  <a:gd name="T16" fmla="*/ 101 w 103"/>
                  <a:gd name="T17" fmla="*/ 189 h 204"/>
                  <a:gd name="T18" fmla="*/ 99 w 103"/>
                  <a:gd name="T19" fmla="*/ 165 h 204"/>
                  <a:gd name="T20" fmla="*/ 63 w 103"/>
                  <a:gd name="T21" fmla="*/ 77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3" h="204">
                    <a:moveTo>
                      <a:pt x="58" y="58"/>
                    </a:moveTo>
                    <a:cubicBezTo>
                      <a:pt x="49" y="1"/>
                      <a:pt x="49" y="1"/>
                      <a:pt x="49" y="1"/>
                    </a:cubicBezTo>
                    <a:cubicBezTo>
                      <a:pt x="49" y="1"/>
                      <a:pt x="16" y="0"/>
                      <a:pt x="14" y="0"/>
                    </a:cubicBezTo>
                    <a:cubicBezTo>
                      <a:pt x="12" y="0"/>
                      <a:pt x="0" y="19"/>
                      <a:pt x="0" y="19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73" y="185"/>
                      <a:pt x="73" y="185"/>
                      <a:pt x="73" y="185"/>
                    </a:cubicBezTo>
                    <a:cubicBezTo>
                      <a:pt x="86" y="201"/>
                      <a:pt x="86" y="201"/>
                      <a:pt x="86" y="201"/>
                    </a:cubicBezTo>
                    <a:cubicBezTo>
                      <a:pt x="98" y="204"/>
                      <a:pt x="98" y="204"/>
                      <a:pt x="98" y="204"/>
                    </a:cubicBezTo>
                    <a:cubicBezTo>
                      <a:pt x="101" y="189"/>
                      <a:pt x="101" y="189"/>
                      <a:pt x="101" y="189"/>
                    </a:cubicBezTo>
                    <a:cubicBezTo>
                      <a:pt x="103" y="181"/>
                      <a:pt x="102" y="173"/>
                      <a:pt x="99" y="165"/>
                    </a:cubicBezTo>
                    <a:cubicBezTo>
                      <a:pt x="63" y="77"/>
                      <a:pt x="63" y="77"/>
                      <a:pt x="63" y="77"/>
                    </a:cubicBezTo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39" name="Freeform 1742">
                <a:extLst>
                  <a:ext uri="{FF2B5EF4-FFF2-40B4-BE49-F238E27FC236}">
                    <a16:creationId xmlns:a16="http://schemas.microsoft.com/office/drawing/2014/main" id="{5018531A-0602-4CCA-8CE4-E2A22A8887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6" y="1895"/>
                <a:ext cx="114" cy="102"/>
              </a:xfrm>
              <a:custGeom>
                <a:avLst/>
                <a:gdLst>
                  <a:gd name="T0" fmla="*/ 39 w 167"/>
                  <a:gd name="T1" fmla="*/ 105 h 150"/>
                  <a:gd name="T2" fmla="*/ 35 w 167"/>
                  <a:gd name="T3" fmla="*/ 62 h 150"/>
                  <a:gd name="T4" fmla="*/ 0 w 167"/>
                  <a:gd name="T5" fmla="*/ 40 h 150"/>
                  <a:gd name="T6" fmla="*/ 16 w 167"/>
                  <a:gd name="T7" fmla="*/ 16 h 150"/>
                  <a:gd name="T8" fmla="*/ 52 w 167"/>
                  <a:gd name="T9" fmla="*/ 0 h 150"/>
                  <a:gd name="T10" fmla="*/ 89 w 167"/>
                  <a:gd name="T11" fmla="*/ 26 h 150"/>
                  <a:gd name="T12" fmla="*/ 127 w 167"/>
                  <a:gd name="T13" fmla="*/ 3 h 150"/>
                  <a:gd name="T14" fmla="*/ 135 w 167"/>
                  <a:gd name="T15" fmla="*/ 6 h 150"/>
                  <a:gd name="T16" fmla="*/ 142 w 167"/>
                  <a:gd name="T17" fmla="*/ 8 h 150"/>
                  <a:gd name="T18" fmla="*/ 161 w 167"/>
                  <a:gd name="T19" fmla="*/ 25 h 150"/>
                  <a:gd name="T20" fmla="*/ 167 w 167"/>
                  <a:gd name="T21" fmla="*/ 53 h 150"/>
                  <a:gd name="T22" fmla="*/ 142 w 167"/>
                  <a:gd name="T23" fmla="*/ 60 h 150"/>
                  <a:gd name="T24" fmla="*/ 131 w 167"/>
                  <a:gd name="T25" fmla="*/ 87 h 150"/>
                  <a:gd name="T26" fmla="*/ 131 w 167"/>
                  <a:gd name="T27" fmla="*/ 116 h 150"/>
                  <a:gd name="T28" fmla="*/ 118 w 167"/>
                  <a:gd name="T29" fmla="*/ 144 h 150"/>
                  <a:gd name="T30" fmla="*/ 64 w 167"/>
                  <a:gd name="T31" fmla="*/ 146 h 150"/>
                  <a:gd name="T32" fmla="*/ 40 w 167"/>
                  <a:gd name="T33" fmla="*/ 133 h 150"/>
                  <a:gd name="T34" fmla="*/ 39 w 167"/>
                  <a:gd name="T35" fmla="*/ 105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67" h="150">
                    <a:moveTo>
                      <a:pt x="39" y="105"/>
                    </a:moveTo>
                    <a:cubicBezTo>
                      <a:pt x="36" y="79"/>
                      <a:pt x="35" y="62"/>
                      <a:pt x="35" y="62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0"/>
                      <a:pt x="6" y="30"/>
                      <a:pt x="16" y="16"/>
                    </a:cubicBezTo>
                    <a:cubicBezTo>
                      <a:pt x="26" y="3"/>
                      <a:pt x="40" y="1"/>
                      <a:pt x="52" y="0"/>
                    </a:cubicBezTo>
                    <a:cubicBezTo>
                      <a:pt x="58" y="13"/>
                      <a:pt x="73" y="26"/>
                      <a:pt x="89" y="26"/>
                    </a:cubicBezTo>
                    <a:cubicBezTo>
                      <a:pt x="106" y="26"/>
                      <a:pt x="121" y="17"/>
                      <a:pt x="127" y="3"/>
                    </a:cubicBezTo>
                    <a:cubicBezTo>
                      <a:pt x="129" y="4"/>
                      <a:pt x="133" y="5"/>
                      <a:pt x="135" y="6"/>
                    </a:cubicBezTo>
                    <a:cubicBezTo>
                      <a:pt x="137" y="7"/>
                      <a:pt x="140" y="8"/>
                      <a:pt x="142" y="8"/>
                    </a:cubicBezTo>
                    <a:cubicBezTo>
                      <a:pt x="150" y="12"/>
                      <a:pt x="156" y="14"/>
                      <a:pt x="161" y="25"/>
                    </a:cubicBezTo>
                    <a:cubicBezTo>
                      <a:pt x="164" y="32"/>
                      <a:pt x="167" y="53"/>
                      <a:pt x="167" y="53"/>
                    </a:cubicBezTo>
                    <a:cubicBezTo>
                      <a:pt x="142" y="60"/>
                      <a:pt x="142" y="60"/>
                      <a:pt x="142" y="60"/>
                    </a:cubicBezTo>
                    <a:cubicBezTo>
                      <a:pt x="142" y="60"/>
                      <a:pt x="145" y="76"/>
                      <a:pt x="131" y="87"/>
                    </a:cubicBezTo>
                    <a:cubicBezTo>
                      <a:pt x="131" y="87"/>
                      <a:pt x="128" y="104"/>
                      <a:pt x="131" y="116"/>
                    </a:cubicBezTo>
                    <a:cubicBezTo>
                      <a:pt x="138" y="146"/>
                      <a:pt x="118" y="144"/>
                      <a:pt x="118" y="144"/>
                    </a:cubicBezTo>
                    <a:cubicBezTo>
                      <a:pt x="118" y="144"/>
                      <a:pt x="80" y="150"/>
                      <a:pt x="64" y="146"/>
                    </a:cubicBezTo>
                    <a:cubicBezTo>
                      <a:pt x="32" y="139"/>
                      <a:pt x="40" y="133"/>
                      <a:pt x="40" y="133"/>
                    </a:cubicBezTo>
                    <a:cubicBezTo>
                      <a:pt x="40" y="133"/>
                      <a:pt x="42" y="136"/>
                      <a:pt x="39" y="105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40" name="Freeform 1743">
                <a:extLst>
                  <a:ext uri="{FF2B5EF4-FFF2-40B4-BE49-F238E27FC236}">
                    <a16:creationId xmlns:a16="http://schemas.microsoft.com/office/drawing/2014/main" id="{3306A65A-BBE7-4D9A-9C8A-0864C014C4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5" y="1889"/>
                <a:ext cx="65" cy="24"/>
              </a:xfrm>
              <a:custGeom>
                <a:avLst/>
                <a:gdLst>
                  <a:gd name="T0" fmla="*/ 53 w 96"/>
                  <a:gd name="T1" fmla="*/ 35 h 35"/>
                  <a:gd name="T2" fmla="*/ 0 w 96"/>
                  <a:gd name="T3" fmla="*/ 9 h 35"/>
                  <a:gd name="T4" fmla="*/ 13 w 96"/>
                  <a:gd name="T5" fmla="*/ 7 h 35"/>
                  <a:gd name="T6" fmla="*/ 96 w 96"/>
                  <a:gd name="T7" fmla="*/ 15 h 35"/>
                  <a:gd name="T8" fmla="*/ 53 w 96"/>
                  <a:gd name="T9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" h="35">
                    <a:moveTo>
                      <a:pt x="53" y="35"/>
                    </a:moveTo>
                    <a:cubicBezTo>
                      <a:pt x="27" y="35"/>
                      <a:pt x="6" y="22"/>
                      <a:pt x="0" y="9"/>
                    </a:cubicBezTo>
                    <a:cubicBezTo>
                      <a:pt x="1" y="9"/>
                      <a:pt x="12" y="7"/>
                      <a:pt x="13" y="7"/>
                    </a:cubicBezTo>
                    <a:cubicBezTo>
                      <a:pt x="52" y="0"/>
                      <a:pt x="74" y="7"/>
                      <a:pt x="96" y="15"/>
                    </a:cubicBezTo>
                    <a:cubicBezTo>
                      <a:pt x="90" y="28"/>
                      <a:pt x="70" y="34"/>
                      <a:pt x="53" y="35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41" name="Line 1744">
                <a:extLst>
                  <a:ext uri="{FF2B5EF4-FFF2-40B4-BE49-F238E27FC236}">
                    <a16:creationId xmlns:a16="http://schemas.microsoft.com/office/drawing/2014/main" id="{917EC426-D7BC-4E8C-878D-E17C806A03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903" y="1988"/>
                <a:ext cx="4" cy="1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42" name="Freeform 1745">
                <a:extLst>
                  <a:ext uri="{FF2B5EF4-FFF2-40B4-BE49-F238E27FC236}">
                    <a16:creationId xmlns:a16="http://schemas.microsoft.com/office/drawing/2014/main" id="{673174CF-0883-4EF1-A847-0372708A28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8" y="1971"/>
                <a:ext cx="118" cy="252"/>
              </a:xfrm>
              <a:custGeom>
                <a:avLst/>
                <a:gdLst>
                  <a:gd name="T0" fmla="*/ 127 w 173"/>
                  <a:gd name="T1" fmla="*/ 0 h 371"/>
                  <a:gd name="T2" fmla="*/ 37 w 173"/>
                  <a:gd name="T3" fmla="*/ 0 h 371"/>
                  <a:gd name="T4" fmla="*/ 5 w 173"/>
                  <a:gd name="T5" fmla="*/ 75 h 371"/>
                  <a:gd name="T6" fmla="*/ 1 w 173"/>
                  <a:gd name="T7" fmla="*/ 371 h 371"/>
                  <a:gd name="T8" fmla="*/ 173 w 173"/>
                  <a:gd name="T9" fmla="*/ 371 h 371"/>
                  <a:gd name="T10" fmla="*/ 154 w 173"/>
                  <a:gd name="T11" fmla="*/ 65 h 371"/>
                  <a:gd name="T12" fmla="*/ 127 w 173"/>
                  <a:gd name="T13" fmla="*/ 0 h 3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3" h="371">
                    <a:moveTo>
                      <a:pt x="12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9" y="41"/>
                      <a:pt x="5" y="75"/>
                    </a:cubicBezTo>
                    <a:cubicBezTo>
                      <a:pt x="0" y="122"/>
                      <a:pt x="1" y="371"/>
                      <a:pt x="1" y="371"/>
                    </a:cubicBezTo>
                    <a:cubicBezTo>
                      <a:pt x="173" y="371"/>
                      <a:pt x="173" y="371"/>
                      <a:pt x="173" y="371"/>
                    </a:cubicBezTo>
                    <a:cubicBezTo>
                      <a:pt x="173" y="371"/>
                      <a:pt x="160" y="150"/>
                      <a:pt x="154" y="65"/>
                    </a:cubicBezTo>
                    <a:cubicBezTo>
                      <a:pt x="151" y="22"/>
                      <a:pt x="127" y="0"/>
                      <a:pt x="1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43" name="Freeform 1746">
                <a:extLst>
                  <a:ext uri="{FF2B5EF4-FFF2-40B4-BE49-F238E27FC236}">
                    <a16:creationId xmlns:a16="http://schemas.microsoft.com/office/drawing/2014/main" id="{71581C6E-9D5E-4A53-B659-07B8DF13D7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1" y="1965"/>
                <a:ext cx="92" cy="171"/>
              </a:xfrm>
              <a:custGeom>
                <a:avLst/>
                <a:gdLst>
                  <a:gd name="T0" fmla="*/ 53 w 92"/>
                  <a:gd name="T1" fmla="*/ 0 h 171"/>
                  <a:gd name="T2" fmla="*/ 74 w 92"/>
                  <a:gd name="T3" fmla="*/ 0 h 171"/>
                  <a:gd name="T4" fmla="*/ 79 w 92"/>
                  <a:gd name="T5" fmla="*/ 11 h 171"/>
                  <a:gd name="T6" fmla="*/ 92 w 92"/>
                  <a:gd name="T7" fmla="*/ 171 h 171"/>
                  <a:gd name="T8" fmla="*/ 5 w 92"/>
                  <a:gd name="T9" fmla="*/ 171 h 171"/>
                  <a:gd name="T10" fmla="*/ 7 w 92"/>
                  <a:gd name="T11" fmla="*/ 36 h 171"/>
                  <a:gd name="T12" fmla="*/ 0 w 92"/>
                  <a:gd name="T13" fmla="*/ 17 h 171"/>
                  <a:gd name="T14" fmla="*/ 8 w 92"/>
                  <a:gd name="T15" fmla="*/ 0 h 171"/>
                  <a:gd name="T16" fmla="*/ 53 w 92"/>
                  <a:gd name="T17" fmla="*/ 0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2" h="171">
                    <a:moveTo>
                      <a:pt x="53" y="0"/>
                    </a:moveTo>
                    <a:lnTo>
                      <a:pt x="74" y="0"/>
                    </a:lnTo>
                    <a:lnTo>
                      <a:pt x="79" y="11"/>
                    </a:lnTo>
                    <a:lnTo>
                      <a:pt x="92" y="171"/>
                    </a:lnTo>
                    <a:lnTo>
                      <a:pt x="5" y="171"/>
                    </a:lnTo>
                    <a:lnTo>
                      <a:pt x="7" y="36"/>
                    </a:lnTo>
                    <a:lnTo>
                      <a:pt x="0" y="17"/>
                    </a:lnTo>
                    <a:lnTo>
                      <a:pt x="8" y="0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8F8F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44" name="Freeform 1747">
                <a:extLst>
                  <a:ext uri="{FF2B5EF4-FFF2-40B4-BE49-F238E27FC236}">
                    <a16:creationId xmlns:a16="http://schemas.microsoft.com/office/drawing/2014/main" id="{9DB1AED5-4422-4133-842C-CC4B6EB680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9" y="1836"/>
                <a:ext cx="38" cy="50"/>
              </a:xfrm>
              <a:custGeom>
                <a:avLst/>
                <a:gdLst>
                  <a:gd name="T0" fmla="*/ 50 w 55"/>
                  <a:gd name="T1" fmla="*/ 17 h 73"/>
                  <a:gd name="T2" fmla="*/ 51 w 55"/>
                  <a:gd name="T3" fmla="*/ 35 h 73"/>
                  <a:gd name="T4" fmla="*/ 50 w 55"/>
                  <a:gd name="T5" fmla="*/ 60 h 73"/>
                  <a:gd name="T6" fmla="*/ 19 w 55"/>
                  <a:gd name="T7" fmla="*/ 67 h 73"/>
                  <a:gd name="T8" fmla="*/ 7 w 55"/>
                  <a:gd name="T9" fmla="*/ 36 h 73"/>
                  <a:gd name="T10" fmla="*/ 0 w 55"/>
                  <a:gd name="T11" fmla="*/ 19 h 73"/>
                  <a:gd name="T12" fmla="*/ 37 w 55"/>
                  <a:gd name="T13" fmla="*/ 0 h 73"/>
                  <a:gd name="T14" fmla="*/ 50 w 55"/>
                  <a:gd name="T15" fmla="*/ 1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73">
                    <a:moveTo>
                      <a:pt x="50" y="17"/>
                    </a:moveTo>
                    <a:cubicBezTo>
                      <a:pt x="50" y="17"/>
                      <a:pt x="52" y="24"/>
                      <a:pt x="51" y="35"/>
                    </a:cubicBezTo>
                    <a:cubicBezTo>
                      <a:pt x="49" y="47"/>
                      <a:pt x="55" y="50"/>
                      <a:pt x="50" y="60"/>
                    </a:cubicBezTo>
                    <a:cubicBezTo>
                      <a:pt x="47" y="67"/>
                      <a:pt x="38" y="73"/>
                      <a:pt x="19" y="67"/>
                    </a:cubicBezTo>
                    <a:cubicBezTo>
                      <a:pt x="0" y="61"/>
                      <a:pt x="7" y="36"/>
                      <a:pt x="7" y="36"/>
                    </a:cubicBezTo>
                    <a:cubicBezTo>
                      <a:pt x="7" y="36"/>
                      <a:pt x="0" y="20"/>
                      <a:pt x="0" y="19"/>
                    </a:cubicBezTo>
                    <a:cubicBezTo>
                      <a:pt x="0" y="19"/>
                      <a:pt x="37" y="0"/>
                      <a:pt x="37" y="0"/>
                    </a:cubicBezTo>
                    <a:cubicBezTo>
                      <a:pt x="38" y="0"/>
                      <a:pt x="50" y="17"/>
                      <a:pt x="50" y="17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45" name="Freeform 1748">
                <a:extLst>
                  <a:ext uri="{FF2B5EF4-FFF2-40B4-BE49-F238E27FC236}">
                    <a16:creationId xmlns:a16="http://schemas.microsoft.com/office/drawing/2014/main" id="{DF6C9ACA-A23F-48B2-B537-DD0ECC52E4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7" y="1864"/>
                <a:ext cx="28" cy="33"/>
              </a:xfrm>
              <a:custGeom>
                <a:avLst/>
                <a:gdLst>
                  <a:gd name="T0" fmla="*/ 28 w 28"/>
                  <a:gd name="T1" fmla="*/ 14 h 33"/>
                  <a:gd name="T2" fmla="*/ 28 w 28"/>
                  <a:gd name="T3" fmla="*/ 33 h 33"/>
                  <a:gd name="T4" fmla="*/ 0 w 28"/>
                  <a:gd name="T5" fmla="*/ 33 h 33"/>
                  <a:gd name="T6" fmla="*/ 6 w 28"/>
                  <a:gd name="T7" fmla="*/ 0 h 33"/>
                  <a:gd name="T8" fmla="*/ 25 w 28"/>
                  <a:gd name="T9" fmla="*/ 2 h 33"/>
                  <a:gd name="T10" fmla="*/ 28 w 28"/>
                  <a:gd name="T11" fmla="*/ 14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8" h="33">
                    <a:moveTo>
                      <a:pt x="28" y="14"/>
                    </a:moveTo>
                    <a:lnTo>
                      <a:pt x="28" y="33"/>
                    </a:lnTo>
                    <a:lnTo>
                      <a:pt x="0" y="33"/>
                    </a:lnTo>
                    <a:lnTo>
                      <a:pt x="6" y="0"/>
                    </a:lnTo>
                    <a:lnTo>
                      <a:pt x="25" y="2"/>
                    </a:lnTo>
                    <a:lnTo>
                      <a:pt x="28" y="14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46" name="Freeform 1749">
                <a:extLst>
                  <a:ext uri="{FF2B5EF4-FFF2-40B4-BE49-F238E27FC236}">
                    <a16:creationId xmlns:a16="http://schemas.microsoft.com/office/drawing/2014/main" id="{3C732FE5-85B2-4156-B51F-B2896F5894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6" y="1872"/>
                <a:ext cx="7" cy="3"/>
              </a:xfrm>
              <a:custGeom>
                <a:avLst/>
                <a:gdLst>
                  <a:gd name="T0" fmla="*/ 10 w 10"/>
                  <a:gd name="T1" fmla="*/ 2 h 4"/>
                  <a:gd name="T2" fmla="*/ 0 w 10"/>
                  <a:gd name="T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" h="4">
                    <a:moveTo>
                      <a:pt x="10" y="2"/>
                    </a:moveTo>
                    <a:cubicBezTo>
                      <a:pt x="10" y="2"/>
                      <a:pt x="4" y="4"/>
                      <a:pt x="0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47" name="Freeform 1750">
                <a:extLst>
                  <a:ext uri="{FF2B5EF4-FFF2-40B4-BE49-F238E27FC236}">
                    <a16:creationId xmlns:a16="http://schemas.microsoft.com/office/drawing/2014/main" id="{0CF263D2-5583-4AC8-869C-B2EE949E31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8" y="1857"/>
                <a:ext cx="5" cy="0"/>
              </a:xfrm>
              <a:custGeom>
                <a:avLst/>
                <a:gdLst>
                  <a:gd name="T0" fmla="*/ 7 w 7"/>
                  <a:gd name="T1" fmla="*/ 0 w 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7">
                    <a:moveTo>
                      <a:pt x="7" y="0"/>
                    </a:moveTo>
                    <a:cubicBezTo>
                      <a:pt x="6" y="0"/>
                      <a:pt x="0" y="0"/>
                      <a:pt x="0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48" name="Line 1751">
                <a:extLst>
                  <a:ext uri="{FF2B5EF4-FFF2-40B4-BE49-F238E27FC236}">
                    <a16:creationId xmlns:a16="http://schemas.microsoft.com/office/drawing/2014/main" id="{3E540B4F-A05F-4692-9E6C-30A90082D6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79" y="1857"/>
                <a:ext cx="4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49" name="Oval 1752">
                <a:extLst>
                  <a:ext uri="{FF2B5EF4-FFF2-40B4-BE49-F238E27FC236}">
                    <a16:creationId xmlns:a16="http://schemas.microsoft.com/office/drawing/2014/main" id="{21764C34-D3AE-4659-A70A-234193D930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9" y="1861"/>
                <a:ext cx="2" cy="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50" name="Oval 1753">
                <a:extLst>
                  <a:ext uri="{FF2B5EF4-FFF2-40B4-BE49-F238E27FC236}">
                    <a16:creationId xmlns:a16="http://schemas.microsoft.com/office/drawing/2014/main" id="{AD07283D-8FF8-4B71-ACAF-F87DFEA6F3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0" y="1861"/>
                <a:ext cx="2" cy="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51" name="Freeform 1754">
                <a:extLst>
                  <a:ext uri="{FF2B5EF4-FFF2-40B4-BE49-F238E27FC236}">
                    <a16:creationId xmlns:a16="http://schemas.microsoft.com/office/drawing/2014/main" id="{23DDA70F-B5DD-4614-9CDE-2F2202AC93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5" y="1851"/>
                <a:ext cx="7" cy="10"/>
              </a:xfrm>
              <a:custGeom>
                <a:avLst/>
                <a:gdLst>
                  <a:gd name="T0" fmla="*/ 7 w 10"/>
                  <a:gd name="T1" fmla="*/ 0 h 15"/>
                  <a:gd name="T2" fmla="*/ 6 w 10"/>
                  <a:gd name="T3" fmla="*/ 11 h 15"/>
                  <a:gd name="T4" fmla="*/ 0 w 10"/>
                  <a:gd name="T5" fmla="*/ 10 h 15"/>
                  <a:gd name="T6" fmla="*/ 7 w 10"/>
                  <a:gd name="T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" h="15">
                    <a:moveTo>
                      <a:pt x="7" y="0"/>
                    </a:moveTo>
                    <a:cubicBezTo>
                      <a:pt x="7" y="0"/>
                      <a:pt x="10" y="7"/>
                      <a:pt x="6" y="11"/>
                    </a:cubicBezTo>
                    <a:cubicBezTo>
                      <a:pt x="3" y="15"/>
                      <a:pt x="0" y="10"/>
                      <a:pt x="0" y="10"/>
                    </a:cubicBezTo>
                    <a:cubicBezTo>
                      <a:pt x="0" y="10"/>
                      <a:pt x="2" y="4"/>
                      <a:pt x="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52" name="Freeform 1755">
                <a:extLst>
                  <a:ext uri="{FF2B5EF4-FFF2-40B4-BE49-F238E27FC236}">
                    <a16:creationId xmlns:a16="http://schemas.microsoft.com/office/drawing/2014/main" id="{50F5BE17-EDB2-41C6-9B32-06EF9A11D5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4" y="1882"/>
                <a:ext cx="11" cy="2"/>
              </a:xfrm>
              <a:custGeom>
                <a:avLst/>
                <a:gdLst>
                  <a:gd name="T0" fmla="*/ 16 w 16"/>
                  <a:gd name="T1" fmla="*/ 2 h 3"/>
                  <a:gd name="T2" fmla="*/ 0 w 16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6" h="3">
                    <a:moveTo>
                      <a:pt x="16" y="2"/>
                    </a:moveTo>
                    <a:cubicBezTo>
                      <a:pt x="16" y="2"/>
                      <a:pt x="8" y="3"/>
                      <a:pt x="0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53" name="Freeform 1756">
                <a:extLst>
                  <a:ext uri="{FF2B5EF4-FFF2-40B4-BE49-F238E27FC236}">
                    <a16:creationId xmlns:a16="http://schemas.microsoft.com/office/drawing/2014/main" id="{813ACF42-3255-405E-AD9F-2F4171573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6" y="1884"/>
                <a:ext cx="9" cy="9"/>
              </a:xfrm>
              <a:custGeom>
                <a:avLst/>
                <a:gdLst>
                  <a:gd name="T0" fmla="*/ 13 w 13"/>
                  <a:gd name="T1" fmla="*/ 13 h 13"/>
                  <a:gd name="T2" fmla="*/ 0 w 13"/>
                  <a:gd name="T3" fmla="*/ 0 h 13"/>
                  <a:gd name="T4" fmla="*/ 13 w 13"/>
                  <a:gd name="T5" fmla="*/ 0 h 13"/>
                  <a:gd name="T6" fmla="*/ 13 w 13"/>
                  <a:gd name="T7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" h="13">
                    <a:moveTo>
                      <a:pt x="13" y="13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5" y="2"/>
                      <a:pt x="13" y="0"/>
                    </a:cubicBezTo>
                    <a:lnTo>
                      <a:pt x="13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54" name="Line 1757">
                <a:extLst>
                  <a:ext uri="{FF2B5EF4-FFF2-40B4-BE49-F238E27FC236}">
                    <a16:creationId xmlns:a16="http://schemas.microsoft.com/office/drawing/2014/main" id="{FD0CD449-5F5D-4796-88A2-EDBFB2EBE7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891" y="1929"/>
                <a:ext cx="1" cy="4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55" name="Line 1758">
                <a:extLst>
                  <a:ext uri="{FF2B5EF4-FFF2-40B4-BE49-F238E27FC236}">
                    <a16:creationId xmlns:a16="http://schemas.microsoft.com/office/drawing/2014/main" id="{3B5BED6E-030A-4F11-9EEC-A8C3D93DDB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2088"/>
                <a:ext cx="0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56" name="Line 1759">
                <a:extLst>
                  <a:ext uri="{FF2B5EF4-FFF2-40B4-BE49-F238E27FC236}">
                    <a16:creationId xmlns:a16="http://schemas.microsoft.com/office/drawing/2014/main" id="{9CB90652-0710-4057-97F3-867581B664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1" y="2097"/>
                <a:ext cx="0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57" name="Freeform 1760">
                <a:extLst>
                  <a:ext uri="{FF2B5EF4-FFF2-40B4-BE49-F238E27FC236}">
                    <a16:creationId xmlns:a16="http://schemas.microsoft.com/office/drawing/2014/main" id="{9AD1442A-0636-43DE-A81D-AFCBC2F80B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1" y="1835"/>
                <a:ext cx="35" cy="26"/>
              </a:xfrm>
              <a:custGeom>
                <a:avLst/>
                <a:gdLst>
                  <a:gd name="T0" fmla="*/ 51 w 51"/>
                  <a:gd name="T1" fmla="*/ 2 h 38"/>
                  <a:gd name="T2" fmla="*/ 33 w 51"/>
                  <a:gd name="T3" fmla="*/ 34 h 38"/>
                  <a:gd name="T4" fmla="*/ 6 w 51"/>
                  <a:gd name="T5" fmla="*/ 33 h 38"/>
                  <a:gd name="T6" fmla="*/ 0 w 51"/>
                  <a:gd name="T7" fmla="*/ 19 h 38"/>
                  <a:gd name="T8" fmla="*/ 26 w 51"/>
                  <a:gd name="T9" fmla="*/ 0 h 38"/>
                  <a:gd name="T10" fmla="*/ 51 w 51"/>
                  <a:gd name="T11" fmla="*/ 2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" h="38">
                    <a:moveTo>
                      <a:pt x="51" y="2"/>
                    </a:moveTo>
                    <a:cubicBezTo>
                      <a:pt x="51" y="2"/>
                      <a:pt x="45" y="30"/>
                      <a:pt x="33" y="34"/>
                    </a:cubicBezTo>
                    <a:cubicBezTo>
                      <a:pt x="21" y="38"/>
                      <a:pt x="6" y="33"/>
                      <a:pt x="6" y="33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19"/>
                      <a:pt x="23" y="0"/>
                      <a:pt x="26" y="0"/>
                    </a:cubicBezTo>
                    <a:cubicBezTo>
                      <a:pt x="28" y="0"/>
                      <a:pt x="51" y="2"/>
                      <a:pt x="51" y="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58" name="Freeform 1761">
                <a:extLst>
                  <a:ext uri="{FF2B5EF4-FFF2-40B4-BE49-F238E27FC236}">
                    <a16:creationId xmlns:a16="http://schemas.microsoft.com/office/drawing/2014/main" id="{1F9D6870-9F31-48E3-9033-C19F92EB0D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74" y="1836"/>
                <a:ext cx="13" cy="20"/>
              </a:xfrm>
              <a:custGeom>
                <a:avLst/>
                <a:gdLst>
                  <a:gd name="T0" fmla="*/ 0 w 19"/>
                  <a:gd name="T1" fmla="*/ 9 h 29"/>
                  <a:gd name="T2" fmla="*/ 15 w 19"/>
                  <a:gd name="T3" fmla="*/ 27 h 29"/>
                  <a:gd name="T4" fmla="*/ 15 w 19"/>
                  <a:gd name="T5" fmla="*/ 16 h 29"/>
                  <a:gd name="T6" fmla="*/ 1 w 19"/>
                  <a:gd name="T7" fmla="*/ 0 h 29"/>
                  <a:gd name="T8" fmla="*/ 0 w 19"/>
                  <a:gd name="T9" fmla="*/ 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9">
                    <a:moveTo>
                      <a:pt x="0" y="9"/>
                    </a:moveTo>
                    <a:cubicBezTo>
                      <a:pt x="0" y="9"/>
                      <a:pt x="6" y="24"/>
                      <a:pt x="15" y="27"/>
                    </a:cubicBezTo>
                    <a:cubicBezTo>
                      <a:pt x="19" y="29"/>
                      <a:pt x="15" y="16"/>
                      <a:pt x="15" y="16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59" name="Freeform 1762">
                <a:extLst>
                  <a:ext uri="{FF2B5EF4-FFF2-40B4-BE49-F238E27FC236}">
                    <a16:creationId xmlns:a16="http://schemas.microsoft.com/office/drawing/2014/main" id="{E462E4F1-256B-4D68-B3A0-2E20151106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73" y="1863"/>
                <a:ext cx="6" cy="6"/>
              </a:xfrm>
              <a:custGeom>
                <a:avLst/>
                <a:gdLst>
                  <a:gd name="T0" fmla="*/ 9 w 9"/>
                  <a:gd name="T1" fmla="*/ 0 h 8"/>
                  <a:gd name="T2" fmla="*/ 9 w 9"/>
                  <a:gd name="T3" fmla="*/ 5 h 8"/>
                  <a:gd name="T4" fmla="*/ 0 w 9"/>
                  <a:gd name="T5" fmla="*/ 7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8">
                    <a:moveTo>
                      <a:pt x="9" y="0"/>
                    </a:moveTo>
                    <a:cubicBezTo>
                      <a:pt x="9" y="0"/>
                      <a:pt x="9" y="2"/>
                      <a:pt x="9" y="5"/>
                    </a:cubicBezTo>
                    <a:cubicBezTo>
                      <a:pt x="9" y="7"/>
                      <a:pt x="6" y="8"/>
                      <a:pt x="0" y="7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60" name="Freeform 1763">
                <a:extLst>
                  <a:ext uri="{FF2B5EF4-FFF2-40B4-BE49-F238E27FC236}">
                    <a16:creationId xmlns:a16="http://schemas.microsoft.com/office/drawing/2014/main" id="{297A7AFF-62CA-49C5-AB92-5DE703712A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1" y="1827"/>
                <a:ext cx="30" cy="32"/>
              </a:xfrm>
              <a:custGeom>
                <a:avLst/>
                <a:gdLst>
                  <a:gd name="T0" fmla="*/ 45 w 45"/>
                  <a:gd name="T1" fmla="*/ 15 h 46"/>
                  <a:gd name="T2" fmla="*/ 12 w 45"/>
                  <a:gd name="T3" fmla="*/ 29 h 46"/>
                  <a:gd name="T4" fmla="*/ 6 w 45"/>
                  <a:gd name="T5" fmla="*/ 45 h 46"/>
                  <a:gd name="T6" fmla="*/ 0 w 45"/>
                  <a:gd name="T7" fmla="*/ 46 h 46"/>
                  <a:gd name="T8" fmla="*/ 16 w 45"/>
                  <a:gd name="T9" fmla="*/ 5 h 46"/>
                  <a:gd name="T10" fmla="*/ 39 w 45"/>
                  <a:gd name="T11" fmla="*/ 8 h 46"/>
                  <a:gd name="T12" fmla="*/ 45 w 45"/>
                  <a:gd name="T13" fmla="*/ 15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" h="46">
                    <a:moveTo>
                      <a:pt x="45" y="15"/>
                    </a:moveTo>
                    <a:cubicBezTo>
                      <a:pt x="45" y="15"/>
                      <a:pt x="19" y="12"/>
                      <a:pt x="12" y="29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46"/>
                      <a:pt x="0" y="11"/>
                      <a:pt x="16" y="5"/>
                    </a:cubicBezTo>
                    <a:cubicBezTo>
                      <a:pt x="31" y="0"/>
                      <a:pt x="34" y="4"/>
                      <a:pt x="39" y="8"/>
                    </a:cubicBezTo>
                    <a:cubicBezTo>
                      <a:pt x="41" y="9"/>
                      <a:pt x="45" y="15"/>
                      <a:pt x="45" y="15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61" name="Freeform 1764">
                <a:extLst>
                  <a:ext uri="{FF2B5EF4-FFF2-40B4-BE49-F238E27FC236}">
                    <a16:creationId xmlns:a16="http://schemas.microsoft.com/office/drawing/2014/main" id="{273EE3FC-420F-4CA4-A8B2-E9B9D1B3FB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73" y="2249"/>
                <a:ext cx="52" cy="23"/>
              </a:xfrm>
              <a:custGeom>
                <a:avLst/>
                <a:gdLst>
                  <a:gd name="T0" fmla="*/ 2 w 76"/>
                  <a:gd name="T1" fmla="*/ 33 h 34"/>
                  <a:gd name="T2" fmla="*/ 74 w 76"/>
                  <a:gd name="T3" fmla="*/ 34 h 34"/>
                  <a:gd name="T4" fmla="*/ 75 w 76"/>
                  <a:gd name="T5" fmla="*/ 33 h 34"/>
                  <a:gd name="T6" fmla="*/ 75 w 76"/>
                  <a:gd name="T7" fmla="*/ 33 h 34"/>
                  <a:gd name="T8" fmla="*/ 70 w 76"/>
                  <a:gd name="T9" fmla="*/ 22 h 34"/>
                  <a:gd name="T10" fmla="*/ 47 w 76"/>
                  <a:gd name="T11" fmla="*/ 7 h 34"/>
                  <a:gd name="T12" fmla="*/ 22 w 76"/>
                  <a:gd name="T13" fmla="*/ 20 h 34"/>
                  <a:gd name="T14" fmla="*/ 22 w 76"/>
                  <a:gd name="T15" fmla="*/ 22 h 34"/>
                  <a:gd name="T16" fmla="*/ 20 w 76"/>
                  <a:gd name="T17" fmla="*/ 24 h 34"/>
                  <a:gd name="T18" fmla="*/ 2 w 76"/>
                  <a:gd name="T19" fmla="*/ 24 h 34"/>
                  <a:gd name="T20" fmla="*/ 0 w 76"/>
                  <a:gd name="T21" fmla="*/ 26 h 34"/>
                  <a:gd name="T22" fmla="*/ 0 w 76"/>
                  <a:gd name="T23" fmla="*/ 32 h 34"/>
                  <a:gd name="T24" fmla="*/ 2 w 76"/>
                  <a:gd name="T25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6" h="34">
                    <a:moveTo>
                      <a:pt x="2" y="33"/>
                    </a:moveTo>
                    <a:cubicBezTo>
                      <a:pt x="74" y="34"/>
                      <a:pt x="74" y="34"/>
                      <a:pt x="74" y="34"/>
                    </a:cubicBezTo>
                    <a:cubicBezTo>
                      <a:pt x="74" y="34"/>
                      <a:pt x="75" y="34"/>
                      <a:pt x="75" y="33"/>
                    </a:cubicBezTo>
                    <a:cubicBezTo>
                      <a:pt x="75" y="33"/>
                      <a:pt x="75" y="33"/>
                      <a:pt x="75" y="33"/>
                    </a:cubicBezTo>
                    <a:cubicBezTo>
                      <a:pt x="76" y="28"/>
                      <a:pt x="74" y="24"/>
                      <a:pt x="70" y="22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36" y="0"/>
                      <a:pt x="22" y="8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1" y="24"/>
                      <a:pt x="20" y="24"/>
                    </a:cubicBezTo>
                    <a:cubicBezTo>
                      <a:pt x="2" y="24"/>
                      <a:pt x="2" y="24"/>
                      <a:pt x="2" y="24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3"/>
                      <a:pt x="1" y="33"/>
                      <a:pt x="2" y="33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62" name="Line 1765">
                <a:extLst>
                  <a:ext uri="{FF2B5EF4-FFF2-40B4-BE49-F238E27FC236}">
                    <a16:creationId xmlns:a16="http://schemas.microsoft.com/office/drawing/2014/main" id="{2A14C768-B591-4EE9-9BD1-71A47A21E8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31" y="1896"/>
                <a:ext cx="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63" name="Line 1766">
                <a:extLst>
                  <a:ext uri="{FF2B5EF4-FFF2-40B4-BE49-F238E27FC236}">
                    <a16:creationId xmlns:a16="http://schemas.microsoft.com/office/drawing/2014/main" id="{7CA76346-1EB7-4CE3-A9DF-2FD8B70AF7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31" y="1896"/>
                <a:ext cx="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64" name="Freeform 1767">
                <a:extLst>
                  <a:ext uri="{FF2B5EF4-FFF2-40B4-BE49-F238E27FC236}">
                    <a16:creationId xmlns:a16="http://schemas.microsoft.com/office/drawing/2014/main" id="{53C0557F-D96F-440A-BCDB-CE6C8EBAB2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8" y="1923"/>
                <a:ext cx="22" cy="22"/>
              </a:xfrm>
              <a:custGeom>
                <a:avLst/>
                <a:gdLst>
                  <a:gd name="T0" fmla="*/ 19 w 22"/>
                  <a:gd name="T1" fmla="*/ 22 h 22"/>
                  <a:gd name="T2" fmla="*/ 0 w 22"/>
                  <a:gd name="T3" fmla="*/ 0 h 22"/>
                  <a:gd name="T4" fmla="*/ 22 w 22"/>
                  <a:gd name="T5" fmla="*/ 14 h 22"/>
                  <a:gd name="T6" fmla="*/ 19 w 22"/>
                  <a:gd name="T7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2" h="22">
                    <a:moveTo>
                      <a:pt x="19" y="22"/>
                    </a:moveTo>
                    <a:lnTo>
                      <a:pt x="0" y="0"/>
                    </a:lnTo>
                    <a:lnTo>
                      <a:pt x="22" y="14"/>
                    </a:lnTo>
                    <a:lnTo>
                      <a:pt x="19" y="2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65" name="Freeform 1768">
                <a:extLst>
                  <a:ext uri="{FF2B5EF4-FFF2-40B4-BE49-F238E27FC236}">
                    <a16:creationId xmlns:a16="http://schemas.microsoft.com/office/drawing/2014/main" id="{01F5B1BB-3A83-4CAF-A8A1-5DD9AF4697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3" y="1834"/>
                <a:ext cx="32" cy="27"/>
              </a:xfrm>
              <a:custGeom>
                <a:avLst/>
                <a:gdLst>
                  <a:gd name="T0" fmla="*/ 47 w 47"/>
                  <a:gd name="T1" fmla="*/ 1 h 39"/>
                  <a:gd name="T2" fmla="*/ 17 w 47"/>
                  <a:gd name="T3" fmla="*/ 35 h 39"/>
                  <a:gd name="T4" fmla="*/ 27 w 47"/>
                  <a:gd name="T5" fmla="*/ 0 h 39"/>
                  <a:gd name="T6" fmla="*/ 47 w 47"/>
                  <a:gd name="T7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7" h="39">
                    <a:moveTo>
                      <a:pt x="47" y="1"/>
                    </a:moveTo>
                    <a:cubicBezTo>
                      <a:pt x="47" y="1"/>
                      <a:pt x="34" y="32"/>
                      <a:pt x="17" y="35"/>
                    </a:cubicBezTo>
                    <a:cubicBezTo>
                      <a:pt x="0" y="39"/>
                      <a:pt x="27" y="0"/>
                      <a:pt x="27" y="0"/>
                    </a:cubicBezTo>
                    <a:lnTo>
                      <a:pt x="47" y="1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66" name="Freeform 1769">
                <a:extLst>
                  <a:ext uri="{FF2B5EF4-FFF2-40B4-BE49-F238E27FC236}">
                    <a16:creationId xmlns:a16="http://schemas.microsoft.com/office/drawing/2014/main" id="{E1BCD32C-89B8-4215-8536-391D71D23E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75" y="1831"/>
                <a:ext cx="13" cy="21"/>
              </a:xfrm>
              <a:custGeom>
                <a:avLst/>
                <a:gdLst>
                  <a:gd name="T0" fmla="*/ 0 w 19"/>
                  <a:gd name="T1" fmla="*/ 10 h 32"/>
                  <a:gd name="T2" fmla="*/ 16 w 19"/>
                  <a:gd name="T3" fmla="*/ 32 h 32"/>
                  <a:gd name="T4" fmla="*/ 13 w 19"/>
                  <a:gd name="T5" fmla="*/ 10 h 32"/>
                  <a:gd name="T6" fmla="*/ 0 w 19"/>
                  <a:gd name="T7" fmla="*/ 1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32">
                    <a:moveTo>
                      <a:pt x="0" y="10"/>
                    </a:move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9" y="20"/>
                      <a:pt x="13" y="10"/>
                    </a:cubicBezTo>
                    <a:cubicBezTo>
                      <a:pt x="7" y="0"/>
                      <a:pt x="0" y="10"/>
                      <a:pt x="0" y="10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67" name="Freeform 1770">
                <a:extLst>
                  <a:ext uri="{FF2B5EF4-FFF2-40B4-BE49-F238E27FC236}">
                    <a16:creationId xmlns:a16="http://schemas.microsoft.com/office/drawing/2014/main" id="{8100FACD-506C-48A9-94F7-DB129F21E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0" y="1823"/>
                <a:ext cx="33" cy="46"/>
              </a:xfrm>
              <a:custGeom>
                <a:avLst/>
                <a:gdLst>
                  <a:gd name="T0" fmla="*/ 33 w 33"/>
                  <a:gd name="T1" fmla="*/ 6 h 46"/>
                  <a:gd name="T2" fmla="*/ 26 w 33"/>
                  <a:gd name="T3" fmla="*/ 12 h 46"/>
                  <a:gd name="T4" fmla="*/ 14 w 33"/>
                  <a:gd name="T5" fmla="*/ 31 h 46"/>
                  <a:gd name="T6" fmla="*/ 11 w 33"/>
                  <a:gd name="T7" fmla="*/ 46 h 46"/>
                  <a:gd name="T8" fmla="*/ 3 w 33"/>
                  <a:gd name="T9" fmla="*/ 38 h 46"/>
                  <a:gd name="T10" fmla="*/ 0 w 33"/>
                  <a:gd name="T11" fmla="*/ 20 h 46"/>
                  <a:gd name="T12" fmla="*/ 12 w 33"/>
                  <a:gd name="T13" fmla="*/ 3 h 46"/>
                  <a:gd name="T14" fmla="*/ 29 w 33"/>
                  <a:gd name="T15" fmla="*/ 0 h 46"/>
                  <a:gd name="T16" fmla="*/ 33 w 33"/>
                  <a:gd name="T17" fmla="*/ 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3" h="46">
                    <a:moveTo>
                      <a:pt x="33" y="6"/>
                    </a:moveTo>
                    <a:lnTo>
                      <a:pt x="26" y="12"/>
                    </a:lnTo>
                    <a:lnTo>
                      <a:pt x="14" y="31"/>
                    </a:lnTo>
                    <a:lnTo>
                      <a:pt x="11" y="46"/>
                    </a:lnTo>
                    <a:lnTo>
                      <a:pt x="3" y="38"/>
                    </a:lnTo>
                    <a:lnTo>
                      <a:pt x="0" y="20"/>
                    </a:lnTo>
                    <a:lnTo>
                      <a:pt x="12" y="3"/>
                    </a:lnTo>
                    <a:lnTo>
                      <a:pt x="29" y="0"/>
                    </a:lnTo>
                    <a:lnTo>
                      <a:pt x="33" y="6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68" name="Freeform 1771">
                <a:extLst>
                  <a:ext uri="{FF2B5EF4-FFF2-40B4-BE49-F238E27FC236}">
                    <a16:creationId xmlns:a16="http://schemas.microsoft.com/office/drawing/2014/main" id="{7E2EBEA1-F261-41E5-BF7F-DAFE67E883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9" y="1857"/>
                <a:ext cx="10" cy="12"/>
              </a:xfrm>
              <a:custGeom>
                <a:avLst/>
                <a:gdLst>
                  <a:gd name="T0" fmla="*/ 1 w 15"/>
                  <a:gd name="T1" fmla="*/ 11 h 18"/>
                  <a:gd name="T2" fmla="*/ 10 w 15"/>
                  <a:gd name="T3" fmla="*/ 17 h 18"/>
                  <a:gd name="T4" fmla="*/ 13 w 15"/>
                  <a:gd name="T5" fmla="*/ 7 h 18"/>
                  <a:gd name="T6" fmla="*/ 4 w 15"/>
                  <a:gd name="T7" fmla="*/ 1 h 18"/>
                  <a:gd name="T8" fmla="*/ 1 w 15"/>
                  <a:gd name="T9" fmla="*/ 11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18">
                    <a:moveTo>
                      <a:pt x="1" y="11"/>
                    </a:moveTo>
                    <a:cubicBezTo>
                      <a:pt x="3" y="15"/>
                      <a:pt x="7" y="18"/>
                      <a:pt x="10" y="17"/>
                    </a:cubicBezTo>
                    <a:cubicBezTo>
                      <a:pt x="13" y="16"/>
                      <a:pt x="15" y="11"/>
                      <a:pt x="13" y="7"/>
                    </a:cubicBezTo>
                    <a:cubicBezTo>
                      <a:pt x="12" y="2"/>
                      <a:pt x="8" y="0"/>
                      <a:pt x="4" y="1"/>
                    </a:cubicBezTo>
                    <a:cubicBezTo>
                      <a:pt x="1" y="2"/>
                      <a:pt x="0" y="6"/>
                      <a:pt x="1" y="11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69" name="Freeform 1772">
                <a:extLst>
                  <a:ext uri="{FF2B5EF4-FFF2-40B4-BE49-F238E27FC236}">
                    <a16:creationId xmlns:a16="http://schemas.microsoft.com/office/drawing/2014/main" id="{CD0799A6-C172-44E9-9E09-8885392E88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1" y="1860"/>
                <a:ext cx="5" cy="3"/>
              </a:xfrm>
              <a:custGeom>
                <a:avLst/>
                <a:gdLst>
                  <a:gd name="T0" fmla="*/ 6 w 6"/>
                  <a:gd name="T1" fmla="*/ 4 h 4"/>
                  <a:gd name="T2" fmla="*/ 2 w 6"/>
                  <a:gd name="T3" fmla="*/ 0 h 4"/>
                  <a:gd name="T4" fmla="*/ 0 w 6"/>
                  <a:gd name="T5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4">
                    <a:moveTo>
                      <a:pt x="6" y="4"/>
                    </a:moveTo>
                    <a:cubicBezTo>
                      <a:pt x="5" y="1"/>
                      <a:pt x="3" y="0"/>
                      <a:pt x="2" y="0"/>
                    </a:cubicBezTo>
                    <a:cubicBezTo>
                      <a:pt x="1" y="1"/>
                      <a:pt x="1" y="1"/>
                      <a:pt x="0" y="2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70" name="Freeform 1773">
                <a:extLst>
                  <a:ext uri="{FF2B5EF4-FFF2-40B4-BE49-F238E27FC236}">
                    <a16:creationId xmlns:a16="http://schemas.microsoft.com/office/drawing/2014/main" id="{44BFD5DA-108F-4896-A2C7-D72A806992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8" y="1866"/>
                <a:ext cx="6" cy="11"/>
              </a:xfrm>
              <a:custGeom>
                <a:avLst/>
                <a:gdLst>
                  <a:gd name="T0" fmla="*/ 6 w 9"/>
                  <a:gd name="T1" fmla="*/ 3 h 16"/>
                  <a:gd name="T2" fmla="*/ 9 w 9"/>
                  <a:gd name="T3" fmla="*/ 5 h 16"/>
                  <a:gd name="T4" fmla="*/ 5 w 9"/>
                  <a:gd name="T5" fmla="*/ 15 h 16"/>
                  <a:gd name="T6" fmla="*/ 1 w 9"/>
                  <a:gd name="T7" fmla="*/ 10 h 16"/>
                  <a:gd name="T8" fmla="*/ 3 w 9"/>
                  <a:gd name="T9" fmla="*/ 0 h 16"/>
                  <a:gd name="T10" fmla="*/ 6 w 9"/>
                  <a:gd name="T11" fmla="*/ 3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6">
                    <a:moveTo>
                      <a:pt x="6" y="3"/>
                    </a:moveTo>
                    <a:cubicBezTo>
                      <a:pt x="9" y="5"/>
                      <a:pt x="9" y="5"/>
                      <a:pt x="9" y="5"/>
                    </a:cubicBezTo>
                    <a:cubicBezTo>
                      <a:pt x="9" y="5"/>
                      <a:pt x="9" y="14"/>
                      <a:pt x="5" y="15"/>
                    </a:cubicBezTo>
                    <a:cubicBezTo>
                      <a:pt x="0" y="16"/>
                      <a:pt x="1" y="10"/>
                      <a:pt x="1" y="10"/>
                    </a:cubicBezTo>
                    <a:cubicBezTo>
                      <a:pt x="3" y="0"/>
                      <a:pt x="3" y="0"/>
                      <a:pt x="3" y="0"/>
                    </a:cubicBezTo>
                    <a:lnTo>
                      <a:pt x="6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71" name="Freeform 1774">
                <a:extLst>
                  <a:ext uri="{FF2B5EF4-FFF2-40B4-BE49-F238E27FC236}">
                    <a16:creationId xmlns:a16="http://schemas.microsoft.com/office/drawing/2014/main" id="{8CE22FB5-36D4-420E-BCA2-83D775B86D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9" y="1829"/>
                <a:ext cx="20" cy="5"/>
              </a:xfrm>
              <a:custGeom>
                <a:avLst/>
                <a:gdLst>
                  <a:gd name="T0" fmla="*/ 30 w 30"/>
                  <a:gd name="T1" fmla="*/ 7 h 7"/>
                  <a:gd name="T2" fmla="*/ 21 w 30"/>
                  <a:gd name="T3" fmla="*/ 3 h 7"/>
                  <a:gd name="T4" fmla="*/ 0 w 30"/>
                  <a:gd name="T5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0" h="7">
                    <a:moveTo>
                      <a:pt x="30" y="7"/>
                    </a:moveTo>
                    <a:cubicBezTo>
                      <a:pt x="30" y="7"/>
                      <a:pt x="26" y="4"/>
                      <a:pt x="21" y="3"/>
                    </a:cubicBezTo>
                    <a:cubicBezTo>
                      <a:pt x="14" y="0"/>
                      <a:pt x="4" y="5"/>
                      <a:pt x="0" y="5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72" name="Freeform 1775">
                <a:extLst>
                  <a:ext uri="{FF2B5EF4-FFF2-40B4-BE49-F238E27FC236}">
                    <a16:creationId xmlns:a16="http://schemas.microsoft.com/office/drawing/2014/main" id="{010A7C69-7429-4F47-A166-F91A676112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0" y="1830"/>
                <a:ext cx="13" cy="17"/>
              </a:xfrm>
              <a:custGeom>
                <a:avLst/>
                <a:gdLst>
                  <a:gd name="T0" fmla="*/ 19 w 19"/>
                  <a:gd name="T1" fmla="*/ 0 h 25"/>
                  <a:gd name="T2" fmla="*/ 0 w 19"/>
                  <a:gd name="T3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" h="25">
                    <a:moveTo>
                      <a:pt x="19" y="0"/>
                    </a:moveTo>
                    <a:cubicBezTo>
                      <a:pt x="19" y="0"/>
                      <a:pt x="3" y="12"/>
                      <a:pt x="0" y="25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73" name="Freeform 1776">
                <a:extLst>
                  <a:ext uri="{FF2B5EF4-FFF2-40B4-BE49-F238E27FC236}">
                    <a16:creationId xmlns:a16="http://schemas.microsoft.com/office/drawing/2014/main" id="{CE58C653-5588-4842-941F-F05E33BA7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0" y="2177"/>
                <a:ext cx="108" cy="51"/>
              </a:xfrm>
              <a:custGeom>
                <a:avLst/>
                <a:gdLst>
                  <a:gd name="T0" fmla="*/ 108 w 108"/>
                  <a:gd name="T1" fmla="*/ 0 h 51"/>
                  <a:gd name="T2" fmla="*/ 105 w 108"/>
                  <a:gd name="T3" fmla="*/ 51 h 51"/>
                  <a:gd name="T4" fmla="*/ 0 w 108"/>
                  <a:gd name="T5" fmla="*/ 46 h 51"/>
                  <a:gd name="T6" fmla="*/ 108 w 108"/>
                  <a:gd name="T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8" h="51">
                    <a:moveTo>
                      <a:pt x="108" y="0"/>
                    </a:moveTo>
                    <a:lnTo>
                      <a:pt x="105" y="51"/>
                    </a:lnTo>
                    <a:lnTo>
                      <a:pt x="0" y="46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74" name="Freeform 1777">
                <a:extLst>
                  <a:ext uri="{FF2B5EF4-FFF2-40B4-BE49-F238E27FC236}">
                    <a16:creationId xmlns:a16="http://schemas.microsoft.com/office/drawing/2014/main" id="{806CB491-AC63-4859-844B-5B79D02A2B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9" y="2035"/>
                <a:ext cx="23" cy="17"/>
              </a:xfrm>
              <a:custGeom>
                <a:avLst/>
                <a:gdLst>
                  <a:gd name="T0" fmla="*/ 23 w 23"/>
                  <a:gd name="T1" fmla="*/ 7 h 17"/>
                  <a:gd name="T2" fmla="*/ 3 w 23"/>
                  <a:gd name="T3" fmla="*/ 17 h 17"/>
                  <a:gd name="T4" fmla="*/ 0 w 23"/>
                  <a:gd name="T5" fmla="*/ 10 h 17"/>
                  <a:gd name="T6" fmla="*/ 20 w 23"/>
                  <a:gd name="T7" fmla="*/ 0 h 17"/>
                  <a:gd name="T8" fmla="*/ 23 w 23"/>
                  <a:gd name="T9" fmla="*/ 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17">
                    <a:moveTo>
                      <a:pt x="23" y="7"/>
                    </a:moveTo>
                    <a:lnTo>
                      <a:pt x="3" y="17"/>
                    </a:lnTo>
                    <a:lnTo>
                      <a:pt x="0" y="10"/>
                    </a:lnTo>
                    <a:lnTo>
                      <a:pt x="20" y="0"/>
                    </a:lnTo>
                    <a:lnTo>
                      <a:pt x="23" y="7"/>
                    </a:lnTo>
                    <a:close/>
                  </a:path>
                </a:pathLst>
              </a:custGeom>
              <a:noFill/>
              <a:ln w="1588" cap="rnd">
                <a:solidFill>
                  <a:srgbClr val="FF79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75" name="Freeform 1778">
                <a:extLst>
                  <a:ext uri="{FF2B5EF4-FFF2-40B4-BE49-F238E27FC236}">
                    <a16:creationId xmlns:a16="http://schemas.microsoft.com/office/drawing/2014/main" id="{D8E43B32-F166-4D43-93CA-36B0D30EB5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9" y="2035"/>
                <a:ext cx="20" cy="15"/>
              </a:xfrm>
              <a:custGeom>
                <a:avLst/>
                <a:gdLst>
                  <a:gd name="T0" fmla="*/ 20 w 20"/>
                  <a:gd name="T1" fmla="*/ 0 h 15"/>
                  <a:gd name="T2" fmla="*/ 18 w 20"/>
                  <a:gd name="T3" fmla="*/ 10 h 15"/>
                  <a:gd name="T4" fmla="*/ 11 w 20"/>
                  <a:gd name="T5" fmla="*/ 6 h 15"/>
                  <a:gd name="T6" fmla="*/ 7 w 20"/>
                  <a:gd name="T7" fmla="*/ 15 h 15"/>
                  <a:gd name="T8" fmla="*/ 0 w 20"/>
                  <a:gd name="T9" fmla="*/ 11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15">
                    <a:moveTo>
                      <a:pt x="20" y="0"/>
                    </a:moveTo>
                    <a:lnTo>
                      <a:pt x="18" y="10"/>
                    </a:lnTo>
                    <a:lnTo>
                      <a:pt x="11" y="6"/>
                    </a:lnTo>
                    <a:lnTo>
                      <a:pt x="7" y="15"/>
                    </a:lnTo>
                    <a:lnTo>
                      <a:pt x="0" y="11"/>
                    </a:lnTo>
                  </a:path>
                </a:pathLst>
              </a:custGeom>
              <a:noFill/>
              <a:ln w="1588" cap="rnd">
                <a:solidFill>
                  <a:srgbClr val="FF79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76" name="Oval 1779">
                <a:extLst>
                  <a:ext uri="{FF2B5EF4-FFF2-40B4-BE49-F238E27FC236}">
                    <a16:creationId xmlns:a16="http://schemas.microsoft.com/office/drawing/2014/main" id="{1CB97EBB-6E6F-47E5-851C-0C8A6B19DE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9" y="1893"/>
                <a:ext cx="9" cy="8"/>
              </a:xfrm>
              <a:prstGeom prst="ellipse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77" name="Oval 1780">
                <a:extLst>
                  <a:ext uri="{FF2B5EF4-FFF2-40B4-BE49-F238E27FC236}">
                    <a16:creationId xmlns:a16="http://schemas.microsoft.com/office/drawing/2014/main" id="{6FD514A7-0C6E-4E85-8127-551D65211F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3" y="1889"/>
                <a:ext cx="8" cy="8"/>
              </a:xfrm>
              <a:prstGeom prst="ellipse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78" name="Oval 1781">
                <a:extLst>
                  <a:ext uri="{FF2B5EF4-FFF2-40B4-BE49-F238E27FC236}">
                    <a16:creationId xmlns:a16="http://schemas.microsoft.com/office/drawing/2014/main" id="{680E6E03-EAA8-4954-AA42-0A0BB75F10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7" y="1895"/>
                <a:ext cx="8" cy="9"/>
              </a:xfrm>
              <a:prstGeom prst="ellipse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79" name="Oval 1782">
                <a:extLst>
                  <a:ext uri="{FF2B5EF4-FFF2-40B4-BE49-F238E27FC236}">
                    <a16:creationId xmlns:a16="http://schemas.microsoft.com/office/drawing/2014/main" id="{94C49DF2-CD48-4435-87E7-FE61119826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4" y="1895"/>
                <a:ext cx="9" cy="8"/>
              </a:xfrm>
              <a:prstGeom prst="ellipse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80" name="Oval 1783">
                <a:extLst>
                  <a:ext uri="{FF2B5EF4-FFF2-40B4-BE49-F238E27FC236}">
                    <a16:creationId xmlns:a16="http://schemas.microsoft.com/office/drawing/2014/main" id="{07EAD1CF-5BA0-48BD-A611-A9991BC3A6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72" y="1893"/>
                <a:ext cx="7" cy="7"/>
              </a:xfrm>
              <a:prstGeom prst="ellipse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81" name="Freeform 1784">
                <a:extLst>
                  <a:ext uri="{FF2B5EF4-FFF2-40B4-BE49-F238E27FC236}">
                    <a16:creationId xmlns:a16="http://schemas.microsoft.com/office/drawing/2014/main" id="{9C5A860B-CB0A-4A37-A9D4-7B0A7881C8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4" y="2191"/>
                <a:ext cx="189" cy="22"/>
              </a:xfrm>
              <a:custGeom>
                <a:avLst/>
                <a:gdLst>
                  <a:gd name="T0" fmla="*/ 278 w 278"/>
                  <a:gd name="T1" fmla="*/ 33 h 33"/>
                  <a:gd name="T2" fmla="*/ 232 w 278"/>
                  <a:gd name="T3" fmla="*/ 0 h 33"/>
                  <a:gd name="T4" fmla="*/ 186 w 278"/>
                  <a:gd name="T5" fmla="*/ 33 h 33"/>
                  <a:gd name="T6" fmla="*/ 139 w 278"/>
                  <a:gd name="T7" fmla="*/ 0 h 33"/>
                  <a:gd name="T8" fmla="*/ 93 w 278"/>
                  <a:gd name="T9" fmla="*/ 33 h 33"/>
                  <a:gd name="T10" fmla="*/ 46 w 278"/>
                  <a:gd name="T11" fmla="*/ 0 h 33"/>
                  <a:gd name="T12" fmla="*/ 0 w 278"/>
                  <a:gd name="T13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8" h="33">
                    <a:moveTo>
                      <a:pt x="278" y="33"/>
                    </a:moveTo>
                    <a:cubicBezTo>
                      <a:pt x="255" y="33"/>
                      <a:pt x="255" y="0"/>
                      <a:pt x="232" y="0"/>
                    </a:cubicBezTo>
                    <a:cubicBezTo>
                      <a:pt x="209" y="0"/>
                      <a:pt x="209" y="33"/>
                      <a:pt x="186" y="33"/>
                    </a:cubicBezTo>
                    <a:cubicBezTo>
                      <a:pt x="162" y="33"/>
                      <a:pt x="162" y="0"/>
                      <a:pt x="139" y="0"/>
                    </a:cubicBezTo>
                    <a:cubicBezTo>
                      <a:pt x="116" y="0"/>
                      <a:pt x="116" y="33"/>
                      <a:pt x="93" y="33"/>
                    </a:cubicBezTo>
                    <a:cubicBezTo>
                      <a:pt x="70" y="33"/>
                      <a:pt x="70" y="0"/>
                      <a:pt x="46" y="0"/>
                    </a:cubicBezTo>
                    <a:cubicBezTo>
                      <a:pt x="23" y="0"/>
                      <a:pt x="23" y="33"/>
                      <a:pt x="0" y="33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82" name="Freeform 1785">
                <a:extLst>
                  <a:ext uri="{FF2B5EF4-FFF2-40B4-BE49-F238E27FC236}">
                    <a16:creationId xmlns:a16="http://schemas.microsoft.com/office/drawing/2014/main" id="{93687FCD-C481-45B6-B68C-61C59C95D1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4" y="2170"/>
                <a:ext cx="189" cy="21"/>
              </a:xfrm>
              <a:custGeom>
                <a:avLst/>
                <a:gdLst>
                  <a:gd name="T0" fmla="*/ 278 w 278"/>
                  <a:gd name="T1" fmla="*/ 32 h 32"/>
                  <a:gd name="T2" fmla="*/ 232 w 278"/>
                  <a:gd name="T3" fmla="*/ 0 h 32"/>
                  <a:gd name="T4" fmla="*/ 186 w 278"/>
                  <a:gd name="T5" fmla="*/ 32 h 32"/>
                  <a:gd name="T6" fmla="*/ 139 w 278"/>
                  <a:gd name="T7" fmla="*/ 0 h 32"/>
                  <a:gd name="T8" fmla="*/ 93 w 278"/>
                  <a:gd name="T9" fmla="*/ 32 h 32"/>
                  <a:gd name="T10" fmla="*/ 46 w 278"/>
                  <a:gd name="T11" fmla="*/ 0 h 32"/>
                  <a:gd name="T12" fmla="*/ 0 w 278"/>
                  <a:gd name="T13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8" h="32">
                    <a:moveTo>
                      <a:pt x="278" y="32"/>
                    </a:moveTo>
                    <a:cubicBezTo>
                      <a:pt x="255" y="32"/>
                      <a:pt x="255" y="0"/>
                      <a:pt x="232" y="0"/>
                    </a:cubicBezTo>
                    <a:cubicBezTo>
                      <a:pt x="209" y="0"/>
                      <a:pt x="209" y="32"/>
                      <a:pt x="186" y="32"/>
                    </a:cubicBezTo>
                    <a:cubicBezTo>
                      <a:pt x="162" y="32"/>
                      <a:pt x="162" y="0"/>
                      <a:pt x="139" y="0"/>
                    </a:cubicBezTo>
                    <a:cubicBezTo>
                      <a:pt x="116" y="0"/>
                      <a:pt x="116" y="32"/>
                      <a:pt x="93" y="32"/>
                    </a:cubicBezTo>
                    <a:cubicBezTo>
                      <a:pt x="70" y="32"/>
                      <a:pt x="70" y="0"/>
                      <a:pt x="46" y="0"/>
                    </a:cubicBezTo>
                    <a:cubicBezTo>
                      <a:pt x="23" y="0"/>
                      <a:pt x="23" y="32"/>
                      <a:pt x="0" y="32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83" name="Line 1786">
                <a:extLst>
                  <a:ext uri="{FF2B5EF4-FFF2-40B4-BE49-F238E27FC236}">
                    <a16:creationId xmlns:a16="http://schemas.microsoft.com/office/drawing/2014/main" id="{814AB36E-CCDC-4CCE-AE1A-677ACCC423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06" y="2164"/>
                <a:ext cx="2" cy="63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84" name="Freeform 1787">
                <a:extLst>
                  <a:ext uri="{FF2B5EF4-FFF2-40B4-BE49-F238E27FC236}">
                    <a16:creationId xmlns:a16="http://schemas.microsoft.com/office/drawing/2014/main" id="{96E8EF0A-FE14-47D3-97D9-1B11C6EAD7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0" y="1934"/>
                <a:ext cx="71" cy="80"/>
              </a:xfrm>
              <a:custGeom>
                <a:avLst/>
                <a:gdLst>
                  <a:gd name="T0" fmla="*/ 24 w 71"/>
                  <a:gd name="T1" fmla="*/ 0 h 80"/>
                  <a:gd name="T2" fmla="*/ 71 w 71"/>
                  <a:gd name="T3" fmla="*/ 16 h 80"/>
                  <a:gd name="T4" fmla="*/ 48 w 71"/>
                  <a:gd name="T5" fmla="*/ 80 h 80"/>
                  <a:gd name="T6" fmla="*/ 0 w 71"/>
                  <a:gd name="T7" fmla="*/ 64 h 80"/>
                  <a:gd name="T8" fmla="*/ 24 w 71"/>
                  <a:gd name="T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80">
                    <a:moveTo>
                      <a:pt x="24" y="0"/>
                    </a:moveTo>
                    <a:lnTo>
                      <a:pt x="71" y="16"/>
                    </a:lnTo>
                    <a:lnTo>
                      <a:pt x="48" y="80"/>
                    </a:lnTo>
                    <a:lnTo>
                      <a:pt x="0" y="64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85" name="Freeform 1788">
                <a:extLst>
                  <a:ext uri="{FF2B5EF4-FFF2-40B4-BE49-F238E27FC236}">
                    <a16:creationId xmlns:a16="http://schemas.microsoft.com/office/drawing/2014/main" id="{0A4D7873-3D1F-4EB0-B0F4-D98930D481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8" y="1948"/>
                <a:ext cx="63" cy="55"/>
              </a:xfrm>
              <a:custGeom>
                <a:avLst/>
                <a:gdLst>
                  <a:gd name="T0" fmla="*/ 0 w 63"/>
                  <a:gd name="T1" fmla="*/ 21 h 55"/>
                  <a:gd name="T2" fmla="*/ 56 w 63"/>
                  <a:gd name="T3" fmla="*/ 55 h 55"/>
                  <a:gd name="T4" fmla="*/ 63 w 63"/>
                  <a:gd name="T5" fmla="*/ 38 h 55"/>
                  <a:gd name="T6" fmla="*/ 19 w 63"/>
                  <a:gd name="T7" fmla="*/ 0 h 55"/>
                  <a:gd name="T8" fmla="*/ 0 w 63"/>
                  <a:gd name="T9" fmla="*/ 21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55">
                    <a:moveTo>
                      <a:pt x="0" y="21"/>
                    </a:moveTo>
                    <a:lnTo>
                      <a:pt x="56" y="55"/>
                    </a:lnTo>
                    <a:lnTo>
                      <a:pt x="63" y="38"/>
                    </a:lnTo>
                    <a:lnTo>
                      <a:pt x="19" y="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86" name="Freeform 1789">
                <a:extLst>
                  <a:ext uri="{FF2B5EF4-FFF2-40B4-BE49-F238E27FC236}">
                    <a16:creationId xmlns:a16="http://schemas.microsoft.com/office/drawing/2014/main" id="{84AEC00B-8DD4-45CE-8B0E-442F470247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3" y="1980"/>
                <a:ext cx="16" cy="11"/>
              </a:xfrm>
              <a:custGeom>
                <a:avLst/>
                <a:gdLst>
                  <a:gd name="T0" fmla="*/ 0 w 23"/>
                  <a:gd name="T1" fmla="*/ 2 h 16"/>
                  <a:gd name="T2" fmla="*/ 17 w 23"/>
                  <a:gd name="T3" fmla="*/ 5 h 16"/>
                  <a:gd name="T4" fmla="*/ 23 w 23"/>
                  <a:gd name="T5" fmla="*/ 13 h 16"/>
                  <a:gd name="T6" fmla="*/ 20 w 23"/>
                  <a:gd name="T7" fmla="*/ 16 h 16"/>
                  <a:gd name="T8" fmla="*/ 3 w 23"/>
                  <a:gd name="T9" fmla="*/ 1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16">
                    <a:moveTo>
                      <a:pt x="0" y="2"/>
                    </a:moveTo>
                    <a:cubicBezTo>
                      <a:pt x="0" y="2"/>
                      <a:pt x="12" y="0"/>
                      <a:pt x="17" y="5"/>
                    </a:cubicBezTo>
                    <a:cubicBezTo>
                      <a:pt x="22" y="9"/>
                      <a:pt x="23" y="13"/>
                      <a:pt x="23" y="13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3" y="11"/>
                      <a:pt x="3" y="11"/>
                      <a:pt x="3" y="11"/>
                    </a:cubicBezTo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87" name="Freeform 1790">
                <a:extLst>
                  <a:ext uri="{FF2B5EF4-FFF2-40B4-BE49-F238E27FC236}">
                    <a16:creationId xmlns:a16="http://schemas.microsoft.com/office/drawing/2014/main" id="{97D59AB2-A428-4D8F-83B9-A885EE5CA5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6" y="1986"/>
                <a:ext cx="26" cy="24"/>
              </a:xfrm>
              <a:custGeom>
                <a:avLst/>
                <a:gdLst>
                  <a:gd name="T0" fmla="*/ 0 w 38"/>
                  <a:gd name="T1" fmla="*/ 16 h 35"/>
                  <a:gd name="T2" fmla="*/ 4 w 38"/>
                  <a:gd name="T3" fmla="*/ 23 h 35"/>
                  <a:gd name="T4" fmla="*/ 25 w 38"/>
                  <a:gd name="T5" fmla="*/ 35 h 35"/>
                  <a:gd name="T6" fmla="*/ 34 w 38"/>
                  <a:gd name="T7" fmla="*/ 21 h 35"/>
                  <a:gd name="T8" fmla="*/ 37 w 38"/>
                  <a:gd name="T9" fmla="*/ 11 h 35"/>
                  <a:gd name="T10" fmla="*/ 27 w 38"/>
                  <a:gd name="T11" fmla="*/ 2 h 35"/>
                  <a:gd name="T12" fmla="*/ 13 w 38"/>
                  <a:gd name="T13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35">
                    <a:moveTo>
                      <a:pt x="0" y="16"/>
                    </a:moveTo>
                    <a:cubicBezTo>
                      <a:pt x="0" y="16"/>
                      <a:pt x="1" y="18"/>
                      <a:pt x="4" y="23"/>
                    </a:cubicBezTo>
                    <a:cubicBezTo>
                      <a:pt x="7" y="29"/>
                      <a:pt x="22" y="35"/>
                      <a:pt x="25" y="35"/>
                    </a:cubicBezTo>
                    <a:cubicBezTo>
                      <a:pt x="28" y="34"/>
                      <a:pt x="31" y="28"/>
                      <a:pt x="34" y="21"/>
                    </a:cubicBezTo>
                    <a:cubicBezTo>
                      <a:pt x="36" y="17"/>
                      <a:pt x="38" y="14"/>
                      <a:pt x="37" y="11"/>
                    </a:cubicBezTo>
                    <a:cubicBezTo>
                      <a:pt x="37" y="8"/>
                      <a:pt x="27" y="2"/>
                      <a:pt x="27" y="2"/>
                    </a:cubicBezTo>
                    <a:cubicBezTo>
                      <a:pt x="13" y="0"/>
                      <a:pt x="13" y="0"/>
                      <a:pt x="13" y="0"/>
                    </a:cubicBezTo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88" name="Rectangle 1791">
                <a:extLst>
                  <a:ext uri="{FF2B5EF4-FFF2-40B4-BE49-F238E27FC236}">
                    <a16:creationId xmlns:a16="http://schemas.microsoft.com/office/drawing/2014/main" id="{6EFD4826-9FA3-45D0-9BA3-6B02B0633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35" y="1918"/>
                <a:ext cx="20" cy="7"/>
              </a:xfrm>
              <a:prstGeom prst="rect">
                <a:avLst/>
              </a:pr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89" name="Freeform 1792">
                <a:extLst>
                  <a:ext uri="{FF2B5EF4-FFF2-40B4-BE49-F238E27FC236}">
                    <a16:creationId xmlns:a16="http://schemas.microsoft.com/office/drawing/2014/main" id="{A11864BB-CCA2-4163-AC46-9F4D05DE84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9" y="1973"/>
                <a:ext cx="32" cy="0"/>
              </a:xfrm>
              <a:custGeom>
                <a:avLst/>
                <a:gdLst>
                  <a:gd name="T0" fmla="*/ 0 w 32"/>
                  <a:gd name="T1" fmla="*/ 32 w 32"/>
                  <a:gd name="T2" fmla="*/ 0 w 3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2">
                    <a:moveTo>
                      <a:pt x="0" y="0"/>
                    </a:moveTo>
                    <a:lnTo>
                      <a:pt x="3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90" name="Line 1793">
                <a:extLst>
                  <a:ext uri="{FF2B5EF4-FFF2-40B4-BE49-F238E27FC236}">
                    <a16:creationId xmlns:a16="http://schemas.microsoft.com/office/drawing/2014/main" id="{775836E8-8DDA-4822-AF05-7E9028178D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9" y="1973"/>
                <a:ext cx="32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91" name="Freeform 1794">
                <a:extLst>
                  <a:ext uri="{FF2B5EF4-FFF2-40B4-BE49-F238E27FC236}">
                    <a16:creationId xmlns:a16="http://schemas.microsoft.com/office/drawing/2014/main" id="{510FF0A0-1372-428C-A9A9-C203A72C1B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1" y="971"/>
                <a:ext cx="60" cy="60"/>
              </a:xfrm>
              <a:custGeom>
                <a:avLst/>
                <a:gdLst>
                  <a:gd name="T0" fmla="*/ 67 w 88"/>
                  <a:gd name="T1" fmla="*/ 37 h 88"/>
                  <a:gd name="T2" fmla="*/ 88 w 88"/>
                  <a:gd name="T3" fmla="*/ 44 h 88"/>
                  <a:gd name="T4" fmla="*/ 67 w 88"/>
                  <a:gd name="T5" fmla="*/ 51 h 88"/>
                  <a:gd name="T6" fmla="*/ 51 w 88"/>
                  <a:gd name="T7" fmla="*/ 67 h 88"/>
                  <a:gd name="T8" fmla="*/ 44 w 88"/>
                  <a:gd name="T9" fmla="*/ 88 h 88"/>
                  <a:gd name="T10" fmla="*/ 37 w 88"/>
                  <a:gd name="T11" fmla="*/ 67 h 88"/>
                  <a:gd name="T12" fmla="*/ 21 w 88"/>
                  <a:gd name="T13" fmla="*/ 51 h 88"/>
                  <a:gd name="T14" fmla="*/ 0 w 88"/>
                  <a:gd name="T15" fmla="*/ 44 h 88"/>
                  <a:gd name="T16" fmla="*/ 21 w 88"/>
                  <a:gd name="T17" fmla="*/ 37 h 88"/>
                  <a:gd name="T18" fmla="*/ 37 w 88"/>
                  <a:gd name="T19" fmla="*/ 21 h 88"/>
                  <a:gd name="T20" fmla="*/ 44 w 88"/>
                  <a:gd name="T21" fmla="*/ 0 h 88"/>
                  <a:gd name="T22" fmla="*/ 51 w 88"/>
                  <a:gd name="T23" fmla="*/ 21 h 88"/>
                  <a:gd name="T24" fmla="*/ 67 w 88"/>
                  <a:gd name="T25" fmla="*/ 37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8">
                    <a:moveTo>
                      <a:pt x="67" y="37"/>
                    </a:moveTo>
                    <a:cubicBezTo>
                      <a:pt x="88" y="44"/>
                      <a:pt x="88" y="44"/>
                      <a:pt x="88" y="44"/>
                    </a:cubicBezTo>
                    <a:cubicBezTo>
                      <a:pt x="67" y="51"/>
                      <a:pt x="67" y="51"/>
                      <a:pt x="67" y="51"/>
                    </a:cubicBezTo>
                    <a:cubicBezTo>
                      <a:pt x="60" y="53"/>
                      <a:pt x="53" y="59"/>
                      <a:pt x="51" y="67"/>
                    </a:cubicBezTo>
                    <a:cubicBezTo>
                      <a:pt x="44" y="88"/>
                      <a:pt x="44" y="88"/>
                      <a:pt x="44" y="88"/>
                    </a:cubicBezTo>
                    <a:cubicBezTo>
                      <a:pt x="37" y="67"/>
                      <a:pt x="37" y="67"/>
                      <a:pt x="37" y="67"/>
                    </a:cubicBezTo>
                    <a:cubicBezTo>
                      <a:pt x="35" y="59"/>
                      <a:pt x="29" y="53"/>
                      <a:pt x="21" y="51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21" y="37"/>
                      <a:pt x="21" y="37"/>
                      <a:pt x="21" y="37"/>
                    </a:cubicBezTo>
                    <a:cubicBezTo>
                      <a:pt x="29" y="35"/>
                      <a:pt x="35" y="28"/>
                      <a:pt x="37" y="21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51" y="21"/>
                      <a:pt x="51" y="21"/>
                      <a:pt x="51" y="21"/>
                    </a:cubicBezTo>
                    <a:cubicBezTo>
                      <a:pt x="53" y="28"/>
                      <a:pt x="60" y="35"/>
                      <a:pt x="67" y="37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92" name="Freeform 1795">
                <a:extLst>
                  <a:ext uri="{FF2B5EF4-FFF2-40B4-BE49-F238E27FC236}">
                    <a16:creationId xmlns:a16="http://schemas.microsoft.com/office/drawing/2014/main" id="{9950F4AE-4C65-45FD-A1A1-1A6608CF86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3" y="705"/>
                <a:ext cx="59" cy="60"/>
              </a:xfrm>
              <a:custGeom>
                <a:avLst/>
                <a:gdLst>
                  <a:gd name="T0" fmla="*/ 67 w 87"/>
                  <a:gd name="T1" fmla="*/ 37 h 88"/>
                  <a:gd name="T2" fmla="*/ 87 w 87"/>
                  <a:gd name="T3" fmla="*/ 44 h 88"/>
                  <a:gd name="T4" fmla="*/ 67 w 87"/>
                  <a:gd name="T5" fmla="*/ 51 h 88"/>
                  <a:gd name="T6" fmla="*/ 50 w 87"/>
                  <a:gd name="T7" fmla="*/ 67 h 88"/>
                  <a:gd name="T8" fmla="*/ 43 w 87"/>
                  <a:gd name="T9" fmla="*/ 88 h 88"/>
                  <a:gd name="T10" fmla="*/ 37 w 87"/>
                  <a:gd name="T11" fmla="*/ 67 h 88"/>
                  <a:gd name="T12" fmla="*/ 20 w 87"/>
                  <a:gd name="T13" fmla="*/ 51 h 88"/>
                  <a:gd name="T14" fmla="*/ 0 w 87"/>
                  <a:gd name="T15" fmla="*/ 44 h 88"/>
                  <a:gd name="T16" fmla="*/ 20 w 87"/>
                  <a:gd name="T17" fmla="*/ 37 h 88"/>
                  <a:gd name="T18" fmla="*/ 37 w 87"/>
                  <a:gd name="T19" fmla="*/ 21 h 88"/>
                  <a:gd name="T20" fmla="*/ 43 w 87"/>
                  <a:gd name="T21" fmla="*/ 0 h 88"/>
                  <a:gd name="T22" fmla="*/ 50 w 87"/>
                  <a:gd name="T23" fmla="*/ 21 h 88"/>
                  <a:gd name="T24" fmla="*/ 67 w 87"/>
                  <a:gd name="T25" fmla="*/ 37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7" h="88">
                    <a:moveTo>
                      <a:pt x="67" y="37"/>
                    </a:moveTo>
                    <a:cubicBezTo>
                      <a:pt x="87" y="44"/>
                      <a:pt x="87" y="44"/>
                      <a:pt x="87" y="44"/>
                    </a:cubicBezTo>
                    <a:cubicBezTo>
                      <a:pt x="67" y="51"/>
                      <a:pt x="67" y="51"/>
                      <a:pt x="67" y="51"/>
                    </a:cubicBezTo>
                    <a:cubicBezTo>
                      <a:pt x="59" y="53"/>
                      <a:pt x="53" y="59"/>
                      <a:pt x="50" y="67"/>
                    </a:cubicBezTo>
                    <a:cubicBezTo>
                      <a:pt x="43" y="88"/>
                      <a:pt x="43" y="88"/>
                      <a:pt x="43" y="88"/>
                    </a:cubicBezTo>
                    <a:cubicBezTo>
                      <a:pt x="37" y="67"/>
                      <a:pt x="37" y="67"/>
                      <a:pt x="37" y="67"/>
                    </a:cubicBezTo>
                    <a:cubicBezTo>
                      <a:pt x="34" y="59"/>
                      <a:pt x="28" y="53"/>
                      <a:pt x="20" y="51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8" y="35"/>
                      <a:pt x="34" y="29"/>
                      <a:pt x="37" y="21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50" y="21"/>
                      <a:pt x="50" y="21"/>
                      <a:pt x="50" y="21"/>
                    </a:cubicBezTo>
                    <a:cubicBezTo>
                      <a:pt x="53" y="29"/>
                      <a:pt x="59" y="35"/>
                      <a:pt x="67" y="37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93" name="Freeform 1796">
                <a:extLst>
                  <a:ext uri="{FF2B5EF4-FFF2-40B4-BE49-F238E27FC236}">
                    <a16:creationId xmlns:a16="http://schemas.microsoft.com/office/drawing/2014/main" id="{D60BD480-39EA-4995-A002-0B0DDA016F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0" y="811"/>
                <a:ext cx="34" cy="34"/>
              </a:xfrm>
              <a:custGeom>
                <a:avLst/>
                <a:gdLst>
                  <a:gd name="T0" fmla="*/ 38 w 50"/>
                  <a:gd name="T1" fmla="*/ 21 h 50"/>
                  <a:gd name="T2" fmla="*/ 50 w 50"/>
                  <a:gd name="T3" fmla="*/ 25 h 50"/>
                  <a:gd name="T4" fmla="*/ 38 w 50"/>
                  <a:gd name="T5" fmla="*/ 29 h 50"/>
                  <a:gd name="T6" fmla="*/ 29 w 50"/>
                  <a:gd name="T7" fmla="*/ 38 h 50"/>
                  <a:gd name="T8" fmla="*/ 25 w 50"/>
                  <a:gd name="T9" fmla="*/ 50 h 50"/>
                  <a:gd name="T10" fmla="*/ 21 w 50"/>
                  <a:gd name="T11" fmla="*/ 38 h 50"/>
                  <a:gd name="T12" fmla="*/ 11 w 50"/>
                  <a:gd name="T13" fmla="*/ 29 h 50"/>
                  <a:gd name="T14" fmla="*/ 0 w 50"/>
                  <a:gd name="T15" fmla="*/ 25 h 50"/>
                  <a:gd name="T16" fmla="*/ 11 w 50"/>
                  <a:gd name="T17" fmla="*/ 21 h 50"/>
                  <a:gd name="T18" fmla="*/ 21 w 50"/>
                  <a:gd name="T19" fmla="*/ 11 h 50"/>
                  <a:gd name="T20" fmla="*/ 25 w 50"/>
                  <a:gd name="T21" fmla="*/ 0 h 50"/>
                  <a:gd name="T22" fmla="*/ 29 w 50"/>
                  <a:gd name="T23" fmla="*/ 11 h 50"/>
                  <a:gd name="T24" fmla="*/ 38 w 50"/>
                  <a:gd name="T25" fmla="*/ 21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50">
                    <a:moveTo>
                      <a:pt x="38" y="21"/>
                    </a:moveTo>
                    <a:cubicBezTo>
                      <a:pt x="50" y="25"/>
                      <a:pt x="50" y="25"/>
                      <a:pt x="50" y="25"/>
                    </a:cubicBezTo>
                    <a:cubicBezTo>
                      <a:pt x="38" y="29"/>
                      <a:pt x="38" y="29"/>
                      <a:pt x="38" y="29"/>
                    </a:cubicBezTo>
                    <a:cubicBezTo>
                      <a:pt x="34" y="30"/>
                      <a:pt x="30" y="34"/>
                      <a:pt x="29" y="38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1" y="38"/>
                      <a:pt x="21" y="38"/>
                      <a:pt x="21" y="38"/>
                    </a:cubicBezTo>
                    <a:cubicBezTo>
                      <a:pt x="19" y="34"/>
                      <a:pt x="16" y="30"/>
                      <a:pt x="11" y="29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6" y="19"/>
                      <a:pt x="19" y="16"/>
                      <a:pt x="21" y="11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9" y="11"/>
                      <a:pt x="29" y="11"/>
                      <a:pt x="29" y="11"/>
                    </a:cubicBezTo>
                    <a:cubicBezTo>
                      <a:pt x="30" y="16"/>
                      <a:pt x="34" y="19"/>
                      <a:pt x="38" y="21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94" name="Freeform 1797">
                <a:extLst>
                  <a:ext uri="{FF2B5EF4-FFF2-40B4-BE49-F238E27FC236}">
                    <a16:creationId xmlns:a16="http://schemas.microsoft.com/office/drawing/2014/main" id="{296EAADB-9592-4A6F-B06E-275BA9697E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7" y="1232"/>
                <a:ext cx="620" cy="1123"/>
              </a:xfrm>
              <a:custGeom>
                <a:avLst/>
                <a:gdLst>
                  <a:gd name="T0" fmla="*/ 482 w 911"/>
                  <a:gd name="T1" fmla="*/ 1649 h 1649"/>
                  <a:gd name="T2" fmla="*/ 464 w 911"/>
                  <a:gd name="T3" fmla="*/ 437 h 1649"/>
                  <a:gd name="T4" fmla="*/ 487 w 911"/>
                  <a:gd name="T5" fmla="*/ 399 h 1649"/>
                  <a:gd name="T6" fmla="*/ 750 w 911"/>
                  <a:gd name="T7" fmla="*/ 511 h 1649"/>
                  <a:gd name="T8" fmla="*/ 626 w 911"/>
                  <a:gd name="T9" fmla="*/ 391 h 1649"/>
                  <a:gd name="T10" fmla="*/ 911 w 911"/>
                  <a:gd name="T11" fmla="*/ 411 h 1649"/>
                  <a:gd name="T12" fmla="*/ 645 w 911"/>
                  <a:gd name="T13" fmla="*/ 317 h 1649"/>
                  <a:gd name="T14" fmla="*/ 608 w 911"/>
                  <a:gd name="T15" fmla="*/ 321 h 1649"/>
                  <a:gd name="T16" fmla="*/ 869 w 911"/>
                  <a:gd name="T17" fmla="*/ 206 h 1649"/>
                  <a:gd name="T18" fmla="*/ 622 w 911"/>
                  <a:gd name="T19" fmla="*/ 246 h 1649"/>
                  <a:gd name="T20" fmla="*/ 557 w 911"/>
                  <a:gd name="T21" fmla="*/ 286 h 1649"/>
                  <a:gd name="T22" fmla="*/ 758 w 911"/>
                  <a:gd name="T23" fmla="*/ 95 h 1649"/>
                  <a:gd name="T24" fmla="*/ 557 w 911"/>
                  <a:gd name="T25" fmla="*/ 187 h 1649"/>
                  <a:gd name="T26" fmla="*/ 510 w 911"/>
                  <a:gd name="T27" fmla="*/ 242 h 1649"/>
                  <a:gd name="T28" fmla="*/ 605 w 911"/>
                  <a:gd name="T29" fmla="*/ 28 h 1649"/>
                  <a:gd name="T30" fmla="*/ 476 w 911"/>
                  <a:gd name="T31" fmla="*/ 155 h 1649"/>
                  <a:gd name="T32" fmla="*/ 437 w 911"/>
                  <a:gd name="T33" fmla="*/ 0 h 1649"/>
                  <a:gd name="T34" fmla="*/ 400 w 911"/>
                  <a:gd name="T35" fmla="*/ 170 h 1649"/>
                  <a:gd name="T36" fmla="*/ 400 w 911"/>
                  <a:gd name="T37" fmla="*/ 169 h 1649"/>
                  <a:gd name="T38" fmla="*/ 266 w 911"/>
                  <a:gd name="T39" fmla="*/ 28 h 1649"/>
                  <a:gd name="T40" fmla="*/ 362 w 911"/>
                  <a:gd name="T41" fmla="*/ 242 h 1649"/>
                  <a:gd name="T42" fmla="*/ 314 w 911"/>
                  <a:gd name="T43" fmla="*/ 187 h 1649"/>
                  <a:gd name="T44" fmla="*/ 113 w 911"/>
                  <a:gd name="T45" fmla="*/ 95 h 1649"/>
                  <a:gd name="T46" fmla="*/ 315 w 911"/>
                  <a:gd name="T47" fmla="*/ 286 h 1649"/>
                  <a:gd name="T48" fmla="*/ 249 w 911"/>
                  <a:gd name="T49" fmla="*/ 246 h 1649"/>
                  <a:gd name="T50" fmla="*/ 6 w 911"/>
                  <a:gd name="T51" fmla="*/ 211 h 1649"/>
                  <a:gd name="T52" fmla="*/ 263 w 911"/>
                  <a:gd name="T53" fmla="*/ 321 h 1649"/>
                  <a:gd name="T54" fmla="*/ 226 w 911"/>
                  <a:gd name="T55" fmla="*/ 317 h 1649"/>
                  <a:gd name="T56" fmla="*/ 0 w 911"/>
                  <a:gd name="T57" fmla="*/ 402 h 1649"/>
                  <a:gd name="T58" fmla="*/ 245 w 911"/>
                  <a:gd name="T59" fmla="*/ 391 h 1649"/>
                  <a:gd name="T60" fmla="*/ 121 w 911"/>
                  <a:gd name="T61" fmla="*/ 511 h 1649"/>
                  <a:gd name="T62" fmla="*/ 391 w 911"/>
                  <a:gd name="T63" fmla="*/ 396 h 1649"/>
                  <a:gd name="T64" fmla="*/ 391 w 911"/>
                  <a:gd name="T65" fmla="*/ 396 h 1649"/>
                  <a:gd name="T66" fmla="*/ 411 w 911"/>
                  <a:gd name="T67" fmla="*/ 436 h 1649"/>
                  <a:gd name="T68" fmla="*/ 393 w 911"/>
                  <a:gd name="T69" fmla="*/ 1649 h 16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11" h="1649">
                    <a:moveTo>
                      <a:pt x="482" y="1649"/>
                    </a:moveTo>
                    <a:cubicBezTo>
                      <a:pt x="464" y="437"/>
                      <a:pt x="464" y="437"/>
                      <a:pt x="464" y="437"/>
                    </a:cubicBezTo>
                    <a:cubicBezTo>
                      <a:pt x="477" y="429"/>
                      <a:pt x="486" y="415"/>
                      <a:pt x="487" y="399"/>
                    </a:cubicBezTo>
                    <a:cubicBezTo>
                      <a:pt x="750" y="511"/>
                      <a:pt x="750" y="511"/>
                      <a:pt x="750" y="511"/>
                    </a:cubicBezTo>
                    <a:cubicBezTo>
                      <a:pt x="750" y="511"/>
                      <a:pt x="746" y="432"/>
                      <a:pt x="626" y="391"/>
                    </a:cubicBezTo>
                    <a:cubicBezTo>
                      <a:pt x="911" y="411"/>
                      <a:pt x="911" y="411"/>
                      <a:pt x="911" y="411"/>
                    </a:cubicBezTo>
                    <a:cubicBezTo>
                      <a:pt x="911" y="411"/>
                      <a:pt x="780" y="305"/>
                      <a:pt x="645" y="317"/>
                    </a:cubicBezTo>
                    <a:cubicBezTo>
                      <a:pt x="632" y="318"/>
                      <a:pt x="620" y="320"/>
                      <a:pt x="608" y="321"/>
                    </a:cubicBezTo>
                    <a:cubicBezTo>
                      <a:pt x="869" y="206"/>
                      <a:pt x="869" y="206"/>
                      <a:pt x="869" y="206"/>
                    </a:cubicBezTo>
                    <a:cubicBezTo>
                      <a:pt x="869" y="206"/>
                      <a:pt x="739" y="189"/>
                      <a:pt x="622" y="246"/>
                    </a:cubicBezTo>
                    <a:cubicBezTo>
                      <a:pt x="596" y="259"/>
                      <a:pt x="574" y="272"/>
                      <a:pt x="557" y="286"/>
                    </a:cubicBezTo>
                    <a:cubicBezTo>
                      <a:pt x="758" y="95"/>
                      <a:pt x="758" y="95"/>
                      <a:pt x="758" y="95"/>
                    </a:cubicBezTo>
                    <a:cubicBezTo>
                      <a:pt x="758" y="95"/>
                      <a:pt x="652" y="98"/>
                      <a:pt x="557" y="187"/>
                    </a:cubicBezTo>
                    <a:cubicBezTo>
                      <a:pt x="538" y="205"/>
                      <a:pt x="522" y="223"/>
                      <a:pt x="510" y="242"/>
                    </a:cubicBezTo>
                    <a:cubicBezTo>
                      <a:pt x="605" y="28"/>
                      <a:pt x="605" y="28"/>
                      <a:pt x="605" y="28"/>
                    </a:cubicBezTo>
                    <a:cubicBezTo>
                      <a:pt x="571" y="37"/>
                      <a:pt x="513" y="55"/>
                      <a:pt x="476" y="155"/>
                    </a:cubicBezTo>
                    <a:cubicBezTo>
                      <a:pt x="469" y="65"/>
                      <a:pt x="437" y="0"/>
                      <a:pt x="437" y="0"/>
                    </a:cubicBezTo>
                    <a:cubicBezTo>
                      <a:pt x="437" y="0"/>
                      <a:pt x="405" y="73"/>
                      <a:pt x="400" y="170"/>
                    </a:cubicBezTo>
                    <a:cubicBezTo>
                      <a:pt x="400" y="170"/>
                      <a:pt x="400" y="170"/>
                      <a:pt x="400" y="169"/>
                    </a:cubicBezTo>
                    <a:cubicBezTo>
                      <a:pt x="364" y="57"/>
                      <a:pt x="302" y="37"/>
                      <a:pt x="266" y="28"/>
                    </a:cubicBezTo>
                    <a:cubicBezTo>
                      <a:pt x="362" y="242"/>
                      <a:pt x="362" y="242"/>
                      <a:pt x="362" y="242"/>
                    </a:cubicBezTo>
                    <a:cubicBezTo>
                      <a:pt x="349" y="223"/>
                      <a:pt x="333" y="205"/>
                      <a:pt x="314" y="187"/>
                    </a:cubicBezTo>
                    <a:cubicBezTo>
                      <a:pt x="219" y="98"/>
                      <a:pt x="113" y="95"/>
                      <a:pt x="113" y="95"/>
                    </a:cubicBezTo>
                    <a:cubicBezTo>
                      <a:pt x="315" y="286"/>
                      <a:pt x="315" y="286"/>
                      <a:pt x="315" y="286"/>
                    </a:cubicBezTo>
                    <a:cubicBezTo>
                      <a:pt x="297" y="272"/>
                      <a:pt x="275" y="259"/>
                      <a:pt x="249" y="246"/>
                    </a:cubicBezTo>
                    <a:cubicBezTo>
                      <a:pt x="131" y="189"/>
                      <a:pt x="6" y="211"/>
                      <a:pt x="6" y="211"/>
                    </a:cubicBezTo>
                    <a:cubicBezTo>
                      <a:pt x="263" y="321"/>
                      <a:pt x="263" y="321"/>
                      <a:pt x="263" y="321"/>
                    </a:cubicBezTo>
                    <a:cubicBezTo>
                      <a:pt x="251" y="320"/>
                      <a:pt x="239" y="318"/>
                      <a:pt x="226" y="317"/>
                    </a:cubicBezTo>
                    <a:cubicBezTo>
                      <a:pt x="91" y="305"/>
                      <a:pt x="0" y="402"/>
                      <a:pt x="0" y="402"/>
                    </a:cubicBezTo>
                    <a:cubicBezTo>
                      <a:pt x="245" y="391"/>
                      <a:pt x="245" y="391"/>
                      <a:pt x="245" y="391"/>
                    </a:cubicBezTo>
                    <a:cubicBezTo>
                      <a:pt x="124" y="432"/>
                      <a:pt x="121" y="511"/>
                      <a:pt x="121" y="511"/>
                    </a:cubicBezTo>
                    <a:cubicBezTo>
                      <a:pt x="391" y="396"/>
                      <a:pt x="391" y="396"/>
                      <a:pt x="391" y="396"/>
                    </a:cubicBezTo>
                    <a:cubicBezTo>
                      <a:pt x="391" y="396"/>
                      <a:pt x="391" y="396"/>
                      <a:pt x="391" y="396"/>
                    </a:cubicBezTo>
                    <a:cubicBezTo>
                      <a:pt x="391" y="412"/>
                      <a:pt x="399" y="427"/>
                      <a:pt x="411" y="436"/>
                    </a:cubicBezTo>
                    <a:cubicBezTo>
                      <a:pt x="393" y="1649"/>
                      <a:pt x="393" y="1649"/>
                      <a:pt x="393" y="1649"/>
                    </a:cubicBezTo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95" name="Freeform 1798">
                <a:extLst>
                  <a:ext uri="{FF2B5EF4-FFF2-40B4-BE49-F238E27FC236}">
                    <a16:creationId xmlns:a16="http://schemas.microsoft.com/office/drawing/2014/main" id="{A313BF4A-17E0-4DD1-8422-1228B5E49D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76" y="2775"/>
                <a:ext cx="121" cy="109"/>
              </a:xfrm>
              <a:custGeom>
                <a:avLst/>
                <a:gdLst>
                  <a:gd name="T0" fmla="*/ 178 w 178"/>
                  <a:gd name="T1" fmla="*/ 6 h 160"/>
                  <a:gd name="T2" fmla="*/ 122 w 178"/>
                  <a:gd name="T3" fmla="*/ 119 h 160"/>
                  <a:gd name="T4" fmla="*/ 0 w 178"/>
                  <a:gd name="T5" fmla="*/ 153 h 160"/>
                  <a:gd name="T6" fmla="*/ 57 w 178"/>
                  <a:gd name="T7" fmla="*/ 40 h 160"/>
                  <a:gd name="T8" fmla="*/ 178 w 178"/>
                  <a:gd name="T9" fmla="*/ 6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" h="160">
                    <a:moveTo>
                      <a:pt x="178" y="6"/>
                    </a:moveTo>
                    <a:cubicBezTo>
                      <a:pt x="178" y="6"/>
                      <a:pt x="171" y="79"/>
                      <a:pt x="122" y="119"/>
                    </a:cubicBezTo>
                    <a:cubicBezTo>
                      <a:pt x="73" y="160"/>
                      <a:pt x="0" y="153"/>
                      <a:pt x="0" y="153"/>
                    </a:cubicBezTo>
                    <a:cubicBezTo>
                      <a:pt x="0" y="153"/>
                      <a:pt x="8" y="80"/>
                      <a:pt x="57" y="40"/>
                    </a:cubicBezTo>
                    <a:cubicBezTo>
                      <a:pt x="106" y="0"/>
                      <a:pt x="178" y="6"/>
                      <a:pt x="178" y="6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96" name="Freeform 1799">
                <a:extLst>
                  <a:ext uri="{FF2B5EF4-FFF2-40B4-BE49-F238E27FC236}">
                    <a16:creationId xmlns:a16="http://schemas.microsoft.com/office/drawing/2014/main" id="{7FC8F773-250D-4D66-A709-AB50415A5F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6" y="2807"/>
                <a:ext cx="68" cy="72"/>
              </a:xfrm>
              <a:custGeom>
                <a:avLst/>
                <a:gdLst>
                  <a:gd name="T0" fmla="*/ 4 w 101"/>
                  <a:gd name="T1" fmla="*/ 0 h 106"/>
                  <a:gd name="T2" fmla="*/ 24 w 101"/>
                  <a:gd name="T3" fmla="*/ 72 h 106"/>
                  <a:gd name="T4" fmla="*/ 91 w 101"/>
                  <a:gd name="T5" fmla="*/ 106 h 106"/>
                  <a:gd name="T6" fmla="*/ 77 w 101"/>
                  <a:gd name="T7" fmla="*/ 48 h 106"/>
                  <a:gd name="T8" fmla="*/ 4 w 101"/>
                  <a:gd name="T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106">
                    <a:moveTo>
                      <a:pt x="4" y="0"/>
                    </a:moveTo>
                    <a:cubicBezTo>
                      <a:pt x="4" y="0"/>
                      <a:pt x="0" y="43"/>
                      <a:pt x="24" y="72"/>
                    </a:cubicBezTo>
                    <a:cubicBezTo>
                      <a:pt x="48" y="102"/>
                      <a:pt x="91" y="106"/>
                      <a:pt x="91" y="106"/>
                    </a:cubicBezTo>
                    <a:cubicBezTo>
                      <a:pt x="91" y="106"/>
                      <a:pt x="101" y="77"/>
                      <a:pt x="77" y="48"/>
                    </a:cubicBezTo>
                    <a:cubicBezTo>
                      <a:pt x="53" y="18"/>
                      <a:pt x="4" y="0"/>
                      <a:pt x="4" y="0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97" name="Line 1800">
                <a:extLst>
                  <a:ext uri="{FF2B5EF4-FFF2-40B4-BE49-F238E27FC236}">
                    <a16:creationId xmlns:a16="http://schemas.microsoft.com/office/drawing/2014/main" id="{C1C8926E-CC5D-433E-9EE5-55B37298ED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538" y="2786"/>
                <a:ext cx="46" cy="41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98" name="Freeform 1801">
                <a:extLst>
                  <a:ext uri="{FF2B5EF4-FFF2-40B4-BE49-F238E27FC236}">
                    <a16:creationId xmlns:a16="http://schemas.microsoft.com/office/drawing/2014/main" id="{617CF13D-4C9E-4266-9D21-E65A9471D5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5" y="1409"/>
                <a:ext cx="63" cy="47"/>
              </a:xfrm>
              <a:custGeom>
                <a:avLst/>
                <a:gdLst>
                  <a:gd name="T0" fmla="*/ 93 w 93"/>
                  <a:gd name="T1" fmla="*/ 54 h 70"/>
                  <a:gd name="T2" fmla="*/ 70 w 93"/>
                  <a:gd name="T3" fmla="*/ 40 h 70"/>
                  <a:gd name="T4" fmla="*/ 33 w 93"/>
                  <a:gd name="T5" fmla="*/ 1 h 70"/>
                  <a:gd name="T6" fmla="*/ 0 w 93"/>
                  <a:gd name="T7" fmla="*/ 9 h 70"/>
                  <a:gd name="T8" fmla="*/ 13 w 93"/>
                  <a:gd name="T9" fmla="*/ 23 h 70"/>
                  <a:gd name="T10" fmla="*/ 26 w 93"/>
                  <a:gd name="T11" fmla="*/ 35 h 70"/>
                  <a:gd name="T12" fmla="*/ 59 w 93"/>
                  <a:gd name="T13" fmla="*/ 70 h 70"/>
                  <a:gd name="T14" fmla="*/ 88 w 93"/>
                  <a:gd name="T15" fmla="*/ 69 h 70"/>
                  <a:gd name="T16" fmla="*/ 93 w 93"/>
                  <a:gd name="T17" fmla="*/ 5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3" h="70">
                    <a:moveTo>
                      <a:pt x="93" y="54"/>
                    </a:moveTo>
                    <a:cubicBezTo>
                      <a:pt x="93" y="54"/>
                      <a:pt x="79" y="50"/>
                      <a:pt x="70" y="40"/>
                    </a:cubicBezTo>
                    <a:cubicBezTo>
                      <a:pt x="60" y="31"/>
                      <a:pt x="58" y="0"/>
                      <a:pt x="33" y="1"/>
                    </a:cubicBezTo>
                    <a:cubicBezTo>
                      <a:pt x="17" y="2"/>
                      <a:pt x="0" y="9"/>
                      <a:pt x="0" y="9"/>
                    </a:cubicBezTo>
                    <a:cubicBezTo>
                      <a:pt x="0" y="9"/>
                      <a:pt x="4" y="21"/>
                      <a:pt x="13" y="23"/>
                    </a:cubicBezTo>
                    <a:cubicBezTo>
                      <a:pt x="29" y="26"/>
                      <a:pt x="21" y="33"/>
                      <a:pt x="26" y="35"/>
                    </a:cubicBezTo>
                    <a:cubicBezTo>
                      <a:pt x="30" y="37"/>
                      <a:pt x="59" y="70"/>
                      <a:pt x="59" y="70"/>
                    </a:cubicBezTo>
                    <a:cubicBezTo>
                      <a:pt x="59" y="70"/>
                      <a:pt x="87" y="69"/>
                      <a:pt x="88" y="69"/>
                    </a:cubicBezTo>
                    <a:cubicBezTo>
                      <a:pt x="88" y="68"/>
                      <a:pt x="93" y="54"/>
                      <a:pt x="93" y="54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99" name="Freeform 1802">
                <a:extLst>
                  <a:ext uri="{FF2B5EF4-FFF2-40B4-BE49-F238E27FC236}">
                    <a16:creationId xmlns:a16="http://schemas.microsoft.com/office/drawing/2014/main" id="{5FAA1691-5455-41DE-AAC8-56F6E9E3E3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59" y="1424"/>
                <a:ext cx="60" cy="58"/>
              </a:xfrm>
              <a:custGeom>
                <a:avLst/>
                <a:gdLst>
                  <a:gd name="T0" fmla="*/ 88 w 88"/>
                  <a:gd name="T1" fmla="*/ 85 h 85"/>
                  <a:gd name="T2" fmla="*/ 28 w 88"/>
                  <a:gd name="T3" fmla="*/ 10 h 85"/>
                  <a:gd name="T4" fmla="*/ 8 w 88"/>
                  <a:gd name="T5" fmla="*/ 24 h 85"/>
                  <a:gd name="T6" fmla="*/ 64 w 88"/>
                  <a:gd name="T7" fmla="*/ 75 h 85"/>
                  <a:gd name="T8" fmla="*/ 88 w 88"/>
                  <a:gd name="T9" fmla="*/ 85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85">
                    <a:moveTo>
                      <a:pt x="88" y="85"/>
                    </a:move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0"/>
                      <a:pt x="0" y="0"/>
                      <a:pt x="8" y="24"/>
                    </a:cubicBezTo>
                    <a:cubicBezTo>
                      <a:pt x="16" y="47"/>
                      <a:pt x="47" y="66"/>
                      <a:pt x="64" y="75"/>
                    </a:cubicBezTo>
                    <a:cubicBezTo>
                      <a:pt x="70" y="77"/>
                      <a:pt x="88" y="85"/>
                      <a:pt x="88" y="85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00" name="Freeform 1803">
                <a:extLst>
                  <a:ext uri="{FF2B5EF4-FFF2-40B4-BE49-F238E27FC236}">
                    <a16:creationId xmlns:a16="http://schemas.microsoft.com/office/drawing/2014/main" id="{140312E7-AD1F-4738-8A92-0D42E94DB2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1" y="1424"/>
                <a:ext cx="19" cy="19"/>
              </a:xfrm>
              <a:custGeom>
                <a:avLst/>
                <a:gdLst>
                  <a:gd name="T0" fmla="*/ 1 w 27"/>
                  <a:gd name="T1" fmla="*/ 15 h 27"/>
                  <a:gd name="T2" fmla="*/ 16 w 27"/>
                  <a:gd name="T3" fmla="*/ 26 h 27"/>
                  <a:gd name="T4" fmla="*/ 26 w 27"/>
                  <a:gd name="T5" fmla="*/ 11 h 27"/>
                  <a:gd name="T6" fmla="*/ 12 w 27"/>
                  <a:gd name="T7" fmla="*/ 1 h 27"/>
                  <a:gd name="T8" fmla="*/ 1 w 27"/>
                  <a:gd name="T9" fmla="*/ 1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27">
                    <a:moveTo>
                      <a:pt x="1" y="15"/>
                    </a:moveTo>
                    <a:cubicBezTo>
                      <a:pt x="2" y="22"/>
                      <a:pt x="9" y="27"/>
                      <a:pt x="16" y="26"/>
                    </a:cubicBezTo>
                    <a:cubicBezTo>
                      <a:pt x="23" y="25"/>
                      <a:pt x="27" y="18"/>
                      <a:pt x="26" y="11"/>
                    </a:cubicBezTo>
                    <a:cubicBezTo>
                      <a:pt x="25" y="4"/>
                      <a:pt x="19" y="0"/>
                      <a:pt x="12" y="1"/>
                    </a:cubicBezTo>
                    <a:cubicBezTo>
                      <a:pt x="5" y="2"/>
                      <a:pt x="0" y="8"/>
                      <a:pt x="1" y="15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01" name="Freeform 1804">
                <a:extLst>
                  <a:ext uri="{FF2B5EF4-FFF2-40B4-BE49-F238E27FC236}">
                    <a16:creationId xmlns:a16="http://schemas.microsoft.com/office/drawing/2014/main" id="{05F77066-5EAF-4B57-A6CA-442CCD3637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54" y="1428"/>
                <a:ext cx="10" cy="8"/>
              </a:xfrm>
              <a:custGeom>
                <a:avLst/>
                <a:gdLst>
                  <a:gd name="T0" fmla="*/ 10 w 10"/>
                  <a:gd name="T1" fmla="*/ 0 h 8"/>
                  <a:gd name="T2" fmla="*/ 0 w 10"/>
                  <a:gd name="T3" fmla="*/ 6 h 8"/>
                  <a:gd name="T4" fmla="*/ 10 w 10"/>
                  <a:gd name="T5" fmla="*/ 8 h 8"/>
                  <a:gd name="T6" fmla="*/ 10 w 10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" h="8">
                    <a:moveTo>
                      <a:pt x="10" y="0"/>
                    </a:moveTo>
                    <a:lnTo>
                      <a:pt x="0" y="6"/>
                    </a:lnTo>
                    <a:lnTo>
                      <a:pt x="10" y="8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02" name="Freeform 1805">
                <a:extLst>
                  <a:ext uri="{FF2B5EF4-FFF2-40B4-BE49-F238E27FC236}">
                    <a16:creationId xmlns:a16="http://schemas.microsoft.com/office/drawing/2014/main" id="{13483B5E-6BC7-4DA8-B4EF-D9FF2B0F6F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54" y="1428"/>
                <a:ext cx="10" cy="8"/>
              </a:xfrm>
              <a:custGeom>
                <a:avLst/>
                <a:gdLst>
                  <a:gd name="T0" fmla="*/ 10 w 10"/>
                  <a:gd name="T1" fmla="*/ 0 h 8"/>
                  <a:gd name="T2" fmla="*/ 0 w 10"/>
                  <a:gd name="T3" fmla="*/ 6 h 8"/>
                  <a:gd name="T4" fmla="*/ 10 w 10"/>
                  <a:gd name="T5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8">
                    <a:moveTo>
                      <a:pt x="10" y="0"/>
                    </a:moveTo>
                    <a:lnTo>
                      <a:pt x="0" y="6"/>
                    </a:lnTo>
                    <a:lnTo>
                      <a:pt x="10" y="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03" name="Freeform 1806">
                <a:extLst>
                  <a:ext uri="{FF2B5EF4-FFF2-40B4-BE49-F238E27FC236}">
                    <a16:creationId xmlns:a16="http://schemas.microsoft.com/office/drawing/2014/main" id="{630A08E8-D18D-4830-A3BD-36BC0F19E8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54" y="1434"/>
                <a:ext cx="11" cy="5"/>
              </a:xfrm>
              <a:custGeom>
                <a:avLst/>
                <a:gdLst>
                  <a:gd name="T0" fmla="*/ 0 w 11"/>
                  <a:gd name="T1" fmla="*/ 0 h 5"/>
                  <a:gd name="T2" fmla="*/ 11 w 11"/>
                  <a:gd name="T3" fmla="*/ 5 h 5"/>
                  <a:gd name="T4" fmla="*/ 9 w 11"/>
                  <a:gd name="T5" fmla="*/ 2 h 5"/>
                  <a:gd name="T6" fmla="*/ 0 w 11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5">
                    <a:moveTo>
                      <a:pt x="0" y="0"/>
                    </a:moveTo>
                    <a:lnTo>
                      <a:pt x="11" y="5"/>
                    </a:lnTo>
                    <a:lnTo>
                      <a:pt x="9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04" name="Oval 1807">
                <a:extLst>
                  <a:ext uri="{FF2B5EF4-FFF2-40B4-BE49-F238E27FC236}">
                    <a16:creationId xmlns:a16="http://schemas.microsoft.com/office/drawing/2014/main" id="{8F28F9C2-07BC-4ED2-A033-9DCC91ED6E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67" y="1430"/>
                <a:ext cx="1" cy="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05" name="Freeform 1808">
                <a:extLst>
                  <a:ext uri="{FF2B5EF4-FFF2-40B4-BE49-F238E27FC236}">
                    <a16:creationId xmlns:a16="http://schemas.microsoft.com/office/drawing/2014/main" id="{1D0D3FF7-0D23-4EB6-9BB6-D33BEC1310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75" y="1410"/>
                <a:ext cx="89" cy="50"/>
              </a:xfrm>
              <a:custGeom>
                <a:avLst/>
                <a:gdLst>
                  <a:gd name="T0" fmla="*/ 0 w 131"/>
                  <a:gd name="T1" fmla="*/ 50 h 74"/>
                  <a:gd name="T2" fmla="*/ 19 w 131"/>
                  <a:gd name="T3" fmla="*/ 36 h 74"/>
                  <a:gd name="T4" fmla="*/ 30 w 131"/>
                  <a:gd name="T5" fmla="*/ 15 h 74"/>
                  <a:gd name="T6" fmla="*/ 72 w 131"/>
                  <a:gd name="T7" fmla="*/ 0 h 74"/>
                  <a:gd name="T8" fmla="*/ 131 w 131"/>
                  <a:gd name="T9" fmla="*/ 13 h 74"/>
                  <a:gd name="T10" fmla="*/ 107 w 131"/>
                  <a:gd name="T11" fmla="*/ 34 h 74"/>
                  <a:gd name="T12" fmla="*/ 76 w 131"/>
                  <a:gd name="T13" fmla="*/ 38 h 74"/>
                  <a:gd name="T14" fmla="*/ 61 w 131"/>
                  <a:gd name="T15" fmla="*/ 63 h 74"/>
                  <a:gd name="T16" fmla="*/ 30 w 131"/>
                  <a:gd name="T17" fmla="*/ 71 h 74"/>
                  <a:gd name="T18" fmla="*/ 0 w 131"/>
                  <a:gd name="T19" fmla="*/ 5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1" h="74">
                    <a:moveTo>
                      <a:pt x="0" y="50"/>
                    </a:moveTo>
                    <a:cubicBezTo>
                      <a:pt x="0" y="50"/>
                      <a:pt x="12" y="46"/>
                      <a:pt x="19" y="36"/>
                    </a:cubicBezTo>
                    <a:cubicBezTo>
                      <a:pt x="26" y="27"/>
                      <a:pt x="25" y="22"/>
                      <a:pt x="30" y="15"/>
                    </a:cubicBezTo>
                    <a:cubicBezTo>
                      <a:pt x="38" y="4"/>
                      <a:pt x="49" y="1"/>
                      <a:pt x="72" y="0"/>
                    </a:cubicBezTo>
                    <a:cubicBezTo>
                      <a:pt x="94" y="0"/>
                      <a:pt x="131" y="13"/>
                      <a:pt x="131" y="13"/>
                    </a:cubicBezTo>
                    <a:cubicBezTo>
                      <a:pt x="131" y="13"/>
                      <a:pt x="129" y="29"/>
                      <a:pt x="107" y="34"/>
                    </a:cubicBezTo>
                    <a:cubicBezTo>
                      <a:pt x="85" y="39"/>
                      <a:pt x="76" y="38"/>
                      <a:pt x="76" y="38"/>
                    </a:cubicBezTo>
                    <a:cubicBezTo>
                      <a:pt x="76" y="38"/>
                      <a:pt x="78" y="53"/>
                      <a:pt x="61" y="63"/>
                    </a:cubicBezTo>
                    <a:cubicBezTo>
                      <a:pt x="44" y="74"/>
                      <a:pt x="30" y="71"/>
                      <a:pt x="30" y="71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06" name="Freeform 1809">
                <a:extLst>
                  <a:ext uri="{FF2B5EF4-FFF2-40B4-BE49-F238E27FC236}">
                    <a16:creationId xmlns:a16="http://schemas.microsoft.com/office/drawing/2014/main" id="{050EAE15-B53C-4DB1-AA2B-1E03F6953B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413"/>
                <a:ext cx="74" cy="33"/>
              </a:xfrm>
              <a:custGeom>
                <a:avLst/>
                <a:gdLst>
                  <a:gd name="T0" fmla="*/ 110 w 110"/>
                  <a:gd name="T1" fmla="*/ 10 h 49"/>
                  <a:gd name="T2" fmla="*/ 39 w 110"/>
                  <a:gd name="T3" fmla="*/ 5 h 49"/>
                  <a:gd name="T4" fmla="*/ 20 w 110"/>
                  <a:gd name="T5" fmla="*/ 26 h 49"/>
                  <a:gd name="T6" fmla="*/ 0 w 110"/>
                  <a:gd name="T7" fmla="*/ 4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49">
                    <a:moveTo>
                      <a:pt x="110" y="10"/>
                    </a:moveTo>
                    <a:cubicBezTo>
                      <a:pt x="110" y="10"/>
                      <a:pt x="58" y="0"/>
                      <a:pt x="39" y="5"/>
                    </a:cubicBezTo>
                    <a:cubicBezTo>
                      <a:pt x="22" y="10"/>
                      <a:pt x="21" y="19"/>
                      <a:pt x="20" y="26"/>
                    </a:cubicBezTo>
                    <a:cubicBezTo>
                      <a:pt x="18" y="38"/>
                      <a:pt x="6" y="48"/>
                      <a:pt x="0" y="49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07" name="Freeform 1810">
                <a:extLst>
                  <a:ext uri="{FF2B5EF4-FFF2-40B4-BE49-F238E27FC236}">
                    <a16:creationId xmlns:a16="http://schemas.microsoft.com/office/drawing/2014/main" id="{C3BEE3E7-B546-4DEA-A5A6-5208A5A8D4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6" y="1430"/>
                <a:ext cx="10" cy="4"/>
              </a:xfrm>
              <a:custGeom>
                <a:avLst/>
                <a:gdLst>
                  <a:gd name="T0" fmla="*/ 14 w 14"/>
                  <a:gd name="T1" fmla="*/ 6 h 6"/>
                  <a:gd name="T2" fmla="*/ 0 w 14"/>
                  <a:gd name="T3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6">
                    <a:moveTo>
                      <a:pt x="14" y="6"/>
                    </a:moveTo>
                    <a:cubicBezTo>
                      <a:pt x="14" y="6"/>
                      <a:pt x="12" y="0"/>
                      <a:pt x="0" y="2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08" name="Freeform 1811">
                <a:extLst>
                  <a:ext uri="{FF2B5EF4-FFF2-40B4-BE49-F238E27FC236}">
                    <a16:creationId xmlns:a16="http://schemas.microsoft.com/office/drawing/2014/main" id="{0299BFEF-03A9-4B00-A50E-EDEDE8423C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0" y="1454"/>
                <a:ext cx="22" cy="20"/>
              </a:xfrm>
              <a:custGeom>
                <a:avLst/>
                <a:gdLst>
                  <a:gd name="T0" fmla="*/ 28 w 32"/>
                  <a:gd name="T1" fmla="*/ 0 h 29"/>
                  <a:gd name="T2" fmla="*/ 21 w 32"/>
                  <a:gd name="T3" fmla="*/ 21 h 29"/>
                  <a:gd name="T4" fmla="*/ 0 w 32"/>
                  <a:gd name="T5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2" h="29">
                    <a:moveTo>
                      <a:pt x="28" y="0"/>
                    </a:moveTo>
                    <a:cubicBezTo>
                      <a:pt x="28" y="0"/>
                      <a:pt x="32" y="12"/>
                      <a:pt x="21" y="21"/>
                    </a:cubicBezTo>
                    <a:cubicBezTo>
                      <a:pt x="10" y="29"/>
                      <a:pt x="0" y="29"/>
                      <a:pt x="0" y="29"/>
                    </a:cubicBezTo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09" name="Freeform 1812">
                <a:extLst>
                  <a:ext uri="{FF2B5EF4-FFF2-40B4-BE49-F238E27FC236}">
                    <a16:creationId xmlns:a16="http://schemas.microsoft.com/office/drawing/2014/main" id="{A89D68BB-2654-4AD9-AD5D-0F0591D7E5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94" y="1443"/>
                <a:ext cx="40" cy="39"/>
              </a:xfrm>
              <a:custGeom>
                <a:avLst/>
                <a:gdLst>
                  <a:gd name="T0" fmla="*/ 0 w 59"/>
                  <a:gd name="T1" fmla="*/ 57 h 57"/>
                  <a:gd name="T2" fmla="*/ 40 w 59"/>
                  <a:gd name="T3" fmla="*/ 7 h 57"/>
                  <a:gd name="T4" fmla="*/ 54 w 59"/>
                  <a:gd name="T5" fmla="*/ 16 h 57"/>
                  <a:gd name="T6" fmla="*/ 16 w 59"/>
                  <a:gd name="T7" fmla="*/ 50 h 57"/>
                  <a:gd name="T8" fmla="*/ 0 w 59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57">
                    <a:moveTo>
                      <a:pt x="0" y="57"/>
                    </a:moveTo>
                    <a:cubicBezTo>
                      <a:pt x="40" y="7"/>
                      <a:pt x="40" y="7"/>
                      <a:pt x="40" y="7"/>
                    </a:cubicBezTo>
                    <a:cubicBezTo>
                      <a:pt x="40" y="7"/>
                      <a:pt x="59" y="0"/>
                      <a:pt x="54" y="16"/>
                    </a:cubicBezTo>
                    <a:cubicBezTo>
                      <a:pt x="48" y="32"/>
                      <a:pt x="27" y="44"/>
                      <a:pt x="16" y="50"/>
                    </a:cubicBezTo>
                    <a:cubicBezTo>
                      <a:pt x="12" y="52"/>
                      <a:pt x="0" y="57"/>
                      <a:pt x="0" y="57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10" name="Freeform 1813">
                <a:extLst>
                  <a:ext uri="{FF2B5EF4-FFF2-40B4-BE49-F238E27FC236}">
                    <a16:creationId xmlns:a16="http://schemas.microsoft.com/office/drawing/2014/main" id="{BFE32A72-155D-4126-93EA-43BF9905F4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20" y="1443"/>
                <a:ext cx="13" cy="13"/>
              </a:xfrm>
              <a:custGeom>
                <a:avLst/>
                <a:gdLst>
                  <a:gd name="T0" fmla="*/ 17 w 18"/>
                  <a:gd name="T1" fmla="*/ 10 h 18"/>
                  <a:gd name="T2" fmla="*/ 8 w 18"/>
                  <a:gd name="T3" fmla="*/ 17 h 18"/>
                  <a:gd name="T4" fmla="*/ 0 w 18"/>
                  <a:gd name="T5" fmla="*/ 8 h 18"/>
                  <a:gd name="T6" fmla="*/ 10 w 18"/>
                  <a:gd name="T7" fmla="*/ 1 h 18"/>
                  <a:gd name="T8" fmla="*/ 17 w 18"/>
                  <a:gd name="T9" fmla="*/ 1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8">
                    <a:moveTo>
                      <a:pt x="17" y="10"/>
                    </a:moveTo>
                    <a:cubicBezTo>
                      <a:pt x="16" y="15"/>
                      <a:pt x="12" y="18"/>
                      <a:pt x="8" y="17"/>
                    </a:cubicBezTo>
                    <a:cubicBezTo>
                      <a:pt x="3" y="17"/>
                      <a:pt x="0" y="13"/>
                      <a:pt x="0" y="8"/>
                    </a:cubicBezTo>
                    <a:cubicBezTo>
                      <a:pt x="1" y="3"/>
                      <a:pt x="5" y="0"/>
                      <a:pt x="10" y="1"/>
                    </a:cubicBezTo>
                    <a:cubicBezTo>
                      <a:pt x="14" y="1"/>
                      <a:pt x="18" y="6"/>
                      <a:pt x="17" y="10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11" name="Freeform 1814">
                <a:extLst>
                  <a:ext uri="{FF2B5EF4-FFF2-40B4-BE49-F238E27FC236}">
                    <a16:creationId xmlns:a16="http://schemas.microsoft.com/office/drawing/2014/main" id="{FC33D54C-0480-445C-AD5A-456DDFB01A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31" y="1446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6 w 6"/>
                  <a:gd name="T3" fmla="*/ 4 h 6"/>
                  <a:gd name="T4" fmla="*/ 0 w 6"/>
                  <a:gd name="T5" fmla="*/ 6 h 6"/>
                  <a:gd name="T6" fmla="*/ 0 w 6"/>
                  <a:gd name="T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6" y="4"/>
                    </a:lnTo>
                    <a:lnTo>
                      <a:pt x="0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12" name="Freeform 1815">
                <a:extLst>
                  <a:ext uri="{FF2B5EF4-FFF2-40B4-BE49-F238E27FC236}">
                    <a16:creationId xmlns:a16="http://schemas.microsoft.com/office/drawing/2014/main" id="{E5468D60-842E-4875-BF4A-88DBD9511A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31" y="1446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6 w 6"/>
                  <a:gd name="T3" fmla="*/ 4 h 6"/>
                  <a:gd name="T4" fmla="*/ 0 w 6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6" y="4"/>
                    </a:lnTo>
                    <a:lnTo>
                      <a:pt x="0" y="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13" name="Freeform 1816">
                <a:extLst>
                  <a:ext uri="{FF2B5EF4-FFF2-40B4-BE49-F238E27FC236}">
                    <a16:creationId xmlns:a16="http://schemas.microsoft.com/office/drawing/2014/main" id="{A87D80EE-8BB3-4BCB-B5F2-FE671430E8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31" y="1450"/>
                <a:ext cx="6" cy="4"/>
              </a:xfrm>
              <a:custGeom>
                <a:avLst/>
                <a:gdLst>
                  <a:gd name="T0" fmla="*/ 6 w 6"/>
                  <a:gd name="T1" fmla="*/ 0 h 4"/>
                  <a:gd name="T2" fmla="*/ 0 w 6"/>
                  <a:gd name="T3" fmla="*/ 4 h 4"/>
                  <a:gd name="T4" fmla="*/ 0 w 6"/>
                  <a:gd name="T5" fmla="*/ 1 h 4"/>
                  <a:gd name="T6" fmla="*/ 6 w 6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4">
                    <a:moveTo>
                      <a:pt x="6" y="0"/>
                    </a:moveTo>
                    <a:lnTo>
                      <a:pt x="0" y="4"/>
                    </a:lnTo>
                    <a:lnTo>
                      <a:pt x="0" y="1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14" name="Oval 1817">
                <a:extLst>
                  <a:ext uri="{FF2B5EF4-FFF2-40B4-BE49-F238E27FC236}">
                    <a16:creationId xmlns:a16="http://schemas.microsoft.com/office/drawing/2014/main" id="{00BA3B3B-39C8-4E67-B2C2-8C81DFFF6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8" y="1447"/>
                <a:ext cx="1" cy="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15" name="Freeform 1818">
                <a:extLst>
                  <a:ext uri="{FF2B5EF4-FFF2-40B4-BE49-F238E27FC236}">
                    <a16:creationId xmlns:a16="http://schemas.microsoft.com/office/drawing/2014/main" id="{7996B406-AF06-4358-8063-7A1C955B82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2" y="1450"/>
                <a:ext cx="18" cy="21"/>
              </a:xfrm>
              <a:custGeom>
                <a:avLst/>
                <a:gdLst>
                  <a:gd name="T0" fmla="*/ 0 w 18"/>
                  <a:gd name="T1" fmla="*/ 21 h 21"/>
                  <a:gd name="T2" fmla="*/ 6 w 18"/>
                  <a:gd name="T3" fmla="*/ 21 h 21"/>
                  <a:gd name="T4" fmla="*/ 18 w 18"/>
                  <a:gd name="T5" fmla="*/ 0 h 21"/>
                  <a:gd name="T6" fmla="*/ 0 w 18"/>
                  <a:gd name="T7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21">
                    <a:moveTo>
                      <a:pt x="0" y="21"/>
                    </a:moveTo>
                    <a:lnTo>
                      <a:pt x="6" y="21"/>
                    </a:lnTo>
                    <a:lnTo>
                      <a:pt x="18" y="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16" name="Freeform 1819">
                <a:extLst>
                  <a:ext uri="{FF2B5EF4-FFF2-40B4-BE49-F238E27FC236}">
                    <a16:creationId xmlns:a16="http://schemas.microsoft.com/office/drawing/2014/main" id="{91C04BE9-13C5-445E-8200-B6474AE383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4" y="1450"/>
                <a:ext cx="21" cy="32"/>
              </a:xfrm>
              <a:custGeom>
                <a:avLst/>
                <a:gdLst>
                  <a:gd name="T0" fmla="*/ 23 w 31"/>
                  <a:gd name="T1" fmla="*/ 0 h 47"/>
                  <a:gd name="T2" fmla="*/ 18 w 31"/>
                  <a:gd name="T3" fmla="*/ 37 h 47"/>
                  <a:gd name="T4" fmla="*/ 0 w 31"/>
                  <a:gd name="T5" fmla="*/ 37 h 47"/>
                  <a:gd name="T6" fmla="*/ 23 w 31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47">
                    <a:moveTo>
                      <a:pt x="23" y="0"/>
                    </a:moveTo>
                    <a:cubicBezTo>
                      <a:pt x="23" y="0"/>
                      <a:pt x="31" y="28"/>
                      <a:pt x="18" y="37"/>
                    </a:cubicBezTo>
                    <a:cubicBezTo>
                      <a:pt x="4" y="47"/>
                      <a:pt x="0" y="37"/>
                      <a:pt x="0" y="37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17" name="Freeform 1820">
                <a:extLst>
                  <a:ext uri="{FF2B5EF4-FFF2-40B4-BE49-F238E27FC236}">
                    <a16:creationId xmlns:a16="http://schemas.microsoft.com/office/drawing/2014/main" id="{F7FECEE9-BC31-47D1-B48E-18F55D7FD2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6" y="1456"/>
                <a:ext cx="17" cy="23"/>
              </a:xfrm>
              <a:custGeom>
                <a:avLst/>
                <a:gdLst>
                  <a:gd name="T0" fmla="*/ 0 w 25"/>
                  <a:gd name="T1" fmla="*/ 29 h 33"/>
                  <a:gd name="T2" fmla="*/ 15 w 25"/>
                  <a:gd name="T3" fmla="*/ 27 h 33"/>
                  <a:gd name="T4" fmla="*/ 25 w 25"/>
                  <a:gd name="T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" h="33">
                    <a:moveTo>
                      <a:pt x="0" y="29"/>
                    </a:moveTo>
                    <a:cubicBezTo>
                      <a:pt x="0" y="29"/>
                      <a:pt x="7" y="33"/>
                      <a:pt x="15" y="27"/>
                    </a:cubicBezTo>
                    <a:cubicBezTo>
                      <a:pt x="25" y="20"/>
                      <a:pt x="24" y="5"/>
                      <a:pt x="25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18" name="Freeform 1821">
                <a:extLst>
                  <a:ext uri="{FF2B5EF4-FFF2-40B4-BE49-F238E27FC236}">
                    <a16:creationId xmlns:a16="http://schemas.microsoft.com/office/drawing/2014/main" id="{DE9F382B-79C0-4313-BDAE-FFD83E75E2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7" y="1232"/>
                <a:ext cx="620" cy="882"/>
              </a:xfrm>
              <a:custGeom>
                <a:avLst/>
                <a:gdLst>
                  <a:gd name="T0" fmla="*/ 478 w 911"/>
                  <a:gd name="T1" fmla="*/ 1296 h 1296"/>
                  <a:gd name="T2" fmla="*/ 464 w 911"/>
                  <a:gd name="T3" fmla="*/ 437 h 1296"/>
                  <a:gd name="T4" fmla="*/ 487 w 911"/>
                  <a:gd name="T5" fmla="*/ 399 h 1296"/>
                  <a:gd name="T6" fmla="*/ 750 w 911"/>
                  <a:gd name="T7" fmla="*/ 511 h 1296"/>
                  <a:gd name="T8" fmla="*/ 626 w 911"/>
                  <a:gd name="T9" fmla="*/ 391 h 1296"/>
                  <a:gd name="T10" fmla="*/ 911 w 911"/>
                  <a:gd name="T11" fmla="*/ 411 h 1296"/>
                  <a:gd name="T12" fmla="*/ 645 w 911"/>
                  <a:gd name="T13" fmla="*/ 317 h 1296"/>
                  <a:gd name="T14" fmla="*/ 608 w 911"/>
                  <a:gd name="T15" fmla="*/ 321 h 1296"/>
                  <a:gd name="T16" fmla="*/ 869 w 911"/>
                  <a:gd name="T17" fmla="*/ 206 h 1296"/>
                  <a:gd name="T18" fmla="*/ 622 w 911"/>
                  <a:gd name="T19" fmla="*/ 246 h 1296"/>
                  <a:gd name="T20" fmla="*/ 557 w 911"/>
                  <a:gd name="T21" fmla="*/ 286 h 1296"/>
                  <a:gd name="T22" fmla="*/ 758 w 911"/>
                  <a:gd name="T23" fmla="*/ 95 h 1296"/>
                  <a:gd name="T24" fmla="*/ 557 w 911"/>
                  <a:gd name="T25" fmla="*/ 187 h 1296"/>
                  <a:gd name="T26" fmla="*/ 510 w 911"/>
                  <a:gd name="T27" fmla="*/ 242 h 1296"/>
                  <a:gd name="T28" fmla="*/ 605 w 911"/>
                  <a:gd name="T29" fmla="*/ 28 h 1296"/>
                  <a:gd name="T30" fmla="*/ 476 w 911"/>
                  <a:gd name="T31" fmla="*/ 155 h 1296"/>
                  <a:gd name="T32" fmla="*/ 437 w 911"/>
                  <a:gd name="T33" fmla="*/ 0 h 1296"/>
                  <a:gd name="T34" fmla="*/ 400 w 911"/>
                  <a:gd name="T35" fmla="*/ 170 h 1296"/>
                  <a:gd name="T36" fmla="*/ 400 w 911"/>
                  <a:gd name="T37" fmla="*/ 169 h 1296"/>
                  <a:gd name="T38" fmla="*/ 266 w 911"/>
                  <a:gd name="T39" fmla="*/ 28 h 1296"/>
                  <a:gd name="T40" fmla="*/ 362 w 911"/>
                  <a:gd name="T41" fmla="*/ 242 h 1296"/>
                  <a:gd name="T42" fmla="*/ 314 w 911"/>
                  <a:gd name="T43" fmla="*/ 187 h 1296"/>
                  <a:gd name="T44" fmla="*/ 113 w 911"/>
                  <a:gd name="T45" fmla="*/ 95 h 1296"/>
                  <a:gd name="T46" fmla="*/ 315 w 911"/>
                  <a:gd name="T47" fmla="*/ 286 h 1296"/>
                  <a:gd name="T48" fmla="*/ 249 w 911"/>
                  <a:gd name="T49" fmla="*/ 246 h 1296"/>
                  <a:gd name="T50" fmla="*/ 6 w 911"/>
                  <a:gd name="T51" fmla="*/ 211 h 1296"/>
                  <a:gd name="T52" fmla="*/ 263 w 911"/>
                  <a:gd name="T53" fmla="*/ 321 h 1296"/>
                  <a:gd name="T54" fmla="*/ 226 w 911"/>
                  <a:gd name="T55" fmla="*/ 317 h 1296"/>
                  <a:gd name="T56" fmla="*/ 0 w 911"/>
                  <a:gd name="T57" fmla="*/ 402 h 1296"/>
                  <a:gd name="T58" fmla="*/ 245 w 911"/>
                  <a:gd name="T59" fmla="*/ 391 h 1296"/>
                  <a:gd name="T60" fmla="*/ 121 w 911"/>
                  <a:gd name="T61" fmla="*/ 511 h 1296"/>
                  <a:gd name="T62" fmla="*/ 391 w 911"/>
                  <a:gd name="T63" fmla="*/ 396 h 1296"/>
                  <a:gd name="T64" fmla="*/ 391 w 911"/>
                  <a:gd name="T65" fmla="*/ 396 h 1296"/>
                  <a:gd name="T66" fmla="*/ 411 w 911"/>
                  <a:gd name="T67" fmla="*/ 436 h 1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911" h="1296">
                    <a:moveTo>
                      <a:pt x="478" y="1296"/>
                    </a:moveTo>
                    <a:cubicBezTo>
                      <a:pt x="464" y="437"/>
                      <a:pt x="464" y="437"/>
                      <a:pt x="464" y="437"/>
                    </a:cubicBezTo>
                    <a:cubicBezTo>
                      <a:pt x="477" y="429"/>
                      <a:pt x="486" y="415"/>
                      <a:pt x="487" y="399"/>
                    </a:cubicBezTo>
                    <a:cubicBezTo>
                      <a:pt x="750" y="511"/>
                      <a:pt x="750" y="511"/>
                      <a:pt x="750" y="511"/>
                    </a:cubicBezTo>
                    <a:cubicBezTo>
                      <a:pt x="750" y="511"/>
                      <a:pt x="746" y="432"/>
                      <a:pt x="626" y="391"/>
                    </a:cubicBezTo>
                    <a:cubicBezTo>
                      <a:pt x="911" y="411"/>
                      <a:pt x="911" y="411"/>
                      <a:pt x="911" y="411"/>
                    </a:cubicBezTo>
                    <a:cubicBezTo>
                      <a:pt x="911" y="411"/>
                      <a:pt x="780" y="305"/>
                      <a:pt x="645" y="317"/>
                    </a:cubicBezTo>
                    <a:cubicBezTo>
                      <a:pt x="632" y="318"/>
                      <a:pt x="620" y="320"/>
                      <a:pt x="608" y="321"/>
                    </a:cubicBezTo>
                    <a:cubicBezTo>
                      <a:pt x="869" y="206"/>
                      <a:pt x="869" y="206"/>
                      <a:pt x="869" y="206"/>
                    </a:cubicBezTo>
                    <a:cubicBezTo>
                      <a:pt x="869" y="206"/>
                      <a:pt x="739" y="189"/>
                      <a:pt x="622" y="246"/>
                    </a:cubicBezTo>
                    <a:cubicBezTo>
                      <a:pt x="596" y="259"/>
                      <a:pt x="574" y="272"/>
                      <a:pt x="557" y="286"/>
                    </a:cubicBezTo>
                    <a:cubicBezTo>
                      <a:pt x="758" y="95"/>
                      <a:pt x="758" y="95"/>
                      <a:pt x="758" y="95"/>
                    </a:cubicBezTo>
                    <a:cubicBezTo>
                      <a:pt x="758" y="95"/>
                      <a:pt x="652" y="98"/>
                      <a:pt x="557" y="187"/>
                    </a:cubicBezTo>
                    <a:cubicBezTo>
                      <a:pt x="538" y="205"/>
                      <a:pt x="522" y="223"/>
                      <a:pt x="510" y="242"/>
                    </a:cubicBezTo>
                    <a:cubicBezTo>
                      <a:pt x="605" y="28"/>
                      <a:pt x="605" y="28"/>
                      <a:pt x="605" y="28"/>
                    </a:cubicBezTo>
                    <a:cubicBezTo>
                      <a:pt x="571" y="37"/>
                      <a:pt x="513" y="55"/>
                      <a:pt x="476" y="155"/>
                    </a:cubicBezTo>
                    <a:cubicBezTo>
                      <a:pt x="469" y="65"/>
                      <a:pt x="437" y="0"/>
                      <a:pt x="437" y="0"/>
                    </a:cubicBezTo>
                    <a:cubicBezTo>
                      <a:pt x="437" y="0"/>
                      <a:pt x="405" y="73"/>
                      <a:pt x="400" y="170"/>
                    </a:cubicBezTo>
                    <a:cubicBezTo>
                      <a:pt x="400" y="170"/>
                      <a:pt x="400" y="170"/>
                      <a:pt x="400" y="169"/>
                    </a:cubicBezTo>
                    <a:cubicBezTo>
                      <a:pt x="364" y="57"/>
                      <a:pt x="302" y="37"/>
                      <a:pt x="266" y="28"/>
                    </a:cubicBezTo>
                    <a:cubicBezTo>
                      <a:pt x="362" y="242"/>
                      <a:pt x="362" y="242"/>
                      <a:pt x="362" y="242"/>
                    </a:cubicBezTo>
                    <a:cubicBezTo>
                      <a:pt x="349" y="223"/>
                      <a:pt x="333" y="205"/>
                      <a:pt x="314" y="187"/>
                    </a:cubicBezTo>
                    <a:cubicBezTo>
                      <a:pt x="219" y="98"/>
                      <a:pt x="113" y="95"/>
                      <a:pt x="113" y="95"/>
                    </a:cubicBezTo>
                    <a:cubicBezTo>
                      <a:pt x="315" y="286"/>
                      <a:pt x="315" y="286"/>
                      <a:pt x="315" y="286"/>
                    </a:cubicBezTo>
                    <a:cubicBezTo>
                      <a:pt x="297" y="272"/>
                      <a:pt x="275" y="259"/>
                      <a:pt x="249" y="246"/>
                    </a:cubicBezTo>
                    <a:cubicBezTo>
                      <a:pt x="131" y="189"/>
                      <a:pt x="6" y="211"/>
                      <a:pt x="6" y="211"/>
                    </a:cubicBezTo>
                    <a:cubicBezTo>
                      <a:pt x="263" y="321"/>
                      <a:pt x="263" y="321"/>
                      <a:pt x="263" y="321"/>
                    </a:cubicBezTo>
                    <a:cubicBezTo>
                      <a:pt x="251" y="320"/>
                      <a:pt x="239" y="318"/>
                      <a:pt x="226" y="317"/>
                    </a:cubicBezTo>
                    <a:cubicBezTo>
                      <a:pt x="91" y="305"/>
                      <a:pt x="0" y="402"/>
                      <a:pt x="0" y="402"/>
                    </a:cubicBezTo>
                    <a:cubicBezTo>
                      <a:pt x="245" y="391"/>
                      <a:pt x="245" y="391"/>
                      <a:pt x="245" y="391"/>
                    </a:cubicBezTo>
                    <a:cubicBezTo>
                      <a:pt x="124" y="432"/>
                      <a:pt x="121" y="511"/>
                      <a:pt x="121" y="511"/>
                    </a:cubicBezTo>
                    <a:cubicBezTo>
                      <a:pt x="391" y="396"/>
                      <a:pt x="391" y="396"/>
                      <a:pt x="391" y="396"/>
                    </a:cubicBezTo>
                    <a:cubicBezTo>
                      <a:pt x="391" y="396"/>
                      <a:pt x="391" y="396"/>
                      <a:pt x="391" y="396"/>
                    </a:cubicBezTo>
                    <a:cubicBezTo>
                      <a:pt x="391" y="412"/>
                      <a:pt x="399" y="427"/>
                      <a:pt x="411" y="436"/>
                    </a:cubicBezTo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19" name="Freeform 1822">
                <a:extLst>
                  <a:ext uri="{FF2B5EF4-FFF2-40B4-BE49-F238E27FC236}">
                    <a16:creationId xmlns:a16="http://schemas.microsoft.com/office/drawing/2014/main" id="{0EC9859E-ACCD-441D-B8C9-9C25AEBF3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3" y="2033"/>
                <a:ext cx="24" cy="19"/>
              </a:xfrm>
              <a:custGeom>
                <a:avLst/>
                <a:gdLst>
                  <a:gd name="T0" fmla="*/ 36 w 36"/>
                  <a:gd name="T1" fmla="*/ 9 h 28"/>
                  <a:gd name="T2" fmla="*/ 36 w 36"/>
                  <a:gd name="T3" fmla="*/ 9 h 28"/>
                  <a:gd name="T4" fmla="*/ 36 w 36"/>
                  <a:gd name="T5" fmla="*/ 9 h 28"/>
                  <a:gd name="T6" fmla="*/ 36 w 36"/>
                  <a:gd name="T7" fmla="*/ 0 h 28"/>
                  <a:gd name="T8" fmla="*/ 0 w 36"/>
                  <a:gd name="T9" fmla="*/ 0 h 28"/>
                  <a:gd name="T10" fmla="*/ 0 w 36"/>
                  <a:gd name="T11" fmla="*/ 10 h 28"/>
                  <a:gd name="T12" fmla="*/ 0 w 36"/>
                  <a:gd name="T13" fmla="*/ 10 h 28"/>
                  <a:gd name="T14" fmla="*/ 18 w 36"/>
                  <a:gd name="T15" fmla="*/ 28 h 28"/>
                  <a:gd name="T16" fmla="*/ 36 w 36"/>
                  <a:gd name="T17" fmla="*/ 10 h 28"/>
                  <a:gd name="T18" fmla="*/ 36 w 36"/>
                  <a:gd name="T19" fmla="*/ 10 h 28"/>
                  <a:gd name="T20" fmla="*/ 36 w 36"/>
                  <a:gd name="T21" fmla="*/ 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28">
                    <a:moveTo>
                      <a:pt x="36" y="9"/>
                    </a:moveTo>
                    <a:cubicBezTo>
                      <a:pt x="36" y="9"/>
                      <a:pt x="36" y="9"/>
                      <a:pt x="36" y="9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20"/>
                      <a:pt x="9" y="28"/>
                      <a:pt x="18" y="28"/>
                    </a:cubicBezTo>
                    <a:cubicBezTo>
                      <a:pt x="28" y="28"/>
                      <a:pt x="35" y="20"/>
                      <a:pt x="36" y="10"/>
                    </a:cubicBezTo>
                    <a:cubicBezTo>
                      <a:pt x="36" y="10"/>
                      <a:pt x="36" y="10"/>
                      <a:pt x="36" y="10"/>
                    </a:cubicBezTo>
                    <a:lnTo>
                      <a:pt x="36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20" name="Oval 1823">
                <a:extLst>
                  <a:ext uri="{FF2B5EF4-FFF2-40B4-BE49-F238E27FC236}">
                    <a16:creationId xmlns:a16="http://schemas.microsoft.com/office/drawing/2014/main" id="{62571B60-5211-4D1A-8D32-8F40C677A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1" y="2035"/>
                <a:ext cx="12" cy="12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21" name="Freeform 1824">
                <a:extLst>
                  <a:ext uri="{FF2B5EF4-FFF2-40B4-BE49-F238E27FC236}">
                    <a16:creationId xmlns:a16="http://schemas.microsoft.com/office/drawing/2014/main" id="{02E685A2-4945-4362-A277-3AAB8E4DC7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4" y="1966"/>
                <a:ext cx="56" cy="62"/>
              </a:xfrm>
              <a:custGeom>
                <a:avLst/>
                <a:gdLst>
                  <a:gd name="T0" fmla="*/ 80 w 82"/>
                  <a:gd name="T1" fmla="*/ 15 h 91"/>
                  <a:gd name="T2" fmla="*/ 64 w 82"/>
                  <a:gd name="T3" fmla="*/ 1 h 91"/>
                  <a:gd name="T4" fmla="*/ 45 w 82"/>
                  <a:gd name="T5" fmla="*/ 9 h 91"/>
                  <a:gd name="T6" fmla="*/ 34 w 82"/>
                  <a:gd name="T7" fmla="*/ 15 h 91"/>
                  <a:gd name="T8" fmla="*/ 27 w 82"/>
                  <a:gd name="T9" fmla="*/ 15 h 91"/>
                  <a:gd name="T10" fmla="*/ 11 w 82"/>
                  <a:gd name="T11" fmla="*/ 33 h 91"/>
                  <a:gd name="T12" fmla="*/ 15 w 82"/>
                  <a:gd name="T13" fmla="*/ 50 h 91"/>
                  <a:gd name="T14" fmla="*/ 7 w 82"/>
                  <a:gd name="T15" fmla="*/ 70 h 91"/>
                  <a:gd name="T16" fmla="*/ 6 w 82"/>
                  <a:gd name="T17" fmla="*/ 73 h 91"/>
                  <a:gd name="T18" fmla="*/ 1 w 82"/>
                  <a:gd name="T19" fmla="*/ 84 h 91"/>
                  <a:gd name="T20" fmla="*/ 8 w 82"/>
                  <a:gd name="T21" fmla="*/ 90 h 91"/>
                  <a:gd name="T22" fmla="*/ 16 w 82"/>
                  <a:gd name="T23" fmla="*/ 88 h 91"/>
                  <a:gd name="T24" fmla="*/ 20 w 82"/>
                  <a:gd name="T25" fmla="*/ 88 h 91"/>
                  <a:gd name="T26" fmla="*/ 28 w 82"/>
                  <a:gd name="T27" fmla="*/ 89 h 91"/>
                  <a:gd name="T28" fmla="*/ 51 w 82"/>
                  <a:gd name="T29" fmla="*/ 73 h 91"/>
                  <a:gd name="T30" fmla="*/ 52 w 82"/>
                  <a:gd name="T31" fmla="*/ 73 h 91"/>
                  <a:gd name="T32" fmla="*/ 73 w 82"/>
                  <a:gd name="T33" fmla="*/ 49 h 91"/>
                  <a:gd name="T34" fmla="*/ 72 w 82"/>
                  <a:gd name="T35" fmla="*/ 45 h 91"/>
                  <a:gd name="T36" fmla="*/ 75 w 82"/>
                  <a:gd name="T37" fmla="*/ 35 h 91"/>
                  <a:gd name="T38" fmla="*/ 80 w 82"/>
                  <a:gd name="T39" fmla="*/ 15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2" h="91">
                    <a:moveTo>
                      <a:pt x="80" y="15"/>
                    </a:moveTo>
                    <a:cubicBezTo>
                      <a:pt x="78" y="8"/>
                      <a:pt x="72" y="2"/>
                      <a:pt x="64" y="1"/>
                    </a:cubicBezTo>
                    <a:cubicBezTo>
                      <a:pt x="56" y="0"/>
                      <a:pt x="49" y="4"/>
                      <a:pt x="45" y="9"/>
                    </a:cubicBezTo>
                    <a:cubicBezTo>
                      <a:pt x="43" y="13"/>
                      <a:pt x="39" y="15"/>
                      <a:pt x="34" y="15"/>
                    </a:cubicBezTo>
                    <a:cubicBezTo>
                      <a:pt x="32" y="14"/>
                      <a:pt x="29" y="15"/>
                      <a:pt x="27" y="15"/>
                    </a:cubicBezTo>
                    <a:cubicBezTo>
                      <a:pt x="18" y="17"/>
                      <a:pt x="12" y="25"/>
                      <a:pt x="11" y="33"/>
                    </a:cubicBezTo>
                    <a:cubicBezTo>
                      <a:pt x="9" y="40"/>
                      <a:pt x="11" y="46"/>
                      <a:pt x="15" y="50"/>
                    </a:cubicBezTo>
                    <a:cubicBezTo>
                      <a:pt x="9" y="55"/>
                      <a:pt x="6" y="62"/>
                      <a:pt x="7" y="70"/>
                    </a:cubicBezTo>
                    <a:cubicBezTo>
                      <a:pt x="7" y="71"/>
                      <a:pt x="7" y="72"/>
                      <a:pt x="6" y="73"/>
                    </a:cubicBezTo>
                    <a:cubicBezTo>
                      <a:pt x="2" y="75"/>
                      <a:pt x="0" y="79"/>
                      <a:pt x="1" y="84"/>
                    </a:cubicBezTo>
                    <a:cubicBezTo>
                      <a:pt x="2" y="87"/>
                      <a:pt x="5" y="89"/>
                      <a:pt x="8" y="90"/>
                    </a:cubicBezTo>
                    <a:cubicBezTo>
                      <a:pt x="11" y="91"/>
                      <a:pt x="14" y="90"/>
                      <a:pt x="16" y="88"/>
                    </a:cubicBezTo>
                    <a:cubicBezTo>
                      <a:pt x="17" y="87"/>
                      <a:pt x="19" y="87"/>
                      <a:pt x="20" y="88"/>
                    </a:cubicBezTo>
                    <a:cubicBezTo>
                      <a:pt x="23" y="89"/>
                      <a:pt x="26" y="89"/>
                      <a:pt x="28" y="89"/>
                    </a:cubicBezTo>
                    <a:cubicBezTo>
                      <a:pt x="39" y="90"/>
                      <a:pt x="48" y="83"/>
                      <a:pt x="51" y="73"/>
                    </a:cubicBezTo>
                    <a:cubicBezTo>
                      <a:pt x="51" y="73"/>
                      <a:pt x="52" y="73"/>
                      <a:pt x="52" y="73"/>
                    </a:cubicBezTo>
                    <a:cubicBezTo>
                      <a:pt x="65" y="73"/>
                      <a:pt x="74" y="62"/>
                      <a:pt x="73" y="49"/>
                    </a:cubicBezTo>
                    <a:cubicBezTo>
                      <a:pt x="73" y="48"/>
                      <a:pt x="73" y="46"/>
                      <a:pt x="72" y="45"/>
                    </a:cubicBezTo>
                    <a:cubicBezTo>
                      <a:pt x="71" y="41"/>
                      <a:pt x="72" y="37"/>
                      <a:pt x="75" y="35"/>
                    </a:cubicBezTo>
                    <a:cubicBezTo>
                      <a:pt x="80" y="30"/>
                      <a:pt x="82" y="23"/>
                      <a:pt x="80" y="15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22" name="Rectangle 1825">
                <a:extLst>
                  <a:ext uri="{FF2B5EF4-FFF2-40B4-BE49-F238E27FC236}">
                    <a16:creationId xmlns:a16="http://schemas.microsoft.com/office/drawing/2014/main" id="{EE3B05CC-2EF5-47AB-9294-651060F4D4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1788"/>
                <a:ext cx="126" cy="134"/>
              </a:xfrm>
              <a:prstGeom prst="rect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23" name="Line 1826">
                <a:extLst>
                  <a:ext uri="{FF2B5EF4-FFF2-40B4-BE49-F238E27FC236}">
                    <a16:creationId xmlns:a16="http://schemas.microsoft.com/office/drawing/2014/main" id="{101F36FC-E28F-482E-B3B7-EBA8D00BAF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1857"/>
                <a:ext cx="126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24" name="Line 1827">
                <a:extLst>
                  <a:ext uri="{FF2B5EF4-FFF2-40B4-BE49-F238E27FC236}">
                    <a16:creationId xmlns:a16="http://schemas.microsoft.com/office/drawing/2014/main" id="{E2FA8443-02EF-4A87-80F5-77A6ACE366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2" y="1871"/>
                <a:ext cx="57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25" name="Line 1828">
                <a:extLst>
                  <a:ext uri="{FF2B5EF4-FFF2-40B4-BE49-F238E27FC236}">
                    <a16:creationId xmlns:a16="http://schemas.microsoft.com/office/drawing/2014/main" id="{E74E5BA5-DEAF-45EF-AF9F-95574E1D42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2" y="1886"/>
                <a:ext cx="57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26" name="Line 1829">
                <a:extLst>
                  <a:ext uri="{FF2B5EF4-FFF2-40B4-BE49-F238E27FC236}">
                    <a16:creationId xmlns:a16="http://schemas.microsoft.com/office/drawing/2014/main" id="{D74ECF5E-2F3A-4C0D-9889-FD5810AE18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2" y="1902"/>
                <a:ext cx="57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27" name="Line 1830">
                <a:extLst>
                  <a:ext uri="{FF2B5EF4-FFF2-40B4-BE49-F238E27FC236}">
                    <a16:creationId xmlns:a16="http://schemas.microsoft.com/office/drawing/2014/main" id="{C9E18EE1-C8B4-4BF6-8F85-C9696A9E10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2" y="1806"/>
                <a:ext cx="57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28" name="Line 1831">
                <a:extLst>
                  <a:ext uri="{FF2B5EF4-FFF2-40B4-BE49-F238E27FC236}">
                    <a16:creationId xmlns:a16="http://schemas.microsoft.com/office/drawing/2014/main" id="{7A8AAD32-2FB1-484C-9EDC-0473FFC267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2" y="1822"/>
                <a:ext cx="57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29" name="Line 1832">
                <a:extLst>
                  <a:ext uri="{FF2B5EF4-FFF2-40B4-BE49-F238E27FC236}">
                    <a16:creationId xmlns:a16="http://schemas.microsoft.com/office/drawing/2014/main" id="{13541941-5B06-4C24-809A-C8E46FB265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2" y="1838"/>
                <a:ext cx="27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30" name="Freeform 1833">
                <a:extLst>
                  <a:ext uri="{FF2B5EF4-FFF2-40B4-BE49-F238E27FC236}">
                    <a16:creationId xmlns:a16="http://schemas.microsoft.com/office/drawing/2014/main" id="{9BD58247-59E1-4682-847B-0E1528DAB5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9" y="1886"/>
                <a:ext cx="34" cy="24"/>
              </a:xfrm>
              <a:custGeom>
                <a:avLst/>
                <a:gdLst>
                  <a:gd name="T0" fmla="*/ 0 w 34"/>
                  <a:gd name="T1" fmla="*/ 0 h 24"/>
                  <a:gd name="T2" fmla="*/ 34 w 34"/>
                  <a:gd name="T3" fmla="*/ 0 h 24"/>
                  <a:gd name="T4" fmla="*/ 26 w 34"/>
                  <a:gd name="T5" fmla="*/ 24 h 24"/>
                  <a:gd name="T6" fmla="*/ 8 w 34"/>
                  <a:gd name="T7" fmla="*/ 24 h 24"/>
                  <a:gd name="T8" fmla="*/ 0 w 34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24">
                    <a:moveTo>
                      <a:pt x="0" y="0"/>
                    </a:moveTo>
                    <a:lnTo>
                      <a:pt x="34" y="0"/>
                    </a:lnTo>
                    <a:lnTo>
                      <a:pt x="26" y="24"/>
                    </a:lnTo>
                    <a:lnTo>
                      <a:pt x="8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31" name="Freeform 1834">
                <a:extLst>
                  <a:ext uri="{FF2B5EF4-FFF2-40B4-BE49-F238E27FC236}">
                    <a16:creationId xmlns:a16="http://schemas.microsoft.com/office/drawing/2014/main" id="{84AE8233-F22B-456F-A025-DF3905647A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8" y="1869"/>
                <a:ext cx="35" cy="16"/>
              </a:xfrm>
              <a:custGeom>
                <a:avLst/>
                <a:gdLst>
                  <a:gd name="T0" fmla="*/ 46 w 51"/>
                  <a:gd name="T1" fmla="*/ 12 h 23"/>
                  <a:gd name="T2" fmla="*/ 41 w 51"/>
                  <a:gd name="T3" fmla="*/ 12 h 23"/>
                  <a:gd name="T4" fmla="*/ 26 w 51"/>
                  <a:gd name="T5" fmla="*/ 0 h 23"/>
                  <a:gd name="T6" fmla="*/ 11 w 51"/>
                  <a:gd name="T7" fmla="*/ 12 h 23"/>
                  <a:gd name="T8" fmla="*/ 6 w 51"/>
                  <a:gd name="T9" fmla="*/ 12 h 23"/>
                  <a:gd name="T10" fmla="*/ 0 w 51"/>
                  <a:gd name="T11" fmla="*/ 18 h 23"/>
                  <a:gd name="T12" fmla="*/ 6 w 51"/>
                  <a:gd name="T13" fmla="*/ 23 h 23"/>
                  <a:gd name="T14" fmla="*/ 46 w 51"/>
                  <a:gd name="T15" fmla="*/ 23 h 23"/>
                  <a:gd name="T16" fmla="*/ 51 w 51"/>
                  <a:gd name="T17" fmla="*/ 18 h 23"/>
                  <a:gd name="T18" fmla="*/ 46 w 51"/>
                  <a:gd name="T19" fmla="*/ 12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" h="23">
                    <a:moveTo>
                      <a:pt x="46" y="12"/>
                    </a:moveTo>
                    <a:cubicBezTo>
                      <a:pt x="41" y="12"/>
                      <a:pt x="41" y="12"/>
                      <a:pt x="41" y="12"/>
                    </a:cubicBezTo>
                    <a:cubicBezTo>
                      <a:pt x="39" y="5"/>
                      <a:pt x="33" y="0"/>
                      <a:pt x="26" y="0"/>
                    </a:cubicBezTo>
                    <a:cubicBezTo>
                      <a:pt x="18" y="0"/>
                      <a:pt x="12" y="5"/>
                      <a:pt x="11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5"/>
                      <a:pt x="0" y="18"/>
                    </a:cubicBezTo>
                    <a:cubicBezTo>
                      <a:pt x="0" y="21"/>
                      <a:pt x="3" y="23"/>
                      <a:pt x="6" y="23"/>
                    </a:cubicBezTo>
                    <a:cubicBezTo>
                      <a:pt x="46" y="23"/>
                      <a:pt x="46" y="23"/>
                      <a:pt x="46" y="23"/>
                    </a:cubicBezTo>
                    <a:cubicBezTo>
                      <a:pt x="49" y="23"/>
                      <a:pt x="51" y="21"/>
                      <a:pt x="51" y="18"/>
                    </a:cubicBezTo>
                    <a:cubicBezTo>
                      <a:pt x="51" y="15"/>
                      <a:pt x="49" y="12"/>
                      <a:pt x="46" y="1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32" name="Freeform 1835">
                <a:extLst>
                  <a:ext uri="{FF2B5EF4-FFF2-40B4-BE49-F238E27FC236}">
                    <a16:creationId xmlns:a16="http://schemas.microsoft.com/office/drawing/2014/main" id="{1C52CA98-1147-4C88-887A-41B2A2876A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8" y="1886"/>
                <a:ext cx="5" cy="23"/>
              </a:xfrm>
              <a:custGeom>
                <a:avLst/>
                <a:gdLst>
                  <a:gd name="T0" fmla="*/ 0 w 5"/>
                  <a:gd name="T1" fmla="*/ 0 h 23"/>
                  <a:gd name="T2" fmla="*/ 5 w 5"/>
                  <a:gd name="T3" fmla="*/ 23 h 23"/>
                  <a:gd name="T4" fmla="*/ 0 w 5"/>
                  <a:gd name="T5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23">
                    <a:moveTo>
                      <a:pt x="0" y="0"/>
                    </a:moveTo>
                    <a:lnTo>
                      <a:pt x="5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33" name="Line 1836">
                <a:extLst>
                  <a:ext uri="{FF2B5EF4-FFF2-40B4-BE49-F238E27FC236}">
                    <a16:creationId xmlns:a16="http://schemas.microsoft.com/office/drawing/2014/main" id="{E5139EA9-3BE7-4712-81AA-3AFE6D614E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8" y="1886"/>
                <a:ext cx="5" cy="23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34" name="Freeform 1837">
                <a:extLst>
                  <a:ext uri="{FF2B5EF4-FFF2-40B4-BE49-F238E27FC236}">
                    <a16:creationId xmlns:a16="http://schemas.microsoft.com/office/drawing/2014/main" id="{041549CD-BFF1-430F-873D-2CAA50B6E8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9" y="1886"/>
                <a:ext cx="4" cy="23"/>
              </a:xfrm>
              <a:custGeom>
                <a:avLst/>
                <a:gdLst>
                  <a:gd name="T0" fmla="*/ 4 w 4"/>
                  <a:gd name="T1" fmla="*/ 0 h 23"/>
                  <a:gd name="T2" fmla="*/ 0 w 4"/>
                  <a:gd name="T3" fmla="*/ 23 h 23"/>
                  <a:gd name="T4" fmla="*/ 4 w 4"/>
                  <a:gd name="T5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3">
                    <a:moveTo>
                      <a:pt x="4" y="0"/>
                    </a:moveTo>
                    <a:lnTo>
                      <a:pt x="0" y="23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35" name="Line 1838">
                <a:extLst>
                  <a:ext uri="{FF2B5EF4-FFF2-40B4-BE49-F238E27FC236}">
                    <a16:creationId xmlns:a16="http://schemas.microsoft.com/office/drawing/2014/main" id="{29F804B7-0684-497A-BF7D-8B9BA58115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69" y="1886"/>
                <a:ext cx="4" cy="23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36" name="Freeform 1839">
                <a:extLst>
                  <a:ext uri="{FF2B5EF4-FFF2-40B4-BE49-F238E27FC236}">
                    <a16:creationId xmlns:a16="http://schemas.microsoft.com/office/drawing/2014/main" id="{37EE8B93-17DD-4D70-AD96-601F5AFAB0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9" y="1810"/>
                <a:ext cx="30" cy="37"/>
              </a:xfrm>
              <a:custGeom>
                <a:avLst/>
                <a:gdLst>
                  <a:gd name="T0" fmla="*/ 30 w 30"/>
                  <a:gd name="T1" fmla="*/ 0 h 37"/>
                  <a:gd name="T2" fmla="*/ 24 w 30"/>
                  <a:gd name="T3" fmla="*/ 37 h 37"/>
                  <a:gd name="T4" fmla="*/ 7 w 30"/>
                  <a:gd name="T5" fmla="*/ 37 h 37"/>
                  <a:gd name="T6" fmla="*/ 0 w 30"/>
                  <a:gd name="T7" fmla="*/ 0 h 37"/>
                  <a:gd name="T8" fmla="*/ 30 w 30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7">
                    <a:moveTo>
                      <a:pt x="30" y="0"/>
                    </a:moveTo>
                    <a:lnTo>
                      <a:pt x="24" y="37"/>
                    </a:lnTo>
                    <a:lnTo>
                      <a:pt x="7" y="37"/>
                    </a:lnTo>
                    <a:lnTo>
                      <a:pt x="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37" name="Freeform 1840">
                <a:extLst>
                  <a:ext uri="{FF2B5EF4-FFF2-40B4-BE49-F238E27FC236}">
                    <a16:creationId xmlns:a16="http://schemas.microsoft.com/office/drawing/2014/main" id="{1E9FAF10-2CFC-4A2F-B8E6-D6C5E9AAD2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6" y="1801"/>
                <a:ext cx="36" cy="10"/>
              </a:xfrm>
              <a:custGeom>
                <a:avLst/>
                <a:gdLst>
                  <a:gd name="T0" fmla="*/ 49 w 53"/>
                  <a:gd name="T1" fmla="*/ 14 h 14"/>
                  <a:gd name="T2" fmla="*/ 4 w 53"/>
                  <a:gd name="T3" fmla="*/ 14 h 14"/>
                  <a:gd name="T4" fmla="*/ 0 w 53"/>
                  <a:gd name="T5" fmla="*/ 9 h 14"/>
                  <a:gd name="T6" fmla="*/ 0 w 53"/>
                  <a:gd name="T7" fmla="*/ 5 h 14"/>
                  <a:gd name="T8" fmla="*/ 4 w 53"/>
                  <a:gd name="T9" fmla="*/ 0 h 14"/>
                  <a:gd name="T10" fmla="*/ 49 w 53"/>
                  <a:gd name="T11" fmla="*/ 0 h 14"/>
                  <a:gd name="T12" fmla="*/ 53 w 53"/>
                  <a:gd name="T13" fmla="*/ 5 h 14"/>
                  <a:gd name="T14" fmla="*/ 53 w 53"/>
                  <a:gd name="T15" fmla="*/ 9 h 14"/>
                  <a:gd name="T16" fmla="*/ 49 w 53"/>
                  <a:gd name="T1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3" h="14">
                    <a:moveTo>
                      <a:pt x="49" y="14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51" y="0"/>
                      <a:pt x="53" y="2"/>
                      <a:pt x="53" y="5"/>
                    </a:cubicBezTo>
                    <a:cubicBezTo>
                      <a:pt x="53" y="9"/>
                      <a:pt x="53" y="9"/>
                      <a:pt x="53" y="9"/>
                    </a:cubicBezTo>
                    <a:cubicBezTo>
                      <a:pt x="53" y="12"/>
                      <a:pt x="51" y="14"/>
                      <a:pt x="49" y="1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38" name="Oval 1841">
                <a:extLst>
                  <a:ext uri="{FF2B5EF4-FFF2-40B4-BE49-F238E27FC236}">
                    <a16:creationId xmlns:a16="http://schemas.microsoft.com/office/drawing/2014/main" id="{3D8DD86F-D8BE-4B65-B450-EEF844203B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3" y="1957"/>
                <a:ext cx="12" cy="12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39" name="Rectangle 1842">
                <a:extLst>
                  <a:ext uri="{FF2B5EF4-FFF2-40B4-BE49-F238E27FC236}">
                    <a16:creationId xmlns:a16="http://schemas.microsoft.com/office/drawing/2014/main" id="{2F349516-4D97-40FD-9B72-925B149ED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9" y="2050"/>
                <a:ext cx="34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40" name="Freeform 1843">
                <a:extLst>
                  <a:ext uri="{FF2B5EF4-FFF2-40B4-BE49-F238E27FC236}">
                    <a16:creationId xmlns:a16="http://schemas.microsoft.com/office/drawing/2014/main" id="{4CD3D3BE-B60B-4CAF-A2A4-3EFA5F2861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0" y="1959"/>
                <a:ext cx="68" cy="55"/>
              </a:xfrm>
              <a:custGeom>
                <a:avLst/>
                <a:gdLst>
                  <a:gd name="T0" fmla="*/ 9 w 100"/>
                  <a:gd name="T1" fmla="*/ 81 h 81"/>
                  <a:gd name="T2" fmla="*/ 17 w 100"/>
                  <a:gd name="T3" fmla="*/ 73 h 81"/>
                  <a:gd name="T4" fmla="*/ 100 w 100"/>
                  <a:gd name="T5" fmla="*/ 68 h 81"/>
                  <a:gd name="T6" fmla="*/ 82 w 100"/>
                  <a:gd name="T7" fmla="*/ 10 h 81"/>
                  <a:gd name="T8" fmla="*/ 63 w 100"/>
                  <a:gd name="T9" fmla="*/ 0 h 81"/>
                  <a:gd name="T10" fmla="*/ 20 w 100"/>
                  <a:gd name="T11" fmla="*/ 0 h 81"/>
                  <a:gd name="T12" fmla="*/ 0 w 100"/>
                  <a:gd name="T13" fmla="*/ 15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0" h="81">
                    <a:moveTo>
                      <a:pt x="9" y="81"/>
                    </a:moveTo>
                    <a:cubicBezTo>
                      <a:pt x="17" y="73"/>
                      <a:pt x="17" y="73"/>
                      <a:pt x="17" y="73"/>
                    </a:cubicBezTo>
                    <a:cubicBezTo>
                      <a:pt x="100" y="68"/>
                      <a:pt x="100" y="68"/>
                      <a:pt x="100" y="68"/>
                    </a:cubicBezTo>
                    <a:cubicBezTo>
                      <a:pt x="82" y="10"/>
                      <a:pt x="82" y="10"/>
                      <a:pt x="82" y="10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0"/>
                      <a:pt x="10" y="6"/>
                      <a:pt x="0" y="15"/>
                    </a:cubicBezTo>
                  </a:path>
                </a:pathLst>
              </a:custGeom>
              <a:solidFill>
                <a:srgbClr val="C193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41" name="Freeform 1844">
                <a:extLst>
                  <a:ext uri="{FF2B5EF4-FFF2-40B4-BE49-F238E27FC236}">
                    <a16:creationId xmlns:a16="http://schemas.microsoft.com/office/drawing/2014/main" id="{5172BBB9-AE89-4973-8D59-5ACC019FC1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6" y="1969"/>
                <a:ext cx="80" cy="87"/>
              </a:xfrm>
              <a:custGeom>
                <a:avLst/>
                <a:gdLst>
                  <a:gd name="T0" fmla="*/ 0 w 117"/>
                  <a:gd name="T1" fmla="*/ 51 h 128"/>
                  <a:gd name="T2" fmla="*/ 28 w 117"/>
                  <a:gd name="T3" fmla="*/ 107 h 128"/>
                  <a:gd name="T4" fmla="*/ 74 w 117"/>
                  <a:gd name="T5" fmla="*/ 113 h 128"/>
                  <a:gd name="T6" fmla="*/ 117 w 117"/>
                  <a:gd name="T7" fmla="*/ 66 h 128"/>
                  <a:gd name="T8" fmla="*/ 108 w 117"/>
                  <a:gd name="T9" fmla="*/ 0 h 128"/>
                  <a:gd name="T10" fmla="*/ 95 w 117"/>
                  <a:gd name="T11" fmla="*/ 12 h 128"/>
                  <a:gd name="T12" fmla="*/ 51 w 117"/>
                  <a:gd name="T13" fmla="*/ 66 h 128"/>
                  <a:gd name="T14" fmla="*/ 22 w 117"/>
                  <a:gd name="T15" fmla="*/ 34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7" h="128">
                    <a:moveTo>
                      <a:pt x="0" y="51"/>
                    </a:moveTo>
                    <a:cubicBezTo>
                      <a:pt x="28" y="107"/>
                      <a:pt x="28" y="107"/>
                      <a:pt x="28" y="107"/>
                    </a:cubicBezTo>
                    <a:cubicBezTo>
                      <a:pt x="36" y="124"/>
                      <a:pt x="60" y="128"/>
                      <a:pt x="74" y="113"/>
                    </a:cubicBezTo>
                    <a:cubicBezTo>
                      <a:pt x="117" y="66"/>
                      <a:pt x="117" y="66"/>
                      <a:pt x="117" y="66"/>
                    </a:cubicBezTo>
                    <a:cubicBezTo>
                      <a:pt x="108" y="0"/>
                      <a:pt x="108" y="0"/>
                      <a:pt x="108" y="0"/>
                    </a:cubicBezTo>
                    <a:cubicBezTo>
                      <a:pt x="104" y="3"/>
                      <a:pt x="99" y="8"/>
                      <a:pt x="95" y="12"/>
                    </a:cubicBezTo>
                    <a:cubicBezTo>
                      <a:pt x="82" y="28"/>
                      <a:pt x="51" y="66"/>
                      <a:pt x="51" y="66"/>
                    </a:cubicBezTo>
                    <a:cubicBezTo>
                      <a:pt x="51" y="66"/>
                      <a:pt x="29" y="42"/>
                      <a:pt x="22" y="34"/>
                    </a:cubicBezTo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42" name="Freeform 1845">
                <a:extLst>
                  <a:ext uri="{FF2B5EF4-FFF2-40B4-BE49-F238E27FC236}">
                    <a16:creationId xmlns:a16="http://schemas.microsoft.com/office/drawing/2014/main" id="{A1EA3491-B30B-47EF-9764-202F7472E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3" y="1961"/>
                <a:ext cx="110" cy="141"/>
              </a:xfrm>
              <a:custGeom>
                <a:avLst/>
                <a:gdLst>
                  <a:gd name="T0" fmla="*/ 33 w 163"/>
                  <a:gd name="T1" fmla="*/ 18 h 208"/>
                  <a:gd name="T2" fmla="*/ 24 w 163"/>
                  <a:gd name="T3" fmla="*/ 42 h 208"/>
                  <a:gd name="T4" fmla="*/ 18 w 163"/>
                  <a:gd name="T5" fmla="*/ 108 h 208"/>
                  <a:gd name="T6" fmla="*/ 24 w 163"/>
                  <a:gd name="T7" fmla="*/ 163 h 208"/>
                  <a:gd name="T8" fmla="*/ 103 w 163"/>
                  <a:gd name="T9" fmla="*/ 190 h 208"/>
                  <a:gd name="T10" fmla="*/ 163 w 163"/>
                  <a:gd name="T11" fmla="*/ 191 h 208"/>
                  <a:gd name="T12" fmla="*/ 156 w 163"/>
                  <a:gd name="T13" fmla="*/ 31 h 208"/>
                  <a:gd name="T14" fmla="*/ 114 w 163"/>
                  <a:gd name="T15" fmla="*/ 3 h 208"/>
                  <a:gd name="T16" fmla="*/ 60 w 163"/>
                  <a:gd name="T17" fmla="*/ 39 h 208"/>
                  <a:gd name="T18" fmla="*/ 54 w 163"/>
                  <a:gd name="T19" fmla="*/ 35 h 208"/>
                  <a:gd name="T20" fmla="*/ 54 w 163"/>
                  <a:gd name="T21" fmla="*/ 0 h 208"/>
                  <a:gd name="T22" fmla="*/ 42 w 163"/>
                  <a:gd name="T23" fmla="*/ 10 h 208"/>
                  <a:gd name="T24" fmla="*/ 33 w 163"/>
                  <a:gd name="T25" fmla="*/ 1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3" h="208">
                    <a:moveTo>
                      <a:pt x="33" y="18"/>
                    </a:moveTo>
                    <a:cubicBezTo>
                      <a:pt x="33" y="18"/>
                      <a:pt x="26" y="36"/>
                      <a:pt x="24" y="42"/>
                    </a:cubicBezTo>
                    <a:cubicBezTo>
                      <a:pt x="21" y="58"/>
                      <a:pt x="23" y="99"/>
                      <a:pt x="18" y="108"/>
                    </a:cubicBezTo>
                    <a:cubicBezTo>
                      <a:pt x="13" y="118"/>
                      <a:pt x="0" y="146"/>
                      <a:pt x="24" y="163"/>
                    </a:cubicBezTo>
                    <a:cubicBezTo>
                      <a:pt x="48" y="181"/>
                      <a:pt x="103" y="190"/>
                      <a:pt x="103" y="190"/>
                    </a:cubicBezTo>
                    <a:cubicBezTo>
                      <a:pt x="103" y="190"/>
                      <a:pt x="153" y="208"/>
                      <a:pt x="163" y="191"/>
                    </a:cubicBezTo>
                    <a:cubicBezTo>
                      <a:pt x="156" y="31"/>
                      <a:pt x="156" y="31"/>
                      <a:pt x="156" y="31"/>
                    </a:cubicBezTo>
                    <a:cubicBezTo>
                      <a:pt x="156" y="31"/>
                      <a:pt x="148" y="20"/>
                      <a:pt x="114" y="3"/>
                    </a:cubicBezTo>
                    <a:cubicBezTo>
                      <a:pt x="106" y="10"/>
                      <a:pt x="74" y="30"/>
                      <a:pt x="60" y="39"/>
                    </a:cubicBezTo>
                    <a:cubicBezTo>
                      <a:pt x="57" y="40"/>
                      <a:pt x="54" y="38"/>
                      <a:pt x="54" y="35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4" y="0"/>
                      <a:pt x="43" y="9"/>
                      <a:pt x="42" y="10"/>
                    </a:cubicBezTo>
                    <a:cubicBezTo>
                      <a:pt x="40" y="12"/>
                      <a:pt x="38" y="13"/>
                      <a:pt x="33" y="18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43" name="Freeform 1846">
                <a:extLst>
                  <a:ext uri="{FF2B5EF4-FFF2-40B4-BE49-F238E27FC236}">
                    <a16:creationId xmlns:a16="http://schemas.microsoft.com/office/drawing/2014/main" id="{D835E913-A618-484A-8130-4C97E23D98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2" y="1935"/>
                <a:ext cx="31" cy="32"/>
              </a:xfrm>
              <a:custGeom>
                <a:avLst/>
                <a:gdLst>
                  <a:gd name="T0" fmla="*/ 31 w 31"/>
                  <a:gd name="T1" fmla="*/ 30 h 32"/>
                  <a:gd name="T2" fmla="*/ 1 w 31"/>
                  <a:gd name="T3" fmla="*/ 32 h 32"/>
                  <a:gd name="T4" fmla="*/ 0 w 31"/>
                  <a:gd name="T5" fmla="*/ 2 h 32"/>
                  <a:gd name="T6" fmla="*/ 29 w 31"/>
                  <a:gd name="T7" fmla="*/ 0 h 32"/>
                  <a:gd name="T8" fmla="*/ 31 w 31"/>
                  <a:gd name="T9" fmla="*/ 3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32">
                    <a:moveTo>
                      <a:pt x="31" y="30"/>
                    </a:moveTo>
                    <a:lnTo>
                      <a:pt x="1" y="32"/>
                    </a:lnTo>
                    <a:lnTo>
                      <a:pt x="0" y="2"/>
                    </a:lnTo>
                    <a:lnTo>
                      <a:pt x="29" y="0"/>
                    </a:lnTo>
                    <a:lnTo>
                      <a:pt x="31" y="30"/>
                    </a:lnTo>
                    <a:close/>
                  </a:path>
                </a:pathLst>
              </a:custGeom>
              <a:solidFill>
                <a:srgbClr val="C193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44" name="Freeform 1847">
                <a:extLst>
                  <a:ext uri="{FF2B5EF4-FFF2-40B4-BE49-F238E27FC236}">
                    <a16:creationId xmlns:a16="http://schemas.microsoft.com/office/drawing/2014/main" id="{C569764C-6FCD-4124-916A-00E3D6FDDC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4" y="1974"/>
                <a:ext cx="47" cy="29"/>
              </a:xfrm>
              <a:custGeom>
                <a:avLst/>
                <a:gdLst>
                  <a:gd name="T0" fmla="*/ 70 w 70"/>
                  <a:gd name="T1" fmla="*/ 27 h 43"/>
                  <a:gd name="T2" fmla="*/ 48 w 70"/>
                  <a:gd name="T3" fmla="*/ 16 h 43"/>
                  <a:gd name="T4" fmla="*/ 25 w 70"/>
                  <a:gd name="T5" fmla="*/ 17 h 43"/>
                  <a:gd name="T6" fmla="*/ 12 w 70"/>
                  <a:gd name="T7" fmla="*/ 4 h 43"/>
                  <a:gd name="T8" fmla="*/ 4 w 70"/>
                  <a:gd name="T9" fmla="*/ 0 h 43"/>
                  <a:gd name="T10" fmla="*/ 4 w 70"/>
                  <a:gd name="T11" fmla="*/ 7 h 43"/>
                  <a:gd name="T12" fmla="*/ 14 w 70"/>
                  <a:gd name="T13" fmla="*/ 24 h 43"/>
                  <a:gd name="T14" fmla="*/ 21 w 70"/>
                  <a:gd name="T15" fmla="*/ 31 h 43"/>
                  <a:gd name="T16" fmla="*/ 48 w 70"/>
                  <a:gd name="T17" fmla="*/ 42 h 43"/>
                  <a:gd name="T18" fmla="*/ 49 w 70"/>
                  <a:gd name="T19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0" h="43">
                    <a:moveTo>
                      <a:pt x="70" y="27"/>
                    </a:moveTo>
                    <a:cubicBezTo>
                      <a:pt x="63" y="19"/>
                      <a:pt x="59" y="15"/>
                      <a:pt x="48" y="16"/>
                    </a:cubicBezTo>
                    <a:cubicBezTo>
                      <a:pt x="36" y="16"/>
                      <a:pt x="25" y="17"/>
                      <a:pt x="25" y="17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8" y="0"/>
                      <a:pt x="4" y="0"/>
                    </a:cubicBezTo>
                    <a:cubicBezTo>
                      <a:pt x="0" y="0"/>
                      <a:pt x="2" y="3"/>
                      <a:pt x="4" y="7"/>
                    </a:cubicBezTo>
                    <a:cubicBezTo>
                      <a:pt x="6" y="9"/>
                      <a:pt x="11" y="18"/>
                      <a:pt x="14" y="24"/>
                    </a:cubicBezTo>
                    <a:cubicBezTo>
                      <a:pt x="16" y="27"/>
                      <a:pt x="18" y="29"/>
                      <a:pt x="21" y="31"/>
                    </a:cubicBezTo>
                    <a:cubicBezTo>
                      <a:pt x="48" y="42"/>
                      <a:pt x="48" y="42"/>
                      <a:pt x="48" y="42"/>
                    </a:cubicBezTo>
                    <a:cubicBezTo>
                      <a:pt x="49" y="43"/>
                      <a:pt x="49" y="43"/>
                      <a:pt x="49" y="43"/>
                    </a:cubicBezTo>
                  </a:path>
                </a:pathLst>
              </a:custGeom>
              <a:solidFill>
                <a:srgbClr val="C193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45" name="Freeform 1848">
                <a:extLst>
                  <a:ext uri="{FF2B5EF4-FFF2-40B4-BE49-F238E27FC236}">
                    <a16:creationId xmlns:a16="http://schemas.microsoft.com/office/drawing/2014/main" id="{71A4DA41-F106-4B02-B2B7-A9412161B2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1978"/>
                <a:ext cx="33" cy="33"/>
              </a:xfrm>
              <a:custGeom>
                <a:avLst/>
                <a:gdLst>
                  <a:gd name="T0" fmla="*/ 1 w 49"/>
                  <a:gd name="T1" fmla="*/ 25 h 48"/>
                  <a:gd name="T2" fmla="*/ 26 w 49"/>
                  <a:gd name="T3" fmla="*/ 48 h 48"/>
                  <a:gd name="T4" fmla="*/ 48 w 49"/>
                  <a:gd name="T5" fmla="*/ 23 h 48"/>
                  <a:gd name="T6" fmla="*/ 23 w 49"/>
                  <a:gd name="T7" fmla="*/ 0 h 48"/>
                  <a:gd name="T8" fmla="*/ 1 w 49"/>
                  <a:gd name="T9" fmla="*/ 25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48">
                    <a:moveTo>
                      <a:pt x="1" y="25"/>
                    </a:moveTo>
                    <a:cubicBezTo>
                      <a:pt x="2" y="38"/>
                      <a:pt x="13" y="48"/>
                      <a:pt x="26" y="48"/>
                    </a:cubicBezTo>
                    <a:cubicBezTo>
                      <a:pt x="39" y="47"/>
                      <a:pt x="49" y="36"/>
                      <a:pt x="48" y="23"/>
                    </a:cubicBezTo>
                    <a:cubicBezTo>
                      <a:pt x="48" y="10"/>
                      <a:pt x="36" y="0"/>
                      <a:pt x="23" y="0"/>
                    </a:cubicBezTo>
                    <a:cubicBezTo>
                      <a:pt x="10" y="1"/>
                      <a:pt x="0" y="12"/>
                      <a:pt x="1" y="25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46" name="Freeform 1849">
                <a:extLst>
                  <a:ext uri="{FF2B5EF4-FFF2-40B4-BE49-F238E27FC236}">
                    <a16:creationId xmlns:a16="http://schemas.microsoft.com/office/drawing/2014/main" id="{C0EC3031-0BC9-4DBB-BE94-573CE8EDAF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991"/>
                <a:ext cx="58" cy="87"/>
              </a:xfrm>
              <a:custGeom>
                <a:avLst/>
                <a:gdLst>
                  <a:gd name="T0" fmla="*/ 32 w 58"/>
                  <a:gd name="T1" fmla="*/ 0 h 87"/>
                  <a:gd name="T2" fmla="*/ 58 w 58"/>
                  <a:gd name="T3" fmla="*/ 80 h 87"/>
                  <a:gd name="T4" fmla="*/ 26 w 58"/>
                  <a:gd name="T5" fmla="*/ 87 h 87"/>
                  <a:gd name="T6" fmla="*/ 0 w 58"/>
                  <a:gd name="T7" fmla="*/ 9 h 87"/>
                  <a:gd name="T8" fmla="*/ 32 w 58"/>
                  <a:gd name="T9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87">
                    <a:moveTo>
                      <a:pt x="32" y="0"/>
                    </a:moveTo>
                    <a:lnTo>
                      <a:pt x="58" y="80"/>
                    </a:lnTo>
                    <a:lnTo>
                      <a:pt x="26" y="87"/>
                    </a:lnTo>
                    <a:lnTo>
                      <a:pt x="0" y="9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47" name="Freeform 1850">
                <a:extLst>
                  <a:ext uri="{FF2B5EF4-FFF2-40B4-BE49-F238E27FC236}">
                    <a16:creationId xmlns:a16="http://schemas.microsoft.com/office/drawing/2014/main" id="{86C76B7D-3823-40CD-8EA6-CFF36A3D10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2" y="1906"/>
                <a:ext cx="40" cy="57"/>
              </a:xfrm>
              <a:custGeom>
                <a:avLst/>
                <a:gdLst>
                  <a:gd name="T0" fmla="*/ 45 w 59"/>
                  <a:gd name="T1" fmla="*/ 74 h 83"/>
                  <a:gd name="T2" fmla="*/ 12 w 59"/>
                  <a:gd name="T3" fmla="*/ 72 h 83"/>
                  <a:gd name="T4" fmla="*/ 6 w 59"/>
                  <a:gd name="T5" fmla="*/ 37 h 83"/>
                  <a:gd name="T6" fmla="*/ 7 w 59"/>
                  <a:gd name="T7" fmla="*/ 14 h 83"/>
                  <a:gd name="T8" fmla="*/ 58 w 59"/>
                  <a:gd name="T9" fmla="*/ 18 h 83"/>
                  <a:gd name="T10" fmla="*/ 59 w 59"/>
                  <a:gd name="T11" fmla="*/ 72 h 83"/>
                  <a:gd name="T12" fmla="*/ 45 w 59"/>
                  <a:gd name="T13" fmla="*/ 74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9" h="83">
                    <a:moveTo>
                      <a:pt x="45" y="74"/>
                    </a:moveTo>
                    <a:cubicBezTo>
                      <a:pt x="45" y="74"/>
                      <a:pt x="25" y="83"/>
                      <a:pt x="12" y="72"/>
                    </a:cubicBezTo>
                    <a:cubicBezTo>
                      <a:pt x="0" y="61"/>
                      <a:pt x="6" y="38"/>
                      <a:pt x="6" y="37"/>
                    </a:cubicBezTo>
                    <a:cubicBezTo>
                      <a:pt x="5" y="33"/>
                      <a:pt x="3" y="24"/>
                      <a:pt x="7" y="14"/>
                    </a:cubicBezTo>
                    <a:cubicBezTo>
                      <a:pt x="13" y="0"/>
                      <a:pt x="58" y="18"/>
                      <a:pt x="58" y="18"/>
                    </a:cubicBezTo>
                    <a:cubicBezTo>
                      <a:pt x="59" y="72"/>
                      <a:pt x="59" y="72"/>
                      <a:pt x="59" y="72"/>
                    </a:cubicBezTo>
                    <a:lnTo>
                      <a:pt x="45" y="74"/>
                    </a:lnTo>
                    <a:close/>
                  </a:path>
                </a:pathLst>
              </a:custGeom>
              <a:solidFill>
                <a:srgbClr val="C193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48" name="Freeform 1851">
                <a:extLst>
                  <a:ext uri="{FF2B5EF4-FFF2-40B4-BE49-F238E27FC236}">
                    <a16:creationId xmlns:a16="http://schemas.microsoft.com/office/drawing/2014/main" id="{4EB6DA97-C25A-4E06-B15F-D8C27C13FC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8" y="1942"/>
                <a:ext cx="8" cy="3"/>
              </a:xfrm>
              <a:custGeom>
                <a:avLst/>
                <a:gdLst>
                  <a:gd name="T0" fmla="*/ 0 w 11"/>
                  <a:gd name="T1" fmla="*/ 4 h 5"/>
                  <a:gd name="T2" fmla="*/ 11 w 11"/>
                  <a:gd name="T3" fmla="*/ 0 h 5"/>
                  <a:gd name="T4" fmla="*/ 0 w 11"/>
                  <a:gd name="T5" fmla="*/ 0 h 5"/>
                  <a:gd name="T6" fmla="*/ 0 w 11"/>
                  <a:gd name="T7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5">
                    <a:moveTo>
                      <a:pt x="0" y="4"/>
                    </a:moveTo>
                    <a:cubicBezTo>
                      <a:pt x="8" y="5"/>
                      <a:pt x="11" y="0"/>
                      <a:pt x="1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49" name="Freeform 1852">
                <a:extLst>
                  <a:ext uri="{FF2B5EF4-FFF2-40B4-BE49-F238E27FC236}">
                    <a16:creationId xmlns:a16="http://schemas.microsoft.com/office/drawing/2014/main" id="{D5C07B78-ACCC-4F15-9778-F785314510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1" y="1926"/>
                <a:ext cx="5" cy="14"/>
              </a:xfrm>
              <a:custGeom>
                <a:avLst/>
                <a:gdLst>
                  <a:gd name="T0" fmla="*/ 8 w 8"/>
                  <a:gd name="T1" fmla="*/ 18 h 21"/>
                  <a:gd name="T2" fmla="*/ 0 w 8"/>
                  <a:gd name="T3" fmla="*/ 14 h 21"/>
                  <a:gd name="T4" fmla="*/ 2 w 8"/>
                  <a:gd name="T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21">
                    <a:moveTo>
                      <a:pt x="8" y="18"/>
                    </a:moveTo>
                    <a:cubicBezTo>
                      <a:pt x="8" y="18"/>
                      <a:pt x="0" y="21"/>
                      <a:pt x="0" y="14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50" name="Freeform 1853">
                <a:extLst>
                  <a:ext uri="{FF2B5EF4-FFF2-40B4-BE49-F238E27FC236}">
                    <a16:creationId xmlns:a16="http://schemas.microsoft.com/office/drawing/2014/main" id="{EF66D8BB-5F6B-446F-8EB3-19CDE1685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8" y="1930"/>
                <a:ext cx="2" cy="3"/>
              </a:xfrm>
              <a:custGeom>
                <a:avLst/>
                <a:gdLst>
                  <a:gd name="T0" fmla="*/ 0 w 3"/>
                  <a:gd name="T1" fmla="*/ 3 h 5"/>
                  <a:gd name="T2" fmla="*/ 2 w 3"/>
                  <a:gd name="T3" fmla="*/ 5 h 5"/>
                  <a:gd name="T4" fmla="*/ 3 w 3"/>
                  <a:gd name="T5" fmla="*/ 2 h 5"/>
                  <a:gd name="T6" fmla="*/ 2 w 3"/>
                  <a:gd name="T7" fmla="*/ 0 h 5"/>
                  <a:gd name="T8" fmla="*/ 0 w 3"/>
                  <a:gd name="T9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0" y="3"/>
                    </a:moveTo>
                    <a:cubicBezTo>
                      <a:pt x="0" y="4"/>
                      <a:pt x="1" y="5"/>
                      <a:pt x="2" y="5"/>
                    </a:cubicBezTo>
                    <a:cubicBezTo>
                      <a:pt x="3" y="5"/>
                      <a:pt x="3" y="4"/>
                      <a:pt x="3" y="2"/>
                    </a:cubicBezTo>
                    <a:cubicBezTo>
                      <a:pt x="3" y="1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51" name="Freeform 1854">
                <a:extLst>
                  <a:ext uri="{FF2B5EF4-FFF2-40B4-BE49-F238E27FC236}">
                    <a16:creationId xmlns:a16="http://schemas.microsoft.com/office/drawing/2014/main" id="{2BECC0F5-6A8D-4C11-AA71-2A92EEECDE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2" y="1929"/>
                <a:ext cx="2" cy="4"/>
              </a:xfrm>
              <a:custGeom>
                <a:avLst/>
                <a:gdLst>
                  <a:gd name="T0" fmla="*/ 0 w 3"/>
                  <a:gd name="T1" fmla="*/ 2 h 5"/>
                  <a:gd name="T2" fmla="*/ 2 w 3"/>
                  <a:gd name="T3" fmla="*/ 4 h 5"/>
                  <a:gd name="T4" fmla="*/ 3 w 3"/>
                  <a:gd name="T5" fmla="*/ 2 h 5"/>
                  <a:gd name="T6" fmla="*/ 2 w 3"/>
                  <a:gd name="T7" fmla="*/ 0 h 5"/>
                  <a:gd name="T8" fmla="*/ 0 w 3"/>
                  <a:gd name="T9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0" y="2"/>
                    </a:moveTo>
                    <a:cubicBezTo>
                      <a:pt x="0" y="4"/>
                      <a:pt x="1" y="5"/>
                      <a:pt x="2" y="4"/>
                    </a:cubicBezTo>
                    <a:cubicBezTo>
                      <a:pt x="3" y="4"/>
                      <a:pt x="3" y="3"/>
                      <a:pt x="3" y="2"/>
                    </a:cubicBezTo>
                    <a:cubicBezTo>
                      <a:pt x="3" y="1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52" name="Freeform 1855">
                <a:extLst>
                  <a:ext uri="{FF2B5EF4-FFF2-40B4-BE49-F238E27FC236}">
                    <a16:creationId xmlns:a16="http://schemas.microsoft.com/office/drawing/2014/main" id="{C2E41C67-8638-46B8-8E3A-E12564CAB3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3" y="1957"/>
                <a:ext cx="13" cy="2"/>
              </a:xfrm>
              <a:custGeom>
                <a:avLst/>
                <a:gdLst>
                  <a:gd name="T0" fmla="*/ 0 w 19"/>
                  <a:gd name="T1" fmla="*/ 0 h 3"/>
                  <a:gd name="T2" fmla="*/ 19 w 19"/>
                  <a:gd name="T3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" h="3">
                    <a:moveTo>
                      <a:pt x="0" y="0"/>
                    </a:moveTo>
                    <a:cubicBezTo>
                      <a:pt x="0" y="0"/>
                      <a:pt x="7" y="3"/>
                      <a:pt x="19" y="1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53" name="Freeform 1856">
                <a:extLst>
                  <a:ext uri="{FF2B5EF4-FFF2-40B4-BE49-F238E27FC236}">
                    <a16:creationId xmlns:a16="http://schemas.microsoft.com/office/drawing/2014/main" id="{AF6FBDDE-2FBB-4054-827E-49BB734EAA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1926"/>
                <a:ext cx="5" cy="2"/>
              </a:xfrm>
              <a:custGeom>
                <a:avLst/>
                <a:gdLst>
                  <a:gd name="T0" fmla="*/ 0 w 7"/>
                  <a:gd name="T1" fmla="*/ 1 h 3"/>
                  <a:gd name="T2" fmla="*/ 7 w 7"/>
                  <a:gd name="T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" h="3">
                    <a:moveTo>
                      <a:pt x="0" y="1"/>
                    </a:moveTo>
                    <a:cubicBezTo>
                      <a:pt x="0" y="1"/>
                      <a:pt x="4" y="0"/>
                      <a:pt x="7" y="3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54" name="Freeform 1857">
                <a:extLst>
                  <a:ext uri="{FF2B5EF4-FFF2-40B4-BE49-F238E27FC236}">
                    <a16:creationId xmlns:a16="http://schemas.microsoft.com/office/drawing/2014/main" id="{AC0A2D48-CCD2-4021-9B33-DB8ED3D88E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7" y="1926"/>
                <a:ext cx="4" cy="2"/>
              </a:xfrm>
              <a:custGeom>
                <a:avLst/>
                <a:gdLst>
                  <a:gd name="T0" fmla="*/ 0 w 6"/>
                  <a:gd name="T1" fmla="*/ 1 h 3"/>
                  <a:gd name="T2" fmla="*/ 6 w 6"/>
                  <a:gd name="T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" h="3">
                    <a:moveTo>
                      <a:pt x="0" y="1"/>
                    </a:moveTo>
                    <a:cubicBezTo>
                      <a:pt x="0" y="1"/>
                      <a:pt x="2" y="0"/>
                      <a:pt x="6" y="3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55" name="Freeform 1858">
                <a:extLst>
                  <a:ext uri="{FF2B5EF4-FFF2-40B4-BE49-F238E27FC236}">
                    <a16:creationId xmlns:a16="http://schemas.microsoft.com/office/drawing/2014/main" id="{9E6D2D8A-2DBB-4564-B6BC-F80C84344C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5" y="1901"/>
                <a:ext cx="41" cy="29"/>
              </a:xfrm>
              <a:custGeom>
                <a:avLst/>
                <a:gdLst>
                  <a:gd name="T0" fmla="*/ 58 w 61"/>
                  <a:gd name="T1" fmla="*/ 43 h 43"/>
                  <a:gd name="T2" fmla="*/ 34 w 61"/>
                  <a:gd name="T3" fmla="*/ 37 h 43"/>
                  <a:gd name="T4" fmla="*/ 0 w 61"/>
                  <a:gd name="T5" fmla="*/ 35 h 43"/>
                  <a:gd name="T6" fmla="*/ 1 w 61"/>
                  <a:gd name="T7" fmla="*/ 28 h 43"/>
                  <a:gd name="T8" fmla="*/ 33 w 61"/>
                  <a:gd name="T9" fmla="*/ 2 h 43"/>
                  <a:gd name="T10" fmla="*/ 36 w 61"/>
                  <a:gd name="T11" fmla="*/ 3 h 43"/>
                  <a:gd name="T12" fmla="*/ 59 w 61"/>
                  <a:gd name="T13" fmla="*/ 33 h 43"/>
                  <a:gd name="T14" fmla="*/ 58 w 61"/>
                  <a:gd name="T15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43">
                    <a:moveTo>
                      <a:pt x="58" y="43"/>
                    </a:moveTo>
                    <a:cubicBezTo>
                      <a:pt x="58" y="43"/>
                      <a:pt x="44" y="39"/>
                      <a:pt x="34" y="37"/>
                    </a:cubicBezTo>
                    <a:cubicBezTo>
                      <a:pt x="16" y="35"/>
                      <a:pt x="0" y="35"/>
                      <a:pt x="0" y="35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3" y="12"/>
                      <a:pt x="17" y="0"/>
                      <a:pt x="33" y="2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51" y="5"/>
                      <a:pt x="61" y="18"/>
                      <a:pt x="59" y="33"/>
                    </a:cubicBezTo>
                    <a:lnTo>
                      <a:pt x="58" y="43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56" name="Freeform 1859">
                <a:extLst>
                  <a:ext uri="{FF2B5EF4-FFF2-40B4-BE49-F238E27FC236}">
                    <a16:creationId xmlns:a16="http://schemas.microsoft.com/office/drawing/2014/main" id="{F4A382C8-17CC-4E00-BD8E-F23A19C2C3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3" y="1927"/>
                <a:ext cx="14" cy="16"/>
              </a:xfrm>
              <a:custGeom>
                <a:avLst/>
                <a:gdLst>
                  <a:gd name="T0" fmla="*/ 3 w 21"/>
                  <a:gd name="T1" fmla="*/ 8 h 23"/>
                  <a:gd name="T2" fmla="*/ 6 w 21"/>
                  <a:gd name="T3" fmla="*/ 20 h 23"/>
                  <a:gd name="T4" fmla="*/ 18 w 21"/>
                  <a:gd name="T5" fmla="*/ 15 h 23"/>
                  <a:gd name="T6" fmla="*/ 15 w 21"/>
                  <a:gd name="T7" fmla="*/ 2 h 23"/>
                  <a:gd name="T8" fmla="*/ 3 w 21"/>
                  <a:gd name="T9" fmla="*/ 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23">
                    <a:moveTo>
                      <a:pt x="3" y="8"/>
                    </a:moveTo>
                    <a:cubicBezTo>
                      <a:pt x="0" y="13"/>
                      <a:pt x="2" y="18"/>
                      <a:pt x="6" y="20"/>
                    </a:cubicBezTo>
                    <a:cubicBezTo>
                      <a:pt x="11" y="23"/>
                      <a:pt x="16" y="20"/>
                      <a:pt x="18" y="15"/>
                    </a:cubicBezTo>
                    <a:cubicBezTo>
                      <a:pt x="21" y="10"/>
                      <a:pt x="19" y="4"/>
                      <a:pt x="15" y="2"/>
                    </a:cubicBezTo>
                    <a:cubicBezTo>
                      <a:pt x="10" y="0"/>
                      <a:pt x="5" y="3"/>
                      <a:pt x="3" y="8"/>
                    </a:cubicBezTo>
                    <a:close/>
                  </a:path>
                </a:pathLst>
              </a:custGeom>
              <a:solidFill>
                <a:srgbClr val="C193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57" name="Freeform 1860">
                <a:extLst>
                  <a:ext uri="{FF2B5EF4-FFF2-40B4-BE49-F238E27FC236}">
                    <a16:creationId xmlns:a16="http://schemas.microsoft.com/office/drawing/2014/main" id="{29264518-F4B0-4738-9D21-577C611457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8" y="1931"/>
                <a:ext cx="5" cy="4"/>
              </a:xfrm>
              <a:custGeom>
                <a:avLst/>
                <a:gdLst>
                  <a:gd name="T0" fmla="*/ 7 w 8"/>
                  <a:gd name="T1" fmla="*/ 5 h 5"/>
                  <a:gd name="T2" fmla="*/ 6 w 8"/>
                  <a:gd name="T3" fmla="*/ 1 h 5"/>
                  <a:gd name="T4" fmla="*/ 0 w 8"/>
                  <a:gd name="T5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5">
                    <a:moveTo>
                      <a:pt x="7" y="5"/>
                    </a:moveTo>
                    <a:cubicBezTo>
                      <a:pt x="8" y="3"/>
                      <a:pt x="7" y="1"/>
                      <a:pt x="6" y="1"/>
                    </a:cubicBezTo>
                    <a:cubicBezTo>
                      <a:pt x="4" y="0"/>
                      <a:pt x="1" y="1"/>
                      <a:pt x="0" y="4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58" name="Freeform 1861">
                <a:extLst>
                  <a:ext uri="{FF2B5EF4-FFF2-40B4-BE49-F238E27FC236}">
                    <a16:creationId xmlns:a16="http://schemas.microsoft.com/office/drawing/2014/main" id="{9389741D-E33B-4A82-8901-B76E9D0C75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9" y="1941"/>
                <a:ext cx="3" cy="7"/>
              </a:xfrm>
              <a:custGeom>
                <a:avLst/>
                <a:gdLst>
                  <a:gd name="T0" fmla="*/ 1 w 5"/>
                  <a:gd name="T1" fmla="*/ 2 h 10"/>
                  <a:gd name="T2" fmla="*/ 2 w 5"/>
                  <a:gd name="T3" fmla="*/ 9 h 10"/>
                  <a:gd name="T4" fmla="*/ 5 w 5"/>
                  <a:gd name="T5" fmla="*/ 10 h 10"/>
                  <a:gd name="T6" fmla="*/ 5 w 5"/>
                  <a:gd name="T7" fmla="*/ 0 h 10"/>
                  <a:gd name="T8" fmla="*/ 1 w 5"/>
                  <a:gd name="T9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10">
                    <a:moveTo>
                      <a:pt x="1" y="2"/>
                    </a:moveTo>
                    <a:cubicBezTo>
                      <a:pt x="1" y="2"/>
                      <a:pt x="0" y="7"/>
                      <a:pt x="2" y="9"/>
                    </a:cubicBezTo>
                    <a:cubicBezTo>
                      <a:pt x="3" y="10"/>
                      <a:pt x="5" y="10"/>
                      <a:pt x="5" y="10"/>
                    </a:cubicBezTo>
                    <a:cubicBezTo>
                      <a:pt x="5" y="0"/>
                      <a:pt x="5" y="0"/>
                      <a:pt x="5" y="0"/>
                    </a:cubicBezTo>
                    <a:lnTo>
                      <a:pt x="1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59" name="Freeform 1862">
                <a:extLst>
                  <a:ext uri="{FF2B5EF4-FFF2-40B4-BE49-F238E27FC236}">
                    <a16:creationId xmlns:a16="http://schemas.microsoft.com/office/drawing/2014/main" id="{574EF8AE-F9DB-4ADB-905D-8AA2F17D27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6" y="1926"/>
                <a:ext cx="13" cy="4"/>
              </a:xfrm>
              <a:custGeom>
                <a:avLst/>
                <a:gdLst>
                  <a:gd name="T0" fmla="*/ 0 w 19"/>
                  <a:gd name="T1" fmla="*/ 0 h 6"/>
                  <a:gd name="T2" fmla="*/ 11 w 19"/>
                  <a:gd name="T3" fmla="*/ 5 h 6"/>
                  <a:gd name="T4" fmla="*/ 19 w 19"/>
                  <a:gd name="T5" fmla="*/ 4 h 6"/>
                  <a:gd name="T6" fmla="*/ 0 w 19"/>
                  <a:gd name="T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6">
                    <a:moveTo>
                      <a:pt x="0" y="0"/>
                    </a:moveTo>
                    <a:cubicBezTo>
                      <a:pt x="0" y="0"/>
                      <a:pt x="6" y="5"/>
                      <a:pt x="11" y="5"/>
                    </a:cubicBezTo>
                    <a:cubicBezTo>
                      <a:pt x="16" y="6"/>
                      <a:pt x="19" y="4"/>
                      <a:pt x="19" y="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60" name="Freeform 1863">
                <a:extLst>
                  <a:ext uri="{FF2B5EF4-FFF2-40B4-BE49-F238E27FC236}">
                    <a16:creationId xmlns:a16="http://schemas.microsoft.com/office/drawing/2014/main" id="{BF6C8DE1-B6D7-46D7-A096-3F46EF483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4" y="2025"/>
                <a:ext cx="25" cy="30"/>
              </a:xfrm>
              <a:custGeom>
                <a:avLst/>
                <a:gdLst>
                  <a:gd name="T0" fmla="*/ 0 w 37"/>
                  <a:gd name="T1" fmla="*/ 23 h 43"/>
                  <a:gd name="T2" fmla="*/ 0 w 37"/>
                  <a:gd name="T3" fmla="*/ 23 h 43"/>
                  <a:gd name="T4" fmla="*/ 0 w 37"/>
                  <a:gd name="T5" fmla="*/ 23 h 43"/>
                  <a:gd name="T6" fmla="*/ 1 w 37"/>
                  <a:gd name="T7" fmla="*/ 0 h 43"/>
                  <a:gd name="T8" fmla="*/ 37 w 37"/>
                  <a:gd name="T9" fmla="*/ 1 h 43"/>
                  <a:gd name="T10" fmla="*/ 36 w 37"/>
                  <a:gd name="T11" fmla="*/ 25 h 43"/>
                  <a:gd name="T12" fmla="*/ 36 w 37"/>
                  <a:gd name="T13" fmla="*/ 25 h 43"/>
                  <a:gd name="T14" fmla="*/ 18 w 37"/>
                  <a:gd name="T15" fmla="*/ 43 h 43"/>
                  <a:gd name="T16" fmla="*/ 0 w 37"/>
                  <a:gd name="T17" fmla="*/ 24 h 43"/>
                  <a:gd name="T18" fmla="*/ 0 w 37"/>
                  <a:gd name="T19" fmla="*/ 24 h 43"/>
                  <a:gd name="T20" fmla="*/ 0 w 37"/>
                  <a:gd name="T21" fmla="*/ 2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" h="43">
                    <a:moveTo>
                      <a:pt x="0" y="23"/>
                    </a:move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37" y="1"/>
                      <a:pt x="37" y="1"/>
                      <a:pt x="37" y="1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5" y="35"/>
                      <a:pt x="27" y="43"/>
                      <a:pt x="18" y="43"/>
                    </a:cubicBezTo>
                    <a:cubicBezTo>
                      <a:pt x="8" y="43"/>
                      <a:pt x="1" y="35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61" name="Freeform 1864">
                <a:extLst>
                  <a:ext uri="{FF2B5EF4-FFF2-40B4-BE49-F238E27FC236}">
                    <a16:creationId xmlns:a16="http://schemas.microsoft.com/office/drawing/2014/main" id="{34424683-14D1-46EF-8BC4-2506459C0F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3" y="2029"/>
                <a:ext cx="12" cy="12"/>
              </a:xfrm>
              <a:custGeom>
                <a:avLst/>
                <a:gdLst>
                  <a:gd name="T0" fmla="*/ 0 w 18"/>
                  <a:gd name="T1" fmla="*/ 8 h 17"/>
                  <a:gd name="T2" fmla="*/ 9 w 18"/>
                  <a:gd name="T3" fmla="*/ 17 h 17"/>
                  <a:gd name="T4" fmla="*/ 17 w 18"/>
                  <a:gd name="T5" fmla="*/ 9 h 17"/>
                  <a:gd name="T6" fmla="*/ 9 w 18"/>
                  <a:gd name="T7" fmla="*/ 0 h 17"/>
                  <a:gd name="T8" fmla="*/ 0 w 18"/>
                  <a:gd name="T9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7">
                    <a:moveTo>
                      <a:pt x="0" y="8"/>
                    </a:moveTo>
                    <a:cubicBezTo>
                      <a:pt x="0" y="13"/>
                      <a:pt x="4" y="17"/>
                      <a:pt x="9" y="17"/>
                    </a:cubicBezTo>
                    <a:cubicBezTo>
                      <a:pt x="13" y="17"/>
                      <a:pt x="17" y="14"/>
                      <a:pt x="17" y="9"/>
                    </a:cubicBezTo>
                    <a:cubicBezTo>
                      <a:pt x="18" y="4"/>
                      <a:pt x="14" y="0"/>
                      <a:pt x="9" y="0"/>
                    </a:cubicBezTo>
                    <a:cubicBezTo>
                      <a:pt x="4" y="0"/>
                      <a:pt x="0" y="4"/>
                      <a:pt x="0" y="8"/>
                    </a:cubicBezTo>
                    <a:close/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62" name="Rectangle 1865">
                <a:extLst>
                  <a:ext uri="{FF2B5EF4-FFF2-40B4-BE49-F238E27FC236}">
                    <a16:creationId xmlns:a16="http://schemas.microsoft.com/office/drawing/2014/main" id="{73898CF4-942D-4012-9EE8-3E36126DE1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8" y="2052"/>
                <a:ext cx="35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63" name="Freeform 1866">
                <a:extLst>
                  <a:ext uri="{FF2B5EF4-FFF2-40B4-BE49-F238E27FC236}">
                    <a16:creationId xmlns:a16="http://schemas.microsoft.com/office/drawing/2014/main" id="{75489156-BEEB-44D9-9E49-1A4BB44C51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2" y="2031"/>
                <a:ext cx="21" cy="26"/>
              </a:xfrm>
              <a:custGeom>
                <a:avLst/>
                <a:gdLst>
                  <a:gd name="T0" fmla="*/ 21 w 21"/>
                  <a:gd name="T1" fmla="*/ 0 h 26"/>
                  <a:gd name="T2" fmla="*/ 17 w 21"/>
                  <a:gd name="T3" fmla="*/ 26 h 26"/>
                  <a:gd name="T4" fmla="*/ 4 w 21"/>
                  <a:gd name="T5" fmla="*/ 26 h 26"/>
                  <a:gd name="T6" fmla="*/ 0 w 21"/>
                  <a:gd name="T7" fmla="*/ 0 h 26"/>
                  <a:gd name="T8" fmla="*/ 21 w 21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26">
                    <a:moveTo>
                      <a:pt x="21" y="0"/>
                    </a:moveTo>
                    <a:lnTo>
                      <a:pt x="17" y="26"/>
                    </a:lnTo>
                    <a:lnTo>
                      <a:pt x="4" y="26"/>
                    </a:lnTo>
                    <a:lnTo>
                      <a:pt x="0" y="0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64" name="Freeform 1867">
                <a:extLst>
                  <a:ext uri="{FF2B5EF4-FFF2-40B4-BE49-F238E27FC236}">
                    <a16:creationId xmlns:a16="http://schemas.microsoft.com/office/drawing/2014/main" id="{0749C1DC-2BDD-4A69-90FF-1BD1988F88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8" y="1934"/>
                <a:ext cx="137" cy="122"/>
              </a:xfrm>
              <a:custGeom>
                <a:avLst/>
                <a:gdLst>
                  <a:gd name="T0" fmla="*/ 0 w 137"/>
                  <a:gd name="T1" fmla="*/ 122 h 122"/>
                  <a:gd name="T2" fmla="*/ 32 w 137"/>
                  <a:gd name="T3" fmla="*/ 0 h 122"/>
                  <a:gd name="T4" fmla="*/ 137 w 137"/>
                  <a:gd name="T5" fmla="*/ 0 h 122"/>
                  <a:gd name="T6" fmla="*/ 136 w 137"/>
                  <a:gd name="T7" fmla="*/ 7 h 122"/>
                  <a:gd name="T8" fmla="*/ 110 w 137"/>
                  <a:gd name="T9" fmla="*/ 122 h 122"/>
                  <a:gd name="T10" fmla="*/ 0 w 137"/>
                  <a:gd name="T11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7" h="122">
                    <a:moveTo>
                      <a:pt x="0" y="122"/>
                    </a:moveTo>
                    <a:lnTo>
                      <a:pt x="32" y="0"/>
                    </a:lnTo>
                    <a:lnTo>
                      <a:pt x="137" y="0"/>
                    </a:lnTo>
                    <a:lnTo>
                      <a:pt x="136" y="7"/>
                    </a:lnTo>
                    <a:lnTo>
                      <a:pt x="110" y="122"/>
                    </a:lnTo>
                    <a:lnTo>
                      <a:pt x="0" y="122"/>
                    </a:lnTo>
                    <a:close/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65" name="Freeform 1868">
                <a:extLst>
                  <a:ext uri="{FF2B5EF4-FFF2-40B4-BE49-F238E27FC236}">
                    <a16:creationId xmlns:a16="http://schemas.microsoft.com/office/drawing/2014/main" id="{8BB7854E-0817-4E0B-8B89-69A846AD8C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5" y="1934"/>
                <a:ext cx="12" cy="122"/>
              </a:xfrm>
              <a:custGeom>
                <a:avLst/>
                <a:gdLst>
                  <a:gd name="T0" fmla="*/ 12 w 12"/>
                  <a:gd name="T1" fmla="*/ 122 h 122"/>
                  <a:gd name="T2" fmla="*/ 0 w 12"/>
                  <a:gd name="T3" fmla="*/ 0 h 122"/>
                  <a:gd name="T4" fmla="*/ 12 w 12"/>
                  <a:gd name="T5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" h="122">
                    <a:moveTo>
                      <a:pt x="12" y="122"/>
                    </a:moveTo>
                    <a:lnTo>
                      <a:pt x="0" y="0"/>
                    </a:lnTo>
                    <a:lnTo>
                      <a:pt x="12" y="12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66" name="Line 1869">
                <a:extLst>
                  <a:ext uri="{FF2B5EF4-FFF2-40B4-BE49-F238E27FC236}">
                    <a16:creationId xmlns:a16="http://schemas.microsoft.com/office/drawing/2014/main" id="{C795A103-4D80-4289-9B82-785BC0A34B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85" y="1934"/>
                <a:ext cx="12" cy="122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67" name="Freeform 1870">
                <a:extLst>
                  <a:ext uri="{FF2B5EF4-FFF2-40B4-BE49-F238E27FC236}">
                    <a16:creationId xmlns:a16="http://schemas.microsoft.com/office/drawing/2014/main" id="{C71A1B39-6BA5-4282-8E70-28F12E67D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7" y="1952"/>
                <a:ext cx="66" cy="0"/>
              </a:xfrm>
              <a:custGeom>
                <a:avLst/>
                <a:gdLst>
                  <a:gd name="T0" fmla="*/ 0 w 66"/>
                  <a:gd name="T1" fmla="*/ 66 w 66"/>
                  <a:gd name="T2" fmla="*/ 0 w 6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6">
                    <a:moveTo>
                      <a:pt x="0" y="0"/>
                    </a:moveTo>
                    <a:lnTo>
                      <a:pt x="6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68" name="Line 1871">
                <a:extLst>
                  <a:ext uri="{FF2B5EF4-FFF2-40B4-BE49-F238E27FC236}">
                    <a16:creationId xmlns:a16="http://schemas.microsoft.com/office/drawing/2014/main" id="{C1A66143-ED33-488C-AD74-3CF87232DF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7" y="1952"/>
                <a:ext cx="66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69" name="Freeform 1872">
                <a:extLst>
                  <a:ext uri="{FF2B5EF4-FFF2-40B4-BE49-F238E27FC236}">
                    <a16:creationId xmlns:a16="http://schemas.microsoft.com/office/drawing/2014/main" id="{D3E2788D-03F8-4340-BE33-85DA04412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5" y="1965"/>
                <a:ext cx="65" cy="0"/>
              </a:xfrm>
              <a:custGeom>
                <a:avLst/>
                <a:gdLst>
                  <a:gd name="T0" fmla="*/ 0 w 65"/>
                  <a:gd name="T1" fmla="*/ 65 w 65"/>
                  <a:gd name="T2" fmla="*/ 0 w 6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5">
                    <a:moveTo>
                      <a:pt x="0" y="0"/>
                    </a:moveTo>
                    <a:lnTo>
                      <a:pt x="6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70" name="Line 1873">
                <a:extLst>
                  <a:ext uri="{FF2B5EF4-FFF2-40B4-BE49-F238E27FC236}">
                    <a16:creationId xmlns:a16="http://schemas.microsoft.com/office/drawing/2014/main" id="{FDE5DEC3-0111-4712-8F6D-4B4A864E14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5" y="1965"/>
                <a:ext cx="65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71" name="Freeform 1874">
                <a:extLst>
                  <a:ext uri="{FF2B5EF4-FFF2-40B4-BE49-F238E27FC236}">
                    <a16:creationId xmlns:a16="http://schemas.microsoft.com/office/drawing/2014/main" id="{0499FE78-E3F9-45C8-B747-8184C3E267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1" y="2013"/>
                <a:ext cx="66" cy="0"/>
              </a:xfrm>
              <a:custGeom>
                <a:avLst/>
                <a:gdLst>
                  <a:gd name="T0" fmla="*/ 0 w 66"/>
                  <a:gd name="T1" fmla="*/ 66 w 66"/>
                  <a:gd name="T2" fmla="*/ 0 w 6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6">
                    <a:moveTo>
                      <a:pt x="0" y="0"/>
                    </a:moveTo>
                    <a:lnTo>
                      <a:pt x="6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72" name="Line 1875">
                <a:extLst>
                  <a:ext uri="{FF2B5EF4-FFF2-40B4-BE49-F238E27FC236}">
                    <a16:creationId xmlns:a16="http://schemas.microsoft.com/office/drawing/2014/main" id="{41F8B41C-8623-459F-BC64-4EE5B62A95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1" y="2013"/>
                <a:ext cx="66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73" name="Freeform 1876">
                <a:extLst>
                  <a:ext uri="{FF2B5EF4-FFF2-40B4-BE49-F238E27FC236}">
                    <a16:creationId xmlns:a16="http://schemas.microsoft.com/office/drawing/2014/main" id="{9982B588-BC48-4667-90E4-86D4460B0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9" y="2023"/>
                <a:ext cx="66" cy="0"/>
              </a:xfrm>
              <a:custGeom>
                <a:avLst/>
                <a:gdLst>
                  <a:gd name="T0" fmla="*/ 0 w 66"/>
                  <a:gd name="T1" fmla="*/ 66 w 66"/>
                  <a:gd name="T2" fmla="*/ 0 w 6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6">
                    <a:moveTo>
                      <a:pt x="0" y="0"/>
                    </a:moveTo>
                    <a:lnTo>
                      <a:pt x="6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74" name="Line 1877">
                <a:extLst>
                  <a:ext uri="{FF2B5EF4-FFF2-40B4-BE49-F238E27FC236}">
                    <a16:creationId xmlns:a16="http://schemas.microsoft.com/office/drawing/2014/main" id="{D85ECD95-7953-4B4D-9DDD-48A8FF64F2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9" y="2023"/>
                <a:ext cx="66" cy="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75" name="Freeform 1878">
                <a:extLst>
                  <a:ext uri="{FF2B5EF4-FFF2-40B4-BE49-F238E27FC236}">
                    <a16:creationId xmlns:a16="http://schemas.microsoft.com/office/drawing/2014/main" id="{AA39EA7C-4169-458E-BEE3-7E12204F65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2" y="280"/>
                <a:ext cx="440" cy="139"/>
              </a:xfrm>
              <a:custGeom>
                <a:avLst/>
                <a:gdLst>
                  <a:gd name="T0" fmla="*/ 578 w 647"/>
                  <a:gd name="T1" fmla="*/ 204 h 204"/>
                  <a:gd name="T2" fmla="*/ 0 w 647"/>
                  <a:gd name="T3" fmla="*/ 204 h 204"/>
                  <a:gd name="T4" fmla="*/ 74 w 647"/>
                  <a:gd name="T5" fmla="*/ 134 h 204"/>
                  <a:gd name="T6" fmla="*/ 156 w 647"/>
                  <a:gd name="T7" fmla="*/ 159 h 204"/>
                  <a:gd name="T8" fmla="*/ 364 w 647"/>
                  <a:gd name="T9" fmla="*/ 33 h 204"/>
                  <a:gd name="T10" fmla="*/ 450 w 647"/>
                  <a:gd name="T11" fmla="*/ 168 h 204"/>
                  <a:gd name="T12" fmla="*/ 563 w 647"/>
                  <a:gd name="T13" fmla="*/ 111 h 204"/>
                  <a:gd name="T14" fmla="*/ 578 w 647"/>
                  <a:gd name="T15" fmla="*/ 204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47" h="204">
                    <a:moveTo>
                      <a:pt x="578" y="204"/>
                    </a:moveTo>
                    <a:cubicBezTo>
                      <a:pt x="0" y="204"/>
                      <a:pt x="0" y="204"/>
                      <a:pt x="0" y="204"/>
                    </a:cubicBezTo>
                    <a:cubicBezTo>
                      <a:pt x="0" y="204"/>
                      <a:pt x="26" y="166"/>
                      <a:pt x="74" y="134"/>
                    </a:cubicBezTo>
                    <a:cubicBezTo>
                      <a:pt x="121" y="103"/>
                      <a:pt x="174" y="107"/>
                      <a:pt x="156" y="159"/>
                    </a:cubicBezTo>
                    <a:cubicBezTo>
                      <a:pt x="156" y="159"/>
                      <a:pt x="223" y="67"/>
                      <a:pt x="364" y="33"/>
                    </a:cubicBezTo>
                    <a:cubicBezTo>
                      <a:pt x="505" y="0"/>
                      <a:pt x="493" y="113"/>
                      <a:pt x="450" y="168"/>
                    </a:cubicBezTo>
                    <a:cubicBezTo>
                      <a:pt x="450" y="168"/>
                      <a:pt x="497" y="128"/>
                      <a:pt x="563" y="111"/>
                    </a:cubicBezTo>
                    <a:cubicBezTo>
                      <a:pt x="629" y="95"/>
                      <a:pt x="647" y="157"/>
                      <a:pt x="578" y="204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76" name="Line 1879">
                <a:extLst>
                  <a:ext uri="{FF2B5EF4-FFF2-40B4-BE49-F238E27FC236}">
                    <a16:creationId xmlns:a16="http://schemas.microsoft.com/office/drawing/2014/main" id="{C273DD88-C252-4BC7-91D0-FB5175CA58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6" y="1693"/>
                <a:ext cx="0" cy="58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77" name="Rectangle 1880">
                <a:extLst>
                  <a:ext uri="{FF2B5EF4-FFF2-40B4-BE49-F238E27FC236}">
                    <a16:creationId xmlns:a16="http://schemas.microsoft.com/office/drawing/2014/main" id="{EADADE60-968F-4DA9-BE4C-3FC37FADCD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5" y="2272"/>
                <a:ext cx="3487" cy="498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78" name="Freeform 1881">
                <a:extLst>
                  <a:ext uri="{FF2B5EF4-FFF2-40B4-BE49-F238E27FC236}">
                    <a16:creationId xmlns:a16="http://schemas.microsoft.com/office/drawing/2014/main" id="{6FEB65AF-D661-41AD-8C44-C20EAA6345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5" y="2272"/>
                <a:ext cx="3487" cy="498"/>
              </a:xfrm>
              <a:custGeom>
                <a:avLst/>
                <a:gdLst>
                  <a:gd name="T0" fmla="*/ 3487 w 3487"/>
                  <a:gd name="T1" fmla="*/ 498 h 498"/>
                  <a:gd name="T2" fmla="*/ 0 w 3487"/>
                  <a:gd name="T3" fmla="*/ 498 h 498"/>
                  <a:gd name="T4" fmla="*/ 0 w 3487"/>
                  <a:gd name="T5" fmla="*/ 0 h 498"/>
                  <a:gd name="T6" fmla="*/ 3487 w 3487"/>
                  <a:gd name="T7" fmla="*/ 0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87" h="498">
                    <a:moveTo>
                      <a:pt x="3487" y="498"/>
                    </a:moveTo>
                    <a:lnTo>
                      <a:pt x="0" y="498"/>
                    </a:lnTo>
                    <a:lnTo>
                      <a:pt x="0" y="0"/>
                    </a:lnTo>
                    <a:lnTo>
                      <a:pt x="348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79" name="Rectangle 1882">
                <a:extLst>
                  <a:ext uri="{FF2B5EF4-FFF2-40B4-BE49-F238E27FC236}">
                    <a16:creationId xmlns:a16="http://schemas.microsoft.com/office/drawing/2014/main" id="{7E85649D-ACE1-435B-9325-160E603289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7" y="2157"/>
                <a:ext cx="1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80" name="Rectangle 1883">
                <a:extLst>
                  <a:ext uri="{FF2B5EF4-FFF2-40B4-BE49-F238E27FC236}">
                    <a16:creationId xmlns:a16="http://schemas.microsoft.com/office/drawing/2014/main" id="{6F1D20A0-90D0-4DFB-8FB0-2345F9FB43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6" y="2157"/>
                <a:ext cx="1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81" name="Freeform 1884">
                <a:extLst>
                  <a:ext uri="{FF2B5EF4-FFF2-40B4-BE49-F238E27FC236}">
                    <a16:creationId xmlns:a16="http://schemas.microsoft.com/office/drawing/2014/main" id="{63D8ADE5-389B-4FC1-A3D5-28A81AA30E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6" y="1902"/>
                <a:ext cx="92" cy="136"/>
              </a:xfrm>
              <a:custGeom>
                <a:avLst/>
                <a:gdLst>
                  <a:gd name="T0" fmla="*/ 136 w 136"/>
                  <a:gd name="T1" fmla="*/ 13 h 199"/>
                  <a:gd name="T2" fmla="*/ 92 w 136"/>
                  <a:gd name="T3" fmla="*/ 17 h 199"/>
                  <a:gd name="T4" fmla="*/ 48 w 136"/>
                  <a:gd name="T5" fmla="*/ 80 h 199"/>
                  <a:gd name="T6" fmla="*/ 23 w 136"/>
                  <a:gd name="T7" fmla="*/ 128 h 199"/>
                  <a:gd name="T8" fmla="*/ 5 w 136"/>
                  <a:gd name="T9" fmla="*/ 160 h 199"/>
                  <a:gd name="T10" fmla="*/ 78 w 136"/>
                  <a:gd name="T11" fmla="*/ 178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6" h="199">
                    <a:moveTo>
                      <a:pt x="136" y="13"/>
                    </a:moveTo>
                    <a:cubicBezTo>
                      <a:pt x="136" y="13"/>
                      <a:pt x="111" y="0"/>
                      <a:pt x="92" y="17"/>
                    </a:cubicBezTo>
                    <a:cubicBezTo>
                      <a:pt x="62" y="45"/>
                      <a:pt x="94" y="69"/>
                      <a:pt x="48" y="80"/>
                    </a:cubicBezTo>
                    <a:cubicBezTo>
                      <a:pt x="2" y="90"/>
                      <a:pt x="12" y="120"/>
                      <a:pt x="23" y="128"/>
                    </a:cubicBezTo>
                    <a:cubicBezTo>
                      <a:pt x="35" y="136"/>
                      <a:pt x="9" y="132"/>
                      <a:pt x="5" y="160"/>
                    </a:cubicBezTo>
                    <a:cubicBezTo>
                      <a:pt x="0" y="189"/>
                      <a:pt x="56" y="199"/>
                      <a:pt x="78" y="178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82" name="Freeform 1885">
                <a:extLst>
                  <a:ext uri="{FF2B5EF4-FFF2-40B4-BE49-F238E27FC236}">
                    <a16:creationId xmlns:a16="http://schemas.microsoft.com/office/drawing/2014/main" id="{4D320401-5B19-4667-A62A-74E242613C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5" y="1916"/>
                <a:ext cx="15" cy="15"/>
              </a:xfrm>
              <a:custGeom>
                <a:avLst/>
                <a:gdLst>
                  <a:gd name="T0" fmla="*/ 1 w 22"/>
                  <a:gd name="T1" fmla="*/ 9 h 22"/>
                  <a:gd name="T2" fmla="*/ 9 w 22"/>
                  <a:gd name="T3" fmla="*/ 21 h 22"/>
                  <a:gd name="T4" fmla="*/ 21 w 22"/>
                  <a:gd name="T5" fmla="*/ 13 h 22"/>
                  <a:gd name="T6" fmla="*/ 13 w 22"/>
                  <a:gd name="T7" fmla="*/ 1 h 22"/>
                  <a:gd name="T8" fmla="*/ 1 w 22"/>
                  <a:gd name="T9" fmla="*/ 9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2">
                    <a:moveTo>
                      <a:pt x="1" y="9"/>
                    </a:moveTo>
                    <a:cubicBezTo>
                      <a:pt x="0" y="15"/>
                      <a:pt x="4" y="20"/>
                      <a:pt x="9" y="21"/>
                    </a:cubicBezTo>
                    <a:cubicBezTo>
                      <a:pt x="15" y="22"/>
                      <a:pt x="20" y="19"/>
                      <a:pt x="21" y="13"/>
                    </a:cubicBezTo>
                    <a:cubicBezTo>
                      <a:pt x="22" y="8"/>
                      <a:pt x="19" y="2"/>
                      <a:pt x="13" y="1"/>
                    </a:cubicBezTo>
                    <a:cubicBezTo>
                      <a:pt x="8" y="0"/>
                      <a:pt x="2" y="3"/>
                      <a:pt x="1" y="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83" name="Freeform 1886">
                <a:extLst>
                  <a:ext uri="{FF2B5EF4-FFF2-40B4-BE49-F238E27FC236}">
                    <a16:creationId xmlns:a16="http://schemas.microsoft.com/office/drawing/2014/main" id="{1412B8AA-9B70-4227-A60F-8C7698F5D0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2" y="1927"/>
                <a:ext cx="15" cy="15"/>
              </a:xfrm>
              <a:custGeom>
                <a:avLst/>
                <a:gdLst>
                  <a:gd name="T0" fmla="*/ 1 w 22"/>
                  <a:gd name="T1" fmla="*/ 9 h 22"/>
                  <a:gd name="T2" fmla="*/ 9 w 22"/>
                  <a:gd name="T3" fmla="*/ 21 h 22"/>
                  <a:gd name="T4" fmla="*/ 21 w 22"/>
                  <a:gd name="T5" fmla="*/ 13 h 22"/>
                  <a:gd name="T6" fmla="*/ 13 w 22"/>
                  <a:gd name="T7" fmla="*/ 1 h 22"/>
                  <a:gd name="T8" fmla="*/ 1 w 22"/>
                  <a:gd name="T9" fmla="*/ 9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2">
                    <a:moveTo>
                      <a:pt x="1" y="9"/>
                    </a:moveTo>
                    <a:cubicBezTo>
                      <a:pt x="0" y="14"/>
                      <a:pt x="3" y="20"/>
                      <a:pt x="9" y="21"/>
                    </a:cubicBezTo>
                    <a:cubicBezTo>
                      <a:pt x="14" y="22"/>
                      <a:pt x="20" y="18"/>
                      <a:pt x="21" y="13"/>
                    </a:cubicBezTo>
                    <a:cubicBezTo>
                      <a:pt x="22" y="7"/>
                      <a:pt x="18" y="2"/>
                      <a:pt x="13" y="1"/>
                    </a:cubicBezTo>
                    <a:cubicBezTo>
                      <a:pt x="7" y="0"/>
                      <a:pt x="2" y="3"/>
                      <a:pt x="1" y="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84" name="Freeform 1887">
                <a:extLst>
                  <a:ext uri="{FF2B5EF4-FFF2-40B4-BE49-F238E27FC236}">
                    <a16:creationId xmlns:a16="http://schemas.microsoft.com/office/drawing/2014/main" id="{DDE62E8A-789A-4F58-9D12-A01509E6F4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7" y="1921"/>
                <a:ext cx="48" cy="54"/>
              </a:xfrm>
              <a:custGeom>
                <a:avLst/>
                <a:gdLst>
                  <a:gd name="T0" fmla="*/ 68 w 70"/>
                  <a:gd name="T1" fmla="*/ 30 h 79"/>
                  <a:gd name="T2" fmla="*/ 67 w 70"/>
                  <a:gd name="T3" fmla="*/ 28 h 79"/>
                  <a:gd name="T4" fmla="*/ 64 w 70"/>
                  <a:gd name="T5" fmla="*/ 18 h 79"/>
                  <a:gd name="T6" fmla="*/ 63 w 70"/>
                  <a:gd name="T7" fmla="*/ 0 h 79"/>
                  <a:gd name="T8" fmla="*/ 30 w 70"/>
                  <a:gd name="T9" fmla="*/ 0 h 79"/>
                  <a:gd name="T10" fmla="*/ 26 w 70"/>
                  <a:gd name="T11" fmla="*/ 10 h 79"/>
                  <a:gd name="T12" fmla="*/ 28 w 70"/>
                  <a:gd name="T13" fmla="*/ 13 h 79"/>
                  <a:gd name="T14" fmla="*/ 31 w 70"/>
                  <a:gd name="T15" fmla="*/ 19 h 79"/>
                  <a:gd name="T16" fmla="*/ 31 w 70"/>
                  <a:gd name="T17" fmla="*/ 21 h 79"/>
                  <a:gd name="T18" fmla="*/ 28 w 70"/>
                  <a:gd name="T19" fmla="*/ 24 h 79"/>
                  <a:gd name="T20" fmla="*/ 22 w 70"/>
                  <a:gd name="T21" fmla="*/ 24 h 79"/>
                  <a:gd name="T22" fmla="*/ 12 w 70"/>
                  <a:gd name="T23" fmla="*/ 37 h 79"/>
                  <a:gd name="T24" fmla="*/ 0 w 70"/>
                  <a:gd name="T25" fmla="*/ 72 h 79"/>
                  <a:gd name="T26" fmla="*/ 41 w 70"/>
                  <a:gd name="T27" fmla="*/ 79 h 79"/>
                  <a:gd name="T28" fmla="*/ 42 w 70"/>
                  <a:gd name="T29" fmla="*/ 60 h 79"/>
                  <a:gd name="T30" fmla="*/ 64 w 70"/>
                  <a:gd name="T31" fmla="*/ 51 h 79"/>
                  <a:gd name="T32" fmla="*/ 65 w 70"/>
                  <a:gd name="T33" fmla="*/ 36 h 79"/>
                  <a:gd name="T34" fmla="*/ 67 w 70"/>
                  <a:gd name="T35" fmla="*/ 35 h 79"/>
                  <a:gd name="T36" fmla="*/ 68 w 70"/>
                  <a:gd name="T37" fmla="*/ 3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0" h="79">
                    <a:moveTo>
                      <a:pt x="68" y="30"/>
                    </a:moveTo>
                    <a:cubicBezTo>
                      <a:pt x="68" y="29"/>
                      <a:pt x="68" y="29"/>
                      <a:pt x="67" y="28"/>
                    </a:cubicBezTo>
                    <a:cubicBezTo>
                      <a:pt x="64" y="24"/>
                      <a:pt x="63" y="21"/>
                      <a:pt x="64" y="18"/>
                    </a:cubicBezTo>
                    <a:cubicBezTo>
                      <a:pt x="64" y="16"/>
                      <a:pt x="66" y="8"/>
                      <a:pt x="63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25" y="1"/>
                      <a:pt x="23" y="7"/>
                      <a:pt x="26" y="10"/>
                    </a:cubicBezTo>
                    <a:cubicBezTo>
                      <a:pt x="27" y="11"/>
                      <a:pt x="28" y="12"/>
                      <a:pt x="28" y="13"/>
                    </a:cubicBezTo>
                    <a:cubicBezTo>
                      <a:pt x="30" y="14"/>
                      <a:pt x="31" y="17"/>
                      <a:pt x="31" y="19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1" y="23"/>
                      <a:pt x="30" y="24"/>
                      <a:pt x="28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7"/>
                      <a:pt x="0" y="72"/>
                      <a:pt x="0" y="72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57" y="63"/>
                      <a:pt x="64" y="58"/>
                      <a:pt x="64" y="51"/>
                    </a:cubicBezTo>
                    <a:cubicBezTo>
                      <a:pt x="65" y="36"/>
                      <a:pt x="65" y="36"/>
                      <a:pt x="65" y="36"/>
                    </a:cubicBezTo>
                    <a:cubicBezTo>
                      <a:pt x="67" y="35"/>
                      <a:pt x="67" y="35"/>
                      <a:pt x="67" y="35"/>
                    </a:cubicBezTo>
                    <a:cubicBezTo>
                      <a:pt x="69" y="35"/>
                      <a:pt x="70" y="32"/>
                      <a:pt x="68" y="30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85" name="Freeform 1888">
                <a:extLst>
                  <a:ext uri="{FF2B5EF4-FFF2-40B4-BE49-F238E27FC236}">
                    <a16:creationId xmlns:a16="http://schemas.microsoft.com/office/drawing/2014/main" id="{5F1B74FA-C7C0-4152-8967-848C5B64E0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" y="1908"/>
                <a:ext cx="42" cy="41"/>
              </a:xfrm>
              <a:custGeom>
                <a:avLst/>
                <a:gdLst>
                  <a:gd name="T0" fmla="*/ 26 w 61"/>
                  <a:gd name="T1" fmla="*/ 44 h 61"/>
                  <a:gd name="T2" fmla="*/ 29 w 61"/>
                  <a:gd name="T3" fmla="*/ 41 h 61"/>
                  <a:gd name="T4" fmla="*/ 29 w 61"/>
                  <a:gd name="T5" fmla="*/ 39 h 61"/>
                  <a:gd name="T6" fmla="*/ 27 w 61"/>
                  <a:gd name="T7" fmla="*/ 33 h 61"/>
                  <a:gd name="T8" fmla="*/ 25 w 61"/>
                  <a:gd name="T9" fmla="*/ 30 h 61"/>
                  <a:gd name="T10" fmla="*/ 28 w 61"/>
                  <a:gd name="T11" fmla="*/ 20 h 61"/>
                  <a:gd name="T12" fmla="*/ 61 w 61"/>
                  <a:gd name="T13" fmla="*/ 20 h 61"/>
                  <a:gd name="T14" fmla="*/ 55 w 61"/>
                  <a:gd name="T15" fmla="*/ 12 h 61"/>
                  <a:gd name="T16" fmla="*/ 16 w 61"/>
                  <a:gd name="T17" fmla="*/ 6 h 61"/>
                  <a:gd name="T18" fmla="*/ 1 w 61"/>
                  <a:gd name="T19" fmla="*/ 33 h 61"/>
                  <a:gd name="T20" fmla="*/ 7 w 61"/>
                  <a:gd name="T21" fmla="*/ 61 h 61"/>
                  <a:gd name="T22" fmla="*/ 20 w 61"/>
                  <a:gd name="T23" fmla="*/ 44 h 61"/>
                  <a:gd name="T24" fmla="*/ 26 w 61"/>
                  <a:gd name="T25" fmla="*/ 4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1" h="61">
                    <a:moveTo>
                      <a:pt x="26" y="44"/>
                    </a:moveTo>
                    <a:cubicBezTo>
                      <a:pt x="28" y="44"/>
                      <a:pt x="29" y="43"/>
                      <a:pt x="29" y="41"/>
                    </a:cubicBezTo>
                    <a:cubicBezTo>
                      <a:pt x="29" y="39"/>
                      <a:pt x="29" y="39"/>
                      <a:pt x="29" y="39"/>
                    </a:cubicBezTo>
                    <a:cubicBezTo>
                      <a:pt x="29" y="37"/>
                      <a:pt x="28" y="34"/>
                      <a:pt x="27" y="33"/>
                    </a:cubicBezTo>
                    <a:cubicBezTo>
                      <a:pt x="26" y="32"/>
                      <a:pt x="25" y="31"/>
                      <a:pt x="25" y="30"/>
                    </a:cubicBezTo>
                    <a:cubicBezTo>
                      <a:pt x="21" y="27"/>
                      <a:pt x="23" y="21"/>
                      <a:pt x="28" y="20"/>
                    </a:cubicBezTo>
                    <a:cubicBezTo>
                      <a:pt x="61" y="20"/>
                      <a:pt x="61" y="20"/>
                      <a:pt x="61" y="20"/>
                    </a:cubicBezTo>
                    <a:cubicBezTo>
                      <a:pt x="60" y="17"/>
                      <a:pt x="58" y="15"/>
                      <a:pt x="55" y="12"/>
                    </a:cubicBezTo>
                    <a:cubicBezTo>
                      <a:pt x="45" y="2"/>
                      <a:pt x="31" y="0"/>
                      <a:pt x="16" y="6"/>
                    </a:cubicBezTo>
                    <a:cubicBezTo>
                      <a:pt x="8" y="9"/>
                      <a:pt x="1" y="17"/>
                      <a:pt x="1" y="33"/>
                    </a:cubicBezTo>
                    <a:cubicBezTo>
                      <a:pt x="0" y="49"/>
                      <a:pt x="7" y="61"/>
                      <a:pt x="7" y="61"/>
                    </a:cubicBezTo>
                    <a:cubicBezTo>
                      <a:pt x="20" y="44"/>
                      <a:pt x="20" y="44"/>
                      <a:pt x="20" y="44"/>
                    </a:cubicBezTo>
                    <a:lnTo>
                      <a:pt x="26" y="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86" name="Freeform 1889">
                <a:extLst>
                  <a:ext uri="{FF2B5EF4-FFF2-40B4-BE49-F238E27FC236}">
                    <a16:creationId xmlns:a16="http://schemas.microsoft.com/office/drawing/2014/main" id="{68183CFE-0BDD-4EAC-805C-310532B546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5" y="1933"/>
                <a:ext cx="10" cy="11"/>
              </a:xfrm>
              <a:custGeom>
                <a:avLst/>
                <a:gdLst>
                  <a:gd name="T0" fmla="*/ 15 w 16"/>
                  <a:gd name="T1" fmla="*/ 6 h 17"/>
                  <a:gd name="T2" fmla="*/ 11 w 16"/>
                  <a:gd name="T3" fmla="*/ 16 h 17"/>
                  <a:gd name="T4" fmla="*/ 1 w 16"/>
                  <a:gd name="T5" fmla="*/ 11 h 17"/>
                  <a:gd name="T6" fmla="*/ 6 w 16"/>
                  <a:gd name="T7" fmla="*/ 1 h 17"/>
                  <a:gd name="T8" fmla="*/ 15 w 16"/>
                  <a:gd name="T9" fmla="*/ 6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7">
                    <a:moveTo>
                      <a:pt x="15" y="6"/>
                    </a:moveTo>
                    <a:cubicBezTo>
                      <a:pt x="16" y="11"/>
                      <a:pt x="14" y="15"/>
                      <a:pt x="11" y="16"/>
                    </a:cubicBezTo>
                    <a:cubicBezTo>
                      <a:pt x="7" y="17"/>
                      <a:pt x="3" y="15"/>
                      <a:pt x="1" y="11"/>
                    </a:cubicBezTo>
                    <a:cubicBezTo>
                      <a:pt x="0" y="7"/>
                      <a:pt x="2" y="2"/>
                      <a:pt x="6" y="1"/>
                    </a:cubicBezTo>
                    <a:cubicBezTo>
                      <a:pt x="9" y="0"/>
                      <a:pt x="13" y="2"/>
                      <a:pt x="15" y="6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87" name="Freeform 1890">
                <a:extLst>
                  <a:ext uri="{FF2B5EF4-FFF2-40B4-BE49-F238E27FC236}">
                    <a16:creationId xmlns:a16="http://schemas.microsoft.com/office/drawing/2014/main" id="{49ED3807-47C7-44F9-87AC-55EF256976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2" y="1936"/>
                <a:ext cx="2" cy="3"/>
              </a:xfrm>
              <a:custGeom>
                <a:avLst/>
                <a:gdLst>
                  <a:gd name="T0" fmla="*/ 3 w 3"/>
                  <a:gd name="T1" fmla="*/ 2 h 4"/>
                  <a:gd name="T2" fmla="*/ 1 w 3"/>
                  <a:gd name="T3" fmla="*/ 4 h 4"/>
                  <a:gd name="T4" fmla="*/ 0 w 3"/>
                  <a:gd name="T5" fmla="*/ 2 h 4"/>
                  <a:gd name="T6" fmla="*/ 2 w 3"/>
                  <a:gd name="T7" fmla="*/ 0 h 4"/>
                  <a:gd name="T8" fmla="*/ 3 w 3"/>
                  <a:gd name="T9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3" y="2"/>
                    </a:moveTo>
                    <a:cubicBezTo>
                      <a:pt x="3" y="3"/>
                      <a:pt x="2" y="4"/>
                      <a:pt x="1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3" y="0"/>
                      <a:pt x="3" y="1"/>
                      <a:pt x="3" y="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88" name="Freeform 1891">
                <a:extLst>
                  <a:ext uri="{FF2B5EF4-FFF2-40B4-BE49-F238E27FC236}">
                    <a16:creationId xmlns:a16="http://schemas.microsoft.com/office/drawing/2014/main" id="{6F8CDA18-6359-4CC5-ACBF-A7D10BF20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0" y="1931"/>
                <a:ext cx="5" cy="2"/>
              </a:xfrm>
              <a:custGeom>
                <a:avLst/>
                <a:gdLst>
                  <a:gd name="T0" fmla="*/ 0 w 7"/>
                  <a:gd name="T1" fmla="*/ 3 h 3"/>
                  <a:gd name="T2" fmla="*/ 7 w 7"/>
                  <a:gd name="T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" h="3">
                    <a:moveTo>
                      <a:pt x="0" y="3"/>
                    </a:moveTo>
                    <a:cubicBezTo>
                      <a:pt x="0" y="3"/>
                      <a:pt x="5" y="0"/>
                      <a:pt x="7" y="3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89" name="Freeform 1892">
                <a:extLst>
                  <a:ext uri="{FF2B5EF4-FFF2-40B4-BE49-F238E27FC236}">
                    <a16:creationId xmlns:a16="http://schemas.microsoft.com/office/drawing/2014/main" id="{248D2BA8-FD53-4FCF-8A7A-E0C08CA103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0" y="1949"/>
                <a:ext cx="6" cy="4"/>
              </a:xfrm>
              <a:custGeom>
                <a:avLst/>
                <a:gdLst>
                  <a:gd name="T0" fmla="*/ 0 w 9"/>
                  <a:gd name="T1" fmla="*/ 0 h 6"/>
                  <a:gd name="T2" fmla="*/ 9 w 9"/>
                  <a:gd name="T3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cubicBezTo>
                      <a:pt x="0" y="2"/>
                      <a:pt x="4" y="6"/>
                      <a:pt x="9" y="4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90" name="Freeform 1893">
                <a:extLst>
                  <a:ext uri="{FF2B5EF4-FFF2-40B4-BE49-F238E27FC236}">
                    <a16:creationId xmlns:a16="http://schemas.microsoft.com/office/drawing/2014/main" id="{A85A6C5F-334E-4E10-90CF-E2E7FFD729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7" y="1918"/>
                <a:ext cx="43" cy="14"/>
              </a:xfrm>
              <a:custGeom>
                <a:avLst/>
                <a:gdLst>
                  <a:gd name="T0" fmla="*/ 63 w 63"/>
                  <a:gd name="T1" fmla="*/ 5 h 21"/>
                  <a:gd name="T2" fmla="*/ 30 w 63"/>
                  <a:gd name="T3" fmla="*/ 19 h 21"/>
                  <a:gd name="T4" fmla="*/ 17 w 63"/>
                  <a:gd name="T5" fmla="*/ 0 h 21"/>
                  <a:gd name="T6" fmla="*/ 52 w 63"/>
                  <a:gd name="T7" fmla="*/ 1 h 21"/>
                  <a:gd name="T8" fmla="*/ 59 w 63"/>
                  <a:gd name="T9" fmla="*/ 2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21">
                    <a:moveTo>
                      <a:pt x="63" y="5"/>
                    </a:moveTo>
                    <a:cubicBezTo>
                      <a:pt x="63" y="6"/>
                      <a:pt x="59" y="21"/>
                      <a:pt x="30" y="19"/>
                    </a:cubicBezTo>
                    <a:cubicBezTo>
                      <a:pt x="0" y="18"/>
                      <a:pt x="17" y="0"/>
                      <a:pt x="17" y="0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9" y="2"/>
                      <a:pt x="59" y="2"/>
                      <a:pt x="59" y="2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91" name="Rectangle 1894">
                <a:extLst>
                  <a:ext uri="{FF2B5EF4-FFF2-40B4-BE49-F238E27FC236}">
                    <a16:creationId xmlns:a16="http://schemas.microsoft.com/office/drawing/2014/main" id="{D426C48E-6F5D-4BD5-989E-EA84F79584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8" y="2157"/>
                <a:ext cx="19" cy="132"/>
              </a:xfrm>
              <a:prstGeom prst="rect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92" name="Rectangle 1895">
                <a:extLst>
                  <a:ext uri="{FF2B5EF4-FFF2-40B4-BE49-F238E27FC236}">
                    <a16:creationId xmlns:a16="http://schemas.microsoft.com/office/drawing/2014/main" id="{75D0E062-2F85-4079-A7EE-9A9F70155A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8" y="2157"/>
                <a:ext cx="15" cy="132"/>
              </a:xfrm>
              <a:prstGeom prst="rect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93" name="Freeform 1896">
                <a:extLst>
                  <a:ext uri="{FF2B5EF4-FFF2-40B4-BE49-F238E27FC236}">
                    <a16:creationId xmlns:a16="http://schemas.microsoft.com/office/drawing/2014/main" id="{EE468828-FF49-43C5-9708-DD5A03BF42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9" y="2146"/>
                <a:ext cx="98" cy="21"/>
              </a:xfrm>
              <a:custGeom>
                <a:avLst/>
                <a:gdLst>
                  <a:gd name="T0" fmla="*/ 138 w 144"/>
                  <a:gd name="T1" fmla="*/ 30 h 30"/>
                  <a:gd name="T2" fmla="*/ 5 w 144"/>
                  <a:gd name="T3" fmla="*/ 30 h 30"/>
                  <a:gd name="T4" fmla="*/ 0 w 144"/>
                  <a:gd name="T5" fmla="*/ 25 h 30"/>
                  <a:gd name="T6" fmla="*/ 0 w 144"/>
                  <a:gd name="T7" fmla="*/ 6 h 30"/>
                  <a:gd name="T8" fmla="*/ 5 w 144"/>
                  <a:gd name="T9" fmla="*/ 0 h 30"/>
                  <a:gd name="T10" fmla="*/ 138 w 144"/>
                  <a:gd name="T11" fmla="*/ 0 h 30"/>
                  <a:gd name="T12" fmla="*/ 144 w 144"/>
                  <a:gd name="T13" fmla="*/ 6 h 30"/>
                  <a:gd name="T14" fmla="*/ 144 w 144"/>
                  <a:gd name="T15" fmla="*/ 25 h 30"/>
                  <a:gd name="T16" fmla="*/ 138 w 144"/>
                  <a:gd name="T17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4" h="30">
                    <a:moveTo>
                      <a:pt x="138" y="30"/>
                    </a:moveTo>
                    <a:cubicBezTo>
                      <a:pt x="5" y="30"/>
                      <a:pt x="5" y="30"/>
                      <a:pt x="5" y="30"/>
                    </a:cubicBezTo>
                    <a:cubicBezTo>
                      <a:pt x="2" y="30"/>
                      <a:pt x="0" y="28"/>
                      <a:pt x="0" y="2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ubicBezTo>
                      <a:pt x="138" y="0"/>
                      <a:pt x="138" y="0"/>
                      <a:pt x="138" y="0"/>
                    </a:cubicBezTo>
                    <a:cubicBezTo>
                      <a:pt x="141" y="0"/>
                      <a:pt x="144" y="3"/>
                      <a:pt x="144" y="6"/>
                    </a:cubicBezTo>
                    <a:cubicBezTo>
                      <a:pt x="144" y="25"/>
                      <a:pt x="144" y="25"/>
                      <a:pt x="144" y="25"/>
                    </a:cubicBezTo>
                    <a:cubicBezTo>
                      <a:pt x="144" y="28"/>
                      <a:pt x="141" y="30"/>
                      <a:pt x="138" y="3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94" name="Freeform 1897">
                <a:extLst>
                  <a:ext uri="{FF2B5EF4-FFF2-40B4-BE49-F238E27FC236}">
                    <a16:creationId xmlns:a16="http://schemas.microsoft.com/office/drawing/2014/main" id="{5E4D2ADF-E416-4AA8-860C-719F26F447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0" y="2208"/>
                <a:ext cx="64" cy="74"/>
              </a:xfrm>
              <a:custGeom>
                <a:avLst/>
                <a:gdLst>
                  <a:gd name="T0" fmla="*/ 56 w 64"/>
                  <a:gd name="T1" fmla="*/ 14 h 74"/>
                  <a:gd name="T2" fmla="*/ 40 w 64"/>
                  <a:gd name="T3" fmla="*/ 56 h 74"/>
                  <a:gd name="T4" fmla="*/ 64 w 64"/>
                  <a:gd name="T5" fmla="*/ 74 h 74"/>
                  <a:gd name="T6" fmla="*/ 0 w 64"/>
                  <a:gd name="T7" fmla="*/ 74 h 74"/>
                  <a:gd name="T8" fmla="*/ 22 w 64"/>
                  <a:gd name="T9" fmla="*/ 0 h 74"/>
                  <a:gd name="T10" fmla="*/ 56 w 64"/>
                  <a:gd name="T11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" h="74">
                    <a:moveTo>
                      <a:pt x="56" y="14"/>
                    </a:moveTo>
                    <a:lnTo>
                      <a:pt x="40" y="56"/>
                    </a:lnTo>
                    <a:lnTo>
                      <a:pt x="64" y="74"/>
                    </a:lnTo>
                    <a:lnTo>
                      <a:pt x="0" y="74"/>
                    </a:lnTo>
                    <a:lnTo>
                      <a:pt x="22" y="0"/>
                    </a:lnTo>
                    <a:lnTo>
                      <a:pt x="56" y="14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95" name="Freeform 1898">
                <a:extLst>
                  <a:ext uri="{FF2B5EF4-FFF2-40B4-BE49-F238E27FC236}">
                    <a16:creationId xmlns:a16="http://schemas.microsoft.com/office/drawing/2014/main" id="{6DD6BA0B-48D3-4FFF-8753-BD1171FD78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0" y="2208"/>
                <a:ext cx="64" cy="74"/>
              </a:xfrm>
              <a:custGeom>
                <a:avLst/>
                <a:gdLst>
                  <a:gd name="T0" fmla="*/ 56 w 64"/>
                  <a:gd name="T1" fmla="*/ 14 h 74"/>
                  <a:gd name="T2" fmla="*/ 40 w 64"/>
                  <a:gd name="T3" fmla="*/ 56 h 74"/>
                  <a:gd name="T4" fmla="*/ 64 w 64"/>
                  <a:gd name="T5" fmla="*/ 74 h 74"/>
                  <a:gd name="T6" fmla="*/ 0 w 64"/>
                  <a:gd name="T7" fmla="*/ 74 h 74"/>
                  <a:gd name="T8" fmla="*/ 22 w 64"/>
                  <a:gd name="T9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74">
                    <a:moveTo>
                      <a:pt x="56" y="14"/>
                    </a:moveTo>
                    <a:lnTo>
                      <a:pt x="40" y="56"/>
                    </a:lnTo>
                    <a:lnTo>
                      <a:pt x="64" y="74"/>
                    </a:lnTo>
                    <a:lnTo>
                      <a:pt x="0" y="74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96" name="Freeform 1899">
                <a:extLst>
                  <a:ext uri="{FF2B5EF4-FFF2-40B4-BE49-F238E27FC236}">
                    <a16:creationId xmlns:a16="http://schemas.microsoft.com/office/drawing/2014/main" id="{696EE007-2B67-4405-A3DC-1CC2363DBD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4" y="2221"/>
                <a:ext cx="85" cy="61"/>
              </a:xfrm>
              <a:custGeom>
                <a:avLst/>
                <a:gdLst>
                  <a:gd name="T0" fmla="*/ 42 w 85"/>
                  <a:gd name="T1" fmla="*/ 2 h 61"/>
                  <a:gd name="T2" fmla="*/ 58 w 85"/>
                  <a:gd name="T3" fmla="*/ 40 h 61"/>
                  <a:gd name="T4" fmla="*/ 85 w 85"/>
                  <a:gd name="T5" fmla="*/ 61 h 61"/>
                  <a:gd name="T6" fmla="*/ 26 w 85"/>
                  <a:gd name="T7" fmla="*/ 61 h 61"/>
                  <a:gd name="T8" fmla="*/ 0 w 85"/>
                  <a:gd name="T9" fmla="*/ 0 h 61"/>
                  <a:gd name="T10" fmla="*/ 42 w 85"/>
                  <a:gd name="T11" fmla="*/ 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5" h="61">
                    <a:moveTo>
                      <a:pt x="42" y="2"/>
                    </a:moveTo>
                    <a:lnTo>
                      <a:pt x="58" y="40"/>
                    </a:lnTo>
                    <a:lnTo>
                      <a:pt x="85" y="61"/>
                    </a:lnTo>
                    <a:lnTo>
                      <a:pt x="26" y="61"/>
                    </a:lnTo>
                    <a:lnTo>
                      <a:pt x="0" y="0"/>
                    </a:lnTo>
                    <a:lnTo>
                      <a:pt x="42" y="2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97" name="Freeform 1900">
                <a:extLst>
                  <a:ext uri="{FF2B5EF4-FFF2-40B4-BE49-F238E27FC236}">
                    <a16:creationId xmlns:a16="http://schemas.microsoft.com/office/drawing/2014/main" id="{0714B7D5-EEC0-4970-A97E-923095869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7" y="2097"/>
                <a:ext cx="95" cy="127"/>
              </a:xfrm>
              <a:custGeom>
                <a:avLst/>
                <a:gdLst>
                  <a:gd name="T0" fmla="*/ 54 w 95"/>
                  <a:gd name="T1" fmla="*/ 0 h 127"/>
                  <a:gd name="T2" fmla="*/ 95 w 95"/>
                  <a:gd name="T3" fmla="*/ 127 h 127"/>
                  <a:gd name="T4" fmla="*/ 22 w 95"/>
                  <a:gd name="T5" fmla="*/ 126 h 127"/>
                  <a:gd name="T6" fmla="*/ 0 w 95"/>
                  <a:gd name="T7" fmla="*/ 32 h 127"/>
                  <a:gd name="T8" fmla="*/ 54 w 95"/>
                  <a:gd name="T9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127">
                    <a:moveTo>
                      <a:pt x="54" y="0"/>
                    </a:moveTo>
                    <a:lnTo>
                      <a:pt x="95" y="127"/>
                    </a:lnTo>
                    <a:lnTo>
                      <a:pt x="22" y="126"/>
                    </a:lnTo>
                    <a:lnTo>
                      <a:pt x="0" y="32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98" name="Freeform 1901">
                <a:extLst>
                  <a:ext uri="{FF2B5EF4-FFF2-40B4-BE49-F238E27FC236}">
                    <a16:creationId xmlns:a16="http://schemas.microsoft.com/office/drawing/2014/main" id="{6678617C-E925-4B6A-A209-58258F0C6A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2" y="2075"/>
                <a:ext cx="132" cy="68"/>
              </a:xfrm>
              <a:custGeom>
                <a:avLst/>
                <a:gdLst>
                  <a:gd name="T0" fmla="*/ 50 w 194"/>
                  <a:gd name="T1" fmla="*/ 100 h 100"/>
                  <a:gd name="T2" fmla="*/ 144 w 194"/>
                  <a:gd name="T3" fmla="*/ 100 h 100"/>
                  <a:gd name="T4" fmla="*/ 194 w 194"/>
                  <a:gd name="T5" fmla="*/ 50 h 100"/>
                  <a:gd name="T6" fmla="*/ 194 w 194"/>
                  <a:gd name="T7" fmla="*/ 50 h 100"/>
                  <a:gd name="T8" fmla="*/ 144 w 194"/>
                  <a:gd name="T9" fmla="*/ 0 h 100"/>
                  <a:gd name="T10" fmla="*/ 50 w 194"/>
                  <a:gd name="T11" fmla="*/ 0 h 100"/>
                  <a:gd name="T12" fmla="*/ 0 w 194"/>
                  <a:gd name="T13" fmla="*/ 50 h 100"/>
                  <a:gd name="T14" fmla="*/ 0 w 194"/>
                  <a:gd name="T15" fmla="*/ 50 h 100"/>
                  <a:gd name="T16" fmla="*/ 50 w 194"/>
                  <a:gd name="T17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4" h="100">
                    <a:moveTo>
                      <a:pt x="50" y="100"/>
                    </a:moveTo>
                    <a:cubicBezTo>
                      <a:pt x="144" y="100"/>
                      <a:pt x="144" y="100"/>
                      <a:pt x="144" y="100"/>
                    </a:cubicBezTo>
                    <a:cubicBezTo>
                      <a:pt x="171" y="100"/>
                      <a:pt x="194" y="78"/>
                      <a:pt x="194" y="50"/>
                    </a:cubicBezTo>
                    <a:cubicBezTo>
                      <a:pt x="194" y="50"/>
                      <a:pt x="194" y="50"/>
                      <a:pt x="194" y="50"/>
                    </a:cubicBezTo>
                    <a:cubicBezTo>
                      <a:pt x="194" y="23"/>
                      <a:pt x="171" y="0"/>
                      <a:pt x="144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22" y="0"/>
                      <a:pt x="0" y="23"/>
                      <a:pt x="0" y="50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99" name="Freeform 1902">
                <a:extLst>
                  <a:ext uri="{FF2B5EF4-FFF2-40B4-BE49-F238E27FC236}">
                    <a16:creationId xmlns:a16="http://schemas.microsoft.com/office/drawing/2014/main" id="{6CA19F84-AC73-41CC-9230-1D3F33F454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6" y="1974"/>
                <a:ext cx="107" cy="101"/>
              </a:xfrm>
              <a:custGeom>
                <a:avLst/>
                <a:gdLst>
                  <a:gd name="T0" fmla="*/ 157 w 157"/>
                  <a:gd name="T1" fmla="*/ 133 h 148"/>
                  <a:gd name="T2" fmla="*/ 70 w 157"/>
                  <a:gd name="T3" fmla="*/ 106 h 148"/>
                  <a:gd name="T4" fmla="*/ 62 w 157"/>
                  <a:gd name="T5" fmla="*/ 94 h 148"/>
                  <a:gd name="T6" fmla="*/ 48 w 157"/>
                  <a:gd name="T7" fmla="*/ 32 h 148"/>
                  <a:gd name="T8" fmla="*/ 33 w 157"/>
                  <a:gd name="T9" fmla="*/ 7 h 148"/>
                  <a:gd name="T10" fmla="*/ 0 w 157"/>
                  <a:gd name="T11" fmla="*/ 41 h 148"/>
                  <a:gd name="T12" fmla="*/ 24 w 157"/>
                  <a:gd name="T13" fmla="*/ 126 h 148"/>
                  <a:gd name="T14" fmla="*/ 37 w 157"/>
                  <a:gd name="T15" fmla="*/ 148 h 148"/>
                  <a:gd name="T16" fmla="*/ 138 w 157"/>
                  <a:gd name="T17" fmla="*/ 143 h 148"/>
                  <a:gd name="T18" fmla="*/ 157 w 157"/>
                  <a:gd name="T19" fmla="*/ 133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7" h="148">
                    <a:moveTo>
                      <a:pt x="157" y="133"/>
                    </a:moveTo>
                    <a:cubicBezTo>
                      <a:pt x="70" y="106"/>
                      <a:pt x="70" y="106"/>
                      <a:pt x="70" y="106"/>
                    </a:cubicBezTo>
                    <a:cubicBezTo>
                      <a:pt x="66" y="103"/>
                      <a:pt x="63" y="99"/>
                      <a:pt x="62" y="94"/>
                    </a:cubicBezTo>
                    <a:cubicBezTo>
                      <a:pt x="48" y="32"/>
                      <a:pt x="48" y="32"/>
                      <a:pt x="48" y="32"/>
                    </a:cubicBezTo>
                    <a:cubicBezTo>
                      <a:pt x="48" y="32"/>
                      <a:pt x="47" y="14"/>
                      <a:pt x="33" y="7"/>
                    </a:cubicBezTo>
                    <a:cubicBezTo>
                      <a:pt x="19" y="0"/>
                      <a:pt x="0" y="41"/>
                      <a:pt x="0" y="41"/>
                    </a:cubicBezTo>
                    <a:cubicBezTo>
                      <a:pt x="24" y="126"/>
                      <a:pt x="24" y="126"/>
                      <a:pt x="24" y="126"/>
                    </a:cubicBezTo>
                    <a:cubicBezTo>
                      <a:pt x="37" y="148"/>
                      <a:pt x="37" y="148"/>
                      <a:pt x="37" y="148"/>
                    </a:cubicBezTo>
                    <a:cubicBezTo>
                      <a:pt x="37" y="148"/>
                      <a:pt x="137" y="143"/>
                      <a:pt x="138" y="143"/>
                    </a:cubicBezTo>
                    <a:cubicBezTo>
                      <a:pt x="155" y="147"/>
                      <a:pt x="157" y="133"/>
                      <a:pt x="157" y="133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00" name="Freeform 1903">
                <a:extLst>
                  <a:ext uri="{FF2B5EF4-FFF2-40B4-BE49-F238E27FC236}">
                    <a16:creationId xmlns:a16="http://schemas.microsoft.com/office/drawing/2014/main" id="{1CB2F124-C76B-4118-9CCA-0EE6D6E0D2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5" y="1969"/>
                <a:ext cx="88" cy="115"/>
              </a:xfrm>
              <a:custGeom>
                <a:avLst/>
                <a:gdLst>
                  <a:gd name="T0" fmla="*/ 112 w 129"/>
                  <a:gd name="T1" fmla="*/ 7 h 168"/>
                  <a:gd name="T2" fmla="*/ 126 w 129"/>
                  <a:gd name="T3" fmla="*/ 27 h 168"/>
                  <a:gd name="T4" fmla="*/ 124 w 129"/>
                  <a:gd name="T5" fmla="*/ 144 h 168"/>
                  <a:gd name="T6" fmla="*/ 89 w 129"/>
                  <a:gd name="T7" fmla="*/ 159 h 168"/>
                  <a:gd name="T8" fmla="*/ 17 w 129"/>
                  <a:gd name="T9" fmla="*/ 160 h 168"/>
                  <a:gd name="T10" fmla="*/ 4 w 129"/>
                  <a:gd name="T11" fmla="*/ 132 h 168"/>
                  <a:gd name="T12" fmla="*/ 26 w 129"/>
                  <a:gd name="T13" fmla="*/ 31 h 168"/>
                  <a:gd name="T14" fmla="*/ 47 w 129"/>
                  <a:gd name="T15" fmla="*/ 0 h 168"/>
                  <a:gd name="T16" fmla="*/ 92 w 129"/>
                  <a:gd name="T17" fmla="*/ 0 h 168"/>
                  <a:gd name="T18" fmla="*/ 112 w 129"/>
                  <a:gd name="T19" fmla="*/ 7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9" h="168">
                    <a:moveTo>
                      <a:pt x="112" y="7"/>
                    </a:moveTo>
                    <a:cubicBezTo>
                      <a:pt x="121" y="10"/>
                      <a:pt x="126" y="18"/>
                      <a:pt x="126" y="27"/>
                    </a:cubicBezTo>
                    <a:cubicBezTo>
                      <a:pt x="125" y="59"/>
                      <a:pt x="122" y="133"/>
                      <a:pt x="124" y="144"/>
                    </a:cubicBezTo>
                    <a:cubicBezTo>
                      <a:pt x="129" y="168"/>
                      <a:pt x="108" y="155"/>
                      <a:pt x="89" y="159"/>
                    </a:cubicBezTo>
                    <a:cubicBezTo>
                      <a:pt x="69" y="162"/>
                      <a:pt x="17" y="160"/>
                      <a:pt x="17" y="160"/>
                    </a:cubicBezTo>
                    <a:cubicBezTo>
                      <a:pt x="17" y="160"/>
                      <a:pt x="0" y="157"/>
                      <a:pt x="4" y="132"/>
                    </a:cubicBezTo>
                    <a:cubicBezTo>
                      <a:pt x="8" y="108"/>
                      <a:pt x="26" y="31"/>
                      <a:pt x="26" y="31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92" y="0"/>
                      <a:pt x="92" y="0"/>
                      <a:pt x="92" y="0"/>
                    </a:cubicBezTo>
                    <a:lnTo>
                      <a:pt x="112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01" name="Freeform 1904">
                <a:extLst>
                  <a:ext uri="{FF2B5EF4-FFF2-40B4-BE49-F238E27FC236}">
                    <a16:creationId xmlns:a16="http://schemas.microsoft.com/office/drawing/2014/main" id="{680BA637-DA42-4048-AFE0-D97C161561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4" y="1967"/>
                <a:ext cx="41" cy="41"/>
              </a:xfrm>
              <a:custGeom>
                <a:avLst/>
                <a:gdLst>
                  <a:gd name="T0" fmla="*/ 4 w 60"/>
                  <a:gd name="T1" fmla="*/ 37 h 60"/>
                  <a:gd name="T2" fmla="*/ 38 w 60"/>
                  <a:gd name="T3" fmla="*/ 55 h 60"/>
                  <a:gd name="T4" fmla="*/ 56 w 60"/>
                  <a:gd name="T5" fmla="*/ 22 h 60"/>
                  <a:gd name="T6" fmla="*/ 23 w 60"/>
                  <a:gd name="T7" fmla="*/ 4 h 60"/>
                  <a:gd name="T8" fmla="*/ 4 w 60"/>
                  <a:gd name="T9" fmla="*/ 3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0" h="60">
                    <a:moveTo>
                      <a:pt x="4" y="37"/>
                    </a:moveTo>
                    <a:cubicBezTo>
                      <a:pt x="8" y="51"/>
                      <a:pt x="23" y="60"/>
                      <a:pt x="38" y="55"/>
                    </a:cubicBezTo>
                    <a:cubicBezTo>
                      <a:pt x="52" y="51"/>
                      <a:pt x="60" y="37"/>
                      <a:pt x="56" y="22"/>
                    </a:cubicBezTo>
                    <a:cubicBezTo>
                      <a:pt x="52" y="8"/>
                      <a:pt x="37" y="0"/>
                      <a:pt x="23" y="4"/>
                    </a:cubicBezTo>
                    <a:cubicBezTo>
                      <a:pt x="9" y="8"/>
                      <a:pt x="0" y="23"/>
                      <a:pt x="4" y="37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02" name="Freeform 1905">
                <a:extLst>
                  <a:ext uri="{FF2B5EF4-FFF2-40B4-BE49-F238E27FC236}">
                    <a16:creationId xmlns:a16="http://schemas.microsoft.com/office/drawing/2014/main" id="{06945CE3-28BD-4967-BCA5-A4123DD892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6" y="1986"/>
                <a:ext cx="133" cy="74"/>
              </a:xfrm>
              <a:custGeom>
                <a:avLst/>
                <a:gdLst>
                  <a:gd name="T0" fmla="*/ 54 w 195"/>
                  <a:gd name="T1" fmla="*/ 0 h 109"/>
                  <a:gd name="T2" fmla="*/ 51 w 195"/>
                  <a:gd name="T3" fmla="*/ 63 h 109"/>
                  <a:gd name="T4" fmla="*/ 165 w 195"/>
                  <a:gd name="T5" fmla="*/ 80 h 109"/>
                  <a:gd name="T6" fmla="*/ 195 w 195"/>
                  <a:gd name="T7" fmla="*/ 102 h 109"/>
                  <a:gd name="T8" fmla="*/ 105 w 195"/>
                  <a:gd name="T9" fmla="*/ 106 h 109"/>
                  <a:gd name="T10" fmla="*/ 31 w 195"/>
                  <a:gd name="T11" fmla="*/ 108 h 109"/>
                  <a:gd name="T12" fmla="*/ 0 w 195"/>
                  <a:gd name="T13" fmla="*/ 80 h 109"/>
                  <a:gd name="T14" fmla="*/ 0 w 195"/>
                  <a:gd name="T15" fmla="*/ 1 h 109"/>
                  <a:gd name="T16" fmla="*/ 54 w 195"/>
                  <a:gd name="T17" fmla="*/ 0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5" h="109">
                    <a:moveTo>
                      <a:pt x="54" y="0"/>
                    </a:moveTo>
                    <a:cubicBezTo>
                      <a:pt x="51" y="63"/>
                      <a:pt x="51" y="63"/>
                      <a:pt x="51" y="63"/>
                    </a:cubicBezTo>
                    <a:cubicBezTo>
                      <a:pt x="165" y="80"/>
                      <a:pt x="165" y="80"/>
                      <a:pt x="165" y="80"/>
                    </a:cubicBezTo>
                    <a:cubicBezTo>
                      <a:pt x="188" y="84"/>
                      <a:pt x="195" y="102"/>
                      <a:pt x="195" y="102"/>
                    </a:cubicBezTo>
                    <a:cubicBezTo>
                      <a:pt x="195" y="102"/>
                      <a:pt x="139" y="105"/>
                      <a:pt x="105" y="106"/>
                    </a:cubicBezTo>
                    <a:cubicBezTo>
                      <a:pt x="88" y="106"/>
                      <a:pt x="57" y="109"/>
                      <a:pt x="31" y="108"/>
                    </a:cubicBezTo>
                    <a:cubicBezTo>
                      <a:pt x="14" y="107"/>
                      <a:pt x="0" y="97"/>
                      <a:pt x="0" y="80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54" y="0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03" name="Freeform 1906">
                <a:extLst>
                  <a:ext uri="{FF2B5EF4-FFF2-40B4-BE49-F238E27FC236}">
                    <a16:creationId xmlns:a16="http://schemas.microsoft.com/office/drawing/2014/main" id="{AA08D3AA-3FAA-43AC-83BB-C2640DF915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2" y="2076"/>
                <a:ext cx="223" cy="148"/>
              </a:xfrm>
              <a:custGeom>
                <a:avLst/>
                <a:gdLst>
                  <a:gd name="T0" fmla="*/ 123 w 328"/>
                  <a:gd name="T1" fmla="*/ 218 h 218"/>
                  <a:gd name="T2" fmla="*/ 328 w 328"/>
                  <a:gd name="T3" fmla="*/ 217 h 218"/>
                  <a:gd name="T4" fmla="*/ 283 w 328"/>
                  <a:gd name="T5" fmla="*/ 90 h 218"/>
                  <a:gd name="T6" fmla="*/ 264 w 328"/>
                  <a:gd name="T7" fmla="*/ 26 h 218"/>
                  <a:gd name="T8" fmla="*/ 225 w 328"/>
                  <a:gd name="T9" fmla="*/ 1 h 218"/>
                  <a:gd name="T10" fmla="*/ 163 w 328"/>
                  <a:gd name="T11" fmla="*/ 0 h 218"/>
                  <a:gd name="T12" fmla="*/ 28 w 328"/>
                  <a:gd name="T13" fmla="*/ 0 h 218"/>
                  <a:gd name="T14" fmla="*/ 0 w 328"/>
                  <a:gd name="T15" fmla="*/ 50 h 218"/>
                  <a:gd name="T16" fmla="*/ 55 w 328"/>
                  <a:gd name="T17" fmla="*/ 103 h 218"/>
                  <a:gd name="T18" fmla="*/ 149 w 328"/>
                  <a:gd name="T19" fmla="*/ 103 h 218"/>
                  <a:gd name="T20" fmla="*/ 123 w 328"/>
                  <a:gd name="T21" fmla="*/ 218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28" h="218">
                    <a:moveTo>
                      <a:pt x="123" y="218"/>
                    </a:moveTo>
                    <a:cubicBezTo>
                      <a:pt x="328" y="217"/>
                      <a:pt x="328" y="217"/>
                      <a:pt x="328" y="217"/>
                    </a:cubicBezTo>
                    <a:cubicBezTo>
                      <a:pt x="283" y="90"/>
                      <a:pt x="283" y="90"/>
                      <a:pt x="283" y="90"/>
                    </a:cubicBezTo>
                    <a:cubicBezTo>
                      <a:pt x="283" y="90"/>
                      <a:pt x="275" y="46"/>
                      <a:pt x="264" y="26"/>
                    </a:cubicBezTo>
                    <a:cubicBezTo>
                      <a:pt x="256" y="12"/>
                      <a:pt x="242" y="2"/>
                      <a:pt x="225" y="1"/>
                    </a:cubicBezTo>
                    <a:cubicBezTo>
                      <a:pt x="163" y="0"/>
                      <a:pt x="163" y="0"/>
                      <a:pt x="163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0"/>
                      <a:pt x="0" y="16"/>
                      <a:pt x="0" y="50"/>
                    </a:cubicBezTo>
                    <a:cubicBezTo>
                      <a:pt x="0" y="84"/>
                      <a:pt x="23" y="103"/>
                      <a:pt x="55" y="103"/>
                    </a:cubicBezTo>
                    <a:cubicBezTo>
                      <a:pt x="86" y="103"/>
                      <a:pt x="149" y="103"/>
                      <a:pt x="149" y="103"/>
                    </a:cubicBezTo>
                    <a:lnTo>
                      <a:pt x="123" y="218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04" name="Freeform 1907">
                <a:extLst>
                  <a:ext uri="{FF2B5EF4-FFF2-40B4-BE49-F238E27FC236}">
                    <a16:creationId xmlns:a16="http://schemas.microsoft.com/office/drawing/2014/main" id="{D43A64E2-6C10-4C84-A64F-6CFD59890E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0" y="2282"/>
                <a:ext cx="64" cy="7"/>
              </a:xfrm>
              <a:custGeom>
                <a:avLst/>
                <a:gdLst>
                  <a:gd name="T0" fmla="*/ 95 w 95"/>
                  <a:gd name="T1" fmla="*/ 3 h 11"/>
                  <a:gd name="T2" fmla="*/ 95 w 95"/>
                  <a:gd name="T3" fmla="*/ 11 h 11"/>
                  <a:gd name="T4" fmla="*/ 0 w 95"/>
                  <a:gd name="T5" fmla="*/ 11 h 11"/>
                  <a:gd name="T6" fmla="*/ 0 w 95"/>
                  <a:gd name="T7" fmla="*/ 0 h 11"/>
                  <a:gd name="T8" fmla="*/ 95 w 95"/>
                  <a:gd name="T9" fmla="*/ 0 h 11"/>
                  <a:gd name="T10" fmla="*/ 95 w 95"/>
                  <a:gd name="T11" fmla="*/ 3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5" h="11">
                    <a:moveTo>
                      <a:pt x="95" y="3"/>
                    </a:moveTo>
                    <a:cubicBezTo>
                      <a:pt x="95" y="11"/>
                      <a:pt x="95" y="11"/>
                      <a:pt x="95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95" y="1"/>
                      <a:pt x="95" y="2"/>
                      <a:pt x="95" y="3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05" name="Freeform 1908">
                <a:extLst>
                  <a:ext uri="{FF2B5EF4-FFF2-40B4-BE49-F238E27FC236}">
                    <a16:creationId xmlns:a16="http://schemas.microsoft.com/office/drawing/2014/main" id="{A0DF73EB-DE0E-45FD-A5F6-896E4D9149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9" y="2282"/>
                <a:ext cx="61" cy="7"/>
              </a:xfrm>
              <a:custGeom>
                <a:avLst/>
                <a:gdLst>
                  <a:gd name="T0" fmla="*/ 89 w 89"/>
                  <a:gd name="T1" fmla="*/ 4 h 11"/>
                  <a:gd name="T2" fmla="*/ 89 w 89"/>
                  <a:gd name="T3" fmla="*/ 11 h 11"/>
                  <a:gd name="T4" fmla="*/ 0 w 89"/>
                  <a:gd name="T5" fmla="*/ 11 h 11"/>
                  <a:gd name="T6" fmla="*/ 0 w 89"/>
                  <a:gd name="T7" fmla="*/ 0 h 11"/>
                  <a:gd name="T8" fmla="*/ 0 w 89"/>
                  <a:gd name="T9" fmla="*/ 0 h 11"/>
                  <a:gd name="T10" fmla="*/ 88 w 89"/>
                  <a:gd name="T11" fmla="*/ 0 h 11"/>
                  <a:gd name="T12" fmla="*/ 89 w 89"/>
                  <a:gd name="T13" fmla="*/ 4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9" h="11">
                    <a:moveTo>
                      <a:pt x="89" y="4"/>
                    </a:moveTo>
                    <a:cubicBezTo>
                      <a:pt x="89" y="11"/>
                      <a:pt x="89" y="11"/>
                      <a:pt x="8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9" y="1"/>
                      <a:pt x="89" y="2"/>
                      <a:pt x="89" y="4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1112" name="Group 2110">
              <a:extLst>
                <a:ext uri="{FF2B5EF4-FFF2-40B4-BE49-F238E27FC236}">
                  <a16:creationId xmlns:a16="http://schemas.microsoft.com/office/drawing/2014/main" id="{F5E7FD32-BB19-4529-A891-7E1F4C9012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5" y="1935"/>
              <a:ext cx="2883" cy="951"/>
              <a:chOff x="2595" y="1935"/>
              <a:chExt cx="2883" cy="951"/>
            </a:xfrm>
          </p:grpSpPr>
          <p:sp>
            <p:nvSpPr>
              <p:cNvPr id="1206" name="Freeform 1910">
                <a:extLst>
                  <a:ext uri="{FF2B5EF4-FFF2-40B4-BE49-F238E27FC236}">
                    <a16:creationId xmlns:a16="http://schemas.microsoft.com/office/drawing/2014/main" id="{9FB4FB4F-8FD5-4146-8A76-4B192E8317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4" y="2270"/>
                <a:ext cx="15" cy="13"/>
              </a:xfrm>
              <a:custGeom>
                <a:avLst/>
                <a:gdLst>
                  <a:gd name="T0" fmla="*/ 15 w 15"/>
                  <a:gd name="T1" fmla="*/ 3 h 13"/>
                  <a:gd name="T2" fmla="*/ 8 w 15"/>
                  <a:gd name="T3" fmla="*/ 13 h 13"/>
                  <a:gd name="T4" fmla="*/ 0 w 15"/>
                  <a:gd name="T5" fmla="*/ 13 h 13"/>
                  <a:gd name="T6" fmla="*/ 10 w 15"/>
                  <a:gd name="T7" fmla="*/ 0 h 13"/>
                  <a:gd name="T8" fmla="*/ 15 w 15"/>
                  <a:gd name="T9" fmla="*/ 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13">
                    <a:moveTo>
                      <a:pt x="15" y="3"/>
                    </a:moveTo>
                    <a:lnTo>
                      <a:pt x="8" y="13"/>
                    </a:lnTo>
                    <a:lnTo>
                      <a:pt x="0" y="13"/>
                    </a:lnTo>
                    <a:lnTo>
                      <a:pt x="10" y="0"/>
                    </a:lnTo>
                    <a:lnTo>
                      <a:pt x="15" y="3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07" name="Freeform 1911">
                <a:extLst>
                  <a:ext uri="{FF2B5EF4-FFF2-40B4-BE49-F238E27FC236}">
                    <a16:creationId xmlns:a16="http://schemas.microsoft.com/office/drawing/2014/main" id="{CCEC105C-72E0-4722-A4F1-F2B4FCBB48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8" y="2270"/>
                <a:ext cx="15" cy="13"/>
              </a:xfrm>
              <a:custGeom>
                <a:avLst/>
                <a:gdLst>
                  <a:gd name="T0" fmla="*/ 15 w 15"/>
                  <a:gd name="T1" fmla="*/ 4 h 13"/>
                  <a:gd name="T2" fmla="*/ 8 w 15"/>
                  <a:gd name="T3" fmla="*/ 13 h 13"/>
                  <a:gd name="T4" fmla="*/ 0 w 15"/>
                  <a:gd name="T5" fmla="*/ 13 h 13"/>
                  <a:gd name="T6" fmla="*/ 10 w 15"/>
                  <a:gd name="T7" fmla="*/ 0 h 13"/>
                  <a:gd name="T8" fmla="*/ 15 w 15"/>
                  <a:gd name="T9" fmla="*/ 4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13">
                    <a:moveTo>
                      <a:pt x="15" y="4"/>
                    </a:moveTo>
                    <a:lnTo>
                      <a:pt x="8" y="13"/>
                    </a:lnTo>
                    <a:lnTo>
                      <a:pt x="0" y="13"/>
                    </a:lnTo>
                    <a:lnTo>
                      <a:pt x="10" y="0"/>
                    </a:lnTo>
                    <a:lnTo>
                      <a:pt x="15" y="4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08" name="Freeform 1912">
                <a:extLst>
                  <a:ext uri="{FF2B5EF4-FFF2-40B4-BE49-F238E27FC236}">
                    <a16:creationId xmlns:a16="http://schemas.microsoft.com/office/drawing/2014/main" id="{7870BB8C-F8FF-4EF0-A13F-2E3FFDD9B2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5" y="2054"/>
                <a:ext cx="5" cy="4"/>
              </a:xfrm>
              <a:custGeom>
                <a:avLst/>
                <a:gdLst>
                  <a:gd name="T0" fmla="*/ 0 w 5"/>
                  <a:gd name="T1" fmla="*/ 4 h 4"/>
                  <a:gd name="T2" fmla="*/ 5 w 5"/>
                  <a:gd name="T3" fmla="*/ 0 h 4"/>
                  <a:gd name="T4" fmla="*/ 0 w 5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4">
                    <a:moveTo>
                      <a:pt x="0" y="4"/>
                    </a:moveTo>
                    <a:lnTo>
                      <a:pt x="5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09" name="Line 1913">
                <a:extLst>
                  <a:ext uri="{FF2B5EF4-FFF2-40B4-BE49-F238E27FC236}">
                    <a16:creationId xmlns:a16="http://schemas.microsoft.com/office/drawing/2014/main" id="{18DEAF80-2424-43CD-A299-512E7F0C62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35" y="2054"/>
                <a:ext cx="5" cy="4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10" name="Freeform 1914">
                <a:extLst>
                  <a:ext uri="{FF2B5EF4-FFF2-40B4-BE49-F238E27FC236}">
                    <a16:creationId xmlns:a16="http://schemas.microsoft.com/office/drawing/2014/main" id="{4311F424-AB3C-45D5-B142-C533197222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3" y="2134"/>
                <a:ext cx="3" cy="12"/>
              </a:xfrm>
              <a:custGeom>
                <a:avLst/>
                <a:gdLst>
                  <a:gd name="T0" fmla="*/ 0 w 3"/>
                  <a:gd name="T1" fmla="*/ 12 h 12"/>
                  <a:gd name="T2" fmla="*/ 3 w 3"/>
                  <a:gd name="T3" fmla="*/ 0 h 12"/>
                  <a:gd name="T4" fmla="*/ 0 w 3"/>
                  <a:gd name="T5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2">
                    <a:moveTo>
                      <a:pt x="0" y="12"/>
                    </a:moveTo>
                    <a:lnTo>
                      <a:pt x="3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11" name="Line 1915">
                <a:extLst>
                  <a:ext uri="{FF2B5EF4-FFF2-40B4-BE49-F238E27FC236}">
                    <a16:creationId xmlns:a16="http://schemas.microsoft.com/office/drawing/2014/main" id="{5FE3555E-D34B-405E-A7B1-FE4DA3ECEF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93" y="2134"/>
                <a:ext cx="3" cy="12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12" name="Freeform 1916">
                <a:extLst>
                  <a:ext uri="{FF2B5EF4-FFF2-40B4-BE49-F238E27FC236}">
                    <a16:creationId xmlns:a16="http://schemas.microsoft.com/office/drawing/2014/main" id="{8317B42D-2A8A-49BE-98A5-E3B426FFA4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6" y="2016"/>
                <a:ext cx="16" cy="7"/>
              </a:xfrm>
              <a:custGeom>
                <a:avLst/>
                <a:gdLst>
                  <a:gd name="T0" fmla="*/ 22 w 24"/>
                  <a:gd name="T1" fmla="*/ 0 h 11"/>
                  <a:gd name="T2" fmla="*/ 14 w 24"/>
                  <a:gd name="T3" fmla="*/ 11 h 11"/>
                  <a:gd name="T4" fmla="*/ 0 w 24"/>
                  <a:gd name="T5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11">
                    <a:moveTo>
                      <a:pt x="22" y="0"/>
                    </a:moveTo>
                    <a:cubicBezTo>
                      <a:pt x="22" y="0"/>
                      <a:pt x="24" y="11"/>
                      <a:pt x="14" y="11"/>
                    </a:cubicBezTo>
                    <a:cubicBezTo>
                      <a:pt x="5" y="11"/>
                      <a:pt x="0" y="11"/>
                      <a:pt x="0" y="11"/>
                    </a:cubicBezTo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13" name="Freeform 1917">
                <a:extLst>
                  <a:ext uri="{FF2B5EF4-FFF2-40B4-BE49-F238E27FC236}">
                    <a16:creationId xmlns:a16="http://schemas.microsoft.com/office/drawing/2014/main" id="{146000CB-3F77-4243-B24F-DEF2A58A8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6" y="2016"/>
                <a:ext cx="16" cy="7"/>
              </a:xfrm>
              <a:custGeom>
                <a:avLst/>
                <a:gdLst>
                  <a:gd name="T0" fmla="*/ 22 w 24"/>
                  <a:gd name="T1" fmla="*/ 0 h 11"/>
                  <a:gd name="T2" fmla="*/ 14 w 24"/>
                  <a:gd name="T3" fmla="*/ 11 h 11"/>
                  <a:gd name="T4" fmla="*/ 0 w 24"/>
                  <a:gd name="T5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11">
                    <a:moveTo>
                      <a:pt x="22" y="0"/>
                    </a:moveTo>
                    <a:cubicBezTo>
                      <a:pt x="22" y="0"/>
                      <a:pt x="24" y="11"/>
                      <a:pt x="14" y="11"/>
                    </a:cubicBezTo>
                    <a:cubicBezTo>
                      <a:pt x="5" y="11"/>
                      <a:pt x="0" y="11"/>
                      <a:pt x="0" y="11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14" name="Freeform 1918">
                <a:extLst>
                  <a:ext uri="{FF2B5EF4-FFF2-40B4-BE49-F238E27FC236}">
                    <a16:creationId xmlns:a16="http://schemas.microsoft.com/office/drawing/2014/main" id="{38267DCC-B7F3-4F3B-9188-AB7702A584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5" y="2223"/>
                <a:ext cx="45" cy="11"/>
              </a:xfrm>
              <a:custGeom>
                <a:avLst/>
                <a:gdLst>
                  <a:gd name="T0" fmla="*/ 41 w 45"/>
                  <a:gd name="T1" fmla="*/ 0 h 11"/>
                  <a:gd name="T2" fmla="*/ 45 w 45"/>
                  <a:gd name="T3" fmla="*/ 11 h 11"/>
                  <a:gd name="T4" fmla="*/ 0 w 45"/>
                  <a:gd name="T5" fmla="*/ 0 h 11"/>
                  <a:gd name="T6" fmla="*/ 41 w 45"/>
                  <a:gd name="T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5" h="11">
                    <a:moveTo>
                      <a:pt x="41" y="0"/>
                    </a:moveTo>
                    <a:lnTo>
                      <a:pt x="45" y="11"/>
                    </a:lnTo>
                    <a:lnTo>
                      <a:pt x="0" y="0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15" name="Freeform 1919">
                <a:extLst>
                  <a:ext uri="{FF2B5EF4-FFF2-40B4-BE49-F238E27FC236}">
                    <a16:creationId xmlns:a16="http://schemas.microsoft.com/office/drawing/2014/main" id="{A4780E25-51C2-4022-BB74-800D46819C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2223"/>
                <a:ext cx="37" cy="11"/>
              </a:xfrm>
              <a:custGeom>
                <a:avLst/>
                <a:gdLst>
                  <a:gd name="T0" fmla="*/ 37 w 37"/>
                  <a:gd name="T1" fmla="*/ 1 h 11"/>
                  <a:gd name="T2" fmla="*/ 34 w 37"/>
                  <a:gd name="T3" fmla="*/ 11 h 11"/>
                  <a:gd name="T4" fmla="*/ 0 w 37"/>
                  <a:gd name="T5" fmla="*/ 0 h 11"/>
                  <a:gd name="T6" fmla="*/ 37 w 37"/>
                  <a:gd name="T7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7" h="11">
                    <a:moveTo>
                      <a:pt x="37" y="1"/>
                    </a:moveTo>
                    <a:lnTo>
                      <a:pt x="34" y="11"/>
                    </a:lnTo>
                    <a:lnTo>
                      <a:pt x="0" y="0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16" name="Freeform 1920">
                <a:extLst>
                  <a:ext uri="{FF2B5EF4-FFF2-40B4-BE49-F238E27FC236}">
                    <a16:creationId xmlns:a16="http://schemas.microsoft.com/office/drawing/2014/main" id="{EA2F8295-758E-4AA1-9EA1-94095C3B9F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1" y="1994"/>
                <a:ext cx="93" cy="57"/>
              </a:xfrm>
              <a:custGeom>
                <a:avLst/>
                <a:gdLst>
                  <a:gd name="T0" fmla="*/ 117 w 136"/>
                  <a:gd name="T1" fmla="*/ 84 h 84"/>
                  <a:gd name="T2" fmla="*/ 0 w 136"/>
                  <a:gd name="T3" fmla="*/ 84 h 84"/>
                  <a:gd name="T4" fmla="*/ 18 w 136"/>
                  <a:gd name="T5" fmla="*/ 6 h 84"/>
                  <a:gd name="T6" fmla="*/ 26 w 136"/>
                  <a:gd name="T7" fmla="*/ 0 h 84"/>
                  <a:gd name="T8" fmla="*/ 136 w 136"/>
                  <a:gd name="T9" fmla="*/ 2 h 84"/>
                  <a:gd name="T10" fmla="*/ 117 w 136"/>
                  <a:gd name="T11" fmla="*/ 8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6" h="84">
                    <a:moveTo>
                      <a:pt x="117" y="84"/>
                    </a:moveTo>
                    <a:cubicBezTo>
                      <a:pt x="0" y="84"/>
                      <a:pt x="0" y="84"/>
                      <a:pt x="0" y="84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19" y="3"/>
                      <a:pt x="22" y="0"/>
                      <a:pt x="26" y="0"/>
                    </a:cubicBezTo>
                    <a:cubicBezTo>
                      <a:pt x="136" y="2"/>
                      <a:pt x="136" y="2"/>
                      <a:pt x="136" y="2"/>
                    </a:cubicBezTo>
                    <a:lnTo>
                      <a:pt x="117" y="8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17" name="Freeform 1921">
                <a:extLst>
                  <a:ext uri="{FF2B5EF4-FFF2-40B4-BE49-F238E27FC236}">
                    <a16:creationId xmlns:a16="http://schemas.microsoft.com/office/drawing/2014/main" id="{E3E73980-0994-45B2-B6D6-B3508854C5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1" y="1994"/>
                <a:ext cx="92" cy="57"/>
              </a:xfrm>
              <a:custGeom>
                <a:avLst/>
                <a:gdLst>
                  <a:gd name="T0" fmla="*/ 79 w 92"/>
                  <a:gd name="T1" fmla="*/ 57 h 57"/>
                  <a:gd name="T2" fmla="*/ 0 w 92"/>
                  <a:gd name="T3" fmla="*/ 57 h 57"/>
                  <a:gd name="T4" fmla="*/ 13 w 92"/>
                  <a:gd name="T5" fmla="*/ 0 h 57"/>
                  <a:gd name="T6" fmla="*/ 92 w 92"/>
                  <a:gd name="T7" fmla="*/ 0 h 57"/>
                  <a:gd name="T8" fmla="*/ 79 w 92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2" h="57">
                    <a:moveTo>
                      <a:pt x="79" y="57"/>
                    </a:moveTo>
                    <a:lnTo>
                      <a:pt x="0" y="57"/>
                    </a:lnTo>
                    <a:lnTo>
                      <a:pt x="13" y="0"/>
                    </a:lnTo>
                    <a:lnTo>
                      <a:pt x="92" y="0"/>
                    </a:lnTo>
                    <a:lnTo>
                      <a:pt x="79" y="57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18" name="Freeform 1922">
                <a:extLst>
                  <a:ext uri="{FF2B5EF4-FFF2-40B4-BE49-F238E27FC236}">
                    <a16:creationId xmlns:a16="http://schemas.microsoft.com/office/drawing/2014/main" id="{08E9A3E5-E023-480C-87D1-5A5E6F0E70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4" y="2047"/>
                <a:ext cx="115" cy="9"/>
              </a:xfrm>
              <a:custGeom>
                <a:avLst/>
                <a:gdLst>
                  <a:gd name="T0" fmla="*/ 170 w 170"/>
                  <a:gd name="T1" fmla="*/ 13 h 13"/>
                  <a:gd name="T2" fmla="*/ 0 w 170"/>
                  <a:gd name="T3" fmla="*/ 13 h 13"/>
                  <a:gd name="T4" fmla="*/ 0 w 170"/>
                  <a:gd name="T5" fmla="*/ 8 h 13"/>
                  <a:gd name="T6" fmla="*/ 7 w 170"/>
                  <a:gd name="T7" fmla="*/ 0 h 13"/>
                  <a:gd name="T8" fmla="*/ 170 w 170"/>
                  <a:gd name="T9" fmla="*/ 0 h 13"/>
                  <a:gd name="T10" fmla="*/ 170 w 170"/>
                  <a:gd name="T11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0" h="13">
                    <a:moveTo>
                      <a:pt x="17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3" y="0"/>
                      <a:pt x="7" y="0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170" y="13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19" name="Rectangle 1923">
                <a:extLst>
                  <a:ext uri="{FF2B5EF4-FFF2-40B4-BE49-F238E27FC236}">
                    <a16:creationId xmlns:a16="http://schemas.microsoft.com/office/drawing/2014/main" id="{E811F63E-1235-4782-955C-922A6C1ABE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1" y="2068"/>
                <a:ext cx="13" cy="22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20" name="Rectangle 1924">
                <a:extLst>
                  <a:ext uri="{FF2B5EF4-FFF2-40B4-BE49-F238E27FC236}">
                    <a16:creationId xmlns:a16="http://schemas.microsoft.com/office/drawing/2014/main" id="{12F9720C-0582-4BA3-A55F-968F859C1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0" y="2068"/>
                <a:ext cx="13" cy="22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21" name="Freeform 1925">
                <a:extLst>
                  <a:ext uri="{FF2B5EF4-FFF2-40B4-BE49-F238E27FC236}">
                    <a16:creationId xmlns:a16="http://schemas.microsoft.com/office/drawing/2014/main" id="{E554EFF2-03CF-4651-8DDB-D7ED4BC946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8" y="2056"/>
                <a:ext cx="191" cy="18"/>
              </a:xfrm>
              <a:custGeom>
                <a:avLst/>
                <a:gdLst>
                  <a:gd name="T0" fmla="*/ 277 w 281"/>
                  <a:gd name="T1" fmla="*/ 27 h 27"/>
                  <a:gd name="T2" fmla="*/ 4 w 281"/>
                  <a:gd name="T3" fmla="*/ 27 h 27"/>
                  <a:gd name="T4" fmla="*/ 0 w 281"/>
                  <a:gd name="T5" fmla="*/ 23 h 27"/>
                  <a:gd name="T6" fmla="*/ 0 w 281"/>
                  <a:gd name="T7" fmla="*/ 4 h 27"/>
                  <a:gd name="T8" fmla="*/ 4 w 281"/>
                  <a:gd name="T9" fmla="*/ 0 h 27"/>
                  <a:gd name="T10" fmla="*/ 277 w 281"/>
                  <a:gd name="T11" fmla="*/ 0 h 27"/>
                  <a:gd name="T12" fmla="*/ 281 w 281"/>
                  <a:gd name="T13" fmla="*/ 4 h 27"/>
                  <a:gd name="T14" fmla="*/ 281 w 281"/>
                  <a:gd name="T15" fmla="*/ 23 h 27"/>
                  <a:gd name="T16" fmla="*/ 277 w 281"/>
                  <a:gd name="T1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1" h="27">
                    <a:moveTo>
                      <a:pt x="277" y="27"/>
                    </a:moveTo>
                    <a:cubicBezTo>
                      <a:pt x="4" y="27"/>
                      <a:pt x="4" y="27"/>
                      <a:pt x="4" y="27"/>
                    </a:cubicBezTo>
                    <a:cubicBezTo>
                      <a:pt x="2" y="27"/>
                      <a:pt x="0" y="25"/>
                      <a:pt x="0" y="2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277" y="0"/>
                      <a:pt x="277" y="0"/>
                      <a:pt x="277" y="0"/>
                    </a:cubicBezTo>
                    <a:cubicBezTo>
                      <a:pt x="279" y="0"/>
                      <a:pt x="281" y="2"/>
                      <a:pt x="281" y="4"/>
                    </a:cubicBezTo>
                    <a:cubicBezTo>
                      <a:pt x="281" y="23"/>
                      <a:pt x="281" y="23"/>
                      <a:pt x="281" y="23"/>
                    </a:cubicBezTo>
                    <a:cubicBezTo>
                      <a:pt x="281" y="25"/>
                      <a:pt x="279" y="27"/>
                      <a:pt x="277" y="2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22" name="Freeform 1926">
                <a:extLst>
                  <a:ext uri="{FF2B5EF4-FFF2-40B4-BE49-F238E27FC236}">
                    <a16:creationId xmlns:a16="http://schemas.microsoft.com/office/drawing/2014/main" id="{590B3C3A-F200-4005-9A64-17E5540622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3" y="2055"/>
                <a:ext cx="460" cy="19"/>
              </a:xfrm>
              <a:custGeom>
                <a:avLst/>
                <a:gdLst>
                  <a:gd name="T0" fmla="*/ 677 w 677"/>
                  <a:gd name="T1" fmla="*/ 27 h 27"/>
                  <a:gd name="T2" fmla="*/ 6 w 677"/>
                  <a:gd name="T3" fmla="*/ 27 h 27"/>
                  <a:gd name="T4" fmla="*/ 0 w 677"/>
                  <a:gd name="T5" fmla="*/ 21 h 27"/>
                  <a:gd name="T6" fmla="*/ 0 w 677"/>
                  <a:gd name="T7" fmla="*/ 7 h 27"/>
                  <a:gd name="T8" fmla="*/ 6 w 677"/>
                  <a:gd name="T9" fmla="*/ 0 h 27"/>
                  <a:gd name="T10" fmla="*/ 677 w 677"/>
                  <a:gd name="T11" fmla="*/ 0 h 27"/>
                  <a:gd name="T12" fmla="*/ 677 w 677"/>
                  <a:gd name="T13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77" h="27">
                    <a:moveTo>
                      <a:pt x="677" y="27"/>
                    </a:moveTo>
                    <a:cubicBezTo>
                      <a:pt x="6" y="27"/>
                      <a:pt x="6" y="27"/>
                      <a:pt x="6" y="27"/>
                    </a:cubicBezTo>
                    <a:cubicBezTo>
                      <a:pt x="3" y="27"/>
                      <a:pt x="0" y="24"/>
                      <a:pt x="0" y="21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677" y="0"/>
                      <a:pt x="677" y="0"/>
                      <a:pt x="677" y="0"/>
                    </a:cubicBezTo>
                    <a:lnTo>
                      <a:pt x="677" y="27"/>
                    </a:lnTo>
                    <a:close/>
                  </a:path>
                </a:pathLst>
              </a:custGeom>
              <a:solidFill>
                <a:srgbClr val="000000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23" name="Rectangle 1927">
                <a:extLst>
                  <a:ext uri="{FF2B5EF4-FFF2-40B4-BE49-F238E27FC236}">
                    <a16:creationId xmlns:a16="http://schemas.microsoft.com/office/drawing/2014/main" id="{5247BB70-6165-447F-B388-E00B50D867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3" y="2070"/>
                <a:ext cx="460" cy="215"/>
              </a:xfrm>
              <a:prstGeom prst="rect">
                <a:avLst/>
              </a:prstGeom>
              <a:solidFill>
                <a:srgbClr val="595959"/>
              </a:solidFill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24" name="Freeform 1928">
                <a:extLst>
                  <a:ext uri="{FF2B5EF4-FFF2-40B4-BE49-F238E27FC236}">
                    <a16:creationId xmlns:a16="http://schemas.microsoft.com/office/drawing/2014/main" id="{722CED63-1539-4FC8-8D69-9CC0FCEF2A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6" y="1935"/>
                <a:ext cx="6" cy="6"/>
              </a:xfrm>
              <a:custGeom>
                <a:avLst/>
                <a:gdLst>
                  <a:gd name="T0" fmla="*/ 9 w 9"/>
                  <a:gd name="T1" fmla="*/ 4 h 9"/>
                  <a:gd name="T2" fmla="*/ 3 w 9"/>
                  <a:gd name="T3" fmla="*/ 2 h 9"/>
                  <a:gd name="T4" fmla="*/ 3 w 9"/>
                  <a:gd name="T5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9">
                    <a:moveTo>
                      <a:pt x="9" y="4"/>
                    </a:moveTo>
                    <a:cubicBezTo>
                      <a:pt x="9" y="4"/>
                      <a:pt x="6" y="0"/>
                      <a:pt x="3" y="2"/>
                    </a:cubicBezTo>
                    <a:cubicBezTo>
                      <a:pt x="0" y="5"/>
                      <a:pt x="3" y="9"/>
                      <a:pt x="3" y="9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25" name="Freeform 1929">
                <a:extLst>
                  <a:ext uri="{FF2B5EF4-FFF2-40B4-BE49-F238E27FC236}">
                    <a16:creationId xmlns:a16="http://schemas.microsoft.com/office/drawing/2014/main" id="{C52C8FE3-6821-4368-BC6F-14EA18A253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0" y="1960"/>
                <a:ext cx="6" cy="9"/>
              </a:xfrm>
              <a:custGeom>
                <a:avLst/>
                <a:gdLst>
                  <a:gd name="T0" fmla="*/ 0 w 6"/>
                  <a:gd name="T1" fmla="*/ 0 h 9"/>
                  <a:gd name="T2" fmla="*/ 6 w 6"/>
                  <a:gd name="T3" fmla="*/ 2 h 9"/>
                  <a:gd name="T4" fmla="*/ 6 w 6"/>
                  <a:gd name="T5" fmla="*/ 9 h 9"/>
                  <a:gd name="T6" fmla="*/ 0 w 6"/>
                  <a:gd name="T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9">
                    <a:moveTo>
                      <a:pt x="0" y="0"/>
                    </a:moveTo>
                    <a:lnTo>
                      <a:pt x="6" y="2"/>
                    </a:lnTo>
                    <a:lnTo>
                      <a:pt x="6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26" name="Freeform 1930">
                <a:extLst>
                  <a:ext uri="{FF2B5EF4-FFF2-40B4-BE49-F238E27FC236}">
                    <a16:creationId xmlns:a16="http://schemas.microsoft.com/office/drawing/2014/main" id="{F0E0CFD2-C10A-40FF-926C-7ED1200A34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4" y="2589"/>
                <a:ext cx="65" cy="72"/>
              </a:xfrm>
              <a:custGeom>
                <a:avLst/>
                <a:gdLst>
                  <a:gd name="T0" fmla="*/ 32 w 65"/>
                  <a:gd name="T1" fmla="*/ 0 h 72"/>
                  <a:gd name="T2" fmla="*/ 0 w 65"/>
                  <a:gd name="T3" fmla="*/ 64 h 72"/>
                  <a:gd name="T4" fmla="*/ 34 w 65"/>
                  <a:gd name="T5" fmla="*/ 72 h 72"/>
                  <a:gd name="T6" fmla="*/ 65 w 65"/>
                  <a:gd name="T7" fmla="*/ 8 h 72"/>
                  <a:gd name="T8" fmla="*/ 32 w 65"/>
                  <a:gd name="T9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" h="72">
                    <a:moveTo>
                      <a:pt x="32" y="0"/>
                    </a:moveTo>
                    <a:lnTo>
                      <a:pt x="0" y="64"/>
                    </a:lnTo>
                    <a:lnTo>
                      <a:pt x="34" y="72"/>
                    </a:lnTo>
                    <a:lnTo>
                      <a:pt x="65" y="8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27" name="Freeform 1931">
                <a:extLst>
                  <a:ext uri="{FF2B5EF4-FFF2-40B4-BE49-F238E27FC236}">
                    <a16:creationId xmlns:a16="http://schemas.microsoft.com/office/drawing/2014/main" id="{4518206F-62B4-4EEB-B957-F1A5B853B8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4" y="2589"/>
                <a:ext cx="65" cy="72"/>
              </a:xfrm>
              <a:custGeom>
                <a:avLst/>
                <a:gdLst>
                  <a:gd name="T0" fmla="*/ 32 w 65"/>
                  <a:gd name="T1" fmla="*/ 0 h 72"/>
                  <a:gd name="T2" fmla="*/ 0 w 65"/>
                  <a:gd name="T3" fmla="*/ 64 h 72"/>
                  <a:gd name="T4" fmla="*/ 34 w 65"/>
                  <a:gd name="T5" fmla="*/ 72 h 72"/>
                  <a:gd name="T6" fmla="*/ 65 w 65"/>
                  <a:gd name="T7" fmla="*/ 8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5" h="72">
                    <a:moveTo>
                      <a:pt x="32" y="0"/>
                    </a:moveTo>
                    <a:lnTo>
                      <a:pt x="0" y="64"/>
                    </a:lnTo>
                    <a:lnTo>
                      <a:pt x="34" y="72"/>
                    </a:lnTo>
                    <a:lnTo>
                      <a:pt x="65" y="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28" name="Freeform 1932">
                <a:extLst>
                  <a:ext uri="{FF2B5EF4-FFF2-40B4-BE49-F238E27FC236}">
                    <a16:creationId xmlns:a16="http://schemas.microsoft.com/office/drawing/2014/main" id="{FF7883D1-4B1C-40C1-B0F8-05F611696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2" y="2638"/>
                <a:ext cx="58" cy="26"/>
              </a:xfrm>
              <a:custGeom>
                <a:avLst/>
                <a:gdLst>
                  <a:gd name="T0" fmla="*/ 85 w 86"/>
                  <a:gd name="T1" fmla="*/ 39 h 39"/>
                  <a:gd name="T2" fmla="*/ 1 w 86"/>
                  <a:gd name="T3" fmla="*/ 39 h 39"/>
                  <a:gd name="T4" fmla="*/ 0 w 86"/>
                  <a:gd name="T5" fmla="*/ 36 h 39"/>
                  <a:gd name="T6" fmla="*/ 5 w 86"/>
                  <a:gd name="T7" fmla="*/ 26 h 39"/>
                  <a:gd name="T8" fmla="*/ 35 w 86"/>
                  <a:gd name="T9" fmla="*/ 7 h 39"/>
                  <a:gd name="T10" fmla="*/ 60 w 86"/>
                  <a:gd name="T11" fmla="*/ 20 h 39"/>
                  <a:gd name="T12" fmla="*/ 60 w 86"/>
                  <a:gd name="T13" fmla="*/ 28 h 39"/>
                  <a:gd name="T14" fmla="*/ 86 w 86"/>
                  <a:gd name="T15" fmla="*/ 29 h 39"/>
                  <a:gd name="T16" fmla="*/ 85 w 86"/>
                  <a:gd name="T1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6" h="39">
                    <a:moveTo>
                      <a:pt x="85" y="39"/>
                    </a:moveTo>
                    <a:cubicBezTo>
                      <a:pt x="1" y="39"/>
                      <a:pt x="1" y="39"/>
                      <a:pt x="1" y="39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2"/>
                      <a:pt x="1" y="28"/>
                      <a:pt x="5" y="26"/>
                    </a:cubicBezTo>
                    <a:cubicBezTo>
                      <a:pt x="35" y="7"/>
                      <a:pt x="35" y="7"/>
                      <a:pt x="35" y="7"/>
                    </a:cubicBezTo>
                    <a:cubicBezTo>
                      <a:pt x="46" y="0"/>
                      <a:pt x="60" y="8"/>
                      <a:pt x="60" y="20"/>
                    </a:cubicBezTo>
                    <a:cubicBezTo>
                      <a:pt x="60" y="28"/>
                      <a:pt x="60" y="28"/>
                      <a:pt x="60" y="28"/>
                    </a:cubicBezTo>
                    <a:cubicBezTo>
                      <a:pt x="86" y="29"/>
                      <a:pt x="86" y="29"/>
                      <a:pt x="86" y="29"/>
                    </a:cubicBezTo>
                    <a:lnTo>
                      <a:pt x="85" y="39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29" name="Freeform 1933">
                <a:extLst>
                  <a:ext uri="{FF2B5EF4-FFF2-40B4-BE49-F238E27FC236}">
                    <a16:creationId xmlns:a16="http://schemas.microsoft.com/office/drawing/2014/main" id="{FECA30BE-EEAD-404E-9ED1-B436DEB524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8" y="2151"/>
                <a:ext cx="56" cy="112"/>
              </a:xfrm>
              <a:custGeom>
                <a:avLst/>
                <a:gdLst>
                  <a:gd name="T0" fmla="*/ 79 w 83"/>
                  <a:gd name="T1" fmla="*/ 0 h 165"/>
                  <a:gd name="T2" fmla="*/ 76 w 83"/>
                  <a:gd name="T3" fmla="*/ 1 h 165"/>
                  <a:gd name="T4" fmla="*/ 52 w 83"/>
                  <a:gd name="T5" fmla="*/ 27 h 165"/>
                  <a:gd name="T6" fmla="*/ 19 w 83"/>
                  <a:gd name="T7" fmla="*/ 101 h 165"/>
                  <a:gd name="T8" fmla="*/ 16 w 83"/>
                  <a:gd name="T9" fmla="*/ 155 h 165"/>
                  <a:gd name="T10" fmla="*/ 62 w 83"/>
                  <a:gd name="T11" fmla="*/ 135 h 165"/>
                  <a:gd name="T12" fmla="*/ 75 w 83"/>
                  <a:gd name="T13" fmla="*/ 46 h 165"/>
                  <a:gd name="T14" fmla="*/ 83 w 83"/>
                  <a:gd name="T15" fmla="*/ 18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3" h="165">
                    <a:moveTo>
                      <a:pt x="79" y="0"/>
                    </a:moveTo>
                    <a:cubicBezTo>
                      <a:pt x="78" y="0"/>
                      <a:pt x="77" y="0"/>
                      <a:pt x="76" y="1"/>
                    </a:cubicBezTo>
                    <a:cubicBezTo>
                      <a:pt x="70" y="5"/>
                      <a:pt x="56" y="14"/>
                      <a:pt x="52" y="27"/>
                    </a:cubicBezTo>
                    <a:cubicBezTo>
                      <a:pt x="44" y="47"/>
                      <a:pt x="32" y="72"/>
                      <a:pt x="19" y="101"/>
                    </a:cubicBezTo>
                    <a:cubicBezTo>
                      <a:pt x="11" y="117"/>
                      <a:pt x="0" y="145"/>
                      <a:pt x="16" y="155"/>
                    </a:cubicBezTo>
                    <a:cubicBezTo>
                      <a:pt x="32" y="165"/>
                      <a:pt x="65" y="161"/>
                      <a:pt x="62" y="135"/>
                    </a:cubicBezTo>
                    <a:cubicBezTo>
                      <a:pt x="58" y="108"/>
                      <a:pt x="75" y="46"/>
                      <a:pt x="75" y="46"/>
                    </a:cubicBezTo>
                    <a:cubicBezTo>
                      <a:pt x="83" y="18"/>
                      <a:pt x="83" y="18"/>
                      <a:pt x="83" y="18"/>
                    </a:cubicBezTo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30" name="Freeform 1934">
                <a:extLst>
                  <a:ext uri="{FF2B5EF4-FFF2-40B4-BE49-F238E27FC236}">
                    <a16:creationId xmlns:a16="http://schemas.microsoft.com/office/drawing/2014/main" id="{171949EE-65BC-4423-AE06-88578C508B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7" y="2227"/>
                <a:ext cx="82" cy="47"/>
              </a:xfrm>
              <a:custGeom>
                <a:avLst/>
                <a:gdLst>
                  <a:gd name="T0" fmla="*/ 15 w 82"/>
                  <a:gd name="T1" fmla="*/ 0 h 47"/>
                  <a:gd name="T2" fmla="*/ 82 w 82"/>
                  <a:gd name="T3" fmla="*/ 11 h 47"/>
                  <a:gd name="T4" fmla="*/ 67 w 82"/>
                  <a:gd name="T5" fmla="*/ 47 h 47"/>
                  <a:gd name="T6" fmla="*/ 0 w 82"/>
                  <a:gd name="T7" fmla="*/ 32 h 47"/>
                  <a:gd name="T8" fmla="*/ 15 w 82"/>
                  <a:gd name="T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47">
                    <a:moveTo>
                      <a:pt x="15" y="0"/>
                    </a:moveTo>
                    <a:lnTo>
                      <a:pt x="82" y="11"/>
                    </a:lnTo>
                    <a:lnTo>
                      <a:pt x="67" y="47"/>
                    </a:lnTo>
                    <a:lnTo>
                      <a:pt x="0" y="32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31" name="Freeform 1935">
                <a:extLst>
                  <a:ext uri="{FF2B5EF4-FFF2-40B4-BE49-F238E27FC236}">
                    <a16:creationId xmlns:a16="http://schemas.microsoft.com/office/drawing/2014/main" id="{2B2005A8-57AF-47C2-95F8-506C2E83DF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9" y="2238"/>
                <a:ext cx="59" cy="31"/>
              </a:xfrm>
              <a:custGeom>
                <a:avLst/>
                <a:gdLst>
                  <a:gd name="T0" fmla="*/ 59 w 59"/>
                  <a:gd name="T1" fmla="*/ 0 h 31"/>
                  <a:gd name="T2" fmla="*/ 0 w 59"/>
                  <a:gd name="T3" fmla="*/ 26 h 31"/>
                  <a:gd name="T4" fmla="*/ 24 w 59"/>
                  <a:gd name="T5" fmla="*/ 31 h 31"/>
                  <a:gd name="T6" fmla="*/ 59 w 59"/>
                  <a:gd name="T7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9" h="31">
                    <a:moveTo>
                      <a:pt x="59" y="0"/>
                    </a:moveTo>
                    <a:lnTo>
                      <a:pt x="0" y="26"/>
                    </a:lnTo>
                    <a:lnTo>
                      <a:pt x="24" y="31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32" name="Freeform 1936">
                <a:extLst>
                  <a:ext uri="{FF2B5EF4-FFF2-40B4-BE49-F238E27FC236}">
                    <a16:creationId xmlns:a16="http://schemas.microsoft.com/office/drawing/2014/main" id="{42C51576-EF6A-4507-81F5-F591E2A0A7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8" y="2600"/>
                <a:ext cx="42" cy="51"/>
              </a:xfrm>
              <a:custGeom>
                <a:avLst/>
                <a:gdLst>
                  <a:gd name="T0" fmla="*/ 0 w 42"/>
                  <a:gd name="T1" fmla="*/ 10 h 51"/>
                  <a:gd name="T2" fmla="*/ 10 w 42"/>
                  <a:gd name="T3" fmla="*/ 51 h 51"/>
                  <a:gd name="T4" fmla="*/ 42 w 42"/>
                  <a:gd name="T5" fmla="*/ 45 h 51"/>
                  <a:gd name="T6" fmla="*/ 35 w 42"/>
                  <a:gd name="T7" fmla="*/ 0 h 51"/>
                  <a:gd name="T8" fmla="*/ 0 w 42"/>
                  <a:gd name="T9" fmla="*/ 1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51">
                    <a:moveTo>
                      <a:pt x="0" y="10"/>
                    </a:moveTo>
                    <a:lnTo>
                      <a:pt x="10" y="51"/>
                    </a:lnTo>
                    <a:lnTo>
                      <a:pt x="42" y="45"/>
                    </a:lnTo>
                    <a:lnTo>
                      <a:pt x="35" y="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33" name="Freeform 1937">
                <a:extLst>
                  <a:ext uri="{FF2B5EF4-FFF2-40B4-BE49-F238E27FC236}">
                    <a16:creationId xmlns:a16="http://schemas.microsoft.com/office/drawing/2014/main" id="{F070E6CF-D726-4A5B-9A86-E8E0C8882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8" y="2600"/>
                <a:ext cx="42" cy="51"/>
              </a:xfrm>
              <a:custGeom>
                <a:avLst/>
                <a:gdLst>
                  <a:gd name="T0" fmla="*/ 0 w 42"/>
                  <a:gd name="T1" fmla="*/ 10 h 51"/>
                  <a:gd name="T2" fmla="*/ 10 w 42"/>
                  <a:gd name="T3" fmla="*/ 51 h 51"/>
                  <a:gd name="T4" fmla="*/ 42 w 42"/>
                  <a:gd name="T5" fmla="*/ 45 h 51"/>
                  <a:gd name="T6" fmla="*/ 35 w 42"/>
                  <a:gd name="T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2" h="51">
                    <a:moveTo>
                      <a:pt x="0" y="10"/>
                    </a:moveTo>
                    <a:lnTo>
                      <a:pt x="10" y="51"/>
                    </a:lnTo>
                    <a:lnTo>
                      <a:pt x="42" y="45"/>
                    </a:lnTo>
                    <a:lnTo>
                      <a:pt x="3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34" name="Freeform 1938">
                <a:extLst>
                  <a:ext uri="{FF2B5EF4-FFF2-40B4-BE49-F238E27FC236}">
                    <a16:creationId xmlns:a16="http://schemas.microsoft.com/office/drawing/2014/main" id="{3734495B-0283-4BB7-A22A-A7E4712FA5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1" y="2333"/>
                <a:ext cx="227" cy="290"/>
              </a:xfrm>
              <a:custGeom>
                <a:avLst/>
                <a:gdLst>
                  <a:gd name="T0" fmla="*/ 236 w 333"/>
                  <a:gd name="T1" fmla="*/ 9 h 427"/>
                  <a:gd name="T2" fmla="*/ 119 w 333"/>
                  <a:gd name="T3" fmla="*/ 0 h 427"/>
                  <a:gd name="T4" fmla="*/ 0 w 333"/>
                  <a:gd name="T5" fmla="*/ 377 h 427"/>
                  <a:gd name="T6" fmla="*/ 203 w 333"/>
                  <a:gd name="T7" fmla="*/ 416 h 427"/>
                  <a:gd name="T8" fmla="*/ 333 w 333"/>
                  <a:gd name="T9" fmla="*/ 386 h 427"/>
                  <a:gd name="T10" fmla="*/ 285 w 333"/>
                  <a:gd name="T11" fmla="*/ 90 h 427"/>
                  <a:gd name="T12" fmla="*/ 236 w 333"/>
                  <a:gd name="T13" fmla="*/ 9 h 4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3" h="427">
                    <a:moveTo>
                      <a:pt x="236" y="9"/>
                    </a:moveTo>
                    <a:cubicBezTo>
                      <a:pt x="119" y="0"/>
                      <a:pt x="119" y="0"/>
                      <a:pt x="119" y="0"/>
                    </a:cubicBezTo>
                    <a:cubicBezTo>
                      <a:pt x="0" y="377"/>
                      <a:pt x="0" y="377"/>
                      <a:pt x="0" y="377"/>
                    </a:cubicBezTo>
                    <a:cubicBezTo>
                      <a:pt x="0" y="377"/>
                      <a:pt x="101" y="427"/>
                      <a:pt x="203" y="416"/>
                    </a:cubicBezTo>
                    <a:cubicBezTo>
                      <a:pt x="304" y="405"/>
                      <a:pt x="333" y="386"/>
                      <a:pt x="333" y="386"/>
                    </a:cubicBezTo>
                    <a:cubicBezTo>
                      <a:pt x="333" y="386"/>
                      <a:pt x="302" y="150"/>
                      <a:pt x="285" y="90"/>
                    </a:cubicBezTo>
                    <a:cubicBezTo>
                      <a:pt x="269" y="29"/>
                      <a:pt x="236" y="9"/>
                      <a:pt x="236" y="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35" name="Freeform 1939">
                <a:extLst>
                  <a:ext uri="{FF2B5EF4-FFF2-40B4-BE49-F238E27FC236}">
                    <a16:creationId xmlns:a16="http://schemas.microsoft.com/office/drawing/2014/main" id="{D4B818B6-CC4D-44BF-8C31-6A5715593D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7" y="2389"/>
                <a:ext cx="50" cy="177"/>
              </a:xfrm>
              <a:custGeom>
                <a:avLst/>
                <a:gdLst>
                  <a:gd name="T0" fmla="*/ 0 w 74"/>
                  <a:gd name="T1" fmla="*/ 0 h 259"/>
                  <a:gd name="T2" fmla="*/ 74 w 74"/>
                  <a:gd name="T3" fmla="*/ 254 h 259"/>
                  <a:gd name="T4" fmla="*/ 43 w 74"/>
                  <a:gd name="T5" fmla="*/ 259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4" h="259">
                    <a:moveTo>
                      <a:pt x="0" y="0"/>
                    </a:moveTo>
                    <a:cubicBezTo>
                      <a:pt x="74" y="254"/>
                      <a:pt x="74" y="254"/>
                      <a:pt x="74" y="254"/>
                    </a:cubicBezTo>
                    <a:cubicBezTo>
                      <a:pt x="74" y="254"/>
                      <a:pt x="72" y="252"/>
                      <a:pt x="43" y="25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36" name="Freeform 1940">
                <a:extLst>
                  <a:ext uri="{FF2B5EF4-FFF2-40B4-BE49-F238E27FC236}">
                    <a16:creationId xmlns:a16="http://schemas.microsoft.com/office/drawing/2014/main" id="{B2350766-AB1D-4C77-BE60-E2A2EAB6E9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8" y="2405"/>
                <a:ext cx="41" cy="33"/>
              </a:xfrm>
              <a:custGeom>
                <a:avLst/>
                <a:gdLst>
                  <a:gd name="T0" fmla="*/ 21 w 60"/>
                  <a:gd name="T1" fmla="*/ 0 h 49"/>
                  <a:gd name="T2" fmla="*/ 47 w 60"/>
                  <a:gd name="T3" fmla="*/ 15 h 49"/>
                  <a:gd name="T4" fmla="*/ 60 w 60"/>
                  <a:gd name="T5" fmla="*/ 38 h 49"/>
                  <a:gd name="T6" fmla="*/ 52 w 60"/>
                  <a:gd name="T7" fmla="*/ 48 h 49"/>
                  <a:gd name="T8" fmla="*/ 35 w 60"/>
                  <a:gd name="T9" fmla="*/ 36 h 49"/>
                  <a:gd name="T10" fmla="*/ 38 w 60"/>
                  <a:gd name="T11" fmla="*/ 49 h 49"/>
                  <a:gd name="T12" fmla="*/ 17 w 60"/>
                  <a:gd name="T13" fmla="*/ 44 h 49"/>
                  <a:gd name="T14" fmla="*/ 0 w 60"/>
                  <a:gd name="T15" fmla="*/ 1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49">
                    <a:moveTo>
                      <a:pt x="21" y="0"/>
                    </a:moveTo>
                    <a:cubicBezTo>
                      <a:pt x="21" y="0"/>
                      <a:pt x="30" y="7"/>
                      <a:pt x="47" y="15"/>
                    </a:cubicBezTo>
                    <a:cubicBezTo>
                      <a:pt x="60" y="21"/>
                      <a:pt x="60" y="38"/>
                      <a:pt x="60" y="38"/>
                    </a:cubicBezTo>
                    <a:cubicBezTo>
                      <a:pt x="60" y="38"/>
                      <a:pt x="59" y="46"/>
                      <a:pt x="52" y="48"/>
                    </a:cubicBezTo>
                    <a:cubicBezTo>
                      <a:pt x="49" y="49"/>
                      <a:pt x="39" y="36"/>
                      <a:pt x="35" y="36"/>
                    </a:cubicBezTo>
                    <a:cubicBezTo>
                      <a:pt x="32" y="36"/>
                      <a:pt x="40" y="49"/>
                      <a:pt x="38" y="49"/>
                    </a:cubicBezTo>
                    <a:cubicBezTo>
                      <a:pt x="31" y="48"/>
                      <a:pt x="21" y="45"/>
                      <a:pt x="17" y="44"/>
                    </a:cubicBezTo>
                    <a:cubicBezTo>
                      <a:pt x="4" y="38"/>
                      <a:pt x="0" y="11"/>
                      <a:pt x="0" y="11"/>
                    </a:cubicBezTo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37" name="Freeform 1941">
                <a:extLst>
                  <a:ext uri="{FF2B5EF4-FFF2-40B4-BE49-F238E27FC236}">
                    <a16:creationId xmlns:a16="http://schemas.microsoft.com/office/drawing/2014/main" id="{177F1D46-BB59-49FA-8843-61E54FB97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6" y="2479"/>
                <a:ext cx="51" cy="182"/>
              </a:xfrm>
              <a:custGeom>
                <a:avLst/>
                <a:gdLst>
                  <a:gd name="T0" fmla="*/ 21 w 51"/>
                  <a:gd name="T1" fmla="*/ 181 h 182"/>
                  <a:gd name="T2" fmla="*/ 51 w 51"/>
                  <a:gd name="T3" fmla="*/ 29 h 182"/>
                  <a:gd name="T4" fmla="*/ 21 w 51"/>
                  <a:gd name="T5" fmla="*/ 0 h 182"/>
                  <a:gd name="T6" fmla="*/ 0 w 51"/>
                  <a:gd name="T7" fmla="*/ 182 h 182"/>
                  <a:gd name="T8" fmla="*/ 21 w 51"/>
                  <a:gd name="T9" fmla="*/ 181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" h="182">
                    <a:moveTo>
                      <a:pt x="21" y="181"/>
                    </a:moveTo>
                    <a:lnTo>
                      <a:pt x="51" y="29"/>
                    </a:lnTo>
                    <a:lnTo>
                      <a:pt x="21" y="0"/>
                    </a:lnTo>
                    <a:lnTo>
                      <a:pt x="0" y="182"/>
                    </a:lnTo>
                    <a:lnTo>
                      <a:pt x="21" y="181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38" name="Freeform 1942">
                <a:extLst>
                  <a:ext uri="{FF2B5EF4-FFF2-40B4-BE49-F238E27FC236}">
                    <a16:creationId xmlns:a16="http://schemas.microsoft.com/office/drawing/2014/main" id="{D436A483-B08B-4EB6-B752-32C5D60AC2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6" y="2479"/>
                <a:ext cx="51" cy="182"/>
              </a:xfrm>
              <a:custGeom>
                <a:avLst/>
                <a:gdLst>
                  <a:gd name="T0" fmla="*/ 21 w 51"/>
                  <a:gd name="T1" fmla="*/ 181 h 182"/>
                  <a:gd name="T2" fmla="*/ 51 w 51"/>
                  <a:gd name="T3" fmla="*/ 29 h 182"/>
                  <a:gd name="T4" fmla="*/ 21 w 51"/>
                  <a:gd name="T5" fmla="*/ 0 h 182"/>
                  <a:gd name="T6" fmla="*/ 0 w 51"/>
                  <a:gd name="T7" fmla="*/ 182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1" h="182">
                    <a:moveTo>
                      <a:pt x="21" y="181"/>
                    </a:moveTo>
                    <a:lnTo>
                      <a:pt x="51" y="29"/>
                    </a:lnTo>
                    <a:lnTo>
                      <a:pt x="21" y="0"/>
                    </a:lnTo>
                    <a:lnTo>
                      <a:pt x="0" y="18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39" name="Freeform 1943">
                <a:extLst>
                  <a:ext uri="{FF2B5EF4-FFF2-40B4-BE49-F238E27FC236}">
                    <a16:creationId xmlns:a16="http://schemas.microsoft.com/office/drawing/2014/main" id="{12140B27-3A0D-45C9-8853-9DF02CC31A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2504"/>
                <a:ext cx="68" cy="128"/>
              </a:xfrm>
              <a:custGeom>
                <a:avLst/>
                <a:gdLst>
                  <a:gd name="T0" fmla="*/ 0 w 100"/>
                  <a:gd name="T1" fmla="*/ 118 h 187"/>
                  <a:gd name="T2" fmla="*/ 12 w 100"/>
                  <a:gd name="T3" fmla="*/ 136 h 187"/>
                  <a:gd name="T4" fmla="*/ 90 w 100"/>
                  <a:gd name="T5" fmla="*/ 187 h 187"/>
                  <a:gd name="T6" fmla="*/ 100 w 100"/>
                  <a:gd name="T7" fmla="*/ 165 h 187"/>
                  <a:gd name="T8" fmla="*/ 40 w 100"/>
                  <a:gd name="T9" fmla="*/ 96 h 187"/>
                  <a:gd name="T10" fmla="*/ 18 w 100"/>
                  <a:gd name="T11" fmla="*/ 0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0" h="187">
                    <a:moveTo>
                      <a:pt x="0" y="118"/>
                    </a:moveTo>
                    <a:cubicBezTo>
                      <a:pt x="0" y="118"/>
                      <a:pt x="0" y="124"/>
                      <a:pt x="12" y="136"/>
                    </a:cubicBezTo>
                    <a:cubicBezTo>
                      <a:pt x="29" y="154"/>
                      <a:pt x="90" y="187"/>
                      <a:pt x="90" y="187"/>
                    </a:cubicBezTo>
                    <a:cubicBezTo>
                      <a:pt x="100" y="165"/>
                      <a:pt x="100" y="165"/>
                      <a:pt x="100" y="165"/>
                    </a:cubicBezTo>
                    <a:cubicBezTo>
                      <a:pt x="100" y="165"/>
                      <a:pt x="53" y="114"/>
                      <a:pt x="40" y="96"/>
                    </a:cubicBezTo>
                    <a:cubicBezTo>
                      <a:pt x="29" y="80"/>
                      <a:pt x="18" y="0"/>
                      <a:pt x="18" y="0"/>
                    </a:cubicBezTo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40" name="Freeform 1944">
                <a:extLst>
                  <a:ext uri="{FF2B5EF4-FFF2-40B4-BE49-F238E27FC236}">
                    <a16:creationId xmlns:a16="http://schemas.microsoft.com/office/drawing/2014/main" id="{4E0316DB-8753-4CFC-BBC7-A8CC9CD944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5" y="2485"/>
                <a:ext cx="89" cy="99"/>
              </a:xfrm>
              <a:custGeom>
                <a:avLst/>
                <a:gdLst>
                  <a:gd name="T0" fmla="*/ 75 w 132"/>
                  <a:gd name="T1" fmla="*/ 145 h 145"/>
                  <a:gd name="T2" fmla="*/ 132 w 132"/>
                  <a:gd name="T3" fmla="*/ 120 h 145"/>
                  <a:gd name="T4" fmla="*/ 108 w 132"/>
                  <a:gd name="T5" fmla="*/ 34 h 145"/>
                  <a:gd name="T6" fmla="*/ 95 w 132"/>
                  <a:gd name="T7" fmla="*/ 6 h 145"/>
                  <a:gd name="T8" fmla="*/ 13 w 132"/>
                  <a:gd name="T9" fmla="*/ 0 h 145"/>
                  <a:gd name="T10" fmla="*/ 0 w 132"/>
                  <a:gd name="T11" fmla="*/ 143 h 145"/>
                  <a:gd name="T12" fmla="*/ 56 w 132"/>
                  <a:gd name="T13" fmla="*/ 145 h 145"/>
                  <a:gd name="T14" fmla="*/ 57 w 132"/>
                  <a:gd name="T15" fmla="*/ 107 h 145"/>
                  <a:gd name="T16" fmla="*/ 75 w 132"/>
                  <a:gd name="T17" fmla="*/ 14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2" h="145">
                    <a:moveTo>
                      <a:pt x="75" y="145"/>
                    </a:moveTo>
                    <a:cubicBezTo>
                      <a:pt x="132" y="120"/>
                      <a:pt x="132" y="120"/>
                      <a:pt x="132" y="120"/>
                    </a:cubicBezTo>
                    <a:cubicBezTo>
                      <a:pt x="108" y="34"/>
                      <a:pt x="108" y="34"/>
                      <a:pt x="108" y="34"/>
                    </a:cubicBezTo>
                    <a:cubicBezTo>
                      <a:pt x="108" y="34"/>
                      <a:pt x="98" y="5"/>
                      <a:pt x="95" y="6"/>
                    </a:cubicBezTo>
                    <a:cubicBezTo>
                      <a:pt x="92" y="6"/>
                      <a:pt x="13" y="0"/>
                      <a:pt x="13" y="0"/>
                    </a:cubicBezTo>
                    <a:cubicBezTo>
                      <a:pt x="0" y="143"/>
                      <a:pt x="0" y="143"/>
                      <a:pt x="0" y="143"/>
                    </a:cubicBezTo>
                    <a:cubicBezTo>
                      <a:pt x="56" y="145"/>
                      <a:pt x="56" y="145"/>
                      <a:pt x="56" y="145"/>
                    </a:cubicBezTo>
                    <a:cubicBezTo>
                      <a:pt x="57" y="107"/>
                      <a:pt x="57" y="107"/>
                      <a:pt x="57" y="107"/>
                    </a:cubicBezTo>
                    <a:lnTo>
                      <a:pt x="75" y="1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41" name="Freeform 1945">
                <a:extLst>
                  <a:ext uri="{FF2B5EF4-FFF2-40B4-BE49-F238E27FC236}">
                    <a16:creationId xmlns:a16="http://schemas.microsoft.com/office/drawing/2014/main" id="{7F30DDC4-7F6C-49CB-8740-1F65A9DF78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1" y="2497"/>
                <a:ext cx="67" cy="16"/>
              </a:xfrm>
              <a:custGeom>
                <a:avLst/>
                <a:gdLst>
                  <a:gd name="T0" fmla="*/ 1 w 98"/>
                  <a:gd name="T1" fmla="*/ 0 h 23"/>
                  <a:gd name="T2" fmla="*/ 0 w 98"/>
                  <a:gd name="T3" fmla="*/ 17 h 23"/>
                  <a:gd name="T4" fmla="*/ 50 w 98"/>
                  <a:gd name="T5" fmla="*/ 19 h 23"/>
                  <a:gd name="T6" fmla="*/ 98 w 98"/>
                  <a:gd name="T7" fmla="*/ 7 h 23"/>
                  <a:gd name="T8" fmla="*/ 34 w 98"/>
                  <a:gd name="T9" fmla="*/ 9 h 23"/>
                  <a:gd name="T10" fmla="*/ 1 w 98"/>
                  <a:gd name="T11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8" h="23">
                    <a:moveTo>
                      <a:pt x="1" y="0"/>
                    </a:moveTo>
                    <a:cubicBezTo>
                      <a:pt x="0" y="17"/>
                      <a:pt x="0" y="17"/>
                      <a:pt x="0" y="17"/>
                    </a:cubicBezTo>
                    <a:cubicBezTo>
                      <a:pt x="0" y="17"/>
                      <a:pt x="29" y="23"/>
                      <a:pt x="50" y="19"/>
                    </a:cubicBezTo>
                    <a:cubicBezTo>
                      <a:pt x="72" y="15"/>
                      <a:pt x="98" y="7"/>
                      <a:pt x="98" y="7"/>
                    </a:cubicBezTo>
                    <a:cubicBezTo>
                      <a:pt x="34" y="9"/>
                      <a:pt x="34" y="9"/>
                      <a:pt x="34" y="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42" name="Freeform 1946">
                <a:extLst>
                  <a:ext uri="{FF2B5EF4-FFF2-40B4-BE49-F238E27FC236}">
                    <a16:creationId xmlns:a16="http://schemas.microsoft.com/office/drawing/2014/main" id="{D9D0BB53-BD8B-4943-910F-BCFEC4B63E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0" y="2179"/>
                <a:ext cx="43" cy="59"/>
              </a:xfrm>
              <a:custGeom>
                <a:avLst/>
                <a:gdLst>
                  <a:gd name="T0" fmla="*/ 2 w 63"/>
                  <a:gd name="T1" fmla="*/ 30 h 86"/>
                  <a:gd name="T2" fmla="*/ 4 w 63"/>
                  <a:gd name="T3" fmla="*/ 29 h 86"/>
                  <a:gd name="T4" fmla="*/ 9 w 63"/>
                  <a:gd name="T5" fmla="*/ 19 h 86"/>
                  <a:gd name="T6" fmla="*/ 15 w 63"/>
                  <a:gd name="T7" fmla="*/ 0 h 86"/>
                  <a:gd name="T8" fmla="*/ 48 w 63"/>
                  <a:gd name="T9" fmla="*/ 8 h 86"/>
                  <a:gd name="T10" fmla="*/ 50 w 63"/>
                  <a:gd name="T11" fmla="*/ 19 h 86"/>
                  <a:gd name="T12" fmla="*/ 47 w 63"/>
                  <a:gd name="T13" fmla="*/ 21 h 86"/>
                  <a:gd name="T14" fmla="*/ 50 w 63"/>
                  <a:gd name="T15" fmla="*/ 20 h 86"/>
                  <a:gd name="T16" fmla="*/ 50 w 63"/>
                  <a:gd name="T17" fmla="*/ 23 h 86"/>
                  <a:gd name="T18" fmla="*/ 52 w 63"/>
                  <a:gd name="T19" fmla="*/ 22 h 86"/>
                  <a:gd name="T20" fmla="*/ 57 w 63"/>
                  <a:gd name="T21" fmla="*/ 29 h 86"/>
                  <a:gd name="T22" fmla="*/ 59 w 63"/>
                  <a:gd name="T23" fmla="*/ 49 h 86"/>
                  <a:gd name="T24" fmla="*/ 63 w 63"/>
                  <a:gd name="T25" fmla="*/ 86 h 86"/>
                  <a:gd name="T26" fmla="*/ 13 w 63"/>
                  <a:gd name="T27" fmla="*/ 86 h 86"/>
                  <a:gd name="T28" fmla="*/ 14 w 63"/>
                  <a:gd name="T29" fmla="*/ 68 h 86"/>
                  <a:gd name="T30" fmla="*/ 2 w 63"/>
                  <a:gd name="T31" fmla="*/ 53 h 86"/>
                  <a:gd name="T32" fmla="*/ 5 w 63"/>
                  <a:gd name="T33" fmla="*/ 38 h 86"/>
                  <a:gd name="T34" fmla="*/ 2 w 63"/>
                  <a:gd name="T35" fmla="*/ 36 h 86"/>
                  <a:gd name="T36" fmla="*/ 2 w 63"/>
                  <a:gd name="T37" fmla="*/ 3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3" h="86">
                    <a:moveTo>
                      <a:pt x="2" y="30"/>
                    </a:moveTo>
                    <a:cubicBezTo>
                      <a:pt x="3" y="30"/>
                      <a:pt x="3" y="29"/>
                      <a:pt x="4" y="29"/>
                    </a:cubicBezTo>
                    <a:cubicBezTo>
                      <a:pt x="8" y="25"/>
                      <a:pt x="9" y="22"/>
                      <a:pt x="9" y="19"/>
                    </a:cubicBezTo>
                    <a:cubicBezTo>
                      <a:pt x="9" y="17"/>
                      <a:pt x="9" y="8"/>
                      <a:pt x="15" y="0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53" y="9"/>
                      <a:pt x="55" y="16"/>
                      <a:pt x="50" y="19"/>
                    </a:cubicBezTo>
                    <a:cubicBezTo>
                      <a:pt x="49" y="20"/>
                      <a:pt x="48" y="20"/>
                      <a:pt x="47" y="21"/>
                    </a:cubicBezTo>
                    <a:cubicBezTo>
                      <a:pt x="45" y="22"/>
                      <a:pt x="51" y="17"/>
                      <a:pt x="50" y="20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50" y="25"/>
                      <a:pt x="51" y="22"/>
                      <a:pt x="52" y="22"/>
                    </a:cubicBezTo>
                    <a:cubicBezTo>
                      <a:pt x="57" y="29"/>
                      <a:pt x="57" y="29"/>
                      <a:pt x="57" y="29"/>
                    </a:cubicBezTo>
                    <a:cubicBezTo>
                      <a:pt x="59" y="49"/>
                      <a:pt x="59" y="49"/>
                      <a:pt x="59" y="49"/>
                    </a:cubicBezTo>
                    <a:cubicBezTo>
                      <a:pt x="59" y="49"/>
                      <a:pt x="63" y="86"/>
                      <a:pt x="63" y="86"/>
                    </a:cubicBezTo>
                    <a:cubicBezTo>
                      <a:pt x="13" y="86"/>
                      <a:pt x="13" y="86"/>
                      <a:pt x="13" y="86"/>
                    </a:cubicBezTo>
                    <a:cubicBezTo>
                      <a:pt x="14" y="68"/>
                      <a:pt x="14" y="68"/>
                      <a:pt x="14" y="68"/>
                    </a:cubicBezTo>
                    <a:cubicBezTo>
                      <a:pt x="7" y="68"/>
                      <a:pt x="1" y="61"/>
                      <a:pt x="2" y="53"/>
                    </a:cubicBezTo>
                    <a:cubicBezTo>
                      <a:pt x="5" y="38"/>
                      <a:pt x="5" y="38"/>
                      <a:pt x="5" y="38"/>
                    </a:cubicBezTo>
                    <a:cubicBezTo>
                      <a:pt x="2" y="36"/>
                      <a:pt x="2" y="36"/>
                      <a:pt x="2" y="36"/>
                    </a:cubicBezTo>
                    <a:cubicBezTo>
                      <a:pt x="0" y="35"/>
                      <a:pt x="0" y="32"/>
                      <a:pt x="2" y="30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43" name="Freeform 1947">
                <a:extLst>
                  <a:ext uri="{FF2B5EF4-FFF2-40B4-BE49-F238E27FC236}">
                    <a16:creationId xmlns:a16="http://schemas.microsoft.com/office/drawing/2014/main" id="{FFE5FFE2-AC3F-4C0B-8959-6D3B9A0715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4" y="2194"/>
                <a:ext cx="2" cy="3"/>
              </a:xfrm>
              <a:custGeom>
                <a:avLst/>
                <a:gdLst>
                  <a:gd name="T0" fmla="*/ 0 w 3"/>
                  <a:gd name="T1" fmla="*/ 2 h 4"/>
                  <a:gd name="T2" fmla="*/ 1 w 3"/>
                  <a:gd name="T3" fmla="*/ 4 h 4"/>
                  <a:gd name="T4" fmla="*/ 3 w 3"/>
                  <a:gd name="T5" fmla="*/ 2 h 4"/>
                  <a:gd name="T6" fmla="*/ 2 w 3"/>
                  <a:gd name="T7" fmla="*/ 0 h 4"/>
                  <a:gd name="T8" fmla="*/ 0 w 3"/>
                  <a:gd name="T9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0" y="2"/>
                    </a:moveTo>
                    <a:cubicBezTo>
                      <a:pt x="0" y="3"/>
                      <a:pt x="0" y="4"/>
                      <a:pt x="1" y="4"/>
                    </a:cubicBezTo>
                    <a:cubicBezTo>
                      <a:pt x="2" y="4"/>
                      <a:pt x="3" y="3"/>
                      <a:pt x="3" y="2"/>
                    </a:cubicBezTo>
                    <a:cubicBezTo>
                      <a:pt x="3" y="1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44" name="Line 1948">
                <a:extLst>
                  <a:ext uri="{FF2B5EF4-FFF2-40B4-BE49-F238E27FC236}">
                    <a16:creationId xmlns:a16="http://schemas.microsoft.com/office/drawing/2014/main" id="{FAD0A529-2EC2-4473-AF45-0E1778338E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24" y="2189"/>
                <a:ext cx="4" cy="2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45" name="Freeform 1949">
                <a:extLst>
                  <a:ext uri="{FF2B5EF4-FFF2-40B4-BE49-F238E27FC236}">
                    <a16:creationId xmlns:a16="http://schemas.microsoft.com/office/drawing/2014/main" id="{C0AE6A3E-A44D-46FA-AB30-EDA34D8F67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2212"/>
                <a:ext cx="4" cy="0"/>
              </a:xfrm>
              <a:custGeom>
                <a:avLst/>
                <a:gdLst>
                  <a:gd name="T0" fmla="*/ 6 w 6"/>
                  <a:gd name="T1" fmla="*/ 0 h 1"/>
                  <a:gd name="T2" fmla="*/ 0 w 6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" h="1">
                    <a:moveTo>
                      <a:pt x="6" y="0"/>
                    </a:moveTo>
                    <a:cubicBezTo>
                      <a:pt x="5" y="1"/>
                      <a:pt x="3" y="1"/>
                      <a:pt x="0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46" name="Freeform 1950">
                <a:extLst>
                  <a:ext uri="{FF2B5EF4-FFF2-40B4-BE49-F238E27FC236}">
                    <a16:creationId xmlns:a16="http://schemas.microsoft.com/office/drawing/2014/main" id="{D318BA02-0FBF-4024-9EFF-C149E887EA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0" y="2427"/>
                <a:ext cx="70" cy="51"/>
              </a:xfrm>
              <a:custGeom>
                <a:avLst/>
                <a:gdLst>
                  <a:gd name="T0" fmla="*/ 0 w 103"/>
                  <a:gd name="T1" fmla="*/ 3 h 75"/>
                  <a:gd name="T2" fmla="*/ 37 w 103"/>
                  <a:gd name="T3" fmla="*/ 70 h 75"/>
                  <a:gd name="T4" fmla="*/ 103 w 103"/>
                  <a:gd name="T5" fmla="*/ 64 h 75"/>
                  <a:gd name="T6" fmla="*/ 97 w 103"/>
                  <a:gd name="T7" fmla="*/ 12 h 75"/>
                  <a:gd name="T8" fmla="*/ 48 w 103"/>
                  <a:gd name="T9" fmla="*/ 39 h 75"/>
                  <a:gd name="T10" fmla="*/ 16 w 103"/>
                  <a:gd name="T11" fmla="*/ 0 h 75"/>
                  <a:gd name="T12" fmla="*/ 0 w 103"/>
                  <a:gd name="T13" fmla="*/ 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3" h="75">
                    <a:moveTo>
                      <a:pt x="0" y="3"/>
                    </a:moveTo>
                    <a:cubicBezTo>
                      <a:pt x="0" y="3"/>
                      <a:pt x="19" y="63"/>
                      <a:pt x="37" y="70"/>
                    </a:cubicBezTo>
                    <a:cubicBezTo>
                      <a:pt x="50" y="75"/>
                      <a:pt x="103" y="64"/>
                      <a:pt x="103" y="64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48" y="39"/>
                      <a:pt x="48" y="39"/>
                      <a:pt x="48" y="39"/>
                    </a:cubicBezTo>
                    <a:cubicBezTo>
                      <a:pt x="16" y="0"/>
                      <a:pt x="16" y="0"/>
                      <a:pt x="16" y="0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47" name="Freeform 1951">
                <a:extLst>
                  <a:ext uri="{FF2B5EF4-FFF2-40B4-BE49-F238E27FC236}">
                    <a16:creationId xmlns:a16="http://schemas.microsoft.com/office/drawing/2014/main" id="{59821D5D-0B4C-45E6-8392-E4AA1B68A9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0" y="2433"/>
                <a:ext cx="78" cy="70"/>
              </a:xfrm>
              <a:custGeom>
                <a:avLst/>
                <a:gdLst>
                  <a:gd name="T0" fmla="*/ 37 w 114"/>
                  <a:gd name="T1" fmla="*/ 0 h 103"/>
                  <a:gd name="T2" fmla="*/ 15 w 114"/>
                  <a:gd name="T3" fmla="*/ 49 h 103"/>
                  <a:gd name="T4" fmla="*/ 0 w 114"/>
                  <a:gd name="T5" fmla="*/ 88 h 103"/>
                  <a:gd name="T6" fmla="*/ 50 w 114"/>
                  <a:gd name="T7" fmla="*/ 103 h 103"/>
                  <a:gd name="T8" fmla="*/ 114 w 114"/>
                  <a:gd name="T9" fmla="*/ 101 h 103"/>
                  <a:gd name="T10" fmla="*/ 114 w 114"/>
                  <a:gd name="T11" fmla="*/ 89 h 103"/>
                  <a:gd name="T12" fmla="*/ 110 w 114"/>
                  <a:gd name="T13" fmla="*/ 14 h 103"/>
                  <a:gd name="T14" fmla="*/ 37 w 114"/>
                  <a:gd name="T15" fmla="*/ 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4" h="103">
                    <a:moveTo>
                      <a:pt x="37" y="0"/>
                    </a:moveTo>
                    <a:cubicBezTo>
                      <a:pt x="15" y="49"/>
                      <a:pt x="15" y="49"/>
                      <a:pt x="15" y="49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88"/>
                      <a:pt x="7" y="102"/>
                      <a:pt x="50" y="103"/>
                    </a:cubicBezTo>
                    <a:cubicBezTo>
                      <a:pt x="66" y="103"/>
                      <a:pt x="114" y="101"/>
                      <a:pt x="114" y="101"/>
                    </a:cubicBezTo>
                    <a:cubicBezTo>
                      <a:pt x="114" y="89"/>
                      <a:pt x="114" y="89"/>
                      <a:pt x="114" y="89"/>
                    </a:cubicBezTo>
                    <a:cubicBezTo>
                      <a:pt x="110" y="14"/>
                      <a:pt x="110" y="14"/>
                      <a:pt x="110" y="14"/>
                    </a:cubicBez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48" name="Freeform 1952">
                <a:extLst>
                  <a:ext uri="{FF2B5EF4-FFF2-40B4-BE49-F238E27FC236}">
                    <a16:creationId xmlns:a16="http://schemas.microsoft.com/office/drawing/2014/main" id="{2AE11DFB-5042-4A83-96CA-1FE59F2094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0" y="2434"/>
                <a:ext cx="34" cy="13"/>
              </a:xfrm>
              <a:custGeom>
                <a:avLst/>
                <a:gdLst>
                  <a:gd name="T0" fmla="*/ 5 w 50"/>
                  <a:gd name="T1" fmla="*/ 0 h 19"/>
                  <a:gd name="T2" fmla="*/ 16 w 50"/>
                  <a:gd name="T3" fmla="*/ 16 h 19"/>
                  <a:gd name="T4" fmla="*/ 47 w 50"/>
                  <a:gd name="T5" fmla="*/ 8 h 19"/>
                  <a:gd name="T6" fmla="*/ 5 w 50"/>
                  <a:gd name="T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0" h="19">
                    <a:moveTo>
                      <a:pt x="5" y="0"/>
                    </a:moveTo>
                    <a:cubicBezTo>
                      <a:pt x="5" y="0"/>
                      <a:pt x="0" y="14"/>
                      <a:pt x="16" y="16"/>
                    </a:cubicBezTo>
                    <a:cubicBezTo>
                      <a:pt x="32" y="19"/>
                      <a:pt x="50" y="8"/>
                      <a:pt x="47" y="8"/>
                    </a:cubicBezTo>
                    <a:cubicBezTo>
                      <a:pt x="44" y="8"/>
                      <a:pt x="5" y="0"/>
                      <a:pt x="5" y="0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49" name="Freeform 1953">
                <a:extLst>
                  <a:ext uri="{FF2B5EF4-FFF2-40B4-BE49-F238E27FC236}">
                    <a16:creationId xmlns:a16="http://schemas.microsoft.com/office/drawing/2014/main" id="{12B5A3E9-4EB0-4A88-85BA-1E7DA75DCF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8" y="2433"/>
                <a:ext cx="30" cy="44"/>
              </a:xfrm>
              <a:custGeom>
                <a:avLst/>
                <a:gdLst>
                  <a:gd name="T0" fmla="*/ 28 w 30"/>
                  <a:gd name="T1" fmla="*/ 0 h 44"/>
                  <a:gd name="T2" fmla="*/ 0 w 30"/>
                  <a:gd name="T3" fmla="*/ 14 h 44"/>
                  <a:gd name="T4" fmla="*/ 5 w 30"/>
                  <a:gd name="T5" fmla="*/ 42 h 44"/>
                  <a:gd name="T6" fmla="*/ 30 w 30"/>
                  <a:gd name="T7" fmla="*/ 44 h 44"/>
                  <a:gd name="T8" fmla="*/ 28 w 30"/>
                  <a:gd name="T9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44">
                    <a:moveTo>
                      <a:pt x="28" y="0"/>
                    </a:moveTo>
                    <a:lnTo>
                      <a:pt x="0" y="14"/>
                    </a:lnTo>
                    <a:lnTo>
                      <a:pt x="5" y="42"/>
                    </a:lnTo>
                    <a:lnTo>
                      <a:pt x="30" y="44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50" name="Freeform 1954">
                <a:extLst>
                  <a:ext uri="{FF2B5EF4-FFF2-40B4-BE49-F238E27FC236}">
                    <a16:creationId xmlns:a16="http://schemas.microsoft.com/office/drawing/2014/main" id="{84110965-116E-4B20-9361-1AE554CD11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8" y="2433"/>
                <a:ext cx="30" cy="44"/>
              </a:xfrm>
              <a:custGeom>
                <a:avLst/>
                <a:gdLst>
                  <a:gd name="T0" fmla="*/ 28 w 30"/>
                  <a:gd name="T1" fmla="*/ 0 h 44"/>
                  <a:gd name="T2" fmla="*/ 0 w 30"/>
                  <a:gd name="T3" fmla="*/ 14 h 44"/>
                  <a:gd name="T4" fmla="*/ 5 w 30"/>
                  <a:gd name="T5" fmla="*/ 42 h 44"/>
                  <a:gd name="T6" fmla="*/ 30 w 30"/>
                  <a:gd name="T7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4">
                    <a:moveTo>
                      <a:pt x="28" y="0"/>
                    </a:moveTo>
                    <a:lnTo>
                      <a:pt x="0" y="14"/>
                    </a:lnTo>
                    <a:lnTo>
                      <a:pt x="5" y="42"/>
                    </a:lnTo>
                    <a:lnTo>
                      <a:pt x="30" y="4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51" name="Freeform 1955">
                <a:extLst>
                  <a:ext uri="{FF2B5EF4-FFF2-40B4-BE49-F238E27FC236}">
                    <a16:creationId xmlns:a16="http://schemas.microsoft.com/office/drawing/2014/main" id="{DDF185ED-420A-47ED-A04A-E4EC3BEEEF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7" y="2457"/>
                <a:ext cx="88" cy="83"/>
              </a:xfrm>
              <a:custGeom>
                <a:avLst/>
                <a:gdLst>
                  <a:gd name="T0" fmla="*/ 20 w 129"/>
                  <a:gd name="T1" fmla="*/ 0 h 122"/>
                  <a:gd name="T2" fmla="*/ 94 w 129"/>
                  <a:gd name="T3" fmla="*/ 81 h 122"/>
                  <a:gd name="T4" fmla="*/ 106 w 129"/>
                  <a:gd name="T5" fmla="*/ 90 h 122"/>
                  <a:gd name="T6" fmla="*/ 126 w 129"/>
                  <a:gd name="T7" fmla="*/ 101 h 122"/>
                  <a:gd name="T8" fmla="*/ 119 w 129"/>
                  <a:gd name="T9" fmla="*/ 101 h 122"/>
                  <a:gd name="T10" fmla="*/ 114 w 129"/>
                  <a:gd name="T11" fmla="*/ 103 h 122"/>
                  <a:gd name="T12" fmla="*/ 127 w 129"/>
                  <a:gd name="T13" fmla="*/ 114 h 122"/>
                  <a:gd name="T14" fmla="*/ 114 w 129"/>
                  <a:gd name="T15" fmla="*/ 112 h 122"/>
                  <a:gd name="T16" fmla="*/ 121 w 129"/>
                  <a:gd name="T17" fmla="*/ 118 h 122"/>
                  <a:gd name="T18" fmla="*/ 104 w 129"/>
                  <a:gd name="T19" fmla="*/ 111 h 122"/>
                  <a:gd name="T20" fmla="*/ 106 w 129"/>
                  <a:gd name="T21" fmla="*/ 118 h 122"/>
                  <a:gd name="T22" fmla="*/ 87 w 129"/>
                  <a:gd name="T23" fmla="*/ 101 h 122"/>
                  <a:gd name="T24" fmla="*/ 0 w 129"/>
                  <a:gd name="T25" fmla="*/ 38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9" h="122">
                    <a:moveTo>
                      <a:pt x="20" y="0"/>
                    </a:moveTo>
                    <a:cubicBezTo>
                      <a:pt x="20" y="0"/>
                      <a:pt x="89" y="76"/>
                      <a:pt x="94" y="81"/>
                    </a:cubicBezTo>
                    <a:cubicBezTo>
                      <a:pt x="101" y="87"/>
                      <a:pt x="106" y="90"/>
                      <a:pt x="106" y="90"/>
                    </a:cubicBezTo>
                    <a:cubicBezTo>
                      <a:pt x="106" y="90"/>
                      <a:pt x="127" y="98"/>
                      <a:pt x="126" y="101"/>
                    </a:cubicBezTo>
                    <a:cubicBezTo>
                      <a:pt x="125" y="104"/>
                      <a:pt x="121" y="102"/>
                      <a:pt x="119" y="101"/>
                    </a:cubicBezTo>
                    <a:cubicBezTo>
                      <a:pt x="115" y="100"/>
                      <a:pt x="112" y="102"/>
                      <a:pt x="114" y="103"/>
                    </a:cubicBezTo>
                    <a:cubicBezTo>
                      <a:pt x="116" y="104"/>
                      <a:pt x="129" y="112"/>
                      <a:pt x="127" y="114"/>
                    </a:cubicBezTo>
                    <a:cubicBezTo>
                      <a:pt x="125" y="115"/>
                      <a:pt x="114" y="112"/>
                      <a:pt x="114" y="112"/>
                    </a:cubicBezTo>
                    <a:cubicBezTo>
                      <a:pt x="114" y="112"/>
                      <a:pt x="122" y="115"/>
                      <a:pt x="121" y="118"/>
                    </a:cubicBezTo>
                    <a:cubicBezTo>
                      <a:pt x="121" y="121"/>
                      <a:pt x="104" y="111"/>
                      <a:pt x="104" y="111"/>
                    </a:cubicBezTo>
                    <a:cubicBezTo>
                      <a:pt x="104" y="111"/>
                      <a:pt x="111" y="122"/>
                      <a:pt x="106" y="118"/>
                    </a:cubicBezTo>
                    <a:cubicBezTo>
                      <a:pt x="101" y="114"/>
                      <a:pt x="89" y="103"/>
                      <a:pt x="87" y="101"/>
                    </a:cubicBezTo>
                    <a:cubicBezTo>
                      <a:pt x="84" y="100"/>
                      <a:pt x="0" y="38"/>
                      <a:pt x="0" y="38"/>
                    </a:cubicBezTo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52" name="Freeform 1956">
                <a:extLst>
                  <a:ext uri="{FF2B5EF4-FFF2-40B4-BE49-F238E27FC236}">
                    <a16:creationId xmlns:a16="http://schemas.microsoft.com/office/drawing/2014/main" id="{B4589E7C-F980-4C9A-B250-A358188548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2" y="2412"/>
                <a:ext cx="30" cy="34"/>
              </a:xfrm>
              <a:custGeom>
                <a:avLst/>
                <a:gdLst>
                  <a:gd name="T0" fmla="*/ 42 w 44"/>
                  <a:gd name="T1" fmla="*/ 0 h 49"/>
                  <a:gd name="T2" fmla="*/ 44 w 44"/>
                  <a:gd name="T3" fmla="*/ 40 h 49"/>
                  <a:gd name="T4" fmla="*/ 15 w 44"/>
                  <a:gd name="T5" fmla="*/ 42 h 49"/>
                  <a:gd name="T6" fmla="*/ 2 w 44"/>
                  <a:gd name="T7" fmla="*/ 33 h 49"/>
                  <a:gd name="T8" fmla="*/ 7 w 44"/>
                  <a:gd name="T9" fmla="*/ 8 h 49"/>
                  <a:gd name="T10" fmla="*/ 42 w 44"/>
                  <a:gd name="T11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49">
                    <a:moveTo>
                      <a:pt x="42" y="0"/>
                    </a:moveTo>
                    <a:cubicBezTo>
                      <a:pt x="44" y="40"/>
                      <a:pt x="44" y="40"/>
                      <a:pt x="44" y="40"/>
                    </a:cubicBezTo>
                    <a:cubicBezTo>
                      <a:pt x="44" y="40"/>
                      <a:pt x="30" y="49"/>
                      <a:pt x="15" y="42"/>
                    </a:cubicBezTo>
                    <a:cubicBezTo>
                      <a:pt x="0" y="35"/>
                      <a:pt x="2" y="33"/>
                      <a:pt x="2" y="33"/>
                    </a:cubicBezTo>
                    <a:cubicBezTo>
                      <a:pt x="7" y="8"/>
                      <a:pt x="7" y="8"/>
                      <a:pt x="7" y="8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53" name="Freeform 1957">
                <a:extLst>
                  <a:ext uri="{FF2B5EF4-FFF2-40B4-BE49-F238E27FC236}">
                    <a16:creationId xmlns:a16="http://schemas.microsoft.com/office/drawing/2014/main" id="{615289D0-DAC8-4241-90DA-251618CEB8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3" y="2383"/>
                <a:ext cx="41" cy="51"/>
              </a:xfrm>
              <a:custGeom>
                <a:avLst/>
                <a:gdLst>
                  <a:gd name="T0" fmla="*/ 45 w 60"/>
                  <a:gd name="T1" fmla="*/ 3 h 76"/>
                  <a:gd name="T2" fmla="*/ 13 w 60"/>
                  <a:gd name="T3" fmla="*/ 5 h 76"/>
                  <a:gd name="T4" fmla="*/ 8 w 60"/>
                  <a:gd name="T5" fmla="*/ 19 h 76"/>
                  <a:gd name="T6" fmla="*/ 7 w 60"/>
                  <a:gd name="T7" fmla="*/ 35 h 76"/>
                  <a:gd name="T8" fmla="*/ 2 w 60"/>
                  <a:gd name="T9" fmla="*/ 42 h 76"/>
                  <a:gd name="T10" fmla="*/ 6 w 60"/>
                  <a:gd name="T11" fmla="*/ 48 h 76"/>
                  <a:gd name="T12" fmla="*/ 6 w 60"/>
                  <a:gd name="T13" fmla="*/ 61 h 76"/>
                  <a:gd name="T14" fmla="*/ 32 w 60"/>
                  <a:gd name="T15" fmla="*/ 66 h 76"/>
                  <a:gd name="T16" fmla="*/ 60 w 60"/>
                  <a:gd name="T17" fmla="*/ 33 h 76"/>
                  <a:gd name="T18" fmla="*/ 45 w 60"/>
                  <a:gd name="T19" fmla="*/ 3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76">
                    <a:moveTo>
                      <a:pt x="45" y="3"/>
                    </a:moveTo>
                    <a:cubicBezTo>
                      <a:pt x="36" y="0"/>
                      <a:pt x="13" y="5"/>
                      <a:pt x="13" y="5"/>
                    </a:cubicBezTo>
                    <a:cubicBezTo>
                      <a:pt x="13" y="5"/>
                      <a:pt x="8" y="9"/>
                      <a:pt x="8" y="19"/>
                    </a:cubicBezTo>
                    <a:cubicBezTo>
                      <a:pt x="8" y="24"/>
                      <a:pt x="8" y="30"/>
                      <a:pt x="7" y="35"/>
                    </a:cubicBezTo>
                    <a:cubicBezTo>
                      <a:pt x="6" y="39"/>
                      <a:pt x="2" y="40"/>
                      <a:pt x="2" y="42"/>
                    </a:cubicBezTo>
                    <a:cubicBezTo>
                      <a:pt x="0" y="46"/>
                      <a:pt x="3" y="47"/>
                      <a:pt x="6" y="48"/>
                    </a:cubicBezTo>
                    <a:cubicBezTo>
                      <a:pt x="5" y="54"/>
                      <a:pt x="5" y="59"/>
                      <a:pt x="6" y="61"/>
                    </a:cubicBezTo>
                    <a:cubicBezTo>
                      <a:pt x="8" y="69"/>
                      <a:pt x="18" y="76"/>
                      <a:pt x="32" y="66"/>
                    </a:cubicBezTo>
                    <a:cubicBezTo>
                      <a:pt x="45" y="57"/>
                      <a:pt x="60" y="50"/>
                      <a:pt x="60" y="33"/>
                    </a:cubicBezTo>
                    <a:cubicBezTo>
                      <a:pt x="60" y="16"/>
                      <a:pt x="54" y="7"/>
                      <a:pt x="45" y="3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54" name="Oval 1958">
                <a:extLst>
                  <a:ext uri="{FF2B5EF4-FFF2-40B4-BE49-F238E27FC236}">
                    <a16:creationId xmlns:a16="http://schemas.microsoft.com/office/drawing/2014/main" id="{4D85BD9A-B012-4BEE-8920-6B34236BAF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4" y="2363"/>
                <a:ext cx="25" cy="24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55" name="Oval 1959">
                <a:extLst>
                  <a:ext uri="{FF2B5EF4-FFF2-40B4-BE49-F238E27FC236}">
                    <a16:creationId xmlns:a16="http://schemas.microsoft.com/office/drawing/2014/main" id="{87C3E022-A18B-47E3-A750-512AA4FAA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0" y="2201"/>
                <a:ext cx="23" cy="24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56" name="Oval 1960">
                <a:extLst>
                  <a:ext uri="{FF2B5EF4-FFF2-40B4-BE49-F238E27FC236}">
                    <a16:creationId xmlns:a16="http://schemas.microsoft.com/office/drawing/2014/main" id="{75A1A0E3-F3A8-4791-91BF-0B25D297FD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8" y="2206"/>
                <a:ext cx="25" cy="24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57" name="Oval 1961">
                <a:extLst>
                  <a:ext uri="{FF2B5EF4-FFF2-40B4-BE49-F238E27FC236}">
                    <a16:creationId xmlns:a16="http://schemas.microsoft.com/office/drawing/2014/main" id="{E62255B5-6FDB-435B-B643-A3946313E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2" y="2210"/>
                <a:ext cx="24" cy="24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58" name="Oval 1962">
                <a:extLst>
                  <a:ext uri="{FF2B5EF4-FFF2-40B4-BE49-F238E27FC236}">
                    <a16:creationId xmlns:a16="http://schemas.microsoft.com/office/drawing/2014/main" id="{24FA6956-116D-4716-A51E-3EA2E40C7D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8" y="2195"/>
                <a:ext cx="24" cy="24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59" name="Oval 1963">
                <a:extLst>
                  <a:ext uri="{FF2B5EF4-FFF2-40B4-BE49-F238E27FC236}">
                    <a16:creationId xmlns:a16="http://schemas.microsoft.com/office/drawing/2014/main" id="{1A85731B-F764-48A9-90BF-9E732114C1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8" y="2373"/>
                <a:ext cx="18" cy="1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60" name="Oval 1964">
                <a:extLst>
                  <a:ext uri="{FF2B5EF4-FFF2-40B4-BE49-F238E27FC236}">
                    <a16:creationId xmlns:a16="http://schemas.microsoft.com/office/drawing/2014/main" id="{297B859F-D2D8-48D9-ADB2-1C051BD3A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0" y="2376"/>
                <a:ext cx="19" cy="1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61" name="Freeform 1965">
                <a:extLst>
                  <a:ext uri="{FF2B5EF4-FFF2-40B4-BE49-F238E27FC236}">
                    <a16:creationId xmlns:a16="http://schemas.microsoft.com/office/drawing/2014/main" id="{A9997AD0-440B-484D-9387-AC433B04F5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6" y="2377"/>
                <a:ext cx="57" cy="48"/>
              </a:xfrm>
              <a:custGeom>
                <a:avLst/>
                <a:gdLst>
                  <a:gd name="T0" fmla="*/ 40 w 84"/>
                  <a:gd name="T1" fmla="*/ 30 h 71"/>
                  <a:gd name="T2" fmla="*/ 27 w 84"/>
                  <a:gd name="T3" fmla="*/ 27 h 71"/>
                  <a:gd name="T4" fmla="*/ 12 w 84"/>
                  <a:gd name="T5" fmla="*/ 22 h 71"/>
                  <a:gd name="T6" fmla="*/ 17 w 84"/>
                  <a:gd name="T7" fmla="*/ 4 h 71"/>
                  <a:gd name="T8" fmla="*/ 57 w 84"/>
                  <a:gd name="T9" fmla="*/ 3 h 71"/>
                  <a:gd name="T10" fmla="*/ 83 w 84"/>
                  <a:gd name="T11" fmla="*/ 27 h 71"/>
                  <a:gd name="T12" fmla="*/ 76 w 84"/>
                  <a:gd name="T13" fmla="*/ 50 h 71"/>
                  <a:gd name="T14" fmla="*/ 66 w 84"/>
                  <a:gd name="T15" fmla="*/ 71 h 71"/>
                  <a:gd name="T16" fmla="*/ 59 w 84"/>
                  <a:gd name="T17" fmla="*/ 65 h 71"/>
                  <a:gd name="T18" fmla="*/ 56 w 84"/>
                  <a:gd name="T19" fmla="*/ 38 h 71"/>
                  <a:gd name="T20" fmla="*/ 55 w 84"/>
                  <a:gd name="T21" fmla="*/ 37 h 71"/>
                  <a:gd name="T22" fmla="*/ 40 w 84"/>
                  <a:gd name="T23" fmla="*/ 3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4" h="71">
                    <a:moveTo>
                      <a:pt x="40" y="30"/>
                    </a:moveTo>
                    <a:cubicBezTo>
                      <a:pt x="36" y="29"/>
                      <a:pt x="32" y="30"/>
                      <a:pt x="27" y="27"/>
                    </a:cubicBezTo>
                    <a:cubicBezTo>
                      <a:pt x="21" y="25"/>
                      <a:pt x="18" y="28"/>
                      <a:pt x="12" y="22"/>
                    </a:cubicBezTo>
                    <a:cubicBezTo>
                      <a:pt x="7" y="18"/>
                      <a:pt x="0" y="0"/>
                      <a:pt x="17" y="4"/>
                    </a:cubicBezTo>
                    <a:cubicBezTo>
                      <a:pt x="35" y="8"/>
                      <a:pt x="36" y="1"/>
                      <a:pt x="57" y="3"/>
                    </a:cubicBezTo>
                    <a:cubicBezTo>
                      <a:pt x="78" y="5"/>
                      <a:pt x="82" y="21"/>
                      <a:pt x="83" y="27"/>
                    </a:cubicBezTo>
                    <a:cubicBezTo>
                      <a:pt x="84" y="34"/>
                      <a:pt x="82" y="45"/>
                      <a:pt x="76" y="50"/>
                    </a:cubicBezTo>
                    <a:cubicBezTo>
                      <a:pt x="66" y="58"/>
                      <a:pt x="71" y="70"/>
                      <a:pt x="66" y="71"/>
                    </a:cubicBezTo>
                    <a:cubicBezTo>
                      <a:pt x="61" y="71"/>
                      <a:pt x="62" y="71"/>
                      <a:pt x="59" y="65"/>
                    </a:cubicBezTo>
                    <a:cubicBezTo>
                      <a:pt x="57" y="58"/>
                      <a:pt x="58" y="41"/>
                      <a:pt x="56" y="38"/>
                    </a:cubicBezTo>
                    <a:cubicBezTo>
                      <a:pt x="56" y="36"/>
                      <a:pt x="60" y="39"/>
                      <a:pt x="55" y="37"/>
                    </a:cubicBezTo>
                    <a:cubicBezTo>
                      <a:pt x="50" y="35"/>
                      <a:pt x="46" y="30"/>
                      <a:pt x="40" y="3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62" name="Freeform 1966">
                <a:extLst>
                  <a:ext uri="{FF2B5EF4-FFF2-40B4-BE49-F238E27FC236}">
                    <a16:creationId xmlns:a16="http://schemas.microsoft.com/office/drawing/2014/main" id="{CEE3D7F1-C9B2-4911-9108-3D0CA44D6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9" y="2400"/>
                <a:ext cx="11" cy="12"/>
              </a:xfrm>
              <a:custGeom>
                <a:avLst/>
                <a:gdLst>
                  <a:gd name="T0" fmla="*/ 2 w 17"/>
                  <a:gd name="T1" fmla="*/ 6 h 19"/>
                  <a:gd name="T2" fmla="*/ 4 w 17"/>
                  <a:gd name="T3" fmla="*/ 17 h 19"/>
                  <a:gd name="T4" fmla="*/ 15 w 17"/>
                  <a:gd name="T5" fmla="*/ 14 h 19"/>
                  <a:gd name="T6" fmla="*/ 13 w 17"/>
                  <a:gd name="T7" fmla="*/ 2 h 19"/>
                  <a:gd name="T8" fmla="*/ 2 w 17"/>
                  <a:gd name="T9" fmla="*/ 6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9">
                    <a:moveTo>
                      <a:pt x="2" y="6"/>
                    </a:moveTo>
                    <a:cubicBezTo>
                      <a:pt x="0" y="10"/>
                      <a:pt x="1" y="15"/>
                      <a:pt x="4" y="17"/>
                    </a:cubicBezTo>
                    <a:cubicBezTo>
                      <a:pt x="8" y="19"/>
                      <a:pt x="13" y="18"/>
                      <a:pt x="15" y="14"/>
                    </a:cubicBezTo>
                    <a:cubicBezTo>
                      <a:pt x="17" y="10"/>
                      <a:pt x="16" y="5"/>
                      <a:pt x="13" y="2"/>
                    </a:cubicBezTo>
                    <a:cubicBezTo>
                      <a:pt x="9" y="0"/>
                      <a:pt x="4" y="2"/>
                      <a:pt x="2" y="6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63" name="Freeform 1967">
                <a:extLst>
                  <a:ext uri="{FF2B5EF4-FFF2-40B4-BE49-F238E27FC236}">
                    <a16:creationId xmlns:a16="http://schemas.microsoft.com/office/drawing/2014/main" id="{7F66D935-6701-46BA-95E9-65AE9797CF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" y="2404"/>
                <a:ext cx="2" cy="4"/>
              </a:xfrm>
              <a:custGeom>
                <a:avLst/>
                <a:gdLst>
                  <a:gd name="T0" fmla="*/ 0 w 3"/>
                  <a:gd name="T1" fmla="*/ 3 h 5"/>
                  <a:gd name="T2" fmla="*/ 1 w 3"/>
                  <a:gd name="T3" fmla="*/ 5 h 5"/>
                  <a:gd name="T4" fmla="*/ 3 w 3"/>
                  <a:gd name="T5" fmla="*/ 3 h 5"/>
                  <a:gd name="T6" fmla="*/ 2 w 3"/>
                  <a:gd name="T7" fmla="*/ 0 h 5"/>
                  <a:gd name="T8" fmla="*/ 0 w 3"/>
                  <a:gd name="T9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0" y="3"/>
                    </a:moveTo>
                    <a:cubicBezTo>
                      <a:pt x="0" y="4"/>
                      <a:pt x="0" y="5"/>
                      <a:pt x="1" y="5"/>
                    </a:cubicBezTo>
                    <a:cubicBezTo>
                      <a:pt x="2" y="5"/>
                      <a:pt x="3" y="4"/>
                      <a:pt x="3" y="3"/>
                    </a:cubicBezTo>
                    <a:cubicBezTo>
                      <a:pt x="3" y="2"/>
                      <a:pt x="3" y="1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64" name="Line 1968">
                <a:extLst>
                  <a:ext uri="{FF2B5EF4-FFF2-40B4-BE49-F238E27FC236}">
                    <a16:creationId xmlns:a16="http://schemas.microsoft.com/office/drawing/2014/main" id="{EA1D5B91-F823-421B-A2D5-0904641FD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25" y="2400"/>
                <a:ext cx="4" cy="2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65" name="Freeform 1969">
                <a:extLst>
                  <a:ext uri="{FF2B5EF4-FFF2-40B4-BE49-F238E27FC236}">
                    <a16:creationId xmlns:a16="http://schemas.microsoft.com/office/drawing/2014/main" id="{883F4C4E-5AE2-49B5-887C-78ACB67E43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6" y="2428"/>
                <a:ext cx="13" cy="4"/>
              </a:xfrm>
              <a:custGeom>
                <a:avLst/>
                <a:gdLst>
                  <a:gd name="T0" fmla="*/ 0 w 19"/>
                  <a:gd name="T1" fmla="*/ 4 h 5"/>
                  <a:gd name="T2" fmla="*/ 19 w 19"/>
                  <a:gd name="T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" h="5">
                    <a:moveTo>
                      <a:pt x="0" y="4"/>
                    </a:moveTo>
                    <a:cubicBezTo>
                      <a:pt x="0" y="4"/>
                      <a:pt x="10" y="5"/>
                      <a:pt x="19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66" name="Freeform 1970">
                <a:extLst>
                  <a:ext uri="{FF2B5EF4-FFF2-40B4-BE49-F238E27FC236}">
                    <a16:creationId xmlns:a16="http://schemas.microsoft.com/office/drawing/2014/main" id="{AD304F89-C136-4CBC-90EF-BF2C0D4C20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0" y="2417"/>
                <a:ext cx="10" cy="6"/>
              </a:xfrm>
              <a:custGeom>
                <a:avLst/>
                <a:gdLst>
                  <a:gd name="T0" fmla="*/ 0 w 14"/>
                  <a:gd name="T1" fmla="*/ 4 h 9"/>
                  <a:gd name="T2" fmla="*/ 14 w 14"/>
                  <a:gd name="T3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9">
                    <a:moveTo>
                      <a:pt x="0" y="4"/>
                    </a:moveTo>
                    <a:cubicBezTo>
                      <a:pt x="0" y="4"/>
                      <a:pt x="6" y="9"/>
                      <a:pt x="14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67" name="Freeform 1971">
                <a:extLst>
                  <a:ext uri="{FF2B5EF4-FFF2-40B4-BE49-F238E27FC236}">
                    <a16:creationId xmlns:a16="http://schemas.microsoft.com/office/drawing/2014/main" id="{D5E6105D-79BE-45F5-9298-0CBE9C2A4E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4" y="2378"/>
                <a:ext cx="17" cy="11"/>
              </a:xfrm>
              <a:custGeom>
                <a:avLst/>
                <a:gdLst>
                  <a:gd name="T0" fmla="*/ 1 w 17"/>
                  <a:gd name="T1" fmla="*/ 0 h 11"/>
                  <a:gd name="T2" fmla="*/ 17 w 17"/>
                  <a:gd name="T3" fmla="*/ 8 h 11"/>
                  <a:gd name="T4" fmla="*/ 16 w 17"/>
                  <a:gd name="T5" fmla="*/ 11 h 11"/>
                  <a:gd name="T6" fmla="*/ 0 w 17"/>
                  <a:gd name="T7" fmla="*/ 1 h 11"/>
                  <a:gd name="T8" fmla="*/ 1 w 17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1">
                    <a:moveTo>
                      <a:pt x="1" y="0"/>
                    </a:moveTo>
                    <a:lnTo>
                      <a:pt x="17" y="8"/>
                    </a:lnTo>
                    <a:lnTo>
                      <a:pt x="16" y="11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68" name="Freeform 1972">
                <a:extLst>
                  <a:ext uri="{FF2B5EF4-FFF2-40B4-BE49-F238E27FC236}">
                    <a16:creationId xmlns:a16="http://schemas.microsoft.com/office/drawing/2014/main" id="{48F7C51C-09EC-4574-9545-CE3CEC8F7C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7" y="2646"/>
                <a:ext cx="41" cy="19"/>
              </a:xfrm>
              <a:custGeom>
                <a:avLst/>
                <a:gdLst>
                  <a:gd name="T0" fmla="*/ 59 w 60"/>
                  <a:gd name="T1" fmla="*/ 26 h 28"/>
                  <a:gd name="T2" fmla="*/ 1 w 60"/>
                  <a:gd name="T3" fmla="*/ 28 h 28"/>
                  <a:gd name="T4" fmla="*/ 1 w 60"/>
                  <a:gd name="T5" fmla="*/ 26 h 28"/>
                  <a:gd name="T6" fmla="*/ 4 w 60"/>
                  <a:gd name="T7" fmla="*/ 19 h 28"/>
                  <a:gd name="T8" fmla="*/ 25 w 60"/>
                  <a:gd name="T9" fmla="*/ 5 h 28"/>
                  <a:gd name="T10" fmla="*/ 42 w 60"/>
                  <a:gd name="T11" fmla="*/ 14 h 28"/>
                  <a:gd name="T12" fmla="*/ 42 w 60"/>
                  <a:gd name="T13" fmla="*/ 19 h 28"/>
                  <a:gd name="T14" fmla="*/ 60 w 60"/>
                  <a:gd name="T15" fmla="*/ 19 h 28"/>
                  <a:gd name="T16" fmla="*/ 59 w 60"/>
                  <a:gd name="T17" fmla="*/ 2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28">
                    <a:moveTo>
                      <a:pt x="59" y="26"/>
                    </a:moveTo>
                    <a:cubicBezTo>
                      <a:pt x="1" y="28"/>
                      <a:pt x="1" y="28"/>
                      <a:pt x="1" y="28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0" y="23"/>
                      <a:pt x="2" y="21"/>
                      <a:pt x="4" y="19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32" y="0"/>
                      <a:pt x="42" y="5"/>
                      <a:pt x="42" y="14"/>
                    </a:cubicBezTo>
                    <a:cubicBezTo>
                      <a:pt x="42" y="19"/>
                      <a:pt x="42" y="19"/>
                      <a:pt x="42" y="19"/>
                    </a:cubicBezTo>
                    <a:cubicBezTo>
                      <a:pt x="60" y="19"/>
                      <a:pt x="60" y="19"/>
                      <a:pt x="60" y="19"/>
                    </a:cubicBezTo>
                    <a:lnTo>
                      <a:pt x="59" y="26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69" name="Freeform 1973">
                <a:extLst>
                  <a:ext uri="{FF2B5EF4-FFF2-40B4-BE49-F238E27FC236}">
                    <a16:creationId xmlns:a16="http://schemas.microsoft.com/office/drawing/2014/main" id="{52B27C15-1F75-4CAD-8025-1D4F7E47DA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2633"/>
                <a:ext cx="56" cy="35"/>
              </a:xfrm>
              <a:custGeom>
                <a:avLst/>
                <a:gdLst>
                  <a:gd name="T0" fmla="*/ 82 w 82"/>
                  <a:gd name="T1" fmla="*/ 24 h 52"/>
                  <a:gd name="T2" fmla="*/ 3 w 82"/>
                  <a:gd name="T3" fmla="*/ 52 h 52"/>
                  <a:gd name="T4" fmla="*/ 2 w 82"/>
                  <a:gd name="T5" fmla="*/ 49 h 52"/>
                  <a:gd name="T6" fmla="*/ 3 w 82"/>
                  <a:gd name="T7" fmla="*/ 39 h 52"/>
                  <a:gd name="T8" fmla="*/ 25 w 82"/>
                  <a:gd name="T9" fmla="*/ 10 h 52"/>
                  <a:gd name="T10" fmla="*/ 53 w 82"/>
                  <a:gd name="T11" fmla="*/ 15 h 52"/>
                  <a:gd name="T12" fmla="*/ 55 w 82"/>
                  <a:gd name="T13" fmla="*/ 21 h 52"/>
                  <a:gd name="T14" fmla="*/ 79 w 82"/>
                  <a:gd name="T15" fmla="*/ 14 h 52"/>
                  <a:gd name="T16" fmla="*/ 82 w 82"/>
                  <a:gd name="T17" fmla="*/ 2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2" h="52">
                    <a:moveTo>
                      <a:pt x="82" y="24"/>
                    </a:moveTo>
                    <a:cubicBezTo>
                      <a:pt x="3" y="52"/>
                      <a:pt x="3" y="52"/>
                      <a:pt x="3" y="52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0" y="46"/>
                      <a:pt x="0" y="42"/>
                      <a:pt x="3" y="39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33" y="0"/>
                      <a:pt x="48" y="3"/>
                      <a:pt x="53" y="15"/>
                    </a:cubicBezTo>
                    <a:cubicBezTo>
                      <a:pt x="55" y="21"/>
                      <a:pt x="55" y="21"/>
                      <a:pt x="55" y="21"/>
                    </a:cubicBezTo>
                    <a:cubicBezTo>
                      <a:pt x="79" y="14"/>
                      <a:pt x="79" y="14"/>
                      <a:pt x="79" y="14"/>
                    </a:cubicBezTo>
                    <a:lnTo>
                      <a:pt x="82" y="24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70" name="Freeform 1974">
                <a:extLst>
                  <a:ext uri="{FF2B5EF4-FFF2-40B4-BE49-F238E27FC236}">
                    <a16:creationId xmlns:a16="http://schemas.microsoft.com/office/drawing/2014/main" id="{01424692-6ED2-42EC-B4AA-732A46D587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1" y="2615"/>
                <a:ext cx="27" cy="36"/>
              </a:xfrm>
              <a:custGeom>
                <a:avLst/>
                <a:gdLst>
                  <a:gd name="T0" fmla="*/ 40 w 40"/>
                  <a:gd name="T1" fmla="*/ 5 h 52"/>
                  <a:gd name="T2" fmla="*/ 6 w 40"/>
                  <a:gd name="T3" fmla="*/ 52 h 52"/>
                  <a:gd name="T4" fmla="*/ 4 w 40"/>
                  <a:gd name="T5" fmla="*/ 51 h 52"/>
                  <a:gd name="T6" fmla="*/ 0 w 40"/>
                  <a:gd name="T7" fmla="*/ 44 h 52"/>
                  <a:gd name="T8" fmla="*/ 1 w 40"/>
                  <a:gd name="T9" fmla="*/ 19 h 52"/>
                  <a:gd name="T10" fmla="*/ 19 w 40"/>
                  <a:gd name="T11" fmla="*/ 11 h 52"/>
                  <a:gd name="T12" fmla="*/ 24 w 40"/>
                  <a:gd name="T13" fmla="*/ 14 h 52"/>
                  <a:gd name="T14" fmla="*/ 34 w 40"/>
                  <a:gd name="T15" fmla="*/ 0 h 52"/>
                  <a:gd name="T16" fmla="*/ 40 w 40"/>
                  <a:gd name="T17" fmla="*/ 5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0" h="52">
                    <a:moveTo>
                      <a:pt x="40" y="5"/>
                    </a:moveTo>
                    <a:cubicBezTo>
                      <a:pt x="6" y="52"/>
                      <a:pt x="6" y="52"/>
                      <a:pt x="6" y="52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1" y="49"/>
                      <a:pt x="0" y="47"/>
                      <a:pt x="0" y="44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2" y="11"/>
                      <a:pt x="12" y="6"/>
                      <a:pt x="19" y="11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34" y="0"/>
                      <a:pt x="34" y="0"/>
                      <a:pt x="34" y="0"/>
                    </a:cubicBezTo>
                    <a:lnTo>
                      <a:pt x="40" y="5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71" name="Freeform 1975">
                <a:extLst>
                  <a:ext uri="{FF2B5EF4-FFF2-40B4-BE49-F238E27FC236}">
                    <a16:creationId xmlns:a16="http://schemas.microsoft.com/office/drawing/2014/main" id="{0474F679-336D-448A-AEE5-B1A9EB45D6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3" y="2487"/>
                <a:ext cx="74" cy="13"/>
              </a:xfrm>
              <a:custGeom>
                <a:avLst/>
                <a:gdLst>
                  <a:gd name="T0" fmla="*/ 0 w 108"/>
                  <a:gd name="T1" fmla="*/ 0 h 18"/>
                  <a:gd name="T2" fmla="*/ 108 w 108"/>
                  <a:gd name="T3" fmla="*/ 11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8" h="18">
                    <a:moveTo>
                      <a:pt x="0" y="0"/>
                    </a:moveTo>
                    <a:cubicBezTo>
                      <a:pt x="3" y="2"/>
                      <a:pt x="25" y="18"/>
                      <a:pt x="108" y="11"/>
                    </a:cubicBezTo>
                  </a:path>
                </a:pathLst>
              </a:custGeom>
              <a:noFill/>
              <a:ln w="476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72" name="Freeform 1976">
                <a:extLst>
                  <a:ext uri="{FF2B5EF4-FFF2-40B4-BE49-F238E27FC236}">
                    <a16:creationId xmlns:a16="http://schemas.microsoft.com/office/drawing/2014/main" id="{0DD6E6EA-DEB3-47E0-91CC-247E39F9E9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2453"/>
                <a:ext cx="6" cy="5"/>
              </a:xfrm>
              <a:custGeom>
                <a:avLst/>
                <a:gdLst>
                  <a:gd name="T0" fmla="*/ 0 w 10"/>
                  <a:gd name="T1" fmla="*/ 7 h 7"/>
                  <a:gd name="T2" fmla="*/ 10 w 10"/>
                  <a:gd name="T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" h="7">
                    <a:moveTo>
                      <a:pt x="0" y="7"/>
                    </a:moveTo>
                    <a:cubicBezTo>
                      <a:pt x="0" y="7"/>
                      <a:pt x="4" y="4"/>
                      <a:pt x="10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73" name="Freeform 1977">
                <a:extLst>
                  <a:ext uri="{FF2B5EF4-FFF2-40B4-BE49-F238E27FC236}">
                    <a16:creationId xmlns:a16="http://schemas.microsoft.com/office/drawing/2014/main" id="{4A7090EF-C8F7-44D6-BE42-EA2ABF78F6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9" y="2463"/>
                <a:ext cx="17" cy="26"/>
              </a:xfrm>
              <a:custGeom>
                <a:avLst/>
                <a:gdLst>
                  <a:gd name="T0" fmla="*/ 17 w 17"/>
                  <a:gd name="T1" fmla="*/ 0 h 26"/>
                  <a:gd name="T2" fmla="*/ 6 w 17"/>
                  <a:gd name="T3" fmla="*/ 26 h 26"/>
                  <a:gd name="T4" fmla="*/ 0 w 17"/>
                  <a:gd name="T5" fmla="*/ 22 h 26"/>
                  <a:gd name="T6" fmla="*/ 17 w 17"/>
                  <a:gd name="T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" h="26">
                    <a:moveTo>
                      <a:pt x="17" y="0"/>
                    </a:moveTo>
                    <a:lnTo>
                      <a:pt x="6" y="26"/>
                    </a:lnTo>
                    <a:lnTo>
                      <a:pt x="0" y="22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74" name="Freeform 1978">
                <a:extLst>
                  <a:ext uri="{FF2B5EF4-FFF2-40B4-BE49-F238E27FC236}">
                    <a16:creationId xmlns:a16="http://schemas.microsoft.com/office/drawing/2014/main" id="{5CEFA7D3-1A89-452F-ACB8-75447AEE52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3" y="2461"/>
                <a:ext cx="10" cy="14"/>
              </a:xfrm>
              <a:custGeom>
                <a:avLst/>
                <a:gdLst>
                  <a:gd name="T0" fmla="*/ 5 w 14"/>
                  <a:gd name="T1" fmla="*/ 21 h 21"/>
                  <a:gd name="T2" fmla="*/ 13 w 14"/>
                  <a:gd name="T3" fmla="*/ 0 h 21"/>
                  <a:gd name="T4" fmla="*/ 0 w 14"/>
                  <a:gd name="T5" fmla="*/ 21 h 21"/>
                  <a:gd name="T6" fmla="*/ 5 w 14"/>
                  <a:gd name="T7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" h="21">
                    <a:moveTo>
                      <a:pt x="5" y="21"/>
                    </a:moveTo>
                    <a:cubicBezTo>
                      <a:pt x="5" y="21"/>
                      <a:pt x="14" y="0"/>
                      <a:pt x="13" y="0"/>
                    </a:cubicBezTo>
                    <a:cubicBezTo>
                      <a:pt x="12" y="1"/>
                      <a:pt x="0" y="21"/>
                      <a:pt x="0" y="21"/>
                    </a:cubicBezTo>
                    <a:lnTo>
                      <a:pt x="5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75" name="Freeform 1979">
                <a:extLst>
                  <a:ext uri="{FF2B5EF4-FFF2-40B4-BE49-F238E27FC236}">
                    <a16:creationId xmlns:a16="http://schemas.microsoft.com/office/drawing/2014/main" id="{0D7C8D1C-4A64-40CE-B377-D22FCCAFF0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" y="2442"/>
                <a:ext cx="30" cy="45"/>
              </a:xfrm>
              <a:custGeom>
                <a:avLst/>
                <a:gdLst>
                  <a:gd name="T0" fmla="*/ 6 w 30"/>
                  <a:gd name="T1" fmla="*/ 0 h 45"/>
                  <a:gd name="T2" fmla="*/ 30 w 30"/>
                  <a:gd name="T3" fmla="*/ 20 h 45"/>
                  <a:gd name="T4" fmla="*/ 7 w 30"/>
                  <a:gd name="T5" fmla="*/ 45 h 45"/>
                  <a:gd name="T6" fmla="*/ 0 w 30"/>
                  <a:gd name="T7" fmla="*/ 30 h 45"/>
                  <a:gd name="T8" fmla="*/ 6 w 30"/>
                  <a:gd name="T9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45">
                    <a:moveTo>
                      <a:pt x="6" y="0"/>
                    </a:moveTo>
                    <a:lnTo>
                      <a:pt x="30" y="20"/>
                    </a:lnTo>
                    <a:lnTo>
                      <a:pt x="7" y="45"/>
                    </a:lnTo>
                    <a:lnTo>
                      <a:pt x="0" y="3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76" name="Freeform 1980">
                <a:extLst>
                  <a:ext uri="{FF2B5EF4-FFF2-40B4-BE49-F238E27FC236}">
                    <a16:creationId xmlns:a16="http://schemas.microsoft.com/office/drawing/2014/main" id="{BFE079B4-04AA-483A-9326-C2F4B1626D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" y="2442"/>
                <a:ext cx="30" cy="45"/>
              </a:xfrm>
              <a:custGeom>
                <a:avLst/>
                <a:gdLst>
                  <a:gd name="T0" fmla="*/ 6 w 30"/>
                  <a:gd name="T1" fmla="*/ 0 h 45"/>
                  <a:gd name="T2" fmla="*/ 30 w 30"/>
                  <a:gd name="T3" fmla="*/ 20 h 45"/>
                  <a:gd name="T4" fmla="*/ 7 w 30"/>
                  <a:gd name="T5" fmla="*/ 45 h 45"/>
                  <a:gd name="T6" fmla="*/ 0 w 30"/>
                  <a:gd name="T7" fmla="*/ 3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5">
                    <a:moveTo>
                      <a:pt x="6" y="0"/>
                    </a:moveTo>
                    <a:lnTo>
                      <a:pt x="30" y="20"/>
                    </a:lnTo>
                    <a:lnTo>
                      <a:pt x="7" y="45"/>
                    </a:lnTo>
                    <a:lnTo>
                      <a:pt x="0" y="3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77" name="Freeform 1981">
                <a:extLst>
                  <a:ext uri="{FF2B5EF4-FFF2-40B4-BE49-F238E27FC236}">
                    <a16:creationId xmlns:a16="http://schemas.microsoft.com/office/drawing/2014/main" id="{D8A37BBB-DE94-4CB6-AC70-88585E0D42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2" y="2425"/>
                <a:ext cx="13" cy="6"/>
              </a:xfrm>
              <a:custGeom>
                <a:avLst/>
                <a:gdLst>
                  <a:gd name="T0" fmla="*/ 0 w 20"/>
                  <a:gd name="T1" fmla="*/ 5 h 8"/>
                  <a:gd name="T2" fmla="*/ 20 w 20"/>
                  <a:gd name="T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" h="8">
                    <a:moveTo>
                      <a:pt x="0" y="5"/>
                    </a:moveTo>
                    <a:cubicBezTo>
                      <a:pt x="0" y="5"/>
                      <a:pt x="10" y="0"/>
                      <a:pt x="20" y="8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78" name="Freeform 1982">
                <a:extLst>
                  <a:ext uri="{FF2B5EF4-FFF2-40B4-BE49-F238E27FC236}">
                    <a16:creationId xmlns:a16="http://schemas.microsoft.com/office/drawing/2014/main" id="{032802F9-C76D-461C-8776-E4ACDBE962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8" y="2422"/>
                <a:ext cx="10" cy="9"/>
              </a:xfrm>
              <a:custGeom>
                <a:avLst/>
                <a:gdLst>
                  <a:gd name="T0" fmla="*/ 0 w 14"/>
                  <a:gd name="T1" fmla="*/ 0 h 13"/>
                  <a:gd name="T2" fmla="*/ 14 w 14"/>
                  <a:gd name="T3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13">
                    <a:moveTo>
                      <a:pt x="0" y="0"/>
                    </a:moveTo>
                    <a:cubicBezTo>
                      <a:pt x="0" y="0"/>
                      <a:pt x="14" y="1"/>
                      <a:pt x="14" y="13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79" name="Freeform 1983">
                <a:extLst>
                  <a:ext uri="{FF2B5EF4-FFF2-40B4-BE49-F238E27FC236}">
                    <a16:creationId xmlns:a16="http://schemas.microsoft.com/office/drawing/2014/main" id="{0C1152D4-D774-4BDB-964B-D594A6C886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7" y="2240"/>
                <a:ext cx="37" cy="50"/>
              </a:xfrm>
              <a:custGeom>
                <a:avLst/>
                <a:gdLst>
                  <a:gd name="T0" fmla="*/ 55 w 55"/>
                  <a:gd name="T1" fmla="*/ 0 h 74"/>
                  <a:gd name="T2" fmla="*/ 9 w 55"/>
                  <a:gd name="T3" fmla="*/ 39 h 74"/>
                  <a:gd name="T4" fmla="*/ 22 w 55"/>
                  <a:gd name="T5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5" h="74">
                    <a:moveTo>
                      <a:pt x="55" y="0"/>
                    </a:moveTo>
                    <a:cubicBezTo>
                      <a:pt x="53" y="0"/>
                      <a:pt x="18" y="20"/>
                      <a:pt x="9" y="39"/>
                    </a:cubicBezTo>
                    <a:cubicBezTo>
                      <a:pt x="0" y="58"/>
                      <a:pt x="5" y="68"/>
                      <a:pt x="22" y="74"/>
                    </a:cubicBezTo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80" name="Freeform 1984">
                <a:extLst>
                  <a:ext uri="{FF2B5EF4-FFF2-40B4-BE49-F238E27FC236}">
                    <a16:creationId xmlns:a16="http://schemas.microsoft.com/office/drawing/2014/main" id="{C85CBB7B-9AE9-470C-AFAD-355BFD5FB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6" y="2233"/>
                <a:ext cx="101" cy="107"/>
              </a:xfrm>
              <a:custGeom>
                <a:avLst/>
                <a:gdLst>
                  <a:gd name="T0" fmla="*/ 73 w 148"/>
                  <a:gd name="T1" fmla="*/ 9 h 157"/>
                  <a:gd name="T2" fmla="*/ 38 w 148"/>
                  <a:gd name="T3" fmla="*/ 45 h 157"/>
                  <a:gd name="T4" fmla="*/ 0 w 148"/>
                  <a:gd name="T5" fmla="*/ 150 h 157"/>
                  <a:gd name="T6" fmla="*/ 148 w 148"/>
                  <a:gd name="T7" fmla="*/ 157 h 157"/>
                  <a:gd name="T8" fmla="*/ 141 w 148"/>
                  <a:gd name="T9" fmla="*/ 16 h 157"/>
                  <a:gd name="T10" fmla="*/ 132 w 148"/>
                  <a:gd name="T11" fmla="*/ 6 h 157"/>
                  <a:gd name="T12" fmla="*/ 73 w 148"/>
                  <a:gd name="T13" fmla="*/ 9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8" h="157">
                    <a:moveTo>
                      <a:pt x="73" y="9"/>
                    </a:moveTo>
                    <a:cubicBezTo>
                      <a:pt x="73" y="9"/>
                      <a:pt x="56" y="14"/>
                      <a:pt x="38" y="45"/>
                    </a:cubicBezTo>
                    <a:cubicBezTo>
                      <a:pt x="3" y="103"/>
                      <a:pt x="0" y="150"/>
                      <a:pt x="0" y="150"/>
                    </a:cubicBezTo>
                    <a:cubicBezTo>
                      <a:pt x="148" y="157"/>
                      <a:pt x="148" y="157"/>
                      <a:pt x="148" y="157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0" y="11"/>
                      <a:pt x="137" y="7"/>
                      <a:pt x="132" y="6"/>
                    </a:cubicBezTo>
                    <a:cubicBezTo>
                      <a:pt x="119" y="4"/>
                      <a:pt x="95" y="0"/>
                      <a:pt x="73" y="9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81" name="Freeform 1985">
                <a:extLst>
                  <a:ext uri="{FF2B5EF4-FFF2-40B4-BE49-F238E27FC236}">
                    <a16:creationId xmlns:a16="http://schemas.microsoft.com/office/drawing/2014/main" id="{C8EA54ED-6E34-4479-A013-16F3C3CC2D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4" y="2233"/>
                <a:ext cx="82" cy="136"/>
              </a:xfrm>
              <a:custGeom>
                <a:avLst/>
                <a:gdLst>
                  <a:gd name="T0" fmla="*/ 26 w 120"/>
                  <a:gd name="T1" fmla="*/ 10 h 200"/>
                  <a:gd name="T2" fmla="*/ 22 w 120"/>
                  <a:gd name="T3" fmla="*/ 74 h 200"/>
                  <a:gd name="T4" fmla="*/ 85 w 120"/>
                  <a:gd name="T5" fmla="*/ 189 h 200"/>
                  <a:gd name="T6" fmla="*/ 120 w 120"/>
                  <a:gd name="T7" fmla="*/ 172 h 200"/>
                  <a:gd name="T8" fmla="*/ 65 w 120"/>
                  <a:gd name="T9" fmla="*/ 27 h 200"/>
                  <a:gd name="T10" fmla="*/ 26 w 120"/>
                  <a:gd name="T11" fmla="*/ 10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0" h="200">
                    <a:moveTo>
                      <a:pt x="26" y="10"/>
                    </a:moveTo>
                    <a:cubicBezTo>
                      <a:pt x="14" y="20"/>
                      <a:pt x="0" y="41"/>
                      <a:pt x="22" y="74"/>
                    </a:cubicBezTo>
                    <a:cubicBezTo>
                      <a:pt x="45" y="108"/>
                      <a:pt x="79" y="178"/>
                      <a:pt x="85" y="189"/>
                    </a:cubicBezTo>
                    <a:cubicBezTo>
                      <a:pt x="92" y="200"/>
                      <a:pt x="120" y="196"/>
                      <a:pt x="120" y="172"/>
                    </a:cubicBezTo>
                    <a:cubicBezTo>
                      <a:pt x="120" y="148"/>
                      <a:pt x="72" y="45"/>
                      <a:pt x="65" y="27"/>
                    </a:cubicBezTo>
                    <a:cubicBezTo>
                      <a:pt x="59" y="10"/>
                      <a:pt x="38" y="0"/>
                      <a:pt x="26" y="10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82" name="Freeform 1986">
                <a:extLst>
                  <a:ext uri="{FF2B5EF4-FFF2-40B4-BE49-F238E27FC236}">
                    <a16:creationId xmlns:a16="http://schemas.microsoft.com/office/drawing/2014/main" id="{470C1AC6-E9A1-4FBB-9E99-542832BA90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4" y="2229"/>
                <a:ext cx="43" cy="51"/>
              </a:xfrm>
              <a:custGeom>
                <a:avLst/>
                <a:gdLst>
                  <a:gd name="T0" fmla="*/ 17 w 63"/>
                  <a:gd name="T1" fmla="*/ 68 h 75"/>
                  <a:gd name="T2" fmla="*/ 51 w 63"/>
                  <a:gd name="T3" fmla="*/ 21 h 75"/>
                  <a:gd name="T4" fmla="*/ 59 w 63"/>
                  <a:gd name="T5" fmla="*/ 16 h 75"/>
                  <a:gd name="T6" fmla="*/ 26 w 63"/>
                  <a:gd name="T7" fmla="*/ 10 h 75"/>
                  <a:gd name="T8" fmla="*/ 2 w 63"/>
                  <a:gd name="T9" fmla="*/ 55 h 75"/>
                  <a:gd name="T10" fmla="*/ 16 w 63"/>
                  <a:gd name="T11" fmla="*/ 75 h 75"/>
                  <a:gd name="T12" fmla="*/ 20 w 63"/>
                  <a:gd name="T13" fmla="*/ 75 h 75"/>
                  <a:gd name="T14" fmla="*/ 17 w 63"/>
                  <a:gd name="T15" fmla="*/ 68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3" h="75">
                    <a:moveTo>
                      <a:pt x="17" y="68"/>
                    </a:moveTo>
                    <a:cubicBezTo>
                      <a:pt x="8" y="49"/>
                      <a:pt x="26" y="18"/>
                      <a:pt x="51" y="21"/>
                    </a:cubicBezTo>
                    <a:cubicBezTo>
                      <a:pt x="63" y="23"/>
                      <a:pt x="59" y="16"/>
                      <a:pt x="59" y="16"/>
                    </a:cubicBezTo>
                    <a:cubicBezTo>
                      <a:pt x="59" y="16"/>
                      <a:pt x="47" y="0"/>
                      <a:pt x="26" y="10"/>
                    </a:cubicBezTo>
                    <a:cubicBezTo>
                      <a:pt x="6" y="19"/>
                      <a:pt x="0" y="43"/>
                      <a:pt x="2" y="55"/>
                    </a:cubicBezTo>
                    <a:cubicBezTo>
                      <a:pt x="5" y="69"/>
                      <a:pt x="16" y="75"/>
                      <a:pt x="16" y="75"/>
                    </a:cubicBezTo>
                    <a:cubicBezTo>
                      <a:pt x="20" y="75"/>
                      <a:pt x="20" y="75"/>
                      <a:pt x="20" y="75"/>
                    </a:cubicBezTo>
                    <a:lnTo>
                      <a:pt x="17" y="6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83" name="Freeform 1987">
                <a:extLst>
                  <a:ext uri="{FF2B5EF4-FFF2-40B4-BE49-F238E27FC236}">
                    <a16:creationId xmlns:a16="http://schemas.microsoft.com/office/drawing/2014/main" id="{E079DE06-40B8-4685-B3C5-6DD33AE8E7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9" y="2197"/>
                <a:ext cx="4" cy="2"/>
              </a:xfrm>
              <a:custGeom>
                <a:avLst/>
                <a:gdLst>
                  <a:gd name="T0" fmla="*/ 0 w 6"/>
                  <a:gd name="T1" fmla="*/ 4 h 4"/>
                  <a:gd name="T2" fmla="*/ 4 w 6"/>
                  <a:gd name="T3" fmla="*/ 1 h 4"/>
                  <a:gd name="T4" fmla="*/ 5 w 6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4">
                    <a:moveTo>
                      <a:pt x="0" y="4"/>
                    </a:moveTo>
                    <a:cubicBezTo>
                      <a:pt x="1" y="1"/>
                      <a:pt x="3" y="0"/>
                      <a:pt x="4" y="1"/>
                    </a:cubicBezTo>
                    <a:cubicBezTo>
                      <a:pt x="5" y="1"/>
                      <a:pt x="6" y="2"/>
                      <a:pt x="5" y="4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84" name="Freeform 1988">
                <a:extLst>
                  <a:ext uri="{FF2B5EF4-FFF2-40B4-BE49-F238E27FC236}">
                    <a16:creationId xmlns:a16="http://schemas.microsoft.com/office/drawing/2014/main" id="{6C798997-8F05-4E0A-B238-E1B325B291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6" y="2178"/>
                <a:ext cx="30" cy="36"/>
              </a:xfrm>
              <a:custGeom>
                <a:avLst/>
                <a:gdLst>
                  <a:gd name="T0" fmla="*/ 0 w 44"/>
                  <a:gd name="T1" fmla="*/ 0 h 53"/>
                  <a:gd name="T2" fmla="*/ 10 w 44"/>
                  <a:gd name="T3" fmla="*/ 21 h 53"/>
                  <a:gd name="T4" fmla="*/ 36 w 44"/>
                  <a:gd name="T5" fmla="*/ 29 h 53"/>
                  <a:gd name="T6" fmla="*/ 36 w 44"/>
                  <a:gd name="T7" fmla="*/ 50 h 53"/>
                  <a:gd name="T8" fmla="*/ 44 w 44"/>
                  <a:gd name="T9" fmla="*/ 44 h 53"/>
                  <a:gd name="T10" fmla="*/ 41 w 44"/>
                  <a:gd name="T11" fmla="*/ 18 h 53"/>
                  <a:gd name="T12" fmla="*/ 0 w 44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53">
                    <a:moveTo>
                      <a:pt x="0" y="0"/>
                    </a:moveTo>
                    <a:cubicBezTo>
                      <a:pt x="0" y="0"/>
                      <a:pt x="3" y="13"/>
                      <a:pt x="10" y="21"/>
                    </a:cubicBezTo>
                    <a:cubicBezTo>
                      <a:pt x="24" y="35"/>
                      <a:pt x="36" y="29"/>
                      <a:pt x="36" y="29"/>
                    </a:cubicBezTo>
                    <a:cubicBezTo>
                      <a:pt x="36" y="29"/>
                      <a:pt x="33" y="47"/>
                      <a:pt x="36" y="50"/>
                    </a:cubicBezTo>
                    <a:cubicBezTo>
                      <a:pt x="39" y="53"/>
                      <a:pt x="44" y="44"/>
                      <a:pt x="44" y="44"/>
                    </a:cubicBezTo>
                    <a:cubicBezTo>
                      <a:pt x="41" y="18"/>
                      <a:pt x="41" y="18"/>
                      <a:pt x="41" y="1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85" name="Freeform 1989">
                <a:extLst>
                  <a:ext uri="{FF2B5EF4-FFF2-40B4-BE49-F238E27FC236}">
                    <a16:creationId xmlns:a16="http://schemas.microsoft.com/office/drawing/2014/main" id="{2F590D34-C2B3-4970-8EC1-151ED5AABF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3" y="2159"/>
                <a:ext cx="57" cy="49"/>
              </a:xfrm>
              <a:custGeom>
                <a:avLst/>
                <a:gdLst>
                  <a:gd name="T0" fmla="*/ 6 w 84"/>
                  <a:gd name="T1" fmla="*/ 43 h 73"/>
                  <a:gd name="T2" fmla="*/ 19 w 84"/>
                  <a:gd name="T3" fmla="*/ 37 h 73"/>
                  <a:gd name="T4" fmla="*/ 63 w 84"/>
                  <a:gd name="T5" fmla="*/ 73 h 73"/>
                  <a:gd name="T6" fmla="*/ 80 w 84"/>
                  <a:gd name="T7" fmla="*/ 47 h 73"/>
                  <a:gd name="T8" fmla="*/ 47 w 84"/>
                  <a:gd name="T9" fmla="*/ 3 h 73"/>
                  <a:gd name="T10" fmla="*/ 6 w 84"/>
                  <a:gd name="T11" fmla="*/ 4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4" h="73">
                    <a:moveTo>
                      <a:pt x="6" y="43"/>
                    </a:moveTo>
                    <a:cubicBezTo>
                      <a:pt x="6" y="43"/>
                      <a:pt x="9" y="38"/>
                      <a:pt x="19" y="37"/>
                    </a:cubicBezTo>
                    <a:cubicBezTo>
                      <a:pt x="30" y="37"/>
                      <a:pt x="55" y="43"/>
                      <a:pt x="63" y="73"/>
                    </a:cubicBezTo>
                    <a:cubicBezTo>
                      <a:pt x="63" y="73"/>
                      <a:pt x="77" y="64"/>
                      <a:pt x="80" y="47"/>
                    </a:cubicBezTo>
                    <a:cubicBezTo>
                      <a:pt x="84" y="30"/>
                      <a:pt x="76" y="6"/>
                      <a:pt x="47" y="3"/>
                    </a:cubicBezTo>
                    <a:cubicBezTo>
                      <a:pt x="18" y="0"/>
                      <a:pt x="0" y="30"/>
                      <a:pt x="6" y="43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86" name="Freeform 1990">
                <a:extLst>
                  <a:ext uri="{FF2B5EF4-FFF2-40B4-BE49-F238E27FC236}">
                    <a16:creationId xmlns:a16="http://schemas.microsoft.com/office/drawing/2014/main" id="{42C179A0-779F-48AF-A43D-4A03C2446E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2193"/>
                <a:ext cx="13" cy="14"/>
              </a:xfrm>
              <a:custGeom>
                <a:avLst/>
                <a:gdLst>
                  <a:gd name="T0" fmla="*/ 15 w 18"/>
                  <a:gd name="T1" fmla="*/ 15 h 20"/>
                  <a:gd name="T2" fmla="*/ 3 w 18"/>
                  <a:gd name="T3" fmla="*/ 18 h 20"/>
                  <a:gd name="T4" fmla="*/ 3 w 18"/>
                  <a:gd name="T5" fmla="*/ 6 h 20"/>
                  <a:gd name="T6" fmla="*/ 15 w 18"/>
                  <a:gd name="T7" fmla="*/ 3 h 20"/>
                  <a:gd name="T8" fmla="*/ 15 w 18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20">
                    <a:moveTo>
                      <a:pt x="15" y="15"/>
                    </a:moveTo>
                    <a:cubicBezTo>
                      <a:pt x="12" y="19"/>
                      <a:pt x="7" y="20"/>
                      <a:pt x="3" y="18"/>
                    </a:cubicBezTo>
                    <a:cubicBezTo>
                      <a:pt x="0" y="15"/>
                      <a:pt x="0" y="10"/>
                      <a:pt x="3" y="6"/>
                    </a:cubicBezTo>
                    <a:cubicBezTo>
                      <a:pt x="6" y="2"/>
                      <a:pt x="12" y="0"/>
                      <a:pt x="15" y="3"/>
                    </a:cubicBezTo>
                    <a:cubicBezTo>
                      <a:pt x="18" y="6"/>
                      <a:pt x="18" y="11"/>
                      <a:pt x="15" y="15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87" name="Oval 1991">
                <a:extLst>
                  <a:ext uri="{FF2B5EF4-FFF2-40B4-BE49-F238E27FC236}">
                    <a16:creationId xmlns:a16="http://schemas.microsoft.com/office/drawing/2014/main" id="{14EB2BBB-2DE6-42AB-AC16-E3A51A6EE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1" y="2176"/>
                <a:ext cx="10" cy="10"/>
              </a:xfrm>
              <a:prstGeom prst="ellipse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88" name="Freeform 1992">
                <a:extLst>
                  <a:ext uri="{FF2B5EF4-FFF2-40B4-BE49-F238E27FC236}">
                    <a16:creationId xmlns:a16="http://schemas.microsoft.com/office/drawing/2014/main" id="{FC3B6242-C56E-432F-80B7-04329ABC43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9" y="2165"/>
                <a:ext cx="17" cy="17"/>
              </a:xfrm>
              <a:custGeom>
                <a:avLst/>
                <a:gdLst>
                  <a:gd name="T0" fmla="*/ 22 w 24"/>
                  <a:gd name="T1" fmla="*/ 23 h 25"/>
                  <a:gd name="T2" fmla="*/ 2 w 24"/>
                  <a:gd name="T3" fmla="*/ 18 h 25"/>
                  <a:gd name="T4" fmla="*/ 0 w 24"/>
                  <a:gd name="T5" fmla="*/ 14 h 25"/>
                  <a:gd name="T6" fmla="*/ 9 w 24"/>
                  <a:gd name="T7" fmla="*/ 1 h 25"/>
                  <a:gd name="T8" fmla="*/ 14 w 24"/>
                  <a:gd name="T9" fmla="*/ 1 h 25"/>
                  <a:gd name="T10" fmla="*/ 24 w 24"/>
                  <a:gd name="T11" fmla="*/ 21 h 25"/>
                  <a:gd name="T12" fmla="*/ 22 w 24"/>
                  <a:gd name="T13" fmla="*/ 2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25">
                    <a:moveTo>
                      <a:pt x="22" y="23"/>
                    </a:moveTo>
                    <a:cubicBezTo>
                      <a:pt x="22" y="23"/>
                      <a:pt x="10" y="25"/>
                      <a:pt x="2" y="18"/>
                    </a:cubicBezTo>
                    <a:cubicBezTo>
                      <a:pt x="0" y="17"/>
                      <a:pt x="0" y="15"/>
                      <a:pt x="0" y="14"/>
                    </a:cubicBezTo>
                    <a:cubicBezTo>
                      <a:pt x="0" y="10"/>
                      <a:pt x="2" y="4"/>
                      <a:pt x="9" y="1"/>
                    </a:cubicBezTo>
                    <a:cubicBezTo>
                      <a:pt x="10" y="0"/>
                      <a:pt x="12" y="0"/>
                      <a:pt x="14" y="1"/>
                    </a:cubicBezTo>
                    <a:cubicBezTo>
                      <a:pt x="17" y="4"/>
                      <a:pt x="23" y="10"/>
                      <a:pt x="24" y="21"/>
                    </a:cubicBezTo>
                    <a:lnTo>
                      <a:pt x="22" y="23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89" name="Freeform 1993">
                <a:extLst>
                  <a:ext uri="{FF2B5EF4-FFF2-40B4-BE49-F238E27FC236}">
                    <a16:creationId xmlns:a16="http://schemas.microsoft.com/office/drawing/2014/main" id="{BFD4EC7F-C7D7-4136-9F05-17D3D11ECE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1" y="2178"/>
                <a:ext cx="15" cy="15"/>
              </a:xfrm>
              <a:custGeom>
                <a:avLst/>
                <a:gdLst>
                  <a:gd name="T0" fmla="*/ 23 w 23"/>
                  <a:gd name="T1" fmla="*/ 6 h 21"/>
                  <a:gd name="T2" fmla="*/ 12 w 23"/>
                  <a:gd name="T3" fmla="*/ 21 h 21"/>
                  <a:gd name="T4" fmla="*/ 7 w 23"/>
                  <a:gd name="T5" fmla="*/ 20 h 21"/>
                  <a:gd name="T6" fmla="*/ 0 w 23"/>
                  <a:gd name="T7" fmla="*/ 8 h 21"/>
                  <a:gd name="T8" fmla="*/ 3 w 23"/>
                  <a:gd name="T9" fmla="*/ 5 h 21"/>
                  <a:gd name="T10" fmla="*/ 22 w 23"/>
                  <a:gd name="T11" fmla="*/ 4 h 21"/>
                  <a:gd name="T12" fmla="*/ 23 w 23"/>
                  <a:gd name="T13" fmla="*/ 6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21">
                    <a:moveTo>
                      <a:pt x="23" y="6"/>
                    </a:moveTo>
                    <a:cubicBezTo>
                      <a:pt x="23" y="6"/>
                      <a:pt x="20" y="17"/>
                      <a:pt x="12" y="21"/>
                    </a:cubicBezTo>
                    <a:cubicBezTo>
                      <a:pt x="10" y="21"/>
                      <a:pt x="9" y="21"/>
                      <a:pt x="7" y="20"/>
                    </a:cubicBezTo>
                    <a:cubicBezTo>
                      <a:pt x="5" y="19"/>
                      <a:pt x="1" y="15"/>
                      <a:pt x="0" y="8"/>
                    </a:cubicBezTo>
                    <a:cubicBezTo>
                      <a:pt x="0" y="7"/>
                      <a:pt x="1" y="5"/>
                      <a:pt x="3" y="5"/>
                    </a:cubicBezTo>
                    <a:cubicBezTo>
                      <a:pt x="6" y="3"/>
                      <a:pt x="13" y="0"/>
                      <a:pt x="22" y="4"/>
                    </a:cubicBezTo>
                    <a:lnTo>
                      <a:pt x="23" y="6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90" name="Freeform 1994">
                <a:extLst>
                  <a:ext uri="{FF2B5EF4-FFF2-40B4-BE49-F238E27FC236}">
                    <a16:creationId xmlns:a16="http://schemas.microsoft.com/office/drawing/2014/main" id="{A9A0BC42-059A-4B9D-85D8-3A202A3E2D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1" y="2177"/>
                <a:ext cx="3" cy="6"/>
              </a:xfrm>
              <a:custGeom>
                <a:avLst/>
                <a:gdLst>
                  <a:gd name="T0" fmla="*/ 5 w 5"/>
                  <a:gd name="T1" fmla="*/ 0 h 9"/>
                  <a:gd name="T2" fmla="*/ 3 w 5"/>
                  <a:gd name="T3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" h="9">
                    <a:moveTo>
                      <a:pt x="5" y="0"/>
                    </a:moveTo>
                    <a:cubicBezTo>
                      <a:pt x="5" y="0"/>
                      <a:pt x="0" y="3"/>
                      <a:pt x="3" y="9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91" name="Freeform 1995">
                <a:extLst>
                  <a:ext uri="{FF2B5EF4-FFF2-40B4-BE49-F238E27FC236}">
                    <a16:creationId xmlns:a16="http://schemas.microsoft.com/office/drawing/2014/main" id="{C1DA3514-E971-4439-930C-7C6E85FA8F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7" y="2180"/>
                <a:ext cx="5" cy="0"/>
              </a:xfrm>
              <a:custGeom>
                <a:avLst/>
                <a:gdLst>
                  <a:gd name="T0" fmla="*/ 0 w 7"/>
                  <a:gd name="T1" fmla="*/ 7 w 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7">
                    <a:moveTo>
                      <a:pt x="0" y="0"/>
                    </a:moveTo>
                    <a:cubicBezTo>
                      <a:pt x="0" y="0"/>
                      <a:pt x="4" y="0"/>
                      <a:pt x="7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92" name="Freeform 1996">
                <a:extLst>
                  <a:ext uri="{FF2B5EF4-FFF2-40B4-BE49-F238E27FC236}">
                    <a16:creationId xmlns:a16="http://schemas.microsoft.com/office/drawing/2014/main" id="{87B687ED-B521-478B-B626-978E80ADAD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5" y="2177"/>
                <a:ext cx="23" cy="11"/>
              </a:xfrm>
              <a:custGeom>
                <a:avLst/>
                <a:gdLst>
                  <a:gd name="T0" fmla="*/ 0 w 33"/>
                  <a:gd name="T1" fmla="*/ 4 h 16"/>
                  <a:gd name="T2" fmla="*/ 33 w 33"/>
                  <a:gd name="T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3" h="16">
                    <a:moveTo>
                      <a:pt x="0" y="4"/>
                    </a:moveTo>
                    <a:cubicBezTo>
                      <a:pt x="0" y="4"/>
                      <a:pt x="21" y="0"/>
                      <a:pt x="33" y="16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93" name="Freeform 1997">
                <a:extLst>
                  <a:ext uri="{FF2B5EF4-FFF2-40B4-BE49-F238E27FC236}">
                    <a16:creationId xmlns:a16="http://schemas.microsoft.com/office/drawing/2014/main" id="{06B9E6A5-434F-44D4-8B8D-002DB4A317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9" y="2225"/>
                <a:ext cx="13" cy="9"/>
              </a:xfrm>
              <a:custGeom>
                <a:avLst/>
                <a:gdLst>
                  <a:gd name="T0" fmla="*/ 1 w 13"/>
                  <a:gd name="T1" fmla="*/ 0 h 9"/>
                  <a:gd name="T2" fmla="*/ 13 w 13"/>
                  <a:gd name="T3" fmla="*/ 1 h 9"/>
                  <a:gd name="T4" fmla="*/ 0 w 13"/>
                  <a:gd name="T5" fmla="*/ 9 h 9"/>
                  <a:gd name="T6" fmla="*/ 1 w 13"/>
                  <a:gd name="T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" h="9">
                    <a:moveTo>
                      <a:pt x="1" y="0"/>
                    </a:moveTo>
                    <a:lnTo>
                      <a:pt x="13" y="1"/>
                    </a:lnTo>
                    <a:lnTo>
                      <a:pt x="0" y="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94" name="Freeform 1998">
                <a:extLst>
                  <a:ext uri="{FF2B5EF4-FFF2-40B4-BE49-F238E27FC236}">
                    <a16:creationId xmlns:a16="http://schemas.microsoft.com/office/drawing/2014/main" id="{C7C6150C-A091-42EE-929B-1C452BE3C8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1" y="2328"/>
                <a:ext cx="73" cy="88"/>
              </a:xfrm>
              <a:custGeom>
                <a:avLst/>
                <a:gdLst>
                  <a:gd name="T0" fmla="*/ 0 w 108"/>
                  <a:gd name="T1" fmla="*/ 8 h 129"/>
                  <a:gd name="T2" fmla="*/ 45 w 108"/>
                  <a:gd name="T3" fmla="*/ 93 h 129"/>
                  <a:gd name="T4" fmla="*/ 90 w 108"/>
                  <a:gd name="T5" fmla="*/ 129 h 129"/>
                  <a:gd name="T6" fmla="*/ 108 w 108"/>
                  <a:gd name="T7" fmla="*/ 118 h 129"/>
                  <a:gd name="T8" fmla="*/ 44 w 108"/>
                  <a:gd name="T9" fmla="*/ 0 h 129"/>
                  <a:gd name="T10" fmla="*/ 0 w 108"/>
                  <a:gd name="T11" fmla="*/ 8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8" h="129">
                    <a:moveTo>
                      <a:pt x="0" y="8"/>
                    </a:moveTo>
                    <a:cubicBezTo>
                      <a:pt x="0" y="8"/>
                      <a:pt x="19" y="67"/>
                      <a:pt x="45" y="93"/>
                    </a:cubicBezTo>
                    <a:cubicBezTo>
                      <a:pt x="70" y="118"/>
                      <a:pt x="90" y="129"/>
                      <a:pt x="90" y="129"/>
                    </a:cubicBezTo>
                    <a:cubicBezTo>
                      <a:pt x="108" y="118"/>
                      <a:pt x="108" y="118"/>
                      <a:pt x="108" y="118"/>
                    </a:cubicBezTo>
                    <a:cubicBezTo>
                      <a:pt x="44" y="0"/>
                      <a:pt x="44" y="0"/>
                      <a:pt x="44" y="0"/>
                    </a:cubicBez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95" name="Freeform 1999">
                <a:extLst>
                  <a:ext uri="{FF2B5EF4-FFF2-40B4-BE49-F238E27FC236}">
                    <a16:creationId xmlns:a16="http://schemas.microsoft.com/office/drawing/2014/main" id="{AEFF0370-C677-4E0A-A87F-6DF0F30F41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7" y="2336"/>
                <a:ext cx="87" cy="11"/>
              </a:xfrm>
              <a:custGeom>
                <a:avLst/>
                <a:gdLst>
                  <a:gd name="T0" fmla="*/ 5 w 127"/>
                  <a:gd name="T1" fmla="*/ 0 h 17"/>
                  <a:gd name="T2" fmla="*/ 0 w 127"/>
                  <a:gd name="T3" fmla="*/ 17 h 17"/>
                  <a:gd name="T4" fmla="*/ 126 w 127"/>
                  <a:gd name="T5" fmla="*/ 6 h 17"/>
                  <a:gd name="T6" fmla="*/ 5 w 127"/>
                  <a:gd name="T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7" h="17">
                    <a:moveTo>
                      <a:pt x="5" y="0"/>
                    </a:moveTo>
                    <a:cubicBezTo>
                      <a:pt x="0" y="17"/>
                      <a:pt x="0" y="17"/>
                      <a:pt x="0" y="17"/>
                    </a:cubicBezTo>
                    <a:cubicBezTo>
                      <a:pt x="0" y="17"/>
                      <a:pt x="127" y="7"/>
                      <a:pt x="126" y="6"/>
                    </a:cubicBezTo>
                    <a:cubicBezTo>
                      <a:pt x="125" y="5"/>
                      <a:pt x="5" y="0"/>
                      <a:pt x="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96" name="Freeform 2000">
                <a:extLst>
                  <a:ext uri="{FF2B5EF4-FFF2-40B4-BE49-F238E27FC236}">
                    <a16:creationId xmlns:a16="http://schemas.microsoft.com/office/drawing/2014/main" id="{AFFCC4B0-73E2-44B2-9130-45AE5FCB5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3" y="2284"/>
                <a:ext cx="11" cy="4"/>
              </a:xfrm>
              <a:custGeom>
                <a:avLst/>
                <a:gdLst>
                  <a:gd name="T0" fmla="*/ 0 w 17"/>
                  <a:gd name="T1" fmla="*/ 0 h 6"/>
                  <a:gd name="T2" fmla="*/ 17 w 17"/>
                  <a:gd name="T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7" h="6">
                    <a:moveTo>
                      <a:pt x="0" y="0"/>
                    </a:moveTo>
                    <a:cubicBezTo>
                      <a:pt x="0" y="0"/>
                      <a:pt x="7" y="4"/>
                      <a:pt x="17" y="6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97" name="Freeform 2001">
                <a:extLst>
                  <a:ext uri="{FF2B5EF4-FFF2-40B4-BE49-F238E27FC236}">
                    <a16:creationId xmlns:a16="http://schemas.microsoft.com/office/drawing/2014/main" id="{C70FAEFF-1333-4F57-B60E-FE46EFA390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4" y="2564"/>
                <a:ext cx="70" cy="11"/>
              </a:xfrm>
              <a:custGeom>
                <a:avLst/>
                <a:gdLst>
                  <a:gd name="T0" fmla="*/ 70 w 70"/>
                  <a:gd name="T1" fmla="*/ 0 h 11"/>
                  <a:gd name="T2" fmla="*/ 0 w 70"/>
                  <a:gd name="T3" fmla="*/ 11 h 11"/>
                  <a:gd name="T4" fmla="*/ 70 w 70"/>
                  <a:gd name="T5" fmla="*/ 8 h 11"/>
                  <a:gd name="T6" fmla="*/ 70 w 70"/>
                  <a:gd name="T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0" h="11">
                    <a:moveTo>
                      <a:pt x="70" y="0"/>
                    </a:moveTo>
                    <a:lnTo>
                      <a:pt x="0" y="11"/>
                    </a:lnTo>
                    <a:lnTo>
                      <a:pt x="70" y="8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98" name="Oval 2002">
                <a:extLst>
                  <a:ext uri="{FF2B5EF4-FFF2-40B4-BE49-F238E27FC236}">
                    <a16:creationId xmlns:a16="http://schemas.microsoft.com/office/drawing/2014/main" id="{659088D7-B663-4197-99DA-82142E539C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204"/>
                <a:ext cx="12" cy="10"/>
              </a:xfrm>
              <a:prstGeom prst="ellipse">
                <a:avLst/>
              </a:prstGeom>
              <a:noFill/>
              <a:ln w="1588" cap="rnd">
                <a:solidFill>
                  <a:srgbClr val="FF79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99" name="Freeform 2003">
                <a:extLst>
                  <a:ext uri="{FF2B5EF4-FFF2-40B4-BE49-F238E27FC236}">
                    <a16:creationId xmlns:a16="http://schemas.microsoft.com/office/drawing/2014/main" id="{3A1B2A00-0817-417F-B914-89244712AD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" y="2578"/>
                <a:ext cx="41" cy="10"/>
              </a:xfrm>
              <a:custGeom>
                <a:avLst/>
                <a:gdLst>
                  <a:gd name="T0" fmla="*/ 41 w 41"/>
                  <a:gd name="T1" fmla="*/ 10 h 10"/>
                  <a:gd name="T2" fmla="*/ 0 w 41"/>
                  <a:gd name="T3" fmla="*/ 10 h 10"/>
                  <a:gd name="T4" fmla="*/ 1 w 41"/>
                  <a:gd name="T5" fmla="*/ 0 h 10"/>
                  <a:gd name="T6" fmla="*/ 41 w 41"/>
                  <a:gd name="T7" fmla="*/ 0 h 10"/>
                  <a:gd name="T8" fmla="*/ 41 w 41"/>
                  <a:gd name="T9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10">
                    <a:moveTo>
                      <a:pt x="41" y="10"/>
                    </a:moveTo>
                    <a:lnTo>
                      <a:pt x="0" y="10"/>
                    </a:lnTo>
                    <a:lnTo>
                      <a:pt x="1" y="0"/>
                    </a:lnTo>
                    <a:lnTo>
                      <a:pt x="41" y="0"/>
                    </a:lnTo>
                    <a:lnTo>
                      <a:pt x="41" y="1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00" name="Freeform 2004">
                <a:extLst>
                  <a:ext uri="{FF2B5EF4-FFF2-40B4-BE49-F238E27FC236}">
                    <a16:creationId xmlns:a16="http://schemas.microsoft.com/office/drawing/2014/main" id="{6C113AB8-57D9-4075-8D93-B9F1F9C5FA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4" y="2564"/>
                <a:ext cx="44" cy="26"/>
              </a:xfrm>
              <a:custGeom>
                <a:avLst/>
                <a:gdLst>
                  <a:gd name="T0" fmla="*/ 44 w 44"/>
                  <a:gd name="T1" fmla="*/ 8 h 26"/>
                  <a:gd name="T2" fmla="*/ 4 w 44"/>
                  <a:gd name="T3" fmla="*/ 26 h 26"/>
                  <a:gd name="T4" fmla="*/ 0 w 44"/>
                  <a:gd name="T5" fmla="*/ 18 h 26"/>
                  <a:gd name="T6" fmla="*/ 41 w 44"/>
                  <a:gd name="T7" fmla="*/ 0 h 26"/>
                  <a:gd name="T8" fmla="*/ 44 w 44"/>
                  <a:gd name="T9" fmla="*/ 8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26">
                    <a:moveTo>
                      <a:pt x="44" y="8"/>
                    </a:moveTo>
                    <a:lnTo>
                      <a:pt x="4" y="26"/>
                    </a:lnTo>
                    <a:lnTo>
                      <a:pt x="0" y="18"/>
                    </a:lnTo>
                    <a:lnTo>
                      <a:pt x="41" y="0"/>
                    </a:lnTo>
                    <a:lnTo>
                      <a:pt x="44" y="8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01" name="Freeform 2005">
                <a:extLst>
                  <a:ext uri="{FF2B5EF4-FFF2-40B4-BE49-F238E27FC236}">
                    <a16:creationId xmlns:a16="http://schemas.microsoft.com/office/drawing/2014/main" id="{E9D10D98-A76E-4401-825B-2ADD888542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5" y="2136"/>
                <a:ext cx="11" cy="34"/>
              </a:xfrm>
              <a:custGeom>
                <a:avLst/>
                <a:gdLst>
                  <a:gd name="T0" fmla="*/ 0 w 16"/>
                  <a:gd name="T1" fmla="*/ 44 h 51"/>
                  <a:gd name="T2" fmla="*/ 6 w 16"/>
                  <a:gd name="T3" fmla="*/ 18 h 51"/>
                  <a:gd name="T4" fmla="*/ 9 w 16"/>
                  <a:gd name="T5" fmla="*/ 11 h 51"/>
                  <a:gd name="T6" fmla="*/ 16 w 16"/>
                  <a:gd name="T7" fmla="*/ 0 h 51"/>
                  <a:gd name="T8" fmla="*/ 15 w 16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51">
                    <a:moveTo>
                      <a:pt x="0" y="44"/>
                    </a:moveTo>
                    <a:cubicBezTo>
                      <a:pt x="6" y="18"/>
                      <a:pt x="6" y="18"/>
                      <a:pt x="6" y="18"/>
                    </a:cubicBezTo>
                    <a:cubicBezTo>
                      <a:pt x="7" y="15"/>
                      <a:pt x="8" y="13"/>
                      <a:pt x="9" y="11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5" y="51"/>
                      <a:pt x="15" y="51"/>
                      <a:pt x="15" y="51"/>
                    </a:cubicBezTo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02" name="Freeform 2006">
                <a:extLst>
                  <a:ext uri="{FF2B5EF4-FFF2-40B4-BE49-F238E27FC236}">
                    <a16:creationId xmlns:a16="http://schemas.microsoft.com/office/drawing/2014/main" id="{A64C4651-CECF-46B1-8BB6-9952682F95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5" y="2165"/>
                <a:ext cx="24" cy="7"/>
              </a:xfrm>
              <a:custGeom>
                <a:avLst/>
                <a:gdLst>
                  <a:gd name="T0" fmla="*/ 8 w 35"/>
                  <a:gd name="T1" fmla="*/ 10 h 11"/>
                  <a:gd name="T2" fmla="*/ 35 w 35"/>
                  <a:gd name="T3" fmla="*/ 0 h 11"/>
                  <a:gd name="T4" fmla="*/ 6 w 35"/>
                  <a:gd name="T5" fmla="*/ 0 h 11"/>
                  <a:gd name="T6" fmla="*/ 0 w 35"/>
                  <a:gd name="T7" fmla="*/ 1 h 11"/>
                  <a:gd name="T8" fmla="*/ 8 w 35"/>
                  <a:gd name="T9" fmla="*/ 1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11">
                    <a:moveTo>
                      <a:pt x="8" y="10"/>
                    </a:moveTo>
                    <a:cubicBezTo>
                      <a:pt x="18" y="10"/>
                      <a:pt x="35" y="0"/>
                      <a:pt x="35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5" y="11"/>
                      <a:pt x="8" y="10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03" name="Freeform 2007">
                <a:extLst>
                  <a:ext uri="{FF2B5EF4-FFF2-40B4-BE49-F238E27FC236}">
                    <a16:creationId xmlns:a16="http://schemas.microsoft.com/office/drawing/2014/main" id="{C23CA2A8-581F-411F-A9CF-4A3694ADC6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3" y="2341"/>
                <a:ext cx="181" cy="41"/>
              </a:xfrm>
              <a:custGeom>
                <a:avLst/>
                <a:gdLst>
                  <a:gd name="T0" fmla="*/ 0 w 375"/>
                  <a:gd name="T1" fmla="*/ 35 h 85"/>
                  <a:gd name="T2" fmla="*/ 31 w 375"/>
                  <a:gd name="T3" fmla="*/ 65 h 85"/>
                  <a:gd name="T4" fmla="*/ 52 w 375"/>
                  <a:gd name="T5" fmla="*/ 54 h 85"/>
                  <a:gd name="T6" fmla="*/ 68 w 375"/>
                  <a:gd name="T7" fmla="*/ 32 h 85"/>
                  <a:gd name="T8" fmla="*/ 94 w 375"/>
                  <a:gd name="T9" fmla="*/ 28 h 85"/>
                  <a:gd name="T10" fmla="*/ 105 w 375"/>
                  <a:gd name="T11" fmla="*/ 50 h 85"/>
                  <a:gd name="T12" fmla="*/ 132 w 375"/>
                  <a:gd name="T13" fmla="*/ 83 h 85"/>
                  <a:gd name="T14" fmla="*/ 167 w 375"/>
                  <a:gd name="T15" fmla="*/ 50 h 85"/>
                  <a:gd name="T16" fmla="*/ 205 w 375"/>
                  <a:gd name="T17" fmla="*/ 17 h 85"/>
                  <a:gd name="T18" fmla="*/ 240 w 375"/>
                  <a:gd name="T19" fmla="*/ 57 h 85"/>
                  <a:gd name="T20" fmla="*/ 282 w 375"/>
                  <a:gd name="T21" fmla="*/ 63 h 85"/>
                  <a:gd name="T22" fmla="*/ 318 w 375"/>
                  <a:gd name="T23" fmla="*/ 15 h 85"/>
                  <a:gd name="T24" fmla="*/ 368 w 375"/>
                  <a:gd name="T25" fmla="*/ 38 h 85"/>
                  <a:gd name="T26" fmla="*/ 374 w 375"/>
                  <a:gd name="T27" fmla="*/ 38 h 85"/>
                  <a:gd name="T28" fmla="*/ 344 w 375"/>
                  <a:gd name="T29" fmla="*/ 4 h 85"/>
                  <a:gd name="T30" fmla="*/ 301 w 375"/>
                  <a:gd name="T31" fmla="*/ 26 h 85"/>
                  <a:gd name="T32" fmla="*/ 262 w 375"/>
                  <a:gd name="T33" fmla="*/ 64 h 85"/>
                  <a:gd name="T34" fmla="*/ 226 w 375"/>
                  <a:gd name="T35" fmla="*/ 27 h 85"/>
                  <a:gd name="T36" fmla="*/ 186 w 375"/>
                  <a:gd name="T37" fmla="*/ 11 h 85"/>
                  <a:gd name="T38" fmla="*/ 158 w 375"/>
                  <a:gd name="T39" fmla="*/ 57 h 85"/>
                  <a:gd name="T40" fmla="*/ 136 w 375"/>
                  <a:gd name="T41" fmla="*/ 77 h 85"/>
                  <a:gd name="T42" fmla="*/ 116 w 375"/>
                  <a:gd name="T43" fmla="*/ 63 h 85"/>
                  <a:gd name="T44" fmla="*/ 95 w 375"/>
                  <a:gd name="T45" fmla="*/ 22 h 85"/>
                  <a:gd name="T46" fmla="*/ 72 w 375"/>
                  <a:gd name="T47" fmla="*/ 21 h 85"/>
                  <a:gd name="T48" fmla="*/ 53 w 375"/>
                  <a:gd name="T49" fmla="*/ 43 h 85"/>
                  <a:gd name="T50" fmla="*/ 25 w 375"/>
                  <a:gd name="T51" fmla="*/ 59 h 85"/>
                  <a:gd name="T52" fmla="*/ 6 w 375"/>
                  <a:gd name="T53" fmla="*/ 35 h 85"/>
                  <a:gd name="T54" fmla="*/ 0 w 375"/>
                  <a:gd name="T55" fmla="*/ 35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75" h="85">
                    <a:moveTo>
                      <a:pt x="0" y="35"/>
                    </a:moveTo>
                    <a:cubicBezTo>
                      <a:pt x="0" y="52"/>
                      <a:pt x="14" y="66"/>
                      <a:pt x="31" y="65"/>
                    </a:cubicBezTo>
                    <a:cubicBezTo>
                      <a:pt x="39" y="65"/>
                      <a:pt x="47" y="61"/>
                      <a:pt x="52" y="54"/>
                    </a:cubicBezTo>
                    <a:cubicBezTo>
                      <a:pt x="58" y="47"/>
                      <a:pt x="62" y="39"/>
                      <a:pt x="68" y="32"/>
                    </a:cubicBezTo>
                    <a:cubicBezTo>
                      <a:pt x="75" y="24"/>
                      <a:pt x="86" y="21"/>
                      <a:pt x="94" y="28"/>
                    </a:cubicBezTo>
                    <a:cubicBezTo>
                      <a:pt x="100" y="34"/>
                      <a:pt x="103" y="43"/>
                      <a:pt x="105" y="50"/>
                    </a:cubicBezTo>
                    <a:cubicBezTo>
                      <a:pt x="109" y="64"/>
                      <a:pt x="115" y="82"/>
                      <a:pt x="132" y="83"/>
                    </a:cubicBezTo>
                    <a:cubicBezTo>
                      <a:pt x="151" y="85"/>
                      <a:pt x="162" y="65"/>
                      <a:pt x="167" y="50"/>
                    </a:cubicBezTo>
                    <a:cubicBezTo>
                      <a:pt x="173" y="34"/>
                      <a:pt x="183" y="7"/>
                      <a:pt x="205" y="17"/>
                    </a:cubicBezTo>
                    <a:cubicBezTo>
                      <a:pt x="222" y="24"/>
                      <a:pt x="228" y="44"/>
                      <a:pt x="240" y="57"/>
                    </a:cubicBezTo>
                    <a:cubicBezTo>
                      <a:pt x="251" y="70"/>
                      <a:pt x="268" y="74"/>
                      <a:pt x="282" y="63"/>
                    </a:cubicBezTo>
                    <a:cubicBezTo>
                      <a:pt x="298" y="51"/>
                      <a:pt x="301" y="27"/>
                      <a:pt x="318" y="15"/>
                    </a:cubicBezTo>
                    <a:cubicBezTo>
                      <a:pt x="338" y="1"/>
                      <a:pt x="366" y="14"/>
                      <a:pt x="368" y="38"/>
                    </a:cubicBezTo>
                    <a:cubicBezTo>
                      <a:pt x="369" y="42"/>
                      <a:pt x="375" y="42"/>
                      <a:pt x="374" y="38"/>
                    </a:cubicBezTo>
                    <a:cubicBezTo>
                      <a:pt x="372" y="21"/>
                      <a:pt x="361" y="7"/>
                      <a:pt x="344" y="4"/>
                    </a:cubicBezTo>
                    <a:cubicBezTo>
                      <a:pt x="325" y="0"/>
                      <a:pt x="310" y="10"/>
                      <a:pt x="301" y="26"/>
                    </a:cubicBezTo>
                    <a:cubicBezTo>
                      <a:pt x="292" y="40"/>
                      <a:pt x="283" y="66"/>
                      <a:pt x="262" y="64"/>
                    </a:cubicBezTo>
                    <a:cubicBezTo>
                      <a:pt x="244" y="62"/>
                      <a:pt x="235" y="40"/>
                      <a:pt x="226" y="27"/>
                    </a:cubicBezTo>
                    <a:cubicBezTo>
                      <a:pt x="216" y="14"/>
                      <a:pt x="202" y="4"/>
                      <a:pt x="186" y="11"/>
                    </a:cubicBezTo>
                    <a:cubicBezTo>
                      <a:pt x="168" y="20"/>
                      <a:pt x="165" y="41"/>
                      <a:pt x="158" y="57"/>
                    </a:cubicBezTo>
                    <a:cubicBezTo>
                      <a:pt x="154" y="66"/>
                      <a:pt x="147" y="75"/>
                      <a:pt x="136" y="77"/>
                    </a:cubicBezTo>
                    <a:cubicBezTo>
                      <a:pt x="126" y="79"/>
                      <a:pt x="119" y="71"/>
                      <a:pt x="116" y="63"/>
                    </a:cubicBezTo>
                    <a:cubicBezTo>
                      <a:pt x="109" y="49"/>
                      <a:pt x="109" y="31"/>
                      <a:pt x="95" y="22"/>
                    </a:cubicBezTo>
                    <a:cubicBezTo>
                      <a:pt x="88" y="17"/>
                      <a:pt x="79" y="17"/>
                      <a:pt x="72" y="21"/>
                    </a:cubicBezTo>
                    <a:cubicBezTo>
                      <a:pt x="63" y="26"/>
                      <a:pt x="58" y="35"/>
                      <a:pt x="53" y="43"/>
                    </a:cubicBezTo>
                    <a:cubicBezTo>
                      <a:pt x="47" y="53"/>
                      <a:pt x="38" y="61"/>
                      <a:pt x="25" y="59"/>
                    </a:cubicBezTo>
                    <a:cubicBezTo>
                      <a:pt x="14" y="57"/>
                      <a:pt x="6" y="47"/>
                      <a:pt x="6" y="35"/>
                    </a:cubicBezTo>
                    <a:cubicBezTo>
                      <a:pt x="6" y="31"/>
                      <a:pt x="0" y="31"/>
                      <a:pt x="0" y="35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04" name="Freeform 2008">
                <a:extLst>
                  <a:ext uri="{FF2B5EF4-FFF2-40B4-BE49-F238E27FC236}">
                    <a16:creationId xmlns:a16="http://schemas.microsoft.com/office/drawing/2014/main" id="{B02FFAAC-AFCC-41FE-A828-70B3F6CB35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2401"/>
                <a:ext cx="256" cy="57"/>
              </a:xfrm>
              <a:custGeom>
                <a:avLst/>
                <a:gdLst>
                  <a:gd name="T0" fmla="*/ 0 w 375"/>
                  <a:gd name="T1" fmla="*/ 34 h 84"/>
                  <a:gd name="T2" fmla="*/ 31 w 375"/>
                  <a:gd name="T3" fmla="*/ 65 h 84"/>
                  <a:gd name="T4" fmla="*/ 53 w 375"/>
                  <a:gd name="T5" fmla="*/ 54 h 84"/>
                  <a:gd name="T6" fmla="*/ 69 w 375"/>
                  <a:gd name="T7" fmla="*/ 31 h 84"/>
                  <a:gd name="T8" fmla="*/ 94 w 375"/>
                  <a:gd name="T9" fmla="*/ 28 h 84"/>
                  <a:gd name="T10" fmla="*/ 105 w 375"/>
                  <a:gd name="T11" fmla="*/ 50 h 84"/>
                  <a:gd name="T12" fmla="*/ 132 w 375"/>
                  <a:gd name="T13" fmla="*/ 83 h 84"/>
                  <a:gd name="T14" fmla="*/ 167 w 375"/>
                  <a:gd name="T15" fmla="*/ 49 h 84"/>
                  <a:gd name="T16" fmla="*/ 205 w 375"/>
                  <a:gd name="T17" fmla="*/ 16 h 84"/>
                  <a:gd name="T18" fmla="*/ 240 w 375"/>
                  <a:gd name="T19" fmla="*/ 57 h 84"/>
                  <a:gd name="T20" fmla="*/ 282 w 375"/>
                  <a:gd name="T21" fmla="*/ 63 h 84"/>
                  <a:gd name="T22" fmla="*/ 318 w 375"/>
                  <a:gd name="T23" fmla="*/ 14 h 84"/>
                  <a:gd name="T24" fmla="*/ 368 w 375"/>
                  <a:gd name="T25" fmla="*/ 37 h 84"/>
                  <a:gd name="T26" fmla="*/ 374 w 375"/>
                  <a:gd name="T27" fmla="*/ 37 h 84"/>
                  <a:gd name="T28" fmla="*/ 344 w 375"/>
                  <a:gd name="T29" fmla="*/ 3 h 84"/>
                  <a:gd name="T30" fmla="*/ 301 w 375"/>
                  <a:gd name="T31" fmla="*/ 25 h 84"/>
                  <a:gd name="T32" fmla="*/ 263 w 375"/>
                  <a:gd name="T33" fmla="*/ 63 h 84"/>
                  <a:gd name="T34" fmla="*/ 226 w 375"/>
                  <a:gd name="T35" fmla="*/ 26 h 84"/>
                  <a:gd name="T36" fmla="*/ 186 w 375"/>
                  <a:gd name="T37" fmla="*/ 11 h 84"/>
                  <a:gd name="T38" fmla="*/ 158 w 375"/>
                  <a:gd name="T39" fmla="*/ 57 h 84"/>
                  <a:gd name="T40" fmla="*/ 137 w 375"/>
                  <a:gd name="T41" fmla="*/ 77 h 84"/>
                  <a:gd name="T42" fmla="*/ 116 w 375"/>
                  <a:gd name="T43" fmla="*/ 62 h 84"/>
                  <a:gd name="T44" fmla="*/ 96 w 375"/>
                  <a:gd name="T45" fmla="*/ 21 h 84"/>
                  <a:gd name="T46" fmla="*/ 72 w 375"/>
                  <a:gd name="T47" fmla="*/ 21 h 84"/>
                  <a:gd name="T48" fmla="*/ 53 w 375"/>
                  <a:gd name="T49" fmla="*/ 43 h 84"/>
                  <a:gd name="T50" fmla="*/ 26 w 375"/>
                  <a:gd name="T51" fmla="*/ 58 h 84"/>
                  <a:gd name="T52" fmla="*/ 6 w 375"/>
                  <a:gd name="T53" fmla="*/ 34 h 84"/>
                  <a:gd name="T54" fmla="*/ 0 w 375"/>
                  <a:gd name="T55" fmla="*/ 3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75" h="84">
                    <a:moveTo>
                      <a:pt x="0" y="34"/>
                    </a:moveTo>
                    <a:cubicBezTo>
                      <a:pt x="0" y="51"/>
                      <a:pt x="14" y="66"/>
                      <a:pt x="31" y="65"/>
                    </a:cubicBezTo>
                    <a:cubicBezTo>
                      <a:pt x="39" y="64"/>
                      <a:pt x="47" y="60"/>
                      <a:pt x="53" y="54"/>
                    </a:cubicBezTo>
                    <a:cubicBezTo>
                      <a:pt x="59" y="47"/>
                      <a:pt x="62" y="38"/>
                      <a:pt x="69" y="31"/>
                    </a:cubicBezTo>
                    <a:cubicBezTo>
                      <a:pt x="76" y="24"/>
                      <a:pt x="86" y="20"/>
                      <a:pt x="94" y="28"/>
                    </a:cubicBezTo>
                    <a:cubicBezTo>
                      <a:pt x="100" y="33"/>
                      <a:pt x="103" y="42"/>
                      <a:pt x="105" y="50"/>
                    </a:cubicBezTo>
                    <a:cubicBezTo>
                      <a:pt x="109" y="63"/>
                      <a:pt x="115" y="81"/>
                      <a:pt x="132" y="83"/>
                    </a:cubicBezTo>
                    <a:cubicBezTo>
                      <a:pt x="151" y="84"/>
                      <a:pt x="162" y="65"/>
                      <a:pt x="167" y="49"/>
                    </a:cubicBezTo>
                    <a:cubicBezTo>
                      <a:pt x="173" y="34"/>
                      <a:pt x="184" y="6"/>
                      <a:pt x="205" y="16"/>
                    </a:cubicBezTo>
                    <a:cubicBezTo>
                      <a:pt x="222" y="23"/>
                      <a:pt x="228" y="44"/>
                      <a:pt x="240" y="57"/>
                    </a:cubicBezTo>
                    <a:cubicBezTo>
                      <a:pt x="251" y="69"/>
                      <a:pt x="268" y="74"/>
                      <a:pt x="282" y="63"/>
                    </a:cubicBezTo>
                    <a:cubicBezTo>
                      <a:pt x="299" y="50"/>
                      <a:pt x="301" y="26"/>
                      <a:pt x="318" y="14"/>
                    </a:cubicBezTo>
                    <a:cubicBezTo>
                      <a:pt x="338" y="0"/>
                      <a:pt x="366" y="13"/>
                      <a:pt x="368" y="37"/>
                    </a:cubicBezTo>
                    <a:cubicBezTo>
                      <a:pt x="369" y="41"/>
                      <a:pt x="375" y="41"/>
                      <a:pt x="374" y="37"/>
                    </a:cubicBezTo>
                    <a:cubicBezTo>
                      <a:pt x="373" y="21"/>
                      <a:pt x="361" y="6"/>
                      <a:pt x="344" y="3"/>
                    </a:cubicBezTo>
                    <a:cubicBezTo>
                      <a:pt x="326" y="0"/>
                      <a:pt x="310" y="10"/>
                      <a:pt x="301" y="25"/>
                    </a:cubicBezTo>
                    <a:cubicBezTo>
                      <a:pt x="292" y="39"/>
                      <a:pt x="283" y="65"/>
                      <a:pt x="263" y="63"/>
                    </a:cubicBezTo>
                    <a:cubicBezTo>
                      <a:pt x="244" y="62"/>
                      <a:pt x="236" y="39"/>
                      <a:pt x="226" y="26"/>
                    </a:cubicBezTo>
                    <a:cubicBezTo>
                      <a:pt x="216" y="14"/>
                      <a:pt x="202" y="3"/>
                      <a:pt x="186" y="11"/>
                    </a:cubicBezTo>
                    <a:cubicBezTo>
                      <a:pt x="168" y="19"/>
                      <a:pt x="165" y="40"/>
                      <a:pt x="158" y="57"/>
                    </a:cubicBezTo>
                    <a:cubicBezTo>
                      <a:pt x="154" y="66"/>
                      <a:pt x="147" y="75"/>
                      <a:pt x="137" y="77"/>
                    </a:cubicBezTo>
                    <a:cubicBezTo>
                      <a:pt x="126" y="78"/>
                      <a:pt x="120" y="71"/>
                      <a:pt x="116" y="62"/>
                    </a:cubicBezTo>
                    <a:cubicBezTo>
                      <a:pt x="110" y="49"/>
                      <a:pt x="109" y="31"/>
                      <a:pt x="96" y="21"/>
                    </a:cubicBezTo>
                    <a:cubicBezTo>
                      <a:pt x="88" y="16"/>
                      <a:pt x="80" y="16"/>
                      <a:pt x="72" y="21"/>
                    </a:cubicBezTo>
                    <a:cubicBezTo>
                      <a:pt x="64" y="26"/>
                      <a:pt x="59" y="35"/>
                      <a:pt x="53" y="43"/>
                    </a:cubicBezTo>
                    <a:cubicBezTo>
                      <a:pt x="47" y="52"/>
                      <a:pt x="38" y="60"/>
                      <a:pt x="26" y="58"/>
                    </a:cubicBezTo>
                    <a:cubicBezTo>
                      <a:pt x="14" y="57"/>
                      <a:pt x="6" y="46"/>
                      <a:pt x="6" y="34"/>
                    </a:cubicBezTo>
                    <a:cubicBezTo>
                      <a:pt x="6" y="31"/>
                      <a:pt x="0" y="31"/>
                      <a:pt x="0" y="34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05" name="Freeform 2009">
                <a:extLst>
                  <a:ext uri="{FF2B5EF4-FFF2-40B4-BE49-F238E27FC236}">
                    <a16:creationId xmlns:a16="http://schemas.microsoft.com/office/drawing/2014/main" id="{61F8131E-4A56-4262-819A-172C5C37FD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5" y="2453"/>
                <a:ext cx="265" cy="59"/>
              </a:xfrm>
              <a:custGeom>
                <a:avLst/>
                <a:gdLst>
                  <a:gd name="T0" fmla="*/ 0 w 390"/>
                  <a:gd name="T1" fmla="*/ 13 h 87"/>
                  <a:gd name="T2" fmla="*/ 5 w 390"/>
                  <a:gd name="T3" fmla="*/ 31 h 87"/>
                  <a:gd name="T4" fmla="*/ 19 w 390"/>
                  <a:gd name="T5" fmla="*/ 51 h 87"/>
                  <a:gd name="T6" fmla="*/ 66 w 390"/>
                  <a:gd name="T7" fmla="*/ 55 h 87"/>
                  <a:gd name="T8" fmla="*/ 109 w 390"/>
                  <a:gd name="T9" fmla="*/ 26 h 87"/>
                  <a:gd name="T10" fmla="*/ 132 w 390"/>
                  <a:gd name="T11" fmla="*/ 73 h 87"/>
                  <a:gd name="T12" fmla="*/ 174 w 390"/>
                  <a:gd name="T13" fmla="*/ 67 h 87"/>
                  <a:gd name="T14" fmla="*/ 206 w 390"/>
                  <a:gd name="T15" fmla="*/ 14 h 87"/>
                  <a:gd name="T16" fmla="*/ 248 w 390"/>
                  <a:gd name="T17" fmla="*/ 46 h 87"/>
                  <a:gd name="T18" fmla="*/ 290 w 390"/>
                  <a:gd name="T19" fmla="*/ 66 h 87"/>
                  <a:gd name="T20" fmla="*/ 330 w 390"/>
                  <a:gd name="T21" fmla="*/ 16 h 87"/>
                  <a:gd name="T22" fmla="*/ 364 w 390"/>
                  <a:gd name="T23" fmla="*/ 9 h 87"/>
                  <a:gd name="T24" fmla="*/ 384 w 390"/>
                  <a:gd name="T25" fmla="*/ 36 h 87"/>
                  <a:gd name="T26" fmla="*/ 390 w 390"/>
                  <a:gd name="T27" fmla="*/ 36 h 87"/>
                  <a:gd name="T28" fmla="*/ 356 w 390"/>
                  <a:gd name="T29" fmla="*/ 1 h 87"/>
                  <a:gd name="T30" fmla="*/ 330 w 390"/>
                  <a:gd name="T31" fmla="*/ 9 h 87"/>
                  <a:gd name="T32" fmla="*/ 313 w 390"/>
                  <a:gd name="T33" fmla="*/ 31 h 87"/>
                  <a:gd name="T34" fmla="*/ 268 w 390"/>
                  <a:gd name="T35" fmla="*/ 58 h 87"/>
                  <a:gd name="T36" fmla="*/ 231 w 390"/>
                  <a:gd name="T37" fmla="*/ 14 h 87"/>
                  <a:gd name="T38" fmla="*/ 189 w 390"/>
                  <a:gd name="T39" fmla="*/ 20 h 87"/>
                  <a:gd name="T40" fmla="*/ 156 w 390"/>
                  <a:gd name="T41" fmla="*/ 74 h 87"/>
                  <a:gd name="T42" fmla="*/ 124 w 390"/>
                  <a:gd name="T43" fmla="*/ 38 h 87"/>
                  <a:gd name="T44" fmla="*/ 88 w 390"/>
                  <a:gd name="T45" fmla="*/ 19 h 87"/>
                  <a:gd name="T46" fmla="*/ 67 w 390"/>
                  <a:gd name="T47" fmla="*/ 44 h 87"/>
                  <a:gd name="T48" fmla="*/ 36 w 390"/>
                  <a:gd name="T49" fmla="*/ 55 h 87"/>
                  <a:gd name="T50" fmla="*/ 14 w 390"/>
                  <a:gd name="T51" fmla="*/ 35 h 87"/>
                  <a:gd name="T52" fmla="*/ 6 w 390"/>
                  <a:gd name="T53" fmla="*/ 13 h 87"/>
                  <a:gd name="T54" fmla="*/ 0 w 390"/>
                  <a:gd name="T55" fmla="*/ 1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90" h="87">
                    <a:moveTo>
                      <a:pt x="0" y="13"/>
                    </a:moveTo>
                    <a:cubicBezTo>
                      <a:pt x="0" y="19"/>
                      <a:pt x="3" y="25"/>
                      <a:pt x="5" y="31"/>
                    </a:cubicBezTo>
                    <a:cubicBezTo>
                      <a:pt x="9" y="38"/>
                      <a:pt x="14" y="45"/>
                      <a:pt x="19" y="51"/>
                    </a:cubicBezTo>
                    <a:cubicBezTo>
                      <a:pt x="32" y="64"/>
                      <a:pt x="52" y="68"/>
                      <a:pt x="66" y="55"/>
                    </a:cubicBezTo>
                    <a:cubicBezTo>
                      <a:pt x="76" y="45"/>
                      <a:pt x="90" y="9"/>
                      <a:pt x="109" y="26"/>
                    </a:cubicBezTo>
                    <a:cubicBezTo>
                      <a:pt x="123" y="38"/>
                      <a:pt x="121" y="59"/>
                      <a:pt x="132" y="73"/>
                    </a:cubicBezTo>
                    <a:cubicBezTo>
                      <a:pt x="144" y="87"/>
                      <a:pt x="163" y="81"/>
                      <a:pt x="174" y="67"/>
                    </a:cubicBezTo>
                    <a:cubicBezTo>
                      <a:pt x="185" y="51"/>
                      <a:pt x="185" y="22"/>
                      <a:pt x="206" y="14"/>
                    </a:cubicBezTo>
                    <a:cubicBezTo>
                      <a:pt x="226" y="6"/>
                      <a:pt x="239" y="32"/>
                      <a:pt x="248" y="46"/>
                    </a:cubicBezTo>
                    <a:cubicBezTo>
                      <a:pt x="258" y="59"/>
                      <a:pt x="273" y="73"/>
                      <a:pt x="290" y="66"/>
                    </a:cubicBezTo>
                    <a:cubicBezTo>
                      <a:pt x="312" y="57"/>
                      <a:pt x="315" y="31"/>
                      <a:pt x="330" y="16"/>
                    </a:cubicBezTo>
                    <a:cubicBezTo>
                      <a:pt x="339" y="7"/>
                      <a:pt x="352" y="5"/>
                      <a:pt x="364" y="9"/>
                    </a:cubicBezTo>
                    <a:cubicBezTo>
                      <a:pt x="375" y="13"/>
                      <a:pt x="383" y="24"/>
                      <a:pt x="384" y="36"/>
                    </a:cubicBezTo>
                    <a:cubicBezTo>
                      <a:pt x="384" y="40"/>
                      <a:pt x="390" y="40"/>
                      <a:pt x="390" y="36"/>
                    </a:cubicBezTo>
                    <a:cubicBezTo>
                      <a:pt x="388" y="18"/>
                      <a:pt x="374" y="3"/>
                      <a:pt x="356" y="1"/>
                    </a:cubicBezTo>
                    <a:cubicBezTo>
                      <a:pt x="347" y="0"/>
                      <a:pt x="337" y="3"/>
                      <a:pt x="330" y="9"/>
                    </a:cubicBezTo>
                    <a:cubicBezTo>
                      <a:pt x="322" y="14"/>
                      <a:pt x="317" y="23"/>
                      <a:pt x="313" y="31"/>
                    </a:cubicBezTo>
                    <a:cubicBezTo>
                      <a:pt x="304" y="47"/>
                      <a:pt x="289" y="72"/>
                      <a:pt x="268" y="58"/>
                    </a:cubicBezTo>
                    <a:cubicBezTo>
                      <a:pt x="251" y="47"/>
                      <a:pt x="246" y="26"/>
                      <a:pt x="231" y="14"/>
                    </a:cubicBezTo>
                    <a:cubicBezTo>
                      <a:pt x="217" y="2"/>
                      <a:pt x="200" y="6"/>
                      <a:pt x="189" y="20"/>
                    </a:cubicBezTo>
                    <a:cubicBezTo>
                      <a:pt x="177" y="36"/>
                      <a:pt x="178" y="66"/>
                      <a:pt x="156" y="74"/>
                    </a:cubicBezTo>
                    <a:cubicBezTo>
                      <a:pt x="133" y="83"/>
                      <a:pt x="129" y="52"/>
                      <a:pt x="124" y="38"/>
                    </a:cubicBezTo>
                    <a:cubicBezTo>
                      <a:pt x="118" y="23"/>
                      <a:pt x="104" y="9"/>
                      <a:pt x="88" y="19"/>
                    </a:cubicBezTo>
                    <a:cubicBezTo>
                      <a:pt x="78" y="25"/>
                      <a:pt x="73" y="35"/>
                      <a:pt x="67" y="44"/>
                    </a:cubicBezTo>
                    <a:cubicBezTo>
                      <a:pt x="60" y="54"/>
                      <a:pt x="49" y="60"/>
                      <a:pt x="36" y="55"/>
                    </a:cubicBezTo>
                    <a:cubicBezTo>
                      <a:pt x="26" y="52"/>
                      <a:pt x="20" y="43"/>
                      <a:pt x="14" y="35"/>
                    </a:cubicBezTo>
                    <a:cubicBezTo>
                      <a:pt x="11" y="29"/>
                      <a:pt x="6" y="21"/>
                      <a:pt x="6" y="13"/>
                    </a:cubicBezTo>
                    <a:cubicBezTo>
                      <a:pt x="6" y="10"/>
                      <a:pt x="0" y="10"/>
                      <a:pt x="0" y="13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06" name="Freeform 2010">
                <a:extLst>
                  <a:ext uri="{FF2B5EF4-FFF2-40B4-BE49-F238E27FC236}">
                    <a16:creationId xmlns:a16="http://schemas.microsoft.com/office/drawing/2014/main" id="{FDF7ED6D-8AC4-4C9C-B0F3-3AAC71627D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3" y="2501"/>
                <a:ext cx="273" cy="67"/>
              </a:xfrm>
              <a:custGeom>
                <a:avLst/>
                <a:gdLst>
                  <a:gd name="T0" fmla="*/ 0 w 402"/>
                  <a:gd name="T1" fmla="*/ 4 h 98"/>
                  <a:gd name="T2" fmla="*/ 8 w 402"/>
                  <a:gd name="T3" fmla="*/ 39 h 98"/>
                  <a:gd name="T4" fmla="*/ 40 w 402"/>
                  <a:gd name="T5" fmla="*/ 74 h 98"/>
                  <a:gd name="T6" fmla="*/ 68 w 402"/>
                  <a:gd name="T7" fmla="*/ 73 h 98"/>
                  <a:gd name="T8" fmla="*/ 88 w 402"/>
                  <a:gd name="T9" fmla="*/ 52 h 98"/>
                  <a:gd name="T10" fmla="*/ 116 w 402"/>
                  <a:gd name="T11" fmla="*/ 36 h 98"/>
                  <a:gd name="T12" fmla="*/ 132 w 402"/>
                  <a:gd name="T13" fmla="*/ 59 h 98"/>
                  <a:gd name="T14" fmla="*/ 164 w 402"/>
                  <a:gd name="T15" fmla="*/ 94 h 98"/>
                  <a:gd name="T16" fmla="*/ 201 w 402"/>
                  <a:gd name="T17" fmla="*/ 43 h 98"/>
                  <a:gd name="T18" fmla="*/ 226 w 402"/>
                  <a:gd name="T19" fmla="*/ 26 h 98"/>
                  <a:gd name="T20" fmla="*/ 250 w 402"/>
                  <a:gd name="T21" fmla="*/ 45 h 98"/>
                  <a:gd name="T22" fmla="*/ 291 w 402"/>
                  <a:gd name="T23" fmla="*/ 81 h 98"/>
                  <a:gd name="T24" fmla="*/ 336 w 402"/>
                  <a:gd name="T25" fmla="*/ 34 h 98"/>
                  <a:gd name="T26" fmla="*/ 372 w 402"/>
                  <a:gd name="T27" fmla="*/ 21 h 98"/>
                  <a:gd name="T28" fmla="*/ 395 w 402"/>
                  <a:gd name="T29" fmla="*/ 49 h 98"/>
                  <a:gd name="T30" fmla="*/ 401 w 402"/>
                  <a:gd name="T31" fmla="*/ 49 h 98"/>
                  <a:gd name="T32" fmla="*/ 362 w 402"/>
                  <a:gd name="T33" fmla="*/ 14 h 98"/>
                  <a:gd name="T34" fmla="*/ 335 w 402"/>
                  <a:gd name="T35" fmla="*/ 27 h 98"/>
                  <a:gd name="T36" fmla="*/ 318 w 402"/>
                  <a:gd name="T37" fmla="*/ 53 h 98"/>
                  <a:gd name="T38" fmla="*/ 293 w 402"/>
                  <a:gd name="T39" fmla="*/ 75 h 98"/>
                  <a:gd name="T40" fmla="*/ 267 w 402"/>
                  <a:gd name="T41" fmla="*/ 59 h 98"/>
                  <a:gd name="T42" fmla="*/ 227 w 402"/>
                  <a:gd name="T43" fmla="*/ 20 h 98"/>
                  <a:gd name="T44" fmla="*/ 188 w 402"/>
                  <a:gd name="T45" fmla="*/ 58 h 98"/>
                  <a:gd name="T46" fmla="*/ 167 w 402"/>
                  <a:gd name="T47" fmla="*/ 87 h 98"/>
                  <a:gd name="T48" fmla="*/ 143 w 402"/>
                  <a:gd name="T49" fmla="*/ 74 h 98"/>
                  <a:gd name="T50" fmla="*/ 116 w 402"/>
                  <a:gd name="T51" fmla="*/ 30 h 98"/>
                  <a:gd name="T52" fmla="*/ 72 w 402"/>
                  <a:gd name="T53" fmla="*/ 64 h 98"/>
                  <a:gd name="T54" fmla="*/ 37 w 402"/>
                  <a:gd name="T55" fmla="*/ 66 h 98"/>
                  <a:gd name="T56" fmla="*/ 17 w 402"/>
                  <a:gd name="T57" fmla="*/ 45 h 98"/>
                  <a:gd name="T58" fmla="*/ 6 w 402"/>
                  <a:gd name="T59" fmla="*/ 4 h 98"/>
                  <a:gd name="T60" fmla="*/ 0 w 402"/>
                  <a:gd name="T61" fmla="*/ 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02" h="98">
                    <a:moveTo>
                      <a:pt x="0" y="4"/>
                    </a:moveTo>
                    <a:cubicBezTo>
                      <a:pt x="0" y="16"/>
                      <a:pt x="3" y="28"/>
                      <a:pt x="8" y="39"/>
                    </a:cubicBezTo>
                    <a:cubicBezTo>
                      <a:pt x="14" y="53"/>
                      <a:pt x="25" y="69"/>
                      <a:pt x="40" y="74"/>
                    </a:cubicBezTo>
                    <a:cubicBezTo>
                      <a:pt x="49" y="78"/>
                      <a:pt x="60" y="77"/>
                      <a:pt x="68" y="73"/>
                    </a:cubicBezTo>
                    <a:cubicBezTo>
                      <a:pt x="78" y="69"/>
                      <a:pt x="83" y="60"/>
                      <a:pt x="88" y="52"/>
                    </a:cubicBezTo>
                    <a:cubicBezTo>
                      <a:pt x="94" y="43"/>
                      <a:pt x="104" y="31"/>
                      <a:pt x="116" y="36"/>
                    </a:cubicBezTo>
                    <a:cubicBezTo>
                      <a:pt x="125" y="39"/>
                      <a:pt x="129" y="51"/>
                      <a:pt x="132" y="59"/>
                    </a:cubicBezTo>
                    <a:cubicBezTo>
                      <a:pt x="136" y="75"/>
                      <a:pt x="143" y="98"/>
                      <a:pt x="164" y="94"/>
                    </a:cubicBezTo>
                    <a:cubicBezTo>
                      <a:pt x="189" y="90"/>
                      <a:pt x="191" y="61"/>
                      <a:pt x="201" y="43"/>
                    </a:cubicBezTo>
                    <a:cubicBezTo>
                      <a:pt x="206" y="34"/>
                      <a:pt x="214" y="25"/>
                      <a:pt x="226" y="26"/>
                    </a:cubicBezTo>
                    <a:cubicBezTo>
                      <a:pt x="236" y="27"/>
                      <a:pt x="245" y="36"/>
                      <a:pt x="250" y="45"/>
                    </a:cubicBezTo>
                    <a:cubicBezTo>
                      <a:pt x="260" y="59"/>
                      <a:pt x="271" y="81"/>
                      <a:pt x="291" y="81"/>
                    </a:cubicBezTo>
                    <a:cubicBezTo>
                      <a:pt x="317" y="80"/>
                      <a:pt x="324" y="51"/>
                      <a:pt x="336" y="34"/>
                    </a:cubicBezTo>
                    <a:cubicBezTo>
                      <a:pt x="345" y="23"/>
                      <a:pt x="359" y="17"/>
                      <a:pt x="372" y="21"/>
                    </a:cubicBezTo>
                    <a:cubicBezTo>
                      <a:pt x="385" y="25"/>
                      <a:pt x="394" y="36"/>
                      <a:pt x="395" y="49"/>
                    </a:cubicBezTo>
                    <a:cubicBezTo>
                      <a:pt x="396" y="53"/>
                      <a:pt x="402" y="53"/>
                      <a:pt x="401" y="49"/>
                    </a:cubicBezTo>
                    <a:cubicBezTo>
                      <a:pt x="399" y="29"/>
                      <a:pt x="382" y="13"/>
                      <a:pt x="362" y="14"/>
                    </a:cubicBezTo>
                    <a:cubicBezTo>
                      <a:pt x="351" y="15"/>
                      <a:pt x="342" y="19"/>
                      <a:pt x="335" y="27"/>
                    </a:cubicBezTo>
                    <a:cubicBezTo>
                      <a:pt x="328" y="34"/>
                      <a:pt x="324" y="44"/>
                      <a:pt x="318" y="53"/>
                    </a:cubicBezTo>
                    <a:cubicBezTo>
                      <a:pt x="313" y="63"/>
                      <a:pt x="305" y="73"/>
                      <a:pt x="293" y="75"/>
                    </a:cubicBezTo>
                    <a:cubicBezTo>
                      <a:pt x="282" y="76"/>
                      <a:pt x="273" y="67"/>
                      <a:pt x="267" y="59"/>
                    </a:cubicBezTo>
                    <a:cubicBezTo>
                      <a:pt x="256" y="44"/>
                      <a:pt x="247" y="22"/>
                      <a:pt x="227" y="20"/>
                    </a:cubicBezTo>
                    <a:cubicBezTo>
                      <a:pt x="204" y="17"/>
                      <a:pt x="195" y="41"/>
                      <a:pt x="188" y="58"/>
                    </a:cubicBezTo>
                    <a:cubicBezTo>
                      <a:pt x="184" y="70"/>
                      <a:pt x="179" y="82"/>
                      <a:pt x="167" y="87"/>
                    </a:cubicBezTo>
                    <a:cubicBezTo>
                      <a:pt x="156" y="91"/>
                      <a:pt x="147" y="84"/>
                      <a:pt x="143" y="74"/>
                    </a:cubicBezTo>
                    <a:cubicBezTo>
                      <a:pt x="136" y="59"/>
                      <a:pt x="135" y="35"/>
                      <a:pt x="116" y="30"/>
                    </a:cubicBezTo>
                    <a:cubicBezTo>
                      <a:pt x="93" y="23"/>
                      <a:pt x="85" y="52"/>
                      <a:pt x="72" y="64"/>
                    </a:cubicBezTo>
                    <a:cubicBezTo>
                      <a:pt x="63" y="72"/>
                      <a:pt x="48" y="72"/>
                      <a:pt x="37" y="66"/>
                    </a:cubicBezTo>
                    <a:cubicBezTo>
                      <a:pt x="29" y="61"/>
                      <a:pt x="22" y="54"/>
                      <a:pt x="17" y="45"/>
                    </a:cubicBezTo>
                    <a:cubicBezTo>
                      <a:pt x="11" y="33"/>
                      <a:pt x="6" y="18"/>
                      <a:pt x="6" y="4"/>
                    </a:cubicBezTo>
                    <a:cubicBezTo>
                      <a:pt x="7" y="0"/>
                      <a:pt x="1" y="0"/>
                      <a:pt x="0" y="4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07" name="Freeform 2011">
                <a:extLst>
                  <a:ext uri="{FF2B5EF4-FFF2-40B4-BE49-F238E27FC236}">
                    <a16:creationId xmlns:a16="http://schemas.microsoft.com/office/drawing/2014/main" id="{26457289-F72A-4751-8B93-C56108A600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5" y="2163"/>
                <a:ext cx="19" cy="5"/>
              </a:xfrm>
              <a:custGeom>
                <a:avLst/>
                <a:gdLst>
                  <a:gd name="T0" fmla="*/ 0 w 29"/>
                  <a:gd name="T1" fmla="*/ 0 h 7"/>
                  <a:gd name="T2" fmla="*/ 5 w 29"/>
                  <a:gd name="T3" fmla="*/ 5 h 7"/>
                  <a:gd name="T4" fmla="*/ 29 w 29"/>
                  <a:gd name="T5" fmla="*/ 1 h 7"/>
                  <a:gd name="T6" fmla="*/ 0 w 29"/>
                  <a:gd name="T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7">
                    <a:moveTo>
                      <a:pt x="0" y="0"/>
                    </a:moveTo>
                    <a:cubicBezTo>
                      <a:pt x="0" y="0"/>
                      <a:pt x="3" y="5"/>
                      <a:pt x="5" y="5"/>
                    </a:cubicBezTo>
                    <a:cubicBezTo>
                      <a:pt x="11" y="7"/>
                      <a:pt x="29" y="1"/>
                      <a:pt x="29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08" name="Oval 2012">
                <a:extLst>
                  <a:ext uri="{FF2B5EF4-FFF2-40B4-BE49-F238E27FC236}">
                    <a16:creationId xmlns:a16="http://schemas.microsoft.com/office/drawing/2014/main" id="{17E22932-A72E-4FDC-B3F5-FB5C71F0B8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0" y="2090"/>
                <a:ext cx="44" cy="43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09" name="Oval 2013">
                <a:extLst>
                  <a:ext uri="{FF2B5EF4-FFF2-40B4-BE49-F238E27FC236}">
                    <a16:creationId xmlns:a16="http://schemas.microsoft.com/office/drawing/2014/main" id="{AC745A8E-8ACE-42B3-96C4-533201FC97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6" y="2090"/>
                <a:ext cx="44" cy="43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10" name="Oval 2014">
                <a:extLst>
                  <a:ext uri="{FF2B5EF4-FFF2-40B4-BE49-F238E27FC236}">
                    <a16:creationId xmlns:a16="http://schemas.microsoft.com/office/drawing/2014/main" id="{99F9577E-45CD-4407-A9C8-34049A6E4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0" y="2091"/>
                <a:ext cx="43" cy="44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11" name="Oval 2015">
                <a:extLst>
                  <a:ext uri="{FF2B5EF4-FFF2-40B4-BE49-F238E27FC236}">
                    <a16:creationId xmlns:a16="http://schemas.microsoft.com/office/drawing/2014/main" id="{57AB7B6B-0ADB-4334-85AE-0B7058A3FC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7" y="2104"/>
                <a:ext cx="44" cy="4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12" name="Oval 2016">
                <a:extLst>
                  <a:ext uri="{FF2B5EF4-FFF2-40B4-BE49-F238E27FC236}">
                    <a16:creationId xmlns:a16="http://schemas.microsoft.com/office/drawing/2014/main" id="{BC874738-727E-42C4-A184-C5DF277E8B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4" y="2104"/>
                <a:ext cx="44" cy="4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13" name="Oval 2017">
                <a:extLst>
                  <a:ext uri="{FF2B5EF4-FFF2-40B4-BE49-F238E27FC236}">
                    <a16:creationId xmlns:a16="http://schemas.microsoft.com/office/drawing/2014/main" id="{659FFD10-88B8-4A41-8085-4B12B14AA3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3" y="2104"/>
                <a:ext cx="43" cy="4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14" name="Oval 2018">
                <a:extLst>
                  <a:ext uri="{FF2B5EF4-FFF2-40B4-BE49-F238E27FC236}">
                    <a16:creationId xmlns:a16="http://schemas.microsoft.com/office/drawing/2014/main" id="{365DE9F8-E644-4DCB-A5CA-6BB1BF503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80" y="2104"/>
                <a:ext cx="43" cy="4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15" name="Freeform 2019">
                <a:extLst>
                  <a:ext uri="{FF2B5EF4-FFF2-40B4-BE49-F238E27FC236}">
                    <a16:creationId xmlns:a16="http://schemas.microsoft.com/office/drawing/2014/main" id="{98782FC8-AEA4-45EB-8324-89C8E984E8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5" y="2130"/>
                <a:ext cx="160" cy="35"/>
              </a:xfrm>
              <a:custGeom>
                <a:avLst/>
                <a:gdLst>
                  <a:gd name="T0" fmla="*/ 160 w 160"/>
                  <a:gd name="T1" fmla="*/ 35 h 35"/>
                  <a:gd name="T2" fmla="*/ 1 w 160"/>
                  <a:gd name="T3" fmla="*/ 35 h 35"/>
                  <a:gd name="T4" fmla="*/ 0 w 160"/>
                  <a:gd name="T5" fmla="*/ 0 h 35"/>
                  <a:gd name="T6" fmla="*/ 159 w 160"/>
                  <a:gd name="T7" fmla="*/ 0 h 35"/>
                  <a:gd name="T8" fmla="*/ 160 w 160"/>
                  <a:gd name="T9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0" h="35">
                    <a:moveTo>
                      <a:pt x="160" y="35"/>
                    </a:moveTo>
                    <a:lnTo>
                      <a:pt x="1" y="35"/>
                    </a:lnTo>
                    <a:lnTo>
                      <a:pt x="0" y="0"/>
                    </a:lnTo>
                    <a:lnTo>
                      <a:pt x="159" y="0"/>
                    </a:lnTo>
                    <a:lnTo>
                      <a:pt x="160" y="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16" name="Rectangle 2020">
                <a:extLst>
                  <a:ext uri="{FF2B5EF4-FFF2-40B4-BE49-F238E27FC236}">
                    <a16:creationId xmlns:a16="http://schemas.microsoft.com/office/drawing/2014/main" id="{B8BC4061-C172-41C0-9DF6-DFCC4ADEDB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6" y="2130"/>
                <a:ext cx="141" cy="35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17" name="Rectangle 2021">
                <a:extLst>
                  <a:ext uri="{FF2B5EF4-FFF2-40B4-BE49-F238E27FC236}">
                    <a16:creationId xmlns:a16="http://schemas.microsoft.com/office/drawing/2014/main" id="{B6346406-C75C-40DF-A15F-450728399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4" y="2140"/>
                <a:ext cx="143" cy="1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18" name="Line 2022">
                <a:extLst>
                  <a:ext uri="{FF2B5EF4-FFF2-40B4-BE49-F238E27FC236}">
                    <a16:creationId xmlns:a16="http://schemas.microsoft.com/office/drawing/2014/main" id="{E3303088-4909-4265-A94F-9BE67C8200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5" y="2139"/>
                <a:ext cx="141" cy="0"/>
              </a:xfrm>
              <a:prstGeom prst="line">
                <a:avLst/>
              </a:prstGeom>
              <a:noFill/>
              <a:ln w="1588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19" name="Freeform 2023">
                <a:extLst>
                  <a:ext uri="{FF2B5EF4-FFF2-40B4-BE49-F238E27FC236}">
                    <a16:creationId xmlns:a16="http://schemas.microsoft.com/office/drawing/2014/main" id="{CB9B3556-4DEB-4A99-A4C9-A29F6A8C01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3" y="2492"/>
                <a:ext cx="56" cy="69"/>
              </a:xfrm>
              <a:custGeom>
                <a:avLst/>
                <a:gdLst>
                  <a:gd name="T0" fmla="*/ 32 w 56"/>
                  <a:gd name="T1" fmla="*/ 0 h 69"/>
                  <a:gd name="T2" fmla="*/ 56 w 56"/>
                  <a:gd name="T3" fmla="*/ 43 h 69"/>
                  <a:gd name="T4" fmla="*/ 52 w 56"/>
                  <a:gd name="T5" fmla="*/ 69 h 69"/>
                  <a:gd name="T6" fmla="*/ 30 w 56"/>
                  <a:gd name="T7" fmla="*/ 66 h 69"/>
                  <a:gd name="T8" fmla="*/ 0 w 56"/>
                  <a:gd name="T9" fmla="*/ 16 h 69"/>
                  <a:gd name="T10" fmla="*/ 4 w 56"/>
                  <a:gd name="T11" fmla="*/ 5 h 69"/>
                  <a:gd name="T12" fmla="*/ 32 w 56"/>
                  <a:gd name="T13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" h="69">
                    <a:moveTo>
                      <a:pt x="32" y="0"/>
                    </a:moveTo>
                    <a:lnTo>
                      <a:pt x="56" y="43"/>
                    </a:lnTo>
                    <a:lnTo>
                      <a:pt x="52" y="69"/>
                    </a:lnTo>
                    <a:lnTo>
                      <a:pt x="30" y="66"/>
                    </a:lnTo>
                    <a:lnTo>
                      <a:pt x="0" y="16"/>
                    </a:lnTo>
                    <a:lnTo>
                      <a:pt x="4" y="5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20" name="Freeform 2024">
                <a:extLst>
                  <a:ext uri="{FF2B5EF4-FFF2-40B4-BE49-F238E27FC236}">
                    <a16:creationId xmlns:a16="http://schemas.microsoft.com/office/drawing/2014/main" id="{D1668558-E9BB-4BB4-9CE9-174DB90EAC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2826"/>
                <a:ext cx="58" cy="40"/>
              </a:xfrm>
              <a:custGeom>
                <a:avLst/>
                <a:gdLst>
                  <a:gd name="T0" fmla="*/ 40 w 58"/>
                  <a:gd name="T1" fmla="*/ 1 h 40"/>
                  <a:gd name="T2" fmla="*/ 58 w 58"/>
                  <a:gd name="T3" fmla="*/ 40 h 40"/>
                  <a:gd name="T4" fmla="*/ 22 w 58"/>
                  <a:gd name="T5" fmla="*/ 40 h 40"/>
                  <a:gd name="T6" fmla="*/ 0 w 58"/>
                  <a:gd name="T7" fmla="*/ 0 h 40"/>
                  <a:gd name="T8" fmla="*/ 40 w 58"/>
                  <a:gd name="T9" fmla="*/ 1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40">
                    <a:moveTo>
                      <a:pt x="40" y="1"/>
                    </a:moveTo>
                    <a:lnTo>
                      <a:pt x="58" y="40"/>
                    </a:lnTo>
                    <a:lnTo>
                      <a:pt x="22" y="40"/>
                    </a:lnTo>
                    <a:lnTo>
                      <a:pt x="0" y="0"/>
                    </a:lnTo>
                    <a:lnTo>
                      <a:pt x="40" y="1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21" name="Freeform 2025">
                <a:extLst>
                  <a:ext uri="{FF2B5EF4-FFF2-40B4-BE49-F238E27FC236}">
                    <a16:creationId xmlns:a16="http://schemas.microsoft.com/office/drawing/2014/main" id="{E8A2DE30-A408-45B0-88A1-115EC453EC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8" y="2846"/>
                <a:ext cx="53" cy="25"/>
              </a:xfrm>
              <a:custGeom>
                <a:avLst/>
                <a:gdLst>
                  <a:gd name="T0" fmla="*/ 75 w 77"/>
                  <a:gd name="T1" fmla="*/ 29 h 37"/>
                  <a:gd name="T2" fmla="*/ 48 w 77"/>
                  <a:gd name="T3" fmla="*/ 8 h 37"/>
                  <a:gd name="T4" fmla="*/ 22 w 77"/>
                  <a:gd name="T5" fmla="*/ 21 h 37"/>
                  <a:gd name="T6" fmla="*/ 22 w 77"/>
                  <a:gd name="T7" fmla="*/ 29 h 37"/>
                  <a:gd name="T8" fmla="*/ 0 w 77"/>
                  <a:gd name="T9" fmla="*/ 29 h 37"/>
                  <a:gd name="T10" fmla="*/ 0 w 77"/>
                  <a:gd name="T11" fmla="*/ 37 h 37"/>
                  <a:gd name="T12" fmla="*/ 77 w 77"/>
                  <a:gd name="T13" fmla="*/ 37 h 37"/>
                  <a:gd name="T14" fmla="*/ 77 w 77"/>
                  <a:gd name="T15" fmla="*/ 34 h 37"/>
                  <a:gd name="T16" fmla="*/ 75 w 77"/>
                  <a:gd name="T17" fmla="*/ 29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37">
                    <a:moveTo>
                      <a:pt x="75" y="29"/>
                    </a:moveTo>
                    <a:cubicBezTo>
                      <a:pt x="70" y="25"/>
                      <a:pt x="59" y="17"/>
                      <a:pt x="48" y="8"/>
                    </a:cubicBezTo>
                    <a:cubicBezTo>
                      <a:pt x="38" y="0"/>
                      <a:pt x="22" y="8"/>
                      <a:pt x="22" y="21"/>
                    </a:cubicBezTo>
                    <a:cubicBezTo>
                      <a:pt x="22" y="29"/>
                      <a:pt x="22" y="29"/>
                      <a:pt x="2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77" y="37"/>
                      <a:pt x="77" y="37"/>
                      <a:pt x="77" y="37"/>
                    </a:cubicBezTo>
                    <a:cubicBezTo>
                      <a:pt x="77" y="34"/>
                      <a:pt x="77" y="34"/>
                      <a:pt x="77" y="34"/>
                    </a:cubicBezTo>
                    <a:cubicBezTo>
                      <a:pt x="77" y="32"/>
                      <a:pt x="76" y="30"/>
                      <a:pt x="75" y="29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22" name="Freeform 2026">
                <a:extLst>
                  <a:ext uri="{FF2B5EF4-FFF2-40B4-BE49-F238E27FC236}">
                    <a16:creationId xmlns:a16="http://schemas.microsoft.com/office/drawing/2014/main" id="{19E40581-8E39-40F7-8D72-86C0B01782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3" y="2581"/>
                <a:ext cx="114" cy="182"/>
              </a:xfrm>
              <a:custGeom>
                <a:avLst/>
                <a:gdLst>
                  <a:gd name="T0" fmla="*/ 168 w 168"/>
                  <a:gd name="T1" fmla="*/ 5 h 268"/>
                  <a:gd name="T2" fmla="*/ 126 w 168"/>
                  <a:gd name="T3" fmla="*/ 146 h 268"/>
                  <a:gd name="T4" fmla="*/ 71 w 168"/>
                  <a:gd name="T5" fmla="*/ 268 h 268"/>
                  <a:gd name="T6" fmla="*/ 0 w 168"/>
                  <a:gd name="T7" fmla="*/ 247 h 268"/>
                  <a:gd name="T8" fmla="*/ 32 w 168"/>
                  <a:gd name="T9" fmla="*/ 142 h 268"/>
                  <a:gd name="T10" fmla="*/ 51 w 168"/>
                  <a:gd name="T11" fmla="*/ 0 h 268"/>
                  <a:gd name="T12" fmla="*/ 168 w 168"/>
                  <a:gd name="T13" fmla="*/ 5 h 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8" h="268">
                    <a:moveTo>
                      <a:pt x="168" y="5"/>
                    </a:moveTo>
                    <a:cubicBezTo>
                      <a:pt x="168" y="5"/>
                      <a:pt x="135" y="119"/>
                      <a:pt x="126" y="146"/>
                    </a:cubicBezTo>
                    <a:cubicBezTo>
                      <a:pt x="113" y="182"/>
                      <a:pt x="71" y="268"/>
                      <a:pt x="71" y="268"/>
                    </a:cubicBezTo>
                    <a:cubicBezTo>
                      <a:pt x="0" y="247"/>
                      <a:pt x="0" y="247"/>
                      <a:pt x="0" y="247"/>
                    </a:cubicBezTo>
                    <a:cubicBezTo>
                      <a:pt x="32" y="142"/>
                      <a:pt x="32" y="142"/>
                      <a:pt x="32" y="142"/>
                    </a:cubicBezTo>
                    <a:cubicBezTo>
                      <a:pt x="51" y="0"/>
                      <a:pt x="51" y="0"/>
                      <a:pt x="51" y="0"/>
                    </a:cubicBezTo>
                    <a:lnTo>
                      <a:pt x="168" y="5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23" name="Freeform 2027">
                <a:extLst>
                  <a:ext uri="{FF2B5EF4-FFF2-40B4-BE49-F238E27FC236}">
                    <a16:creationId xmlns:a16="http://schemas.microsoft.com/office/drawing/2014/main" id="{4AE315CB-873D-447F-ABDB-DB662D6B04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5" y="2668"/>
                <a:ext cx="127" cy="168"/>
              </a:xfrm>
              <a:custGeom>
                <a:avLst/>
                <a:gdLst>
                  <a:gd name="T0" fmla="*/ 0 w 127"/>
                  <a:gd name="T1" fmla="*/ 0 h 168"/>
                  <a:gd name="T2" fmla="*/ 65 w 127"/>
                  <a:gd name="T3" fmla="*/ 168 h 168"/>
                  <a:gd name="T4" fmla="*/ 127 w 127"/>
                  <a:gd name="T5" fmla="*/ 168 h 168"/>
                  <a:gd name="T6" fmla="*/ 72 w 127"/>
                  <a:gd name="T7" fmla="*/ 10 h 168"/>
                  <a:gd name="T8" fmla="*/ 0 w 127"/>
                  <a:gd name="T9" fmla="*/ 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7" h="168">
                    <a:moveTo>
                      <a:pt x="0" y="0"/>
                    </a:moveTo>
                    <a:lnTo>
                      <a:pt x="65" y="168"/>
                    </a:lnTo>
                    <a:lnTo>
                      <a:pt x="127" y="168"/>
                    </a:lnTo>
                    <a:lnTo>
                      <a:pt x="72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24" name="Oval 2028">
                <a:extLst>
                  <a:ext uri="{FF2B5EF4-FFF2-40B4-BE49-F238E27FC236}">
                    <a16:creationId xmlns:a16="http://schemas.microsoft.com/office/drawing/2014/main" id="{1BECD104-BA77-468E-920D-923ACC4C7F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2" y="2725"/>
                <a:ext cx="53" cy="52"/>
              </a:xfrm>
              <a:prstGeom prst="ellipse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25" name="Freeform 2029">
                <a:extLst>
                  <a:ext uri="{FF2B5EF4-FFF2-40B4-BE49-F238E27FC236}">
                    <a16:creationId xmlns:a16="http://schemas.microsoft.com/office/drawing/2014/main" id="{7283DBEF-13DE-45C7-9DCA-8D29BAD29E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2" y="2836"/>
                <a:ext cx="38" cy="8"/>
              </a:xfrm>
              <a:custGeom>
                <a:avLst/>
                <a:gdLst>
                  <a:gd name="T0" fmla="*/ 38 w 38"/>
                  <a:gd name="T1" fmla="*/ 0 h 8"/>
                  <a:gd name="T2" fmla="*/ 5 w 38"/>
                  <a:gd name="T3" fmla="*/ 8 h 8"/>
                  <a:gd name="T4" fmla="*/ 0 w 38"/>
                  <a:gd name="T5" fmla="*/ 0 h 8"/>
                  <a:gd name="T6" fmla="*/ 38 w 38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" h="8">
                    <a:moveTo>
                      <a:pt x="38" y="0"/>
                    </a:moveTo>
                    <a:lnTo>
                      <a:pt x="5" y="8"/>
                    </a:lnTo>
                    <a:lnTo>
                      <a:pt x="0" y="0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26" name="Freeform 2030">
                <a:extLst>
                  <a:ext uri="{FF2B5EF4-FFF2-40B4-BE49-F238E27FC236}">
                    <a16:creationId xmlns:a16="http://schemas.microsoft.com/office/drawing/2014/main" id="{B6B67749-6BED-42AC-A99B-DCD8AC958E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5" y="2653"/>
                <a:ext cx="65" cy="39"/>
              </a:xfrm>
              <a:custGeom>
                <a:avLst/>
                <a:gdLst>
                  <a:gd name="T0" fmla="*/ 30 w 65"/>
                  <a:gd name="T1" fmla="*/ 39 h 39"/>
                  <a:gd name="T2" fmla="*/ 0 w 65"/>
                  <a:gd name="T3" fmla="*/ 3 h 39"/>
                  <a:gd name="T4" fmla="*/ 37 w 65"/>
                  <a:gd name="T5" fmla="*/ 0 h 39"/>
                  <a:gd name="T6" fmla="*/ 65 w 65"/>
                  <a:gd name="T7" fmla="*/ 37 h 39"/>
                  <a:gd name="T8" fmla="*/ 30 w 65"/>
                  <a:gd name="T9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" h="39">
                    <a:moveTo>
                      <a:pt x="30" y="39"/>
                    </a:moveTo>
                    <a:lnTo>
                      <a:pt x="0" y="3"/>
                    </a:lnTo>
                    <a:lnTo>
                      <a:pt x="37" y="0"/>
                    </a:lnTo>
                    <a:lnTo>
                      <a:pt x="65" y="37"/>
                    </a:lnTo>
                    <a:lnTo>
                      <a:pt x="30" y="39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27" name="Freeform 2031">
                <a:extLst>
                  <a:ext uri="{FF2B5EF4-FFF2-40B4-BE49-F238E27FC236}">
                    <a16:creationId xmlns:a16="http://schemas.microsoft.com/office/drawing/2014/main" id="{1BD8EA6C-00E4-4601-B075-C25B141953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0" y="2647"/>
                <a:ext cx="52" cy="27"/>
              </a:xfrm>
              <a:custGeom>
                <a:avLst/>
                <a:gdLst>
                  <a:gd name="T0" fmla="*/ 3 w 77"/>
                  <a:gd name="T1" fmla="*/ 14 h 40"/>
                  <a:gd name="T2" fmla="*/ 31 w 77"/>
                  <a:gd name="T3" fmla="*/ 33 h 40"/>
                  <a:gd name="T4" fmla="*/ 56 w 77"/>
                  <a:gd name="T5" fmla="*/ 18 h 40"/>
                  <a:gd name="T6" fmla="*/ 55 w 77"/>
                  <a:gd name="T7" fmla="*/ 10 h 40"/>
                  <a:gd name="T8" fmla="*/ 77 w 77"/>
                  <a:gd name="T9" fmla="*/ 9 h 40"/>
                  <a:gd name="T10" fmla="*/ 77 w 77"/>
                  <a:gd name="T11" fmla="*/ 0 h 40"/>
                  <a:gd name="T12" fmla="*/ 0 w 77"/>
                  <a:gd name="T13" fmla="*/ 6 h 40"/>
                  <a:gd name="T14" fmla="*/ 0 w 77"/>
                  <a:gd name="T15" fmla="*/ 9 h 40"/>
                  <a:gd name="T16" fmla="*/ 3 w 77"/>
                  <a:gd name="T17" fmla="*/ 14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40">
                    <a:moveTo>
                      <a:pt x="3" y="14"/>
                    </a:moveTo>
                    <a:cubicBezTo>
                      <a:pt x="8" y="17"/>
                      <a:pt x="20" y="25"/>
                      <a:pt x="31" y="33"/>
                    </a:cubicBezTo>
                    <a:cubicBezTo>
                      <a:pt x="42" y="40"/>
                      <a:pt x="57" y="31"/>
                      <a:pt x="56" y="18"/>
                    </a:cubicBezTo>
                    <a:cubicBezTo>
                      <a:pt x="55" y="10"/>
                      <a:pt x="55" y="10"/>
                      <a:pt x="55" y="10"/>
                    </a:cubicBezTo>
                    <a:cubicBezTo>
                      <a:pt x="77" y="9"/>
                      <a:pt x="77" y="9"/>
                      <a:pt x="77" y="9"/>
                    </a:cubicBezTo>
                    <a:cubicBezTo>
                      <a:pt x="77" y="0"/>
                      <a:pt x="77" y="0"/>
                      <a:pt x="77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1"/>
                      <a:pt x="1" y="13"/>
                      <a:pt x="3" y="14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28" name="Freeform 2032">
                <a:extLst>
                  <a:ext uri="{FF2B5EF4-FFF2-40B4-BE49-F238E27FC236}">
                    <a16:creationId xmlns:a16="http://schemas.microsoft.com/office/drawing/2014/main" id="{15D4DF3E-0D0C-4DD0-9996-E3005276D8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7" y="2674"/>
                <a:ext cx="36" cy="9"/>
              </a:xfrm>
              <a:custGeom>
                <a:avLst/>
                <a:gdLst>
                  <a:gd name="T0" fmla="*/ 0 w 36"/>
                  <a:gd name="T1" fmla="*/ 9 h 9"/>
                  <a:gd name="T2" fmla="*/ 30 w 36"/>
                  <a:gd name="T3" fmla="*/ 0 h 9"/>
                  <a:gd name="T4" fmla="*/ 36 w 36"/>
                  <a:gd name="T5" fmla="*/ 7 h 9"/>
                  <a:gd name="T6" fmla="*/ 0 w 36"/>
                  <a:gd name="T7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" h="9">
                    <a:moveTo>
                      <a:pt x="0" y="9"/>
                    </a:moveTo>
                    <a:lnTo>
                      <a:pt x="30" y="0"/>
                    </a:lnTo>
                    <a:lnTo>
                      <a:pt x="36" y="7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29" name="Freeform 2033">
                <a:extLst>
                  <a:ext uri="{FF2B5EF4-FFF2-40B4-BE49-F238E27FC236}">
                    <a16:creationId xmlns:a16="http://schemas.microsoft.com/office/drawing/2014/main" id="{0E1DB2C4-0946-4C18-BB27-D8E4184EEE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4" y="2719"/>
                <a:ext cx="17" cy="13"/>
              </a:xfrm>
              <a:custGeom>
                <a:avLst/>
                <a:gdLst>
                  <a:gd name="T0" fmla="*/ 0 w 25"/>
                  <a:gd name="T1" fmla="*/ 0 h 20"/>
                  <a:gd name="T2" fmla="*/ 25 w 25"/>
                  <a:gd name="T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" h="20">
                    <a:moveTo>
                      <a:pt x="0" y="0"/>
                    </a:moveTo>
                    <a:cubicBezTo>
                      <a:pt x="0" y="0"/>
                      <a:pt x="10" y="18"/>
                      <a:pt x="25" y="2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30" name="Freeform 2034">
                <a:extLst>
                  <a:ext uri="{FF2B5EF4-FFF2-40B4-BE49-F238E27FC236}">
                    <a16:creationId xmlns:a16="http://schemas.microsoft.com/office/drawing/2014/main" id="{4CE9225A-32F2-433A-AAC7-D39BDA6041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3" y="2680"/>
                <a:ext cx="130" cy="92"/>
              </a:xfrm>
              <a:custGeom>
                <a:avLst/>
                <a:gdLst>
                  <a:gd name="T0" fmla="*/ 70 w 130"/>
                  <a:gd name="T1" fmla="*/ 0 h 92"/>
                  <a:gd name="T2" fmla="*/ 130 w 130"/>
                  <a:gd name="T3" fmla="*/ 51 h 92"/>
                  <a:gd name="T4" fmla="*/ 100 w 130"/>
                  <a:gd name="T5" fmla="*/ 92 h 92"/>
                  <a:gd name="T6" fmla="*/ 0 w 130"/>
                  <a:gd name="T7" fmla="*/ 1 h 92"/>
                  <a:gd name="T8" fmla="*/ 70 w 130"/>
                  <a:gd name="T9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" h="92">
                    <a:moveTo>
                      <a:pt x="70" y="0"/>
                    </a:moveTo>
                    <a:lnTo>
                      <a:pt x="130" y="51"/>
                    </a:lnTo>
                    <a:lnTo>
                      <a:pt x="100" y="92"/>
                    </a:lnTo>
                    <a:lnTo>
                      <a:pt x="0" y="1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31" name="Freeform 2035">
                <a:extLst>
                  <a:ext uri="{FF2B5EF4-FFF2-40B4-BE49-F238E27FC236}">
                    <a16:creationId xmlns:a16="http://schemas.microsoft.com/office/drawing/2014/main" id="{E7AE88D3-2E6F-444B-8639-7610468EB0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6" y="2413"/>
                <a:ext cx="35" cy="40"/>
              </a:xfrm>
              <a:custGeom>
                <a:avLst/>
                <a:gdLst>
                  <a:gd name="T0" fmla="*/ 33 w 35"/>
                  <a:gd name="T1" fmla="*/ 19 h 40"/>
                  <a:gd name="T2" fmla="*/ 35 w 35"/>
                  <a:gd name="T3" fmla="*/ 40 h 40"/>
                  <a:gd name="T4" fmla="*/ 0 w 35"/>
                  <a:gd name="T5" fmla="*/ 40 h 40"/>
                  <a:gd name="T6" fmla="*/ 2 w 35"/>
                  <a:gd name="T7" fmla="*/ 0 h 40"/>
                  <a:gd name="T8" fmla="*/ 25 w 35"/>
                  <a:gd name="T9" fmla="*/ 2 h 40"/>
                  <a:gd name="T10" fmla="*/ 33 w 35"/>
                  <a:gd name="T11" fmla="*/ 19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" h="40">
                    <a:moveTo>
                      <a:pt x="33" y="19"/>
                    </a:moveTo>
                    <a:lnTo>
                      <a:pt x="35" y="40"/>
                    </a:lnTo>
                    <a:lnTo>
                      <a:pt x="0" y="40"/>
                    </a:lnTo>
                    <a:lnTo>
                      <a:pt x="2" y="0"/>
                    </a:lnTo>
                    <a:lnTo>
                      <a:pt x="25" y="2"/>
                    </a:lnTo>
                    <a:lnTo>
                      <a:pt x="33" y="19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32" name="Freeform 2036">
                <a:extLst>
                  <a:ext uri="{FF2B5EF4-FFF2-40B4-BE49-F238E27FC236}">
                    <a16:creationId xmlns:a16="http://schemas.microsoft.com/office/drawing/2014/main" id="{DA4F7E76-C471-4936-A1D7-324B1A21C5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2" y="2374"/>
                <a:ext cx="38" cy="57"/>
              </a:xfrm>
              <a:custGeom>
                <a:avLst/>
                <a:gdLst>
                  <a:gd name="T0" fmla="*/ 24 w 55"/>
                  <a:gd name="T1" fmla="*/ 66 h 83"/>
                  <a:gd name="T2" fmla="*/ 24 w 55"/>
                  <a:gd name="T3" fmla="*/ 75 h 83"/>
                  <a:gd name="T4" fmla="*/ 22 w 55"/>
                  <a:gd name="T5" fmla="*/ 83 h 83"/>
                  <a:gd name="T6" fmla="*/ 11 w 55"/>
                  <a:gd name="T7" fmla="*/ 60 h 83"/>
                  <a:gd name="T8" fmla="*/ 18 w 55"/>
                  <a:gd name="T9" fmla="*/ 13 h 83"/>
                  <a:gd name="T10" fmla="*/ 55 w 55"/>
                  <a:gd name="T11" fmla="*/ 7 h 83"/>
                  <a:gd name="T12" fmla="*/ 48 w 55"/>
                  <a:gd name="T1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3">
                    <a:moveTo>
                      <a:pt x="24" y="66"/>
                    </a:moveTo>
                    <a:cubicBezTo>
                      <a:pt x="24" y="66"/>
                      <a:pt x="24" y="73"/>
                      <a:pt x="24" y="75"/>
                    </a:cubicBezTo>
                    <a:cubicBezTo>
                      <a:pt x="23" y="77"/>
                      <a:pt x="22" y="83"/>
                      <a:pt x="22" y="83"/>
                    </a:cubicBezTo>
                    <a:cubicBezTo>
                      <a:pt x="22" y="83"/>
                      <a:pt x="14" y="70"/>
                      <a:pt x="11" y="60"/>
                    </a:cubicBezTo>
                    <a:cubicBezTo>
                      <a:pt x="6" y="44"/>
                      <a:pt x="0" y="27"/>
                      <a:pt x="18" y="13"/>
                    </a:cubicBezTo>
                    <a:cubicBezTo>
                      <a:pt x="35" y="0"/>
                      <a:pt x="55" y="7"/>
                      <a:pt x="55" y="7"/>
                    </a:cubicBezTo>
                    <a:cubicBezTo>
                      <a:pt x="48" y="26"/>
                      <a:pt x="48" y="26"/>
                      <a:pt x="48" y="26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33" name="Freeform 2037">
                <a:extLst>
                  <a:ext uri="{FF2B5EF4-FFF2-40B4-BE49-F238E27FC236}">
                    <a16:creationId xmlns:a16="http://schemas.microsoft.com/office/drawing/2014/main" id="{2F0D8874-2CBC-4617-ACB1-DCCD891457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4" y="2450"/>
                <a:ext cx="142" cy="138"/>
              </a:xfrm>
              <a:custGeom>
                <a:avLst/>
                <a:gdLst>
                  <a:gd name="T0" fmla="*/ 29 w 209"/>
                  <a:gd name="T1" fmla="*/ 105 h 203"/>
                  <a:gd name="T2" fmla="*/ 35 w 209"/>
                  <a:gd name="T3" fmla="*/ 71 h 203"/>
                  <a:gd name="T4" fmla="*/ 0 w 209"/>
                  <a:gd name="T5" fmla="*/ 54 h 203"/>
                  <a:gd name="T6" fmla="*/ 24 w 209"/>
                  <a:gd name="T7" fmla="*/ 15 h 203"/>
                  <a:gd name="T8" fmla="*/ 64 w 209"/>
                  <a:gd name="T9" fmla="*/ 0 h 203"/>
                  <a:gd name="T10" fmla="*/ 105 w 209"/>
                  <a:gd name="T11" fmla="*/ 12 h 203"/>
                  <a:gd name="T12" fmla="*/ 150 w 209"/>
                  <a:gd name="T13" fmla="*/ 1 h 203"/>
                  <a:gd name="T14" fmla="*/ 159 w 209"/>
                  <a:gd name="T15" fmla="*/ 5 h 203"/>
                  <a:gd name="T16" fmla="*/ 166 w 209"/>
                  <a:gd name="T17" fmla="*/ 8 h 203"/>
                  <a:gd name="T18" fmla="*/ 191 w 209"/>
                  <a:gd name="T19" fmla="*/ 27 h 203"/>
                  <a:gd name="T20" fmla="*/ 209 w 209"/>
                  <a:gd name="T21" fmla="*/ 64 h 203"/>
                  <a:gd name="T22" fmla="*/ 168 w 209"/>
                  <a:gd name="T23" fmla="*/ 74 h 203"/>
                  <a:gd name="T24" fmla="*/ 169 w 209"/>
                  <a:gd name="T25" fmla="*/ 194 h 203"/>
                  <a:gd name="T26" fmla="*/ 83 w 209"/>
                  <a:gd name="T27" fmla="*/ 201 h 203"/>
                  <a:gd name="T28" fmla="*/ 19 w 209"/>
                  <a:gd name="T29" fmla="*/ 193 h 203"/>
                  <a:gd name="T30" fmla="*/ 29 w 209"/>
                  <a:gd name="T31" fmla="*/ 105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09" h="203">
                    <a:moveTo>
                      <a:pt x="29" y="105"/>
                    </a:moveTo>
                    <a:cubicBezTo>
                      <a:pt x="29" y="75"/>
                      <a:pt x="35" y="71"/>
                      <a:pt x="35" y="71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54"/>
                      <a:pt x="7" y="30"/>
                      <a:pt x="24" y="15"/>
                    </a:cubicBezTo>
                    <a:cubicBezTo>
                      <a:pt x="34" y="7"/>
                      <a:pt x="50" y="2"/>
                      <a:pt x="64" y="0"/>
                    </a:cubicBezTo>
                    <a:cubicBezTo>
                      <a:pt x="70" y="15"/>
                      <a:pt x="86" y="12"/>
                      <a:pt x="105" y="12"/>
                    </a:cubicBezTo>
                    <a:cubicBezTo>
                      <a:pt x="125" y="12"/>
                      <a:pt x="143" y="17"/>
                      <a:pt x="150" y="1"/>
                    </a:cubicBezTo>
                    <a:cubicBezTo>
                      <a:pt x="153" y="2"/>
                      <a:pt x="156" y="3"/>
                      <a:pt x="159" y="5"/>
                    </a:cubicBezTo>
                    <a:cubicBezTo>
                      <a:pt x="161" y="6"/>
                      <a:pt x="164" y="7"/>
                      <a:pt x="166" y="8"/>
                    </a:cubicBezTo>
                    <a:cubicBezTo>
                      <a:pt x="176" y="12"/>
                      <a:pt x="184" y="14"/>
                      <a:pt x="191" y="27"/>
                    </a:cubicBezTo>
                    <a:cubicBezTo>
                      <a:pt x="196" y="36"/>
                      <a:pt x="209" y="64"/>
                      <a:pt x="209" y="64"/>
                    </a:cubicBezTo>
                    <a:cubicBezTo>
                      <a:pt x="168" y="74"/>
                      <a:pt x="168" y="74"/>
                      <a:pt x="168" y="74"/>
                    </a:cubicBezTo>
                    <a:cubicBezTo>
                      <a:pt x="169" y="194"/>
                      <a:pt x="169" y="194"/>
                      <a:pt x="169" y="194"/>
                    </a:cubicBezTo>
                    <a:cubicBezTo>
                      <a:pt x="169" y="194"/>
                      <a:pt x="121" y="203"/>
                      <a:pt x="83" y="201"/>
                    </a:cubicBezTo>
                    <a:cubicBezTo>
                      <a:pt x="45" y="200"/>
                      <a:pt x="19" y="193"/>
                      <a:pt x="19" y="193"/>
                    </a:cubicBezTo>
                    <a:cubicBezTo>
                      <a:pt x="19" y="193"/>
                      <a:pt x="29" y="135"/>
                      <a:pt x="29" y="105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34" name="Freeform 2038">
                <a:extLst>
                  <a:ext uri="{FF2B5EF4-FFF2-40B4-BE49-F238E27FC236}">
                    <a16:creationId xmlns:a16="http://schemas.microsoft.com/office/drawing/2014/main" id="{03C8FE97-CBF7-43DA-82F7-A10003BF54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8" y="2443"/>
                <a:ext cx="58" cy="19"/>
              </a:xfrm>
              <a:custGeom>
                <a:avLst/>
                <a:gdLst>
                  <a:gd name="T0" fmla="*/ 43 w 86"/>
                  <a:gd name="T1" fmla="*/ 28 h 28"/>
                  <a:gd name="T2" fmla="*/ 0 w 86"/>
                  <a:gd name="T3" fmla="*/ 10 h 28"/>
                  <a:gd name="T4" fmla="*/ 5 w 86"/>
                  <a:gd name="T5" fmla="*/ 8 h 28"/>
                  <a:gd name="T6" fmla="*/ 86 w 86"/>
                  <a:gd name="T7" fmla="*/ 11 h 28"/>
                  <a:gd name="T8" fmla="*/ 43 w 86"/>
                  <a:gd name="T9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28">
                    <a:moveTo>
                      <a:pt x="43" y="28"/>
                    </a:moveTo>
                    <a:cubicBezTo>
                      <a:pt x="24" y="28"/>
                      <a:pt x="6" y="25"/>
                      <a:pt x="0" y="10"/>
                    </a:cubicBezTo>
                    <a:cubicBezTo>
                      <a:pt x="1" y="9"/>
                      <a:pt x="3" y="9"/>
                      <a:pt x="5" y="8"/>
                    </a:cubicBezTo>
                    <a:cubicBezTo>
                      <a:pt x="40" y="0"/>
                      <a:pt x="61" y="3"/>
                      <a:pt x="86" y="11"/>
                    </a:cubicBezTo>
                    <a:cubicBezTo>
                      <a:pt x="79" y="27"/>
                      <a:pt x="63" y="28"/>
                      <a:pt x="43" y="28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35" name="Freeform 2039">
                <a:extLst>
                  <a:ext uri="{FF2B5EF4-FFF2-40B4-BE49-F238E27FC236}">
                    <a16:creationId xmlns:a16="http://schemas.microsoft.com/office/drawing/2014/main" id="{0DF5A4E1-4300-41BC-B64B-E7437BD8C9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3" y="2386"/>
                <a:ext cx="44" cy="54"/>
              </a:xfrm>
              <a:custGeom>
                <a:avLst/>
                <a:gdLst>
                  <a:gd name="T0" fmla="*/ 63 w 65"/>
                  <a:gd name="T1" fmla="*/ 11 h 80"/>
                  <a:gd name="T2" fmla="*/ 63 w 65"/>
                  <a:gd name="T3" fmla="*/ 33 h 80"/>
                  <a:gd name="T4" fmla="*/ 61 w 65"/>
                  <a:gd name="T5" fmla="*/ 63 h 80"/>
                  <a:gd name="T6" fmla="*/ 24 w 65"/>
                  <a:gd name="T7" fmla="*/ 72 h 80"/>
                  <a:gd name="T8" fmla="*/ 9 w 65"/>
                  <a:gd name="T9" fmla="*/ 34 h 80"/>
                  <a:gd name="T10" fmla="*/ 8 w 65"/>
                  <a:gd name="T11" fmla="*/ 19 h 80"/>
                  <a:gd name="T12" fmla="*/ 18 w 65"/>
                  <a:gd name="T13" fmla="*/ 0 h 80"/>
                  <a:gd name="T14" fmla="*/ 63 w 65"/>
                  <a:gd name="T15" fmla="*/ 11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5" h="80">
                    <a:moveTo>
                      <a:pt x="63" y="11"/>
                    </a:moveTo>
                    <a:cubicBezTo>
                      <a:pt x="63" y="11"/>
                      <a:pt x="65" y="19"/>
                      <a:pt x="63" y="33"/>
                    </a:cubicBezTo>
                    <a:cubicBezTo>
                      <a:pt x="61" y="47"/>
                      <a:pt x="65" y="54"/>
                      <a:pt x="61" y="63"/>
                    </a:cubicBezTo>
                    <a:cubicBezTo>
                      <a:pt x="56" y="72"/>
                      <a:pt x="48" y="80"/>
                      <a:pt x="24" y="72"/>
                    </a:cubicBezTo>
                    <a:cubicBezTo>
                      <a:pt x="0" y="65"/>
                      <a:pt x="9" y="34"/>
                      <a:pt x="9" y="34"/>
                    </a:cubicBezTo>
                    <a:cubicBezTo>
                      <a:pt x="9" y="34"/>
                      <a:pt x="8" y="20"/>
                      <a:pt x="8" y="19"/>
                    </a:cubicBezTo>
                    <a:cubicBezTo>
                      <a:pt x="8" y="19"/>
                      <a:pt x="18" y="0"/>
                      <a:pt x="18" y="0"/>
                    </a:cubicBezTo>
                    <a:cubicBezTo>
                      <a:pt x="19" y="0"/>
                      <a:pt x="63" y="11"/>
                      <a:pt x="63" y="11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36" name="Freeform 2040">
                <a:extLst>
                  <a:ext uri="{FF2B5EF4-FFF2-40B4-BE49-F238E27FC236}">
                    <a16:creationId xmlns:a16="http://schemas.microsoft.com/office/drawing/2014/main" id="{BD85C76B-5EC7-4AE9-930B-0E51BB5F21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3" y="2410"/>
                <a:ext cx="6" cy="9"/>
              </a:xfrm>
              <a:custGeom>
                <a:avLst/>
                <a:gdLst>
                  <a:gd name="T0" fmla="*/ 6 w 9"/>
                  <a:gd name="T1" fmla="*/ 0 h 13"/>
                  <a:gd name="T2" fmla="*/ 8 w 9"/>
                  <a:gd name="T3" fmla="*/ 8 h 13"/>
                  <a:gd name="T4" fmla="*/ 0 w 9"/>
                  <a:gd name="T5" fmla="*/ 11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13">
                    <a:moveTo>
                      <a:pt x="6" y="0"/>
                    </a:moveTo>
                    <a:cubicBezTo>
                      <a:pt x="6" y="0"/>
                      <a:pt x="8" y="5"/>
                      <a:pt x="8" y="8"/>
                    </a:cubicBezTo>
                    <a:cubicBezTo>
                      <a:pt x="9" y="11"/>
                      <a:pt x="7" y="13"/>
                      <a:pt x="0" y="11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37" name="Freeform 2041">
                <a:extLst>
                  <a:ext uri="{FF2B5EF4-FFF2-40B4-BE49-F238E27FC236}">
                    <a16:creationId xmlns:a16="http://schemas.microsoft.com/office/drawing/2014/main" id="{E80D8D87-83B2-4853-8F11-554AEA6773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4" y="2421"/>
                <a:ext cx="7" cy="7"/>
              </a:xfrm>
              <a:custGeom>
                <a:avLst/>
                <a:gdLst>
                  <a:gd name="T0" fmla="*/ 11 w 11"/>
                  <a:gd name="T1" fmla="*/ 3 h 10"/>
                  <a:gd name="T2" fmla="*/ 0 w 11"/>
                  <a:gd name="T3" fmla="*/ 0 h 10"/>
                  <a:gd name="T4" fmla="*/ 11 w 11"/>
                  <a:gd name="T5" fmla="*/ 3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" h="10">
                    <a:moveTo>
                      <a:pt x="11" y="3"/>
                    </a:moveTo>
                    <a:cubicBezTo>
                      <a:pt x="11" y="3"/>
                      <a:pt x="4" y="10"/>
                      <a:pt x="0" y="0"/>
                    </a:cubicBez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38" name="Freeform 2042">
                <a:extLst>
                  <a:ext uri="{FF2B5EF4-FFF2-40B4-BE49-F238E27FC236}">
                    <a16:creationId xmlns:a16="http://schemas.microsoft.com/office/drawing/2014/main" id="{488FB594-2DE9-44DD-AEC2-34CD8B64EF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5" y="2401"/>
                <a:ext cx="5" cy="0"/>
              </a:xfrm>
              <a:custGeom>
                <a:avLst/>
                <a:gdLst>
                  <a:gd name="T0" fmla="*/ 8 w 8"/>
                  <a:gd name="T1" fmla="*/ 0 w 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8">
                    <a:moveTo>
                      <a:pt x="8" y="0"/>
                    </a:moveTo>
                    <a:cubicBezTo>
                      <a:pt x="8" y="0"/>
                      <a:pt x="0" y="0"/>
                      <a:pt x="0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39" name="Line 2043">
                <a:extLst>
                  <a:ext uri="{FF2B5EF4-FFF2-40B4-BE49-F238E27FC236}">
                    <a16:creationId xmlns:a16="http://schemas.microsoft.com/office/drawing/2014/main" id="{4FF105E1-C119-4918-B877-5E1E57D519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11" y="2402"/>
                <a:ext cx="4" cy="2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40" name="Oval 2044">
                <a:extLst>
                  <a:ext uri="{FF2B5EF4-FFF2-40B4-BE49-F238E27FC236}">
                    <a16:creationId xmlns:a16="http://schemas.microsoft.com/office/drawing/2014/main" id="{58342D3B-7B1A-47B2-8412-7CB22684A2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7" y="2409"/>
                <a:ext cx="2" cy="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41" name="Oval 2045">
                <a:extLst>
                  <a:ext uri="{FF2B5EF4-FFF2-40B4-BE49-F238E27FC236}">
                    <a16:creationId xmlns:a16="http://schemas.microsoft.com/office/drawing/2014/main" id="{DF90974F-DC56-4E2D-8B5D-E0757E0294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1" y="2409"/>
                <a:ext cx="2" cy="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42" name="Freeform 2046">
                <a:extLst>
                  <a:ext uri="{FF2B5EF4-FFF2-40B4-BE49-F238E27FC236}">
                    <a16:creationId xmlns:a16="http://schemas.microsoft.com/office/drawing/2014/main" id="{8B2E75A4-2937-424D-9FBC-E0D9688AF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2398"/>
                <a:ext cx="9" cy="11"/>
              </a:xfrm>
              <a:custGeom>
                <a:avLst/>
                <a:gdLst>
                  <a:gd name="T0" fmla="*/ 9 w 13"/>
                  <a:gd name="T1" fmla="*/ 0 h 17"/>
                  <a:gd name="T2" fmla="*/ 8 w 13"/>
                  <a:gd name="T3" fmla="*/ 13 h 17"/>
                  <a:gd name="T4" fmla="*/ 0 w 13"/>
                  <a:gd name="T5" fmla="*/ 12 h 17"/>
                  <a:gd name="T6" fmla="*/ 9 w 13"/>
                  <a:gd name="T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" h="17">
                    <a:moveTo>
                      <a:pt x="9" y="0"/>
                    </a:moveTo>
                    <a:cubicBezTo>
                      <a:pt x="9" y="0"/>
                      <a:pt x="13" y="8"/>
                      <a:pt x="8" y="13"/>
                    </a:cubicBezTo>
                    <a:cubicBezTo>
                      <a:pt x="4" y="17"/>
                      <a:pt x="0" y="12"/>
                      <a:pt x="0" y="12"/>
                    </a:cubicBezTo>
                    <a:cubicBezTo>
                      <a:pt x="0" y="12"/>
                      <a:pt x="3" y="5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43" name="Freeform 2047">
                <a:extLst>
                  <a:ext uri="{FF2B5EF4-FFF2-40B4-BE49-F238E27FC236}">
                    <a16:creationId xmlns:a16="http://schemas.microsoft.com/office/drawing/2014/main" id="{F38D1DBC-CB24-48FB-9C33-69DA45863B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1" y="2436"/>
                <a:ext cx="18" cy="4"/>
              </a:xfrm>
              <a:custGeom>
                <a:avLst/>
                <a:gdLst>
                  <a:gd name="T0" fmla="*/ 26 w 26"/>
                  <a:gd name="T1" fmla="*/ 1 h 7"/>
                  <a:gd name="T2" fmla="*/ 0 w 26"/>
                  <a:gd name="T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6" h="7">
                    <a:moveTo>
                      <a:pt x="26" y="1"/>
                    </a:moveTo>
                    <a:cubicBezTo>
                      <a:pt x="26" y="1"/>
                      <a:pt x="17" y="7"/>
                      <a:pt x="0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44" name="Freeform 2048">
                <a:extLst>
                  <a:ext uri="{FF2B5EF4-FFF2-40B4-BE49-F238E27FC236}">
                    <a16:creationId xmlns:a16="http://schemas.microsoft.com/office/drawing/2014/main" id="{A87D36B1-DAFB-491C-A8EF-5DE89B3C89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1" y="2436"/>
                <a:ext cx="10" cy="10"/>
              </a:xfrm>
              <a:custGeom>
                <a:avLst/>
                <a:gdLst>
                  <a:gd name="T0" fmla="*/ 14 w 14"/>
                  <a:gd name="T1" fmla="*/ 15 h 15"/>
                  <a:gd name="T2" fmla="*/ 0 w 14"/>
                  <a:gd name="T3" fmla="*/ 3 h 15"/>
                  <a:gd name="T4" fmla="*/ 12 w 14"/>
                  <a:gd name="T5" fmla="*/ 0 h 15"/>
                  <a:gd name="T6" fmla="*/ 14 w 14"/>
                  <a:gd name="T7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" h="15">
                    <a:moveTo>
                      <a:pt x="14" y="15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5" y="3"/>
                      <a:pt x="12" y="0"/>
                    </a:cubicBezTo>
                    <a:lnTo>
                      <a:pt x="14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45" name="Freeform 2049">
                <a:extLst>
                  <a:ext uri="{FF2B5EF4-FFF2-40B4-BE49-F238E27FC236}">
                    <a16:creationId xmlns:a16="http://schemas.microsoft.com/office/drawing/2014/main" id="{4649519C-F105-4C1D-BB89-DAA63E0A2E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6" y="2376"/>
                <a:ext cx="51" cy="30"/>
              </a:xfrm>
              <a:custGeom>
                <a:avLst/>
                <a:gdLst>
                  <a:gd name="T0" fmla="*/ 75 w 75"/>
                  <a:gd name="T1" fmla="*/ 32 h 44"/>
                  <a:gd name="T2" fmla="*/ 30 w 75"/>
                  <a:gd name="T3" fmla="*/ 32 h 44"/>
                  <a:gd name="T4" fmla="*/ 21 w 75"/>
                  <a:gd name="T5" fmla="*/ 44 h 44"/>
                  <a:gd name="T6" fmla="*/ 16 w 75"/>
                  <a:gd name="T7" fmla="*/ 43 h 44"/>
                  <a:gd name="T8" fmla="*/ 22 w 75"/>
                  <a:gd name="T9" fmla="*/ 8 h 44"/>
                  <a:gd name="T10" fmla="*/ 69 w 75"/>
                  <a:gd name="T11" fmla="*/ 16 h 44"/>
                  <a:gd name="T12" fmla="*/ 75 w 75"/>
                  <a:gd name="T13" fmla="*/ 3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44">
                    <a:moveTo>
                      <a:pt x="75" y="32"/>
                    </a:moveTo>
                    <a:cubicBezTo>
                      <a:pt x="30" y="32"/>
                      <a:pt x="30" y="32"/>
                      <a:pt x="30" y="32"/>
                    </a:cubicBezTo>
                    <a:cubicBezTo>
                      <a:pt x="21" y="44"/>
                      <a:pt x="21" y="44"/>
                      <a:pt x="21" y="44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6" y="43"/>
                      <a:pt x="0" y="15"/>
                      <a:pt x="22" y="8"/>
                    </a:cubicBezTo>
                    <a:cubicBezTo>
                      <a:pt x="43" y="0"/>
                      <a:pt x="60" y="4"/>
                      <a:pt x="69" y="16"/>
                    </a:cubicBezTo>
                    <a:cubicBezTo>
                      <a:pt x="75" y="23"/>
                      <a:pt x="75" y="32"/>
                      <a:pt x="75" y="3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46" name="Freeform 2050">
                <a:extLst>
                  <a:ext uri="{FF2B5EF4-FFF2-40B4-BE49-F238E27FC236}">
                    <a16:creationId xmlns:a16="http://schemas.microsoft.com/office/drawing/2014/main" id="{CD5F08F4-9275-416E-989E-C95C2289A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3" y="2404"/>
                <a:ext cx="12" cy="15"/>
              </a:xfrm>
              <a:custGeom>
                <a:avLst/>
                <a:gdLst>
                  <a:gd name="T0" fmla="*/ 2 w 18"/>
                  <a:gd name="T1" fmla="*/ 14 h 22"/>
                  <a:gd name="T2" fmla="*/ 12 w 18"/>
                  <a:gd name="T3" fmla="*/ 21 h 22"/>
                  <a:gd name="T4" fmla="*/ 16 w 18"/>
                  <a:gd name="T5" fmla="*/ 9 h 22"/>
                  <a:gd name="T6" fmla="*/ 6 w 18"/>
                  <a:gd name="T7" fmla="*/ 1 h 22"/>
                  <a:gd name="T8" fmla="*/ 2 w 18"/>
                  <a:gd name="T9" fmla="*/ 14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22">
                    <a:moveTo>
                      <a:pt x="2" y="14"/>
                    </a:moveTo>
                    <a:cubicBezTo>
                      <a:pt x="4" y="19"/>
                      <a:pt x="8" y="22"/>
                      <a:pt x="12" y="21"/>
                    </a:cubicBezTo>
                    <a:cubicBezTo>
                      <a:pt x="17" y="20"/>
                      <a:pt x="18" y="14"/>
                      <a:pt x="16" y="9"/>
                    </a:cubicBezTo>
                    <a:cubicBezTo>
                      <a:pt x="15" y="3"/>
                      <a:pt x="10" y="0"/>
                      <a:pt x="6" y="1"/>
                    </a:cubicBezTo>
                    <a:cubicBezTo>
                      <a:pt x="2" y="3"/>
                      <a:pt x="0" y="8"/>
                      <a:pt x="2" y="14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47" name="Freeform 2051">
                <a:extLst>
                  <a:ext uri="{FF2B5EF4-FFF2-40B4-BE49-F238E27FC236}">
                    <a16:creationId xmlns:a16="http://schemas.microsoft.com/office/drawing/2014/main" id="{BF49DF8E-AC81-4F32-85CF-081C2B55FF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7" y="2408"/>
                <a:ext cx="4" cy="3"/>
              </a:xfrm>
              <a:custGeom>
                <a:avLst/>
                <a:gdLst>
                  <a:gd name="T0" fmla="*/ 6 w 6"/>
                  <a:gd name="T1" fmla="*/ 5 h 5"/>
                  <a:gd name="T2" fmla="*/ 1 w 6"/>
                  <a:gd name="T3" fmla="*/ 1 h 5"/>
                  <a:gd name="T4" fmla="*/ 0 w 6"/>
                  <a:gd name="T5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5">
                    <a:moveTo>
                      <a:pt x="6" y="5"/>
                    </a:moveTo>
                    <a:cubicBezTo>
                      <a:pt x="5" y="2"/>
                      <a:pt x="3" y="0"/>
                      <a:pt x="1" y="1"/>
                    </a:cubicBezTo>
                    <a:cubicBezTo>
                      <a:pt x="1" y="1"/>
                      <a:pt x="0" y="2"/>
                      <a:pt x="0" y="3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48" name="Freeform 2052">
                <a:extLst>
                  <a:ext uri="{FF2B5EF4-FFF2-40B4-BE49-F238E27FC236}">
                    <a16:creationId xmlns:a16="http://schemas.microsoft.com/office/drawing/2014/main" id="{B72114BE-CB6B-4FC8-9213-043C293021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9" y="2387"/>
                <a:ext cx="23" cy="11"/>
              </a:xfrm>
              <a:custGeom>
                <a:avLst/>
                <a:gdLst>
                  <a:gd name="T0" fmla="*/ 7 w 34"/>
                  <a:gd name="T1" fmla="*/ 15 h 15"/>
                  <a:gd name="T2" fmla="*/ 27 w 34"/>
                  <a:gd name="T3" fmla="*/ 15 h 15"/>
                  <a:gd name="T4" fmla="*/ 34 w 34"/>
                  <a:gd name="T5" fmla="*/ 8 h 15"/>
                  <a:gd name="T6" fmla="*/ 34 w 34"/>
                  <a:gd name="T7" fmla="*/ 8 h 15"/>
                  <a:gd name="T8" fmla="*/ 27 w 34"/>
                  <a:gd name="T9" fmla="*/ 0 h 15"/>
                  <a:gd name="T10" fmla="*/ 7 w 34"/>
                  <a:gd name="T11" fmla="*/ 0 h 15"/>
                  <a:gd name="T12" fmla="*/ 0 w 34"/>
                  <a:gd name="T13" fmla="*/ 8 h 15"/>
                  <a:gd name="T14" fmla="*/ 0 w 34"/>
                  <a:gd name="T15" fmla="*/ 8 h 15"/>
                  <a:gd name="T16" fmla="*/ 7 w 34"/>
                  <a:gd name="T17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15">
                    <a:moveTo>
                      <a:pt x="7" y="15"/>
                    </a:moveTo>
                    <a:cubicBezTo>
                      <a:pt x="27" y="15"/>
                      <a:pt x="27" y="15"/>
                      <a:pt x="27" y="15"/>
                    </a:cubicBezTo>
                    <a:cubicBezTo>
                      <a:pt x="31" y="15"/>
                      <a:pt x="34" y="12"/>
                      <a:pt x="34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3"/>
                      <a:pt x="31" y="0"/>
                      <a:pt x="2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49" name="Freeform 2053">
                <a:extLst>
                  <a:ext uri="{FF2B5EF4-FFF2-40B4-BE49-F238E27FC236}">
                    <a16:creationId xmlns:a16="http://schemas.microsoft.com/office/drawing/2014/main" id="{76551E25-B17D-44D6-B838-CA95D6B646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0" y="2382"/>
                <a:ext cx="18" cy="10"/>
              </a:xfrm>
              <a:custGeom>
                <a:avLst/>
                <a:gdLst>
                  <a:gd name="T0" fmla="*/ 7 w 27"/>
                  <a:gd name="T1" fmla="*/ 15 h 15"/>
                  <a:gd name="T2" fmla="*/ 20 w 27"/>
                  <a:gd name="T3" fmla="*/ 15 h 15"/>
                  <a:gd name="T4" fmla="*/ 27 w 27"/>
                  <a:gd name="T5" fmla="*/ 7 h 15"/>
                  <a:gd name="T6" fmla="*/ 27 w 27"/>
                  <a:gd name="T7" fmla="*/ 7 h 15"/>
                  <a:gd name="T8" fmla="*/ 20 w 27"/>
                  <a:gd name="T9" fmla="*/ 0 h 15"/>
                  <a:gd name="T10" fmla="*/ 7 w 27"/>
                  <a:gd name="T11" fmla="*/ 0 h 15"/>
                  <a:gd name="T12" fmla="*/ 0 w 27"/>
                  <a:gd name="T13" fmla="*/ 7 h 15"/>
                  <a:gd name="T14" fmla="*/ 0 w 27"/>
                  <a:gd name="T15" fmla="*/ 7 h 15"/>
                  <a:gd name="T16" fmla="*/ 7 w 27"/>
                  <a:gd name="T17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" h="15">
                    <a:moveTo>
                      <a:pt x="7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4" y="15"/>
                      <a:pt x="27" y="11"/>
                      <a:pt x="27" y="7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7" y="3"/>
                      <a:pt x="24" y="0"/>
                      <a:pt x="20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5"/>
                      <a:pt x="7" y="1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50" name="Freeform 2054">
                <a:extLst>
                  <a:ext uri="{FF2B5EF4-FFF2-40B4-BE49-F238E27FC236}">
                    <a16:creationId xmlns:a16="http://schemas.microsoft.com/office/drawing/2014/main" id="{0964C6F4-1512-4882-A776-EBE1460269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0" y="2379"/>
                <a:ext cx="5" cy="6"/>
              </a:xfrm>
              <a:custGeom>
                <a:avLst/>
                <a:gdLst>
                  <a:gd name="T0" fmla="*/ 7 w 7"/>
                  <a:gd name="T1" fmla="*/ 8 h 9"/>
                  <a:gd name="T2" fmla="*/ 1 w 7"/>
                  <a:gd name="T3" fmla="*/ 3 h 9"/>
                  <a:gd name="T4" fmla="*/ 4 w 7"/>
                  <a:gd name="T5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9">
                    <a:moveTo>
                      <a:pt x="7" y="8"/>
                    </a:moveTo>
                    <a:cubicBezTo>
                      <a:pt x="7" y="8"/>
                      <a:pt x="2" y="0"/>
                      <a:pt x="1" y="3"/>
                    </a:cubicBezTo>
                    <a:cubicBezTo>
                      <a:pt x="0" y="5"/>
                      <a:pt x="4" y="9"/>
                      <a:pt x="4" y="9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51" name="Freeform 2055">
                <a:extLst>
                  <a:ext uri="{FF2B5EF4-FFF2-40B4-BE49-F238E27FC236}">
                    <a16:creationId xmlns:a16="http://schemas.microsoft.com/office/drawing/2014/main" id="{C7CB8F31-6CB3-430D-8576-3FDD00FEFA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9" y="2383"/>
                <a:ext cx="6" cy="4"/>
              </a:xfrm>
              <a:custGeom>
                <a:avLst/>
                <a:gdLst>
                  <a:gd name="T0" fmla="*/ 8 w 8"/>
                  <a:gd name="T1" fmla="*/ 3 h 6"/>
                  <a:gd name="T2" fmla="*/ 0 w 8"/>
                  <a:gd name="T3" fmla="*/ 2 h 6"/>
                  <a:gd name="T4" fmla="*/ 6 w 8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6">
                    <a:moveTo>
                      <a:pt x="8" y="3"/>
                    </a:moveTo>
                    <a:cubicBezTo>
                      <a:pt x="8" y="3"/>
                      <a:pt x="0" y="0"/>
                      <a:pt x="0" y="2"/>
                    </a:cubicBezTo>
                    <a:cubicBezTo>
                      <a:pt x="0" y="5"/>
                      <a:pt x="6" y="6"/>
                      <a:pt x="6" y="6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52" name="Freeform 2056">
                <a:extLst>
                  <a:ext uri="{FF2B5EF4-FFF2-40B4-BE49-F238E27FC236}">
                    <a16:creationId xmlns:a16="http://schemas.microsoft.com/office/drawing/2014/main" id="{494BDFB6-DA5F-4B23-B751-B167A12FA3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3" y="2447"/>
                <a:ext cx="138" cy="239"/>
              </a:xfrm>
              <a:custGeom>
                <a:avLst/>
                <a:gdLst>
                  <a:gd name="T0" fmla="*/ 78 w 203"/>
                  <a:gd name="T1" fmla="*/ 0 h 351"/>
                  <a:gd name="T2" fmla="*/ 81 w 203"/>
                  <a:gd name="T3" fmla="*/ 64 h 351"/>
                  <a:gd name="T4" fmla="*/ 148 w 203"/>
                  <a:gd name="T5" fmla="*/ 64 h 351"/>
                  <a:gd name="T6" fmla="*/ 152 w 203"/>
                  <a:gd name="T7" fmla="*/ 5 h 351"/>
                  <a:gd name="T8" fmla="*/ 163 w 203"/>
                  <a:gd name="T9" fmla="*/ 9 h 351"/>
                  <a:gd name="T10" fmla="*/ 166 w 203"/>
                  <a:gd name="T11" fmla="*/ 13 h 351"/>
                  <a:gd name="T12" fmla="*/ 170 w 203"/>
                  <a:gd name="T13" fmla="*/ 72 h 351"/>
                  <a:gd name="T14" fmla="*/ 177 w 203"/>
                  <a:gd name="T15" fmla="*/ 217 h 351"/>
                  <a:gd name="T16" fmla="*/ 203 w 203"/>
                  <a:gd name="T17" fmla="*/ 351 h 351"/>
                  <a:gd name="T18" fmla="*/ 0 w 203"/>
                  <a:gd name="T19" fmla="*/ 349 h 351"/>
                  <a:gd name="T20" fmla="*/ 26 w 203"/>
                  <a:gd name="T21" fmla="*/ 167 h 351"/>
                  <a:gd name="T22" fmla="*/ 60 w 203"/>
                  <a:gd name="T23" fmla="*/ 106 h 351"/>
                  <a:gd name="T24" fmla="*/ 65 w 203"/>
                  <a:gd name="T25" fmla="*/ 48 h 351"/>
                  <a:gd name="T26" fmla="*/ 66 w 203"/>
                  <a:gd name="T27" fmla="*/ 4 h 351"/>
                  <a:gd name="T28" fmla="*/ 78 w 203"/>
                  <a:gd name="T29" fmla="*/ 0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03" h="351">
                    <a:moveTo>
                      <a:pt x="78" y="0"/>
                    </a:moveTo>
                    <a:cubicBezTo>
                      <a:pt x="81" y="64"/>
                      <a:pt x="81" y="64"/>
                      <a:pt x="81" y="64"/>
                    </a:cubicBezTo>
                    <a:cubicBezTo>
                      <a:pt x="148" y="64"/>
                      <a:pt x="148" y="64"/>
                      <a:pt x="148" y="64"/>
                    </a:cubicBezTo>
                    <a:cubicBezTo>
                      <a:pt x="152" y="5"/>
                      <a:pt x="152" y="5"/>
                      <a:pt x="152" y="5"/>
                    </a:cubicBezTo>
                    <a:cubicBezTo>
                      <a:pt x="163" y="9"/>
                      <a:pt x="163" y="9"/>
                      <a:pt x="163" y="9"/>
                    </a:cubicBezTo>
                    <a:cubicBezTo>
                      <a:pt x="165" y="9"/>
                      <a:pt x="166" y="11"/>
                      <a:pt x="166" y="13"/>
                    </a:cubicBezTo>
                    <a:cubicBezTo>
                      <a:pt x="170" y="72"/>
                      <a:pt x="170" y="72"/>
                      <a:pt x="170" y="72"/>
                    </a:cubicBezTo>
                    <a:cubicBezTo>
                      <a:pt x="177" y="217"/>
                      <a:pt x="177" y="217"/>
                      <a:pt x="177" y="217"/>
                    </a:cubicBezTo>
                    <a:cubicBezTo>
                      <a:pt x="203" y="351"/>
                      <a:pt x="203" y="351"/>
                      <a:pt x="203" y="351"/>
                    </a:cubicBezTo>
                    <a:cubicBezTo>
                      <a:pt x="0" y="349"/>
                      <a:pt x="0" y="349"/>
                      <a:pt x="0" y="349"/>
                    </a:cubicBezTo>
                    <a:cubicBezTo>
                      <a:pt x="26" y="167"/>
                      <a:pt x="26" y="167"/>
                      <a:pt x="26" y="167"/>
                    </a:cubicBezTo>
                    <a:cubicBezTo>
                      <a:pt x="60" y="106"/>
                      <a:pt x="60" y="106"/>
                      <a:pt x="60" y="106"/>
                    </a:cubicBezTo>
                    <a:cubicBezTo>
                      <a:pt x="60" y="106"/>
                      <a:pt x="64" y="50"/>
                      <a:pt x="65" y="48"/>
                    </a:cubicBezTo>
                    <a:cubicBezTo>
                      <a:pt x="65" y="46"/>
                      <a:pt x="64" y="5"/>
                      <a:pt x="66" y="4"/>
                    </a:cubicBezTo>
                    <a:cubicBezTo>
                      <a:pt x="67" y="3"/>
                      <a:pt x="78" y="0"/>
                      <a:pt x="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53" name="Freeform 2057">
                <a:extLst>
                  <a:ext uri="{FF2B5EF4-FFF2-40B4-BE49-F238E27FC236}">
                    <a16:creationId xmlns:a16="http://schemas.microsoft.com/office/drawing/2014/main" id="{568F15BF-7667-438A-92F1-1160370387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0" y="2487"/>
                <a:ext cx="84" cy="79"/>
              </a:xfrm>
              <a:custGeom>
                <a:avLst/>
                <a:gdLst>
                  <a:gd name="T0" fmla="*/ 74 w 123"/>
                  <a:gd name="T1" fmla="*/ 22 h 117"/>
                  <a:gd name="T2" fmla="*/ 53 w 123"/>
                  <a:gd name="T3" fmla="*/ 66 h 117"/>
                  <a:gd name="T4" fmla="*/ 123 w 123"/>
                  <a:gd name="T5" fmla="*/ 90 h 117"/>
                  <a:gd name="T6" fmla="*/ 118 w 123"/>
                  <a:gd name="T7" fmla="*/ 110 h 117"/>
                  <a:gd name="T8" fmla="*/ 28 w 123"/>
                  <a:gd name="T9" fmla="*/ 99 h 117"/>
                  <a:gd name="T10" fmla="*/ 7 w 123"/>
                  <a:gd name="T11" fmla="*/ 63 h 117"/>
                  <a:gd name="T12" fmla="*/ 21 w 123"/>
                  <a:gd name="T13" fmla="*/ 0 h 117"/>
                  <a:gd name="T14" fmla="*/ 74 w 123"/>
                  <a:gd name="T15" fmla="*/ 22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3" h="117">
                    <a:moveTo>
                      <a:pt x="74" y="22"/>
                    </a:moveTo>
                    <a:cubicBezTo>
                      <a:pt x="53" y="66"/>
                      <a:pt x="53" y="66"/>
                      <a:pt x="53" y="66"/>
                    </a:cubicBezTo>
                    <a:cubicBezTo>
                      <a:pt x="123" y="90"/>
                      <a:pt x="123" y="90"/>
                      <a:pt x="123" y="90"/>
                    </a:cubicBezTo>
                    <a:cubicBezTo>
                      <a:pt x="123" y="90"/>
                      <a:pt x="119" y="117"/>
                      <a:pt x="118" y="110"/>
                    </a:cubicBezTo>
                    <a:cubicBezTo>
                      <a:pt x="28" y="99"/>
                      <a:pt x="28" y="99"/>
                      <a:pt x="28" y="99"/>
                    </a:cubicBezTo>
                    <a:cubicBezTo>
                      <a:pt x="11" y="97"/>
                      <a:pt x="0" y="79"/>
                      <a:pt x="7" y="63"/>
                    </a:cubicBezTo>
                    <a:cubicBezTo>
                      <a:pt x="21" y="0"/>
                      <a:pt x="21" y="0"/>
                      <a:pt x="21" y="0"/>
                    </a:cubicBezTo>
                    <a:lnTo>
                      <a:pt x="74" y="22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54" name="Line 2058">
                <a:extLst>
                  <a:ext uri="{FF2B5EF4-FFF2-40B4-BE49-F238E27FC236}">
                    <a16:creationId xmlns:a16="http://schemas.microsoft.com/office/drawing/2014/main" id="{43B1B988-E4E0-43C2-B841-BB0E2C9F00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41" y="2530"/>
                <a:ext cx="5" cy="2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55" name="Rectangle 2059">
                <a:extLst>
                  <a:ext uri="{FF2B5EF4-FFF2-40B4-BE49-F238E27FC236}">
                    <a16:creationId xmlns:a16="http://schemas.microsoft.com/office/drawing/2014/main" id="{24FD9805-91A0-4B30-AF69-B4E9CCEB57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7" y="2502"/>
                <a:ext cx="19" cy="6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56" name="Freeform 2060">
                <a:extLst>
                  <a:ext uri="{FF2B5EF4-FFF2-40B4-BE49-F238E27FC236}">
                    <a16:creationId xmlns:a16="http://schemas.microsoft.com/office/drawing/2014/main" id="{2EEAA300-1F5F-4DF9-9B00-5F05B3A403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4" y="2529"/>
                <a:ext cx="32" cy="9"/>
              </a:xfrm>
              <a:custGeom>
                <a:avLst/>
                <a:gdLst>
                  <a:gd name="T0" fmla="*/ 4 w 47"/>
                  <a:gd name="T1" fmla="*/ 13 h 13"/>
                  <a:gd name="T2" fmla="*/ 44 w 47"/>
                  <a:gd name="T3" fmla="*/ 13 h 13"/>
                  <a:gd name="T4" fmla="*/ 47 w 47"/>
                  <a:gd name="T5" fmla="*/ 9 h 13"/>
                  <a:gd name="T6" fmla="*/ 47 w 47"/>
                  <a:gd name="T7" fmla="*/ 4 h 13"/>
                  <a:gd name="T8" fmla="*/ 44 w 47"/>
                  <a:gd name="T9" fmla="*/ 0 h 13"/>
                  <a:gd name="T10" fmla="*/ 4 w 47"/>
                  <a:gd name="T11" fmla="*/ 0 h 13"/>
                  <a:gd name="T12" fmla="*/ 0 w 47"/>
                  <a:gd name="T13" fmla="*/ 4 h 13"/>
                  <a:gd name="T14" fmla="*/ 0 w 47"/>
                  <a:gd name="T15" fmla="*/ 9 h 13"/>
                  <a:gd name="T16" fmla="*/ 4 w 47"/>
                  <a:gd name="T17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13">
                    <a:moveTo>
                      <a:pt x="4" y="13"/>
                    </a:moveTo>
                    <a:cubicBezTo>
                      <a:pt x="44" y="13"/>
                      <a:pt x="44" y="13"/>
                      <a:pt x="44" y="13"/>
                    </a:cubicBezTo>
                    <a:cubicBezTo>
                      <a:pt x="46" y="13"/>
                      <a:pt x="47" y="11"/>
                      <a:pt x="47" y="9"/>
                    </a:cubicBezTo>
                    <a:cubicBezTo>
                      <a:pt x="47" y="4"/>
                      <a:pt x="47" y="4"/>
                      <a:pt x="47" y="4"/>
                    </a:cubicBezTo>
                    <a:cubicBezTo>
                      <a:pt x="47" y="2"/>
                      <a:pt x="46" y="0"/>
                      <a:pt x="4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1"/>
                      <a:pt x="2" y="13"/>
                      <a:pt x="4" y="13"/>
                    </a:cubicBezTo>
                    <a:close/>
                  </a:path>
                </a:pathLst>
              </a:custGeom>
              <a:noFill/>
              <a:ln w="1588" cap="flat">
                <a:solidFill>
                  <a:srgbClr val="FF79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57" name="Freeform 2061">
                <a:extLst>
                  <a:ext uri="{FF2B5EF4-FFF2-40B4-BE49-F238E27FC236}">
                    <a16:creationId xmlns:a16="http://schemas.microsoft.com/office/drawing/2014/main" id="{E6FD0408-9245-4E0B-A8CA-6514D66A30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7" y="2538"/>
                <a:ext cx="27" cy="37"/>
              </a:xfrm>
              <a:custGeom>
                <a:avLst/>
                <a:gdLst>
                  <a:gd name="T0" fmla="*/ 27 w 27"/>
                  <a:gd name="T1" fmla="*/ 0 h 37"/>
                  <a:gd name="T2" fmla="*/ 24 w 27"/>
                  <a:gd name="T3" fmla="*/ 37 h 37"/>
                  <a:gd name="T4" fmla="*/ 3 w 27"/>
                  <a:gd name="T5" fmla="*/ 37 h 37"/>
                  <a:gd name="T6" fmla="*/ 0 w 27"/>
                  <a:gd name="T7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" h="37">
                    <a:moveTo>
                      <a:pt x="27" y="0"/>
                    </a:moveTo>
                    <a:lnTo>
                      <a:pt x="24" y="37"/>
                    </a:lnTo>
                    <a:lnTo>
                      <a:pt x="3" y="37"/>
                    </a:lnTo>
                    <a:lnTo>
                      <a:pt x="0" y="0"/>
                    </a:lnTo>
                  </a:path>
                </a:pathLst>
              </a:custGeom>
              <a:noFill/>
              <a:ln w="1588" cap="flat">
                <a:solidFill>
                  <a:srgbClr val="FF79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58" name="Freeform 2062">
                <a:extLst>
                  <a:ext uri="{FF2B5EF4-FFF2-40B4-BE49-F238E27FC236}">
                    <a16:creationId xmlns:a16="http://schemas.microsoft.com/office/drawing/2014/main" id="{960B97A7-D435-4DBD-BD81-AE2815BBD6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8" y="2534"/>
                <a:ext cx="101" cy="38"/>
              </a:xfrm>
              <a:custGeom>
                <a:avLst/>
                <a:gdLst>
                  <a:gd name="T0" fmla="*/ 100 w 149"/>
                  <a:gd name="T1" fmla="*/ 49 h 56"/>
                  <a:gd name="T2" fmla="*/ 0 w 149"/>
                  <a:gd name="T3" fmla="*/ 30 h 56"/>
                  <a:gd name="T4" fmla="*/ 32 w 149"/>
                  <a:gd name="T5" fmla="*/ 0 h 56"/>
                  <a:gd name="T6" fmla="*/ 71 w 149"/>
                  <a:gd name="T7" fmla="*/ 20 h 56"/>
                  <a:gd name="T8" fmla="*/ 99 w 149"/>
                  <a:gd name="T9" fmla="*/ 16 h 56"/>
                  <a:gd name="T10" fmla="*/ 121 w 149"/>
                  <a:gd name="T11" fmla="*/ 19 h 56"/>
                  <a:gd name="T12" fmla="*/ 141 w 149"/>
                  <a:gd name="T13" fmla="*/ 18 h 56"/>
                  <a:gd name="T14" fmla="*/ 149 w 149"/>
                  <a:gd name="T15" fmla="*/ 23 h 56"/>
                  <a:gd name="T16" fmla="*/ 146 w 149"/>
                  <a:gd name="T17" fmla="*/ 45 h 56"/>
                  <a:gd name="T18" fmla="*/ 138 w 149"/>
                  <a:gd name="T19" fmla="*/ 53 h 56"/>
                  <a:gd name="T20" fmla="*/ 119 w 149"/>
                  <a:gd name="T21" fmla="*/ 56 h 56"/>
                  <a:gd name="T22" fmla="*/ 103 w 149"/>
                  <a:gd name="T23" fmla="*/ 50 h 56"/>
                  <a:gd name="T24" fmla="*/ 100 w 149"/>
                  <a:gd name="T25" fmla="*/ 49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9" h="56">
                    <a:moveTo>
                      <a:pt x="100" y="49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2" y="0"/>
                      <a:pt x="64" y="19"/>
                      <a:pt x="71" y="20"/>
                    </a:cubicBezTo>
                    <a:cubicBezTo>
                      <a:pt x="81" y="22"/>
                      <a:pt x="91" y="17"/>
                      <a:pt x="99" y="16"/>
                    </a:cubicBezTo>
                    <a:cubicBezTo>
                      <a:pt x="107" y="16"/>
                      <a:pt x="110" y="19"/>
                      <a:pt x="121" y="19"/>
                    </a:cubicBezTo>
                    <a:cubicBezTo>
                      <a:pt x="130" y="19"/>
                      <a:pt x="141" y="18"/>
                      <a:pt x="141" y="18"/>
                    </a:cubicBezTo>
                    <a:cubicBezTo>
                      <a:pt x="141" y="18"/>
                      <a:pt x="148" y="14"/>
                      <a:pt x="149" y="23"/>
                    </a:cubicBezTo>
                    <a:cubicBezTo>
                      <a:pt x="149" y="28"/>
                      <a:pt x="147" y="38"/>
                      <a:pt x="146" y="45"/>
                    </a:cubicBezTo>
                    <a:cubicBezTo>
                      <a:pt x="145" y="49"/>
                      <a:pt x="142" y="52"/>
                      <a:pt x="138" y="53"/>
                    </a:cubicBezTo>
                    <a:cubicBezTo>
                      <a:pt x="132" y="55"/>
                      <a:pt x="123" y="56"/>
                      <a:pt x="119" y="56"/>
                    </a:cubicBezTo>
                    <a:cubicBezTo>
                      <a:pt x="113" y="55"/>
                      <a:pt x="103" y="50"/>
                      <a:pt x="103" y="50"/>
                    </a:cubicBezTo>
                    <a:lnTo>
                      <a:pt x="100" y="49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59" name="Freeform 2063">
                <a:extLst>
                  <a:ext uri="{FF2B5EF4-FFF2-40B4-BE49-F238E27FC236}">
                    <a16:creationId xmlns:a16="http://schemas.microsoft.com/office/drawing/2014/main" id="{1F9F38C4-48B0-40FA-9EB5-B0E652DAAF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5" y="2540"/>
                <a:ext cx="13" cy="7"/>
              </a:xfrm>
              <a:custGeom>
                <a:avLst/>
                <a:gdLst>
                  <a:gd name="T0" fmla="*/ 0 w 13"/>
                  <a:gd name="T1" fmla="*/ 7 h 7"/>
                  <a:gd name="T2" fmla="*/ 11 w 13"/>
                  <a:gd name="T3" fmla="*/ 0 h 7"/>
                  <a:gd name="T4" fmla="*/ 13 w 13"/>
                  <a:gd name="T5" fmla="*/ 7 h 7"/>
                  <a:gd name="T6" fmla="*/ 0 w 13"/>
                  <a:gd name="T7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" h="7">
                    <a:moveTo>
                      <a:pt x="0" y="7"/>
                    </a:moveTo>
                    <a:lnTo>
                      <a:pt x="11" y="0"/>
                    </a:lnTo>
                    <a:lnTo>
                      <a:pt x="13" y="7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60" name="Freeform 2064">
                <a:extLst>
                  <a:ext uri="{FF2B5EF4-FFF2-40B4-BE49-F238E27FC236}">
                    <a16:creationId xmlns:a16="http://schemas.microsoft.com/office/drawing/2014/main" id="{F470A783-1476-47CB-ADC8-1018D52094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7" y="2545"/>
                <a:ext cx="23" cy="4"/>
              </a:xfrm>
              <a:custGeom>
                <a:avLst/>
                <a:gdLst>
                  <a:gd name="T0" fmla="*/ 34 w 34"/>
                  <a:gd name="T1" fmla="*/ 3 h 6"/>
                  <a:gd name="T2" fmla="*/ 0 w 34"/>
                  <a:gd name="T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4" h="6">
                    <a:moveTo>
                      <a:pt x="34" y="3"/>
                    </a:moveTo>
                    <a:cubicBezTo>
                      <a:pt x="34" y="3"/>
                      <a:pt x="13" y="6"/>
                      <a:pt x="0" y="0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61" name="Freeform 2065">
                <a:extLst>
                  <a:ext uri="{FF2B5EF4-FFF2-40B4-BE49-F238E27FC236}">
                    <a16:creationId xmlns:a16="http://schemas.microsoft.com/office/drawing/2014/main" id="{B8FB270F-16D7-453E-83F1-EAE5FDD483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3" y="2453"/>
                <a:ext cx="66" cy="61"/>
              </a:xfrm>
              <a:custGeom>
                <a:avLst/>
                <a:gdLst>
                  <a:gd name="T0" fmla="*/ 0 w 97"/>
                  <a:gd name="T1" fmla="*/ 80 h 90"/>
                  <a:gd name="T2" fmla="*/ 43 w 97"/>
                  <a:gd name="T3" fmla="*/ 46 h 90"/>
                  <a:gd name="T4" fmla="*/ 60 w 97"/>
                  <a:gd name="T5" fmla="*/ 23 h 90"/>
                  <a:gd name="T6" fmla="*/ 64 w 97"/>
                  <a:gd name="T7" fmla="*/ 3 h 90"/>
                  <a:gd name="T8" fmla="*/ 68 w 97"/>
                  <a:gd name="T9" fmla="*/ 2 h 90"/>
                  <a:gd name="T10" fmla="*/ 70 w 97"/>
                  <a:gd name="T11" fmla="*/ 8 h 90"/>
                  <a:gd name="T12" fmla="*/ 69 w 97"/>
                  <a:gd name="T13" fmla="*/ 32 h 90"/>
                  <a:gd name="T14" fmla="*/ 82 w 97"/>
                  <a:gd name="T15" fmla="*/ 44 h 90"/>
                  <a:gd name="T16" fmla="*/ 94 w 97"/>
                  <a:gd name="T17" fmla="*/ 42 h 90"/>
                  <a:gd name="T18" fmla="*/ 95 w 97"/>
                  <a:gd name="T19" fmla="*/ 47 h 90"/>
                  <a:gd name="T20" fmla="*/ 82 w 97"/>
                  <a:gd name="T21" fmla="*/ 55 h 90"/>
                  <a:gd name="T22" fmla="*/ 64 w 97"/>
                  <a:gd name="T23" fmla="*/ 63 h 90"/>
                  <a:gd name="T24" fmla="*/ 41 w 97"/>
                  <a:gd name="T25" fmla="*/ 90 h 90"/>
                  <a:gd name="T26" fmla="*/ 0 w 97"/>
                  <a:gd name="T27" fmla="*/ 8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7" h="90">
                    <a:moveTo>
                      <a:pt x="0" y="80"/>
                    </a:moveTo>
                    <a:cubicBezTo>
                      <a:pt x="0" y="80"/>
                      <a:pt x="39" y="50"/>
                      <a:pt x="43" y="46"/>
                    </a:cubicBezTo>
                    <a:cubicBezTo>
                      <a:pt x="47" y="43"/>
                      <a:pt x="57" y="33"/>
                      <a:pt x="60" y="23"/>
                    </a:cubicBezTo>
                    <a:cubicBezTo>
                      <a:pt x="61" y="17"/>
                      <a:pt x="63" y="7"/>
                      <a:pt x="64" y="3"/>
                    </a:cubicBezTo>
                    <a:cubicBezTo>
                      <a:pt x="65" y="1"/>
                      <a:pt x="67" y="0"/>
                      <a:pt x="68" y="2"/>
                    </a:cubicBezTo>
                    <a:cubicBezTo>
                      <a:pt x="69" y="3"/>
                      <a:pt x="69" y="5"/>
                      <a:pt x="70" y="8"/>
                    </a:cubicBezTo>
                    <a:cubicBezTo>
                      <a:pt x="70" y="16"/>
                      <a:pt x="69" y="26"/>
                      <a:pt x="69" y="32"/>
                    </a:cubicBezTo>
                    <a:cubicBezTo>
                      <a:pt x="70" y="39"/>
                      <a:pt x="69" y="48"/>
                      <a:pt x="82" y="44"/>
                    </a:cubicBezTo>
                    <a:cubicBezTo>
                      <a:pt x="88" y="43"/>
                      <a:pt x="91" y="42"/>
                      <a:pt x="94" y="42"/>
                    </a:cubicBezTo>
                    <a:cubicBezTo>
                      <a:pt x="96" y="43"/>
                      <a:pt x="97" y="46"/>
                      <a:pt x="95" y="47"/>
                    </a:cubicBezTo>
                    <a:cubicBezTo>
                      <a:pt x="91" y="49"/>
                      <a:pt x="85" y="53"/>
                      <a:pt x="82" y="55"/>
                    </a:cubicBezTo>
                    <a:cubicBezTo>
                      <a:pt x="78" y="60"/>
                      <a:pt x="74" y="63"/>
                      <a:pt x="64" y="63"/>
                    </a:cubicBezTo>
                    <a:cubicBezTo>
                      <a:pt x="41" y="90"/>
                      <a:pt x="41" y="90"/>
                      <a:pt x="41" y="90"/>
                    </a:cubicBezTo>
                    <a:lnTo>
                      <a:pt x="0" y="80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62" name="Freeform 2066">
                <a:extLst>
                  <a:ext uri="{FF2B5EF4-FFF2-40B4-BE49-F238E27FC236}">
                    <a16:creationId xmlns:a16="http://schemas.microsoft.com/office/drawing/2014/main" id="{3657FF4F-3191-4C0B-B73D-7A5A123E1A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7" y="2458"/>
                <a:ext cx="12" cy="18"/>
              </a:xfrm>
              <a:custGeom>
                <a:avLst/>
                <a:gdLst>
                  <a:gd name="T0" fmla="*/ 0 w 18"/>
                  <a:gd name="T1" fmla="*/ 15 h 27"/>
                  <a:gd name="T2" fmla="*/ 14 w 18"/>
                  <a:gd name="T3" fmla="*/ 1 h 27"/>
                  <a:gd name="T4" fmla="*/ 17 w 18"/>
                  <a:gd name="T5" fmla="*/ 2 h 27"/>
                  <a:gd name="T6" fmla="*/ 16 w 18"/>
                  <a:gd name="T7" fmla="*/ 9 h 27"/>
                  <a:gd name="T8" fmla="*/ 1 w 18"/>
                  <a:gd name="T9" fmla="*/ 27 h 27"/>
                  <a:gd name="T10" fmla="*/ 0 w 18"/>
                  <a:gd name="T11" fmla="*/ 1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27">
                    <a:moveTo>
                      <a:pt x="0" y="15"/>
                    </a:moveTo>
                    <a:cubicBezTo>
                      <a:pt x="14" y="1"/>
                      <a:pt x="14" y="1"/>
                      <a:pt x="14" y="1"/>
                    </a:cubicBezTo>
                    <a:cubicBezTo>
                      <a:pt x="15" y="0"/>
                      <a:pt x="17" y="1"/>
                      <a:pt x="17" y="2"/>
                    </a:cubicBezTo>
                    <a:cubicBezTo>
                      <a:pt x="18" y="4"/>
                      <a:pt x="17" y="7"/>
                      <a:pt x="16" y="9"/>
                    </a:cubicBezTo>
                    <a:cubicBezTo>
                      <a:pt x="14" y="12"/>
                      <a:pt x="1" y="27"/>
                      <a:pt x="1" y="27"/>
                    </a:cubicBez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63" name="Freeform 2067">
                <a:extLst>
                  <a:ext uri="{FF2B5EF4-FFF2-40B4-BE49-F238E27FC236}">
                    <a16:creationId xmlns:a16="http://schemas.microsoft.com/office/drawing/2014/main" id="{35EE35AA-885F-415D-A847-30E2671622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3" y="2466"/>
                <a:ext cx="16" cy="15"/>
              </a:xfrm>
              <a:custGeom>
                <a:avLst/>
                <a:gdLst>
                  <a:gd name="T0" fmla="*/ 3 w 23"/>
                  <a:gd name="T1" fmla="*/ 10 h 21"/>
                  <a:gd name="T2" fmla="*/ 20 w 23"/>
                  <a:gd name="T3" fmla="*/ 1 h 21"/>
                  <a:gd name="T4" fmla="*/ 23 w 23"/>
                  <a:gd name="T5" fmla="*/ 3 h 21"/>
                  <a:gd name="T6" fmla="*/ 19 w 23"/>
                  <a:gd name="T7" fmla="*/ 8 h 21"/>
                  <a:gd name="T8" fmla="*/ 0 w 23"/>
                  <a:gd name="T9" fmla="*/ 21 h 21"/>
                  <a:gd name="T10" fmla="*/ 3 w 23"/>
                  <a:gd name="T11" fmla="*/ 1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21">
                    <a:moveTo>
                      <a:pt x="3" y="10"/>
                    </a:moveTo>
                    <a:cubicBezTo>
                      <a:pt x="20" y="1"/>
                      <a:pt x="20" y="1"/>
                      <a:pt x="20" y="1"/>
                    </a:cubicBezTo>
                    <a:cubicBezTo>
                      <a:pt x="21" y="0"/>
                      <a:pt x="23" y="1"/>
                      <a:pt x="23" y="3"/>
                    </a:cubicBezTo>
                    <a:cubicBezTo>
                      <a:pt x="22" y="4"/>
                      <a:pt x="20" y="7"/>
                      <a:pt x="19" y="8"/>
                    </a:cubicBezTo>
                    <a:cubicBezTo>
                      <a:pt x="16" y="11"/>
                      <a:pt x="0" y="21"/>
                      <a:pt x="0" y="21"/>
                    </a:cubicBezTo>
                    <a:lnTo>
                      <a:pt x="3" y="10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64" name="Line 2068">
                <a:extLst>
                  <a:ext uri="{FF2B5EF4-FFF2-40B4-BE49-F238E27FC236}">
                    <a16:creationId xmlns:a16="http://schemas.microsoft.com/office/drawing/2014/main" id="{1E323A6C-D186-4A9B-B4AB-21900E685A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0" y="2465"/>
                <a:ext cx="0" cy="6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65" name="Freeform 2069">
                <a:extLst>
                  <a:ext uri="{FF2B5EF4-FFF2-40B4-BE49-F238E27FC236}">
                    <a16:creationId xmlns:a16="http://schemas.microsoft.com/office/drawing/2014/main" id="{0D09A308-5D5C-4CBC-97E2-8D006B3F11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9" y="2482"/>
                <a:ext cx="80" cy="79"/>
              </a:xfrm>
              <a:custGeom>
                <a:avLst/>
                <a:gdLst>
                  <a:gd name="T0" fmla="*/ 80 w 80"/>
                  <a:gd name="T1" fmla="*/ 11 h 79"/>
                  <a:gd name="T2" fmla="*/ 24 w 80"/>
                  <a:gd name="T3" fmla="*/ 79 h 79"/>
                  <a:gd name="T4" fmla="*/ 0 w 80"/>
                  <a:gd name="T5" fmla="*/ 48 h 79"/>
                  <a:gd name="T6" fmla="*/ 68 w 80"/>
                  <a:gd name="T7" fmla="*/ 0 h 79"/>
                  <a:gd name="T8" fmla="*/ 80 w 80"/>
                  <a:gd name="T9" fmla="*/ 11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79">
                    <a:moveTo>
                      <a:pt x="80" y="11"/>
                    </a:moveTo>
                    <a:lnTo>
                      <a:pt x="24" y="79"/>
                    </a:lnTo>
                    <a:lnTo>
                      <a:pt x="0" y="48"/>
                    </a:lnTo>
                    <a:lnTo>
                      <a:pt x="68" y="0"/>
                    </a:lnTo>
                    <a:lnTo>
                      <a:pt x="80" y="11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66" name="Oval 2070">
                <a:extLst>
                  <a:ext uri="{FF2B5EF4-FFF2-40B4-BE49-F238E27FC236}">
                    <a16:creationId xmlns:a16="http://schemas.microsoft.com/office/drawing/2014/main" id="{D5A10495-0974-441F-865E-9E98447D4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0" y="2527"/>
                <a:ext cx="39" cy="39"/>
              </a:xfrm>
              <a:prstGeom prst="ellipse">
                <a:avLst/>
              </a:pr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67" name="Freeform 2071">
                <a:extLst>
                  <a:ext uri="{FF2B5EF4-FFF2-40B4-BE49-F238E27FC236}">
                    <a16:creationId xmlns:a16="http://schemas.microsoft.com/office/drawing/2014/main" id="{4DA44765-8779-4CD0-BD67-6F9BA3B72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7" y="2852"/>
                <a:ext cx="28" cy="22"/>
              </a:xfrm>
              <a:custGeom>
                <a:avLst/>
                <a:gdLst>
                  <a:gd name="T0" fmla="*/ 0 w 40"/>
                  <a:gd name="T1" fmla="*/ 27 h 32"/>
                  <a:gd name="T2" fmla="*/ 19 w 40"/>
                  <a:gd name="T3" fmla="*/ 4 h 32"/>
                  <a:gd name="T4" fmla="*/ 40 w 40"/>
                  <a:gd name="T5" fmla="*/ 2 h 32"/>
                  <a:gd name="T6" fmla="*/ 22 w 40"/>
                  <a:gd name="T7" fmla="*/ 27 h 32"/>
                  <a:gd name="T8" fmla="*/ 0 w 40"/>
                  <a:gd name="T9" fmla="*/ 27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32">
                    <a:moveTo>
                      <a:pt x="0" y="27"/>
                    </a:moveTo>
                    <a:cubicBezTo>
                      <a:pt x="0" y="27"/>
                      <a:pt x="5" y="9"/>
                      <a:pt x="19" y="4"/>
                    </a:cubicBezTo>
                    <a:cubicBezTo>
                      <a:pt x="34" y="0"/>
                      <a:pt x="40" y="2"/>
                      <a:pt x="40" y="2"/>
                    </a:cubicBezTo>
                    <a:cubicBezTo>
                      <a:pt x="40" y="2"/>
                      <a:pt x="32" y="22"/>
                      <a:pt x="22" y="27"/>
                    </a:cubicBezTo>
                    <a:cubicBezTo>
                      <a:pt x="13" y="32"/>
                      <a:pt x="0" y="27"/>
                      <a:pt x="0" y="27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68" name="Line 2072">
                <a:extLst>
                  <a:ext uri="{FF2B5EF4-FFF2-40B4-BE49-F238E27FC236}">
                    <a16:creationId xmlns:a16="http://schemas.microsoft.com/office/drawing/2014/main" id="{B0BF1EF1-8AC4-400F-BC2C-687099B3BE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88" y="2854"/>
                <a:ext cx="16" cy="10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69" name="Freeform 2073">
                <a:extLst>
                  <a:ext uri="{FF2B5EF4-FFF2-40B4-BE49-F238E27FC236}">
                    <a16:creationId xmlns:a16="http://schemas.microsoft.com/office/drawing/2014/main" id="{D9CFF254-81D7-4BA7-A530-9B1039512F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9" y="2864"/>
                <a:ext cx="19" cy="8"/>
              </a:xfrm>
              <a:custGeom>
                <a:avLst/>
                <a:gdLst>
                  <a:gd name="T0" fmla="*/ 27 w 27"/>
                  <a:gd name="T1" fmla="*/ 12 h 12"/>
                  <a:gd name="T2" fmla="*/ 17 w 27"/>
                  <a:gd name="T3" fmla="*/ 4 h 12"/>
                  <a:gd name="T4" fmla="*/ 1 w 27"/>
                  <a:gd name="T5" fmla="*/ 1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7" h="12">
                    <a:moveTo>
                      <a:pt x="27" y="12"/>
                    </a:moveTo>
                    <a:cubicBezTo>
                      <a:pt x="25" y="9"/>
                      <a:pt x="21" y="6"/>
                      <a:pt x="17" y="4"/>
                    </a:cubicBezTo>
                    <a:cubicBezTo>
                      <a:pt x="9" y="0"/>
                      <a:pt x="0" y="0"/>
                      <a:pt x="1" y="11"/>
                    </a:cubicBezTo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70" name="Freeform 2074">
                <a:extLst>
                  <a:ext uri="{FF2B5EF4-FFF2-40B4-BE49-F238E27FC236}">
                    <a16:creationId xmlns:a16="http://schemas.microsoft.com/office/drawing/2014/main" id="{C045FD7B-9A5B-4C56-B74E-6E419DF483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2831"/>
                <a:ext cx="47" cy="43"/>
              </a:xfrm>
              <a:custGeom>
                <a:avLst/>
                <a:gdLst>
                  <a:gd name="T0" fmla="*/ 68 w 69"/>
                  <a:gd name="T1" fmla="*/ 57 h 63"/>
                  <a:gd name="T2" fmla="*/ 38 w 69"/>
                  <a:gd name="T3" fmla="*/ 11 h 63"/>
                  <a:gd name="T4" fmla="*/ 0 w 69"/>
                  <a:gd name="T5" fmla="*/ 3 h 63"/>
                  <a:gd name="T6" fmla="*/ 28 w 69"/>
                  <a:gd name="T7" fmla="*/ 52 h 63"/>
                  <a:gd name="T8" fmla="*/ 68 w 69"/>
                  <a:gd name="T9" fmla="*/ 5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" h="63">
                    <a:moveTo>
                      <a:pt x="68" y="57"/>
                    </a:moveTo>
                    <a:cubicBezTo>
                      <a:pt x="69" y="56"/>
                      <a:pt x="63" y="22"/>
                      <a:pt x="38" y="11"/>
                    </a:cubicBezTo>
                    <a:cubicBezTo>
                      <a:pt x="12" y="0"/>
                      <a:pt x="0" y="3"/>
                      <a:pt x="0" y="3"/>
                    </a:cubicBezTo>
                    <a:cubicBezTo>
                      <a:pt x="0" y="3"/>
                      <a:pt x="12" y="41"/>
                      <a:pt x="28" y="52"/>
                    </a:cubicBezTo>
                    <a:cubicBezTo>
                      <a:pt x="45" y="63"/>
                      <a:pt x="68" y="57"/>
                      <a:pt x="68" y="57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71" name="Line 2075">
                <a:extLst>
                  <a:ext uri="{FF2B5EF4-FFF2-40B4-BE49-F238E27FC236}">
                    <a16:creationId xmlns:a16="http://schemas.microsoft.com/office/drawing/2014/main" id="{E66AE905-00DF-4A97-9F8A-0584A98867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9" y="2834"/>
                <a:ext cx="27" cy="22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72" name="Line 2076">
                <a:extLst>
                  <a:ext uri="{FF2B5EF4-FFF2-40B4-BE49-F238E27FC236}">
                    <a16:creationId xmlns:a16="http://schemas.microsoft.com/office/drawing/2014/main" id="{07263868-122D-46D4-B7B4-9D8332374E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22" y="2871"/>
                <a:ext cx="168" cy="0"/>
              </a:xfrm>
              <a:prstGeom prst="line">
                <a:avLst/>
              </a:prstGeom>
              <a:noFill/>
              <a:ln w="1588" cap="rnd">
                <a:solidFill>
                  <a:srgbClr val="D6D6D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73" name="Line 2077">
                <a:extLst>
                  <a:ext uri="{FF2B5EF4-FFF2-40B4-BE49-F238E27FC236}">
                    <a16:creationId xmlns:a16="http://schemas.microsoft.com/office/drawing/2014/main" id="{DD5D6867-AD7D-4012-ABE4-F25FAF6EE1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15" y="2885"/>
                <a:ext cx="168" cy="0"/>
              </a:xfrm>
              <a:prstGeom prst="line">
                <a:avLst/>
              </a:prstGeom>
              <a:noFill/>
              <a:ln w="1588" cap="rnd">
                <a:solidFill>
                  <a:srgbClr val="D6D6D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74" name="Freeform 2078">
                <a:extLst>
                  <a:ext uri="{FF2B5EF4-FFF2-40B4-BE49-F238E27FC236}">
                    <a16:creationId xmlns:a16="http://schemas.microsoft.com/office/drawing/2014/main" id="{64C62011-28FA-452B-972A-6BDE342C32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5" y="2772"/>
                <a:ext cx="121" cy="109"/>
              </a:xfrm>
              <a:custGeom>
                <a:avLst/>
                <a:gdLst>
                  <a:gd name="T0" fmla="*/ 0 w 178"/>
                  <a:gd name="T1" fmla="*/ 7 h 160"/>
                  <a:gd name="T2" fmla="*/ 57 w 178"/>
                  <a:gd name="T3" fmla="*/ 120 h 160"/>
                  <a:gd name="T4" fmla="*/ 178 w 178"/>
                  <a:gd name="T5" fmla="*/ 153 h 160"/>
                  <a:gd name="T6" fmla="*/ 122 w 178"/>
                  <a:gd name="T7" fmla="*/ 41 h 160"/>
                  <a:gd name="T8" fmla="*/ 0 w 178"/>
                  <a:gd name="T9" fmla="*/ 7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" h="160">
                    <a:moveTo>
                      <a:pt x="0" y="7"/>
                    </a:moveTo>
                    <a:cubicBezTo>
                      <a:pt x="0" y="7"/>
                      <a:pt x="8" y="80"/>
                      <a:pt x="57" y="120"/>
                    </a:cubicBezTo>
                    <a:cubicBezTo>
                      <a:pt x="106" y="160"/>
                      <a:pt x="178" y="153"/>
                      <a:pt x="178" y="153"/>
                    </a:cubicBezTo>
                    <a:cubicBezTo>
                      <a:pt x="178" y="153"/>
                      <a:pt x="171" y="81"/>
                      <a:pt x="122" y="41"/>
                    </a:cubicBezTo>
                    <a:cubicBezTo>
                      <a:pt x="73" y="0"/>
                      <a:pt x="0" y="7"/>
                      <a:pt x="0" y="7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75" name="Freeform 2079">
                <a:extLst>
                  <a:ext uri="{FF2B5EF4-FFF2-40B4-BE49-F238E27FC236}">
                    <a16:creationId xmlns:a16="http://schemas.microsoft.com/office/drawing/2014/main" id="{EA20ACAA-7681-46BD-A931-60D7CDCF9E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9" y="2804"/>
                <a:ext cx="68" cy="73"/>
              </a:xfrm>
              <a:custGeom>
                <a:avLst/>
                <a:gdLst>
                  <a:gd name="T0" fmla="*/ 96 w 100"/>
                  <a:gd name="T1" fmla="*/ 0 h 107"/>
                  <a:gd name="T2" fmla="*/ 76 w 100"/>
                  <a:gd name="T3" fmla="*/ 73 h 107"/>
                  <a:gd name="T4" fmla="*/ 9 w 100"/>
                  <a:gd name="T5" fmla="*/ 107 h 107"/>
                  <a:gd name="T6" fmla="*/ 23 w 100"/>
                  <a:gd name="T7" fmla="*/ 48 h 107"/>
                  <a:gd name="T8" fmla="*/ 96 w 100"/>
                  <a:gd name="T9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107">
                    <a:moveTo>
                      <a:pt x="96" y="0"/>
                    </a:moveTo>
                    <a:cubicBezTo>
                      <a:pt x="96" y="0"/>
                      <a:pt x="100" y="43"/>
                      <a:pt x="76" y="73"/>
                    </a:cubicBezTo>
                    <a:cubicBezTo>
                      <a:pt x="53" y="102"/>
                      <a:pt x="9" y="107"/>
                      <a:pt x="9" y="107"/>
                    </a:cubicBezTo>
                    <a:cubicBezTo>
                      <a:pt x="9" y="107"/>
                      <a:pt x="0" y="78"/>
                      <a:pt x="23" y="48"/>
                    </a:cubicBezTo>
                    <a:cubicBezTo>
                      <a:pt x="47" y="19"/>
                      <a:pt x="96" y="0"/>
                      <a:pt x="96" y="0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76" name="Line 2080">
                <a:extLst>
                  <a:ext uri="{FF2B5EF4-FFF2-40B4-BE49-F238E27FC236}">
                    <a16:creationId xmlns:a16="http://schemas.microsoft.com/office/drawing/2014/main" id="{3673AF9D-58BF-46F0-94D7-6276F40902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08" y="2784"/>
                <a:ext cx="47" cy="41"/>
              </a:xfrm>
              <a:prstGeom prst="lin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77" name="Rectangle 2081">
                <a:extLst>
                  <a:ext uri="{FF2B5EF4-FFF2-40B4-BE49-F238E27FC236}">
                    <a16:creationId xmlns:a16="http://schemas.microsoft.com/office/drawing/2014/main" id="{888700D1-AEF9-488A-A926-556F3F5AF5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4" y="2381"/>
                <a:ext cx="9" cy="212"/>
              </a:xfrm>
              <a:prstGeom prst="rect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78" name="Freeform 2082">
                <a:extLst>
                  <a:ext uri="{FF2B5EF4-FFF2-40B4-BE49-F238E27FC236}">
                    <a16:creationId xmlns:a16="http://schemas.microsoft.com/office/drawing/2014/main" id="{14BC2D10-FF23-4010-97D3-2524B8C82C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" y="2584"/>
                <a:ext cx="39" cy="37"/>
              </a:xfrm>
              <a:custGeom>
                <a:avLst/>
                <a:gdLst>
                  <a:gd name="T0" fmla="*/ 11 w 39"/>
                  <a:gd name="T1" fmla="*/ 37 h 37"/>
                  <a:gd name="T2" fmla="*/ 0 w 39"/>
                  <a:gd name="T3" fmla="*/ 20 h 37"/>
                  <a:gd name="T4" fmla="*/ 25 w 39"/>
                  <a:gd name="T5" fmla="*/ 0 h 37"/>
                  <a:gd name="T6" fmla="*/ 39 w 39"/>
                  <a:gd name="T7" fmla="*/ 14 h 37"/>
                  <a:gd name="T8" fmla="*/ 11 w 39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37">
                    <a:moveTo>
                      <a:pt x="11" y="37"/>
                    </a:moveTo>
                    <a:lnTo>
                      <a:pt x="0" y="20"/>
                    </a:lnTo>
                    <a:lnTo>
                      <a:pt x="25" y="0"/>
                    </a:lnTo>
                    <a:lnTo>
                      <a:pt x="39" y="14"/>
                    </a:lnTo>
                    <a:lnTo>
                      <a:pt x="11" y="37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79" name="Freeform 2083">
                <a:extLst>
                  <a:ext uri="{FF2B5EF4-FFF2-40B4-BE49-F238E27FC236}">
                    <a16:creationId xmlns:a16="http://schemas.microsoft.com/office/drawing/2014/main" id="{C9691C23-E7AD-44FE-B56C-90C775BEA5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39" y="2511"/>
                <a:ext cx="78" cy="89"/>
              </a:xfrm>
              <a:custGeom>
                <a:avLst/>
                <a:gdLst>
                  <a:gd name="T0" fmla="*/ 44 w 114"/>
                  <a:gd name="T1" fmla="*/ 55 h 130"/>
                  <a:gd name="T2" fmla="*/ 0 w 114"/>
                  <a:gd name="T3" fmla="*/ 105 h 130"/>
                  <a:gd name="T4" fmla="*/ 24 w 114"/>
                  <a:gd name="T5" fmla="*/ 130 h 130"/>
                  <a:gd name="T6" fmla="*/ 104 w 114"/>
                  <a:gd name="T7" fmla="*/ 68 h 130"/>
                  <a:gd name="T8" fmla="*/ 96 w 114"/>
                  <a:gd name="T9" fmla="*/ 0 h 130"/>
                  <a:gd name="T10" fmla="*/ 44 w 114"/>
                  <a:gd name="T11" fmla="*/ 55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4" h="130">
                    <a:moveTo>
                      <a:pt x="44" y="55"/>
                    </a:moveTo>
                    <a:cubicBezTo>
                      <a:pt x="33" y="67"/>
                      <a:pt x="0" y="105"/>
                      <a:pt x="0" y="105"/>
                    </a:cubicBezTo>
                    <a:cubicBezTo>
                      <a:pt x="24" y="130"/>
                      <a:pt x="24" y="130"/>
                      <a:pt x="24" y="130"/>
                    </a:cubicBezTo>
                    <a:cubicBezTo>
                      <a:pt x="24" y="130"/>
                      <a:pt x="103" y="86"/>
                      <a:pt x="104" y="68"/>
                    </a:cubicBezTo>
                    <a:cubicBezTo>
                      <a:pt x="104" y="56"/>
                      <a:pt x="114" y="0"/>
                      <a:pt x="96" y="0"/>
                    </a:cubicBezTo>
                    <a:cubicBezTo>
                      <a:pt x="87" y="0"/>
                      <a:pt x="60" y="38"/>
                      <a:pt x="44" y="5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80" name="Freeform 2084">
                <a:extLst>
                  <a:ext uri="{FF2B5EF4-FFF2-40B4-BE49-F238E27FC236}">
                    <a16:creationId xmlns:a16="http://schemas.microsoft.com/office/drawing/2014/main" id="{F09C0ED8-E638-4F9C-AA8A-4E32EA864C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37" y="2585"/>
                <a:ext cx="19" cy="15"/>
              </a:xfrm>
              <a:custGeom>
                <a:avLst/>
                <a:gdLst>
                  <a:gd name="T0" fmla="*/ 19 w 19"/>
                  <a:gd name="T1" fmla="*/ 15 h 15"/>
                  <a:gd name="T2" fmla="*/ 0 w 19"/>
                  <a:gd name="T3" fmla="*/ 4 h 15"/>
                  <a:gd name="T4" fmla="*/ 5 w 19"/>
                  <a:gd name="T5" fmla="*/ 0 h 15"/>
                  <a:gd name="T6" fmla="*/ 19 w 19"/>
                  <a:gd name="T7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15">
                    <a:moveTo>
                      <a:pt x="19" y="15"/>
                    </a:moveTo>
                    <a:lnTo>
                      <a:pt x="0" y="4"/>
                    </a:lnTo>
                    <a:lnTo>
                      <a:pt x="5" y="0"/>
                    </a:lnTo>
                    <a:lnTo>
                      <a:pt x="19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81" name="Freeform 2085">
                <a:extLst>
                  <a:ext uri="{FF2B5EF4-FFF2-40B4-BE49-F238E27FC236}">
                    <a16:creationId xmlns:a16="http://schemas.microsoft.com/office/drawing/2014/main" id="{E6D814B2-32FA-4EDC-BD69-67864EAF1E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0" y="2600"/>
                <a:ext cx="16" cy="11"/>
              </a:xfrm>
              <a:custGeom>
                <a:avLst/>
                <a:gdLst>
                  <a:gd name="T0" fmla="*/ 0 w 23"/>
                  <a:gd name="T1" fmla="*/ 17 h 17"/>
                  <a:gd name="T2" fmla="*/ 23 w 23"/>
                  <a:gd name="T3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3" h="17">
                    <a:moveTo>
                      <a:pt x="0" y="17"/>
                    </a:moveTo>
                    <a:cubicBezTo>
                      <a:pt x="4" y="13"/>
                      <a:pt x="23" y="0"/>
                      <a:pt x="23" y="0"/>
                    </a:cubicBezTo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82" name="Line 2086">
                <a:extLst>
                  <a:ext uri="{FF2B5EF4-FFF2-40B4-BE49-F238E27FC236}">
                    <a16:creationId xmlns:a16="http://schemas.microsoft.com/office/drawing/2014/main" id="{C3423DB7-85B8-4D91-9A66-7A88B16DC0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26" y="2632"/>
                <a:ext cx="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83" name="Line 2087">
                <a:extLst>
                  <a:ext uri="{FF2B5EF4-FFF2-40B4-BE49-F238E27FC236}">
                    <a16:creationId xmlns:a16="http://schemas.microsoft.com/office/drawing/2014/main" id="{0E4B80A8-AE3A-4354-AF03-2E9DB91D9D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26" y="2632"/>
                <a:ext cx="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84" name="Line 2088">
                <a:extLst>
                  <a:ext uri="{FF2B5EF4-FFF2-40B4-BE49-F238E27FC236}">
                    <a16:creationId xmlns:a16="http://schemas.microsoft.com/office/drawing/2014/main" id="{C33F0EB2-27EE-4277-9F4D-05B6928C2D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24" y="2627"/>
                <a:ext cx="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85" name="Line 2089">
                <a:extLst>
                  <a:ext uri="{FF2B5EF4-FFF2-40B4-BE49-F238E27FC236}">
                    <a16:creationId xmlns:a16="http://schemas.microsoft.com/office/drawing/2014/main" id="{87A40534-0E96-4563-8DE5-11EB9D1963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24" y="2627"/>
                <a:ext cx="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86" name="Freeform 2090">
                <a:extLst>
                  <a:ext uri="{FF2B5EF4-FFF2-40B4-BE49-F238E27FC236}">
                    <a16:creationId xmlns:a16="http://schemas.microsoft.com/office/drawing/2014/main" id="{F6A6D153-7D25-411A-B499-F86DA8B1BC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2" y="2587"/>
                <a:ext cx="40" cy="45"/>
              </a:xfrm>
              <a:custGeom>
                <a:avLst/>
                <a:gdLst>
                  <a:gd name="T0" fmla="*/ 0 w 40"/>
                  <a:gd name="T1" fmla="*/ 0 h 45"/>
                  <a:gd name="T2" fmla="*/ 2 w 40"/>
                  <a:gd name="T3" fmla="*/ 37 h 45"/>
                  <a:gd name="T4" fmla="*/ 8 w 40"/>
                  <a:gd name="T5" fmla="*/ 45 h 45"/>
                  <a:gd name="T6" fmla="*/ 40 w 40"/>
                  <a:gd name="T7" fmla="*/ 39 h 45"/>
                  <a:gd name="T8" fmla="*/ 34 w 40"/>
                  <a:gd name="T9" fmla="*/ 0 h 45"/>
                  <a:gd name="T10" fmla="*/ 0 w 40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0" h="45">
                    <a:moveTo>
                      <a:pt x="0" y="0"/>
                    </a:moveTo>
                    <a:lnTo>
                      <a:pt x="2" y="37"/>
                    </a:lnTo>
                    <a:lnTo>
                      <a:pt x="8" y="45"/>
                    </a:lnTo>
                    <a:lnTo>
                      <a:pt x="40" y="39"/>
                    </a:lnTo>
                    <a:lnTo>
                      <a:pt x="3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87" name="Freeform 2091">
                <a:extLst>
                  <a:ext uri="{FF2B5EF4-FFF2-40B4-BE49-F238E27FC236}">
                    <a16:creationId xmlns:a16="http://schemas.microsoft.com/office/drawing/2014/main" id="{4C4B33A3-E85E-44A2-A00B-10A940927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2623"/>
                <a:ext cx="101" cy="167"/>
              </a:xfrm>
              <a:custGeom>
                <a:avLst/>
                <a:gdLst>
                  <a:gd name="T0" fmla="*/ 0 w 148"/>
                  <a:gd name="T1" fmla="*/ 2 h 245"/>
                  <a:gd name="T2" fmla="*/ 22 w 148"/>
                  <a:gd name="T3" fmla="*/ 123 h 245"/>
                  <a:gd name="T4" fmla="*/ 78 w 148"/>
                  <a:gd name="T5" fmla="*/ 245 h 245"/>
                  <a:gd name="T6" fmla="*/ 148 w 148"/>
                  <a:gd name="T7" fmla="*/ 224 h 245"/>
                  <a:gd name="T8" fmla="*/ 116 w 148"/>
                  <a:gd name="T9" fmla="*/ 119 h 245"/>
                  <a:gd name="T10" fmla="*/ 99 w 148"/>
                  <a:gd name="T11" fmla="*/ 0 h 245"/>
                  <a:gd name="T12" fmla="*/ 0 w 148"/>
                  <a:gd name="T13" fmla="*/ 2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8" h="245">
                    <a:moveTo>
                      <a:pt x="0" y="2"/>
                    </a:moveTo>
                    <a:cubicBezTo>
                      <a:pt x="0" y="2"/>
                      <a:pt x="13" y="97"/>
                      <a:pt x="22" y="123"/>
                    </a:cubicBezTo>
                    <a:cubicBezTo>
                      <a:pt x="35" y="160"/>
                      <a:pt x="78" y="245"/>
                      <a:pt x="78" y="245"/>
                    </a:cubicBezTo>
                    <a:cubicBezTo>
                      <a:pt x="148" y="224"/>
                      <a:pt x="148" y="224"/>
                      <a:pt x="148" y="224"/>
                    </a:cubicBezTo>
                    <a:cubicBezTo>
                      <a:pt x="148" y="224"/>
                      <a:pt x="122" y="146"/>
                      <a:pt x="116" y="119"/>
                    </a:cubicBezTo>
                    <a:cubicBezTo>
                      <a:pt x="110" y="89"/>
                      <a:pt x="99" y="0"/>
                      <a:pt x="99" y="0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88" name="Oval 2092">
                <a:extLst>
                  <a:ext uri="{FF2B5EF4-FFF2-40B4-BE49-F238E27FC236}">
                    <a16:creationId xmlns:a16="http://schemas.microsoft.com/office/drawing/2014/main" id="{FD53A6E6-F064-4CC5-BB57-90740638E5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34" y="2751"/>
                <a:ext cx="52" cy="53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89" name="Freeform 2093">
                <a:extLst>
                  <a:ext uri="{FF2B5EF4-FFF2-40B4-BE49-F238E27FC236}">
                    <a16:creationId xmlns:a16="http://schemas.microsoft.com/office/drawing/2014/main" id="{FAC01E00-BBBA-4C5E-8745-BCE6638D89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99" y="2680"/>
                <a:ext cx="65" cy="39"/>
              </a:xfrm>
              <a:custGeom>
                <a:avLst/>
                <a:gdLst>
                  <a:gd name="T0" fmla="*/ 34 w 65"/>
                  <a:gd name="T1" fmla="*/ 39 h 39"/>
                  <a:gd name="T2" fmla="*/ 65 w 65"/>
                  <a:gd name="T3" fmla="*/ 3 h 39"/>
                  <a:gd name="T4" fmla="*/ 28 w 65"/>
                  <a:gd name="T5" fmla="*/ 0 h 39"/>
                  <a:gd name="T6" fmla="*/ 0 w 65"/>
                  <a:gd name="T7" fmla="*/ 37 h 39"/>
                  <a:gd name="T8" fmla="*/ 34 w 65"/>
                  <a:gd name="T9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" h="39">
                    <a:moveTo>
                      <a:pt x="34" y="39"/>
                    </a:moveTo>
                    <a:lnTo>
                      <a:pt x="65" y="3"/>
                    </a:lnTo>
                    <a:lnTo>
                      <a:pt x="28" y="0"/>
                    </a:lnTo>
                    <a:lnTo>
                      <a:pt x="0" y="37"/>
                    </a:lnTo>
                    <a:lnTo>
                      <a:pt x="34" y="39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90" name="Freeform 2094">
                <a:extLst>
                  <a:ext uri="{FF2B5EF4-FFF2-40B4-BE49-F238E27FC236}">
                    <a16:creationId xmlns:a16="http://schemas.microsoft.com/office/drawing/2014/main" id="{26DF45B9-E359-4646-894F-E829C689D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6" y="2676"/>
                <a:ext cx="52" cy="25"/>
              </a:xfrm>
              <a:custGeom>
                <a:avLst/>
                <a:gdLst>
                  <a:gd name="T0" fmla="*/ 74 w 77"/>
                  <a:gd name="T1" fmla="*/ 9 h 37"/>
                  <a:gd name="T2" fmla="*/ 47 w 77"/>
                  <a:gd name="T3" fmla="*/ 29 h 37"/>
                  <a:gd name="T4" fmla="*/ 22 w 77"/>
                  <a:gd name="T5" fmla="*/ 16 h 37"/>
                  <a:gd name="T6" fmla="*/ 22 w 77"/>
                  <a:gd name="T7" fmla="*/ 9 h 37"/>
                  <a:gd name="T8" fmla="*/ 0 w 77"/>
                  <a:gd name="T9" fmla="*/ 8 h 37"/>
                  <a:gd name="T10" fmla="*/ 0 w 77"/>
                  <a:gd name="T11" fmla="*/ 0 h 37"/>
                  <a:gd name="T12" fmla="*/ 77 w 77"/>
                  <a:gd name="T13" fmla="*/ 1 h 37"/>
                  <a:gd name="T14" fmla="*/ 77 w 77"/>
                  <a:gd name="T15" fmla="*/ 4 h 37"/>
                  <a:gd name="T16" fmla="*/ 74 w 77"/>
                  <a:gd name="T17" fmla="*/ 9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37">
                    <a:moveTo>
                      <a:pt x="74" y="9"/>
                    </a:moveTo>
                    <a:cubicBezTo>
                      <a:pt x="69" y="13"/>
                      <a:pt x="58" y="21"/>
                      <a:pt x="47" y="29"/>
                    </a:cubicBezTo>
                    <a:cubicBezTo>
                      <a:pt x="36" y="37"/>
                      <a:pt x="21" y="29"/>
                      <a:pt x="22" y="16"/>
                    </a:cubicBezTo>
                    <a:cubicBezTo>
                      <a:pt x="22" y="9"/>
                      <a:pt x="22" y="9"/>
                      <a:pt x="22" y="9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77" y="4"/>
                      <a:pt x="77" y="4"/>
                      <a:pt x="77" y="4"/>
                    </a:cubicBezTo>
                    <a:cubicBezTo>
                      <a:pt x="77" y="6"/>
                      <a:pt x="76" y="8"/>
                      <a:pt x="74" y="9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91" name="Freeform 2095">
                <a:extLst>
                  <a:ext uri="{FF2B5EF4-FFF2-40B4-BE49-F238E27FC236}">
                    <a16:creationId xmlns:a16="http://schemas.microsoft.com/office/drawing/2014/main" id="{A050E517-1F96-4E3D-9E64-E4C35AD87D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05" y="2701"/>
                <a:ext cx="37" cy="10"/>
              </a:xfrm>
              <a:custGeom>
                <a:avLst/>
                <a:gdLst>
                  <a:gd name="T0" fmla="*/ 37 w 37"/>
                  <a:gd name="T1" fmla="*/ 10 h 10"/>
                  <a:gd name="T2" fmla="*/ 6 w 37"/>
                  <a:gd name="T3" fmla="*/ 0 h 10"/>
                  <a:gd name="T4" fmla="*/ 0 w 37"/>
                  <a:gd name="T5" fmla="*/ 7 h 10"/>
                  <a:gd name="T6" fmla="*/ 37 w 37"/>
                  <a:gd name="T7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7" h="10">
                    <a:moveTo>
                      <a:pt x="37" y="10"/>
                    </a:moveTo>
                    <a:lnTo>
                      <a:pt x="6" y="0"/>
                    </a:lnTo>
                    <a:lnTo>
                      <a:pt x="0" y="7"/>
                    </a:lnTo>
                    <a:lnTo>
                      <a:pt x="37" y="1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92" name="Freeform 2096">
                <a:extLst>
                  <a:ext uri="{FF2B5EF4-FFF2-40B4-BE49-F238E27FC236}">
                    <a16:creationId xmlns:a16="http://schemas.microsoft.com/office/drawing/2014/main" id="{A0EEB947-F00F-4286-921F-EA36C4385C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6" y="2707"/>
                <a:ext cx="129" cy="92"/>
              </a:xfrm>
              <a:custGeom>
                <a:avLst/>
                <a:gdLst>
                  <a:gd name="T0" fmla="*/ 59 w 129"/>
                  <a:gd name="T1" fmla="*/ 0 h 92"/>
                  <a:gd name="T2" fmla="*/ 0 w 129"/>
                  <a:gd name="T3" fmla="*/ 51 h 92"/>
                  <a:gd name="T4" fmla="*/ 29 w 129"/>
                  <a:gd name="T5" fmla="*/ 92 h 92"/>
                  <a:gd name="T6" fmla="*/ 129 w 129"/>
                  <a:gd name="T7" fmla="*/ 1 h 92"/>
                  <a:gd name="T8" fmla="*/ 59 w 129"/>
                  <a:gd name="T9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92">
                    <a:moveTo>
                      <a:pt x="59" y="0"/>
                    </a:moveTo>
                    <a:lnTo>
                      <a:pt x="0" y="51"/>
                    </a:lnTo>
                    <a:lnTo>
                      <a:pt x="29" y="92"/>
                    </a:lnTo>
                    <a:lnTo>
                      <a:pt x="129" y="1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93" name="Freeform 2097">
                <a:extLst>
                  <a:ext uri="{FF2B5EF4-FFF2-40B4-BE49-F238E27FC236}">
                    <a16:creationId xmlns:a16="http://schemas.microsoft.com/office/drawing/2014/main" id="{6FA68FAF-F9B6-4889-8F28-988A932047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1" y="2847"/>
                <a:ext cx="62" cy="39"/>
              </a:xfrm>
              <a:custGeom>
                <a:avLst/>
                <a:gdLst>
                  <a:gd name="T0" fmla="*/ 28 w 62"/>
                  <a:gd name="T1" fmla="*/ 1 h 39"/>
                  <a:gd name="T2" fmla="*/ 0 w 62"/>
                  <a:gd name="T3" fmla="*/ 39 h 39"/>
                  <a:gd name="T4" fmla="*/ 38 w 62"/>
                  <a:gd name="T5" fmla="*/ 39 h 39"/>
                  <a:gd name="T6" fmla="*/ 62 w 62"/>
                  <a:gd name="T7" fmla="*/ 0 h 39"/>
                  <a:gd name="T8" fmla="*/ 28 w 62"/>
                  <a:gd name="T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39">
                    <a:moveTo>
                      <a:pt x="28" y="1"/>
                    </a:moveTo>
                    <a:lnTo>
                      <a:pt x="0" y="39"/>
                    </a:lnTo>
                    <a:lnTo>
                      <a:pt x="38" y="39"/>
                    </a:lnTo>
                    <a:lnTo>
                      <a:pt x="62" y="0"/>
                    </a:lnTo>
                    <a:lnTo>
                      <a:pt x="28" y="1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94" name="Freeform 2098">
                <a:extLst>
                  <a:ext uri="{FF2B5EF4-FFF2-40B4-BE49-F238E27FC236}">
                    <a16:creationId xmlns:a16="http://schemas.microsoft.com/office/drawing/2014/main" id="{A40D85A1-D6D7-41D5-9DFC-1CFB3762FA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9" y="2626"/>
                <a:ext cx="124" cy="174"/>
              </a:xfrm>
              <a:custGeom>
                <a:avLst/>
                <a:gdLst>
                  <a:gd name="T0" fmla="*/ 183 w 183"/>
                  <a:gd name="T1" fmla="*/ 14 h 256"/>
                  <a:gd name="T2" fmla="*/ 150 w 183"/>
                  <a:gd name="T3" fmla="*/ 147 h 256"/>
                  <a:gd name="T4" fmla="*/ 64 w 183"/>
                  <a:gd name="T5" fmla="*/ 256 h 256"/>
                  <a:gd name="T6" fmla="*/ 0 w 183"/>
                  <a:gd name="T7" fmla="*/ 234 h 256"/>
                  <a:gd name="T8" fmla="*/ 132 w 183"/>
                  <a:gd name="T9" fmla="*/ 0 h 256"/>
                  <a:gd name="T10" fmla="*/ 163 w 183"/>
                  <a:gd name="T11" fmla="*/ 16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3" h="256">
                    <a:moveTo>
                      <a:pt x="183" y="14"/>
                    </a:moveTo>
                    <a:cubicBezTo>
                      <a:pt x="183" y="14"/>
                      <a:pt x="164" y="125"/>
                      <a:pt x="150" y="147"/>
                    </a:cubicBezTo>
                    <a:cubicBezTo>
                      <a:pt x="137" y="170"/>
                      <a:pt x="64" y="256"/>
                      <a:pt x="64" y="256"/>
                    </a:cubicBezTo>
                    <a:cubicBezTo>
                      <a:pt x="0" y="234"/>
                      <a:pt x="0" y="234"/>
                      <a:pt x="0" y="234"/>
                    </a:cubicBezTo>
                    <a:cubicBezTo>
                      <a:pt x="132" y="0"/>
                      <a:pt x="132" y="0"/>
                      <a:pt x="132" y="0"/>
                    </a:cubicBezTo>
                    <a:cubicBezTo>
                      <a:pt x="163" y="16"/>
                      <a:pt x="163" y="16"/>
                      <a:pt x="163" y="16"/>
                    </a:cubicBezTo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95" name="Freeform 2099">
                <a:extLst>
                  <a:ext uri="{FF2B5EF4-FFF2-40B4-BE49-F238E27FC236}">
                    <a16:creationId xmlns:a16="http://schemas.microsoft.com/office/drawing/2014/main" id="{FA11FCED-3466-4F72-BB58-2628AE8EA6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58" y="2662"/>
                <a:ext cx="199" cy="196"/>
              </a:xfrm>
              <a:custGeom>
                <a:avLst/>
                <a:gdLst>
                  <a:gd name="T0" fmla="*/ 199 w 199"/>
                  <a:gd name="T1" fmla="*/ 0 h 196"/>
                  <a:gd name="T2" fmla="*/ 63 w 199"/>
                  <a:gd name="T3" fmla="*/ 195 h 196"/>
                  <a:gd name="T4" fmla="*/ 0 w 199"/>
                  <a:gd name="T5" fmla="*/ 196 h 196"/>
                  <a:gd name="T6" fmla="*/ 100 w 199"/>
                  <a:gd name="T7" fmla="*/ 36 h 196"/>
                  <a:gd name="T8" fmla="*/ 199 w 199"/>
                  <a:gd name="T9" fmla="*/ 0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9" h="196">
                    <a:moveTo>
                      <a:pt x="199" y="0"/>
                    </a:moveTo>
                    <a:lnTo>
                      <a:pt x="63" y="195"/>
                    </a:lnTo>
                    <a:lnTo>
                      <a:pt x="0" y="196"/>
                    </a:lnTo>
                    <a:lnTo>
                      <a:pt x="100" y="36"/>
                    </a:lnTo>
                    <a:lnTo>
                      <a:pt x="199" y="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96" name="Freeform 2100">
                <a:extLst>
                  <a:ext uri="{FF2B5EF4-FFF2-40B4-BE49-F238E27FC236}">
                    <a16:creationId xmlns:a16="http://schemas.microsoft.com/office/drawing/2014/main" id="{0F37E066-166B-4779-802D-CD56CD26A5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51" y="2605"/>
                <a:ext cx="118" cy="165"/>
              </a:xfrm>
              <a:custGeom>
                <a:avLst/>
                <a:gdLst>
                  <a:gd name="T0" fmla="*/ 17 w 174"/>
                  <a:gd name="T1" fmla="*/ 232 h 242"/>
                  <a:gd name="T2" fmla="*/ 17 w 174"/>
                  <a:gd name="T3" fmla="*/ 232 h 242"/>
                  <a:gd name="T4" fmla="*/ 62 w 174"/>
                  <a:gd name="T5" fmla="*/ 217 h 242"/>
                  <a:gd name="T6" fmla="*/ 159 w 174"/>
                  <a:gd name="T7" fmla="*/ 79 h 242"/>
                  <a:gd name="T8" fmla="*/ 143 w 174"/>
                  <a:gd name="T9" fmla="*/ 30 h 242"/>
                  <a:gd name="T10" fmla="*/ 143 w 174"/>
                  <a:gd name="T11" fmla="*/ 30 h 242"/>
                  <a:gd name="T12" fmla="*/ 72 w 174"/>
                  <a:gd name="T13" fmla="*/ 25 h 242"/>
                  <a:gd name="T14" fmla="*/ 13 w 174"/>
                  <a:gd name="T15" fmla="*/ 174 h 242"/>
                  <a:gd name="T16" fmla="*/ 17 w 174"/>
                  <a:gd name="T17" fmla="*/ 232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4" h="242">
                    <a:moveTo>
                      <a:pt x="17" y="232"/>
                    </a:moveTo>
                    <a:cubicBezTo>
                      <a:pt x="17" y="232"/>
                      <a:pt x="17" y="232"/>
                      <a:pt x="17" y="232"/>
                    </a:cubicBezTo>
                    <a:cubicBezTo>
                      <a:pt x="33" y="242"/>
                      <a:pt x="48" y="239"/>
                      <a:pt x="62" y="217"/>
                    </a:cubicBezTo>
                    <a:cubicBezTo>
                      <a:pt x="159" y="79"/>
                      <a:pt x="159" y="79"/>
                      <a:pt x="159" y="79"/>
                    </a:cubicBezTo>
                    <a:cubicBezTo>
                      <a:pt x="174" y="55"/>
                      <a:pt x="167" y="45"/>
                      <a:pt x="143" y="30"/>
                    </a:cubicBezTo>
                    <a:cubicBezTo>
                      <a:pt x="143" y="30"/>
                      <a:pt x="143" y="30"/>
                      <a:pt x="143" y="30"/>
                    </a:cubicBezTo>
                    <a:cubicBezTo>
                      <a:pt x="118" y="15"/>
                      <a:pt x="87" y="0"/>
                      <a:pt x="72" y="25"/>
                    </a:cubicBezTo>
                    <a:cubicBezTo>
                      <a:pt x="13" y="174"/>
                      <a:pt x="13" y="174"/>
                      <a:pt x="13" y="174"/>
                    </a:cubicBezTo>
                    <a:cubicBezTo>
                      <a:pt x="0" y="196"/>
                      <a:pt x="1" y="222"/>
                      <a:pt x="17" y="232"/>
                    </a:cubicBez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97" name="Freeform 2101">
                <a:extLst>
                  <a:ext uri="{FF2B5EF4-FFF2-40B4-BE49-F238E27FC236}">
                    <a16:creationId xmlns:a16="http://schemas.microsoft.com/office/drawing/2014/main" id="{34626CD2-818F-4418-966A-6AC63D8012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2" y="2857"/>
                <a:ext cx="35" cy="7"/>
              </a:xfrm>
              <a:custGeom>
                <a:avLst/>
                <a:gdLst>
                  <a:gd name="T0" fmla="*/ 0 w 35"/>
                  <a:gd name="T1" fmla="*/ 1 h 7"/>
                  <a:gd name="T2" fmla="*/ 30 w 35"/>
                  <a:gd name="T3" fmla="*/ 7 h 7"/>
                  <a:gd name="T4" fmla="*/ 35 w 35"/>
                  <a:gd name="T5" fmla="*/ 0 h 7"/>
                  <a:gd name="T6" fmla="*/ 0 w 35"/>
                  <a:gd name="T7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5" h="7">
                    <a:moveTo>
                      <a:pt x="0" y="1"/>
                    </a:moveTo>
                    <a:lnTo>
                      <a:pt x="30" y="7"/>
                    </a:lnTo>
                    <a:lnTo>
                      <a:pt x="35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98" name="Freeform 2102">
                <a:extLst>
                  <a:ext uri="{FF2B5EF4-FFF2-40B4-BE49-F238E27FC236}">
                    <a16:creationId xmlns:a16="http://schemas.microsoft.com/office/drawing/2014/main" id="{FDDC4E08-5AC6-4825-9F78-F441D8FCC8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1" y="2587"/>
                <a:ext cx="81" cy="73"/>
              </a:xfrm>
              <a:custGeom>
                <a:avLst/>
                <a:gdLst>
                  <a:gd name="T0" fmla="*/ 110 w 119"/>
                  <a:gd name="T1" fmla="*/ 0 h 106"/>
                  <a:gd name="T2" fmla="*/ 118 w 119"/>
                  <a:gd name="T3" fmla="*/ 55 h 106"/>
                  <a:gd name="T4" fmla="*/ 101 w 119"/>
                  <a:gd name="T5" fmla="*/ 103 h 106"/>
                  <a:gd name="T6" fmla="*/ 1 w 119"/>
                  <a:gd name="T7" fmla="*/ 78 h 106"/>
                  <a:gd name="T8" fmla="*/ 0 w 119"/>
                  <a:gd name="T9" fmla="*/ 7 h 106"/>
                  <a:gd name="T10" fmla="*/ 110 w 119"/>
                  <a:gd name="T11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9" h="106">
                    <a:moveTo>
                      <a:pt x="110" y="0"/>
                    </a:moveTo>
                    <a:cubicBezTo>
                      <a:pt x="110" y="0"/>
                      <a:pt x="119" y="41"/>
                      <a:pt x="118" y="55"/>
                    </a:cubicBezTo>
                    <a:cubicBezTo>
                      <a:pt x="118" y="67"/>
                      <a:pt x="116" y="85"/>
                      <a:pt x="101" y="103"/>
                    </a:cubicBezTo>
                    <a:cubicBezTo>
                      <a:pt x="98" y="106"/>
                      <a:pt x="1" y="78"/>
                      <a:pt x="1" y="78"/>
                    </a:cubicBezTo>
                    <a:cubicBezTo>
                      <a:pt x="0" y="7"/>
                      <a:pt x="0" y="7"/>
                      <a:pt x="0" y="7"/>
                    </a:cubicBez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FF7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99" name="Freeform 2103">
                <a:extLst>
                  <a:ext uri="{FF2B5EF4-FFF2-40B4-BE49-F238E27FC236}">
                    <a16:creationId xmlns:a16="http://schemas.microsoft.com/office/drawing/2014/main" id="{2B7AB337-4CDC-4E86-ADFB-E0847B5380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9" y="2454"/>
                <a:ext cx="51" cy="50"/>
              </a:xfrm>
              <a:custGeom>
                <a:avLst/>
                <a:gdLst>
                  <a:gd name="T0" fmla="*/ 20 w 51"/>
                  <a:gd name="T1" fmla="*/ 11 h 50"/>
                  <a:gd name="T2" fmla="*/ 0 w 51"/>
                  <a:gd name="T3" fmla="*/ 50 h 50"/>
                  <a:gd name="T4" fmla="*/ 45 w 51"/>
                  <a:gd name="T5" fmla="*/ 33 h 50"/>
                  <a:gd name="T6" fmla="*/ 51 w 51"/>
                  <a:gd name="T7" fmla="*/ 0 h 50"/>
                  <a:gd name="T8" fmla="*/ 20 w 51"/>
                  <a:gd name="T9" fmla="*/ 11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" h="50">
                    <a:moveTo>
                      <a:pt x="20" y="11"/>
                    </a:moveTo>
                    <a:lnTo>
                      <a:pt x="0" y="50"/>
                    </a:lnTo>
                    <a:lnTo>
                      <a:pt x="45" y="33"/>
                    </a:lnTo>
                    <a:lnTo>
                      <a:pt x="51" y="0"/>
                    </a:lnTo>
                    <a:lnTo>
                      <a:pt x="20" y="11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00" name="Freeform 2104">
                <a:extLst>
                  <a:ext uri="{FF2B5EF4-FFF2-40B4-BE49-F238E27FC236}">
                    <a16:creationId xmlns:a16="http://schemas.microsoft.com/office/drawing/2014/main" id="{4940EDC9-B094-4DBC-A3E2-C8704ADB68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9" y="2454"/>
                <a:ext cx="51" cy="50"/>
              </a:xfrm>
              <a:custGeom>
                <a:avLst/>
                <a:gdLst>
                  <a:gd name="T0" fmla="*/ 20 w 51"/>
                  <a:gd name="T1" fmla="*/ 11 h 50"/>
                  <a:gd name="T2" fmla="*/ 0 w 51"/>
                  <a:gd name="T3" fmla="*/ 50 h 50"/>
                  <a:gd name="T4" fmla="*/ 45 w 51"/>
                  <a:gd name="T5" fmla="*/ 33 h 50"/>
                  <a:gd name="T6" fmla="*/ 51 w 51"/>
                  <a:gd name="T7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1" h="50">
                    <a:moveTo>
                      <a:pt x="20" y="11"/>
                    </a:moveTo>
                    <a:lnTo>
                      <a:pt x="0" y="50"/>
                    </a:lnTo>
                    <a:lnTo>
                      <a:pt x="45" y="33"/>
                    </a:lnTo>
                    <a:lnTo>
                      <a:pt x="5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01" name="Freeform 2105">
                <a:extLst>
                  <a:ext uri="{FF2B5EF4-FFF2-40B4-BE49-F238E27FC236}">
                    <a16:creationId xmlns:a16="http://schemas.microsoft.com/office/drawing/2014/main" id="{B5313870-A767-4AA3-A72E-AD4D4D8F0C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5" y="2472"/>
                <a:ext cx="34" cy="30"/>
              </a:xfrm>
              <a:custGeom>
                <a:avLst/>
                <a:gdLst>
                  <a:gd name="T0" fmla="*/ 40 w 51"/>
                  <a:gd name="T1" fmla="*/ 42 h 44"/>
                  <a:gd name="T2" fmla="*/ 45 w 51"/>
                  <a:gd name="T3" fmla="*/ 19 h 44"/>
                  <a:gd name="T4" fmla="*/ 41 w 51"/>
                  <a:gd name="T5" fmla="*/ 7 h 44"/>
                  <a:gd name="T6" fmla="*/ 41 w 51"/>
                  <a:gd name="T7" fmla="*/ 7 h 44"/>
                  <a:gd name="T8" fmla="*/ 15 w 51"/>
                  <a:gd name="T9" fmla="*/ 5 h 44"/>
                  <a:gd name="T10" fmla="*/ 0 w 51"/>
                  <a:gd name="T11" fmla="*/ 44 h 44"/>
                  <a:gd name="T12" fmla="*/ 40 w 51"/>
                  <a:gd name="T13" fmla="*/ 4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1" h="44">
                    <a:moveTo>
                      <a:pt x="40" y="42"/>
                    </a:moveTo>
                    <a:cubicBezTo>
                      <a:pt x="45" y="19"/>
                      <a:pt x="45" y="19"/>
                      <a:pt x="45" y="19"/>
                    </a:cubicBezTo>
                    <a:cubicBezTo>
                      <a:pt x="51" y="12"/>
                      <a:pt x="48" y="14"/>
                      <a:pt x="41" y="7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34" y="0"/>
                      <a:pt x="23" y="0"/>
                      <a:pt x="15" y="5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10" y="43"/>
                      <a:pt x="40" y="42"/>
                      <a:pt x="40" y="42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02" name="Freeform 2106">
                <a:extLst>
                  <a:ext uri="{FF2B5EF4-FFF2-40B4-BE49-F238E27FC236}">
                    <a16:creationId xmlns:a16="http://schemas.microsoft.com/office/drawing/2014/main" id="{FEEDFA9B-3030-4DDD-B88C-A289BE66B4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3" y="2425"/>
                <a:ext cx="40" cy="49"/>
              </a:xfrm>
              <a:custGeom>
                <a:avLst/>
                <a:gdLst>
                  <a:gd name="T0" fmla="*/ 44 w 58"/>
                  <a:gd name="T1" fmla="*/ 30 h 71"/>
                  <a:gd name="T2" fmla="*/ 42 w 58"/>
                  <a:gd name="T3" fmla="*/ 28 h 71"/>
                  <a:gd name="T4" fmla="*/ 43 w 58"/>
                  <a:gd name="T5" fmla="*/ 26 h 71"/>
                  <a:gd name="T6" fmla="*/ 47 w 58"/>
                  <a:gd name="T7" fmla="*/ 21 h 71"/>
                  <a:gd name="T8" fmla="*/ 54 w 58"/>
                  <a:gd name="T9" fmla="*/ 18 h 71"/>
                  <a:gd name="T10" fmla="*/ 53 w 58"/>
                  <a:gd name="T11" fmla="*/ 8 h 71"/>
                  <a:gd name="T12" fmla="*/ 20 w 58"/>
                  <a:gd name="T13" fmla="*/ 0 h 71"/>
                  <a:gd name="T14" fmla="*/ 17 w 58"/>
                  <a:gd name="T15" fmla="*/ 5 h 71"/>
                  <a:gd name="T16" fmla="*/ 17 w 58"/>
                  <a:gd name="T17" fmla="*/ 5 h 71"/>
                  <a:gd name="T18" fmla="*/ 14 w 58"/>
                  <a:gd name="T19" fmla="*/ 13 h 71"/>
                  <a:gd name="T20" fmla="*/ 10 w 58"/>
                  <a:gd name="T21" fmla="*/ 20 h 71"/>
                  <a:gd name="T22" fmla="*/ 4 w 58"/>
                  <a:gd name="T23" fmla="*/ 25 h 71"/>
                  <a:gd name="T24" fmla="*/ 5 w 58"/>
                  <a:gd name="T25" fmla="*/ 31 h 71"/>
                  <a:gd name="T26" fmla="*/ 7 w 58"/>
                  <a:gd name="T27" fmla="*/ 32 h 71"/>
                  <a:gd name="T28" fmla="*/ 3 w 58"/>
                  <a:gd name="T29" fmla="*/ 49 h 71"/>
                  <a:gd name="T30" fmla="*/ 12 w 58"/>
                  <a:gd name="T31" fmla="*/ 67 h 71"/>
                  <a:gd name="T32" fmla="*/ 33 w 58"/>
                  <a:gd name="T33" fmla="*/ 71 h 71"/>
                  <a:gd name="T34" fmla="*/ 40 w 58"/>
                  <a:gd name="T35" fmla="*/ 58 h 71"/>
                  <a:gd name="T36" fmla="*/ 42 w 58"/>
                  <a:gd name="T37" fmla="*/ 58 h 71"/>
                  <a:gd name="T38" fmla="*/ 56 w 58"/>
                  <a:gd name="T39" fmla="*/ 53 h 71"/>
                  <a:gd name="T40" fmla="*/ 54 w 58"/>
                  <a:gd name="T41" fmla="*/ 33 h 71"/>
                  <a:gd name="T42" fmla="*/ 44 w 58"/>
                  <a:gd name="T43" fmla="*/ 3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58" h="71">
                    <a:moveTo>
                      <a:pt x="44" y="30"/>
                    </a:moveTo>
                    <a:cubicBezTo>
                      <a:pt x="43" y="30"/>
                      <a:pt x="42" y="29"/>
                      <a:pt x="42" y="28"/>
                    </a:cubicBezTo>
                    <a:cubicBezTo>
                      <a:pt x="43" y="26"/>
                      <a:pt x="43" y="26"/>
                      <a:pt x="43" y="26"/>
                    </a:cubicBezTo>
                    <a:cubicBezTo>
                      <a:pt x="43" y="24"/>
                      <a:pt x="45" y="22"/>
                      <a:pt x="47" y="21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58" y="16"/>
                      <a:pt x="57" y="10"/>
                      <a:pt x="53" y="8"/>
                    </a:cubicBezTo>
                    <a:cubicBezTo>
                      <a:pt x="42" y="5"/>
                      <a:pt x="28" y="2"/>
                      <a:pt x="20" y="0"/>
                    </a:cubicBezTo>
                    <a:cubicBezTo>
                      <a:pt x="19" y="1"/>
                      <a:pt x="18" y="3"/>
                      <a:pt x="17" y="5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3" y="16"/>
                      <a:pt x="12" y="18"/>
                      <a:pt x="10" y="20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2" y="27"/>
                      <a:pt x="3" y="30"/>
                      <a:pt x="5" y="31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3" y="49"/>
                      <a:pt x="3" y="49"/>
                      <a:pt x="3" y="49"/>
                    </a:cubicBezTo>
                    <a:cubicBezTo>
                      <a:pt x="0" y="55"/>
                      <a:pt x="5" y="65"/>
                      <a:pt x="12" y="67"/>
                    </a:cubicBezTo>
                    <a:cubicBezTo>
                      <a:pt x="33" y="71"/>
                      <a:pt x="33" y="71"/>
                      <a:pt x="33" y="7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8"/>
                      <a:pt x="41" y="58"/>
                      <a:pt x="42" y="58"/>
                    </a:cubicBezTo>
                    <a:cubicBezTo>
                      <a:pt x="47" y="59"/>
                      <a:pt x="51" y="54"/>
                      <a:pt x="56" y="53"/>
                    </a:cubicBezTo>
                    <a:cubicBezTo>
                      <a:pt x="54" y="33"/>
                      <a:pt x="54" y="33"/>
                      <a:pt x="54" y="33"/>
                    </a:cubicBezTo>
                    <a:lnTo>
                      <a:pt x="44" y="30"/>
                    </a:ln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03" name="Freeform 2107">
                <a:extLst>
                  <a:ext uri="{FF2B5EF4-FFF2-40B4-BE49-F238E27FC236}">
                    <a16:creationId xmlns:a16="http://schemas.microsoft.com/office/drawing/2014/main" id="{1C56F4A7-88BA-4B49-A1E7-4BD8AFE0BB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7" y="2412"/>
                <a:ext cx="46" cy="49"/>
              </a:xfrm>
              <a:custGeom>
                <a:avLst/>
                <a:gdLst>
                  <a:gd name="T0" fmla="*/ 63 w 68"/>
                  <a:gd name="T1" fmla="*/ 45 h 72"/>
                  <a:gd name="T2" fmla="*/ 37 w 68"/>
                  <a:gd name="T3" fmla="*/ 3 h 72"/>
                  <a:gd name="T4" fmla="*/ 0 w 68"/>
                  <a:gd name="T5" fmla="*/ 19 h 72"/>
                  <a:gd name="T6" fmla="*/ 33 w 68"/>
                  <a:gd name="T7" fmla="*/ 27 h 72"/>
                  <a:gd name="T8" fmla="*/ 34 w 68"/>
                  <a:gd name="T9" fmla="*/ 37 h 72"/>
                  <a:gd name="T10" fmla="*/ 27 w 68"/>
                  <a:gd name="T11" fmla="*/ 40 h 72"/>
                  <a:gd name="T12" fmla="*/ 23 w 68"/>
                  <a:gd name="T13" fmla="*/ 45 h 72"/>
                  <a:gd name="T14" fmla="*/ 22 w 68"/>
                  <a:gd name="T15" fmla="*/ 47 h 72"/>
                  <a:gd name="T16" fmla="*/ 24 w 68"/>
                  <a:gd name="T17" fmla="*/ 49 h 72"/>
                  <a:gd name="T18" fmla="*/ 34 w 68"/>
                  <a:gd name="T19" fmla="*/ 52 h 72"/>
                  <a:gd name="T20" fmla="*/ 36 w 68"/>
                  <a:gd name="T21" fmla="*/ 72 h 72"/>
                  <a:gd name="T22" fmla="*/ 63 w 68"/>
                  <a:gd name="T23" fmla="*/ 4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8" h="72">
                    <a:moveTo>
                      <a:pt x="63" y="45"/>
                    </a:moveTo>
                    <a:cubicBezTo>
                      <a:pt x="68" y="26"/>
                      <a:pt x="56" y="8"/>
                      <a:pt x="37" y="3"/>
                    </a:cubicBezTo>
                    <a:cubicBezTo>
                      <a:pt x="23" y="0"/>
                      <a:pt x="8" y="7"/>
                      <a:pt x="0" y="19"/>
                    </a:cubicBezTo>
                    <a:cubicBezTo>
                      <a:pt x="8" y="21"/>
                      <a:pt x="22" y="24"/>
                      <a:pt x="33" y="27"/>
                    </a:cubicBezTo>
                    <a:cubicBezTo>
                      <a:pt x="37" y="29"/>
                      <a:pt x="38" y="35"/>
                      <a:pt x="34" y="37"/>
                    </a:cubicBezTo>
                    <a:cubicBezTo>
                      <a:pt x="27" y="40"/>
                      <a:pt x="27" y="40"/>
                      <a:pt x="27" y="40"/>
                    </a:cubicBezTo>
                    <a:cubicBezTo>
                      <a:pt x="25" y="41"/>
                      <a:pt x="23" y="43"/>
                      <a:pt x="23" y="45"/>
                    </a:cubicBezTo>
                    <a:cubicBezTo>
                      <a:pt x="22" y="47"/>
                      <a:pt x="22" y="47"/>
                      <a:pt x="22" y="47"/>
                    </a:cubicBezTo>
                    <a:cubicBezTo>
                      <a:pt x="22" y="48"/>
                      <a:pt x="23" y="49"/>
                      <a:pt x="24" y="49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49" y="69"/>
                      <a:pt x="60" y="59"/>
                      <a:pt x="63" y="4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04" name="Freeform 2108">
                <a:extLst>
                  <a:ext uri="{FF2B5EF4-FFF2-40B4-BE49-F238E27FC236}">
                    <a16:creationId xmlns:a16="http://schemas.microsoft.com/office/drawing/2014/main" id="{F45A68F1-4FA0-4853-BDF2-C4692F71D7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33" y="2442"/>
                <a:ext cx="14" cy="14"/>
              </a:xfrm>
              <a:custGeom>
                <a:avLst/>
                <a:gdLst>
                  <a:gd name="T0" fmla="*/ 16 w 20"/>
                  <a:gd name="T1" fmla="*/ 16 h 21"/>
                  <a:gd name="T2" fmla="*/ 4 w 20"/>
                  <a:gd name="T3" fmla="*/ 18 h 21"/>
                  <a:gd name="T4" fmla="*/ 4 w 20"/>
                  <a:gd name="T5" fmla="*/ 5 h 21"/>
                  <a:gd name="T6" fmla="*/ 17 w 20"/>
                  <a:gd name="T7" fmla="*/ 3 h 21"/>
                  <a:gd name="T8" fmla="*/ 16 w 20"/>
                  <a:gd name="T9" fmla="*/ 16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21">
                    <a:moveTo>
                      <a:pt x="16" y="16"/>
                    </a:moveTo>
                    <a:cubicBezTo>
                      <a:pt x="12" y="20"/>
                      <a:pt x="7" y="21"/>
                      <a:pt x="4" y="18"/>
                    </a:cubicBezTo>
                    <a:cubicBezTo>
                      <a:pt x="0" y="15"/>
                      <a:pt x="1" y="9"/>
                      <a:pt x="4" y="5"/>
                    </a:cubicBezTo>
                    <a:cubicBezTo>
                      <a:pt x="8" y="1"/>
                      <a:pt x="13" y="0"/>
                      <a:pt x="17" y="3"/>
                    </a:cubicBezTo>
                    <a:cubicBezTo>
                      <a:pt x="20" y="6"/>
                      <a:pt x="20" y="12"/>
                      <a:pt x="16" y="16"/>
                    </a:cubicBezTo>
                    <a:close/>
                  </a:path>
                </a:pathLst>
              </a:custGeom>
              <a:solidFill>
                <a:srgbClr val="714E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05" name="Freeform 2109">
                <a:extLst>
                  <a:ext uri="{FF2B5EF4-FFF2-40B4-BE49-F238E27FC236}">
                    <a16:creationId xmlns:a16="http://schemas.microsoft.com/office/drawing/2014/main" id="{89B75B21-F1F5-4BA0-AFDA-40D50B178D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37" y="2445"/>
                <a:ext cx="7" cy="4"/>
              </a:xfrm>
              <a:custGeom>
                <a:avLst/>
                <a:gdLst>
                  <a:gd name="T0" fmla="*/ 0 w 9"/>
                  <a:gd name="T1" fmla="*/ 6 h 6"/>
                  <a:gd name="T2" fmla="*/ 1 w 9"/>
                  <a:gd name="T3" fmla="*/ 3 h 6"/>
                  <a:gd name="T4" fmla="*/ 8 w 9"/>
                  <a:gd name="T5" fmla="*/ 1 h 6"/>
                  <a:gd name="T6" fmla="*/ 8 w 9"/>
                  <a:gd name="T7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" h="6">
                    <a:moveTo>
                      <a:pt x="0" y="6"/>
                    </a:moveTo>
                    <a:cubicBezTo>
                      <a:pt x="0" y="5"/>
                      <a:pt x="1" y="4"/>
                      <a:pt x="1" y="3"/>
                    </a:cubicBezTo>
                    <a:cubicBezTo>
                      <a:pt x="4" y="1"/>
                      <a:pt x="6" y="0"/>
                      <a:pt x="8" y="1"/>
                    </a:cubicBezTo>
                    <a:cubicBezTo>
                      <a:pt x="9" y="2"/>
                      <a:pt x="9" y="4"/>
                      <a:pt x="8" y="6"/>
                    </a:cubicBezTo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sp>
          <p:nvSpPr>
            <p:cNvPr id="1113" name="Line 2111">
              <a:extLst>
                <a:ext uri="{FF2B5EF4-FFF2-40B4-BE49-F238E27FC236}">
                  <a16:creationId xmlns:a16="http://schemas.microsoft.com/office/drawing/2014/main" id="{FE3C0E85-302D-46F3-B432-CD1EAE1024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7" y="2434"/>
              <a:ext cx="4" cy="1"/>
            </a:xfrm>
            <a:prstGeom prst="line">
              <a:avLst/>
            </a:pr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14" name="Freeform 2112">
              <a:extLst>
                <a:ext uri="{FF2B5EF4-FFF2-40B4-BE49-F238E27FC236}">
                  <a16:creationId xmlns:a16="http://schemas.microsoft.com/office/drawing/2014/main" id="{9D982E1C-AD78-4AA3-8EBC-DC31C4538D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9" y="2476"/>
              <a:ext cx="114" cy="127"/>
            </a:xfrm>
            <a:custGeom>
              <a:avLst/>
              <a:gdLst>
                <a:gd name="T0" fmla="*/ 129 w 168"/>
                <a:gd name="T1" fmla="*/ 12 h 186"/>
                <a:gd name="T2" fmla="*/ 51 w 168"/>
                <a:gd name="T3" fmla="*/ 30 h 186"/>
                <a:gd name="T4" fmla="*/ 7 w 168"/>
                <a:gd name="T5" fmla="*/ 126 h 186"/>
                <a:gd name="T6" fmla="*/ 0 w 168"/>
                <a:gd name="T7" fmla="*/ 186 h 186"/>
                <a:gd name="T8" fmla="*/ 85 w 168"/>
                <a:gd name="T9" fmla="*/ 173 h 186"/>
                <a:gd name="T10" fmla="*/ 168 w 168"/>
                <a:gd name="T11" fmla="*/ 159 h 186"/>
                <a:gd name="T12" fmla="*/ 158 w 168"/>
                <a:gd name="T13" fmla="*/ 103 h 186"/>
                <a:gd name="T14" fmla="*/ 129 w 168"/>
                <a:gd name="T15" fmla="*/ 12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8" h="186">
                  <a:moveTo>
                    <a:pt x="129" y="12"/>
                  </a:moveTo>
                  <a:cubicBezTo>
                    <a:pt x="114" y="0"/>
                    <a:pt x="87" y="13"/>
                    <a:pt x="51" y="30"/>
                  </a:cubicBezTo>
                  <a:cubicBezTo>
                    <a:pt x="35" y="37"/>
                    <a:pt x="17" y="92"/>
                    <a:pt x="7" y="126"/>
                  </a:cubicBezTo>
                  <a:cubicBezTo>
                    <a:pt x="2" y="144"/>
                    <a:pt x="0" y="186"/>
                    <a:pt x="0" y="186"/>
                  </a:cubicBezTo>
                  <a:cubicBezTo>
                    <a:pt x="0" y="186"/>
                    <a:pt x="28" y="183"/>
                    <a:pt x="85" y="173"/>
                  </a:cubicBezTo>
                  <a:cubicBezTo>
                    <a:pt x="149" y="162"/>
                    <a:pt x="168" y="159"/>
                    <a:pt x="168" y="159"/>
                  </a:cubicBezTo>
                  <a:cubicBezTo>
                    <a:pt x="168" y="159"/>
                    <a:pt x="166" y="143"/>
                    <a:pt x="158" y="103"/>
                  </a:cubicBezTo>
                  <a:cubicBezTo>
                    <a:pt x="148" y="56"/>
                    <a:pt x="146" y="25"/>
                    <a:pt x="129" y="12"/>
                  </a:cubicBezTo>
                  <a:close/>
                </a:path>
              </a:pathLst>
            </a:custGeom>
            <a:solidFill>
              <a:srgbClr val="FFFFFF"/>
            </a:solidFill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15" name="Freeform 2113">
              <a:extLst>
                <a:ext uri="{FF2B5EF4-FFF2-40B4-BE49-F238E27FC236}">
                  <a16:creationId xmlns:a16="http://schemas.microsoft.com/office/drawing/2014/main" id="{37D2EAE6-FC1B-4920-BA8B-422F449526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3" y="2472"/>
              <a:ext cx="12" cy="4"/>
            </a:xfrm>
            <a:custGeom>
              <a:avLst/>
              <a:gdLst>
                <a:gd name="T0" fmla="*/ 0 w 12"/>
                <a:gd name="T1" fmla="*/ 4 h 4"/>
                <a:gd name="T2" fmla="*/ 12 w 12"/>
                <a:gd name="T3" fmla="*/ 0 h 4"/>
                <a:gd name="T4" fmla="*/ 3 w 12"/>
                <a:gd name="T5" fmla="*/ 0 h 4"/>
                <a:gd name="T6" fmla="*/ 0 w 12"/>
                <a:gd name="T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4">
                  <a:moveTo>
                    <a:pt x="0" y="4"/>
                  </a:moveTo>
                  <a:lnTo>
                    <a:pt x="12" y="0"/>
                  </a:lnTo>
                  <a:lnTo>
                    <a:pt x="3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16" name="Line 2114">
              <a:extLst>
                <a:ext uri="{FF2B5EF4-FFF2-40B4-BE49-F238E27FC236}">
                  <a16:creationId xmlns:a16="http://schemas.microsoft.com/office/drawing/2014/main" id="{A036855A-DF2E-48C9-A1C3-B5B2F984B4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09" y="2525"/>
              <a:ext cx="7" cy="29"/>
            </a:xfrm>
            <a:prstGeom prst="line">
              <a:avLst/>
            </a:pr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17" name="Freeform 2115">
              <a:extLst>
                <a:ext uri="{FF2B5EF4-FFF2-40B4-BE49-F238E27FC236}">
                  <a16:creationId xmlns:a16="http://schemas.microsoft.com/office/drawing/2014/main" id="{B349AE07-13D5-41DD-91EE-ED80B8B7E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2424"/>
              <a:ext cx="33" cy="14"/>
            </a:xfrm>
            <a:custGeom>
              <a:avLst/>
              <a:gdLst>
                <a:gd name="T0" fmla="*/ 3 w 49"/>
                <a:gd name="T1" fmla="*/ 0 h 21"/>
                <a:gd name="T2" fmla="*/ 16 w 49"/>
                <a:gd name="T3" fmla="*/ 19 h 21"/>
                <a:gd name="T4" fmla="*/ 49 w 49"/>
                <a:gd name="T5" fmla="*/ 9 h 21"/>
                <a:gd name="T6" fmla="*/ 3 w 49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1">
                  <a:moveTo>
                    <a:pt x="3" y="0"/>
                  </a:moveTo>
                  <a:cubicBezTo>
                    <a:pt x="3" y="0"/>
                    <a:pt x="0" y="16"/>
                    <a:pt x="16" y="19"/>
                  </a:cubicBezTo>
                  <a:cubicBezTo>
                    <a:pt x="33" y="21"/>
                    <a:pt x="49" y="9"/>
                    <a:pt x="49" y="9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18" name="Oval 2116">
              <a:extLst>
                <a:ext uri="{FF2B5EF4-FFF2-40B4-BE49-F238E27FC236}">
                  <a16:creationId xmlns:a16="http://schemas.microsoft.com/office/drawing/2014/main" id="{1180F8D7-5E60-40C1-B5CE-3536F6ADD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6" y="2438"/>
              <a:ext cx="2" cy="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19" name="Oval 2117">
              <a:extLst>
                <a:ext uri="{FF2B5EF4-FFF2-40B4-BE49-F238E27FC236}">
                  <a16:creationId xmlns:a16="http://schemas.microsoft.com/office/drawing/2014/main" id="{934A72F6-4DB3-48DE-B4D7-5A9027809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3" y="2410"/>
              <a:ext cx="22" cy="2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20" name="Freeform 2118">
              <a:extLst>
                <a:ext uri="{FF2B5EF4-FFF2-40B4-BE49-F238E27FC236}">
                  <a16:creationId xmlns:a16="http://schemas.microsoft.com/office/drawing/2014/main" id="{65CF5ACD-7E73-4C52-B4CC-3CF9FBE2AF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" y="2453"/>
              <a:ext cx="7" cy="4"/>
            </a:xfrm>
            <a:custGeom>
              <a:avLst/>
              <a:gdLst>
                <a:gd name="T0" fmla="*/ 11 w 11"/>
                <a:gd name="T1" fmla="*/ 0 h 7"/>
                <a:gd name="T2" fmla="*/ 0 w 11"/>
                <a:gd name="T3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" h="7">
                  <a:moveTo>
                    <a:pt x="11" y="0"/>
                  </a:moveTo>
                  <a:cubicBezTo>
                    <a:pt x="11" y="0"/>
                    <a:pt x="8" y="7"/>
                    <a:pt x="0" y="6"/>
                  </a:cubicBezTo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21" name="Freeform 2119">
              <a:extLst>
                <a:ext uri="{FF2B5EF4-FFF2-40B4-BE49-F238E27FC236}">
                  <a16:creationId xmlns:a16="http://schemas.microsoft.com/office/drawing/2014/main" id="{EFB4D6C4-7731-4960-8945-0C580F6F00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2" y="2587"/>
              <a:ext cx="84" cy="27"/>
            </a:xfrm>
            <a:custGeom>
              <a:avLst/>
              <a:gdLst>
                <a:gd name="T0" fmla="*/ 84 w 84"/>
                <a:gd name="T1" fmla="*/ 0 h 27"/>
                <a:gd name="T2" fmla="*/ 3 w 84"/>
                <a:gd name="T3" fmla="*/ 27 h 27"/>
                <a:gd name="T4" fmla="*/ 0 w 84"/>
                <a:gd name="T5" fmla="*/ 5 h 27"/>
                <a:gd name="T6" fmla="*/ 84 w 84"/>
                <a:gd name="T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4" h="27">
                  <a:moveTo>
                    <a:pt x="84" y="0"/>
                  </a:moveTo>
                  <a:lnTo>
                    <a:pt x="3" y="27"/>
                  </a:lnTo>
                  <a:lnTo>
                    <a:pt x="0" y="5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22" name="Freeform 2120">
              <a:extLst>
                <a:ext uri="{FF2B5EF4-FFF2-40B4-BE49-F238E27FC236}">
                  <a16:creationId xmlns:a16="http://schemas.microsoft.com/office/drawing/2014/main" id="{85CAAECC-03B0-400C-905B-F5E4E53F9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2479"/>
              <a:ext cx="59" cy="114"/>
            </a:xfrm>
            <a:custGeom>
              <a:avLst/>
              <a:gdLst>
                <a:gd name="T0" fmla="*/ 27 w 87"/>
                <a:gd name="T1" fmla="*/ 165 h 168"/>
                <a:gd name="T2" fmla="*/ 27 w 87"/>
                <a:gd name="T3" fmla="*/ 165 h 168"/>
                <a:gd name="T4" fmla="*/ 58 w 87"/>
                <a:gd name="T5" fmla="*/ 138 h 168"/>
                <a:gd name="T6" fmla="*/ 84 w 87"/>
                <a:gd name="T7" fmla="*/ 38 h 168"/>
                <a:gd name="T8" fmla="*/ 62 w 87"/>
                <a:gd name="T9" fmla="*/ 2 h 168"/>
                <a:gd name="T10" fmla="*/ 62 w 87"/>
                <a:gd name="T11" fmla="*/ 2 h 168"/>
                <a:gd name="T12" fmla="*/ 31 w 87"/>
                <a:gd name="T13" fmla="*/ 29 h 168"/>
                <a:gd name="T14" fmla="*/ 2 w 87"/>
                <a:gd name="T15" fmla="*/ 129 h 168"/>
                <a:gd name="T16" fmla="*/ 27 w 87"/>
                <a:gd name="T17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68">
                  <a:moveTo>
                    <a:pt x="27" y="165"/>
                  </a:moveTo>
                  <a:cubicBezTo>
                    <a:pt x="27" y="165"/>
                    <a:pt x="27" y="165"/>
                    <a:pt x="27" y="165"/>
                  </a:cubicBezTo>
                  <a:cubicBezTo>
                    <a:pt x="42" y="168"/>
                    <a:pt x="56" y="155"/>
                    <a:pt x="58" y="138"/>
                  </a:cubicBezTo>
                  <a:cubicBezTo>
                    <a:pt x="84" y="38"/>
                    <a:pt x="84" y="38"/>
                    <a:pt x="84" y="38"/>
                  </a:cubicBezTo>
                  <a:cubicBezTo>
                    <a:pt x="87" y="20"/>
                    <a:pt x="77" y="4"/>
                    <a:pt x="62" y="2"/>
                  </a:cubicBezTo>
                  <a:cubicBezTo>
                    <a:pt x="62" y="2"/>
                    <a:pt x="62" y="2"/>
                    <a:pt x="62" y="2"/>
                  </a:cubicBezTo>
                  <a:cubicBezTo>
                    <a:pt x="48" y="0"/>
                    <a:pt x="34" y="12"/>
                    <a:pt x="31" y="29"/>
                  </a:cubicBezTo>
                  <a:cubicBezTo>
                    <a:pt x="2" y="129"/>
                    <a:pt x="2" y="129"/>
                    <a:pt x="2" y="129"/>
                  </a:cubicBezTo>
                  <a:cubicBezTo>
                    <a:pt x="0" y="146"/>
                    <a:pt x="12" y="163"/>
                    <a:pt x="27" y="1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23" name="Freeform 2121">
              <a:extLst>
                <a:ext uri="{FF2B5EF4-FFF2-40B4-BE49-F238E27FC236}">
                  <a16:creationId xmlns:a16="http://schemas.microsoft.com/office/drawing/2014/main" id="{81639397-A22F-48DA-9AF9-8BF3CA574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8" y="2519"/>
              <a:ext cx="67" cy="80"/>
            </a:xfrm>
            <a:custGeom>
              <a:avLst/>
              <a:gdLst>
                <a:gd name="T0" fmla="*/ 98 w 98"/>
                <a:gd name="T1" fmla="*/ 0 h 117"/>
                <a:gd name="T2" fmla="*/ 86 w 98"/>
                <a:gd name="T3" fmla="*/ 48 h 117"/>
                <a:gd name="T4" fmla="*/ 60 w 98"/>
                <a:gd name="T5" fmla="*/ 105 h 117"/>
                <a:gd name="T6" fmla="*/ 0 w 98"/>
                <a:gd name="T7" fmla="*/ 10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" h="117">
                  <a:moveTo>
                    <a:pt x="98" y="0"/>
                  </a:moveTo>
                  <a:cubicBezTo>
                    <a:pt x="98" y="0"/>
                    <a:pt x="93" y="23"/>
                    <a:pt x="86" y="48"/>
                  </a:cubicBezTo>
                  <a:cubicBezTo>
                    <a:pt x="81" y="71"/>
                    <a:pt x="80" y="91"/>
                    <a:pt x="60" y="105"/>
                  </a:cubicBezTo>
                  <a:cubicBezTo>
                    <a:pt x="45" y="117"/>
                    <a:pt x="24" y="108"/>
                    <a:pt x="0" y="105"/>
                  </a:cubicBezTo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24" name="Freeform 2122">
              <a:extLst>
                <a:ext uri="{FF2B5EF4-FFF2-40B4-BE49-F238E27FC236}">
                  <a16:creationId xmlns:a16="http://schemas.microsoft.com/office/drawing/2014/main" id="{733D042B-926F-4284-A9BA-ADA1C5049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1" y="2600"/>
              <a:ext cx="31" cy="32"/>
            </a:xfrm>
            <a:custGeom>
              <a:avLst/>
              <a:gdLst>
                <a:gd name="T0" fmla="*/ 38 w 45"/>
                <a:gd name="T1" fmla="*/ 35 h 47"/>
                <a:gd name="T2" fmla="*/ 43 w 45"/>
                <a:gd name="T3" fmla="*/ 32 h 47"/>
                <a:gd name="T4" fmla="*/ 45 w 45"/>
                <a:gd name="T5" fmla="*/ 22 h 47"/>
                <a:gd name="T6" fmla="*/ 45 w 45"/>
                <a:gd name="T7" fmla="*/ 16 h 47"/>
                <a:gd name="T8" fmla="*/ 36 w 45"/>
                <a:gd name="T9" fmla="*/ 0 h 47"/>
                <a:gd name="T10" fmla="*/ 23 w 45"/>
                <a:gd name="T11" fmla="*/ 3 h 47"/>
                <a:gd name="T12" fmla="*/ 4 w 45"/>
                <a:gd name="T13" fmla="*/ 15 h 47"/>
                <a:gd name="T14" fmla="*/ 1 w 45"/>
                <a:gd name="T15" fmla="*/ 19 h 47"/>
                <a:gd name="T16" fmla="*/ 1 w 45"/>
                <a:gd name="T17" fmla="*/ 19 h 47"/>
                <a:gd name="T18" fmla="*/ 2 w 45"/>
                <a:gd name="T19" fmla="*/ 27 h 47"/>
                <a:gd name="T20" fmla="*/ 11 w 45"/>
                <a:gd name="T21" fmla="*/ 44 h 47"/>
                <a:gd name="T22" fmla="*/ 33 w 45"/>
                <a:gd name="T23" fmla="*/ 45 h 47"/>
                <a:gd name="T24" fmla="*/ 38 w 45"/>
                <a:gd name="T25" fmla="*/ 3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7">
                  <a:moveTo>
                    <a:pt x="38" y="35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5" y="29"/>
                    <a:pt x="45" y="25"/>
                    <a:pt x="45" y="22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0"/>
                    <a:pt x="26" y="2"/>
                    <a:pt x="23" y="3"/>
                  </a:cubicBezTo>
                  <a:cubicBezTo>
                    <a:pt x="22" y="4"/>
                    <a:pt x="10" y="12"/>
                    <a:pt x="4" y="15"/>
                  </a:cubicBezTo>
                  <a:cubicBezTo>
                    <a:pt x="3" y="16"/>
                    <a:pt x="2" y="17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0" y="22"/>
                    <a:pt x="0" y="25"/>
                    <a:pt x="2" y="27"/>
                  </a:cubicBezTo>
                  <a:cubicBezTo>
                    <a:pt x="2" y="27"/>
                    <a:pt x="8" y="41"/>
                    <a:pt x="11" y="44"/>
                  </a:cubicBezTo>
                  <a:cubicBezTo>
                    <a:pt x="13" y="46"/>
                    <a:pt x="30" y="47"/>
                    <a:pt x="33" y="45"/>
                  </a:cubicBezTo>
                  <a:cubicBezTo>
                    <a:pt x="35" y="45"/>
                    <a:pt x="38" y="35"/>
                    <a:pt x="38" y="35"/>
                  </a:cubicBezTo>
                </a:path>
              </a:pathLst>
            </a:custGeom>
            <a:solidFill>
              <a:srgbClr val="714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25" name="Freeform 2123">
              <a:extLst>
                <a:ext uri="{FF2B5EF4-FFF2-40B4-BE49-F238E27FC236}">
                  <a16:creationId xmlns:a16="http://schemas.microsoft.com/office/drawing/2014/main" id="{14C4B760-7F46-4219-9DB9-A784531059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9" y="2511"/>
              <a:ext cx="102" cy="44"/>
            </a:xfrm>
            <a:custGeom>
              <a:avLst/>
              <a:gdLst>
                <a:gd name="T0" fmla="*/ 150 w 150"/>
                <a:gd name="T1" fmla="*/ 64 h 64"/>
                <a:gd name="T2" fmla="*/ 108 w 150"/>
                <a:gd name="T3" fmla="*/ 19 h 64"/>
                <a:gd name="T4" fmla="*/ 43 w 150"/>
                <a:gd name="T5" fmla="*/ 19 h 64"/>
                <a:gd name="T6" fmla="*/ 0 w 150"/>
                <a:gd name="T7" fmla="*/ 64 h 64"/>
                <a:gd name="T8" fmla="*/ 150 w 150"/>
                <a:gd name="T9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0" h="64">
                  <a:moveTo>
                    <a:pt x="150" y="64"/>
                  </a:moveTo>
                  <a:cubicBezTo>
                    <a:pt x="108" y="19"/>
                    <a:pt x="108" y="19"/>
                    <a:pt x="108" y="19"/>
                  </a:cubicBezTo>
                  <a:cubicBezTo>
                    <a:pt x="90" y="0"/>
                    <a:pt x="61" y="0"/>
                    <a:pt x="43" y="19"/>
                  </a:cubicBezTo>
                  <a:cubicBezTo>
                    <a:pt x="0" y="64"/>
                    <a:pt x="0" y="64"/>
                    <a:pt x="0" y="64"/>
                  </a:cubicBezTo>
                  <a:lnTo>
                    <a:pt x="150" y="64"/>
                  </a:lnTo>
                  <a:close/>
                </a:path>
              </a:pathLst>
            </a:custGeom>
            <a:solidFill>
              <a:srgbClr val="FF7900"/>
            </a:solidFill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26" name="Freeform 2124">
              <a:extLst>
                <a:ext uri="{FF2B5EF4-FFF2-40B4-BE49-F238E27FC236}">
                  <a16:creationId xmlns:a16="http://schemas.microsoft.com/office/drawing/2014/main" id="{060941E5-3001-469C-8783-3988B40FC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7" y="2551"/>
              <a:ext cx="103" cy="43"/>
            </a:xfrm>
            <a:custGeom>
              <a:avLst/>
              <a:gdLst>
                <a:gd name="T0" fmla="*/ 151 w 151"/>
                <a:gd name="T1" fmla="*/ 64 h 64"/>
                <a:gd name="T2" fmla="*/ 108 w 151"/>
                <a:gd name="T3" fmla="*/ 19 h 64"/>
                <a:gd name="T4" fmla="*/ 43 w 151"/>
                <a:gd name="T5" fmla="*/ 19 h 64"/>
                <a:gd name="T6" fmla="*/ 0 w 151"/>
                <a:gd name="T7" fmla="*/ 64 h 64"/>
                <a:gd name="T8" fmla="*/ 151 w 151"/>
                <a:gd name="T9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64">
                  <a:moveTo>
                    <a:pt x="151" y="64"/>
                  </a:moveTo>
                  <a:cubicBezTo>
                    <a:pt x="108" y="19"/>
                    <a:pt x="108" y="19"/>
                    <a:pt x="108" y="19"/>
                  </a:cubicBezTo>
                  <a:cubicBezTo>
                    <a:pt x="90" y="0"/>
                    <a:pt x="61" y="0"/>
                    <a:pt x="43" y="19"/>
                  </a:cubicBezTo>
                  <a:cubicBezTo>
                    <a:pt x="0" y="64"/>
                    <a:pt x="0" y="64"/>
                    <a:pt x="0" y="64"/>
                  </a:cubicBezTo>
                  <a:lnTo>
                    <a:pt x="151" y="64"/>
                  </a:lnTo>
                  <a:close/>
                </a:path>
              </a:pathLst>
            </a:custGeom>
            <a:solidFill>
              <a:srgbClr val="FF7900"/>
            </a:solidFill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27" name="Freeform 2125">
              <a:extLst>
                <a:ext uri="{FF2B5EF4-FFF2-40B4-BE49-F238E27FC236}">
                  <a16:creationId xmlns:a16="http://schemas.microsoft.com/office/drawing/2014/main" id="{916FD3B3-F41C-4071-B516-76FB94CCE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8" y="2568"/>
              <a:ext cx="125" cy="174"/>
            </a:xfrm>
            <a:custGeom>
              <a:avLst/>
              <a:gdLst>
                <a:gd name="T0" fmla="*/ 36 w 184"/>
                <a:gd name="T1" fmla="*/ 256 h 256"/>
                <a:gd name="T2" fmla="*/ 148 w 184"/>
                <a:gd name="T3" fmla="*/ 256 h 256"/>
                <a:gd name="T4" fmla="*/ 184 w 184"/>
                <a:gd name="T5" fmla="*/ 220 h 256"/>
                <a:gd name="T6" fmla="*/ 184 w 184"/>
                <a:gd name="T7" fmla="*/ 0 h 256"/>
                <a:gd name="T8" fmla="*/ 0 w 184"/>
                <a:gd name="T9" fmla="*/ 0 h 256"/>
                <a:gd name="T10" fmla="*/ 0 w 184"/>
                <a:gd name="T11" fmla="*/ 220 h 256"/>
                <a:gd name="T12" fmla="*/ 36 w 184"/>
                <a:gd name="T13" fmla="*/ 256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4" h="256">
                  <a:moveTo>
                    <a:pt x="36" y="256"/>
                  </a:moveTo>
                  <a:cubicBezTo>
                    <a:pt x="148" y="256"/>
                    <a:pt x="148" y="256"/>
                    <a:pt x="148" y="256"/>
                  </a:cubicBezTo>
                  <a:cubicBezTo>
                    <a:pt x="168" y="256"/>
                    <a:pt x="184" y="240"/>
                    <a:pt x="184" y="22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20"/>
                    <a:pt x="0" y="220"/>
                    <a:pt x="0" y="220"/>
                  </a:cubicBezTo>
                  <a:cubicBezTo>
                    <a:pt x="0" y="240"/>
                    <a:pt x="16" y="256"/>
                    <a:pt x="36" y="25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28" name="Freeform 2126">
              <a:extLst>
                <a:ext uri="{FF2B5EF4-FFF2-40B4-BE49-F238E27FC236}">
                  <a16:creationId xmlns:a16="http://schemas.microsoft.com/office/drawing/2014/main" id="{6D3C859D-C028-49B9-972A-E9E130843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4" y="2555"/>
              <a:ext cx="134" cy="28"/>
            </a:xfrm>
            <a:custGeom>
              <a:avLst/>
              <a:gdLst>
                <a:gd name="T0" fmla="*/ 5 w 197"/>
                <a:gd name="T1" fmla="*/ 42 h 42"/>
                <a:gd name="T2" fmla="*/ 191 w 197"/>
                <a:gd name="T3" fmla="*/ 42 h 42"/>
                <a:gd name="T4" fmla="*/ 197 w 197"/>
                <a:gd name="T5" fmla="*/ 37 h 42"/>
                <a:gd name="T6" fmla="*/ 197 w 197"/>
                <a:gd name="T7" fmla="*/ 5 h 42"/>
                <a:gd name="T8" fmla="*/ 191 w 197"/>
                <a:gd name="T9" fmla="*/ 0 h 42"/>
                <a:gd name="T10" fmla="*/ 5 w 197"/>
                <a:gd name="T11" fmla="*/ 0 h 42"/>
                <a:gd name="T12" fmla="*/ 0 w 197"/>
                <a:gd name="T13" fmla="*/ 5 h 42"/>
                <a:gd name="T14" fmla="*/ 0 w 197"/>
                <a:gd name="T15" fmla="*/ 37 h 42"/>
                <a:gd name="T16" fmla="*/ 5 w 197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7" h="42">
                  <a:moveTo>
                    <a:pt x="5" y="42"/>
                  </a:moveTo>
                  <a:cubicBezTo>
                    <a:pt x="191" y="42"/>
                    <a:pt x="191" y="42"/>
                    <a:pt x="191" y="42"/>
                  </a:cubicBezTo>
                  <a:cubicBezTo>
                    <a:pt x="194" y="42"/>
                    <a:pt x="197" y="40"/>
                    <a:pt x="197" y="37"/>
                  </a:cubicBezTo>
                  <a:cubicBezTo>
                    <a:pt x="197" y="5"/>
                    <a:pt x="197" y="5"/>
                    <a:pt x="197" y="5"/>
                  </a:cubicBezTo>
                  <a:cubicBezTo>
                    <a:pt x="197" y="2"/>
                    <a:pt x="194" y="0"/>
                    <a:pt x="191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40"/>
                    <a:pt x="2" y="42"/>
                    <a:pt x="5" y="42"/>
                  </a:cubicBezTo>
                  <a:close/>
                </a:path>
              </a:pathLst>
            </a:custGeom>
            <a:solidFill>
              <a:srgbClr val="595959"/>
            </a:solidFill>
            <a:ln w="158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29" name="Freeform 2127">
              <a:extLst>
                <a:ext uri="{FF2B5EF4-FFF2-40B4-BE49-F238E27FC236}">
                  <a16:creationId xmlns:a16="http://schemas.microsoft.com/office/drawing/2014/main" id="{2B7958E3-7104-4828-B8A1-EA5A35015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3" y="2591"/>
              <a:ext cx="134" cy="30"/>
            </a:xfrm>
            <a:custGeom>
              <a:avLst/>
              <a:gdLst>
                <a:gd name="T0" fmla="*/ 5 w 197"/>
                <a:gd name="T1" fmla="*/ 43 h 43"/>
                <a:gd name="T2" fmla="*/ 191 w 197"/>
                <a:gd name="T3" fmla="*/ 43 h 43"/>
                <a:gd name="T4" fmla="*/ 197 w 197"/>
                <a:gd name="T5" fmla="*/ 38 h 43"/>
                <a:gd name="T6" fmla="*/ 197 w 197"/>
                <a:gd name="T7" fmla="*/ 6 h 43"/>
                <a:gd name="T8" fmla="*/ 191 w 197"/>
                <a:gd name="T9" fmla="*/ 0 h 43"/>
                <a:gd name="T10" fmla="*/ 5 w 197"/>
                <a:gd name="T11" fmla="*/ 0 h 43"/>
                <a:gd name="T12" fmla="*/ 0 w 197"/>
                <a:gd name="T13" fmla="*/ 6 h 43"/>
                <a:gd name="T14" fmla="*/ 0 w 197"/>
                <a:gd name="T15" fmla="*/ 38 h 43"/>
                <a:gd name="T16" fmla="*/ 5 w 197"/>
                <a:gd name="T17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7" h="43">
                  <a:moveTo>
                    <a:pt x="5" y="43"/>
                  </a:moveTo>
                  <a:cubicBezTo>
                    <a:pt x="191" y="43"/>
                    <a:pt x="191" y="43"/>
                    <a:pt x="191" y="43"/>
                  </a:cubicBezTo>
                  <a:cubicBezTo>
                    <a:pt x="194" y="43"/>
                    <a:pt x="197" y="41"/>
                    <a:pt x="197" y="38"/>
                  </a:cubicBezTo>
                  <a:cubicBezTo>
                    <a:pt x="197" y="6"/>
                    <a:pt x="197" y="6"/>
                    <a:pt x="197" y="6"/>
                  </a:cubicBezTo>
                  <a:cubicBezTo>
                    <a:pt x="197" y="3"/>
                    <a:pt x="194" y="0"/>
                    <a:pt x="191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3"/>
                    <a:pt x="5" y="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30" name="Oval 2128">
              <a:extLst>
                <a:ext uri="{FF2B5EF4-FFF2-40B4-BE49-F238E27FC236}">
                  <a16:creationId xmlns:a16="http://schemas.microsoft.com/office/drawing/2014/main" id="{8B9FEB42-22A4-450C-88A1-8DDD2F58C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2" y="2566"/>
              <a:ext cx="33" cy="3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31" name="Oval 2129">
              <a:extLst>
                <a:ext uri="{FF2B5EF4-FFF2-40B4-BE49-F238E27FC236}">
                  <a16:creationId xmlns:a16="http://schemas.microsoft.com/office/drawing/2014/main" id="{596174F0-1C2B-4EDB-BE2B-B4BD4E03DE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0" y="2581"/>
              <a:ext cx="34" cy="34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32" name="Oval 2130">
              <a:extLst>
                <a:ext uri="{FF2B5EF4-FFF2-40B4-BE49-F238E27FC236}">
                  <a16:creationId xmlns:a16="http://schemas.microsoft.com/office/drawing/2014/main" id="{64DF1DDA-A7C8-4394-92EC-338D17660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6" y="2581"/>
              <a:ext cx="34" cy="34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33" name="Oval 2131">
              <a:extLst>
                <a:ext uri="{FF2B5EF4-FFF2-40B4-BE49-F238E27FC236}">
                  <a16:creationId xmlns:a16="http://schemas.microsoft.com/office/drawing/2014/main" id="{9EF8AF43-614A-47CD-AC73-0CC839279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" y="2594"/>
              <a:ext cx="34" cy="34"/>
            </a:xfrm>
            <a:prstGeom prst="ellipse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34" name="Oval 2132">
              <a:extLst>
                <a:ext uri="{FF2B5EF4-FFF2-40B4-BE49-F238E27FC236}">
                  <a16:creationId xmlns:a16="http://schemas.microsoft.com/office/drawing/2014/main" id="{634375FB-78B9-46FB-9AEA-CE48F96C8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2" y="2594"/>
              <a:ext cx="33" cy="34"/>
            </a:xfrm>
            <a:prstGeom prst="ellipse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35" name="Oval 2133">
              <a:extLst>
                <a:ext uri="{FF2B5EF4-FFF2-40B4-BE49-F238E27FC236}">
                  <a16:creationId xmlns:a16="http://schemas.microsoft.com/office/drawing/2014/main" id="{B7CB672C-C5B7-4948-A9CC-DF2B91E47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8" y="2594"/>
              <a:ext cx="34" cy="34"/>
            </a:xfrm>
            <a:prstGeom prst="ellipse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36" name="Freeform 2134">
              <a:extLst>
                <a:ext uri="{FF2B5EF4-FFF2-40B4-BE49-F238E27FC236}">
                  <a16:creationId xmlns:a16="http://schemas.microsoft.com/office/drawing/2014/main" id="{54863D7B-D381-4A22-88C9-C05B906B5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5" y="2665"/>
              <a:ext cx="107" cy="20"/>
            </a:xfrm>
            <a:custGeom>
              <a:avLst/>
              <a:gdLst>
                <a:gd name="T0" fmla="*/ 102 w 107"/>
                <a:gd name="T1" fmla="*/ 20 h 20"/>
                <a:gd name="T2" fmla="*/ 5 w 107"/>
                <a:gd name="T3" fmla="*/ 20 h 20"/>
                <a:gd name="T4" fmla="*/ 0 w 107"/>
                <a:gd name="T5" fmla="*/ 0 h 20"/>
                <a:gd name="T6" fmla="*/ 107 w 107"/>
                <a:gd name="T7" fmla="*/ 0 h 20"/>
                <a:gd name="T8" fmla="*/ 102 w 107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" h="20">
                  <a:moveTo>
                    <a:pt x="102" y="20"/>
                  </a:moveTo>
                  <a:lnTo>
                    <a:pt x="5" y="20"/>
                  </a:lnTo>
                  <a:lnTo>
                    <a:pt x="0" y="0"/>
                  </a:lnTo>
                  <a:lnTo>
                    <a:pt x="107" y="0"/>
                  </a:lnTo>
                  <a:lnTo>
                    <a:pt x="102" y="20"/>
                  </a:lnTo>
                  <a:close/>
                </a:path>
              </a:pathLst>
            </a:custGeom>
            <a:solidFill>
              <a:srgbClr val="000000"/>
            </a:solidFill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37" name="Freeform 2135">
              <a:extLst>
                <a:ext uri="{FF2B5EF4-FFF2-40B4-BE49-F238E27FC236}">
                  <a16:creationId xmlns:a16="http://schemas.microsoft.com/office/drawing/2014/main" id="{E061B8D2-6F0A-41E3-8E91-C7EA1A89F8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8" y="2631"/>
              <a:ext cx="121" cy="34"/>
            </a:xfrm>
            <a:custGeom>
              <a:avLst/>
              <a:gdLst>
                <a:gd name="T0" fmla="*/ 121 w 121"/>
                <a:gd name="T1" fmla="*/ 0 h 34"/>
                <a:gd name="T2" fmla="*/ 114 w 121"/>
                <a:gd name="T3" fmla="*/ 34 h 34"/>
                <a:gd name="T4" fmla="*/ 7 w 121"/>
                <a:gd name="T5" fmla="*/ 34 h 34"/>
                <a:gd name="T6" fmla="*/ 0 w 121"/>
                <a:gd name="T7" fmla="*/ 0 h 34"/>
                <a:gd name="T8" fmla="*/ 121 w 121"/>
                <a:gd name="T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" h="34">
                  <a:moveTo>
                    <a:pt x="121" y="0"/>
                  </a:moveTo>
                  <a:lnTo>
                    <a:pt x="114" y="34"/>
                  </a:lnTo>
                  <a:lnTo>
                    <a:pt x="7" y="34"/>
                  </a:lnTo>
                  <a:lnTo>
                    <a:pt x="0" y="0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rgbClr val="FF7900"/>
            </a:solidFill>
            <a:ln w="1588" cap="flat">
              <a:solidFill>
                <a:srgbClr val="FF79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38" name="Freeform 2136">
              <a:extLst>
                <a:ext uri="{FF2B5EF4-FFF2-40B4-BE49-F238E27FC236}">
                  <a16:creationId xmlns:a16="http://schemas.microsoft.com/office/drawing/2014/main" id="{1813F47F-FCB8-40BB-A8DD-AEE56EB41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3" y="2640"/>
              <a:ext cx="114" cy="17"/>
            </a:xfrm>
            <a:custGeom>
              <a:avLst/>
              <a:gdLst>
                <a:gd name="T0" fmla="*/ 74 w 114"/>
                <a:gd name="T1" fmla="*/ 17 h 17"/>
                <a:gd name="T2" fmla="*/ 87 w 114"/>
                <a:gd name="T3" fmla="*/ 4 h 17"/>
                <a:gd name="T4" fmla="*/ 100 w 114"/>
                <a:gd name="T5" fmla="*/ 17 h 17"/>
                <a:gd name="T6" fmla="*/ 114 w 114"/>
                <a:gd name="T7" fmla="*/ 3 h 17"/>
                <a:gd name="T8" fmla="*/ 114 w 114"/>
                <a:gd name="T9" fmla="*/ 0 h 17"/>
                <a:gd name="T10" fmla="*/ 100 w 114"/>
                <a:gd name="T11" fmla="*/ 14 h 17"/>
                <a:gd name="T12" fmla="*/ 87 w 114"/>
                <a:gd name="T13" fmla="*/ 2 h 17"/>
                <a:gd name="T14" fmla="*/ 74 w 114"/>
                <a:gd name="T15" fmla="*/ 14 h 17"/>
                <a:gd name="T16" fmla="*/ 62 w 114"/>
                <a:gd name="T17" fmla="*/ 2 h 17"/>
                <a:gd name="T18" fmla="*/ 49 w 114"/>
                <a:gd name="T19" fmla="*/ 14 h 17"/>
                <a:gd name="T20" fmla="*/ 37 w 114"/>
                <a:gd name="T21" fmla="*/ 2 h 17"/>
                <a:gd name="T22" fmla="*/ 24 w 114"/>
                <a:gd name="T23" fmla="*/ 14 h 17"/>
                <a:gd name="T24" fmla="*/ 12 w 114"/>
                <a:gd name="T25" fmla="*/ 2 h 17"/>
                <a:gd name="T26" fmla="*/ 0 w 114"/>
                <a:gd name="T27" fmla="*/ 13 h 17"/>
                <a:gd name="T28" fmla="*/ 0 w 114"/>
                <a:gd name="T29" fmla="*/ 15 h 17"/>
                <a:gd name="T30" fmla="*/ 12 w 114"/>
                <a:gd name="T31" fmla="*/ 4 h 17"/>
                <a:gd name="T32" fmla="*/ 24 w 114"/>
                <a:gd name="T33" fmla="*/ 17 h 17"/>
                <a:gd name="T34" fmla="*/ 37 w 114"/>
                <a:gd name="T35" fmla="*/ 4 h 17"/>
                <a:gd name="T36" fmla="*/ 49 w 114"/>
                <a:gd name="T37" fmla="*/ 17 h 17"/>
                <a:gd name="T38" fmla="*/ 62 w 114"/>
                <a:gd name="T39" fmla="*/ 4 h 17"/>
                <a:gd name="T40" fmla="*/ 74 w 114"/>
                <a:gd name="T4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4" h="17">
                  <a:moveTo>
                    <a:pt x="74" y="17"/>
                  </a:moveTo>
                  <a:lnTo>
                    <a:pt x="87" y="4"/>
                  </a:lnTo>
                  <a:lnTo>
                    <a:pt x="100" y="17"/>
                  </a:lnTo>
                  <a:lnTo>
                    <a:pt x="114" y="3"/>
                  </a:lnTo>
                  <a:lnTo>
                    <a:pt x="114" y="0"/>
                  </a:lnTo>
                  <a:lnTo>
                    <a:pt x="100" y="14"/>
                  </a:lnTo>
                  <a:lnTo>
                    <a:pt x="87" y="2"/>
                  </a:lnTo>
                  <a:lnTo>
                    <a:pt x="74" y="14"/>
                  </a:lnTo>
                  <a:lnTo>
                    <a:pt x="62" y="2"/>
                  </a:lnTo>
                  <a:lnTo>
                    <a:pt x="49" y="14"/>
                  </a:lnTo>
                  <a:lnTo>
                    <a:pt x="37" y="2"/>
                  </a:lnTo>
                  <a:lnTo>
                    <a:pt x="24" y="14"/>
                  </a:lnTo>
                  <a:lnTo>
                    <a:pt x="12" y="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12" y="4"/>
                  </a:lnTo>
                  <a:lnTo>
                    <a:pt x="24" y="17"/>
                  </a:lnTo>
                  <a:lnTo>
                    <a:pt x="37" y="4"/>
                  </a:lnTo>
                  <a:lnTo>
                    <a:pt x="49" y="17"/>
                  </a:lnTo>
                  <a:lnTo>
                    <a:pt x="62" y="4"/>
                  </a:lnTo>
                  <a:lnTo>
                    <a:pt x="74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39" name="Freeform 2137">
              <a:extLst>
                <a:ext uri="{FF2B5EF4-FFF2-40B4-BE49-F238E27FC236}">
                  <a16:creationId xmlns:a16="http://schemas.microsoft.com/office/drawing/2014/main" id="{8927954B-B321-4924-B17A-73B0A9E45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9" y="2628"/>
              <a:ext cx="125" cy="114"/>
            </a:xfrm>
            <a:custGeom>
              <a:avLst/>
              <a:gdLst>
                <a:gd name="T0" fmla="*/ 36 w 184"/>
                <a:gd name="T1" fmla="*/ 167 h 167"/>
                <a:gd name="T2" fmla="*/ 148 w 184"/>
                <a:gd name="T3" fmla="*/ 167 h 167"/>
                <a:gd name="T4" fmla="*/ 184 w 184"/>
                <a:gd name="T5" fmla="*/ 131 h 167"/>
                <a:gd name="T6" fmla="*/ 184 w 184"/>
                <a:gd name="T7" fmla="*/ 0 h 167"/>
                <a:gd name="T8" fmla="*/ 0 w 184"/>
                <a:gd name="T9" fmla="*/ 0 h 167"/>
                <a:gd name="T10" fmla="*/ 0 w 184"/>
                <a:gd name="T11" fmla="*/ 131 h 167"/>
                <a:gd name="T12" fmla="*/ 36 w 184"/>
                <a:gd name="T13" fmla="*/ 16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4" h="167">
                  <a:moveTo>
                    <a:pt x="36" y="167"/>
                  </a:moveTo>
                  <a:cubicBezTo>
                    <a:pt x="148" y="167"/>
                    <a:pt x="148" y="167"/>
                    <a:pt x="148" y="167"/>
                  </a:cubicBezTo>
                  <a:cubicBezTo>
                    <a:pt x="168" y="167"/>
                    <a:pt x="184" y="151"/>
                    <a:pt x="184" y="131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151"/>
                    <a:pt x="16" y="167"/>
                    <a:pt x="36" y="167"/>
                  </a:cubicBezTo>
                  <a:close/>
                </a:path>
              </a:pathLst>
            </a:custGeom>
            <a:solidFill>
              <a:srgbClr val="000000"/>
            </a:solidFill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40" name="Freeform 2138">
              <a:extLst>
                <a:ext uri="{FF2B5EF4-FFF2-40B4-BE49-F238E27FC236}">
                  <a16:creationId xmlns:a16="http://schemas.microsoft.com/office/drawing/2014/main" id="{28CDB058-F225-4115-95C8-ECDC426DD4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3" y="2572"/>
              <a:ext cx="102" cy="44"/>
            </a:xfrm>
            <a:custGeom>
              <a:avLst/>
              <a:gdLst>
                <a:gd name="T0" fmla="*/ 150 w 150"/>
                <a:gd name="T1" fmla="*/ 64 h 64"/>
                <a:gd name="T2" fmla="*/ 107 w 150"/>
                <a:gd name="T3" fmla="*/ 19 h 64"/>
                <a:gd name="T4" fmla="*/ 43 w 150"/>
                <a:gd name="T5" fmla="*/ 18 h 64"/>
                <a:gd name="T6" fmla="*/ 0 w 150"/>
                <a:gd name="T7" fmla="*/ 64 h 64"/>
                <a:gd name="T8" fmla="*/ 150 w 150"/>
                <a:gd name="T9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0" h="64">
                  <a:moveTo>
                    <a:pt x="150" y="64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90" y="0"/>
                    <a:pt x="60" y="0"/>
                    <a:pt x="43" y="18"/>
                  </a:cubicBezTo>
                  <a:cubicBezTo>
                    <a:pt x="0" y="64"/>
                    <a:pt x="0" y="64"/>
                    <a:pt x="0" y="64"/>
                  </a:cubicBezTo>
                  <a:lnTo>
                    <a:pt x="150" y="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41" name="Freeform 2139">
              <a:extLst>
                <a:ext uri="{FF2B5EF4-FFF2-40B4-BE49-F238E27FC236}">
                  <a16:creationId xmlns:a16="http://schemas.microsoft.com/office/drawing/2014/main" id="{61CE22B6-E1B8-44EF-AC0C-19D066AC5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8" y="2583"/>
              <a:ext cx="103" cy="43"/>
            </a:xfrm>
            <a:custGeom>
              <a:avLst/>
              <a:gdLst>
                <a:gd name="T0" fmla="*/ 151 w 151"/>
                <a:gd name="T1" fmla="*/ 63 h 63"/>
                <a:gd name="T2" fmla="*/ 108 w 151"/>
                <a:gd name="T3" fmla="*/ 18 h 63"/>
                <a:gd name="T4" fmla="*/ 43 w 151"/>
                <a:gd name="T5" fmla="*/ 18 h 63"/>
                <a:gd name="T6" fmla="*/ 0 w 151"/>
                <a:gd name="T7" fmla="*/ 63 h 63"/>
                <a:gd name="T8" fmla="*/ 151 w 151"/>
                <a:gd name="T9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63">
                  <a:moveTo>
                    <a:pt x="151" y="63"/>
                  </a:moveTo>
                  <a:cubicBezTo>
                    <a:pt x="108" y="18"/>
                    <a:pt x="108" y="18"/>
                    <a:pt x="108" y="18"/>
                  </a:cubicBezTo>
                  <a:cubicBezTo>
                    <a:pt x="90" y="0"/>
                    <a:pt x="61" y="0"/>
                    <a:pt x="43" y="18"/>
                  </a:cubicBezTo>
                  <a:cubicBezTo>
                    <a:pt x="0" y="63"/>
                    <a:pt x="0" y="63"/>
                    <a:pt x="0" y="63"/>
                  </a:cubicBezTo>
                  <a:lnTo>
                    <a:pt x="151" y="63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42" name="Line 2140">
              <a:extLst>
                <a:ext uri="{FF2B5EF4-FFF2-40B4-BE49-F238E27FC236}">
                  <a16:creationId xmlns:a16="http://schemas.microsoft.com/office/drawing/2014/main" id="{FC349E08-F576-4797-A015-1DAAC95FAD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0" y="2651"/>
              <a:ext cx="94" cy="0"/>
            </a:xfrm>
            <a:prstGeom prst="line">
              <a:avLst/>
            </a:pr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43" name="Freeform 2141">
              <a:extLst>
                <a:ext uri="{FF2B5EF4-FFF2-40B4-BE49-F238E27FC236}">
                  <a16:creationId xmlns:a16="http://schemas.microsoft.com/office/drawing/2014/main" id="{33B5588C-6A25-4B4A-BB4E-24C8B3FF4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4" y="2615"/>
              <a:ext cx="134" cy="29"/>
            </a:xfrm>
            <a:custGeom>
              <a:avLst/>
              <a:gdLst>
                <a:gd name="T0" fmla="*/ 5 w 197"/>
                <a:gd name="T1" fmla="*/ 42 h 42"/>
                <a:gd name="T2" fmla="*/ 192 w 197"/>
                <a:gd name="T3" fmla="*/ 42 h 42"/>
                <a:gd name="T4" fmla="*/ 197 w 197"/>
                <a:gd name="T5" fmla="*/ 37 h 42"/>
                <a:gd name="T6" fmla="*/ 197 w 197"/>
                <a:gd name="T7" fmla="*/ 5 h 42"/>
                <a:gd name="T8" fmla="*/ 192 w 197"/>
                <a:gd name="T9" fmla="*/ 0 h 42"/>
                <a:gd name="T10" fmla="*/ 5 w 197"/>
                <a:gd name="T11" fmla="*/ 0 h 42"/>
                <a:gd name="T12" fmla="*/ 0 w 197"/>
                <a:gd name="T13" fmla="*/ 5 h 42"/>
                <a:gd name="T14" fmla="*/ 0 w 197"/>
                <a:gd name="T15" fmla="*/ 37 h 42"/>
                <a:gd name="T16" fmla="*/ 5 w 197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7" h="42">
                  <a:moveTo>
                    <a:pt x="5" y="42"/>
                  </a:moveTo>
                  <a:cubicBezTo>
                    <a:pt x="192" y="42"/>
                    <a:pt x="192" y="42"/>
                    <a:pt x="192" y="42"/>
                  </a:cubicBezTo>
                  <a:cubicBezTo>
                    <a:pt x="195" y="42"/>
                    <a:pt x="197" y="40"/>
                    <a:pt x="197" y="37"/>
                  </a:cubicBezTo>
                  <a:cubicBezTo>
                    <a:pt x="197" y="5"/>
                    <a:pt x="197" y="5"/>
                    <a:pt x="197" y="5"/>
                  </a:cubicBezTo>
                  <a:cubicBezTo>
                    <a:pt x="197" y="2"/>
                    <a:pt x="195" y="0"/>
                    <a:pt x="19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40"/>
                    <a:pt x="3" y="42"/>
                    <a:pt x="5" y="42"/>
                  </a:cubicBezTo>
                  <a:close/>
                </a:path>
              </a:pathLst>
            </a:custGeom>
            <a:solidFill>
              <a:srgbClr val="000000"/>
            </a:solidFill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44" name="Freeform 2142">
              <a:extLst>
                <a:ext uri="{FF2B5EF4-FFF2-40B4-BE49-F238E27FC236}">
                  <a16:creationId xmlns:a16="http://schemas.microsoft.com/office/drawing/2014/main" id="{14574F5B-D2D7-41C4-8AD6-D94AA5B52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8" y="2593"/>
              <a:ext cx="99" cy="0"/>
            </a:xfrm>
            <a:custGeom>
              <a:avLst/>
              <a:gdLst>
                <a:gd name="T0" fmla="*/ 99 w 99"/>
                <a:gd name="T1" fmla="*/ 0 w 99"/>
                <a:gd name="T2" fmla="*/ 99 w 9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99">
                  <a:moveTo>
                    <a:pt x="99" y="0"/>
                  </a:moveTo>
                  <a:lnTo>
                    <a:pt x="0" y="0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45" name="Line 2143">
              <a:extLst>
                <a:ext uri="{FF2B5EF4-FFF2-40B4-BE49-F238E27FC236}">
                  <a16:creationId xmlns:a16="http://schemas.microsoft.com/office/drawing/2014/main" id="{A19E0746-1A66-4769-ADA7-CA7EB1C223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28" y="2593"/>
              <a:ext cx="99" cy="0"/>
            </a:xfrm>
            <a:prstGeom prst="line">
              <a:avLst/>
            </a:pr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46" name="Freeform 2144">
              <a:extLst>
                <a:ext uri="{FF2B5EF4-FFF2-40B4-BE49-F238E27FC236}">
                  <a16:creationId xmlns:a16="http://schemas.microsoft.com/office/drawing/2014/main" id="{CAB87C94-AE0E-42BE-A881-4980793BC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9" y="2627"/>
              <a:ext cx="428" cy="196"/>
            </a:xfrm>
            <a:custGeom>
              <a:avLst/>
              <a:gdLst>
                <a:gd name="T0" fmla="*/ 428 w 428"/>
                <a:gd name="T1" fmla="*/ 2 h 196"/>
                <a:gd name="T2" fmla="*/ 385 w 428"/>
                <a:gd name="T3" fmla="*/ 196 h 196"/>
                <a:gd name="T4" fmla="*/ 0 w 428"/>
                <a:gd name="T5" fmla="*/ 196 h 196"/>
                <a:gd name="T6" fmla="*/ 39 w 428"/>
                <a:gd name="T7" fmla="*/ 0 h 196"/>
                <a:gd name="T8" fmla="*/ 428 w 428"/>
                <a:gd name="T9" fmla="*/ 2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8" h="196">
                  <a:moveTo>
                    <a:pt x="428" y="2"/>
                  </a:moveTo>
                  <a:lnTo>
                    <a:pt x="385" y="196"/>
                  </a:lnTo>
                  <a:lnTo>
                    <a:pt x="0" y="196"/>
                  </a:lnTo>
                  <a:lnTo>
                    <a:pt x="39" y="0"/>
                  </a:lnTo>
                  <a:lnTo>
                    <a:pt x="428" y="2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47" name="Oval 2145">
              <a:extLst>
                <a:ext uri="{FF2B5EF4-FFF2-40B4-BE49-F238E27FC236}">
                  <a16:creationId xmlns:a16="http://schemas.microsoft.com/office/drawing/2014/main" id="{27B35225-2082-437F-B958-D5B6EAFE5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1" y="2738"/>
              <a:ext cx="155" cy="15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48" name="Freeform 2146">
              <a:extLst>
                <a:ext uri="{FF2B5EF4-FFF2-40B4-BE49-F238E27FC236}">
                  <a16:creationId xmlns:a16="http://schemas.microsoft.com/office/drawing/2014/main" id="{13FAA615-5EFE-4460-8D44-F688F1F57D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6" y="2732"/>
              <a:ext cx="161" cy="162"/>
            </a:xfrm>
            <a:custGeom>
              <a:avLst/>
              <a:gdLst>
                <a:gd name="T0" fmla="*/ 118 w 237"/>
                <a:gd name="T1" fmla="*/ 0 h 238"/>
                <a:gd name="T2" fmla="*/ 0 w 237"/>
                <a:gd name="T3" fmla="*/ 119 h 238"/>
                <a:gd name="T4" fmla="*/ 118 w 237"/>
                <a:gd name="T5" fmla="*/ 238 h 238"/>
                <a:gd name="T6" fmla="*/ 237 w 237"/>
                <a:gd name="T7" fmla="*/ 119 h 238"/>
                <a:gd name="T8" fmla="*/ 118 w 237"/>
                <a:gd name="T9" fmla="*/ 0 h 238"/>
                <a:gd name="T10" fmla="*/ 118 w 237"/>
                <a:gd name="T11" fmla="*/ 217 h 238"/>
                <a:gd name="T12" fmla="*/ 21 w 237"/>
                <a:gd name="T13" fmla="*/ 119 h 238"/>
                <a:gd name="T14" fmla="*/ 118 w 237"/>
                <a:gd name="T15" fmla="*/ 21 h 238"/>
                <a:gd name="T16" fmla="*/ 216 w 237"/>
                <a:gd name="T17" fmla="*/ 119 h 238"/>
                <a:gd name="T18" fmla="*/ 118 w 237"/>
                <a:gd name="T19" fmla="*/ 217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7" h="238">
                  <a:moveTo>
                    <a:pt x="118" y="0"/>
                  </a:moveTo>
                  <a:cubicBezTo>
                    <a:pt x="53" y="0"/>
                    <a:pt x="0" y="54"/>
                    <a:pt x="0" y="119"/>
                  </a:cubicBezTo>
                  <a:cubicBezTo>
                    <a:pt x="0" y="185"/>
                    <a:pt x="53" y="238"/>
                    <a:pt x="118" y="238"/>
                  </a:cubicBezTo>
                  <a:cubicBezTo>
                    <a:pt x="184" y="238"/>
                    <a:pt x="237" y="185"/>
                    <a:pt x="237" y="119"/>
                  </a:cubicBezTo>
                  <a:cubicBezTo>
                    <a:pt x="237" y="54"/>
                    <a:pt x="184" y="0"/>
                    <a:pt x="118" y="0"/>
                  </a:cubicBezTo>
                  <a:close/>
                  <a:moveTo>
                    <a:pt x="118" y="217"/>
                  </a:moveTo>
                  <a:cubicBezTo>
                    <a:pt x="64" y="217"/>
                    <a:pt x="21" y="173"/>
                    <a:pt x="21" y="119"/>
                  </a:cubicBezTo>
                  <a:cubicBezTo>
                    <a:pt x="21" y="65"/>
                    <a:pt x="64" y="21"/>
                    <a:pt x="118" y="21"/>
                  </a:cubicBezTo>
                  <a:cubicBezTo>
                    <a:pt x="172" y="21"/>
                    <a:pt x="216" y="65"/>
                    <a:pt x="216" y="119"/>
                  </a:cubicBezTo>
                  <a:cubicBezTo>
                    <a:pt x="216" y="173"/>
                    <a:pt x="172" y="217"/>
                    <a:pt x="118" y="2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49" name="Freeform 2147">
              <a:extLst>
                <a:ext uri="{FF2B5EF4-FFF2-40B4-BE49-F238E27FC236}">
                  <a16:creationId xmlns:a16="http://schemas.microsoft.com/office/drawing/2014/main" id="{C978AB15-EC2D-4E35-8921-AD7E2CF965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80" y="2747"/>
              <a:ext cx="132" cy="132"/>
            </a:xfrm>
            <a:custGeom>
              <a:avLst/>
              <a:gdLst>
                <a:gd name="T0" fmla="*/ 97 w 194"/>
                <a:gd name="T1" fmla="*/ 0 h 194"/>
                <a:gd name="T2" fmla="*/ 0 w 194"/>
                <a:gd name="T3" fmla="*/ 97 h 194"/>
                <a:gd name="T4" fmla="*/ 97 w 194"/>
                <a:gd name="T5" fmla="*/ 194 h 194"/>
                <a:gd name="T6" fmla="*/ 194 w 194"/>
                <a:gd name="T7" fmla="*/ 97 h 194"/>
                <a:gd name="T8" fmla="*/ 97 w 194"/>
                <a:gd name="T9" fmla="*/ 0 h 194"/>
                <a:gd name="T10" fmla="*/ 97 w 194"/>
                <a:gd name="T11" fmla="*/ 183 h 194"/>
                <a:gd name="T12" fmla="*/ 11 w 194"/>
                <a:gd name="T13" fmla="*/ 97 h 194"/>
                <a:gd name="T14" fmla="*/ 97 w 194"/>
                <a:gd name="T15" fmla="*/ 10 h 194"/>
                <a:gd name="T16" fmla="*/ 184 w 194"/>
                <a:gd name="T17" fmla="*/ 97 h 194"/>
                <a:gd name="T18" fmla="*/ 97 w 194"/>
                <a:gd name="T19" fmla="*/ 183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4" h="194">
                  <a:moveTo>
                    <a:pt x="97" y="0"/>
                  </a:moveTo>
                  <a:cubicBezTo>
                    <a:pt x="44" y="0"/>
                    <a:pt x="0" y="43"/>
                    <a:pt x="0" y="97"/>
                  </a:cubicBezTo>
                  <a:cubicBezTo>
                    <a:pt x="0" y="150"/>
                    <a:pt x="44" y="194"/>
                    <a:pt x="97" y="194"/>
                  </a:cubicBezTo>
                  <a:cubicBezTo>
                    <a:pt x="151" y="194"/>
                    <a:pt x="194" y="150"/>
                    <a:pt x="194" y="97"/>
                  </a:cubicBezTo>
                  <a:cubicBezTo>
                    <a:pt x="194" y="43"/>
                    <a:pt x="151" y="0"/>
                    <a:pt x="97" y="0"/>
                  </a:cubicBezTo>
                  <a:close/>
                  <a:moveTo>
                    <a:pt x="97" y="183"/>
                  </a:moveTo>
                  <a:cubicBezTo>
                    <a:pt x="49" y="183"/>
                    <a:pt x="11" y="144"/>
                    <a:pt x="11" y="97"/>
                  </a:cubicBezTo>
                  <a:cubicBezTo>
                    <a:pt x="11" y="49"/>
                    <a:pt x="49" y="10"/>
                    <a:pt x="97" y="10"/>
                  </a:cubicBezTo>
                  <a:cubicBezTo>
                    <a:pt x="145" y="10"/>
                    <a:pt x="184" y="49"/>
                    <a:pt x="184" y="97"/>
                  </a:cubicBezTo>
                  <a:cubicBezTo>
                    <a:pt x="184" y="144"/>
                    <a:pt x="145" y="183"/>
                    <a:pt x="97" y="183"/>
                  </a:cubicBezTo>
                  <a:close/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50" name="Freeform 2148">
              <a:extLst>
                <a:ext uri="{FF2B5EF4-FFF2-40B4-BE49-F238E27FC236}">
                  <a16:creationId xmlns:a16="http://schemas.microsoft.com/office/drawing/2014/main" id="{0A8ECC3F-A14E-4C2E-AF74-1051D45FD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3" y="2721"/>
              <a:ext cx="165" cy="46"/>
            </a:xfrm>
            <a:custGeom>
              <a:avLst/>
              <a:gdLst>
                <a:gd name="T0" fmla="*/ 243 w 243"/>
                <a:gd name="T1" fmla="*/ 68 h 68"/>
                <a:gd name="T2" fmla="*/ 120 w 243"/>
                <a:gd name="T3" fmla="*/ 0 h 68"/>
                <a:gd name="T4" fmla="*/ 0 w 243"/>
                <a:gd name="T5" fmla="*/ 66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3" h="68">
                  <a:moveTo>
                    <a:pt x="243" y="68"/>
                  </a:moveTo>
                  <a:cubicBezTo>
                    <a:pt x="243" y="68"/>
                    <a:pt x="210" y="0"/>
                    <a:pt x="120" y="0"/>
                  </a:cubicBezTo>
                  <a:cubicBezTo>
                    <a:pt x="30" y="0"/>
                    <a:pt x="0" y="66"/>
                    <a:pt x="0" y="66"/>
                  </a:cubicBezTo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51" name="Freeform 2149">
              <a:extLst>
                <a:ext uri="{FF2B5EF4-FFF2-40B4-BE49-F238E27FC236}">
                  <a16:creationId xmlns:a16="http://schemas.microsoft.com/office/drawing/2014/main" id="{886ABE88-F5BD-4D2A-9E17-26B8F092D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7" y="2613"/>
              <a:ext cx="473" cy="23"/>
            </a:xfrm>
            <a:custGeom>
              <a:avLst/>
              <a:gdLst>
                <a:gd name="T0" fmla="*/ 0 w 473"/>
                <a:gd name="T1" fmla="*/ 23 h 23"/>
                <a:gd name="T2" fmla="*/ 394 w 473"/>
                <a:gd name="T3" fmla="*/ 23 h 23"/>
                <a:gd name="T4" fmla="*/ 406 w 473"/>
                <a:gd name="T5" fmla="*/ 12 h 23"/>
                <a:gd name="T6" fmla="*/ 473 w 473"/>
                <a:gd name="T7" fmla="*/ 12 h 23"/>
                <a:gd name="T8" fmla="*/ 473 w 473"/>
                <a:gd name="T9" fmla="*/ 0 h 23"/>
                <a:gd name="T10" fmla="*/ 0 w 473"/>
                <a:gd name="T11" fmla="*/ 0 h 23"/>
                <a:gd name="T12" fmla="*/ 0 w 473"/>
                <a:gd name="T13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3" h="23">
                  <a:moveTo>
                    <a:pt x="0" y="23"/>
                  </a:moveTo>
                  <a:lnTo>
                    <a:pt x="394" y="23"/>
                  </a:lnTo>
                  <a:lnTo>
                    <a:pt x="406" y="12"/>
                  </a:lnTo>
                  <a:lnTo>
                    <a:pt x="473" y="12"/>
                  </a:lnTo>
                  <a:lnTo>
                    <a:pt x="473" y="0"/>
                  </a:lnTo>
                  <a:lnTo>
                    <a:pt x="0" y="0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FF7900"/>
            </a:solidFill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52" name="Freeform 2150">
              <a:extLst>
                <a:ext uri="{FF2B5EF4-FFF2-40B4-BE49-F238E27FC236}">
                  <a16:creationId xmlns:a16="http://schemas.microsoft.com/office/drawing/2014/main" id="{1B1E429E-6841-40FD-9267-7D9403A12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" y="2805"/>
              <a:ext cx="16" cy="16"/>
            </a:xfrm>
            <a:custGeom>
              <a:avLst/>
              <a:gdLst>
                <a:gd name="T0" fmla="*/ 12 w 24"/>
                <a:gd name="T1" fmla="*/ 24 h 24"/>
                <a:gd name="T2" fmla="*/ 12 w 24"/>
                <a:gd name="T3" fmla="*/ 24 h 24"/>
                <a:gd name="T4" fmla="*/ 0 w 24"/>
                <a:gd name="T5" fmla="*/ 12 h 24"/>
                <a:gd name="T6" fmla="*/ 0 w 24"/>
                <a:gd name="T7" fmla="*/ 12 h 24"/>
                <a:gd name="T8" fmla="*/ 12 w 24"/>
                <a:gd name="T9" fmla="*/ 0 h 24"/>
                <a:gd name="T10" fmla="*/ 12 w 24"/>
                <a:gd name="T11" fmla="*/ 0 h 24"/>
                <a:gd name="T12" fmla="*/ 24 w 24"/>
                <a:gd name="T13" fmla="*/ 12 h 24"/>
                <a:gd name="T14" fmla="*/ 24 w 24"/>
                <a:gd name="T15" fmla="*/ 12 h 24"/>
                <a:gd name="T16" fmla="*/ 12 w 24"/>
                <a:gd name="T1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6" y="24"/>
                    <a:pt x="0" y="19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24" y="5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9"/>
                    <a:pt x="19" y="24"/>
                    <a:pt x="12" y="2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53" name="Freeform 2151">
              <a:extLst>
                <a:ext uri="{FF2B5EF4-FFF2-40B4-BE49-F238E27FC236}">
                  <a16:creationId xmlns:a16="http://schemas.microsoft.com/office/drawing/2014/main" id="{A069427F-F68C-47B7-BD2F-0AADBC8C8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3" y="2636"/>
              <a:ext cx="43" cy="187"/>
            </a:xfrm>
            <a:custGeom>
              <a:avLst/>
              <a:gdLst>
                <a:gd name="T0" fmla="*/ 43 w 43"/>
                <a:gd name="T1" fmla="*/ 0 h 187"/>
                <a:gd name="T2" fmla="*/ 0 w 43"/>
                <a:gd name="T3" fmla="*/ 187 h 187"/>
                <a:gd name="T4" fmla="*/ 43 w 43"/>
                <a:gd name="T5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187">
                  <a:moveTo>
                    <a:pt x="43" y="0"/>
                  </a:moveTo>
                  <a:lnTo>
                    <a:pt x="0" y="187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54" name="Line 2152">
              <a:extLst>
                <a:ext uri="{FF2B5EF4-FFF2-40B4-BE49-F238E27FC236}">
                  <a16:creationId xmlns:a16="http://schemas.microsoft.com/office/drawing/2014/main" id="{BF335D57-5D9E-4009-81B3-725F862109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93" y="2636"/>
              <a:ext cx="43" cy="187"/>
            </a:xfrm>
            <a:prstGeom prst="line">
              <a:avLst/>
            </a:pr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55" name="Freeform 2153">
              <a:extLst>
                <a:ext uri="{FF2B5EF4-FFF2-40B4-BE49-F238E27FC236}">
                  <a16:creationId xmlns:a16="http://schemas.microsoft.com/office/drawing/2014/main" id="{92BF5381-D3EB-4B92-8A44-BA9E619DB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2" y="2636"/>
              <a:ext cx="39" cy="187"/>
            </a:xfrm>
            <a:custGeom>
              <a:avLst/>
              <a:gdLst>
                <a:gd name="T0" fmla="*/ 39 w 39"/>
                <a:gd name="T1" fmla="*/ 0 h 187"/>
                <a:gd name="T2" fmla="*/ 0 w 39"/>
                <a:gd name="T3" fmla="*/ 187 h 187"/>
                <a:gd name="T4" fmla="*/ 39 w 39"/>
                <a:gd name="T5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187">
                  <a:moveTo>
                    <a:pt x="39" y="0"/>
                  </a:moveTo>
                  <a:lnTo>
                    <a:pt x="0" y="187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56" name="Line 2154">
              <a:extLst>
                <a:ext uri="{FF2B5EF4-FFF2-40B4-BE49-F238E27FC236}">
                  <a16:creationId xmlns:a16="http://schemas.microsoft.com/office/drawing/2014/main" id="{DAEF1D11-9A05-492C-933F-B562CC3751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72" y="2636"/>
              <a:ext cx="39" cy="187"/>
            </a:xfrm>
            <a:prstGeom prst="line">
              <a:avLst/>
            </a:pr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57" name="Freeform 2155">
              <a:extLst>
                <a:ext uri="{FF2B5EF4-FFF2-40B4-BE49-F238E27FC236}">
                  <a16:creationId xmlns:a16="http://schemas.microsoft.com/office/drawing/2014/main" id="{29C2CE24-15F0-4C5F-A28A-69B5978DDC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" y="2372"/>
              <a:ext cx="186" cy="58"/>
            </a:xfrm>
            <a:custGeom>
              <a:avLst/>
              <a:gdLst>
                <a:gd name="T0" fmla="*/ 257 w 273"/>
                <a:gd name="T1" fmla="*/ 0 h 84"/>
                <a:gd name="T2" fmla="*/ 1 w 273"/>
                <a:gd name="T3" fmla="*/ 0 h 84"/>
                <a:gd name="T4" fmla="*/ 12 w 273"/>
                <a:gd name="T5" fmla="*/ 37 h 84"/>
                <a:gd name="T6" fmla="*/ 61 w 273"/>
                <a:gd name="T7" fmla="*/ 24 h 84"/>
                <a:gd name="T8" fmla="*/ 91 w 273"/>
                <a:gd name="T9" fmla="*/ 58 h 84"/>
                <a:gd name="T10" fmla="*/ 181 w 273"/>
                <a:gd name="T11" fmla="*/ 19 h 84"/>
                <a:gd name="T12" fmla="*/ 216 w 273"/>
                <a:gd name="T13" fmla="*/ 52 h 84"/>
                <a:gd name="T14" fmla="*/ 257 w 273"/>
                <a:gd name="T1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3" h="84">
                  <a:moveTo>
                    <a:pt x="257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20"/>
                    <a:pt x="12" y="37"/>
                  </a:cubicBezTo>
                  <a:cubicBezTo>
                    <a:pt x="23" y="54"/>
                    <a:pt x="51" y="52"/>
                    <a:pt x="61" y="24"/>
                  </a:cubicBezTo>
                  <a:cubicBezTo>
                    <a:pt x="61" y="24"/>
                    <a:pt x="65" y="43"/>
                    <a:pt x="91" y="58"/>
                  </a:cubicBezTo>
                  <a:cubicBezTo>
                    <a:pt x="140" y="84"/>
                    <a:pt x="182" y="48"/>
                    <a:pt x="181" y="19"/>
                  </a:cubicBezTo>
                  <a:cubicBezTo>
                    <a:pt x="181" y="19"/>
                    <a:pt x="189" y="49"/>
                    <a:pt x="216" y="52"/>
                  </a:cubicBezTo>
                  <a:cubicBezTo>
                    <a:pt x="251" y="54"/>
                    <a:pt x="273" y="25"/>
                    <a:pt x="257" y="0"/>
                  </a:cubicBezTo>
                  <a:close/>
                </a:path>
              </a:pathLst>
            </a:custGeom>
            <a:solidFill>
              <a:srgbClr val="FF7900"/>
            </a:solidFill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58" name="Freeform 2156">
              <a:extLst>
                <a:ext uri="{FF2B5EF4-FFF2-40B4-BE49-F238E27FC236}">
                  <a16:creationId xmlns:a16="http://schemas.microsoft.com/office/drawing/2014/main" id="{0D4C0D27-B84D-4204-BD22-2B9148FDD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1" y="2382"/>
              <a:ext cx="88" cy="35"/>
            </a:xfrm>
            <a:custGeom>
              <a:avLst/>
              <a:gdLst>
                <a:gd name="T0" fmla="*/ 119 w 129"/>
                <a:gd name="T1" fmla="*/ 0 h 51"/>
                <a:gd name="T2" fmla="*/ 94 w 129"/>
                <a:gd name="T3" fmla="*/ 30 h 51"/>
                <a:gd name="T4" fmla="*/ 74 w 129"/>
                <a:gd name="T5" fmla="*/ 12 h 51"/>
                <a:gd name="T6" fmla="*/ 20 w 129"/>
                <a:gd name="T7" fmla="*/ 35 h 51"/>
                <a:gd name="T8" fmla="*/ 0 w 129"/>
                <a:gd name="T9" fmla="*/ 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51">
                  <a:moveTo>
                    <a:pt x="119" y="0"/>
                  </a:moveTo>
                  <a:cubicBezTo>
                    <a:pt x="129" y="15"/>
                    <a:pt x="110" y="35"/>
                    <a:pt x="94" y="30"/>
                  </a:cubicBezTo>
                  <a:cubicBezTo>
                    <a:pt x="78" y="25"/>
                    <a:pt x="74" y="12"/>
                    <a:pt x="74" y="12"/>
                  </a:cubicBezTo>
                  <a:cubicBezTo>
                    <a:pt x="74" y="29"/>
                    <a:pt x="48" y="51"/>
                    <a:pt x="20" y="35"/>
                  </a:cubicBezTo>
                  <a:cubicBezTo>
                    <a:pt x="20" y="35"/>
                    <a:pt x="3" y="25"/>
                    <a:pt x="0" y="1"/>
                  </a:cubicBezTo>
                </a:path>
              </a:pathLst>
            </a:custGeom>
            <a:solidFill>
              <a:srgbClr val="FF7900"/>
            </a:solidFill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59" name="Freeform 2157">
              <a:extLst>
                <a:ext uri="{FF2B5EF4-FFF2-40B4-BE49-F238E27FC236}">
                  <a16:creationId xmlns:a16="http://schemas.microsoft.com/office/drawing/2014/main" id="{5E530BE2-3789-48A0-9315-C9D758C20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1" y="2382"/>
              <a:ext cx="88" cy="35"/>
            </a:xfrm>
            <a:custGeom>
              <a:avLst/>
              <a:gdLst>
                <a:gd name="T0" fmla="*/ 119 w 129"/>
                <a:gd name="T1" fmla="*/ 0 h 51"/>
                <a:gd name="T2" fmla="*/ 94 w 129"/>
                <a:gd name="T3" fmla="*/ 30 h 51"/>
                <a:gd name="T4" fmla="*/ 74 w 129"/>
                <a:gd name="T5" fmla="*/ 12 h 51"/>
                <a:gd name="T6" fmla="*/ 20 w 129"/>
                <a:gd name="T7" fmla="*/ 35 h 51"/>
                <a:gd name="T8" fmla="*/ 0 w 129"/>
                <a:gd name="T9" fmla="*/ 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51">
                  <a:moveTo>
                    <a:pt x="119" y="0"/>
                  </a:moveTo>
                  <a:cubicBezTo>
                    <a:pt x="129" y="15"/>
                    <a:pt x="110" y="35"/>
                    <a:pt x="94" y="30"/>
                  </a:cubicBezTo>
                  <a:cubicBezTo>
                    <a:pt x="78" y="25"/>
                    <a:pt x="74" y="12"/>
                    <a:pt x="74" y="12"/>
                  </a:cubicBezTo>
                  <a:cubicBezTo>
                    <a:pt x="74" y="29"/>
                    <a:pt x="48" y="51"/>
                    <a:pt x="20" y="35"/>
                  </a:cubicBezTo>
                  <a:cubicBezTo>
                    <a:pt x="20" y="35"/>
                    <a:pt x="3" y="25"/>
                    <a:pt x="0" y="1"/>
                  </a:cubicBezTo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60" name="Line 2158">
              <a:extLst>
                <a:ext uri="{FF2B5EF4-FFF2-40B4-BE49-F238E27FC236}">
                  <a16:creationId xmlns:a16="http://schemas.microsoft.com/office/drawing/2014/main" id="{158C9940-1207-4BE8-90A9-38B81A2439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6" y="238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61" name="Line 2159">
              <a:extLst>
                <a:ext uri="{FF2B5EF4-FFF2-40B4-BE49-F238E27FC236}">
                  <a16:creationId xmlns:a16="http://schemas.microsoft.com/office/drawing/2014/main" id="{ACA4FCC1-A0E5-416B-ADB7-65942E0C0F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6" y="238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62" name="Freeform 2160">
              <a:extLst>
                <a:ext uri="{FF2B5EF4-FFF2-40B4-BE49-F238E27FC236}">
                  <a16:creationId xmlns:a16="http://schemas.microsoft.com/office/drawing/2014/main" id="{1ED958F1-B2A5-44F1-94A8-A295F8B588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6" y="2267"/>
              <a:ext cx="83" cy="89"/>
            </a:xfrm>
            <a:custGeom>
              <a:avLst/>
              <a:gdLst>
                <a:gd name="T0" fmla="*/ 122 w 122"/>
                <a:gd name="T1" fmla="*/ 131 h 131"/>
                <a:gd name="T2" fmla="*/ 0 w 122"/>
                <a:gd name="T3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2" h="131">
                  <a:moveTo>
                    <a:pt x="122" y="131"/>
                  </a:moveTo>
                  <a:cubicBezTo>
                    <a:pt x="122" y="131"/>
                    <a:pt x="86" y="40"/>
                    <a:pt x="0" y="0"/>
                  </a:cubicBezTo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63" name="Freeform 2161">
              <a:extLst>
                <a:ext uri="{FF2B5EF4-FFF2-40B4-BE49-F238E27FC236}">
                  <a16:creationId xmlns:a16="http://schemas.microsoft.com/office/drawing/2014/main" id="{85F280AA-0100-4E95-90B4-E33DD647C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7" y="2219"/>
              <a:ext cx="445" cy="164"/>
            </a:xfrm>
            <a:custGeom>
              <a:avLst/>
              <a:gdLst>
                <a:gd name="T0" fmla="*/ 0 w 654"/>
                <a:gd name="T1" fmla="*/ 240 h 241"/>
                <a:gd name="T2" fmla="*/ 327 w 654"/>
                <a:gd name="T3" fmla="*/ 0 h 241"/>
                <a:gd name="T4" fmla="*/ 654 w 654"/>
                <a:gd name="T5" fmla="*/ 241 h 241"/>
                <a:gd name="T6" fmla="*/ 535 w 654"/>
                <a:gd name="T7" fmla="*/ 241 h 241"/>
                <a:gd name="T8" fmla="*/ 493 w 654"/>
                <a:gd name="T9" fmla="*/ 169 h 241"/>
                <a:gd name="T10" fmla="*/ 499 w 654"/>
                <a:gd name="T11" fmla="*/ 210 h 241"/>
                <a:gd name="T12" fmla="*/ 497 w 654"/>
                <a:gd name="T13" fmla="*/ 241 h 241"/>
                <a:gd name="T14" fmla="*/ 452 w 654"/>
                <a:gd name="T15" fmla="*/ 241 h 241"/>
                <a:gd name="T16" fmla="*/ 437 w 654"/>
                <a:gd name="T17" fmla="*/ 225 h 241"/>
                <a:gd name="T18" fmla="*/ 422 w 654"/>
                <a:gd name="T19" fmla="*/ 241 h 241"/>
                <a:gd name="T20" fmla="*/ 0 w 654"/>
                <a:gd name="T21" fmla="*/ 24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54" h="241">
                  <a:moveTo>
                    <a:pt x="0" y="240"/>
                  </a:moveTo>
                  <a:cubicBezTo>
                    <a:pt x="43" y="101"/>
                    <a:pt x="173" y="0"/>
                    <a:pt x="327" y="0"/>
                  </a:cubicBezTo>
                  <a:cubicBezTo>
                    <a:pt x="481" y="0"/>
                    <a:pt x="611" y="101"/>
                    <a:pt x="654" y="241"/>
                  </a:cubicBezTo>
                  <a:cubicBezTo>
                    <a:pt x="535" y="241"/>
                    <a:pt x="535" y="241"/>
                    <a:pt x="535" y="241"/>
                  </a:cubicBezTo>
                  <a:cubicBezTo>
                    <a:pt x="535" y="241"/>
                    <a:pt x="529" y="201"/>
                    <a:pt x="493" y="169"/>
                  </a:cubicBezTo>
                  <a:cubicBezTo>
                    <a:pt x="485" y="163"/>
                    <a:pt x="496" y="187"/>
                    <a:pt x="499" y="210"/>
                  </a:cubicBezTo>
                  <a:cubicBezTo>
                    <a:pt x="501" y="229"/>
                    <a:pt x="497" y="241"/>
                    <a:pt x="497" y="241"/>
                  </a:cubicBezTo>
                  <a:cubicBezTo>
                    <a:pt x="452" y="241"/>
                    <a:pt x="452" y="241"/>
                    <a:pt x="452" y="241"/>
                  </a:cubicBezTo>
                  <a:cubicBezTo>
                    <a:pt x="452" y="241"/>
                    <a:pt x="442" y="225"/>
                    <a:pt x="437" y="225"/>
                  </a:cubicBezTo>
                  <a:cubicBezTo>
                    <a:pt x="430" y="224"/>
                    <a:pt x="422" y="241"/>
                    <a:pt x="422" y="241"/>
                  </a:cubicBezTo>
                  <a:lnTo>
                    <a:pt x="0" y="240"/>
                  </a:lnTo>
                  <a:close/>
                </a:path>
              </a:pathLst>
            </a:custGeom>
            <a:solidFill>
              <a:srgbClr val="FF7900"/>
            </a:solidFill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64" name="Freeform 2162">
              <a:extLst>
                <a:ext uri="{FF2B5EF4-FFF2-40B4-BE49-F238E27FC236}">
                  <a16:creationId xmlns:a16="http://schemas.microsoft.com/office/drawing/2014/main" id="{CEF22A24-2117-4D34-A3D8-06CC43398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" y="2238"/>
              <a:ext cx="100" cy="83"/>
            </a:xfrm>
            <a:custGeom>
              <a:avLst/>
              <a:gdLst>
                <a:gd name="T0" fmla="*/ 147 w 147"/>
                <a:gd name="T1" fmla="*/ 123 h 123"/>
                <a:gd name="T2" fmla="*/ 0 w 147"/>
                <a:gd name="T3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7" h="123">
                  <a:moveTo>
                    <a:pt x="147" y="123"/>
                  </a:moveTo>
                  <a:cubicBezTo>
                    <a:pt x="147" y="123"/>
                    <a:pt x="103" y="41"/>
                    <a:pt x="0" y="0"/>
                  </a:cubicBezTo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65" name="Line 2163">
              <a:extLst>
                <a:ext uri="{FF2B5EF4-FFF2-40B4-BE49-F238E27FC236}">
                  <a16:creationId xmlns:a16="http://schemas.microsoft.com/office/drawing/2014/main" id="{C654A89A-F541-4269-95A3-49CE12F79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83" y="2578"/>
              <a:ext cx="7" cy="6"/>
            </a:xfrm>
            <a:prstGeom prst="line">
              <a:avLst/>
            </a:pr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66" name="Freeform 2164">
              <a:extLst>
                <a:ext uri="{FF2B5EF4-FFF2-40B4-BE49-F238E27FC236}">
                  <a16:creationId xmlns:a16="http://schemas.microsoft.com/office/drawing/2014/main" id="{C55789BD-E3AC-4E2B-9E9F-D96BE0921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1" y="2584"/>
              <a:ext cx="42" cy="31"/>
            </a:xfrm>
            <a:custGeom>
              <a:avLst/>
              <a:gdLst>
                <a:gd name="T0" fmla="*/ 7 w 42"/>
                <a:gd name="T1" fmla="*/ 31 h 31"/>
                <a:gd name="T2" fmla="*/ 0 w 42"/>
                <a:gd name="T3" fmla="*/ 14 h 31"/>
                <a:gd name="T4" fmla="*/ 32 w 42"/>
                <a:gd name="T5" fmla="*/ 0 h 31"/>
                <a:gd name="T6" fmla="*/ 42 w 42"/>
                <a:gd name="T7" fmla="*/ 18 h 31"/>
                <a:gd name="T8" fmla="*/ 7 w 42"/>
                <a:gd name="T9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1">
                  <a:moveTo>
                    <a:pt x="7" y="31"/>
                  </a:moveTo>
                  <a:lnTo>
                    <a:pt x="0" y="14"/>
                  </a:lnTo>
                  <a:lnTo>
                    <a:pt x="32" y="0"/>
                  </a:lnTo>
                  <a:lnTo>
                    <a:pt x="42" y="18"/>
                  </a:lnTo>
                  <a:lnTo>
                    <a:pt x="7" y="31"/>
                  </a:lnTo>
                  <a:close/>
                </a:path>
              </a:pathLst>
            </a:custGeom>
            <a:solidFill>
              <a:srgbClr val="714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67" name="Freeform 2165">
              <a:extLst>
                <a:ext uri="{FF2B5EF4-FFF2-40B4-BE49-F238E27FC236}">
                  <a16:creationId xmlns:a16="http://schemas.microsoft.com/office/drawing/2014/main" id="{547E1803-F89A-4322-81F1-358CE2A786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9" y="2551"/>
              <a:ext cx="79" cy="60"/>
            </a:xfrm>
            <a:custGeom>
              <a:avLst/>
              <a:gdLst>
                <a:gd name="T0" fmla="*/ 59 w 117"/>
                <a:gd name="T1" fmla="*/ 9 h 88"/>
                <a:gd name="T2" fmla="*/ 0 w 117"/>
                <a:gd name="T3" fmla="*/ 51 h 88"/>
                <a:gd name="T4" fmla="*/ 15 w 117"/>
                <a:gd name="T5" fmla="*/ 88 h 88"/>
                <a:gd name="T6" fmla="*/ 109 w 117"/>
                <a:gd name="T7" fmla="*/ 53 h 88"/>
                <a:gd name="T8" fmla="*/ 59 w 117"/>
                <a:gd name="T9" fmla="*/ 9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" h="88">
                  <a:moveTo>
                    <a:pt x="59" y="9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15" y="88"/>
                    <a:pt x="15" y="88"/>
                    <a:pt x="15" y="88"/>
                  </a:cubicBezTo>
                  <a:cubicBezTo>
                    <a:pt x="15" y="88"/>
                    <a:pt x="102" y="69"/>
                    <a:pt x="109" y="53"/>
                  </a:cubicBezTo>
                  <a:cubicBezTo>
                    <a:pt x="117" y="35"/>
                    <a:pt x="72" y="0"/>
                    <a:pt x="5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68" name="Freeform 2166">
              <a:extLst>
                <a:ext uri="{FF2B5EF4-FFF2-40B4-BE49-F238E27FC236}">
                  <a16:creationId xmlns:a16="http://schemas.microsoft.com/office/drawing/2014/main" id="{50D24C8A-7300-496F-819B-E7430A3D4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1" y="2585"/>
              <a:ext cx="15" cy="19"/>
            </a:xfrm>
            <a:custGeom>
              <a:avLst/>
              <a:gdLst>
                <a:gd name="T0" fmla="*/ 15 w 15"/>
                <a:gd name="T1" fmla="*/ 19 h 19"/>
                <a:gd name="T2" fmla="*/ 0 w 15"/>
                <a:gd name="T3" fmla="*/ 4 h 19"/>
                <a:gd name="T4" fmla="*/ 8 w 15"/>
                <a:gd name="T5" fmla="*/ 0 h 19"/>
                <a:gd name="T6" fmla="*/ 15 w 15"/>
                <a:gd name="T7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19">
                  <a:moveTo>
                    <a:pt x="15" y="19"/>
                  </a:moveTo>
                  <a:lnTo>
                    <a:pt x="0" y="4"/>
                  </a:lnTo>
                  <a:lnTo>
                    <a:pt x="8" y="0"/>
                  </a:lnTo>
                  <a:lnTo>
                    <a:pt x="15" y="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69" name="Freeform 2167">
              <a:extLst>
                <a:ext uri="{FF2B5EF4-FFF2-40B4-BE49-F238E27FC236}">
                  <a16:creationId xmlns:a16="http://schemas.microsoft.com/office/drawing/2014/main" id="{375F7B2A-5DF0-45CA-879F-4EFC8F3B47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0" y="2595"/>
              <a:ext cx="31" cy="40"/>
            </a:xfrm>
            <a:custGeom>
              <a:avLst/>
              <a:gdLst>
                <a:gd name="T0" fmla="*/ 45 w 45"/>
                <a:gd name="T1" fmla="*/ 25 h 59"/>
                <a:gd name="T2" fmla="*/ 40 w 45"/>
                <a:gd name="T3" fmla="*/ 35 h 59"/>
                <a:gd name="T4" fmla="*/ 29 w 45"/>
                <a:gd name="T5" fmla="*/ 47 h 59"/>
                <a:gd name="T6" fmla="*/ 34 w 45"/>
                <a:gd name="T7" fmla="*/ 59 h 59"/>
                <a:gd name="T8" fmla="*/ 21 w 45"/>
                <a:gd name="T9" fmla="*/ 54 h 59"/>
                <a:gd name="T10" fmla="*/ 12 w 45"/>
                <a:gd name="T11" fmla="*/ 45 h 59"/>
                <a:gd name="T12" fmla="*/ 9 w 45"/>
                <a:gd name="T13" fmla="*/ 14 h 59"/>
                <a:gd name="T14" fmla="*/ 41 w 45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59">
                  <a:moveTo>
                    <a:pt x="45" y="25"/>
                  </a:moveTo>
                  <a:cubicBezTo>
                    <a:pt x="45" y="25"/>
                    <a:pt x="43" y="31"/>
                    <a:pt x="40" y="35"/>
                  </a:cubicBezTo>
                  <a:cubicBezTo>
                    <a:pt x="32" y="44"/>
                    <a:pt x="25" y="43"/>
                    <a:pt x="29" y="47"/>
                  </a:cubicBezTo>
                  <a:cubicBezTo>
                    <a:pt x="38" y="57"/>
                    <a:pt x="34" y="59"/>
                    <a:pt x="34" y="59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19" y="53"/>
                    <a:pt x="12" y="47"/>
                    <a:pt x="12" y="45"/>
                  </a:cubicBezTo>
                  <a:cubicBezTo>
                    <a:pt x="8" y="38"/>
                    <a:pt x="0" y="21"/>
                    <a:pt x="9" y="14"/>
                  </a:cubicBezTo>
                  <a:cubicBezTo>
                    <a:pt x="14" y="11"/>
                    <a:pt x="41" y="0"/>
                    <a:pt x="41" y="0"/>
                  </a:cubicBezTo>
                </a:path>
              </a:pathLst>
            </a:custGeom>
            <a:solidFill>
              <a:srgbClr val="714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70" name="Freeform 2168">
              <a:extLst>
                <a:ext uri="{FF2B5EF4-FFF2-40B4-BE49-F238E27FC236}">
                  <a16:creationId xmlns:a16="http://schemas.microsoft.com/office/drawing/2014/main" id="{0DF1B99C-280B-47C7-A81A-CE01D9B2DE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0" y="2627"/>
              <a:ext cx="9" cy="8"/>
            </a:xfrm>
            <a:custGeom>
              <a:avLst/>
              <a:gdLst>
                <a:gd name="T0" fmla="*/ 0 w 13"/>
                <a:gd name="T1" fmla="*/ 3 h 12"/>
                <a:gd name="T2" fmla="*/ 8 w 13"/>
                <a:gd name="T3" fmla="*/ 0 h 12"/>
                <a:gd name="T4" fmla="*/ 13 w 13"/>
                <a:gd name="T5" fmla="*/ 1 h 12"/>
                <a:gd name="T6" fmla="*/ 5 w 13"/>
                <a:gd name="T7" fmla="*/ 12 h 12"/>
                <a:gd name="T8" fmla="*/ 0 w 13"/>
                <a:gd name="T9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2">
                  <a:moveTo>
                    <a:pt x="0" y="3"/>
                  </a:moveTo>
                  <a:cubicBezTo>
                    <a:pt x="0" y="3"/>
                    <a:pt x="6" y="1"/>
                    <a:pt x="8" y="0"/>
                  </a:cubicBezTo>
                  <a:cubicBezTo>
                    <a:pt x="11" y="0"/>
                    <a:pt x="13" y="1"/>
                    <a:pt x="13" y="1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714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71" name="Freeform 2169">
              <a:extLst>
                <a:ext uri="{FF2B5EF4-FFF2-40B4-BE49-F238E27FC236}">
                  <a16:creationId xmlns:a16="http://schemas.microsoft.com/office/drawing/2014/main" id="{231CB095-13D5-471D-9596-82852A883B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6" y="2622"/>
              <a:ext cx="7" cy="9"/>
            </a:xfrm>
            <a:custGeom>
              <a:avLst/>
              <a:gdLst>
                <a:gd name="T0" fmla="*/ 11 w 11"/>
                <a:gd name="T1" fmla="*/ 9 h 13"/>
                <a:gd name="T2" fmla="*/ 5 w 11"/>
                <a:gd name="T3" fmla="*/ 0 h 13"/>
                <a:gd name="T4" fmla="*/ 0 w 11"/>
                <a:gd name="T5" fmla="*/ 7 h 13"/>
                <a:gd name="T6" fmla="*/ 8 w 11"/>
                <a:gd name="T7" fmla="*/ 13 h 13"/>
                <a:gd name="T8" fmla="*/ 11 w 11"/>
                <a:gd name="T9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3">
                  <a:moveTo>
                    <a:pt x="11" y="9"/>
                  </a:moveTo>
                  <a:cubicBezTo>
                    <a:pt x="11" y="9"/>
                    <a:pt x="5" y="0"/>
                    <a:pt x="5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11" y="9"/>
                    <a:pt x="11" y="9"/>
                    <a:pt x="11" y="9"/>
                  </a:cubicBezTo>
                </a:path>
              </a:pathLst>
            </a:custGeom>
            <a:solidFill>
              <a:srgbClr val="714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72" name="Freeform 2170">
              <a:extLst>
                <a:ext uri="{FF2B5EF4-FFF2-40B4-BE49-F238E27FC236}">
                  <a16:creationId xmlns:a16="http://schemas.microsoft.com/office/drawing/2014/main" id="{220973D3-55B8-4897-8496-6F0BAE262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2" y="2474"/>
              <a:ext cx="39" cy="32"/>
            </a:xfrm>
            <a:custGeom>
              <a:avLst/>
              <a:gdLst>
                <a:gd name="T0" fmla="*/ 0 w 57"/>
                <a:gd name="T1" fmla="*/ 20 h 47"/>
                <a:gd name="T2" fmla="*/ 36 w 57"/>
                <a:gd name="T3" fmla="*/ 7 h 47"/>
                <a:gd name="T4" fmla="*/ 54 w 57"/>
                <a:gd name="T5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" h="47">
                  <a:moveTo>
                    <a:pt x="0" y="20"/>
                  </a:moveTo>
                  <a:cubicBezTo>
                    <a:pt x="0" y="20"/>
                    <a:pt x="17" y="0"/>
                    <a:pt x="36" y="7"/>
                  </a:cubicBezTo>
                  <a:cubicBezTo>
                    <a:pt x="54" y="13"/>
                    <a:pt x="57" y="34"/>
                    <a:pt x="54" y="47"/>
                  </a:cubicBezTo>
                </a:path>
              </a:pathLst>
            </a:custGeom>
            <a:solidFill>
              <a:srgbClr val="FFFFFF"/>
            </a:solidFill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73" name="Freeform 2171">
              <a:extLst>
                <a:ext uri="{FF2B5EF4-FFF2-40B4-BE49-F238E27FC236}">
                  <a16:creationId xmlns:a16="http://schemas.microsoft.com/office/drawing/2014/main" id="{91680CB0-A52B-46A6-A9D3-A976ECE00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2" y="2474"/>
              <a:ext cx="39" cy="32"/>
            </a:xfrm>
            <a:custGeom>
              <a:avLst/>
              <a:gdLst>
                <a:gd name="T0" fmla="*/ 0 w 57"/>
                <a:gd name="T1" fmla="*/ 20 h 47"/>
                <a:gd name="T2" fmla="*/ 36 w 57"/>
                <a:gd name="T3" fmla="*/ 7 h 47"/>
                <a:gd name="T4" fmla="*/ 54 w 57"/>
                <a:gd name="T5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" h="47">
                  <a:moveTo>
                    <a:pt x="0" y="20"/>
                  </a:moveTo>
                  <a:cubicBezTo>
                    <a:pt x="0" y="20"/>
                    <a:pt x="17" y="0"/>
                    <a:pt x="36" y="7"/>
                  </a:cubicBezTo>
                  <a:cubicBezTo>
                    <a:pt x="54" y="13"/>
                    <a:pt x="57" y="34"/>
                    <a:pt x="54" y="47"/>
                  </a:cubicBezTo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74" name="Oval 2172">
              <a:extLst>
                <a:ext uri="{FF2B5EF4-FFF2-40B4-BE49-F238E27FC236}">
                  <a16:creationId xmlns:a16="http://schemas.microsoft.com/office/drawing/2014/main" id="{45491817-5F7D-4B03-85E3-388BC5EAA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0" y="2614"/>
              <a:ext cx="18" cy="17"/>
            </a:xfrm>
            <a:prstGeom prst="ellipse">
              <a:avLst/>
            </a:prstGeom>
            <a:solidFill>
              <a:srgbClr val="FFFFFF"/>
            </a:solidFill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75" name="Freeform 2173">
              <a:extLst>
                <a:ext uri="{FF2B5EF4-FFF2-40B4-BE49-F238E27FC236}">
                  <a16:creationId xmlns:a16="http://schemas.microsoft.com/office/drawing/2014/main" id="{FC0E578F-C1F4-46B9-B6CB-F39048CD9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2" y="2615"/>
              <a:ext cx="8" cy="19"/>
            </a:xfrm>
            <a:custGeom>
              <a:avLst/>
              <a:gdLst>
                <a:gd name="T0" fmla="*/ 2 w 12"/>
                <a:gd name="T1" fmla="*/ 0 h 27"/>
                <a:gd name="T2" fmla="*/ 5 w 12"/>
                <a:gd name="T3" fmla="*/ 19 h 27"/>
                <a:gd name="T4" fmla="*/ 12 w 12"/>
                <a:gd name="T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" h="27">
                  <a:moveTo>
                    <a:pt x="2" y="0"/>
                  </a:moveTo>
                  <a:cubicBezTo>
                    <a:pt x="2" y="0"/>
                    <a:pt x="0" y="14"/>
                    <a:pt x="5" y="19"/>
                  </a:cubicBezTo>
                  <a:cubicBezTo>
                    <a:pt x="9" y="25"/>
                    <a:pt x="12" y="27"/>
                    <a:pt x="12" y="27"/>
                  </a:cubicBezTo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76" name="Freeform 2174">
              <a:extLst>
                <a:ext uri="{FF2B5EF4-FFF2-40B4-BE49-F238E27FC236}">
                  <a16:creationId xmlns:a16="http://schemas.microsoft.com/office/drawing/2014/main" id="{A7EAED38-11D8-4B45-876A-FE193FE4B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6" y="2616"/>
              <a:ext cx="4" cy="12"/>
            </a:xfrm>
            <a:custGeom>
              <a:avLst/>
              <a:gdLst>
                <a:gd name="T0" fmla="*/ 1 w 5"/>
                <a:gd name="T1" fmla="*/ 0 h 17"/>
                <a:gd name="T2" fmla="*/ 5 w 5"/>
                <a:gd name="T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" h="17">
                  <a:moveTo>
                    <a:pt x="1" y="0"/>
                  </a:moveTo>
                  <a:cubicBezTo>
                    <a:pt x="1" y="0"/>
                    <a:pt x="0" y="12"/>
                    <a:pt x="5" y="17"/>
                  </a:cubicBezTo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77" name="Freeform 2175">
              <a:extLst>
                <a:ext uri="{FF2B5EF4-FFF2-40B4-BE49-F238E27FC236}">
                  <a16:creationId xmlns:a16="http://schemas.microsoft.com/office/drawing/2014/main" id="{D808C44E-B0FB-45B1-B49B-D49DE5963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6" y="2596"/>
              <a:ext cx="18" cy="8"/>
            </a:xfrm>
            <a:custGeom>
              <a:avLst/>
              <a:gdLst>
                <a:gd name="T0" fmla="*/ 0 w 26"/>
                <a:gd name="T1" fmla="*/ 12 h 12"/>
                <a:gd name="T2" fmla="*/ 26 w 26"/>
                <a:gd name="T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" h="12">
                  <a:moveTo>
                    <a:pt x="0" y="12"/>
                  </a:moveTo>
                  <a:cubicBezTo>
                    <a:pt x="0" y="11"/>
                    <a:pt x="20" y="3"/>
                    <a:pt x="26" y="0"/>
                  </a:cubicBezTo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78" name="Freeform 2176">
              <a:extLst>
                <a:ext uri="{FF2B5EF4-FFF2-40B4-BE49-F238E27FC236}">
                  <a16:creationId xmlns:a16="http://schemas.microsoft.com/office/drawing/2014/main" id="{E4CB192E-72CC-4002-BAE5-BF0D282F3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6" y="2866"/>
              <a:ext cx="53" cy="26"/>
            </a:xfrm>
            <a:custGeom>
              <a:avLst/>
              <a:gdLst>
                <a:gd name="T0" fmla="*/ 3 w 77"/>
                <a:gd name="T1" fmla="*/ 29 h 37"/>
                <a:gd name="T2" fmla="*/ 29 w 77"/>
                <a:gd name="T3" fmla="*/ 8 h 37"/>
                <a:gd name="T4" fmla="*/ 55 w 77"/>
                <a:gd name="T5" fmla="*/ 21 h 37"/>
                <a:gd name="T6" fmla="*/ 55 w 77"/>
                <a:gd name="T7" fmla="*/ 29 h 37"/>
                <a:gd name="T8" fmla="*/ 77 w 77"/>
                <a:gd name="T9" fmla="*/ 29 h 37"/>
                <a:gd name="T10" fmla="*/ 77 w 77"/>
                <a:gd name="T11" fmla="*/ 37 h 37"/>
                <a:gd name="T12" fmla="*/ 0 w 77"/>
                <a:gd name="T13" fmla="*/ 37 h 37"/>
                <a:gd name="T14" fmla="*/ 0 w 77"/>
                <a:gd name="T15" fmla="*/ 34 h 37"/>
                <a:gd name="T16" fmla="*/ 3 w 77"/>
                <a:gd name="T17" fmla="*/ 29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7" h="37">
                  <a:moveTo>
                    <a:pt x="3" y="29"/>
                  </a:moveTo>
                  <a:cubicBezTo>
                    <a:pt x="7" y="25"/>
                    <a:pt x="19" y="17"/>
                    <a:pt x="29" y="8"/>
                  </a:cubicBezTo>
                  <a:cubicBezTo>
                    <a:pt x="40" y="0"/>
                    <a:pt x="55" y="8"/>
                    <a:pt x="55" y="21"/>
                  </a:cubicBezTo>
                  <a:cubicBezTo>
                    <a:pt x="55" y="29"/>
                    <a:pt x="55" y="29"/>
                    <a:pt x="55" y="29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7" y="37"/>
                    <a:pt x="77" y="37"/>
                    <a:pt x="77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2"/>
                    <a:pt x="1" y="30"/>
                    <a:pt x="3" y="29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79" name="Freeform 2177">
              <a:extLst>
                <a:ext uri="{FF2B5EF4-FFF2-40B4-BE49-F238E27FC236}">
                  <a16:creationId xmlns:a16="http://schemas.microsoft.com/office/drawing/2014/main" id="{BCA00C2F-7A07-4495-9B1F-DFDDA68B8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0" y="2860"/>
              <a:ext cx="28" cy="21"/>
            </a:xfrm>
            <a:custGeom>
              <a:avLst/>
              <a:gdLst>
                <a:gd name="T0" fmla="*/ 0 w 41"/>
                <a:gd name="T1" fmla="*/ 27 h 32"/>
                <a:gd name="T2" fmla="*/ 20 w 41"/>
                <a:gd name="T3" fmla="*/ 4 h 32"/>
                <a:gd name="T4" fmla="*/ 41 w 41"/>
                <a:gd name="T5" fmla="*/ 2 h 32"/>
                <a:gd name="T6" fmla="*/ 22 w 41"/>
                <a:gd name="T7" fmla="*/ 27 h 32"/>
                <a:gd name="T8" fmla="*/ 0 w 41"/>
                <a:gd name="T9" fmla="*/ 27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2">
                  <a:moveTo>
                    <a:pt x="0" y="27"/>
                  </a:moveTo>
                  <a:cubicBezTo>
                    <a:pt x="0" y="27"/>
                    <a:pt x="5" y="9"/>
                    <a:pt x="20" y="4"/>
                  </a:cubicBezTo>
                  <a:cubicBezTo>
                    <a:pt x="34" y="0"/>
                    <a:pt x="41" y="2"/>
                    <a:pt x="41" y="2"/>
                  </a:cubicBezTo>
                  <a:cubicBezTo>
                    <a:pt x="41" y="2"/>
                    <a:pt x="32" y="22"/>
                    <a:pt x="22" y="27"/>
                  </a:cubicBezTo>
                  <a:cubicBezTo>
                    <a:pt x="13" y="32"/>
                    <a:pt x="0" y="27"/>
                    <a:pt x="0" y="27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80" name="Line 2178">
              <a:extLst>
                <a:ext uri="{FF2B5EF4-FFF2-40B4-BE49-F238E27FC236}">
                  <a16:creationId xmlns:a16="http://schemas.microsoft.com/office/drawing/2014/main" id="{F851DB35-F082-40E1-898C-3B5A535846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91" y="2862"/>
              <a:ext cx="17" cy="10"/>
            </a:xfrm>
            <a:prstGeom prst="line">
              <a:avLst/>
            </a:pr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81" name="Freeform 2179">
              <a:extLst>
                <a:ext uri="{FF2B5EF4-FFF2-40B4-BE49-F238E27FC236}">
                  <a16:creationId xmlns:a16="http://schemas.microsoft.com/office/drawing/2014/main" id="{466C104C-CF79-465A-8454-7961A814B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" y="2871"/>
              <a:ext cx="19" cy="8"/>
            </a:xfrm>
            <a:custGeom>
              <a:avLst/>
              <a:gdLst>
                <a:gd name="T0" fmla="*/ 27 w 27"/>
                <a:gd name="T1" fmla="*/ 12 h 12"/>
                <a:gd name="T2" fmla="*/ 17 w 27"/>
                <a:gd name="T3" fmla="*/ 4 h 12"/>
                <a:gd name="T4" fmla="*/ 2 w 27"/>
                <a:gd name="T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12">
                  <a:moveTo>
                    <a:pt x="27" y="12"/>
                  </a:moveTo>
                  <a:cubicBezTo>
                    <a:pt x="25" y="9"/>
                    <a:pt x="22" y="6"/>
                    <a:pt x="17" y="4"/>
                  </a:cubicBezTo>
                  <a:cubicBezTo>
                    <a:pt x="9" y="0"/>
                    <a:pt x="0" y="0"/>
                    <a:pt x="2" y="12"/>
                  </a:cubicBezTo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82" name="Freeform 2180">
              <a:extLst>
                <a:ext uri="{FF2B5EF4-FFF2-40B4-BE49-F238E27FC236}">
                  <a16:creationId xmlns:a16="http://schemas.microsoft.com/office/drawing/2014/main" id="{CAB3C929-6A17-4A38-88D0-278C15A67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5" y="2840"/>
              <a:ext cx="46" cy="43"/>
            </a:xfrm>
            <a:custGeom>
              <a:avLst/>
              <a:gdLst>
                <a:gd name="T0" fmla="*/ 68 w 68"/>
                <a:gd name="T1" fmla="*/ 56 h 63"/>
                <a:gd name="T2" fmla="*/ 38 w 68"/>
                <a:gd name="T3" fmla="*/ 10 h 63"/>
                <a:gd name="T4" fmla="*/ 0 w 68"/>
                <a:gd name="T5" fmla="*/ 2 h 63"/>
                <a:gd name="T6" fmla="*/ 28 w 68"/>
                <a:gd name="T7" fmla="*/ 51 h 63"/>
                <a:gd name="T8" fmla="*/ 68 w 68"/>
                <a:gd name="T9" fmla="*/ 56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63">
                  <a:moveTo>
                    <a:pt x="68" y="56"/>
                  </a:moveTo>
                  <a:cubicBezTo>
                    <a:pt x="68" y="55"/>
                    <a:pt x="63" y="21"/>
                    <a:pt x="38" y="10"/>
                  </a:cubicBezTo>
                  <a:cubicBezTo>
                    <a:pt x="12" y="0"/>
                    <a:pt x="0" y="2"/>
                    <a:pt x="0" y="2"/>
                  </a:cubicBezTo>
                  <a:cubicBezTo>
                    <a:pt x="0" y="2"/>
                    <a:pt x="12" y="40"/>
                    <a:pt x="28" y="51"/>
                  </a:cubicBezTo>
                  <a:cubicBezTo>
                    <a:pt x="44" y="63"/>
                    <a:pt x="68" y="56"/>
                    <a:pt x="68" y="56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83" name="Line 2181">
              <a:extLst>
                <a:ext uri="{FF2B5EF4-FFF2-40B4-BE49-F238E27FC236}">
                  <a16:creationId xmlns:a16="http://schemas.microsoft.com/office/drawing/2014/main" id="{CC8CC452-B31F-4B90-8EE2-654ADDFC5B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6" y="2842"/>
              <a:ext cx="27" cy="23"/>
            </a:xfrm>
            <a:prstGeom prst="line">
              <a:avLst/>
            </a:pr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84" name="Line 2182">
              <a:extLst>
                <a:ext uri="{FF2B5EF4-FFF2-40B4-BE49-F238E27FC236}">
                  <a16:creationId xmlns:a16="http://schemas.microsoft.com/office/drawing/2014/main" id="{E51539C8-9633-4BB0-A84B-D9A34C2891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60" y="2879"/>
              <a:ext cx="334" cy="0"/>
            </a:xfrm>
            <a:prstGeom prst="line">
              <a:avLst/>
            </a:prstGeom>
            <a:noFill/>
            <a:ln w="1588" cap="rnd">
              <a:solidFill>
                <a:srgbClr val="D6D6D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85" name="Line 2183">
              <a:extLst>
                <a:ext uri="{FF2B5EF4-FFF2-40B4-BE49-F238E27FC236}">
                  <a16:creationId xmlns:a16="http://schemas.microsoft.com/office/drawing/2014/main" id="{1039C59D-8E97-4E5F-8BDB-166CC70496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52" y="2892"/>
              <a:ext cx="168" cy="0"/>
            </a:xfrm>
            <a:prstGeom prst="line">
              <a:avLst/>
            </a:prstGeom>
            <a:noFill/>
            <a:ln w="1588" cap="rnd">
              <a:solidFill>
                <a:srgbClr val="D6D6D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86" name="Freeform 2184">
              <a:extLst>
                <a:ext uri="{FF2B5EF4-FFF2-40B4-BE49-F238E27FC236}">
                  <a16:creationId xmlns:a16="http://schemas.microsoft.com/office/drawing/2014/main" id="{4FB5EFEE-E5C1-4610-A334-6E8FBD792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6" y="2645"/>
              <a:ext cx="457" cy="145"/>
            </a:xfrm>
            <a:custGeom>
              <a:avLst/>
              <a:gdLst>
                <a:gd name="T0" fmla="*/ 600 w 671"/>
                <a:gd name="T1" fmla="*/ 212 h 212"/>
                <a:gd name="T2" fmla="*/ 0 w 671"/>
                <a:gd name="T3" fmla="*/ 212 h 212"/>
                <a:gd name="T4" fmla="*/ 76 w 671"/>
                <a:gd name="T5" fmla="*/ 140 h 212"/>
                <a:gd name="T6" fmla="*/ 162 w 671"/>
                <a:gd name="T7" fmla="*/ 166 h 212"/>
                <a:gd name="T8" fmla="*/ 378 w 671"/>
                <a:gd name="T9" fmla="*/ 35 h 212"/>
                <a:gd name="T10" fmla="*/ 467 w 671"/>
                <a:gd name="T11" fmla="*/ 175 h 212"/>
                <a:gd name="T12" fmla="*/ 584 w 671"/>
                <a:gd name="T13" fmla="*/ 116 h 212"/>
                <a:gd name="T14" fmla="*/ 600 w 671"/>
                <a:gd name="T15" fmla="*/ 212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1" h="212">
                  <a:moveTo>
                    <a:pt x="600" y="212"/>
                  </a:moveTo>
                  <a:cubicBezTo>
                    <a:pt x="0" y="212"/>
                    <a:pt x="0" y="212"/>
                    <a:pt x="0" y="212"/>
                  </a:cubicBezTo>
                  <a:cubicBezTo>
                    <a:pt x="0" y="212"/>
                    <a:pt x="27" y="173"/>
                    <a:pt x="76" y="140"/>
                  </a:cubicBezTo>
                  <a:cubicBezTo>
                    <a:pt x="126" y="107"/>
                    <a:pt x="181" y="112"/>
                    <a:pt x="162" y="166"/>
                  </a:cubicBezTo>
                  <a:cubicBezTo>
                    <a:pt x="162" y="166"/>
                    <a:pt x="231" y="70"/>
                    <a:pt x="378" y="35"/>
                  </a:cubicBezTo>
                  <a:cubicBezTo>
                    <a:pt x="524" y="0"/>
                    <a:pt x="511" y="118"/>
                    <a:pt x="467" y="175"/>
                  </a:cubicBezTo>
                  <a:cubicBezTo>
                    <a:pt x="467" y="175"/>
                    <a:pt x="515" y="133"/>
                    <a:pt x="584" y="116"/>
                  </a:cubicBezTo>
                  <a:cubicBezTo>
                    <a:pt x="653" y="99"/>
                    <a:pt x="671" y="163"/>
                    <a:pt x="600" y="212"/>
                  </a:cubicBezTo>
                  <a:close/>
                </a:path>
              </a:pathLst>
            </a:custGeom>
            <a:solidFill>
              <a:srgbClr val="000000"/>
            </a:solidFill>
            <a:ln w="3175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87" name="Freeform 2185">
              <a:extLst>
                <a:ext uri="{FF2B5EF4-FFF2-40B4-BE49-F238E27FC236}">
                  <a16:creationId xmlns:a16="http://schemas.microsoft.com/office/drawing/2014/main" id="{D5760928-6368-4352-B0FC-6A617DB28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4" y="2649"/>
              <a:ext cx="458" cy="144"/>
            </a:xfrm>
            <a:custGeom>
              <a:avLst/>
              <a:gdLst>
                <a:gd name="T0" fmla="*/ 600 w 672"/>
                <a:gd name="T1" fmla="*/ 211 h 211"/>
                <a:gd name="T2" fmla="*/ 0 w 672"/>
                <a:gd name="T3" fmla="*/ 211 h 211"/>
                <a:gd name="T4" fmla="*/ 77 w 672"/>
                <a:gd name="T5" fmla="*/ 139 h 211"/>
                <a:gd name="T6" fmla="*/ 162 w 672"/>
                <a:gd name="T7" fmla="*/ 165 h 211"/>
                <a:gd name="T8" fmla="*/ 378 w 672"/>
                <a:gd name="T9" fmla="*/ 34 h 211"/>
                <a:gd name="T10" fmla="*/ 467 w 672"/>
                <a:gd name="T11" fmla="*/ 174 h 211"/>
                <a:gd name="T12" fmla="*/ 584 w 672"/>
                <a:gd name="T13" fmla="*/ 115 h 211"/>
                <a:gd name="T14" fmla="*/ 600 w 672"/>
                <a:gd name="T15" fmla="*/ 211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2" h="211">
                  <a:moveTo>
                    <a:pt x="600" y="211"/>
                  </a:moveTo>
                  <a:cubicBezTo>
                    <a:pt x="0" y="211"/>
                    <a:pt x="0" y="211"/>
                    <a:pt x="0" y="211"/>
                  </a:cubicBezTo>
                  <a:cubicBezTo>
                    <a:pt x="0" y="211"/>
                    <a:pt x="27" y="172"/>
                    <a:pt x="77" y="139"/>
                  </a:cubicBezTo>
                  <a:cubicBezTo>
                    <a:pt x="126" y="106"/>
                    <a:pt x="181" y="111"/>
                    <a:pt x="162" y="165"/>
                  </a:cubicBezTo>
                  <a:cubicBezTo>
                    <a:pt x="162" y="165"/>
                    <a:pt x="231" y="69"/>
                    <a:pt x="378" y="34"/>
                  </a:cubicBezTo>
                  <a:cubicBezTo>
                    <a:pt x="524" y="0"/>
                    <a:pt x="511" y="117"/>
                    <a:pt x="467" y="174"/>
                  </a:cubicBezTo>
                  <a:cubicBezTo>
                    <a:pt x="467" y="174"/>
                    <a:pt x="516" y="132"/>
                    <a:pt x="584" y="115"/>
                  </a:cubicBezTo>
                  <a:cubicBezTo>
                    <a:pt x="653" y="99"/>
                    <a:pt x="672" y="163"/>
                    <a:pt x="600" y="211"/>
                  </a:cubicBezTo>
                  <a:close/>
                </a:path>
              </a:pathLst>
            </a:custGeom>
            <a:solidFill>
              <a:srgbClr val="000000"/>
            </a:solidFill>
            <a:ln w="3175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88" name="Freeform 2186">
              <a:extLst>
                <a:ext uri="{FF2B5EF4-FFF2-40B4-BE49-F238E27FC236}">
                  <a16:creationId xmlns:a16="http://schemas.microsoft.com/office/drawing/2014/main" id="{8995E9CC-C935-4AE9-95DD-FE58C594D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2170"/>
              <a:ext cx="44" cy="58"/>
            </a:xfrm>
            <a:custGeom>
              <a:avLst/>
              <a:gdLst>
                <a:gd name="T0" fmla="*/ 62 w 65"/>
                <a:gd name="T1" fmla="*/ 42 h 86"/>
                <a:gd name="T2" fmla="*/ 32 w 65"/>
                <a:gd name="T3" fmla="*/ 45 h 86"/>
                <a:gd name="T4" fmla="*/ 12 w 65"/>
                <a:gd name="T5" fmla="*/ 0 h 86"/>
                <a:gd name="T6" fmla="*/ 3 w 65"/>
                <a:gd name="T7" fmla="*/ 11 h 86"/>
                <a:gd name="T8" fmla="*/ 12 w 65"/>
                <a:gd name="T9" fmla="*/ 20 h 86"/>
                <a:gd name="T10" fmla="*/ 38 w 65"/>
                <a:gd name="T11" fmla="*/ 85 h 86"/>
                <a:gd name="T12" fmla="*/ 65 w 65"/>
                <a:gd name="T13" fmla="*/ 8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86">
                  <a:moveTo>
                    <a:pt x="62" y="42"/>
                  </a:moveTo>
                  <a:cubicBezTo>
                    <a:pt x="62" y="42"/>
                    <a:pt x="38" y="70"/>
                    <a:pt x="32" y="45"/>
                  </a:cubicBezTo>
                  <a:cubicBezTo>
                    <a:pt x="26" y="20"/>
                    <a:pt x="29" y="0"/>
                    <a:pt x="12" y="0"/>
                  </a:cubicBezTo>
                  <a:cubicBezTo>
                    <a:pt x="0" y="0"/>
                    <a:pt x="3" y="11"/>
                    <a:pt x="3" y="11"/>
                  </a:cubicBezTo>
                  <a:cubicBezTo>
                    <a:pt x="3" y="11"/>
                    <a:pt x="13" y="11"/>
                    <a:pt x="12" y="20"/>
                  </a:cubicBezTo>
                  <a:cubicBezTo>
                    <a:pt x="11" y="29"/>
                    <a:pt x="15" y="83"/>
                    <a:pt x="38" y="85"/>
                  </a:cubicBezTo>
                  <a:cubicBezTo>
                    <a:pt x="61" y="86"/>
                    <a:pt x="65" y="82"/>
                    <a:pt x="65" y="82"/>
                  </a:cubicBezTo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89" name="Freeform 2187">
              <a:extLst>
                <a:ext uri="{FF2B5EF4-FFF2-40B4-BE49-F238E27FC236}">
                  <a16:creationId xmlns:a16="http://schemas.microsoft.com/office/drawing/2014/main" id="{8D33EA7E-0403-4107-BC0A-FEDF1E105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5" y="2249"/>
              <a:ext cx="62" cy="42"/>
            </a:xfrm>
            <a:custGeom>
              <a:avLst/>
              <a:gdLst>
                <a:gd name="T0" fmla="*/ 62 w 91"/>
                <a:gd name="T1" fmla="*/ 60 h 61"/>
                <a:gd name="T2" fmla="*/ 69 w 91"/>
                <a:gd name="T3" fmla="*/ 60 h 61"/>
                <a:gd name="T4" fmla="*/ 90 w 91"/>
                <a:gd name="T5" fmla="*/ 44 h 61"/>
                <a:gd name="T6" fmla="*/ 77 w 91"/>
                <a:gd name="T7" fmla="*/ 24 h 61"/>
                <a:gd name="T8" fmla="*/ 53 w 91"/>
                <a:gd name="T9" fmla="*/ 21 h 61"/>
                <a:gd name="T10" fmla="*/ 38 w 91"/>
                <a:gd name="T11" fmla="*/ 20 h 61"/>
                <a:gd name="T12" fmla="*/ 38 w 91"/>
                <a:gd name="T13" fmla="*/ 18 h 61"/>
                <a:gd name="T14" fmla="*/ 46 w 91"/>
                <a:gd name="T15" fmla="*/ 13 h 61"/>
                <a:gd name="T16" fmla="*/ 46 w 91"/>
                <a:gd name="T17" fmla="*/ 13 h 61"/>
                <a:gd name="T18" fmla="*/ 52 w 91"/>
                <a:gd name="T19" fmla="*/ 7 h 61"/>
                <a:gd name="T20" fmla="*/ 46 w 91"/>
                <a:gd name="T21" fmla="*/ 1 h 61"/>
                <a:gd name="T22" fmla="*/ 26 w 91"/>
                <a:gd name="T23" fmla="*/ 15 h 61"/>
                <a:gd name="T24" fmla="*/ 32 w 91"/>
                <a:gd name="T25" fmla="*/ 30 h 61"/>
                <a:gd name="T26" fmla="*/ 53 w 91"/>
                <a:gd name="T27" fmla="*/ 33 h 61"/>
                <a:gd name="T28" fmla="*/ 72 w 91"/>
                <a:gd name="T29" fmla="*/ 35 h 61"/>
                <a:gd name="T30" fmla="*/ 78 w 91"/>
                <a:gd name="T31" fmla="*/ 42 h 61"/>
                <a:gd name="T32" fmla="*/ 68 w 91"/>
                <a:gd name="T33" fmla="*/ 48 h 61"/>
                <a:gd name="T34" fmla="*/ 6 w 91"/>
                <a:gd name="T35" fmla="*/ 48 h 61"/>
                <a:gd name="T36" fmla="*/ 0 w 91"/>
                <a:gd name="T37" fmla="*/ 54 h 61"/>
                <a:gd name="T38" fmla="*/ 6 w 91"/>
                <a:gd name="T39" fmla="*/ 60 h 61"/>
                <a:gd name="T40" fmla="*/ 62 w 91"/>
                <a:gd name="T41" fmla="*/ 6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1" h="61">
                  <a:moveTo>
                    <a:pt x="62" y="60"/>
                  </a:moveTo>
                  <a:cubicBezTo>
                    <a:pt x="64" y="60"/>
                    <a:pt x="67" y="60"/>
                    <a:pt x="69" y="60"/>
                  </a:cubicBezTo>
                  <a:cubicBezTo>
                    <a:pt x="80" y="59"/>
                    <a:pt x="88" y="53"/>
                    <a:pt x="90" y="44"/>
                  </a:cubicBezTo>
                  <a:cubicBezTo>
                    <a:pt x="91" y="36"/>
                    <a:pt x="87" y="29"/>
                    <a:pt x="77" y="24"/>
                  </a:cubicBezTo>
                  <a:cubicBezTo>
                    <a:pt x="71" y="21"/>
                    <a:pt x="62" y="21"/>
                    <a:pt x="53" y="21"/>
                  </a:cubicBezTo>
                  <a:cubicBezTo>
                    <a:pt x="47" y="21"/>
                    <a:pt x="40" y="21"/>
                    <a:pt x="38" y="20"/>
                  </a:cubicBezTo>
                  <a:cubicBezTo>
                    <a:pt x="37" y="20"/>
                    <a:pt x="37" y="19"/>
                    <a:pt x="38" y="18"/>
                  </a:cubicBezTo>
                  <a:cubicBezTo>
                    <a:pt x="38" y="15"/>
                    <a:pt x="41" y="13"/>
                    <a:pt x="46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9" y="12"/>
                    <a:pt x="52" y="10"/>
                    <a:pt x="52" y="7"/>
                  </a:cubicBezTo>
                  <a:cubicBezTo>
                    <a:pt x="52" y="3"/>
                    <a:pt x="49" y="1"/>
                    <a:pt x="46" y="1"/>
                  </a:cubicBezTo>
                  <a:cubicBezTo>
                    <a:pt x="35" y="0"/>
                    <a:pt x="28" y="8"/>
                    <a:pt x="26" y="15"/>
                  </a:cubicBezTo>
                  <a:cubicBezTo>
                    <a:pt x="24" y="21"/>
                    <a:pt x="26" y="27"/>
                    <a:pt x="32" y="30"/>
                  </a:cubicBezTo>
                  <a:cubicBezTo>
                    <a:pt x="36" y="33"/>
                    <a:pt x="44" y="33"/>
                    <a:pt x="53" y="33"/>
                  </a:cubicBezTo>
                  <a:cubicBezTo>
                    <a:pt x="60" y="33"/>
                    <a:pt x="68" y="33"/>
                    <a:pt x="72" y="35"/>
                  </a:cubicBezTo>
                  <a:cubicBezTo>
                    <a:pt x="76" y="37"/>
                    <a:pt x="79" y="40"/>
                    <a:pt x="78" y="42"/>
                  </a:cubicBezTo>
                  <a:cubicBezTo>
                    <a:pt x="78" y="45"/>
                    <a:pt x="74" y="48"/>
                    <a:pt x="68" y="48"/>
                  </a:cubicBezTo>
                  <a:cubicBezTo>
                    <a:pt x="49" y="49"/>
                    <a:pt x="6" y="48"/>
                    <a:pt x="6" y="48"/>
                  </a:cubicBezTo>
                  <a:cubicBezTo>
                    <a:pt x="3" y="48"/>
                    <a:pt x="0" y="50"/>
                    <a:pt x="0" y="54"/>
                  </a:cubicBezTo>
                  <a:cubicBezTo>
                    <a:pt x="0" y="57"/>
                    <a:pt x="2" y="60"/>
                    <a:pt x="6" y="60"/>
                  </a:cubicBezTo>
                  <a:cubicBezTo>
                    <a:pt x="7" y="60"/>
                    <a:pt x="41" y="61"/>
                    <a:pt x="62" y="60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90" name="Freeform 2188">
              <a:extLst>
                <a:ext uri="{FF2B5EF4-FFF2-40B4-BE49-F238E27FC236}">
                  <a16:creationId xmlns:a16="http://schemas.microsoft.com/office/drawing/2014/main" id="{396F40F5-C362-4366-960D-4E4A3B3BE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9" y="2168"/>
              <a:ext cx="96" cy="123"/>
            </a:xfrm>
            <a:custGeom>
              <a:avLst/>
              <a:gdLst>
                <a:gd name="T0" fmla="*/ 134 w 141"/>
                <a:gd name="T1" fmla="*/ 179 h 180"/>
                <a:gd name="T2" fmla="*/ 139 w 141"/>
                <a:gd name="T3" fmla="*/ 94 h 180"/>
                <a:gd name="T4" fmla="*/ 115 w 141"/>
                <a:gd name="T5" fmla="*/ 49 h 180"/>
                <a:gd name="T6" fmla="*/ 56 w 141"/>
                <a:gd name="T7" fmla="*/ 15 h 180"/>
                <a:gd name="T8" fmla="*/ 48 w 141"/>
                <a:gd name="T9" fmla="*/ 9 h 180"/>
                <a:gd name="T10" fmla="*/ 40 w 141"/>
                <a:gd name="T11" fmla="*/ 0 h 180"/>
                <a:gd name="T12" fmla="*/ 10 w 141"/>
                <a:gd name="T13" fmla="*/ 22 h 180"/>
                <a:gd name="T14" fmla="*/ 3 w 141"/>
                <a:gd name="T15" fmla="*/ 72 h 180"/>
                <a:gd name="T16" fmla="*/ 51 w 141"/>
                <a:gd name="T17" fmla="*/ 139 h 180"/>
                <a:gd name="T18" fmla="*/ 64 w 141"/>
                <a:gd name="T19" fmla="*/ 179 h 180"/>
                <a:gd name="T20" fmla="*/ 134 w 141"/>
                <a:gd name="T21" fmla="*/ 179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1" h="180">
                  <a:moveTo>
                    <a:pt x="134" y="179"/>
                  </a:moveTo>
                  <a:cubicBezTo>
                    <a:pt x="139" y="94"/>
                    <a:pt x="139" y="94"/>
                    <a:pt x="139" y="94"/>
                  </a:cubicBezTo>
                  <a:cubicBezTo>
                    <a:pt x="141" y="75"/>
                    <a:pt x="131" y="58"/>
                    <a:pt x="115" y="49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53" y="14"/>
                    <a:pt x="50" y="11"/>
                    <a:pt x="48" y="9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0" y="22"/>
                    <a:pt x="0" y="62"/>
                    <a:pt x="3" y="72"/>
                  </a:cubicBezTo>
                  <a:cubicBezTo>
                    <a:pt x="6" y="81"/>
                    <a:pt x="46" y="135"/>
                    <a:pt x="51" y="139"/>
                  </a:cubicBezTo>
                  <a:cubicBezTo>
                    <a:pt x="57" y="142"/>
                    <a:pt x="61" y="178"/>
                    <a:pt x="64" y="179"/>
                  </a:cubicBezTo>
                  <a:cubicBezTo>
                    <a:pt x="66" y="180"/>
                    <a:pt x="134" y="179"/>
                    <a:pt x="134" y="179"/>
                  </a:cubicBez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91" name="Freeform 2189">
              <a:extLst>
                <a:ext uri="{FF2B5EF4-FFF2-40B4-BE49-F238E27FC236}">
                  <a16:creationId xmlns:a16="http://schemas.microsoft.com/office/drawing/2014/main" id="{7FA9C4F2-57FB-4CB7-8B1F-F1CE0BC67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1" y="2220"/>
              <a:ext cx="44" cy="58"/>
            </a:xfrm>
            <a:custGeom>
              <a:avLst/>
              <a:gdLst>
                <a:gd name="T0" fmla="*/ 64 w 64"/>
                <a:gd name="T1" fmla="*/ 10 h 86"/>
                <a:gd name="T2" fmla="*/ 15 w 64"/>
                <a:gd name="T3" fmla="*/ 17 h 86"/>
                <a:gd name="T4" fmla="*/ 37 w 64"/>
                <a:gd name="T5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4" h="86">
                  <a:moveTo>
                    <a:pt x="64" y="10"/>
                  </a:moveTo>
                  <a:cubicBezTo>
                    <a:pt x="64" y="10"/>
                    <a:pt x="30" y="0"/>
                    <a:pt x="15" y="17"/>
                  </a:cubicBezTo>
                  <a:cubicBezTo>
                    <a:pt x="0" y="35"/>
                    <a:pt x="37" y="86"/>
                    <a:pt x="37" y="86"/>
                  </a:cubicBezTo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92" name="Freeform 2190">
              <a:extLst>
                <a:ext uri="{FF2B5EF4-FFF2-40B4-BE49-F238E27FC236}">
                  <a16:creationId xmlns:a16="http://schemas.microsoft.com/office/drawing/2014/main" id="{24C785B5-4ADE-4E20-86C0-577B3961FC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" y="2227"/>
              <a:ext cx="26" cy="62"/>
            </a:xfrm>
            <a:custGeom>
              <a:avLst/>
              <a:gdLst>
                <a:gd name="T0" fmla="*/ 13 w 39"/>
                <a:gd name="T1" fmla="*/ 0 h 91"/>
                <a:gd name="T2" fmla="*/ 19 w 39"/>
                <a:gd name="T3" fmla="*/ 74 h 91"/>
                <a:gd name="T4" fmla="*/ 1 w 39"/>
                <a:gd name="T5" fmla="*/ 84 h 91"/>
                <a:gd name="T6" fmla="*/ 3 w 39"/>
                <a:gd name="T7" fmla="*/ 90 h 91"/>
                <a:gd name="T8" fmla="*/ 30 w 39"/>
                <a:gd name="T9" fmla="*/ 90 h 91"/>
                <a:gd name="T10" fmla="*/ 39 w 39"/>
                <a:gd name="T11" fmla="*/ 38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" h="91">
                  <a:moveTo>
                    <a:pt x="13" y="0"/>
                  </a:moveTo>
                  <a:cubicBezTo>
                    <a:pt x="19" y="74"/>
                    <a:pt x="19" y="74"/>
                    <a:pt x="19" y="74"/>
                  </a:cubicBezTo>
                  <a:cubicBezTo>
                    <a:pt x="19" y="74"/>
                    <a:pt x="3" y="78"/>
                    <a:pt x="1" y="84"/>
                  </a:cubicBezTo>
                  <a:cubicBezTo>
                    <a:pt x="0" y="91"/>
                    <a:pt x="3" y="90"/>
                    <a:pt x="3" y="90"/>
                  </a:cubicBezTo>
                  <a:cubicBezTo>
                    <a:pt x="30" y="90"/>
                    <a:pt x="30" y="90"/>
                    <a:pt x="30" y="90"/>
                  </a:cubicBezTo>
                  <a:cubicBezTo>
                    <a:pt x="39" y="38"/>
                    <a:pt x="39" y="38"/>
                    <a:pt x="39" y="38"/>
                  </a:cubicBezTo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93" name="Freeform 2191">
              <a:extLst>
                <a:ext uri="{FF2B5EF4-FFF2-40B4-BE49-F238E27FC236}">
                  <a16:creationId xmlns:a16="http://schemas.microsoft.com/office/drawing/2014/main" id="{63E659D4-9D14-4D80-BB32-329063D96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5" y="2139"/>
              <a:ext cx="50" cy="40"/>
            </a:xfrm>
            <a:custGeom>
              <a:avLst/>
              <a:gdLst>
                <a:gd name="T0" fmla="*/ 74 w 74"/>
                <a:gd name="T1" fmla="*/ 35 h 59"/>
                <a:gd name="T2" fmla="*/ 64 w 74"/>
                <a:gd name="T3" fmla="*/ 10 h 59"/>
                <a:gd name="T4" fmla="*/ 40 w 74"/>
                <a:gd name="T5" fmla="*/ 3 h 59"/>
                <a:gd name="T6" fmla="*/ 25 w 74"/>
                <a:gd name="T7" fmla="*/ 5 h 59"/>
                <a:gd name="T8" fmla="*/ 14 w 74"/>
                <a:gd name="T9" fmla="*/ 17 h 59"/>
                <a:gd name="T10" fmla="*/ 0 w 74"/>
                <a:gd name="T11" fmla="*/ 24 h 59"/>
                <a:gd name="T12" fmla="*/ 14 w 74"/>
                <a:gd name="T13" fmla="*/ 45 h 59"/>
                <a:gd name="T14" fmla="*/ 29 w 74"/>
                <a:gd name="T15" fmla="*/ 52 h 59"/>
                <a:gd name="T16" fmla="*/ 38 w 74"/>
                <a:gd name="T17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" h="59">
                  <a:moveTo>
                    <a:pt x="74" y="35"/>
                  </a:moveTo>
                  <a:cubicBezTo>
                    <a:pt x="74" y="35"/>
                    <a:pt x="72" y="18"/>
                    <a:pt x="64" y="10"/>
                  </a:cubicBezTo>
                  <a:cubicBezTo>
                    <a:pt x="56" y="2"/>
                    <a:pt x="40" y="3"/>
                    <a:pt x="40" y="3"/>
                  </a:cubicBezTo>
                  <a:cubicBezTo>
                    <a:pt x="40" y="3"/>
                    <a:pt x="32" y="0"/>
                    <a:pt x="25" y="5"/>
                  </a:cubicBezTo>
                  <a:cubicBezTo>
                    <a:pt x="18" y="10"/>
                    <a:pt x="14" y="17"/>
                    <a:pt x="14" y="1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5" y="42"/>
                    <a:pt x="14" y="45"/>
                  </a:cubicBezTo>
                  <a:cubicBezTo>
                    <a:pt x="23" y="49"/>
                    <a:pt x="29" y="52"/>
                    <a:pt x="29" y="52"/>
                  </a:cubicBezTo>
                  <a:cubicBezTo>
                    <a:pt x="38" y="59"/>
                    <a:pt x="38" y="59"/>
                    <a:pt x="38" y="59"/>
                  </a:cubicBezTo>
                </a:path>
              </a:pathLst>
            </a:cu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94" name="Freeform 2192">
              <a:extLst>
                <a:ext uri="{FF2B5EF4-FFF2-40B4-BE49-F238E27FC236}">
                  <a16:creationId xmlns:a16="http://schemas.microsoft.com/office/drawing/2014/main" id="{4E93720E-404D-4567-A324-1885A2F03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9" y="2131"/>
              <a:ext cx="23" cy="14"/>
            </a:xfrm>
            <a:custGeom>
              <a:avLst/>
              <a:gdLst>
                <a:gd name="T0" fmla="*/ 0 w 34"/>
                <a:gd name="T1" fmla="*/ 15 h 21"/>
                <a:gd name="T2" fmla="*/ 29 w 34"/>
                <a:gd name="T3" fmla="*/ 0 h 21"/>
                <a:gd name="T4" fmla="*/ 25 w 34"/>
                <a:gd name="T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" h="21">
                  <a:moveTo>
                    <a:pt x="0" y="15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34" y="13"/>
                    <a:pt x="25" y="21"/>
                  </a:cubicBezTo>
                </a:path>
              </a:pathLst>
            </a:custGeom>
            <a:solidFill>
              <a:srgbClr val="FF7900"/>
            </a:solidFill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95" name="Freeform 2193">
              <a:extLst>
                <a:ext uri="{FF2B5EF4-FFF2-40B4-BE49-F238E27FC236}">
                  <a16:creationId xmlns:a16="http://schemas.microsoft.com/office/drawing/2014/main" id="{7BA8422B-3A24-4D44-8530-69022B6FB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9" y="2131"/>
              <a:ext cx="23" cy="14"/>
            </a:xfrm>
            <a:custGeom>
              <a:avLst/>
              <a:gdLst>
                <a:gd name="T0" fmla="*/ 0 w 34"/>
                <a:gd name="T1" fmla="*/ 15 h 21"/>
                <a:gd name="T2" fmla="*/ 29 w 34"/>
                <a:gd name="T3" fmla="*/ 0 h 21"/>
                <a:gd name="T4" fmla="*/ 25 w 34"/>
                <a:gd name="T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" h="21">
                  <a:moveTo>
                    <a:pt x="0" y="15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34" y="13"/>
                    <a:pt x="25" y="21"/>
                  </a:cubicBezTo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96" name="Line 2194">
              <a:extLst>
                <a:ext uri="{FF2B5EF4-FFF2-40B4-BE49-F238E27FC236}">
                  <a16:creationId xmlns:a16="http://schemas.microsoft.com/office/drawing/2014/main" id="{857713BC-708A-4447-AAC3-039167DE2D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09" y="2157"/>
              <a:ext cx="6" cy="1"/>
            </a:xfrm>
            <a:prstGeom prst="line">
              <a:avLst/>
            </a:pr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97" name="Freeform 2195">
              <a:extLst>
                <a:ext uri="{FF2B5EF4-FFF2-40B4-BE49-F238E27FC236}">
                  <a16:creationId xmlns:a16="http://schemas.microsoft.com/office/drawing/2014/main" id="{9A1195EB-7219-4D24-B351-DA8B524D0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5" y="2156"/>
              <a:ext cx="5" cy="4"/>
            </a:xfrm>
            <a:custGeom>
              <a:avLst/>
              <a:gdLst>
                <a:gd name="T0" fmla="*/ 0 w 5"/>
                <a:gd name="T1" fmla="*/ 0 h 4"/>
                <a:gd name="T2" fmla="*/ 5 w 5"/>
                <a:gd name="T3" fmla="*/ 0 h 4"/>
                <a:gd name="T4" fmla="*/ 2 w 5"/>
                <a:gd name="T5" fmla="*/ 4 h 4"/>
                <a:gd name="T6" fmla="*/ 0 w 5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5" y="0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98" name="Freeform 2196">
              <a:extLst>
                <a:ext uri="{FF2B5EF4-FFF2-40B4-BE49-F238E27FC236}">
                  <a16:creationId xmlns:a16="http://schemas.microsoft.com/office/drawing/2014/main" id="{BE81A2F9-1A14-4668-9153-A524683B8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8" y="2153"/>
              <a:ext cx="6" cy="4"/>
            </a:xfrm>
            <a:custGeom>
              <a:avLst/>
              <a:gdLst>
                <a:gd name="T0" fmla="*/ 8 w 8"/>
                <a:gd name="T1" fmla="*/ 0 h 6"/>
                <a:gd name="T2" fmla="*/ 0 w 8"/>
                <a:gd name="T3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" h="6">
                  <a:moveTo>
                    <a:pt x="8" y="0"/>
                  </a:moveTo>
                  <a:cubicBezTo>
                    <a:pt x="8" y="0"/>
                    <a:pt x="5" y="6"/>
                    <a:pt x="0" y="1"/>
                  </a:cubicBezTo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99" name="Freeform 2197">
              <a:extLst>
                <a:ext uri="{FF2B5EF4-FFF2-40B4-BE49-F238E27FC236}">
                  <a16:creationId xmlns:a16="http://schemas.microsoft.com/office/drawing/2014/main" id="{A3681045-53D0-4296-B160-1FB043520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2" y="2162"/>
              <a:ext cx="6" cy="10"/>
            </a:xfrm>
            <a:custGeom>
              <a:avLst/>
              <a:gdLst>
                <a:gd name="T0" fmla="*/ 0 w 10"/>
                <a:gd name="T1" fmla="*/ 8 h 14"/>
                <a:gd name="T2" fmla="*/ 8 w 10"/>
                <a:gd name="T3" fmla="*/ 8 h 14"/>
                <a:gd name="T4" fmla="*/ 4 w 10"/>
                <a:gd name="T5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14">
                  <a:moveTo>
                    <a:pt x="0" y="8"/>
                  </a:moveTo>
                  <a:cubicBezTo>
                    <a:pt x="0" y="8"/>
                    <a:pt x="5" y="14"/>
                    <a:pt x="8" y="8"/>
                  </a:cubicBezTo>
                  <a:cubicBezTo>
                    <a:pt x="10" y="1"/>
                    <a:pt x="4" y="0"/>
                    <a:pt x="4" y="0"/>
                  </a:cubicBezTo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00" name="Line 2198">
              <a:extLst>
                <a:ext uri="{FF2B5EF4-FFF2-40B4-BE49-F238E27FC236}">
                  <a16:creationId xmlns:a16="http://schemas.microsoft.com/office/drawing/2014/main" id="{3516667C-49C5-49F1-9CD2-9DB76469DE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30" y="2157"/>
              <a:ext cx="14" cy="3"/>
            </a:xfrm>
            <a:prstGeom prst="line">
              <a:avLst/>
            </a:pr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01" name="Line 2199">
              <a:extLst>
                <a:ext uri="{FF2B5EF4-FFF2-40B4-BE49-F238E27FC236}">
                  <a16:creationId xmlns:a16="http://schemas.microsoft.com/office/drawing/2014/main" id="{35423E91-AE7C-40BC-A632-95AEEED52B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1" y="2162"/>
              <a:ext cx="12" cy="1"/>
            </a:xfrm>
            <a:prstGeom prst="line">
              <a:avLst/>
            </a:pr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02" name="Freeform 2200">
              <a:extLst>
                <a:ext uri="{FF2B5EF4-FFF2-40B4-BE49-F238E27FC236}">
                  <a16:creationId xmlns:a16="http://schemas.microsoft.com/office/drawing/2014/main" id="{E86EB032-1E09-414B-AE14-021789166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2" y="2278"/>
              <a:ext cx="52" cy="11"/>
            </a:xfrm>
            <a:custGeom>
              <a:avLst/>
              <a:gdLst>
                <a:gd name="T0" fmla="*/ 53 w 76"/>
                <a:gd name="T1" fmla="*/ 0 h 17"/>
                <a:gd name="T2" fmla="*/ 15 w 76"/>
                <a:gd name="T3" fmla="*/ 3 h 17"/>
                <a:gd name="T4" fmla="*/ 8 w 76"/>
                <a:gd name="T5" fmla="*/ 6 h 17"/>
                <a:gd name="T6" fmla="*/ 1 w 76"/>
                <a:gd name="T7" fmla="*/ 14 h 17"/>
                <a:gd name="T8" fmla="*/ 2 w 76"/>
                <a:gd name="T9" fmla="*/ 16 h 17"/>
                <a:gd name="T10" fmla="*/ 68 w 76"/>
                <a:gd name="T11" fmla="*/ 17 h 17"/>
                <a:gd name="T12" fmla="*/ 76 w 76"/>
                <a:gd name="T13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17">
                  <a:moveTo>
                    <a:pt x="53" y="0"/>
                  </a:move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0" y="4"/>
                    <a:pt x="8" y="6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15"/>
                    <a:pt x="0" y="16"/>
                    <a:pt x="2" y="16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72" y="17"/>
                    <a:pt x="75" y="15"/>
                    <a:pt x="76" y="12"/>
                  </a:cubicBezTo>
                </a:path>
              </a:pathLst>
            </a:custGeom>
            <a:solidFill>
              <a:srgbClr val="FF7900"/>
            </a:solidFill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03" name="Freeform 2201">
              <a:extLst>
                <a:ext uri="{FF2B5EF4-FFF2-40B4-BE49-F238E27FC236}">
                  <a16:creationId xmlns:a16="http://schemas.microsoft.com/office/drawing/2014/main" id="{32FCB558-8841-45E1-A7D4-37A66EBC32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2" y="2278"/>
              <a:ext cx="52" cy="11"/>
            </a:xfrm>
            <a:custGeom>
              <a:avLst/>
              <a:gdLst>
                <a:gd name="T0" fmla="*/ 53 w 76"/>
                <a:gd name="T1" fmla="*/ 0 h 17"/>
                <a:gd name="T2" fmla="*/ 15 w 76"/>
                <a:gd name="T3" fmla="*/ 3 h 17"/>
                <a:gd name="T4" fmla="*/ 8 w 76"/>
                <a:gd name="T5" fmla="*/ 6 h 17"/>
                <a:gd name="T6" fmla="*/ 1 w 76"/>
                <a:gd name="T7" fmla="*/ 14 h 17"/>
                <a:gd name="T8" fmla="*/ 2 w 76"/>
                <a:gd name="T9" fmla="*/ 16 h 17"/>
                <a:gd name="T10" fmla="*/ 68 w 76"/>
                <a:gd name="T11" fmla="*/ 17 h 17"/>
                <a:gd name="T12" fmla="*/ 76 w 76"/>
                <a:gd name="T13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17">
                  <a:moveTo>
                    <a:pt x="53" y="0"/>
                  </a:move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0" y="4"/>
                    <a:pt x="8" y="6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15"/>
                    <a:pt x="0" y="16"/>
                    <a:pt x="2" y="16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72" y="17"/>
                    <a:pt x="75" y="15"/>
                    <a:pt x="76" y="12"/>
                  </a:cubicBezTo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04" name="Freeform 2202">
              <a:extLst>
                <a:ext uri="{FF2B5EF4-FFF2-40B4-BE49-F238E27FC236}">
                  <a16:creationId xmlns:a16="http://schemas.microsoft.com/office/drawing/2014/main" id="{8C739FFF-FECE-43F3-AD3A-5E61B67915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" y="2161"/>
              <a:ext cx="29" cy="24"/>
            </a:xfrm>
            <a:custGeom>
              <a:avLst/>
              <a:gdLst>
                <a:gd name="T0" fmla="*/ 27 w 29"/>
                <a:gd name="T1" fmla="*/ 7 h 24"/>
                <a:gd name="T2" fmla="*/ 29 w 29"/>
                <a:gd name="T3" fmla="*/ 6 h 24"/>
                <a:gd name="T4" fmla="*/ 26 w 29"/>
                <a:gd name="T5" fmla="*/ 0 h 24"/>
                <a:gd name="T6" fmla="*/ 0 w 29"/>
                <a:gd name="T7" fmla="*/ 19 h 24"/>
                <a:gd name="T8" fmla="*/ 3 w 29"/>
                <a:gd name="T9" fmla="*/ 24 h 24"/>
                <a:gd name="T10" fmla="*/ 27 w 29"/>
                <a:gd name="T11" fmla="*/ 7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" h="24">
                  <a:moveTo>
                    <a:pt x="27" y="7"/>
                  </a:moveTo>
                  <a:lnTo>
                    <a:pt x="29" y="6"/>
                  </a:lnTo>
                  <a:lnTo>
                    <a:pt x="26" y="0"/>
                  </a:lnTo>
                  <a:lnTo>
                    <a:pt x="0" y="19"/>
                  </a:lnTo>
                  <a:lnTo>
                    <a:pt x="3" y="24"/>
                  </a:lnTo>
                  <a:lnTo>
                    <a:pt x="27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05" name="Line 2203">
              <a:extLst>
                <a:ext uri="{FF2B5EF4-FFF2-40B4-BE49-F238E27FC236}">
                  <a16:creationId xmlns:a16="http://schemas.microsoft.com/office/drawing/2014/main" id="{7F307DBC-664B-4714-80E7-750A120592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2" y="2221"/>
              <a:ext cx="2" cy="37"/>
            </a:xfrm>
            <a:prstGeom prst="line">
              <a:avLst/>
            </a:prstGeom>
            <a:noFill/>
            <a:ln w="158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976418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noProof="0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112457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R Outils et elements utiles">
  <a:themeElements>
    <a:clrScheme name="Orange WHT Secondary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RA_Template_Beta_external_110816.potx" id="{096397F8-02DF-40E4-AEB9-88A0052F30F0}" vid="{AA36791E-F7D8-46B6-BCF9-C51758B3B4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2602</TotalTime>
  <Words>2977</Words>
  <Application>Microsoft Office PowerPoint</Application>
  <PresentationFormat>On-screen Show (16:9)</PresentationFormat>
  <Paragraphs>827</Paragraphs>
  <Slides>90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8" baseType="lpstr">
      <vt:lpstr>Arial</vt:lpstr>
      <vt:lpstr>Calibri</vt:lpstr>
      <vt:lpstr>Century Gothic</vt:lpstr>
      <vt:lpstr>Helvetica 55 Roman</vt:lpstr>
      <vt:lpstr>Helvetica 75</vt:lpstr>
      <vt:lpstr>Helvetica 75 Bold</vt:lpstr>
      <vt:lpstr>Wingdings</vt:lpstr>
      <vt:lpstr>OFR Outils et elements utiles</vt:lpstr>
      <vt:lpstr>Orange Outils et  éléments utiles</vt:lpstr>
      <vt:lpstr>PowerPoint Presentation</vt:lpstr>
      <vt:lpstr>PowerPoint Presentation</vt:lpstr>
      <vt:lpstr>Diagrammes</vt:lpstr>
      <vt:lpstr>Diagrammes et tableaux</vt:lpstr>
      <vt:lpstr>Comparaison</vt:lpstr>
      <vt:lpstr>Diagramme circulaire</vt:lpstr>
      <vt:lpstr>Chiffres clés</vt:lpstr>
      <vt:lpstr>Chiffres clés</vt:lpstr>
      <vt:lpstr>Infographie circulaire avec icones</vt:lpstr>
      <vt:lpstr>Formes simples</vt:lpstr>
      <vt:lpstr>Diagramme avec deux recoupements</vt:lpstr>
      <vt:lpstr>Diagramme avec trois recoupements</vt:lpstr>
      <vt:lpstr>Chronologie</vt:lpstr>
      <vt:lpstr>Chronologie avancement</vt:lpstr>
      <vt:lpstr>Etapes</vt:lpstr>
      <vt:lpstr>Evolution</vt:lpstr>
      <vt:lpstr>Puzzle - Evolution </vt:lpstr>
      <vt:lpstr>Puzzle - Serpent</vt:lpstr>
      <vt:lpstr>Hiérarchie</vt:lpstr>
      <vt:lpstr>Planification</vt:lpstr>
      <vt:lpstr>Flux</vt:lpstr>
      <vt:lpstr>Programmation annuelle</vt:lpstr>
      <vt:lpstr>Chronologie mensuelle</vt:lpstr>
      <vt:lpstr>Chronologie</vt:lpstr>
      <vt:lpstr>Tableau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Texte avec images</vt:lpstr>
      <vt:lpstr>PowerPoint Presentation</vt:lpstr>
      <vt:lpstr>Message clé texte</vt:lpstr>
      <vt:lpstr>Texte avec  images</vt:lpstr>
      <vt:lpstr>Message clé texte et illustrations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Texte avec photo</vt:lpstr>
      <vt:lpstr>Texte avec photo</vt:lpstr>
      <vt:lpstr>Texte avec photo</vt:lpstr>
      <vt:lpstr>Texte avec photo</vt:lpstr>
      <vt:lpstr>Texte avec photo</vt:lpstr>
      <vt:lpstr>Texte avec photo</vt:lpstr>
      <vt:lpstr>Texte avec photo</vt:lpstr>
      <vt:lpstr>Texte avec photo</vt:lpstr>
      <vt:lpstr>Texte avec photo</vt:lpstr>
      <vt:lpstr>Texte avec photo</vt:lpstr>
      <vt:lpstr>Texte avec photo</vt:lpstr>
      <vt:lpstr>Texte avec photo</vt:lpstr>
      <vt:lpstr>Texte avec photo</vt:lpstr>
      <vt:lpstr>Texte avec photo</vt:lpstr>
      <vt:lpstr>Texte avec photo</vt:lpstr>
      <vt:lpstr>Texte avec photo</vt:lpstr>
      <vt:lpstr>Texte avec photo</vt:lpstr>
      <vt:lpstr>Texte avec photo</vt:lpstr>
      <vt:lpstr>Texte avec photo</vt:lpstr>
      <vt:lpstr>Texte avec photo</vt:lpstr>
      <vt:lpstr>Texte avec photo</vt:lpstr>
      <vt:lpstr>Texte avec photo</vt:lpstr>
      <vt:lpstr>Texte avec photo</vt:lpstr>
      <vt:lpstr>Texte avec photo</vt:lpstr>
      <vt:lpstr>Texte avec photo</vt:lpstr>
      <vt:lpstr>Texte avec photo</vt:lpstr>
      <vt:lpstr>Texte avec photo</vt:lpstr>
      <vt:lpstr>Texte avec photo</vt:lpstr>
      <vt:lpstr>Texte avec photo</vt:lpstr>
      <vt:lpstr>Texte avec photo</vt:lpstr>
      <vt:lpstr>Texte avec photo</vt:lpstr>
      <vt:lpstr>PowerPoint Presentation</vt:lpstr>
      <vt:lpstr>Texte avec illustration</vt:lpstr>
      <vt:lpstr>Texte avec illustration</vt:lpstr>
      <vt:lpstr>Texte avec illustration</vt:lpstr>
      <vt:lpstr>Texte avec illustration</vt:lpstr>
      <vt:lpstr>Texte avec illustration</vt:lpstr>
      <vt:lpstr>Texte avec illustration</vt:lpstr>
      <vt:lpstr>Texte avec illustration</vt:lpstr>
      <vt:lpstr>Texte avec illustration</vt:lpstr>
      <vt:lpstr>Texte avec illustration</vt:lpstr>
      <vt:lpstr>Texte avec illustration</vt:lpstr>
      <vt:lpstr>Texte avec illustration</vt:lpstr>
      <vt:lpstr>Texte avec illustration</vt:lpstr>
      <vt:lpstr>Texte avec illustration</vt:lpstr>
      <vt:lpstr>Texte avec illustration</vt:lpstr>
      <vt:lpstr>Texte avec illustration</vt:lpstr>
      <vt:lpstr>Texte avec illustration</vt:lpstr>
      <vt:lpstr>Merci</vt:lpstr>
    </vt:vector>
  </TitlesOfParts>
  <Company>Article10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Smith</dc:creator>
  <cp:lastModifiedBy>ADAM GUENIN Marie Lesly COMM/MC</cp:lastModifiedBy>
  <cp:revision>134</cp:revision>
  <dcterms:created xsi:type="dcterms:W3CDTF">2016-08-11T14:02:28Z</dcterms:created>
  <dcterms:modified xsi:type="dcterms:W3CDTF">2021-11-03T16:13:57Z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7222825-62ea-40f3-96b5-5375c07996e2_Enabled">
    <vt:lpwstr>true</vt:lpwstr>
  </property>
  <property fmtid="{D5CDD505-2E9C-101B-9397-08002B2CF9AE}" pid="3" name="MSIP_Label_07222825-62ea-40f3-96b5-5375c07996e2_SetDate">
    <vt:lpwstr>2021-10-14T14:47:16Z</vt:lpwstr>
  </property>
  <property fmtid="{D5CDD505-2E9C-101B-9397-08002B2CF9AE}" pid="4" name="MSIP_Label_07222825-62ea-40f3-96b5-5375c07996e2_Method">
    <vt:lpwstr>Privileged</vt:lpwstr>
  </property>
  <property fmtid="{D5CDD505-2E9C-101B-9397-08002B2CF9AE}" pid="5" name="MSIP_Label_07222825-62ea-40f3-96b5-5375c07996e2_Name">
    <vt:lpwstr>unrestricted_parent.2</vt:lpwstr>
  </property>
  <property fmtid="{D5CDD505-2E9C-101B-9397-08002B2CF9AE}" pid="6" name="MSIP_Label_07222825-62ea-40f3-96b5-5375c07996e2_SiteId">
    <vt:lpwstr>90c7a20a-f34b-40bf-bc48-b9253b6f5d20</vt:lpwstr>
  </property>
  <property fmtid="{D5CDD505-2E9C-101B-9397-08002B2CF9AE}" pid="7" name="MSIP_Label_07222825-62ea-40f3-96b5-5375c07996e2_ActionId">
    <vt:lpwstr>566a4dee-99bb-4238-860f-9010457c9ff5</vt:lpwstr>
  </property>
  <property fmtid="{D5CDD505-2E9C-101B-9397-08002B2CF9AE}" pid="8" name="MSIP_Label_07222825-62ea-40f3-96b5-5375c07996e2_ContentBits">
    <vt:lpwstr>0</vt:lpwstr>
  </property>
</Properties>
</file>